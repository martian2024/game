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3" r:id="rId1"/>
    <p:sldMasterId id="2147483684" r:id="rId2"/>
  </p:sldMasterIdLst>
  <p:notesMasterIdLst>
    <p:notesMasterId r:id="rId5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Lst>
  <p:sldSz cx="9144000" cy="5143500" type="screen16x9"/>
  <p:notesSz cx="6858000" cy="9144000"/>
  <p:embeddedFontLst>
    <p:embeddedFont>
      <p:font typeface="Amatic SC" panose="00000500000000000000" pitchFamily="2" charset="-79"/>
      <p:regular r:id="rId60"/>
      <p:bold r:id="rId61"/>
    </p:embeddedFont>
    <p:embeddedFont>
      <p:font typeface="Barlow" panose="00000500000000000000" pitchFamily="2" charset="0"/>
      <p:regular r:id="rId62"/>
      <p:bold r:id="rId63"/>
      <p:italic r:id="rId64"/>
      <p:boldItalic r:id="rId65"/>
    </p:embeddedFont>
    <p:embeddedFont>
      <p:font typeface="Orbitron" panose="020B0604020202020204" charset="0"/>
      <p:regular r:id="rId66"/>
      <p:bold r:id="rId67"/>
    </p:embeddedFont>
    <p:embeddedFont>
      <p:font typeface="Proxima Nova" panose="020B0604020202020204" charset="0"/>
      <p:regular r:id="rId68"/>
      <p:bold r:id="rId69"/>
      <p:italic r:id="rId70"/>
      <p:boldItalic r:id="rId71"/>
    </p:embeddedFont>
    <p:embeddedFont>
      <p:font typeface="Proxima Nova Semibold" panose="020B0604020202020204" charset="0"/>
      <p:regular r:id="rId72"/>
      <p:bold r:id="rId73"/>
      <p:boldItalic r:id="rId74"/>
    </p:embeddedFont>
    <p:embeddedFont>
      <p:font typeface="Roboto Medium" panose="02000000000000000000" pitchFamily="2" charset="0"/>
      <p:regular r:id="rId75"/>
      <p:bold r:id="rId76"/>
      <p:italic r:id="rId77"/>
      <p:boldItalic r:id="rId7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0C39941-2BB4-4929-9499-8568E143BFA6}">
  <a:tblStyle styleId="{00C39941-2BB4-4929-9499-8568E143BFA6}"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3" d="100"/>
          <a:sy n="93" d="100"/>
        </p:scale>
        <p:origin x="513"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4.fntdata"/><Relationship Id="rId68" Type="http://schemas.openxmlformats.org/officeDocument/2006/relationships/font" Target="fonts/font9.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5.fntdata"/><Relationship Id="rId79"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font" Target="fonts/font2.fntdata"/><Relationship Id="rId82"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5.fntdata"/><Relationship Id="rId69" Type="http://schemas.openxmlformats.org/officeDocument/2006/relationships/font" Target="fonts/font10.fntdata"/><Relationship Id="rId77" Type="http://schemas.openxmlformats.org/officeDocument/2006/relationships/font" Target="fonts/font18.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3.fntdata"/><Relationship Id="rId80"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67" Type="http://schemas.openxmlformats.org/officeDocument/2006/relationships/font" Target="fonts/font8.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3.fntdata"/><Relationship Id="rId70" Type="http://schemas.openxmlformats.org/officeDocument/2006/relationships/font" Target="fonts/font11.fntdata"/><Relationship Id="rId75" Type="http://schemas.openxmlformats.org/officeDocument/2006/relationships/font" Target="fonts/font16.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1.fntdata"/><Relationship Id="rId65" Type="http://schemas.openxmlformats.org/officeDocument/2006/relationships/font" Target="fonts/font6.fntdata"/><Relationship Id="rId73" Type="http://schemas.openxmlformats.org/officeDocument/2006/relationships/font" Target="fonts/font14.fntdata"/><Relationship Id="rId78" Type="http://schemas.openxmlformats.org/officeDocument/2006/relationships/font" Target="fonts/font19.fntdata"/><Relationship Id="rId8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7.fntdata"/><Relationship Id="rId7" Type="http://schemas.openxmlformats.org/officeDocument/2006/relationships/slide" Target="slides/slide5.xml"/><Relationship Id="rId71" Type="http://schemas.openxmlformats.org/officeDocument/2006/relationships/font" Target="fonts/font12.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ga294430b73_0_1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3" name="Google Shape;1203;ga294430b73_0_1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5"/>
        <p:cNvGrpSpPr/>
        <p:nvPr/>
      </p:nvGrpSpPr>
      <p:grpSpPr>
        <a:xfrm>
          <a:off x="0" y="0"/>
          <a:ext cx="0" cy="0"/>
          <a:chOff x="0" y="0"/>
          <a:chExt cx="0" cy="0"/>
        </a:xfrm>
      </p:grpSpPr>
      <p:sp>
        <p:nvSpPr>
          <p:cNvPr id="1616" name="Google Shape;1616;gab13eb013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7" name="Google Shape;1617;gab13eb013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1"/>
        <p:cNvGrpSpPr/>
        <p:nvPr/>
      </p:nvGrpSpPr>
      <p:grpSpPr>
        <a:xfrm>
          <a:off x="0" y="0"/>
          <a:ext cx="0" cy="0"/>
          <a:chOff x="0" y="0"/>
          <a:chExt cx="0" cy="0"/>
        </a:xfrm>
      </p:grpSpPr>
      <p:sp>
        <p:nvSpPr>
          <p:cNvPr id="1622" name="Google Shape;1622;ga294430b73_0_17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3" name="Google Shape;1623;ga294430b73_0_17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2"/>
        <p:cNvGrpSpPr/>
        <p:nvPr/>
      </p:nvGrpSpPr>
      <p:grpSpPr>
        <a:xfrm>
          <a:off x="0" y="0"/>
          <a:ext cx="0" cy="0"/>
          <a:chOff x="0" y="0"/>
          <a:chExt cx="0" cy="0"/>
        </a:xfrm>
      </p:grpSpPr>
      <p:sp>
        <p:nvSpPr>
          <p:cNvPr id="1683" name="Google Shape;1683;gab13eb0135_0_249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4" name="Google Shape;1684;gab13eb0135_0_249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a294430b73_0_28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a294430b73_0_28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6"/>
        <p:cNvGrpSpPr/>
        <p:nvPr/>
      </p:nvGrpSpPr>
      <p:grpSpPr>
        <a:xfrm>
          <a:off x="0" y="0"/>
          <a:ext cx="0" cy="0"/>
          <a:chOff x="0" y="0"/>
          <a:chExt cx="0" cy="0"/>
        </a:xfrm>
      </p:grpSpPr>
      <p:sp>
        <p:nvSpPr>
          <p:cNvPr id="1837" name="Google Shape;1837;ga212dcc32e_0_1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8" name="Google Shape;1838;ga212dcc32e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9"/>
        <p:cNvGrpSpPr/>
        <p:nvPr/>
      </p:nvGrpSpPr>
      <p:grpSpPr>
        <a:xfrm>
          <a:off x="0" y="0"/>
          <a:ext cx="0" cy="0"/>
          <a:chOff x="0" y="0"/>
          <a:chExt cx="0" cy="0"/>
        </a:xfrm>
      </p:grpSpPr>
      <p:sp>
        <p:nvSpPr>
          <p:cNvPr id="1930" name="Google Shape;1930;ga294430b73_0_26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1" name="Google Shape;1931;ga294430b73_0_2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8"/>
        <p:cNvGrpSpPr/>
        <p:nvPr/>
      </p:nvGrpSpPr>
      <p:grpSpPr>
        <a:xfrm>
          <a:off x="0" y="0"/>
          <a:ext cx="0" cy="0"/>
          <a:chOff x="0" y="0"/>
          <a:chExt cx="0" cy="0"/>
        </a:xfrm>
      </p:grpSpPr>
      <p:sp>
        <p:nvSpPr>
          <p:cNvPr id="2039" name="Google Shape;2039;ga294430b73_0_30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0" name="Google Shape;2040;ga294430b73_0_30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2"/>
        <p:cNvGrpSpPr/>
        <p:nvPr/>
      </p:nvGrpSpPr>
      <p:grpSpPr>
        <a:xfrm>
          <a:off x="0" y="0"/>
          <a:ext cx="0" cy="0"/>
          <a:chOff x="0" y="0"/>
          <a:chExt cx="0" cy="0"/>
        </a:xfrm>
      </p:grpSpPr>
      <p:sp>
        <p:nvSpPr>
          <p:cNvPr id="2063" name="Google Shape;2063;ga212dcc32e_0_1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4" name="Google Shape;2064;ga212dcc32e_0_1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5"/>
        <p:cNvGrpSpPr/>
        <p:nvPr/>
      </p:nvGrpSpPr>
      <p:grpSpPr>
        <a:xfrm>
          <a:off x="0" y="0"/>
          <a:ext cx="0" cy="0"/>
          <a:chOff x="0" y="0"/>
          <a:chExt cx="0" cy="0"/>
        </a:xfrm>
      </p:grpSpPr>
      <p:sp>
        <p:nvSpPr>
          <p:cNvPr id="2166" name="Google Shape;2166;gab13eb0135_0_248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7" name="Google Shape;2167;gab13eb0135_0_248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0"/>
        <p:cNvGrpSpPr/>
        <p:nvPr/>
      </p:nvGrpSpPr>
      <p:grpSpPr>
        <a:xfrm>
          <a:off x="0" y="0"/>
          <a:ext cx="0" cy="0"/>
          <a:chOff x="0" y="0"/>
          <a:chExt cx="0" cy="0"/>
        </a:xfrm>
      </p:grpSpPr>
      <p:sp>
        <p:nvSpPr>
          <p:cNvPr id="2171" name="Google Shape;2171;gab13eb0135_0_1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2" name="Google Shape;2172;gab13eb0135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6"/>
        <p:cNvGrpSpPr/>
        <p:nvPr/>
      </p:nvGrpSpPr>
      <p:grpSpPr>
        <a:xfrm>
          <a:off x="0" y="0"/>
          <a:ext cx="0" cy="0"/>
          <a:chOff x="0" y="0"/>
          <a:chExt cx="0" cy="0"/>
        </a:xfrm>
      </p:grpSpPr>
      <p:sp>
        <p:nvSpPr>
          <p:cNvPr id="2197" name="Google Shape;2197;gab13eb0135_0_248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8" name="Google Shape;2198;gab13eb0135_0_248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1"/>
        <p:cNvGrpSpPr/>
        <p:nvPr/>
      </p:nvGrpSpPr>
      <p:grpSpPr>
        <a:xfrm>
          <a:off x="0" y="0"/>
          <a:ext cx="0" cy="0"/>
          <a:chOff x="0" y="0"/>
          <a:chExt cx="0" cy="0"/>
        </a:xfrm>
      </p:grpSpPr>
      <p:sp>
        <p:nvSpPr>
          <p:cNvPr id="2232" name="Google Shape;2232;gab13eb0135_0_249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3" name="Google Shape;2233;gab13eb0135_0_249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5"/>
        <p:cNvGrpSpPr/>
        <p:nvPr/>
      </p:nvGrpSpPr>
      <p:grpSpPr>
        <a:xfrm>
          <a:off x="0" y="0"/>
          <a:ext cx="0" cy="0"/>
          <a:chOff x="0" y="0"/>
          <a:chExt cx="0" cy="0"/>
        </a:xfrm>
      </p:grpSpPr>
      <p:sp>
        <p:nvSpPr>
          <p:cNvPr id="2376" name="Google Shape;2376;gab13eb0135_0_248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7" name="Google Shape;2377;gab13eb0135_0_248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7"/>
        <p:cNvGrpSpPr/>
        <p:nvPr/>
      </p:nvGrpSpPr>
      <p:grpSpPr>
        <a:xfrm>
          <a:off x="0" y="0"/>
          <a:ext cx="0" cy="0"/>
          <a:chOff x="0" y="0"/>
          <a:chExt cx="0" cy="0"/>
        </a:xfrm>
      </p:grpSpPr>
      <p:sp>
        <p:nvSpPr>
          <p:cNvPr id="2418" name="Google Shape;2418;ga212dcc32e_0_1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9" name="Google Shape;2419;ga212dcc32e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9"/>
        <p:cNvGrpSpPr/>
        <p:nvPr/>
      </p:nvGrpSpPr>
      <p:grpSpPr>
        <a:xfrm>
          <a:off x="0" y="0"/>
          <a:ext cx="0" cy="0"/>
          <a:chOff x="0" y="0"/>
          <a:chExt cx="0" cy="0"/>
        </a:xfrm>
      </p:grpSpPr>
      <p:sp>
        <p:nvSpPr>
          <p:cNvPr id="2500" name="Google Shape;2500;ga212dcc32e_0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1" name="Google Shape;2501;ga212dcc32e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9"/>
        <p:cNvGrpSpPr/>
        <p:nvPr/>
      </p:nvGrpSpPr>
      <p:grpSpPr>
        <a:xfrm>
          <a:off x="0" y="0"/>
          <a:ext cx="0" cy="0"/>
          <a:chOff x="0" y="0"/>
          <a:chExt cx="0" cy="0"/>
        </a:xfrm>
      </p:grpSpPr>
      <p:sp>
        <p:nvSpPr>
          <p:cNvPr id="2510" name="Google Shape;2510;gab4dbb6b8f_0_38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1" name="Google Shape;2511;gab4dbb6b8f_0_38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6"/>
        <p:cNvGrpSpPr/>
        <p:nvPr/>
      </p:nvGrpSpPr>
      <p:grpSpPr>
        <a:xfrm>
          <a:off x="0" y="0"/>
          <a:ext cx="0" cy="0"/>
          <a:chOff x="0" y="0"/>
          <a:chExt cx="0" cy="0"/>
        </a:xfrm>
      </p:grpSpPr>
      <p:sp>
        <p:nvSpPr>
          <p:cNvPr id="2557" name="Google Shape;2557;gab1be36cff_0_5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8" name="Google Shape;2558;gab1be36cff_0_5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2"/>
        <p:cNvGrpSpPr/>
        <p:nvPr/>
      </p:nvGrpSpPr>
      <p:grpSpPr>
        <a:xfrm>
          <a:off x="0" y="0"/>
          <a:ext cx="0" cy="0"/>
          <a:chOff x="0" y="0"/>
          <a:chExt cx="0" cy="0"/>
        </a:xfrm>
      </p:grpSpPr>
      <p:sp>
        <p:nvSpPr>
          <p:cNvPr id="2583" name="Google Shape;2583;gab4dbb6b8f_0_6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4" name="Google Shape;2584;gab4dbb6b8f_0_6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7"/>
        <p:cNvGrpSpPr/>
        <p:nvPr/>
      </p:nvGrpSpPr>
      <p:grpSpPr>
        <a:xfrm>
          <a:off x="0" y="0"/>
          <a:ext cx="0" cy="0"/>
          <a:chOff x="0" y="0"/>
          <a:chExt cx="0" cy="0"/>
        </a:xfrm>
      </p:grpSpPr>
      <p:sp>
        <p:nvSpPr>
          <p:cNvPr id="2888" name="Google Shape;2888;ga212dcc32e_0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9" name="Google Shape;2889;ga212dcc32e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5"/>
        <p:cNvGrpSpPr/>
        <p:nvPr/>
      </p:nvGrpSpPr>
      <p:grpSpPr>
        <a:xfrm>
          <a:off x="0" y="0"/>
          <a:ext cx="0" cy="0"/>
          <a:chOff x="0" y="0"/>
          <a:chExt cx="0" cy="0"/>
        </a:xfrm>
      </p:grpSpPr>
      <p:sp>
        <p:nvSpPr>
          <p:cNvPr id="2946" name="Google Shape;2946;ga212dcc32e_0_2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7" name="Google Shape;2947;ga212dcc32e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5"/>
        <p:cNvGrpSpPr/>
        <p:nvPr/>
      </p:nvGrpSpPr>
      <p:grpSpPr>
        <a:xfrm>
          <a:off x="0" y="0"/>
          <a:ext cx="0" cy="0"/>
          <a:chOff x="0" y="0"/>
          <a:chExt cx="0" cy="0"/>
        </a:xfrm>
      </p:grpSpPr>
      <p:sp>
        <p:nvSpPr>
          <p:cNvPr id="3016" name="Google Shape;3016;ga212dcc32e_0_1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7" name="Google Shape;3017;ga212dcc32e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1"/>
        <p:cNvGrpSpPr/>
        <p:nvPr/>
      </p:nvGrpSpPr>
      <p:grpSpPr>
        <a:xfrm>
          <a:off x="0" y="0"/>
          <a:ext cx="0" cy="0"/>
          <a:chOff x="0" y="0"/>
          <a:chExt cx="0" cy="0"/>
        </a:xfrm>
      </p:grpSpPr>
      <p:sp>
        <p:nvSpPr>
          <p:cNvPr id="3062" name="Google Shape;3062;gab4dbb6b8f_0_6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3" name="Google Shape;3063;gab4dbb6b8f_0_6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2"/>
        <p:cNvGrpSpPr/>
        <p:nvPr/>
      </p:nvGrpSpPr>
      <p:grpSpPr>
        <a:xfrm>
          <a:off x="0" y="0"/>
          <a:ext cx="0" cy="0"/>
          <a:chOff x="0" y="0"/>
          <a:chExt cx="0" cy="0"/>
        </a:xfrm>
      </p:grpSpPr>
      <p:sp>
        <p:nvSpPr>
          <p:cNvPr id="3083" name="Google Shape;3083;gab4dbb6b8f_0_6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4" name="Google Shape;3084;gab4dbb6b8f_0_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0"/>
        <p:cNvGrpSpPr/>
        <p:nvPr/>
      </p:nvGrpSpPr>
      <p:grpSpPr>
        <a:xfrm>
          <a:off x="0" y="0"/>
          <a:ext cx="0" cy="0"/>
          <a:chOff x="0" y="0"/>
          <a:chExt cx="0" cy="0"/>
        </a:xfrm>
      </p:grpSpPr>
      <p:sp>
        <p:nvSpPr>
          <p:cNvPr id="3111" name="Google Shape;3111;ga212dcc32e_0_1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12" name="Google Shape;3112;ga212dcc32e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7"/>
        <p:cNvGrpSpPr/>
        <p:nvPr/>
      </p:nvGrpSpPr>
      <p:grpSpPr>
        <a:xfrm>
          <a:off x="0" y="0"/>
          <a:ext cx="0" cy="0"/>
          <a:chOff x="0" y="0"/>
          <a:chExt cx="0" cy="0"/>
        </a:xfrm>
      </p:grpSpPr>
      <p:sp>
        <p:nvSpPr>
          <p:cNvPr id="3118" name="Google Shape;3118;gab13eb0135_0_249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19" name="Google Shape;3119;gab13eb0135_0_249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2"/>
        <p:cNvGrpSpPr/>
        <p:nvPr/>
      </p:nvGrpSpPr>
      <p:grpSpPr>
        <a:xfrm>
          <a:off x="0" y="0"/>
          <a:ext cx="0" cy="0"/>
          <a:chOff x="0" y="0"/>
          <a:chExt cx="0" cy="0"/>
        </a:xfrm>
      </p:grpSpPr>
      <p:sp>
        <p:nvSpPr>
          <p:cNvPr id="3263" name="Google Shape;3263;gab13eb0135_0_249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4" name="Google Shape;3264;gab13eb0135_0_249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5"/>
        <p:cNvGrpSpPr/>
        <p:nvPr/>
      </p:nvGrpSpPr>
      <p:grpSpPr>
        <a:xfrm>
          <a:off x="0" y="0"/>
          <a:ext cx="0" cy="0"/>
          <a:chOff x="0" y="0"/>
          <a:chExt cx="0" cy="0"/>
        </a:xfrm>
      </p:grpSpPr>
      <p:sp>
        <p:nvSpPr>
          <p:cNvPr id="3356" name="Google Shape;3356;gab4dbb6b8f_0_48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57" name="Google Shape;3357;gab4dbb6b8f_0_48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6"/>
        <p:cNvGrpSpPr/>
        <p:nvPr/>
      </p:nvGrpSpPr>
      <p:grpSpPr>
        <a:xfrm>
          <a:off x="0" y="0"/>
          <a:ext cx="0" cy="0"/>
          <a:chOff x="0" y="0"/>
          <a:chExt cx="0" cy="0"/>
        </a:xfrm>
      </p:grpSpPr>
      <p:sp>
        <p:nvSpPr>
          <p:cNvPr id="3367" name="Google Shape;3367;gab4dbb6b8f_0_53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8" name="Google Shape;3368;gab4dbb6b8f_0_53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0"/>
        <p:cNvGrpSpPr/>
        <p:nvPr/>
      </p:nvGrpSpPr>
      <p:grpSpPr>
        <a:xfrm>
          <a:off x="0" y="0"/>
          <a:ext cx="0" cy="0"/>
          <a:chOff x="0" y="0"/>
          <a:chExt cx="0" cy="0"/>
        </a:xfrm>
      </p:grpSpPr>
      <p:sp>
        <p:nvSpPr>
          <p:cNvPr id="3411" name="Google Shape;3411;gab4dbb6b8f_0_49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2" name="Google Shape;3412;gab4dbb6b8f_0_49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0"/>
        <p:cNvGrpSpPr/>
        <p:nvPr/>
      </p:nvGrpSpPr>
      <p:grpSpPr>
        <a:xfrm>
          <a:off x="0" y="0"/>
          <a:ext cx="0" cy="0"/>
          <a:chOff x="0" y="0"/>
          <a:chExt cx="0" cy="0"/>
        </a:xfrm>
      </p:grpSpPr>
      <p:sp>
        <p:nvSpPr>
          <p:cNvPr id="3601" name="Google Shape;3601;gab1be36cff_0_6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2" name="Google Shape;3602;gab1be36cff_0_6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3"/>
        <p:cNvGrpSpPr/>
        <p:nvPr/>
      </p:nvGrpSpPr>
      <p:grpSpPr>
        <a:xfrm>
          <a:off x="0" y="0"/>
          <a:ext cx="0" cy="0"/>
          <a:chOff x="0" y="0"/>
          <a:chExt cx="0" cy="0"/>
        </a:xfrm>
      </p:grpSpPr>
      <p:sp>
        <p:nvSpPr>
          <p:cNvPr id="3614" name="Google Shape;3614;gab1be36cff_0_6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5" name="Google Shape;3615;gab1be36cff_0_6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3"/>
        <p:cNvGrpSpPr/>
        <p:nvPr/>
      </p:nvGrpSpPr>
      <p:grpSpPr>
        <a:xfrm>
          <a:off x="0" y="0"/>
          <a:ext cx="0" cy="0"/>
          <a:chOff x="0" y="0"/>
          <a:chExt cx="0" cy="0"/>
        </a:xfrm>
      </p:grpSpPr>
      <p:sp>
        <p:nvSpPr>
          <p:cNvPr id="3624" name="Google Shape;3624;gab1be36cff_0_6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5" name="Google Shape;3625;gab1be36cff_0_6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5"/>
        <p:cNvGrpSpPr/>
        <p:nvPr/>
      </p:nvGrpSpPr>
      <p:grpSpPr>
        <a:xfrm>
          <a:off x="0" y="0"/>
          <a:ext cx="0" cy="0"/>
          <a:chOff x="0" y="0"/>
          <a:chExt cx="0" cy="0"/>
        </a:xfrm>
      </p:grpSpPr>
      <p:sp>
        <p:nvSpPr>
          <p:cNvPr id="3636" name="Google Shape;3636;gab4dbb6b8f_0_5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37" name="Google Shape;3637;gab4dbb6b8f_0_5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6"/>
        <p:cNvGrpSpPr/>
        <p:nvPr/>
      </p:nvGrpSpPr>
      <p:grpSpPr>
        <a:xfrm>
          <a:off x="0" y="0"/>
          <a:ext cx="0" cy="0"/>
          <a:chOff x="0" y="0"/>
          <a:chExt cx="0" cy="0"/>
        </a:xfrm>
      </p:grpSpPr>
      <p:sp>
        <p:nvSpPr>
          <p:cNvPr id="3667" name="Google Shape;3667;ga294430b73_0_29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8" name="Google Shape;3668;ga294430b73_0_29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5"/>
        <p:cNvGrpSpPr/>
        <p:nvPr/>
      </p:nvGrpSpPr>
      <p:grpSpPr>
        <a:xfrm>
          <a:off x="0" y="0"/>
          <a:ext cx="0" cy="0"/>
          <a:chOff x="0" y="0"/>
          <a:chExt cx="0" cy="0"/>
        </a:xfrm>
      </p:grpSpPr>
      <p:sp>
        <p:nvSpPr>
          <p:cNvPr id="3716" name="Google Shape;3716;gab13eb0135_0_1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17" name="Google Shape;3717;gab13eb0135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1"/>
        <p:cNvGrpSpPr/>
        <p:nvPr/>
      </p:nvGrpSpPr>
      <p:grpSpPr>
        <a:xfrm>
          <a:off x="0" y="0"/>
          <a:ext cx="0" cy="0"/>
          <a:chOff x="0" y="0"/>
          <a:chExt cx="0" cy="0"/>
        </a:xfrm>
      </p:grpSpPr>
      <p:sp>
        <p:nvSpPr>
          <p:cNvPr id="3952" name="Google Shape;3952;gab13eb0135_0_1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53" name="Google Shape;3953;gab13eb0135_0_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5"/>
        <p:cNvGrpSpPr/>
        <p:nvPr/>
      </p:nvGrpSpPr>
      <p:grpSpPr>
        <a:xfrm>
          <a:off x="0" y="0"/>
          <a:ext cx="0" cy="0"/>
          <a:chOff x="0" y="0"/>
          <a:chExt cx="0" cy="0"/>
        </a:xfrm>
      </p:grpSpPr>
      <p:sp>
        <p:nvSpPr>
          <p:cNvPr id="4606" name="Google Shape;4606;gab13eb0135_0_1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7" name="Google Shape;4607;gab13eb0135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2"/>
        <p:cNvGrpSpPr/>
        <p:nvPr/>
      </p:nvGrpSpPr>
      <p:grpSpPr>
        <a:xfrm>
          <a:off x="0" y="0"/>
          <a:ext cx="0" cy="0"/>
          <a:chOff x="0" y="0"/>
          <a:chExt cx="0" cy="0"/>
        </a:xfrm>
      </p:grpSpPr>
      <p:sp>
        <p:nvSpPr>
          <p:cNvPr id="4613" name="Google Shape;4613;SLIDES_API865342901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4" name="Google Shape;4614;SLIDES_API865342901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9"/>
        <p:cNvGrpSpPr/>
        <p:nvPr/>
      </p:nvGrpSpPr>
      <p:grpSpPr>
        <a:xfrm>
          <a:off x="0" y="0"/>
          <a:ext cx="0" cy="0"/>
          <a:chOff x="0" y="0"/>
          <a:chExt cx="0" cy="0"/>
        </a:xfrm>
      </p:grpSpPr>
      <p:sp>
        <p:nvSpPr>
          <p:cNvPr id="4620" name="Google Shape;4620;SLIDES_API86534290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1" name="Google Shape;4621;SLIDES_API86534290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6"/>
        <p:cNvGrpSpPr/>
        <p:nvPr/>
      </p:nvGrpSpPr>
      <p:grpSpPr>
        <a:xfrm>
          <a:off x="0" y="0"/>
          <a:ext cx="0" cy="0"/>
          <a:chOff x="0" y="0"/>
          <a:chExt cx="0" cy="0"/>
        </a:xfrm>
      </p:grpSpPr>
      <p:sp>
        <p:nvSpPr>
          <p:cNvPr id="4627" name="Google Shape;4627;gab13eb0135_0_126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8" name="Google Shape;4628;gab13eb0135_0_126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5"/>
        <p:cNvGrpSpPr/>
        <p:nvPr/>
      </p:nvGrpSpPr>
      <p:grpSpPr>
        <a:xfrm>
          <a:off x="0" y="0"/>
          <a:ext cx="0" cy="0"/>
          <a:chOff x="0" y="0"/>
          <a:chExt cx="0" cy="0"/>
        </a:xfrm>
      </p:grpSpPr>
      <p:sp>
        <p:nvSpPr>
          <p:cNvPr id="4656" name="Google Shape;4656;gab13eb0135_0_126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7" name="Google Shape;4657;gab13eb0135_0_126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1"/>
        <p:cNvGrpSpPr/>
        <p:nvPr/>
      </p:nvGrpSpPr>
      <p:grpSpPr>
        <a:xfrm>
          <a:off x="0" y="0"/>
          <a:ext cx="0" cy="0"/>
          <a:chOff x="0" y="0"/>
          <a:chExt cx="0" cy="0"/>
        </a:xfrm>
      </p:grpSpPr>
      <p:sp>
        <p:nvSpPr>
          <p:cNvPr id="4672" name="Google Shape;4672;gab13eb0135_0_126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3" name="Google Shape;4673;gab13eb0135_0_126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8"/>
        <p:cNvGrpSpPr/>
        <p:nvPr/>
      </p:nvGrpSpPr>
      <p:grpSpPr>
        <a:xfrm>
          <a:off x="0" y="0"/>
          <a:ext cx="0" cy="0"/>
          <a:chOff x="0" y="0"/>
          <a:chExt cx="0" cy="0"/>
        </a:xfrm>
      </p:grpSpPr>
      <p:sp>
        <p:nvSpPr>
          <p:cNvPr id="5009" name="Google Shape;5009;gab13eb0135_0_129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0" name="Google Shape;5010;gab13eb0135_0_129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08"/>
        <p:cNvGrpSpPr/>
        <p:nvPr/>
      </p:nvGrpSpPr>
      <p:grpSpPr>
        <a:xfrm>
          <a:off x="0" y="0"/>
          <a:ext cx="0" cy="0"/>
          <a:chOff x="0" y="0"/>
          <a:chExt cx="0" cy="0"/>
        </a:xfrm>
      </p:grpSpPr>
      <p:sp>
        <p:nvSpPr>
          <p:cNvPr id="11509" name="Google Shape;11509;gab13eb0135_0_194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10" name="Google Shape;11510;gab13eb0135_0_194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35"/>
        <p:cNvGrpSpPr/>
        <p:nvPr/>
      </p:nvGrpSpPr>
      <p:grpSpPr>
        <a:xfrm>
          <a:off x="0" y="0"/>
          <a:ext cx="0" cy="0"/>
          <a:chOff x="0" y="0"/>
          <a:chExt cx="0" cy="0"/>
        </a:xfrm>
      </p:grpSpPr>
      <p:sp>
        <p:nvSpPr>
          <p:cNvPr id="11936" name="Google Shape;11936;gab13eb0135_0_199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37" name="Google Shape;11937;gab13eb0135_0_199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8"/>
        <p:cNvGrpSpPr/>
        <p:nvPr/>
      </p:nvGrpSpPr>
      <p:grpSpPr>
        <a:xfrm>
          <a:off x="0" y="0"/>
          <a:ext cx="0" cy="0"/>
          <a:chOff x="0" y="0"/>
          <a:chExt cx="0" cy="0"/>
        </a:xfrm>
      </p:grpSpPr>
      <p:sp>
        <p:nvSpPr>
          <p:cNvPr id="12099" name="Google Shape;12099;gab13eb0135_0_200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00" name="Google Shape;12100;gab13eb0135_0_200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00"/>
        <p:cNvGrpSpPr/>
        <p:nvPr/>
      </p:nvGrpSpPr>
      <p:grpSpPr>
        <a:xfrm>
          <a:off x="0" y="0"/>
          <a:ext cx="0" cy="0"/>
          <a:chOff x="0" y="0"/>
          <a:chExt cx="0" cy="0"/>
        </a:xfrm>
      </p:grpSpPr>
      <p:sp>
        <p:nvSpPr>
          <p:cNvPr id="12501" name="Google Shape;12501;gab13eb0135_0_204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02" name="Google Shape;12502;gab13eb0135_0_20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71"/>
        <p:cNvGrpSpPr/>
        <p:nvPr/>
      </p:nvGrpSpPr>
      <p:grpSpPr>
        <a:xfrm>
          <a:off x="0" y="0"/>
          <a:ext cx="0" cy="0"/>
          <a:chOff x="0" y="0"/>
          <a:chExt cx="0" cy="0"/>
        </a:xfrm>
      </p:grpSpPr>
      <p:sp>
        <p:nvSpPr>
          <p:cNvPr id="12872" name="Google Shape;12872;gab13eb0135_0_208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73" name="Google Shape;12873;gab13eb0135_0_20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48"/>
        <p:cNvGrpSpPr/>
        <p:nvPr/>
      </p:nvGrpSpPr>
      <p:grpSpPr>
        <a:xfrm>
          <a:off x="0" y="0"/>
          <a:ext cx="0" cy="0"/>
          <a:chOff x="0" y="0"/>
          <a:chExt cx="0" cy="0"/>
        </a:xfrm>
      </p:grpSpPr>
      <p:sp>
        <p:nvSpPr>
          <p:cNvPr id="13249" name="Google Shape;13249;gab13eb0135_0_21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50" name="Google Shape;13250;gab13eb0135_0_21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79"/>
        <p:cNvGrpSpPr/>
        <p:nvPr/>
      </p:nvGrpSpPr>
      <p:grpSpPr>
        <a:xfrm>
          <a:off x="0" y="0"/>
          <a:ext cx="0" cy="0"/>
          <a:chOff x="0" y="0"/>
          <a:chExt cx="0" cy="0"/>
        </a:xfrm>
      </p:grpSpPr>
      <p:sp>
        <p:nvSpPr>
          <p:cNvPr id="13680" name="Google Shape;13680;gab13eb0135_0_216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81" name="Google Shape;13681;gab13eb0135_0_216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72"/>
        <p:cNvGrpSpPr/>
        <p:nvPr/>
      </p:nvGrpSpPr>
      <p:grpSpPr>
        <a:xfrm>
          <a:off x="0" y="0"/>
          <a:ext cx="0" cy="0"/>
          <a:chOff x="0" y="0"/>
          <a:chExt cx="0" cy="0"/>
        </a:xfrm>
      </p:grpSpPr>
      <p:sp>
        <p:nvSpPr>
          <p:cNvPr id="14473" name="Google Shape;14473;gab13eb0135_0_224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74" name="Google Shape;14474;gab13eb0135_0_22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13"/>
        <p:cNvGrpSpPr/>
        <p:nvPr/>
      </p:nvGrpSpPr>
      <p:grpSpPr>
        <a:xfrm>
          <a:off x="0" y="0"/>
          <a:ext cx="0" cy="0"/>
          <a:chOff x="0" y="0"/>
          <a:chExt cx="0" cy="0"/>
        </a:xfrm>
      </p:grpSpPr>
      <p:sp>
        <p:nvSpPr>
          <p:cNvPr id="15214" name="Google Shape;15214;gab13eb0135_0_231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15" name="Google Shape;15215;gab13eb0135_0_23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06"/>
        <p:cNvGrpSpPr/>
        <p:nvPr/>
      </p:nvGrpSpPr>
      <p:grpSpPr>
        <a:xfrm>
          <a:off x="0" y="0"/>
          <a:ext cx="0" cy="0"/>
          <a:chOff x="0" y="0"/>
          <a:chExt cx="0" cy="0"/>
        </a:xfrm>
      </p:grpSpPr>
      <p:sp>
        <p:nvSpPr>
          <p:cNvPr id="15907" name="Google Shape;15907;gab13eb0135_0_238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08" name="Google Shape;15908;gab13eb0135_0_238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8"/>
        <p:cNvGrpSpPr/>
        <p:nvPr/>
      </p:nvGrpSpPr>
      <p:grpSpPr>
        <a:xfrm>
          <a:off x="0" y="0"/>
          <a:ext cx="0" cy="0"/>
          <a:chOff x="0" y="0"/>
          <a:chExt cx="0" cy="0"/>
        </a:xfrm>
      </p:grpSpPr>
      <p:sp>
        <p:nvSpPr>
          <p:cNvPr id="16209" name="Google Shape;16209;gab13eb0135_0_241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10" name="Google Shape;16210;gab13eb0135_0_24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42"/>
        <p:cNvGrpSpPr/>
        <p:nvPr/>
      </p:nvGrpSpPr>
      <p:grpSpPr>
        <a:xfrm>
          <a:off x="0" y="0"/>
          <a:ext cx="0" cy="0"/>
          <a:chOff x="0" y="0"/>
          <a:chExt cx="0" cy="0"/>
        </a:xfrm>
      </p:grpSpPr>
      <p:sp>
        <p:nvSpPr>
          <p:cNvPr id="16843" name="Google Shape;16843;gab13eb0135_0_248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44" name="Google Shape;16844;gab13eb0135_0_248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hyperlink" Target="https://slidesgo.com/"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s://www.freepik.com/" TargetMode="External"/><Relationship Id="rId4" Type="http://schemas.openxmlformats.org/officeDocument/2006/relationships/hyperlink" Target="https://www.flaticon.com/" TargetMode="Externa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1155916" y="1807140"/>
            <a:ext cx="6724498" cy="6724939"/>
            <a:chOff x="-2113750" y="596808"/>
            <a:chExt cx="9144000" cy="9144600"/>
          </a:xfrm>
        </p:grpSpPr>
        <p:sp>
          <p:nvSpPr>
            <p:cNvPr id="10" name="Google Shape;10;p2"/>
            <p:cNvSpPr/>
            <p:nvPr/>
          </p:nvSpPr>
          <p:spPr>
            <a:xfrm rot="10800000">
              <a:off x="-2113750" y="596808"/>
              <a:ext cx="9144000" cy="91446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rot="10800000">
              <a:off x="-436262" y="2274828"/>
              <a:ext cx="5789100" cy="57891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10800000">
              <a:off x="-812875" y="1851643"/>
              <a:ext cx="6635400" cy="66354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10800000">
              <a:off x="-1272015" y="1439077"/>
              <a:ext cx="7460700" cy="74607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10800000">
              <a:off x="-1669972" y="1040757"/>
              <a:ext cx="8256600" cy="82569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Google Shape;15;p2"/>
          <p:cNvSpPr txBox="1">
            <a:spLocks noGrp="1"/>
          </p:cNvSpPr>
          <p:nvPr>
            <p:ph type="ctrTitle"/>
          </p:nvPr>
        </p:nvSpPr>
        <p:spPr>
          <a:xfrm>
            <a:off x="4721335" y="615700"/>
            <a:ext cx="3709500" cy="28674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6" name="Google Shape;16;p2"/>
          <p:cNvSpPr txBox="1">
            <a:spLocks noGrp="1"/>
          </p:cNvSpPr>
          <p:nvPr>
            <p:ph type="subTitle" idx="1"/>
          </p:nvPr>
        </p:nvSpPr>
        <p:spPr>
          <a:xfrm>
            <a:off x="4721250" y="3483100"/>
            <a:ext cx="3709500" cy="4416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16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7" name="Google Shape;17;p2"/>
          <p:cNvPicPr preferRelativeResize="0"/>
          <p:nvPr/>
        </p:nvPicPr>
        <p:blipFill>
          <a:blip r:embed="rId2">
            <a:alphaModFix/>
          </a:blip>
          <a:stretch>
            <a:fillRect/>
          </a:stretch>
        </p:blipFill>
        <p:spPr>
          <a:xfrm>
            <a:off x="2237" y="0"/>
            <a:ext cx="9139524" cy="514349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8"/>
        <p:cNvGrpSpPr/>
        <p:nvPr/>
      </p:nvGrpSpPr>
      <p:grpSpPr>
        <a:xfrm>
          <a:off x="0" y="0"/>
          <a:ext cx="0" cy="0"/>
          <a:chOff x="0" y="0"/>
          <a:chExt cx="0" cy="0"/>
        </a:xfrm>
      </p:grpSpPr>
      <p:sp>
        <p:nvSpPr>
          <p:cNvPr id="19" name="Google Shape;19;p3"/>
          <p:cNvSpPr/>
          <p:nvPr/>
        </p:nvSpPr>
        <p:spPr>
          <a:xfrm rot="10800000">
            <a:off x="0" y="-1"/>
            <a:ext cx="9143702" cy="3347627"/>
          </a:xfrm>
          <a:custGeom>
            <a:avLst/>
            <a:gdLst/>
            <a:ahLst/>
            <a:cxnLst/>
            <a:rect l="l" t="t" r="r" b="b"/>
            <a:pathLst>
              <a:path w="172214" h="149148" extrusionOk="0">
                <a:moveTo>
                  <a:pt x="59597" y="0"/>
                </a:moveTo>
                <a:cubicBezTo>
                  <a:pt x="53773" y="0"/>
                  <a:pt x="47747" y="958"/>
                  <a:pt x="42599" y="2532"/>
                </a:cubicBezTo>
                <a:cubicBezTo>
                  <a:pt x="32321" y="5673"/>
                  <a:pt x="24358" y="10798"/>
                  <a:pt x="15403" y="15097"/>
                </a:cubicBezTo>
                <a:cubicBezTo>
                  <a:pt x="11435" y="16998"/>
                  <a:pt x="6723" y="18844"/>
                  <a:pt x="1626" y="19450"/>
                </a:cubicBezTo>
                <a:cubicBezTo>
                  <a:pt x="1350" y="19478"/>
                  <a:pt x="1075" y="19491"/>
                  <a:pt x="803" y="19491"/>
                </a:cubicBezTo>
                <a:cubicBezTo>
                  <a:pt x="530" y="19491"/>
                  <a:pt x="262" y="19478"/>
                  <a:pt x="0" y="19450"/>
                </a:cubicBezTo>
                <a:lnTo>
                  <a:pt x="0" y="149148"/>
                </a:lnTo>
                <a:lnTo>
                  <a:pt x="172214" y="149148"/>
                </a:lnTo>
                <a:lnTo>
                  <a:pt x="172214" y="13416"/>
                </a:lnTo>
                <a:cubicBezTo>
                  <a:pt x="165208" y="12298"/>
                  <a:pt x="158041" y="11441"/>
                  <a:pt x="151041" y="11441"/>
                </a:cubicBezTo>
                <a:cubicBezTo>
                  <a:pt x="145788" y="11441"/>
                  <a:pt x="140630" y="11924"/>
                  <a:pt x="135704" y="13140"/>
                </a:cubicBezTo>
                <a:cubicBezTo>
                  <a:pt x="128954" y="14793"/>
                  <a:pt x="123195" y="17714"/>
                  <a:pt x="116196" y="18982"/>
                </a:cubicBezTo>
                <a:cubicBezTo>
                  <a:pt x="113783" y="19421"/>
                  <a:pt x="111262" y="19633"/>
                  <a:pt x="108736" y="19633"/>
                </a:cubicBezTo>
                <a:cubicBezTo>
                  <a:pt x="101281" y="19633"/>
                  <a:pt x="93781" y="17790"/>
                  <a:pt x="88862" y="14518"/>
                </a:cubicBezTo>
                <a:cubicBezTo>
                  <a:pt x="83655" y="11046"/>
                  <a:pt x="81285" y="6252"/>
                  <a:pt x="75333" y="3193"/>
                </a:cubicBezTo>
                <a:cubicBezTo>
                  <a:pt x="71001" y="951"/>
                  <a:pt x="65399" y="0"/>
                  <a:pt x="59597"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 name="Google Shape;20;p3"/>
          <p:cNvPicPr preferRelativeResize="0"/>
          <p:nvPr/>
        </p:nvPicPr>
        <p:blipFill>
          <a:blip r:embed="rId2">
            <a:alphaModFix/>
          </a:blip>
          <a:stretch>
            <a:fillRect/>
          </a:stretch>
        </p:blipFill>
        <p:spPr>
          <a:xfrm>
            <a:off x="2237" y="0"/>
            <a:ext cx="9139524" cy="5143499"/>
          </a:xfrm>
          <a:prstGeom prst="rect">
            <a:avLst/>
          </a:prstGeom>
          <a:noFill/>
          <a:ln>
            <a:noFill/>
          </a:ln>
        </p:spPr>
      </p:pic>
      <p:sp>
        <p:nvSpPr>
          <p:cNvPr id="21" name="Google Shape;21;p3"/>
          <p:cNvSpPr txBox="1">
            <a:spLocks noGrp="1"/>
          </p:cNvSpPr>
          <p:nvPr>
            <p:ph type="title"/>
          </p:nvPr>
        </p:nvSpPr>
        <p:spPr>
          <a:xfrm>
            <a:off x="1608450" y="2791619"/>
            <a:ext cx="59271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2" name="Google Shape;22;p3"/>
          <p:cNvSpPr txBox="1">
            <a:spLocks noGrp="1"/>
          </p:cNvSpPr>
          <p:nvPr>
            <p:ph type="subTitle" idx="1"/>
          </p:nvPr>
        </p:nvSpPr>
        <p:spPr>
          <a:xfrm>
            <a:off x="2137050" y="3496540"/>
            <a:ext cx="4869900" cy="477900"/>
          </a:xfrm>
          <a:prstGeom prst="rect">
            <a:avLst/>
          </a:prstGeom>
        </p:spPr>
        <p:txBody>
          <a:bodyPr spcFirstLastPara="1" wrap="square" lIns="91425" tIns="91425" rIns="91425" bIns="91425" anchor="t" anchorCtr="0">
            <a:noAutofit/>
          </a:bodyPr>
          <a:lstStyle>
            <a:lvl1pPr lvl="0" algn="ctr">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3" name="Google Shape;23;p3"/>
          <p:cNvSpPr txBox="1">
            <a:spLocks noGrp="1"/>
          </p:cNvSpPr>
          <p:nvPr>
            <p:ph type="title" idx="2" hasCustomPrompt="1"/>
          </p:nvPr>
        </p:nvSpPr>
        <p:spPr>
          <a:xfrm>
            <a:off x="3118800" y="1210729"/>
            <a:ext cx="2906400" cy="1516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1000">
                <a:solidFill>
                  <a:schemeClr val="accent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grpSp>
        <p:nvGrpSpPr>
          <p:cNvPr id="25" name="Google Shape;25;p4"/>
          <p:cNvGrpSpPr/>
          <p:nvPr/>
        </p:nvGrpSpPr>
        <p:grpSpPr>
          <a:xfrm>
            <a:off x="0" y="1230541"/>
            <a:ext cx="9143899" cy="3912953"/>
            <a:chOff x="0" y="1737996"/>
            <a:chExt cx="9100218" cy="3405529"/>
          </a:xfrm>
        </p:grpSpPr>
        <p:sp>
          <p:nvSpPr>
            <p:cNvPr id="26" name="Google Shape;26;p4"/>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8" name="Google Shape;28;p4"/>
          <p:cNvPicPr preferRelativeResize="0"/>
          <p:nvPr/>
        </p:nvPicPr>
        <p:blipFill>
          <a:blip r:embed="rId2">
            <a:alphaModFix/>
          </a:blip>
          <a:stretch>
            <a:fillRect/>
          </a:stretch>
        </p:blipFill>
        <p:spPr>
          <a:xfrm>
            <a:off x="1439" y="0"/>
            <a:ext cx="9141126" cy="5143502"/>
          </a:xfrm>
          <a:prstGeom prst="rect">
            <a:avLst/>
          </a:prstGeom>
          <a:noFill/>
          <a:ln>
            <a:noFill/>
          </a:ln>
        </p:spPr>
      </p:pic>
      <p:sp>
        <p:nvSpPr>
          <p:cNvPr id="29" name="Google Shape;29;p4"/>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0" name="Google Shape;30;p4"/>
          <p:cNvSpPr txBox="1">
            <a:spLocks noGrp="1"/>
          </p:cNvSpPr>
          <p:nvPr>
            <p:ph type="body" idx="1"/>
          </p:nvPr>
        </p:nvSpPr>
        <p:spPr>
          <a:xfrm>
            <a:off x="713225" y="1246950"/>
            <a:ext cx="7717500" cy="3357000"/>
          </a:xfrm>
          <a:prstGeom prst="rect">
            <a:avLst/>
          </a:prstGeom>
        </p:spPr>
        <p:txBody>
          <a:bodyPr spcFirstLastPara="1" wrap="square" lIns="91425" tIns="91425" rIns="91425" bIns="91425" anchor="ctr" anchorCtr="0">
            <a:noAutofit/>
          </a:bodyPr>
          <a:lstStyle>
            <a:lvl1pPr marL="457200" lvl="0" indent="-330200">
              <a:spcBef>
                <a:spcPts val="0"/>
              </a:spcBef>
              <a:spcAft>
                <a:spcPts val="0"/>
              </a:spcAft>
              <a:buSzPts val="16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grpSp>
        <p:nvGrpSpPr>
          <p:cNvPr id="32" name="Google Shape;32;p5"/>
          <p:cNvGrpSpPr/>
          <p:nvPr/>
        </p:nvGrpSpPr>
        <p:grpSpPr>
          <a:xfrm>
            <a:off x="0" y="1230541"/>
            <a:ext cx="9143899" cy="3912953"/>
            <a:chOff x="0" y="1737996"/>
            <a:chExt cx="9100218" cy="3405529"/>
          </a:xfrm>
        </p:grpSpPr>
        <p:sp>
          <p:nvSpPr>
            <p:cNvPr id="33" name="Google Shape;33;p5"/>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5"/>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5" name="Google Shape;35;p5"/>
          <p:cNvPicPr preferRelativeResize="0"/>
          <p:nvPr/>
        </p:nvPicPr>
        <p:blipFill>
          <a:blip r:embed="rId2">
            <a:alphaModFix/>
          </a:blip>
          <a:stretch>
            <a:fillRect/>
          </a:stretch>
        </p:blipFill>
        <p:spPr>
          <a:xfrm flipH="1">
            <a:off x="1439" y="0"/>
            <a:ext cx="9141126" cy="5143502"/>
          </a:xfrm>
          <a:prstGeom prst="rect">
            <a:avLst/>
          </a:prstGeom>
          <a:noFill/>
          <a:ln>
            <a:noFill/>
          </a:ln>
        </p:spPr>
      </p:pic>
      <p:sp>
        <p:nvSpPr>
          <p:cNvPr id="36" name="Google Shape;36;p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7" name="Google Shape;37;p5"/>
          <p:cNvSpPr txBox="1">
            <a:spLocks noGrp="1"/>
          </p:cNvSpPr>
          <p:nvPr>
            <p:ph type="body" idx="1"/>
          </p:nvPr>
        </p:nvSpPr>
        <p:spPr>
          <a:xfrm>
            <a:off x="1257725" y="2794465"/>
            <a:ext cx="2816100" cy="1232400"/>
          </a:xfrm>
          <a:prstGeom prst="rect">
            <a:avLst/>
          </a:prstGeom>
        </p:spPr>
        <p:txBody>
          <a:bodyPr spcFirstLastPara="1" wrap="square" lIns="91425" tIns="91425" rIns="91425" bIns="91425" anchor="ctr" anchorCtr="0">
            <a:noAutofit/>
          </a:bodyPr>
          <a:lstStyle>
            <a:lvl1pPr marL="457200" lvl="0" indent="-317500" algn="ctr">
              <a:spcBef>
                <a:spcPts val="0"/>
              </a:spcBef>
              <a:spcAft>
                <a:spcPts val="0"/>
              </a:spcAft>
              <a:buSzPts val="1400"/>
              <a:buChar char="●"/>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8" name="Google Shape;38;p5"/>
          <p:cNvSpPr txBox="1">
            <a:spLocks noGrp="1"/>
          </p:cNvSpPr>
          <p:nvPr>
            <p:ph type="body" idx="2"/>
          </p:nvPr>
        </p:nvSpPr>
        <p:spPr>
          <a:xfrm>
            <a:off x="5070178" y="2794465"/>
            <a:ext cx="2816100" cy="1232400"/>
          </a:xfrm>
          <a:prstGeom prst="rect">
            <a:avLst/>
          </a:prstGeom>
        </p:spPr>
        <p:txBody>
          <a:bodyPr spcFirstLastPara="1" wrap="square" lIns="91425" tIns="91425" rIns="91425" bIns="91425" anchor="ctr" anchorCtr="0">
            <a:noAutofit/>
          </a:bodyPr>
          <a:lstStyle>
            <a:lvl1pPr marL="457200" lvl="0" indent="-317500" algn="ctr">
              <a:spcBef>
                <a:spcPts val="0"/>
              </a:spcBef>
              <a:spcAft>
                <a:spcPts val="0"/>
              </a:spcAft>
              <a:buSzPts val="1400"/>
              <a:buChar char="●"/>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9" name="Google Shape;39;p5"/>
          <p:cNvSpPr txBox="1">
            <a:spLocks noGrp="1"/>
          </p:cNvSpPr>
          <p:nvPr>
            <p:ph type="title" idx="3"/>
          </p:nvPr>
        </p:nvSpPr>
        <p:spPr>
          <a:xfrm>
            <a:off x="1257764" y="2485283"/>
            <a:ext cx="2816100" cy="4533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0" name="Google Shape;40;p5"/>
          <p:cNvSpPr txBox="1">
            <a:spLocks noGrp="1"/>
          </p:cNvSpPr>
          <p:nvPr>
            <p:ph type="title" idx="4"/>
          </p:nvPr>
        </p:nvSpPr>
        <p:spPr>
          <a:xfrm>
            <a:off x="5070178" y="2485283"/>
            <a:ext cx="2816100" cy="4533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1"/>
        <p:cNvGrpSpPr/>
        <p:nvPr/>
      </p:nvGrpSpPr>
      <p:grpSpPr>
        <a:xfrm>
          <a:off x="0" y="0"/>
          <a:ext cx="0" cy="0"/>
          <a:chOff x="0" y="0"/>
          <a:chExt cx="0" cy="0"/>
        </a:xfrm>
      </p:grpSpPr>
      <p:grpSp>
        <p:nvGrpSpPr>
          <p:cNvPr id="42" name="Google Shape;42;p6"/>
          <p:cNvGrpSpPr/>
          <p:nvPr/>
        </p:nvGrpSpPr>
        <p:grpSpPr>
          <a:xfrm>
            <a:off x="0" y="1230541"/>
            <a:ext cx="9143899" cy="3912953"/>
            <a:chOff x="0" y="1737996"/>
            <a:chExt cx="9100218" cy="3405529"/>
          </a:xfrm>
        </p:grpSpPr>
        <p:sp>
          <p:nvSpPr>
            <p:cNvPr id="43" name="Google Shape;43;p6"/>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5" name="Google Shape;45;p6"/>
          <p:cNvPicPr preferRelativeResize="0"/>
          <p:nvPr/>
        </p:nvPicPr>
        <p:blipFill>
          <a:blip r:embed="rId2">
            <a:alphaModFix/>
          </a:blip>
          <a:stretch>
            <a:fillRect/>
          </a:stretch>
        </p:blipFill>
        <p:spPr>
          <a:xfrm>
            <a:off x="1426" y="0"/>
            <a:ext cx="9141126" cy="5143502"/>
          </a:xfrm>
          <a:prstGeom prst="rect">
            <a:avLst/>
          </a:prstGeom>
          <a:noFill/>
          <a:ln>
            <a:noFill/>
          </a:ln>
        </p:spPr>
      </p:pic>
      <p:sp>
        <p:nvSpPr>
          <p:cNvPr id="46" name="Google Shape;46;p6"/>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grpSp>
        <p:nvGrpSpPr>
          <p:cNvPr id="48" name="Google Shape;48;p7"/>
          <p:cNvGrpSpPr/>
          <p:nvPr/>
        </p:nvGrpSpPr>
        <p:grpSpPr>
          <a:xfrm>
            <a:off x="0" y="1230541"/>
            <a:ext cx="9143899" cy="3912953"/>
            <a:chOff x="0" y="1737996"/>
            <a:chExt cx="9100218" cy="3405529"/>
          </a:xfrm>
        </p:grpSpPr>
        <p:sp>
          <p:nvSpPr>
            <p:cNvPr id="49" name="Google Shape;49;p7"/>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7"/>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51" name="Google Shape;51;p7"/>
          <p:cNvPicPr preferRelativeResize="0"/>
          <p:nvPr/>
        </p:nvPicPr>
        <p:blipFill>
          <a:blip r:embed="rId2">
            <a:alphaModFix/>
          </a:blip>
          <a:stretch>
            <a:fillRect/>
          </a:stretch>
        </p:blipFill>
        <p:spPr>
          <a:xfrm>
            <a:off x="1439" y="0"/>
            <a:ext cx="9141126" cy="5143502"/>
          </a:xfrm>
          <a:prstGeom prst="rect">
            <a:avLst/>
          </a:prstGeom>
          <a:noFill/>
          <a:ln>
            <a:noFill/>
          </a:ln>
        </p:spPr>
      </p:pic>
      <p:sp>
        <p:nvSpPr>
          <p:cNvPr id="52" name="Google Shape;52;p7"/>
          <p:cNvSpPr txBox="1">
            <a:spLocks noGrp="1"/>
          </p:cNvSpPr>
          <p:nvPr>
            <p:ph type="title"/>
          </p:nvPr>
        </p:nvSpPr>
        <p:spPr>
          <a:xfrm>
            <a:off x="713250"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3" name="Google Shape;53;p7"/>
          <p:cNvSpPr txBox="1">
            <a:spLocks noGrp="1"/>
          </p:cNvSpPr>
          <p:nvPr>
            <p:ph type="subTitle" idx="1"/>
          </p:nvPr>
        </p:nvSpPr>
        <p:spPr>
          <a:xfrm>
            <a:off x="2231250" y="1874150"/>
            <a:ext cx="4681500" cy="17415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4"/>
        <p:cNvGrpSpPr/>
        <p:nvPr/>
      </p:nvGrpSpPr>
      <p:grpSpPr>
        <a:xfrm>
          <a:off x="0" y="0"/>
          <a:ext cx="0" cy="0"/>
          <a:chOff x="0" y="0"/>
          <a:chExt cx="0" cy="0"/>
        </a:xfrm>
      </p:grpSpPr>
      <p:sp>
        <p:nvSpPr>
          <p:cNvPr id="55" name="Google Shape;55;p8"/>
          <p:cNvSpPr txBox="1">
            <a:spLocks noGrp="1"/>
          </p:cNvSpPr>
          <p:nvPr>
            <p:ph type="title"/>
          </p:nvPr>
        </p:nvSpPr>
        <p:spPr>
          <a:xfrm>
            <a:off x="2065788" y="1509900"/>
            <a:ext cx="4920000" cy="22626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55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pic>
        <p:nvPicPr>
          <p:cNvPr id="56" name="Google Shape;56;p8"/>
          <p:cNvPicPr preferRelativeResize="0"/>
          <p:nvPr/>
        </p:nvPicPr>
        <p:blipFill>
          <a:blip r:embed="rId2">
            <a:alphaModFix/>
          </a:blip>
          <a:stretch>
            <a:fillRect/>
          </a:stretch>
        </p:blipFill>
        <p:spPr>
          <a:xfrm>
            <a:off x="2237" y="0"/>
            <a:ext cx="9139524" cy="5143499"/>
          </a:xfrm>
          <a:prstGeom prst="rect">
            <a:avLst/>
          </a:prstGeom>
          <a:noFill/>
          <a:ln>
            <a:noFill/>
          </a:ln>
        </p:spPr>
      </p:pic>
      <p:grpSp>
        <p:nvGrpSpPr>
          <p:cNvPr id="57" name="Google Shape;57;p8"/>
          <p:cNvGrpSpPr/>
          <p:nvPr/>
        </p:nvGrpSpPr>
        <p:grpSpPr>
          <a:xfrm>
            <a:off x="-57881" y="-967243"/>
            <a:ext cx="9259570" cy="2171579"/>
            <a:chOff x="-57881" y="-967243"/>
            <a:chExt cx="9259570" cy="2171579"/>
          </a:xfrm>
        </p:grpSpPr>
        <p:sp>
          <p:nvSpPr>
            <p:cNvPr id="58" name="Google Shape;58;p8"/>
            <p:cNvSpPr/>
            <p:nvPr/>
          </p:nvSpPr>
          <p:spPr>
            <a:xfrm>
              <a:off x="-57881" y="-967243"/>
              <a:ext cx="9259570" cy="1845855"/>
            </a:xfrm>
            <a:custGeom>
              <a:avLst/>
              <a:gdLst/>
              <a:ahLst/>
              <a:cxnLst/>
              <a:rect l="l" t="t" r="r" b="b"/>
              <a:pathLst>
                <a:path w="229709" h="45800" extrusionOk="0">
                  <a:moveTo>
                    <a:pt x="0" y="0"/>
                  </a:moveTo>
                  <a:lnTo>
                    <a:pt x="0" y="45799"/>
                  </a:lnTo>
                  <a:lnTo>
                    <a:pt x="40589" y="45799"/>
                  </a:lnTo>
                  <a:lnTo>
                    <a:pt x="52484" y="33930"/>
                  </a:lnTo>
                  <a:lnTo>
                    <a:pt x="177225" y="33930"/>
                  </a:lnTo>
                  <a:lnTo>
                    <a:pt x="189119" y="45799"/>
                  </a:lnTo>
                  <a:lnTo>
                    <a:pt x="229708" y="45799"/>
                  </a:lnTo>
                  <a:lnTo>
                    <a:pt x="22970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8"/>
            <p:cNvSpPr/>
            <p:nvPr/>
          </p:nvSpPr>
          <p:spPr>
            <a:xfrm>
              <a:off x="7850296" y="-494011"/>
              <a:ext cx="925195" cy="1238456"/>
            </a:xfrm>
            <a:custGeom>
              <a:avLst/>
              <a:gdLst/>
              <a:ahLst/>
              <a:cxnLst/>
              <a:rect l="l" t="t" r="r" b="b"/>
              <a:pathLst>
                <a:path w="22952" h="30729" extrusionOk="0">
                  <a:moveTo>
                    <a:pt x="1" y="0"/>
                  </a:moveTo>
                  <a:lnTo>
                    <a:pt x="1" y="30728"/>
                  </a:lnTo>
                  <a:lnTo>
                    <a:pt x="22951" y="30728"/>
                  </a:lnTo>
                  <a:lnTo>
                    <a:pt x="229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p:nvPr/>
          </p:nvSpPr>
          <p:spPr>
            <a:xfrm>
              <a:off x="7916888" y="-426424"/>
              <a:ext cx="734609" cy="1103241"/>
            </a:xfrm>
            <a:custGeom>
              <a:avLst/>
              <a:gdLst/>
              <a:ahLst/>
              <a:cxnLst/>
              <a:rect l="l" t="t" r="r" b="b"/>
              <a:pathLst>
                <a:path w="18224" h="27374" extrusionOk="0">
                  <a:moveTo>
                    <a:pt x="1" y="1"/>
                  </a:moveTo>
                  <a:lnTo>
                    <a:pt x="1" y="27374"/>
                  </a:lnTo>
                  <a:lnTo>
                    <a:pt x="18224" y="27374"/>
                  </a:lnTo>
                  <a:lnTo>
                    <a:pt x="1822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8"/>
            <p:cNvSpPr/>
            <p:nvPr/>
          </p:nvSpPr>
          <p:spPr>
            <a:xfrm>
              <a:off x="8050072" y="565138"/>
              <a:ext cx="524594" cy="17451"/>
            </a:xfrm>
            <a:custGeom>
              <a:avLst/>
              <a:gdLst/>
              <a:ahLst/>
              <a:cxnLst/>
              <a:rect l="l" t="t" r="r" b="b"/>
              <a:pathLst>
                <a:path w="13014" h="433" extrusionOk="0">
                  <a:moveTo>
                    <a:pt x="1" y="0"/>
                  </a:moveTo>
                  <a:lnTo>
                    <a:pt x="13014" y="0"/>
                  </a:lnTo>
                  <a:lnTo>
                    <a:pt x="13014" y="432"/>
                  </a:lnTo>
                  <a:lnTo>
                    <a:pt x="1" y="432"/>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8"/>
            <p:cNvSpPr/>
            <p:nvPr/>
          </p:nvSpPr>
          <p:spPr>
            <a:xfrm>
              <a:off x="8050072" y="453460"/>
              <a:ext cx="524594" cy="16443"/>
            </a:xfrm>
            <a:custGeom>
              <a:avLst/>
              <a:gdLst/>
              <a:ahLst/>
              <a:cxnLst/>
              <a:rect l="l" t="t" r="r" b="b"/>
              <a:pathLst>
                <a:path w="13014" h="408" extrusionOk="0">
                  <a:moveTo>
                    <a:pt x="1" y="1"/>
                  </a:moveTo>
                  <a:lnTo>
                    <a:pt x="13014" y="1"/>
                  </a:lnTo>
                  <a:lnTo>
                    <a:pt x="13014" y="408"/>
                  </a:lnTo>
                  <a:lnTo>
                    <a:pt x="1" y="40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8"/>
            <p:cNvSpPr/>
            <p:nvPr/>
          </p:nvSpPr>
          <p:spPr>
            <a:xfrm>
              <a:off x="8050072" y="340815"/>
              <a:ext cx="524594" cy="17451"/>
            </a:xfrm>
            <a:custGeom>
              <a:avLst/>
              <a:gdLst/>
              <a:ahLst/>
              <a:cxnLst/>
              <a:rect l="l" t="t" r="r" b="b"/>
              <a:pathLst>
                <a:path w="13014" h="433" extrusionOk="0">
                  <a:moveTo>
                    <a:pt x="1" y="0"/>
                  </a:moveTo>
                  <a:lnTo>
                    <a:pt x="13014" y="0"/>
                  </a:lnTo>
                  <a:lnTo>
                    <a:pt x="13014" y="432"/>
                  </a:lnTo>
                  <a:lnTo>
                    <a:pt x="1" y="432"/>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8"/>
            <p:cNvSpPr/>
            <p:nvPr/>
          </p:nvSpPr>
          <p:spPr>
            <a:xfrm>
              <a:off x="8050072" y="229136"/>
              <a:ext cx="524594" cy="16443"/>
            </a:xfrm>
            <a:custGeom>
              <a:avLst/>
              <a:gdLst/>
              <a:ahLst/>
              <a:cxnLst/>
              <a:rect l="l" t="t" r="r" b="b"/>
              <a:pathLst>
                <a:path w="13014" h="408" extrusionOk="0">
                  <a:moveTo>
                    <a:pt x="1" y="1"/>
                  </a:moveTo>
                  <a:lnTo>
                    <a:pt x="13014" y="1"/>
                  </a:lnTo>
                  <a:lnTo>
                    <a:pt x="13014" y="408"/>
                  </a:lnTo>
                  <a:lnTo>
                    <a:pt x="1" y="40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8"/>
            <p:cNvSpPr/>
            <p:nvPr/>
          </p:nvSpPr>
          <p:spPr>
            <a:xfrm>
              <a:off x="8050072" y="116491"/>
              <a:ext cx="524594" cy="17451"/>
            </a:xfrm>
            <a:custGeom>
              <a:avLst/>
              <a:gdLst/>
              <a:ahLst/>
              <a:cxnLst/>
              <a:rect l="l" t="t" r="r" b="b"/>
              <a:pathLst>
                <a:path w="13014" h="433" extrusionOk="0">
                  <a:moveTo>
                    <a:pt x="1" y="0"/>
                  </a:moveTo>
                  <a:lnTo>
                    <a:pt x="13014" y="0"/>
                  </a:lnTo>
                  <a:lnTo>
                    <a:pt x="13014" y="432"/>
                  </a:lnTo>
                  <a:lnTo>
                    <a:pt x="1" y="432"/>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8"/>
            <p:cNvSpPr/>
            <p:nvPr/>
          </p:nvSpPr>
          <p:spPr>
            <a:xfrm>
              <a:off x="8050072" y="4813"/>
              <a:ext cx="524594" cy="16443"/>
            </a:xfrm>
            <a:custGeom>
              <a:avLst/>
              <a:gdLst/>
              <a:ahLst/>
              <a:cxnLst/>
              <a:rect l="l" t="t" r="r" b="b"/>
              <a:pathLst>
                <a:path w="13014" h="408" extrusionOk="0">
                  <a:moveTo>
                    <a:pt x="1" y="1"/>
                  </a:moveTo>
                  <a:lnTo>
                    <a:pt x="13014" y="1"/>
                  </a:lnTo>
                  <a:lnTo>
                    <a:pt x="13014" y="407"/>
                  </a:lnTo>
                  <a:lnTo>
                    <a:pt x="1" y="407"/>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8"/>
            <p:cNvSpPr/>
            <p:nvPr/>
          </p:nvSpPr>
          <p:spPr>
            <a:xfrm>
              <a:off x="8050072" y="-107833"/>
              <a:ext cx="524594" cy="16403"/>
            </a:xfrm>
            <a:custGeom>
              <a:avLst/>
              <a:gdLst/>
              <a:ahLst/>
              <a:cxnLst/>
              <a:rect l="l" t="t" r="r" b="b"/>
              <a:pathLst>
                <a:path w="13014" h="407" extrusionOk="0">
                  <a:moveTo>
                    <a:pt x="1" y="0"/>
                  </a:moveTo>
                  <a:lnTo>
                    <a:pt x="13014" y="0"/>
                  </a:lnTo>
                  <a:lnTo>
                    <a:pt x="13014" y="407"/>
                  </a:lnTo>
                  <a:lnTo>
                    <a:pt x="1" y="407"/>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8"/>
            <p:cNvSpPr/>
            <p:nvPr/>
          </p:nvSpPr>
          <p:spPr>
            <a:xfrm>
              <a:off x="8050072" y="-219511"/>
              <a:ext cx="524594" cy="16443"/>
            </a:xfrm>
            <a:custGeom>
              <a:avLst/>
              <a:gdLst/>
              <a:ahLst/>
              <a:cxnLst/>
              <a:rect l="l" t="t" r="r" b="b"/>
              <a:pathLst>
                <a:path w="13014" h="408" extrusionOk="0">
                  <a:moveTo>
                    <a:pt x="1" y="1"/>
                  </a:moveTo>
                  <a:lnTo>
                    <a:pt x="13014" y="1"/>
                  </a:lnTo>
                  <a:lnTo>
                    <a:pt x="13014" y="407"/>
                  </a:lnTo>
                  <a:lnTo>
                    <a:pt x="1" y="407"/>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8"/>
            <p:cNvSpPr/>
            <p:nvPr/>
          </p:nvSpPr>
          <p:spPr>
            <a:xfrm>
              <a:off x="8050072" y="-332197"/>
              <a:ext cx="524594" cy="16443"/>
            </a:xfrm>
            <a:custGeom>
              <a:avLst/>
              <a:gdLst/>
              <a:ahLst/>
              <a:cxnLst/>
              <a:rect l="l" t="t" r="r" b="b"/>
              <a:pathLst>
                <a:path w="13014" h="408" extrusionOk="0">
                  <a:moveTo>
                    <a:pt x="1" y="1"/>
                  </a:moveTo>
                  <a:lnTo>
                    <a:pt x="13014" y="1"/>
                  </a:lnTo>
                  <a:lnTo>
                    <a:pt x="13014" y="408"/>
                  </a:lnTo>
                  <a:lnTo>
                    <a:pt x="1" y="40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8"/>
            <p:cNvSpPr/>
            <p:nvPr/>
          </p:nvSpPr>
          <p:spPr>
            <a:xfrm>
              <a:off x="368316" y="-494011"/>
              <a:ext cx="925155" cy="1237408"/>
            </a:xfrm>
            <a:custGeom>
              <a:avLst/>
              <a:gdLst/>
              <a:ahLst/>
              <a:cxnLst/>
              <a:rect l="l" t="t" r="r" b="b"/>
              <a:pathLst>
                <a:path w="22951" h="30703" extrusionOk="0">
                  <a:moveTo>
                    <a:pt x="22951" y="30703"/>
                  </a:moveTo>
                  <a:lnTo>
                    <a:pt x="0" y="30703"/>
                  </a:lnTo>
                  <a:lnTo>
                    <a:pt x="0" y="0"/>
                  </a:lnTo>
                  <a:lnTo>
                    <a:pt x="229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8"/>
            <p:cNvSpPr/>
            <p:nvPr/>
          </p:nvSpPr>
          <p:spPr>
            <a:xfrm>
              <a:off x="492270" y="-426424"/>
              <a:ext cx="734609" cy="1103241"/>
            </a:xfrm>
            <a:custGeom>
              <a:avLst/>
              <a:gdLst/>
              <a:ahLst/>
              <a:cxnLst/>
              <a:rect l="l" t="t" r="r" b="b"/>
              <a:pathLst>
                <a:path w="18224" h="27374" extrusionOk="0">
                  <a:moveTo>
                    <a:pt x="0" y="27374"/>
                  </a:moveTo>
                  <a:lnTo>
                    <a:pt x="0" y="1"/>
                  </a:lnTo>
                  <a:lnTo>
                    <a:pt x="18224" y="1"/>
                  </a:lnTo>
                  <a:lnTo>
                    <a:pt x="18224" y="2737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8"/>
            <p:cNvSpPr/>
            <p:nvPr/>
          </p:nvSpPr>
          <p:spPr>
            <a:xfrm>
              <a:off x="569101" y="565138"/>
              <a:ext cx="524594" cy="17451"/>
            </a:xfrm>
            <a:custGeom>
              <a:avLst/>
              <a:gdLst/>
              <a:ahLst/>
              <a:cxnLst/>
              <a:rect l="l" t="t" r="r" b="b"/>
              <a:pathLst>
                <a:path w="13014" h="433" extrusionOk="0">
                  <a:moveTo>
                    <a:pt x="1" y="0"/>
                  </a:moveTo>
                  <a:lnTo>
                    <a:pt x="13014" y="0"/>
                  </a:lnTo>
                  <a:lnTo>
                    <a:pt x="13014" y="432"/>
                  </a:lnTo>
                  <a:lnTo>
                    <a:pt x="1" y="432"/>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8"/>
            <p:cNvSpPr/>
            <p:nvPr/>
          </p:nvSpPr>
          <p:spPr>
            <a:xfrm>
              <a:off x="569101" y="453460"/>
              <a:ext cx="524594" cy="16443"/>
            </a:xfrm>
            <a:custGeom>
              <a:avLst/>
              <a:gdLst/>
              <a:ahLst/>
              <a:cxnLst/>
              <a:rect l="l" t="t" r="r" b="b"/>
              <a:pathLst>
                <a:path w="13014" h="408" extrusionOk="0">
                  <a:moveTo>
                    <a:pt x="1" y="1"/>
                  </a:moveTo>
                  <a:lnTo>
                    <a:pt x="13014" y="1"/>
                  </a:lnTo>
                  <a:lnTo>
                    <a:pt x="13014" y="408"/>
                  </a:lnTo>
                  <a:lnTo>
                    <a:pt x="1" y="40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8"/>
            <p:cNvSpPr/>
            <p:nvPr/>
          </p:nvSpPr>
          <p:spPr>
            <a:xfrm>
              <a:off x="569101" y="340815"/>
              <a:ext cx="524594" cy="17451"/>
            </a:xfrm>
            <a:custGeom>
              <a:avLst/>
              <a:gdLst/>
              <a:ahLst/>
              <a:cxnLst/>
              <a:rect l="l" t="t" r="r" b="b"/>
              <a:pathLst>
                <a:path w="13014" h="433" extrusionOk="0">
                  <a:moveTo>
                    <a:pt x="1" y="0"/>
                  </a:moveTo>
                  <a:lnTo>
                    <a:pt x="13014" y="0"/>
                  </a:lnTo>
                  <a:lnTo>
                    <a:pt x="13014" y="432"/>
                  </a:lnTo>
                  <a:lnTo>
                    <a:pt x="1" y="432"/>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8"/>
            <p:cNvSpPr/>
            <p:nvPr/>
          </p:nvSpPr>
          <p:spPr>
            <a:xfrm>
              <a:off x="569101" y="229136"/>
              <a:ext cx="524594" cy="16443"/>
            </a:xfrm>
            <a:custGeom>
              <a:avLst/>
              <a:gdLst/>
              <a:ahLst/>
              <a:cxnLst/>
              <a:rect l="l" t="t" r="r" b="b"/>
              <a:pathLst>
                <a:path w="13014" h="408" extrusionOk="0">
                  <a:moveTo>
                    <a:pt x="1" y="1"/>
                  </a:moveTo>
                  <a:lnTo>
                    <a:pt x="13014" y="1"/>
                  </a:lnTo>
                  <a:lnTo>
                    <a:pt x="13014" y="408"/>
                  </a:lnTo>
                  <a:lnTo>
                    <a:pt x="1" y="40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8"/>
            <p:cNvSpPr/>
            <p:nvPr/>
          </p:nvSpPr>
          <p:spPr>
            <a:xfrm>
              <a:off x="569101" y="116491"/>
              <a:ext cx="524594" cy="17451"/>
            </a:xfrm>
            <a:custGeom>
              <a:avLst/>
              <a:gdLst/>
              <a:ahLst/>
              <a:cxnLst/>
              <a:rect l="l" t="t" r="r" b="b"/>
              <a:pathLst>
                <a:path w="13014" h="433" extrusionOk="0">
                  <a:moveTo>
                    <a:pt x="1" y="0"/>
                  </a:moveTo>
                  <a:lnTo>
                    <a:pt x="13014" y="0"/>
                  </a:lnTo>
                  <a:lnTo>
                    <a:pt x="13014" y="432"/>
                  </a:lnTo>
                  <a:lnTo>
                    <a:pt x="1" y="432"/>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8"/>
            <p:cNvSpPr/>
            <p:nvPr/>
          </p:nvSpPr>
          <p:spPr>
            <a:xfrm>
              <a:off x="569101" y="4813"/>
              <a:ext cx="524594" cy="16443"/>
            </a:xfrm>
            <a:custGeom>
              <a:avLst/>
              <a:gdLst/>
              <a:ahLst/>
              <a:cxnLst/>
              <a:rect l="l" t="t" r="r" b="b"/>
              <a:pathLst>
                <a:path w="13014" h="408" extrusionOk="0">
                  <a:moveTo>
                    <a:pt x="1" y="1"/>
                  </a:moveTo>
                  <a:lnTo>
                    <a:pt x="13014" y="1"/>
                  </a:lnTo>
                  <a:lnTo>
                    <a:pt x="13014" y="407"/>
                  </a:lnTo>
                  <a:lnTo>
                    <a:pt x="1" y="407"/>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8"/>
            <p:cNvSpPr/>
            <p:nvPr/>
          </p:nvSpPr>
          <p:spPr>
            <a:xfrm>
              <a:off x="569101" y="-107833"/>
              <a:ext cx="524594" cy="16403"/>
            </a:xfrm>
            <a:custGeom>
              <a:avLst/>
              <a:gdLst/>
              <a:ahLst/>
              <a:cxnLst/>
              <a:rect l="l" t="t" r="r" b="b"/>
              <a:pathLst>
                <a:path w="13014" h="407" extrusionOk="0">
                  <a:moveTo>
                    <a:pt x="1" y="0"/>
                  </a:moveTo>
                  <a:lnTo>
                    <a:pt x="13014" y="0"/>
                  </a:lnTo>
                  <a:lnTo>
                    <a:pt x="13014" y="407"/>
                  </a:lnTo>
                  <a:lnTo>
                    <a:pt x="1" y="407"/>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8"/>
            <p:cNvSpPr/>
            <p:nvPr/>
          </p:nvSpPr>
          <p:spPr>
            <a:xfrm>
              <a:off x="569101" y="-219511"/>
              <a:ext cx="524594" cy="16443"/>
            </a:xfrm>
            <a:custGeom>
              <a:avLst/>
              <a:gdLst/>
              <a:ahLst/>
              <a:cxnLst/>
              <a:rect l="l" t="t" r="r" b="b"/>
              <a:pathLst>
                <a:path w="13014" h="408" extrusionOk="0">
                  <a:moveTo>
                    <a:pt x="1" y="1"/>
                  </a:moveTo>
                  <a:lnTo>
                    <a:pt x="13014" y="1"/>
                  </a:lnTo>
                  <a:lnTo>
                    <a:pt x="13014" y="407"/>
                  </a:lnTo>
                  <a:lnTo>
                    <a:pt x="1" y="407"/>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8"/>
            <p:cNvSpPr/>
            <p:nvPr/>
          </p:nvSpPr>
          <p:spPr>
            <a:xfrm>
              <a:off x="569101" y="-332197"/>
              <a:ext cx="524594" cy="16443"/>
            </a:xfrm>
            <a:custGeom>
              <a:avLst/>
              <a:gdLst/>
              <a:ahLst/>
              <a:cxnLst/>
              <a:rect l="l" t="t" r="r" b="b"/>
              <a:pathLst>
                <a:path w="13014" h="408" extrusionOk="0">
                  <a:moveTo>
                    <a:pt x="1" y="1"/>
                  </a:moveTo>
                  <a:lnTo>
                    <a:pt x="13014" y="1"/>
                  </a:lnTo>
                  <a:lnTo>
                    <a:pt x="13014" y="408"/>
                  </a:lnTo>
                  <a:lnTo>
                    <a:pt x="1" y="40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8"/>
            <p:cNvSpPr/>
            <p:nvPr/>
          </p:nvSpPr>
          <p:spPr>
            <a:xfrm>
              <a:off x="2785143" y="-628219"/>
              <a:ext cx="3573522" cy="1832555"/>
            </a:xfrm>
            <a:custGeom>
              <a:avLst/>
              <a:gdLst/>
              <a:ahLst/>
              <a:cxnLst/>
              <a:rect l="l" t="t" r="r" b="b"/>
              <a:pathLst>
                <a:path w="88651" h="45470" extrusionOk="0">
                  <a:moveTo>
                    <a:pt x="0" y="1"/>
                  </a:moveTo>
                  <a:lnTo>
                    <a:pt x="88650" y="1"/>
                  </a:lnTo>
                  <a:lnTo>
                    <a:pt x="88650" y="45470"/>
                  </a:lnTo>
                  <a:lnTo>
                    <a:pt x="0" y="4547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8"/>
            <p:cNvSpPr/>
            <p:nvPr/>
          </p:nvSpPr>
          <p:spPr>
            <a:xfrm>
              <a:off x="2919335" y="-494011"/>
              <a:ext cx="3305098" cy="1564180"/>
            </a:xfrm>
            <a:custGeom>
              <a:avLst/>
              <a:gdLst/>
              <a:ahLst/>
              <a:cxnLst/>
              <a:rect l="l" t="t" r="r" b="b"/>
              <a:pathLst>
                <a:path w="81992" h="38811" extrusionOk="0">
                  <a:moveTo>
                    <a:pt x="81992" y="0"/>
                  </a:moveTo>
                  <a:lnTo>
                    <a:pt x="81992" y="38810"/>
                  </a:lnTo>
                  <a:lnTo>
                    <a:pt x="1" y="38810"/>
                  </a:lnTo>
                  <a:lnTo>
                    <a:pt x="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8"/>
            <p:cNvSpPr/>
            <p:nvPr/>
          </p:nvSpPr>
          <p:spPr>
            <a:xfrm>
              <a:off x="2902929" y="-510415"/>
              <a:ext cx="3337910" cy="1596946"/>
            </a:xfrm>
            <a:custGeom>
              <a:avLst/>
              <a:gdLst/>
              <a:ahLst/>
              <a:cxnLst/>
              <a:rect l="l" t="t" r="r" b="b"/>
              <a:pathLst>
                <a:path w="82806" h="39624" extrusionOk="0">
                  <a:moveTo>
                    <a:pt x="81967" y="839"/>
                  </a:moveTo>
                  <a:lnTo>
                    <a:pt x="81967" y="38785"/>
                  </a:lnTo>
                  <a:lnTo>
                    <a:pt x="840" y="38785"/>
                  </a:lnTo>
                  <a:lnTo>
                    <a:pt x="840" y="839"/>
                  </a:lnTo>
                  <a:close/>
                  <a:moveTo>
                    <a:pt x="1" y="1"/>
                  </a:moveTo>
                  <a:lnTo>
                    <a:pt x="1" y="39624"/>
                  </a:lnTo>
                  <a:lnTo>
                    <a:pt x="82806" y="39624"/>
                  </a:lnTo>
                  <a:lnTo>
                    <a:pt x="8280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8"/>
            <p:cNvSpPr/>
            <p:nvPr/>
          </p:nvSpPr>
          <p:spPr>
            <a:xfrm>
              <a:off x="3566834" y="-168287"/>
              <a:ext cx="92229" cy="99386"/>
            </a:xfrm>
            <a:custGeom>
              <a:avLst/>
              <a:gdLst/>
              <a:ahLst/>
              <a:cxnLst/>
              <a:rect l="l" t="t" r="r" b="b"/>
              <a:pathLst>
                <a:path w="2288" h="2466" extrusionOk="0">
                  <a:moveTo>
                    <a:pt x="2059" y="204"/>
                  </a:moveTo>
                  <a:lnTo>
                    <a:pt x="2059" y="2237"/>
                  </a:lnTo>
                  <a:lnTo>
                    <a:pt x="204" y="2237"/>
                  </a:lnTo>
                  <a:lnTo>
                    <a:pt x="204" y="204"/>
                  </a:lnTo>
                  <a:close/>
                  <a:moveTo>
                    <a:pt x="0" y="1"/>
                  </a:moveTo>
                  <a:lnTo>
                    <a:pt x="0" y="2466"/>
                  </a:lnTo>
                  <a:lnTo>
                    <a:pt x="2262"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8"/>
            <p:cNvSpPr/>
            <p:nvPr/>
          </p:nvSpPr>
          <p:spPr>
            <a:xfrm>
              <a:off x="3649792" y="-168287"/>
              <a:ext cx="92270" cy="99386"/>
            </a:xfrm>
            <a:custGeom>
              <a:avLst/>
              <a:gdLst/>
              <a:ahLst/>
              <a:cxnLst/>
              <a:rect l="l" t="t" r="r" b="b"/>
              <a:pathLst>
                <a:path w="2289" h="2466" extrusionOk="0">
                  <a:moveTo>
                    <a:pt x="2060" y="204"/>
                  </a:moveTo>
                  <a:lnTo>
                    <a:pt x="2060" y="2237"/>
                  </a:lnTo>
                  <a:lnTo>
                    <a:pt x="204" y="2237"/>
                  </a:lnTo>
                  <a:lnTo>
                    <a:pt x="204" y="204"/>
                  </a:lnTo>
                  <a:close/>
                  <a:moveTo>
                    <a:pt x="1" y="1"/>
                  </a:moveTo>
                  <a:lnTo>
                    <a:pt x="1"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8"/>
            <p:cNvSpPr/>
            <p:nvPr/>
          </p:nvSpPr>
          <p:spPr>
            <a:xfrm>
              <a:off x="3732791" y="-168287"/>
              <a:ext cx="92270" cy="99386"/>
            </a:xfrm>
            <a:custGeom>
              <a:avLst/>
              <a:gdLst/>
              <a:ahLst/>
              <a:cxnLst/>
              <a:rect l="l" t="t" r="r" b="b"/>
              <a:pathLst>
                <a:path w="2289" h="2466" extrusionOk="0">
                  <a:moveTo>
                    <a:pt x="2085" y="204"/>
                  </a:moveTo>
                  <a:lnTo>
                    <a:pt x="2085" y="2237"/>
                  </a:lnTo>
                  <a:lnTo>
                    <a:pt x="229" y="2237"/>
                  </a:lnTo>
                  <a:lnTo>
                    <a:pt x="229" y="204"/>
                  </a:lnTo>
                  <a:close/>
                  <a:moveTo>
                    <a:pt x="1" y="1"/>
                  </a:moveTo>
                  <a:lnTo>
                    <a:pt x="1"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8"/>
            <p:cNvSpPr/>
            <p:nvPr/>
          </p:nvSpPr>
          <p:spPr>
            <a:xfrm>
              <a:off x="3816797" y="-168287"/>
              <a:ext cx="91222" cy="99386"/>
            </a:xfrm>
            <a:custGeom>
              <a:avLst/>
              <a:gdLst/>
              <a:ahLst/>
              <a:cxnLst/>
              <a:rect l="l" t="t" r="r" b="b"/>
              <a:pathLst>
                <a:path w="2263" h="2466" extrusionOk="0">
                  <a:moveTo>
                    <a:pt x="2059" y="204"/>
                  </a:moveTo>
                  <a:lnTo>
                    <a:pt x="2059" y="2237"/>
                  </a:lnTo>
                  <a:lnTo>
                    <a:pt x="204" y="2237"/>
                  </a:lnTo>
                  <a:lnTo>
                    <a:pt x="204" y="204"/>
                  </a:lnTo>
                  <a:close/>
                  <a:moveTo>
                    <a:pt x="1" y="1"/>
                  </a:moveTo>
                  <a:lnTo>
                    <a:pt x="1" y="2466"/>
                  </a:lnTo>
                  <a:lnTo>
                    <a:pt x="2263" y="2466"/>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8"/>
            <p:cNvSpPr/>
            <p:nvPr/>
          </p:nvSpPr>
          <p:spPr>
            <a:xfrm>
              <a:off x="3899795" y="-168287"/>
              <a:ext cx="92229" cy="99386"/>
            </a:xfrm>
            <a:custGeom>
              <a:avLst/>
              <a:gdLst/>
              <a:ahLst/>
              <a:cxnLst/>
              <a:rect l="l" t="t" r="r" b="b"/>
              <a:pathLst>
                <a:path w="2288" h="2466" extrusionOk="0">
                  <a:moveTo>
                    <a:pt x="2085" y="204"/>
                  </a:moveTo>
                  <a:lnTo>
                    <a:pt x="2085" y="2237"/>
                  </a:lnTo>
                  <a:lnTo>
                    <a:pt x="204" y="2237"/>
                  </a:lnTo>
                  <a:lnTo>
                    <a:pt x="204" y="204"/>
                  </a:lnTo>
                  <a:close/>
                  <a:moveTo>
                    <a:pt x="0" y="1"/>
                  </a:moveTo>
                  <a:lnTo>
                    <a:pt x="0" y="2466"/>
                  </a:lnTo>
                  <a:lnTo>
                    <a:pt x="2288" y="2466"/>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8"/>
            <p:cNvSpPr/>
            <p:nvPr/>
          </p:nvSpPr>
          <p:spPr>
            <a:xfrm>
              <a:off x="3983801" y="-168287"/>
              <a:ext cx="91222" cy="99386"/>
            </a:xfrm>
            <a:custGeom>
              <a:avLst/>
              <a:gdLst/>
              <a:ahLst/>
              <a:cxnLst/>
              <a:rect l="l" t="t" r="r" b="b"/>
              <a:pathLst>
                <a:path w="2263" h="2466" extrusionOk="0">
                  <a:moveTo>
                    <a:pt x="2059" y="204"/>
                  </a:moveTo>
                  <a:lnTo>
                    <a:pt x="2059" y="2237"/>
                  </a:lnTo>
                  <a:lnTo>
                    <a:pt x="204" y="2237"/>
                  </a:lnTo>
                  <a:lnTo>
                    <a:pt x="204" y="204"/>
                  </a:lnTo>
                  <a:close/>
                  <a:moveTo>
                    <a:pt x="1" y="1"/>
                  </a:moveTo>
                  <a:lnTo>
                    <a:pt x="1" y="2466"/>
                  </a:lnTo>
                  <a:lnTo>
                    <a:pt x="2263" y="2466"/>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8"/>
            <p:cNvSpPr/>
            <p:nvPr/>
          </p:nvSpPr>
          <p:spPr>
            <a:xfrm>
              <a:off x="4066799" y="-168287"/>
              <a:ext cx="92229" cy="99386"/>
            </a:xfrm>
            <a:custGeom>
              <a:avLst/>
              <a:gdLst/>
              <a:ahLst/>
              <a:cxnLst/>
              <a:rect l="l" t="t" r="r" b="b"/>
              <a:pathLst>
                <a:path w="2288" h="2466" extrusionOk="0">
                  <a:moveTo>
                    <a:pt x="2084" y="204"/>
                  </a:moveTo>
                  <a:lnTo>
                    <a:pt x="2084" y="2237"/>
                  </a:lnTo>
                  <a:lnTo>
                    <a:pt x="204" y="2237"/>
                  </a:lnTo>
                  <a:lnTo>
                    <a:pt x="204" y="204"/>
                  </a:lnTo>
                  <a:close/>
                  <a:moveTo>
                    <a:pt x="0" y="1"/>
                  </a:moveTo>
                  <a:lnTo>
                    <a:pt x="0"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8"/>
            <p:cNvSpPr/>
            <p:nvPr/>
          </p:nvSpPr>
          <p:spPr>
            <a:xfrm>
              <a:off x="4150805" y="-168287"/>
              <a:ext cx="91222" cy="99386"/>
            </a:xfrm>
            <a:custGeom>
              <a:avLst/>
              <a:gdLst/>
              <a:ahLst/>
              <a:cxnLst/>
              <a:rect l="l" t="t" r="r" b="b"/>
              <a:pathLst>
                <a:path w="2263" h="2466" extrusionOk="0">
                  <a:moveTo>
                    <a:pt x="2059" y="204"/>
                  </a:moveTo>
                  <a:lnTo>
                    <a:pt x="2059" y="2237"/>
                  </a:lnTo>
                  <a:lnTo>
                    <a:pt x="204" y="2237"/>
                  </a:lnTo>
                  <a:lnTo>
                    <a:pt x="204" y="204"/>
                  </a:lnTo>
                  <a:close/>
                  <a:moveTo>
                    <a:pt x="0" y="1"/>
                  </a:moveTo>
                  <a:lnTo>
                    <a:pt x="0" y="2466"/>
                  </a:lnTo>
                  <a:lnTo>
                    <a:pt x="2262" y="2466"/>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8"/>
            <p:cNvSpPr/>
            <p:nvPr/>
          </p:nvSpPr>
          <p:spPr>
            <a:xfrm>
              <a:off x="4233804" y="-168287"/>
              <a:ext cx="92229" cy="99386"/>
            </a:xfrm>
            <a:custGeom>
              <a:avLst/>
              <a:gdLst/>
              <a:ahLst/>
              <a:cxnLst/>
              <a:rect l="l" t="t" r="r" b="b"/>
              <a:pathLst>
                <a:path w="2288" h="2466" extrusionOk="0">
                  <a:moveTo>
                    <a:pt x="2084" y="204"/>
                  </a:moveTo>
                  <a:lnTo>
                    <a:pt x="2084" y="2237"/>
                  </a:lnTo>
                  <a:lnTo>
                    <a:pt x="203" y="2237"/>
                  </a:lnTo>
                  <a:lnTo>
                    <a:pt x="203" y="204"/>
                  </a:lnTo>
                  <a:close/>
                  <a:moveTo>
                    <a:pt x="0" y="1"/>
                  </a:moveTo>
                  <a:lnTo>
                    <a:pt x="0" y="2466"/>
                  </a:lnTo>
                  <a:lnTo>
                    <a:pt x="2287" y="2466"/>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8"/>
            <p:cNvSpPr/>
            <p:nvPr/>
          </p:nvSpPr>
          <p:spPr>
            <a:xfrm>
              <a:off x="4317810" y="-168287"/>
              <a:ext cx="91222" cy="99386"/>
            </a:xfrm>
            <a:custGeom>
              <a:avLst/>
              <a:gdLst/>
              <a:ahLst/>
              <a:cxnLst/>
              <a:rect l="l" t="t" r="r" b="b"/>
              <a:pathLst>
                <a:path w="2263" h="2466" extrusionOk="0">
                  <a:moveTo>
                    <a:pt x="2059" y="204"/>
                  </a:moveTo>
                  <a:lnTo>
                    <a:pt x="2059" y="2237"/>
                  </a:lnTo>
                  <a:lnTo>
                    <a:pt x="203" y="2237"/>
                  </a:lnTo>
                  <a:lnTo>
                    <a:pt x="203" y="204"/>
                  </a:lnTo>
                  <a:close/>
                  <a:moveTo>
                    <a:pt x="0" y="1"/>
                  </a:moveTo>
                  <a:lnTo>
                    <a:pt x="0" y="2466"/>
                  </a:lnTo>
                  <a:lnTo>
                    <a:pt x="2262" y="2466"/>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8"/>
            <p:cNvSpPr/>
            <p:nvPr/>
          </p:nvSpPr>
          <p:spPr>
            <a:xfrm>
              <a:off x="4400768" y="-168287"/>
              <a:ext cx="92270" cy="99386"/>
            </a:xfrm>
            <a:custGeom>
              <a:avLst/>
              <a:gdLst/>
              <a:ahLst/>
              <a:cxnLst/>
              <a:rect l="l" t="t" r="r" b="b"/>
              <a:pathLst>
                <a:path w="2289" h="2466" extrusionOk="0">
                  <a:moveTo>
                    <a:pt x="2059" y="204"/>
                  </a:moveTo>
                  <a:lnTo>
                    <a:pt x="2059" y="2237"/>
                  </a:lnTo>
                  <a:lnTo>
                    <a:pt x="204" y="2237"/>
                  </a:lnTo>
                  <a:lnTo>
                    <a:pt x="204" y="204"/>
                  </a:lnTo>
                  <a:close/>
                  <a:moveTo>
                    <a:pt x="1" y="1"/>
                  </a:moveTo>
                  <a:lnTo>
                    <a:pt x="1"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8"/>
            <p:cNvSpPr/>
            <p:nvPr/>
          </p:nvSpPr>
          <p:spPr>
            <a:xfrm>
              <a:off x="4483766" y="-168287"/>
              <a:ext cx="92229" cy="99386"/>
            </a:xfrm>
            <a:custGeom>
              <a:avLst/>
              <a:gdLst/>
              <a:ahLst/>
              <a:cxnLst/>
              <a:rect l="l" t="t" r="r" b="b"/>
              <a:pathLst>
                <a:path w="2288" h="2466" extrusionOk="0">
                  <a:moveTo>
                    <a:pt x="2085" y="204"/>
                  </a:moveTo>
                  <a:lnTo>
                    <a:pt x="2085" y="2237"/>
                  </a:lnTo>
                  <a:lnTo>
                    <a:pt x="229" y="2237"/>
                  </a:lnTo>
                  <a:lnTo>
                    <a:pt x="229" y="204"/>
                  </a:lnTo>
                  <a:close/>
                  <a:moveTo>
                    <a:pt x="0" y="1"/>
                  </a:moveTo>
                  <a:lnTo>
                    <a:pt x="0"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8"/>
            <p:cNvSpPr/>
            <p:nvPr/>
          </p:nvSpPr>
          <p:spPr>
            <a:xfrm>
              <a:off x="4567772" y="-168287"/>
              <a:ext cx="92229" cy="99386"/>
            </a:xfrm>
            <a:custGeom>
              <a:avLst/>
              <a:gdLst/>
              <a:ahLst/>
              <a:cxnLst/>
              <a:rect l="l" t="t" r="r" b="b"/>
              <a:pathLst>
                <a:path w="2288" h="2466" extrusionOk="0">
                  <a:moveTo>
                    <a:pt x="2059" y="204"/>
                  </a:moveTo>
                  <a:lnTo>
                    <a:pt x="2059" y="2237"/>
                  </a:lnTo>
                  <a:lnTo>
                    <a:pt x="204" y="2237"/>
                  </a:lnTo>
                  <a:lnTo>
                    <a:pt x="204" y="204"/>
                  </a:lnTo>
                  <a:close/>
                  <a:moveTo>
                    <a:pt x="1" y="1"/>
                  </a:moveTo>
                  <a:lnTo>
                    <a:pt x="1"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8"/>
            <p:cNvSpPr/>
            <p:nvPr/>
          </p:nvSpPr>
          <p:spPr>
            <a:xfrm>
              <a:off x="4650770" y="-168287"/>
              <a:ext cx="92229" cy="99386"/>
            </a:xfrm>
            <a:custGeom>
              <a:avLst/>
              <a:gdLst/>
              <a:ahLst/>
              <a:cxnLst/>
              <a:rect l="l" t="t" r="r" b="b"/>
              <a:pathLst>
                <a:path w="2288" h="2466" extrusionOk="0">
                  <a:moveTo>
                    <a:pt x="2084" y="204"/>
                  </a:moveTo>
                  <a:lnTo>
                    <a:pt x="2084" y="2237"/>
                  </a:lnTo>
                  <a:lnTo>
                    <a:pt x="229" y="2237"/>
                  </a:lnTo>
                  <a:lnTo>
                    <a:pt x="229" y="204"/>
                  </a:lnTo>
                  <a:close/>
                  <a:moveTo>
                    <a:pt x="0" y="1"/>
                  </a:moveTo>
                  <a:lnTo>
                    <a:pt x="0"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8"/>
            <p:cNvSpPr/>
            <p:nvPr/>
          </p:nvSpPr>
          <p:spPr>
            <a:xfrm>
              <a:off x="4734776" y="-168287"/>
              <a:ext cx="91222" cy="99386"/>
            </a:xfrm>
            <a:custGeom>
              <a:avLst/>
              <a:gdLst/>
              <a:ahLst/>
              <a:cxnLst/>
              <a:rect l="l" t="t" r="r" b="b"/>
              <a:pathLst>
                <a:path w="2263" h="2466" extrusionOk="0">
                  <a:moveTo>
                    <a:pt x="2059" y="204"/>
                  </a:moveTo>
                  <a:lnTo>
                    <a:pt x="2059" y="2237"/>
                  </a:lnTo>
                  <a:lnTo>
                    <a:pt x="204" y="2237"/>
                  </a:lnTo>
                  <a:lnTo>
                    <a:pt x="204" y="204"/>
                  </a:lnTo>
                  <a:close/>
                  <a:moveTo>
                    <a:pt x="0" y="1"/>
                  </a:moveTo>
                  <a:lnTo>
                    <a:pt x="0" y="2466"/>
                  </a:lnTo>
                  <a:lnTo>
                    <a:pt x="2262" y="2466"/>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8"/>
            <p:cNvSpPr/>
            <p:nvPr/>
          </p:nvSpPr>
          <p:spPr>
            <a:xfrm>
              <a:off x="4817775" y="-168287"/>
              <a:ext cx="92229" cy="99386"/>
            </a:xfrm>
            <a:custGeom>
              <a:avLst/>
              <a:gdLst/>
              <a:ahLst/>
              <a:cxnLst/>
              <a:rect l="l" t="t" r="r" b="b"/>
              <a:pathLst>
                <a:path w="2288" h="2466" extrusionOk="0">
                  <a:moveTo>
                    <a:pt x="2084" y="204"/>
                  </a:moveTo>
                  <a:lnTo>
                    <a:pt x="2084" y="2237"/>
                  </a:lnTo>
                  <a:lnTo>
                    <a:pt x="203" y="2237"/>
                  </a:lnTo>
                  <a:lnTo>
                    <a:pt x="203" y="204"/>
                  </a:lnTo>
                  <a:close/>
                  <a:moveTo>
                    <a:pt x="0" y="1"/>
                  </a:moveTo>
                  <a:lnTo>
                    <a:pt x="0" y="2466"/>
                  </a:lnTo>
                  <a:lnTo>
                    <a:pt x="2287" y="2466"/>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8"/>
            <p:cNvSpPr/>
            <p:nvPr/>
          </p:nvSpPr>
          <p:spPr>
            <a:xfrm>
              <a:off x="4901781" y="-168287"/>
              <a:ext cx="91222" cy="99386"/>
            </a:xfrm>
            <a:custGeom>
              <a:avLst/>
              <a:gdLst/>
              <a:ahLst/>
              <a:cxnLst/>
              <a:rect l="l" t="t" r="r" b="b"/>
              <a:pathLst>
                <a:path w="2263" h="2466" extrusionOk="0">
                  <a:moveTo>
                    <a:pt x="2059" y="204"/>
                  </a:moveTo>
                  <a:lnTo>
                    <a:pt x="2059" y="2237"/>
                  </a:lnTo>
                  <a:lnTo>
                    <a:pt x="203" y="2237"/>
                  </a:lnTo>
                  <a:lnTo>
                    <a:pt x="203" y="204"/>
                  </a:lnTo>
                  <a:close/>
                  <a:moveTo>
                    <a:pt x="0" y="1"/>
                  </a:moveTo>
                  <a:lnTo>
                    <a:pt x="0" y="2466"/>
                  </a:lnTo>
                  <a:lnTo>
                    <a:pt x="2262" y="2466"/>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8"/>
            <p:cNvSpPr/>
            <p:nvPr/>
          </p:nvSpPr>
          <p:spPr>
            <a:xfrm>
              <a:off x="4984739" y="-168287"/>
              <a:ext cx="92270" cy="99386"/>
            </a:xfrm>
            <a:custGeom>
              <a:avLst/>
              <a:gdLst/>
              <a:ahLst/>
              <a:cxnLst/>
              <a:rect l="l" t="t" r="r" b="b"/>
              <a:pathLst>
                <a:path w="2289" h="2466" extrusionOk="0">
                  <a:moveTo>
                    <a:pt x="2085" y="204"/>
                  </a:moveTo>
                  <a:lnTo>
                    <a:pt x="2085" y="2237"/>
                  </a:lnTo>
                  <a:lnTo>
                    <a:pt x="204" y="2237"/>
                  </a:lnTo>
                  <a:lnTo>
                    <a:pt x="204" y="204"/>
                  </a:lnTo>
                  <a:close/>
                  <a:moveTo>
                    <a:pt x="1" y="1"/>
                  </a:moveTo>
                  <a:lnTo>
                    <a:pt x="1"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8"/>
            <p:cNvSpPr/>
            <p:nvPr/>
          </p:nvSpPr>
          <p:spPr>
            <a:xfrm>
              <a:off x="5068745" y="-168287"/>
              <a:ext cx="91222" cy="99386"/>
            </a:xfrm>
            <a:custGeom>
              <a:avLst/>
              <a:gdLst/>
              <a:ahLst/>
              <a:cxnLst/>
              <a:rect l="l" t="t" r="r" b="b"/>
              <a:pathLst>
                <a:path w="2263" h="2466" extrusionOk="0">
                  <a:moveTo>
                    <a:pt x="2060" y="204"/>
                  </a:moveTo>
                  <a:lnTo>
                    <a:pt x="2060" y="2237"/>
                  </a:lnTo>
                  <a:lnTo>
                    <a:pt x="204" y="2237"/>
                  </a:lnTo>
                  <a:lnTo>
                    <a:pt x="204" y="204"/>
                  </a:lnTo>
                  <a:close/>
                  <a:moveTo>
                    <a:pt x="1" y="1"/>
                  </a:moveTo>
                  <a:lnTo>
                    <a:pt x="1" y="2466"/>
                  </a:lnTo>
                  <a:lnTo>
                    <a:pt x="2263" y="2466"/>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8"/>
            <p:cNvSpPr/>
            <p:nvPr/>
          </p:nvSpPr>
          <p:spPr>
            <a:xfrm>
              <a:off x="5152751" y="-168287"/>
              <a:ext cx="91222" cy="99386"/>
            </a:xfrm>
            <a:custGeom>
              <a:avLst/>
              <a:gdLst/>
              <a:ahLst/>
              <a:cxnLst/>
              <a:rect l="l" t="t" r="r" b="b"/>
              <a:pathLst>
                <a:path w="2263" h="2466" extrusionOk="0">
                  <a:moveTo>
                    <a:pt x="2060" y="204"/>
                  </a:moveTo>
                  <a:lnTo>
                    <a:pt x="2060" y="2237"/>
                  </a:lnTo>
                  <a:lnTo>
                    <a:pt x="204" y="2237"/>
                  </a:lnTo>
                  <a:lnTo>
                    <a:pt x="204" y="204"/>
                  </a:lnTo>
                  <a:close/>
                  <a:moveTo>
                    <a:pt x="1" y="1"/>
                  </a:moveTo>
                  <a:lnTo>
                    <a:pt x="1" y="2466"/>
                  </a:lnTo>
                  <a:lnTo>
                    <a:pt x="2263" y="2466"/>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8"/>
            <p:cNvSpPr/>
            <p:nvPr/>
          </p:nvSpPr>
          <p:spPr>
            <a:xfrm>
              <a:off x="5234741" y="-168287"/>
              <a:ext cx="92229" cy="99386"/>
            </a:xfrm>
            <a:custGeom>
              <a:avLst/>
              <a:gdLst/>
              <a:ahLst/>
              <a:cxnLst/>
              <a:rect l="l" t="t" r="r" b="b"/>
              <a:pathLst>
                <a:path w="2288" h="2466" extrusionOk="0">
                  <a:moveTo>
                    <a:pt x="2110" y="204"/>
                  </a:moveTo>
                  <a:lnTo>
                    <a:pt x="2110" y="2237"/>
                  </a:lnTo>
                  <a:lnTo>
                    <a:pt x="229" y="2237"/>
                  </a:lnTo>
                  <a:lnTo>
                    <a:pt x="229" y="204"/>
                  </a:lnTo>
                  <a:close/>
                  <a:moveTo>
                    <a:pt x="0" y="1"/>
                  </a:moveTo>
                  <a:lnTo>
                    <a:pt x="0"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8"/>
            <p:cNvSpPr/>
            <p:nvPr/>
          </p:nvSpPr>
          <p:spPr>
            <a:xfrm>
              <a:off x="5318747" y="-168287"/>
              <a:ext cx="92229" cy="99386"/>
            </a:xfrm>
            <a:custGeom>
              <a:avLst/>
              <a:gdLst/>
              <a:ahLst/>
              <a:cxnLst/>
              <a:rect l="l" t="t" r="r" b="b"/>
              <a:pathLst>
                <a:path w="2288" h="2466" extrusionOk="0">
                  <a:moveTo>
                    <a:pt x="2084" y="204"/>
                  </a:moveTo>
                  <a:lnTo>
                    <a:pt x="2084" y="2237"/>
                  </a:lnTo>
                  <a:lnTo>
                    <a:pt x="204" y="2237"/>
                  </a:lnTo>
                  <a:lnTo>
                    <a:pt x="204" y="204"/>
                  </a:lnTo>
                  <a:close/>
                  <a:moveTo>
                    <a:pt x="0" y="1"/>
                  </a:moveTo>
                  <a:lnTo>
                    <a:pt x="0" y="2466"/>
                  </a:lnTo>
                  <a:lnTo>
                    <a:pt x="2288" y="2466"/>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8"/>
            <p:cNvSpPr/>
            <p:nvPr/>
          </p:nvSpPr>
          <p:spPr>
            <a:xfrm>
              <a:off x="5401746" y="-168287"/>
              <a:ext cx="92229" cy="99386"/>
            </a:xfrm>
            <a:custGeom>
              <a:avLst/>
              <a:gdLst/>
              <a:ahLst/>
              <a:cxnLst/>
              <a:rect l="l" t="t" r="r" b="b"/>
              <a:pathLst>
                <a:path w="2288" h="2466" extrusionOk="0">
                  <a:moveTo>
                    <a:pt x="2084" y="204"/>
                  </a:moveTo>
                  <a:lnTo>
                    <a:pt x="2084" y="2237"/>
                  </a:lnTo>
                  <a:lnTo>
                    <a:pt x="229" y="2237"/>
                  </a:lnTo>
                  <a:lnTo>
                    <a:pt x="229" y="204"/>
                  </a:lnTo>
                  <a:close/>
                  <a:moveTo>
                    <a:pt x="0" y="1"/>
                  </a:moveTo>
                  <a:lnTo>
                    <a:pt x="0" y="2466"/>
                  </a:lnTo>
                  <a:lnTo>
                    <a:pt x="2287" y="2466"/>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8"/>
            <p:cNvSpPr/>
            <p:nvPr/>
          </p:nvSpPr>
          <p:spPr>
            <a:xfrm>
              <a:off x="5485752" y="-168287"/>
              <a:ext cx="91222" cy="99386"/>
            </a:xfrm>
            <a:custGeom>
              <a:avLst/>
              <a:gdLst/>
              <a:ahLst/>
              <a:cxnLst/>
              <a:rect l="l" t="t" r="r" b="b"/>
              <a:pathLst>
                <a:path w="2263" h="2466" extrusionOk="0">
                  <a:moveTo>
                    <a:pt x="2059" y="204"/>
                  </a:moveTo>
                  <a:lnTo>
                    <a:pt x="2059" y="2237"/>
                  </a:lnTo>
                  <a:lnTo>
                    <a:pt x="203" y="2237"/>
                  </a:lnTo>
                  <a:lnTo>
                    <a:pt x="203" y="204"/>
                  </a:lnTo>
                  <a:close/>
                  <a:moveTo>
                    <a:pt x="0" y="1"/>
                  </a:moveTo>
                  <a:lnTo>
                    <a:pt x="0" y="2466"/>
                  </a:lnTo>
                  <a:lnTo>
                    <a:pt x="2262" y="2466"/>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8"/>
            <p:cNvSpPr/>
            <p:nvPr/>
          </p:nvSpPr>
          <p:spPr>
            <a:xfrm>
              <a:off x="3566834" y="-78130"/>
              <a:ext cx="92229" cy="99386"/>
            </a:xfrm>
            <a:custGeom>
              <a:avLst/>
              <a:gdLst/>
              <a:ahLst/>
              <a:cxnLst/>
              <a:rect l="l" t="t" r="r" b="b"/>
              <a:pathLst>
                <a:path w="2288" h="2466" extrusionOk="0">
                  <a:moveTo>
                    <a:pt x="2059" y="229"/>
                  </a:moveTo>
                  <a:lnTo>
                    <a:pt x="2059" y="2262"/>
                  </a:lnTo>
                  <a:lnTo>
                    <a:pt x="204" y="2262"/>
                  </a:lnTo>
                  <a:lnTo>
                    <a:pt x="204" y="229"/>
                  </a:lnTo>
                  <a:close/>
                  <a:moveTo>
                    <a:pt x="0" y="0"/>
                  </a:moveTo>
                  <a:lnTo>
                    <a:pt x="0" y="2465"/>
                  </a:lnTo>
                  <a:lnTo>
                    <a:pt x="2262"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8"/>
            <p:cNvSpPr/>
            <p:nvPr/>
          </p:nvSpPr>
          <p:spPr>
            <a:xfrm>
              <a:off x="3649792" y="-78130"/>
              <a:ext cx="92270" cy="99386"/>
            </a:xfrm>
            <a:custGeom>
              <a:avLst/>
              <a:gdLst/>
              <a:ahLst/>
              <a:cxnLst/>
              <a:rect l="l" t="t" r="r" b="b"/>
              <a:pathLst>
                <a:path w="2289" h="2466" extrusionOk="0">
                  <a:moveTo>
                    <a:pt x="2060" y="229"/>
                  </a:moveTo>
                  <a:lnTo>
                    <a:pt x="2060" y="2262"/>
                  </a:lnTo>
                  <a:lnTo>
                    <a:pt x="204" y="2262"/>
                  </a:lnTo>
                  <a:lnTo>
                    <a:pt x="204"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8"/>
            <p:cNvSpPr/>
            <p:nvPr/>
          </p:nvSpPr>
          <p:spPr>
            <a:xfrm>
              <a:off x="3732791" y="-78130"/>
              <a:ext cx="92270" cy="99386"/>
            </a:xfrm>
            <a:custGeom>
              <a:avLst/>
              <a:gdLst/>
              <a:ahLst/>
              <a:cxnLst/>
              <a:rect l="l" t="t" r="r" b="b"/>
              <a:pathLst>
                <a:path w="2289" h="2466" extrusionOk="0">
                  <a:moveTo>
                    <a:pt x="2085" y="229"/>
                  </a:moveTo>
                  <a:lnTo>
                    <a:pt x="2085" y="2262"/>
                  </a:lnTo>
                  <a:lnTo>
                    <a:pt x="229" y="2262"/>
                  </a:lnTo>
                  <a:lnTo>
                    <a:pt x="229"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8"/>
            <p:cNvSpPr/>
            <p:nvPr/>
          </p:nvSpPr>
          <p:spPr>
            <a:xfrm>
              <a:off x="3816797" y="-78130"/>
              <a:ext cx="91222" cy="99386"/>
            </a:xfrm>
            <a:custGeom>
              <a:avLst/>
              <a:gdLst/>
              <a:ahLst/>
              <a:cxnLst/>
              <a:rect l="l" t="t" r="r" b="b"/>
              <a:pathLst>
                <a:path w="2263" h="2466" extrusionOk="0">
                  <a:moveTo>
                    <a:pt x="2059" y="229"/>
                  </a:moveTo>
                  <a:lnTo>
                    <a:pt x="2059" y="2262"/>
                  </a:lnTo>
                  <a:lnTo>
                    <a:pt x="204" y="2262"/>
                  </a:lnTo>
                  <a:lnTo>
                    <a:pt x="204" y="229"/>
                  </a:lnTo>
                  <a:close/>
                  <a:moveTo>
                    <a:pt x="1" y="0"/>
                  </a:moveTo>
                  <a:lnTo>
                    <a:pt x="1" y="2465"/>
                  </a:lnTo>
                  <a:lnTo>
                    <a:pt x="2263" y="2465"/>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8"/>
            <p:cNvSpPr/>
            <p:nvPr/>
          </p:nvSpPr>
          <p:spPr>
            <a:xfrm>
              <a:off x="3899795" y="-78130"/>
              <a:ext cx="92229" cy="99386"/>
            </a:xfrm>
            <a:custGeom>
              <a:avLst/>
              <a:gdLst/>
              <a:ahLst/>
              <a:cxnLst/>
              <a:rect l="l" t="t" r="r" b="b"/>
              <a:pathLst>
                <a:path w="2288" h="2466" extrusionOk="0">
                  <a:moveTo>
                    <a:pt x="2085" y="229"/>
                  </a:moveTo>
                  <a:lnTo>
                    <a:pt x="2085" y="2262"/>
                  </a:lnTo>
                  <a:lnTo>
                    <a:pt x="204" y="2262"/>
                  </a:lnTo>
                  <a:lnTo>
                    <a:pt x="204" y="229"/>
                  </a:lnTo>
                  <a:close/>
                  <a:moveTo>
                    <a:pt x="0" y="0"/>
                  </a:moveTo>
                  <a:lnTo>
                    <a:pt x="0" y="2465"/>
                  </a:lnTo>
                  <a:lnTo>
                    <a:pt x="2288"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8"/>
            <p:cNvSpPr/>
            <p:nvPr/>
          </p:nvSpPr>
          <p:spPr>
            <a:xfrm>
              <a:off x="3983801" y="-78130"/>
              <a:ext cx="91222" cy="99386"/>
            </a:xfrm>
            <a:custGeom>
              <a:avLst/>
              <a:gdLst/>
              <a:ahLst/>
              <a:cxnLst/>
              <a:rect l="l" t="t" r="r" b="b"/>
              <a:pathLst>
                <a:path w="2263" h="2466" extrusionOk="0">
                  <a:moveTo>
                    <a:pt x="2059" y="229"/>
                  </a:moveTo>
                  <a:lnTo>
                    <a:pt x="2059" y="2262"/>
                  </a:lnTo>
                  <a:lnTo>
                    <a:pt x="204" y="2262"/>
                  </a:lnTo>
                  <a:lnTo>
                    <a:pt x="204" y="229"/>
                  </a:lnTo>
                  <a:close/>
                  <a:moveTo>
                    <a:pt x="1" y="0"/>
                  </a:moveTo>
                  <a:lnTo>
                    <a:pt x="1" y="2465"/>
                  </a:lnTo>
                  <a:lnTo>
                    <a:pt x="2263" y="2465"/>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8"/>
            <p:cNvSpPr/>
            <p:nvPr/>
          </p:nvSpPr>
          <p:spPr>
            <a:xfrm>
              <a:off x="4066799" y="-78130"/>
              <a:ext cx="92229" cy="99386"/>
            </a:xfrm>
            <a:custGeom>
              <a:avLst/>
              <a:gdLst/>
              <a:ahLst/>
              <a:cxnLst/>
              <a:rect l="l" t="t" r="r" b="b"/>
              <a:pathLst>
                <a:path w="2288" h="2466" extrusionOk="0">
                  <a:moveTo>
                    <a:pt x="2084" y="229"/>
                  </a:moveTo>
                  <a:lnTo>
                    <a:pt x="2084" y="2262"/>
                  </a:lnTo>
                  <a:lnTo>
                    <a:pt x="204" y="2262"/>
                  </a:lnTo>
                  <a:lnTo>
                    <a:pt x="204"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8"/>
            <p:cNvSpPr/>
            <p:nvPr/>
          </p:nvSpPr>
          <p:spPr>
            <a:xfrm>
              <a:off x="4150805" y="-78130"/>
              <a:ext cx="91222" cy="99386"/>
            </a:xfrm>
            <a:custGeom>
              <a:avLst/>
              <a:gdLst/>
              <a:ahLst/>
              <a:cxnLst/>
              <a:rect l="l" t="t" r="r" b="b"/>
              <a:pathLst>
                <a:path w="2263" h="2466" extrusionOk="0">
                  <a:moveTo>
                    <a:pt x="2059" y="229"/>
                  </a:moveTo>
                  <a:lnTo>
                    <a:pt x="2059" y="2262"/>
                  </a:lnTo>
                  <a:lnTo>
                    <a:pt x="204" y="2262"/>
                  </a:lnTo>
                  <a:lnTo>
                    <a:pt x="204"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8"/>
            <p:cNvSpPr/>
            <p:nvPr/>
          </p:nvSpPr>
          <p:spPr>
            <a:xfrm>
              <a:off x="4233804" y="-78130"/>
              <a:ext cx="92229" cy="99386"/>
            </a:xfrm>
            <a:custGeom>
              <a:avLst/>
              <a:gdLst/>
              <a:ahLst/>
              <a:cxnLst/>
              <a:rect l="l" t="t" r="r" b="b"/>
              <a:pathLst>
                <a:path w="2288" h="2466" extrusionOk="0">
                  <a:moveTo>
                    <a:pt x="2084" y="229"/>
                  </a:moveTo>
                  <a:lnTo>
                    <a:pt x="2084" y="2262"/>
                  </a:lnTo>
                  <a:lnTo>
                    <a:pt x="203" y="2262"/>
                  </a:lnTo>
                  <a:lnTo>
                    <a:pt x="203" y="229"/>
                  </a:lnTo>
                  <a:close/>
                  <a:moveTo>
                    <a:pt x="0" y="0"/>
                  </a:moveTo>
                  <a:lnTo>
                    <a:pt x="0" y="2465"/>
                  </a:lnTo>
                  <a:lnTo>
                    <a:pt x="2287" y="2465"/>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8"/>
            <p:cNvSpPr/>
            <p:nvPr/>
          </p:nvSpPr>
          <p:spPr>
            <a:xfrm>
              <a:off x="4317810" y="-78130"/>
              <a:ext cx="91222" cy="99386"/>
            </a:xfrm>
            <a:custGeom>
              <a:avLst/>
              <a:gdLst/>
              <a:ahLst/>
              <a:cxnLst/>
              <a:rect l="l" t="t" r="r" b="b"/>
              <a:pathLst>
                <a:path w="2263" h="2466" extrusionOk="0">
                  <a:moveTo>
                    <a:pt x="2059" y="229"/>
                  </a:moveTo>
                  <a:lnTo>
                    <a:pt x="2059" y="2262"/>
                  </a:lnTo>
                  <a:lnTo>
                    <a:pt x="203" y="2262"/>
                  </a:lnTo>
                  <a:lnTo>
                    <a:pt x="203"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8"/>
            <p:cNvSpPr/>
            <p:nvPr/>
          </p:nvSpPr>
          <p:spPr>
            <a:xfrm>
              <a:off x="4400768" y="-78130"/>
              <a:ext cx="92270" cy="99386"/>
            </a:xfrm>
            <a:custGeom>
              <a:avLst/>
              <a:gdLst/>
              <a:ahLst/>
              <a:cxnLst/>
              <a:rect l="l" t="t" r="r" b="b"/>
              <a:pathLst>
                <a:path w="2289" h="2466" extrusionOk="0">
                  <a:moveTo>
                    <a:pt x="2059" y="229"/>
                  </a:moveTo>
                  <a:lnTo>
                    <a:pt x="2059" y="2262"/>
                  </a:lnTo>
                  <a:lnTo>
                    <a:pt x="204" y="2262"/>
                  </a:lnTo>
                  <a:lnTo>
                    <a:pt x="204"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8"/>
            <p:cNvSpPr/>
            <p:nvPr/>
          </p:nvSpPr>
          <p:spPr>
            <a:xfrm>
              <a:off x="4483766" y="-78130"/>
              <a:ext cx="92229" cy="99386"/>
            </a:xfrm>
            <a:custGeom>
              <a:avLst/>
              <a:gdLst/>
              <a:ahLst/>
              <a:cxnLst/>
              <a:rect l="l" t="t" r="r" b="b"/>
              <a:pathLst>
                <a:path w="2288" h="2466" extrusionOk="0">
                  <a:moveTo>
                    <a:pt x="2085" y="229"/>
                  </a:moveTo>
                  <a:lnTo>
                    <a:pt x="2085" y="2262"/>
                  </a:lnTo>
                  <a:lnTo>
                    <a:pt x="229" y="2262"/>
                  </a:lnTo>
                  <a:lnTo>
                    <a:pt x="229"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8"/>
            <p:cNvSpPr/>
            <p:nvPr/>
          </p:nvSpPr>
          <p:spPr>
            <a:xfrm>
              <a:off x="4567772" y="-78130"/>
              <a:ext cx="92229" cy="99386"/>
            </a:xfrm>
            <a:custGeom>
              <a:avLst/>
              <a:gdLst/>
              <a:ahLst/>
              <a:cxnLst/>
              <a:rect l="l" t="t" r="r" b="b"/>
              <a:pathLst>
                <a:path w="2288" h="2466" extrusionOk="0">
                  <a:moveTo>
                    <a:pt x="2059" y="229"/>
                  </a:moveTo>
                  <a:lnTo>
                    <a:pt x="2059" y="2262"/>
                  </a:lnTo>
                  <a:lnTo>
                    <a:pt x="204" y="2262"/>
                  </a:lnTo>
                  <a:lnTo>
                    <a:pt x="204"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8"/>
            <p:cNvSpPr/>
            <p:nvPr/>
          </p:nvSpPr>
          <p:spPr>
            <a:xfrm>
              <a:off x="4650770" y="-78130"/>
              <a:ext cx="92229" cy="99386"/>
            </a:xfrm>
            <a:custGeom>
              <a:avLst/>
              <a:gdLst/>
              <a:ahLst/>
              <a:cxnLst/>
              <a:rect l="l" t="t" r="r" b="b"/>
              <a:pathLst>
                <a:path w="2288" h="2466" extrusionOk="0">
                  <a:moveTo>
                    <a:pt x="2084" y="229"/>
                  </a:moveTo>
                  <a:lnTo>
                    <a:pt x="2084" y="2262"/>
                  </a:lnTo>
                  <a:lnTo>
                    <a:pt x="229" y="2262"/>
                  </a:lnTo>
                  <a:lnTo>
                    <a:pt x="229"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8"/>
            <p:cNvSpPr/>
            <p:nvPr/>
          </p:nvSpPr>
          <p:spPr>
            <a:xfrm>
              <a:off x="4734776" y="-78130"/>
              <a:ext cx="91222" cy="99386"/>
            </a:xfrm>
            <a:custGeom>
              <a:avLst/>
              <a:gdLst/>
              <a:ahLst/>
              <a:cxnLst/>
              <a:rect l="l" t="t" r="r" b="b"/>
              <a:pathLst>
                <a:path w="2263" h="2466" extrusionOk="0">
                  <a:moveTo>
                    <a:pt x="2059" y="229"/>
                  </a:moveTo>
                  <a:lnTo>
                    <a:pt x="2059" y="2262"/>
                  </a:lnTo>
                  <a:lnTo>
                    <a:pt x="204" y="2262"/>
                  </a:lnTo>
                  <a:lnTo>
                    <a:pt x="204"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8"/>
            <p:cNvSpPr/>
            <p:nvPr/>
          </p:nvSpPr>
          <p:spPr>
            <a:xfrm>
              <a:off x="4817775" y="-78130"/>
              <a:ext cx="92229" cy="99386"/>
            </a:xfrm>
            <a:custGeom>
              <a:avLst/>
              <a:gdLst/>
              <a:ahLst/>
              <a:cxnLst/>
              <a:rect l="l" t="t" r="r" b="b"/>
              <a:pathLst>
                <a:path w="2288" h="2466" extrusionOk="0">
                  <a:moveTo>
                    <a:pt x="2084" y="229"/>
                  </a:moveTo>
                  <a:lnTo>
                    <a:pt x="2084" y="2262"/>
                  </a:lnTo>
                  <a:lnTo>
                    <a:pt x="203" y="2262"/>
                  </a:lnTo>
                  <a:lnTo>
                    <a:pt x="203" y="229"/>
                  </a:lnTo>
                  <a:close/>
                  <a:moveTo>
                    <a:pt x="0" y="0"/>
                  </a:moveTo>
                  <a:lnTo>
                    <a:pt x="0" y="2465"/>
                  </a:lnTo>
                  <a:lnTo>
                    <a:pt x="2287" y="2465"/>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8"/>
            <p:cNvSpPr/>
            <p:nvPr/>
          </p:nvSpPr>
          <p:spPr>
            <a:xfrm>
              <a:off x="4901781" y="-78130"/>
              <a:ext cx="91222" cy="99386"/>
            </a:xfrm>
            <a:custGeom>
              <a:avLst/>
              <a:gdLst/>
              <a:ahLst/>
              <a:cxnLst/>
              <a:rect l="l" t="t" r="r" b="b"/>
              <a:pathLst>
                <a:path w="2263" h="2466" extrusionOk="0">
                  <a:moveTo>
                    <a:pt x="2059" y="229"/>
                  </a:moveTo>
                  <a:lnTo>
                    <a:pt x="2059" y="2262"/>
                  </a:lnTo>
                  <a:lnTo>
                    <a:pt x="203" y="2262"/>
                  </a:lnTo>
                  <a:lnTo>
                    <a:pt x="203"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8"/>
            <p:cNvSpPr/>
            <p:nvPr/>
          </p:nvSpPr>
          <p:spPr>
            <a:xfrm>
              <a:off x="4984739" y="-78130"/>
              <a:ext cx="92270" cy="99386"/>
            </a:xfrm>
            <a:custGeom>
              <a:avLst/>
              <a:gdLst/>
              <a:ahLst/>
              <a:cxnLst/>
              <a:rect l="l" t="t" r="r" b="b"/>
              <a:pathLst>
                <a:path w="2289" h="2466" extrusionOk="0">
                  <a:moveTo>
                    <a:pt x="2085" y="229"/>
                  </a:moveTo>
                  <a:lnTo>
                    <a:pt x="2085" y="2262"/>
                  </a:lnTo>
                  <a:lnTo>
                    <a:pt x="204" y="2262"/>
                  </a:lnTo>
                  <a:lnTo>
                    <a:pt x="204"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8"/>
            <p:cNvSpPr/>
            <p:nvPr/>
          </p:nvSpPr>
          <p:spPr>
            <a:xfrm>
              <a:off x="5068745" y="-78130"/>
              <a:ext cx="91222" cy="99386"/>
            </a:xfrm>
            <a:custGeom>
              <a:avLst/>
              <a:gdLst/>
              <a:ahLst/>
              <a:cxnLst/>
              <a:rect l="l" t="t" r="r" b="b"/>
              <a:pathLst>
                <a:path w="2263" h="2466" extrusionOk="0">
                  <a:moveTo>
                    <a:pt x="2060" y="229"/>
                  </a:moveTo>
                  <a:lnTo>
                    <a:pt x="2060" y="2262"/>
                  </a:lnTo>
                  <a:lnTo>
                    <a:pt x="204" y="2262"/>
                  </a:lnTo>
                  <a:lnTo>
                    <a:pt x="204" y="229"/>
                  </a:lnTo>
                  <a:close/>
                  <a:moveTo>
                    <a:pt x="1" y="0"/>
                  </a:moveTo>
                  <a:lnTo>
                    <a:pt x="1" y="2465"/>
                  </a:lnTo>
                  <a:lnTo>
                    <a:pt x="2263" y="2465"/>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8"/>
            <p:cNvSpPr/>
            <p:nvPr/>
          </p:nvSpPr>
          <p:spPr>
            <a:xfrm>
              <a:off x="5152751" y="-78130"/>
              <a:ext cx="91222" cy="99386"/>
            </a:xfrm>
            <a:custGeom>
              <a:avLst/>
              <a:gdLst/>
              <a:ahLst/>
              <a:cxnLst/>
              <a:rect l="l" t="t" r="r" b="b"/>
              <a:pathLst>
                <a:path w="2263" h="2466" extrusionOk="0">
                  <a:moveTo>
                    <a:pt x="2060" y="229"/>
                  </a:moveTo>
                  <a:lnTo>
                    <a:pt x="2060" y="2262"/>
                  </a:lnTo>
                  <a:lnTo>
                    <a:pt x="204" y="2262"/>
                  </a:lnTo>
                  <a:lnTo>
                    <a:pt x="204" y="229"/>
                  </a:lnTo>
                  <a:close/>
                  <a:moveTo>
                    <a:pt x="1" y="0"/>
                  </a:moveTo>
                  <a:lnTo>
                    <a:pt x="1" y="2465"/>
                  </a:lnTo>
                  <a:lnTo>
                    <a:pt x="2263" y="2465"/>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8"/>
            <p:cNvSpPr/>
            <p:nvPr/>
          </p:nvSpPr>
          <p:spPr>
            <a:xfrm>
              <a:off x="5234741" y="-78130"/>
              <a:ext cx="92229" cy="99386"/>
            </a:xfrm>
            <a:custGeom>
              <a:avLst/>
              <a:gdLst/>
              <a:ahLst/>
              <a:cxnLst/>
              <a:rect l="l" t="t" r="r" b="b"/>
              <a:pathLst>
                <a:path w="2288" h="2466" extrusionOk="0">
                  <a:moveTo>
                    <a:pt x="2110" y="229"/>
                  </a:moveTo>
                  <a:lnTo>
                    <a:pt x="2110" y="2262"/>
                  </a:lnTo>
                  <a:lnTo>
                    <a:pt x="229" y="2262"/>
                  </a:lnTo>
                  <a:lnTo>
                    <a:pt x="229"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8"/>
            <p:cNvSpPr/>
            <p:nvPr/>
          </p:nvSpPr>
          <p:spPr>
            <a:xfrm>
              <a:off x="5318747" y="-78130"/>
              <a:ext cx="92229" cy="99386"/>
            </a:xfrm>
            <a:custGeom>
              <a:avLst/>
              <a:gdLst/>
              <a:ahLst/>
              <a:cxnLst/>
              <a:rect l="l" t="t" r="r" b="b"/>
              <a:pathLst>
                <a:path w="2288" h="2466" extrusionOk="0">
                  <a:moveTo>
                    <a:pt x="2084" y="229"/>
                  </a:moveTo>
                  <a:lnTo>
                    <a:pt x="2084" y="2262"/>
                  </a:lnTo>
                  <a:lnTo>
                    <a:pt x="204" y="2262"/>
                  </a:lnTo>
                  <a:lnTo>
                    <a:pt x="204"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8"/>
            <p:cNvSpPr/>
            <p:nvPr/>
          </p:nvSpPr>
          <p:spPr>
            <a:xfrm>
              <a:off x="5401746" y="-78130"/>
              <a:ext cx="92229" cy="99386"/>
            </a:xfrm>
            <a:custGeom>
              <a:avLst/>
              <a:gdLst/>
              <a:ahLst/>
              <a:cxnLst/>
              <a:rect l="l" t="t" r="r" b="b"/>
              <a:pathLst>
                <a:path w="2288" h="2466" extrusionOk="0">
                  <a:moveTo>
                    <a:pt x="2084" y="229"/>
                  </a:moveTo>
                  <a:lnTo>
                    <a:pt x="2084" y="2262"/>
                  </a:lnTo>
                  <a:lnTo>
                    <a:pt x="229" y="2262"/>
                  </a:lnTo>
                  <a:lnTo>
                    <a:pt x="229" y="229"/>
                  </a:lnTo>
                  <a:close/>
                  <a:moveTo>
                    <a:pt x="0" y="0"/>
                  </a:moveTo>
                  <a:lnTo>
                    <a:pt x="0" y="2465"/>
                  </a:lnTo>
                  <a:lnTo>
                    <a:pt x="2287" y="2465"/>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8"/>
            <p:cNvSpPr/>
            <p:nvPr/>
          </p:nvSpPr>
          <p:spPr>
            <a:xfrm>
              <a:off x="5485752" y="-78130"/>
              <a:ext cx="91222" cy="99386"/>
            </a:xfrm>
            <a:custGeom>
              <a:avLst/>
              <a:gdLst/>
              <a:ahLst/>
              <a:cxnLst/>
              <a:rect l="l" t="t" r="r" b="b"/>
              <a:pathLst>
                <a:path w="2263" h="2466" extrusionOk="0">
                  <a:moveTo>
                    <a:pt x="2059" y="229"/>
                  </a:moveTo>
                  <a:lnTo>
                    <a:pt x="2059" y="2262"/>
                  </a:lnTo>
                  <a:lnTo>
                    <a:pt x="203" y="2262"/>
                  </a:lnTo>
                  <a:lnTo>
                    <a:pt x="203"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8"/>
            <p:cNvSpPr/>
            <p:nvPr/>
          </p:nvSpPr>
          <p:spPr>
            <a:xfrm>
              <a:off x="3566834" y="13034"/>
              <a:ext cx="92229" cy="98378"/>
            </a:xfrm>
            <a:custGeom>
              <a:avLst/>
              <a:gdLst/>
              <a:ahLst/>
              <a:cxnLst/>
              <a:rect l="l" t="t" r="r" b="b"/>
              <a:pathLst>
                <a:path w="2288" h="2441" extrusionOk="0">
                  <a:moveTo>
                    <a:pt x="2059" y="203"/>
                  </a:moveTo>
                  <a:lnTo>
                    <a:pt x="2059" y="2237"/>
                  </a:lnTo>
                  <a:lnTo>
                    <a:pt x="204" y="2237"/>
                  </a:lnTo>
                  <a:lnTo>
                    <a:pt x="204" y="203"/>
                  </a:lnTo>
                  <a:close/>
                  <a:moveTo>
                    <a:pt x="0" y="0"/>
                  </a:moveTo>
                  <a:lnTo>
                    <a:pt x="0" y="2440"/>
                  </a:lnTo>
                  <a:lnTo>
                    <a:pt x="2262"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8"/>
            <p:cNvSpPr/>
            <p:nvPr/>
          </p:nvSpPr>
          <p:spPr>
            <a:xfrm>
              <a:off x="3649792" y="13034"/>
              <a:ext cx="92270" cy="98378"/>
            </a:xfrm>
            <a:custGeom>
              <a:avLst/>
              <a:gdLst/>
              <a:ahLst/>
              <a:cxnLst/>
              <a:rect l="l" t="t" r="r" b="b"/>
              <a:pathLst>
                <a:path w="2289" h="2441" extrusionOk="0">
                  <a:moveTo>
                    <a:pt x="2060" y="203"/>
                  </a:moveTo>
                  <a:lnTo>
                    <a:pt x="2060" y="2237"/>
                  </a:lnTo>
                  <a:lnTo>
                    <a:pt x="204" y="2237"/>
                  </a:lnTo>
                  <a:lnTo>
                    <a:pt x="204"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8"/>
            <p:cNvSpPr/>
            <p:nvPr/>
          </p:nvSpPr>
          <p:spPr>
            <a:xfrm>
              <a:off x="3732791" y="13034"/>
              <a:ext cx="92270" cy="98378"/>
            </a:xfrm>
            <a:custGeom>
              <a:avLst/>
              <a:gdLst/>
              <a:ahLst/>
              <a:cxnLst/>
              <a:rect l="l" t="t" r="r" b="b"/>
              <a:pathLst>
                <a:path w="2289" h="2441" extrusionOk="0">
                  <a:moveTo>
                    <a:pt x="2085" y="203"/>
                  </a:moveTo>
                  <a:lnTo>
                    <a:pt x="2085" y="2237"/>
                  </a:lnTo>
                  <a:lnTo>
                    <a:pt x="229" y="2237"/>
                  </a:lnTo>
                  <a:lnTo>
                    <a:pt x="229"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8"/>
            <p:cNvSpPr/>
            <p:nvPr/>
          </p:nvSpPr>
          <p:spPr>
            <a:xfrm>
              <a:off x="3816797" y="13034"/>
              <a:ext cx="91222" cy="98378"/>
            </a:xfrm>
            <a:custGeom>
              <a:avLst/>
              <a:gdLst/>
              <a:ahLst/>
              <a:cxnLst/>
              <a:rect l="l" t="t" r="r" b="b"/>
              <a:pathLst>
                <a:path w="2263" h="2441" extrusionOk="0">
                  <a:moveTo>
                    <a:pt x="2059" y="203"/>
                  </a:moveTo>
                  <a:lnTo>
                    <a:pt x="2059" y="2237"/>
                  </a:lnTo>
                  <a:lnTo>
                    <a:pt x="204" y="2237"/>
                  </a:lnTo>
                  <a:lnTo>
                    <a:pt x="204" y="203"/>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8"/>
            <p:cNvSpPr/>
            <p:nvPr/>
          </p:nvSpPr>
          <p:spPr>
            <a:xfrm>
              <a:off x="3899795" y="13034"/>
              <a:ext cx="92229" cy="98378"/>
            </a:xfrm>
            <a:custGeom>
              <a:avLst/>
              <a:gdLst/>
              <a:ahLst/>
              <a:cxnLst/>
              <a:rect l="l" t="t" r="r" b="b"/>
              <a:pathLst>
                <a:path w="2288" h="2441" extrusionOk="0">
                  <a:moveTo>
                    <a:pt x="2085" y="203"/>
                  </a:moveTo>
                  <a:lnTo>
                    <a:pt x="2085" y="2237"/>
                  </a:lnTo>
                  <a:lnTo>
                    <a:pt x="204" y="2237"/>
                  </a:lnTo>
                  <a:lnTo>
                    <a:pt x="204" y="203"/>
                  </a:lnTo>
                  <a:close/>
                  <a:moveTo>
                    <a:pt x="0" y="0"/>
                  </a:moveTo>
                  <a:lnTo>
                    <a:pt x="0" y="2440"/>
                  </a:lnTo>
                  <a:lnTo>
                    <a:pt x="2288"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8"/>
            <p:cNvSpPr/>
            <p:nvPr/>
          </p:nvSpPr>
          <p:spPr>
            <a:xfrm>
              <a:off x="3983801" y="13034"/>
              <a:ext cx="91222" cy="98378"/>
            </a:xfrm>
            <a:custGeom>
              <a:avLst/>
              <a:gdLst/>
              <a:ahLst/>
              <a:cxnLst/>
              <a:rect l="l" t="t" r="r" b="b"/>
              <a:pathLst>
                <a:path w="2263" h="2441" extrusionOk="0">
                  <a:moveTo>
                    <a:pt x="2059" y="203"/>
                  </a:moveTo>
                  <a:lnTo>
                    <a:pt x="2059" y="2237"/>
                  </a:lnTo>
                  <a:lnTo>
                    <a:pt x="204" y="2237"/>
                  </a:lnTo>
                  <a:lnTo>
                    <a:pt x="204" y="203"/>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8"/>
            <p:cNvSpPr/>
            <p:nvPr/>
          </p:nvSpPr>
          <p:spPr>
            <a:xfrm>
              <a:off x="4066799" y="13034"/>
              <a:ext cx="92229" cy="98378"/>
            </a:xfrm>
            <a:custGeom>
              <a:avLst/>
              <a:gdLst/>
              <a:ahLst/>
              <a:cxnLst/>
              <a:rect l="l" t="t" r="r" b="b"/>
              <a:pathLst>
                <a:path w="2288" h="2441" extrusionOk="0">
                  <a:moveTo>
                    <a:pt x="2084" y="203"/>
                  </a:moveTo>
                  <a:lnTo>
                    <a:pt x="2084" y="2237"/>
                  </a:lnTo>
                  <a:lnTo>
                    <a:pt x="204" y="2237"/>
                  </a:lnTo>
                  <a:lnTo>
                    <a:pt x="204"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8"/>
            <p:cNvSpPr/>
            <p:nvPr/>
          </p:nvSpPr>
          <p:spPr>
            <a:xfrm>
              <a:off x="4150805" y="13034"/>
              <a:ext cx="91222" cy="98378"/>
            </a:xfrm>
            <a:custGeom>
              <a:avLst/>
              <a:gdLst/>
              <a:ahLst/>
              <a:cxnLst/>
              <a:rect l="l" t="t" r="r" b="b"/>
              <a:pathLst>
                <a:path w="2263" h="2441" extrusionOk="0">
                  <a:moveTo>
                    <a:pt x="2059" y="203"/>
                  </a:moveTo>
                  <a:lnTo>
                    <a:pt x="2059" y="2237"/>
                  </a:lnTo>
                  <a:lnTo>
                    <a:pt x="204" y="2237"/>
                  </a:lnTo>
                  <a:lnTo>
                    <a:pt x="204"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8"/>
            <p:cNvSpPr/>
            <p:nvPr/>
          </p:nvSpPr>
          <p:spPr>
            <a:xfrm>
              <a:off x="4233804" y="13034"/>
              <a:ext cx="92229" cy="98378"/>
            </a:xfrm>
            <a:custGeom>
              <a:avLst/>
              <a:gdLst/>
              <a:ahLst/>
              <a:cxnLst/>
              <a:rect l="l" t="t" r="r" b="b"/>
              <a:pathLst>
                <a:path w="2288" h="2441" extrusionOk="0">
                  <a:moveTo>
                    <a:pt x="2084" y="203"/>
                  </a:moveTo>
                  <a:lnTo>
                    <a:pt x="2084" y="2237"/>
                  </a:lnTo>
                  <a:lnTo>
                    <a:pt x="203" y="2237"/>
                  </a:lnTo>
                  <a:lnTo>
                    <a:pt x="203" y="203"/>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8"/>
            <p:cNvSpPr/>
            <p:nvPr/>
          </p:nvSpPr>
          <p:spPr>
            <a:xfrm>
              <a:off x="4317810" y="13034"/>
              <a:ext cx="91222" cy="98378"/>
            </a:xfrm>
            <a:custGeom>
              <a:avLst/>
              <a:gdLst/>
              <a:ahLst/>
              <a:cxnLst/>
              <a:rect l="l" t="t" r="r" b="b"/>
              <a:pathLst>
                <a:path w="2263" h="2441" extrusionOk="0">
                  <a:moveTo>
                    <a:pt x="2059" y="203"/>
                  </a:moveTo>
                  <a:lnTo>
                    <a:pt x="2059" y="2237"/>
                  </a:lnTo>
                  <a:lnTo>
                    <a:pt x="203" y="2237"/>
                  </a:lnTo>
                  <a:lnTo>
                    <a:pt x="203"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8"/>
            <p:cNvSpPr/>
            <p:nvPr/>
          </p:nvSpPr>
          <p:spPr>
            <a:xfrm>
              <a:off x="4400768" y="13034"/>
              <a:ext cx="92270" cy="98378"/>
            </a:xfrm>
            <a:custGeom>
              <a:avLst/>
              <a:gdLst/>
              <a:ahLst/>
              <a:cxnLst/>
              <a:rect l="l" t="t" r="r" b="b"/>
              <a:pathLst>
                <a:path w="2289" h="2441" extrusionOk="0">
                  <a:moveTo>
                    <a:pt x="2059" y="203"/>
                  </a:moveTo>
                  <a:lnTo>
                    <a:pt x="2059" y="2237"/>
                  </a:lnTo>
                  <a:lnTo>
                    <a:pt x="204" y="2237"/>
                  </a:lnTo>
                  <a:lnTo>
                    <a:pt x="204"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8"/>
            <p:cNvSpPr/>
            <p:nvPr/>
          </p:nvSpPr>
          <p:spPr>
            <a:xfrm>
              <a:off x="4483766" y="13034"/>
              <a:ext cx="92229" cy="98378"/>
            </a:xfrm>
            <a:custGeom>
              <a:avLst/>
              <a:gdLst/>
              <a:ahLst/>
              <a:cxnLst/>
              <a:rect l="l" t="t" r="r" b="b"/>
              <a:pathLst>
                <a:path w="2288" h="2441" extrusionOk="0">
                  <a:moveTo>
                    <a:pt x="2085" y="203"/>
                  </a:moveTo>
                  <a:lnTo>
                    <a:pt x="2085" y="2237"/>
                  </a:lnTo>
                  <a:lnTo>
                    <a:pt x="229" y="2237"/>
                  </a:lnTo>
                  <a:lnTo>
                    <a:pt x="229"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8"/>
            <p:cNvSpPr/>
            <p:nvPr/>
          </p:nvSpPr>
          <p:spPr>
            <a:xfrm>
              <a:off x="4567772" y="13034"/>
              <a:ext cx="92229" cy="98378"/>
            </a:xfrm>
            <a:custGeom>
              <a:avLst/>
              <a:gdLst/>
              <a:ahLst/>
              <a:cxnLst/>
              <a:rect l="l" t="t" r="r" b="b"/>
              <a:pathLst>
                <a:path w="2288" h="2441" extrusionOk="0">
                  <a:moveTo>
                    <a:pt x="2059" y="203"/>
                  </a:moveTo>
                  <a:lnTo>
                    <a:pt x="2059" y="2237"/>
                  </a:lnTo>
                  <a:lnTo>
                    <a:pt x="204" y="2237"/>
                  </a:lnTo>
                  <a:lnTo>
                    <a:pt x="204"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8"/>
            <p:cNvSpPr/>
            <p:nvPr/>
          </p:nvSpPr>
          <p:spPr>
            <a:xfrm>
              <a:off x="4650770" y="13034"/>
              <a:ext cx="92229" cy="98378"/>
            </a:xfrm>
            <a:custGeom>
              <a:avLst/>
              <a:gdLst/>
              <a:ahLst/>
              <a:cxnLst/>
              <a:rect l="l" t="t" r="r" b="b"/>
              <a:pathLst>
                <a:path w="2288" h="2441" extrusionOk="0">
                  <a:moveTo>
                    <a:pt x="2084" y="203"/>
                  </a:moveTo>
                  <a:lnTo>
                    <a:pt x="2084" y="2237"/>
                  </a:lnTo>
                  <a:lnTo>
                    <a:pt x="229" y="2237"/>
                  </a:lnTo>
                  <a:lnTo>
                    <a:pt x="229"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8"/>
            <p:cNvSpPr/>
            <p:nvPr/>
          </p:nvSpPr>
          <p:spPr>
            <a:xfrm>
              <a:off x="4734776" y="13034"/>
              <a:ext cx="91222" cy="98378"/>
            </a:xfrm>
            <a:custGeom>
              <a:avLst/>
              <a:gdLst/>
              <a:ahLst/>
              <a:cxnLst/>
              <a:rect l="l" t="t" r="r" b="b"/>
              <a:pathLst>
                <a:path w="2263" h="2441" extrusionOk="0">
                  <a:moveTo>
                    <a:pt x="2059" y="203"/>
                  </a:moveTo>
                  <a:lnTo>
                    <a:pt x="2059" y="2237"/>
                  </a:lnTo>
                  <a:lnTo>
                    <a:pt x="204" y="2237"/>
                  </a:lnTo>
                  <a:lnTo>
                    <a:pt x="204"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8"/>
            <p:cNvSpPr/>
            <p:nvPr/>
          </p:nvSpPr>
          <p:spPr>
            <a:xfrm>
              <a:off x="4817775" y="13034"/>
              <a:ext cx="92229" cy="98378"/>
            </a:xfrm>
            <a:custGeom>
              <a:avLst/>
              <a:gdLst/>
              <a:ahLst/>
              <a:cxnLst/>
              <a:rect l="l" t="t" r="r" b="b"/>
              <a:pathLst>
                <a:path w="2288" h="2441" extrusionOk="0">
                  <a:moveTo>
                    <a:pt x="2084" y="203"/>
                  </a:moveTo>
                  <a:lnTo>
                    <a:pt x="2084" y="2237"/>
                  </a:lnTo>
                  <a:lnTo>
                    <a:pt x="203" y="2237"/>
                  </a:lnTo>
                  <a:lnTo>
                    <a:pt x="203" y="203"/>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8"/>
            <p:cNvSpPr/>
            <p:nvPr/>
          </p:nvSpPr>
          <p:spPr>
            <a:xfrm>
              <a:off x="4901781" y="13034"/>
              <a:ext cx="91222" cy="98378"/>
            </a:xfrm>
            <a:custGeom>
              <a:avLst/>
              <a:gdLst/>
              <a:ahLst/>
              <a:cxnLst/>
              <a:rect l="l" t="t" r="r" b="b"/>
              <a:pathLst>
                <a:path w="2263" h="2441" extrusionOk="0">
                  <a:moveTo>
                    <a:pt x="2059" y="203"/>
                  </a:moveTo>
                  <a:lnTo>
                    <a:pt x="2059" y="2237"/>
                  </a:lnTo>
                  <a:lnTo>
                    <a:pt x="203" y="2237"/>
                  </a:lnTo>
                  <a:lnTo>
                    <a:pt x="203"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8"/>
            <p:cNvSpPr/>
            <p:nvPr/>
          </p:nvSpPr>
          <p:spPr>
            <a:xfrm>
              <a:off x="4984739" y="13034"/>
              <a:ext cx="92270" cy="98378"/>
            </a:xfrm>
            <a:custGeom>
              <a:avLst/>
              <a:gdLst/>
              <a:ahLst/>
              <a:cxnLst/>
              <a:rect l="l" t="t" r="r" b="b"/>
              <a:pathLst>
                <a:path w="2289" h="2441" extrusionOk="0">
                  <a:moveTo>
                    <a:pt x="2085" y="203"/>
                  </a:moveTo>
                  <a:lnTo>
                    <a:pt x="2085" y="2237"/>
                  </a:lnTo>
                  <a:lnTo>
                    <a:pt x="204" y="2237"/>
                  </a:lnTo>
                  <a:lnTo>
                    <a:pt x="204"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8"/>
            <p:cNvSpPr/>
            <p:nvPr/>
          </p:nvSpPr>
          <p:spPr>
            <a:xfrm>
              <a:off x="5068745" y="13034"/>
              <a:ext cx="91222" cy="98378"/>
            </a:xfrm>
            <a:custGeom>
              <a:avLst/>
              <a:gdLst/>
              <a:ahLst/>
              <a:cxnLst/>
              <a:rect l="l" t="t" r="r" b="b"/>
              <a:pathLst>
                <a:path w="2263" h="2441" extrusionOk="0">
                  <a:moveTo>
                    <a:pt x="2060" y="203"/>
                  </a:moveTo>
                  <a:lnTo>
                    <a:pt x="2060" y="2237"/>
                  </a:lnTo>
                  <a:lnTo>
                    <a:pt x="204" y="2237"/>
                  </a:lnTo>
                  <a:lnTo>
                    <a:pt x="204" y="203"/>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8"/>
            <p:cNvSpPr/>
            <p:nvPr/>
          </p:nvSpPr>
          <p:spPr>
            <a:xfrm>
              <a:off x="5152751" y="13034"/>
              <a:ext cx="91222" cy="98378"/>
            </a:xfrm>
            <a:custGeom>
              <a:avLst/>
              <a:gdLst/>
              <a:ahLst/>
              <a:cxnLst/>
              <a:rect l="l" t="t" r="r" b="b"/>
              <a:pathLst>
                <a:path w="2263" h="2441" extrusionOk="0">
                  <a:moveTo>
                    <a:pt x="2060" y="203"/>
                  </a:moveTo>
                  <a:lnTo>
                    <a:pt x="2060" y="2237"/>
                  </a:lnTo>
                  <a:lnTo>
                    <a:pt x="204" y="2237"/>
                  </a:lnTo>
                  <a:lnTo>
                    <a:pt x="204" y="203"/>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8"/>
            <p:cNvSpPr/>
            <p:nvPr/>
          </p:nvSpPr>
          <p:spPr>
            <a:xfrm>
              <a:off x="5234741" y="13034"/>
              <a:ext cx="92229" cy="98378"/>
            </a:xfrm>
            <a:custGeom>
              <a:avLst/>
              <a:gdLst/>
              <a:ahLst/>
              <a:cxnLst/>
              <a:rect l="l" t="t" r="r" b="b"/>
              <a:pathLst>
                <a:path w="2288" h="2441" extrusionOk="0">
                  <a:moveTo>
                    <a:pt x="2110" y="203"/>
                  </a:moveTo>
                  <a:lnTo>
                    <a:pt x="2110" y="2237"/>
                  </a:lnTo>
                  <a:lnTo>
                    <a:pt x="229" y="2237"/>
                  </a:lnTo>
                  <a:lnTo>
                    <a:pt x="229"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8"/>
            <p:cNvSpPr/>
            <p:nvPr/>
          </p:nvSpPr>
          <p:spPr>
            <a:xfrm>
              <a:off x="5318747" y="13034"/>
              <a:ext cx="92229" cy="98378"/>
            </a:xfrm>
            <a:custGeom>
              <a:avLst/>
              <a:gdLst/>
              <a:ahLst/>
              <a:cxnLst/>
              <a:rect l="l" t="t" r="r" b="b"/>
              <a:pathLst>
                <a:path w="2288" h="2441" extrusionOk="0">
                  <a:moveTo>
                    <a:pt x="2084" y="203"/>
                  </a:moveTo>
                  <a:lnTo>
                    <a:pt x="2084" y="2237"/>
                  </a:lnTo>
                  <a:lnTo>
                    <a:pt x="204" y="2237"/>
                  </a:lnTo>
                  <a:lnTo>
                    <a:pt x="204"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8"/>
            <p:cNvSpPr/>
            <p:nvPr/>
          </p:nvSpPr>
          <p:spPr>
            <a:xfrm>
              <a:off x="5401746" y="13034"/>
              <a:ext cx="92229" cy="98378"/>
            </a:xfrm>
            <a:custGeom>
              <a:avLst/>
              <a:gdLst/>
              <a:ahLst/>
              <a:cxnLst/>
              <a:rect l="l" t="t" r="r" b="b"/>
              <a:pathLst>
                <a:path w="2288" h="2441" extrusionOk="0">
                  <a:moveTo>
                    <a:pt x="2084" y="203"/>
                  </a:moveTo>
                  <a:lnTo>
                    <a:pt x="2084" y="2237"/>
                  </a:lnTo>
                  <a:lnTo>
                    <a:pt x="229" y="2237"/>
                  </a:lnTo>
                  <a:lnTo>
                    <a:pt x="229" y="203"/>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8"/>
            <p:cNvSpPr/>
            <p:nvPr/>
          </p:nvSpPr>
          <p:spPr>
            <a:xfrm>
              <a:off x="5485752" y="13034"/>
              <a:ext cx="91222" cy="98378"/>
            </a:xfrm>
            <a:custGeom>
              <a:avLst/>
              <a:gdLst/>
              <a:ahLst/>
              <a:cxnLst/>
              <a:rect l="l" t="t" r="r" b="b"/>
              <a:pathLst>
                <a:path w="2263" h="2441" extrusionOk="0">
                  <a:moveTo>
                    <a:pt x="2059" y="203"/>
                  </a:moveTo>
                  <a:lnTo>
                    <a:pt x="2059" y="2237"/>
                  </a:lnTo>
                  <a:lnTo>
                    <a:pt x="203" y="2237"/>
                  </a:lnTo>
                  <a:lnTo>
                    <a:pt x="203"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8"/>
            <p:cNvSpPr/>
            <p:nvPr/>
          </p:nvSpPr>
          <p:spPr>
            <a:xfrm>
              <a:off x="3566834" y="103151"/>
              <a:ext cx="92229" cy="98378"/>
            </a:xfrm>
            <a:custGeom>
              <a:avLst/>
              <a:gdLst/>
              <a:ahLst/>
              <a:cxnLst/>
              <a:rect l="l" t="t" r="r" b="b"/>
              <a:pathLst>
                <a:path w="2288" h="2441" extrusionOk="0">
                  <a:moveTo>
                    <a:pt x="2059" y="204"/>
                  </a:moveTo>
                  <a:lnTo>
                    <a:pt x="2059" y="2237"/>
                  </a:lnTo>
                  <a:lnTo>
                    <a:pt x="204" y="2237"/>
                  </a:lnTo>
                  <a:lnTo>
                    <a:pt x="204" y="204"/>
                  </a:lnTo>
                  <a:close/>
                  <a:moveTo>
                    <a:pt x="0" y="1"/>
                  </a:moveTo>
                  <a:lnTo>
                    <a:pt x="0" y="2441"/>
                  </a:lnTo>
                  <a:lnTo>
                    <a:pt x="2262"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8"/>
            <p:cNvSpPr/>
            <p:nvPr/>
          </p:nvSpPr>
          <p:spPr>
            <a:xfrm>
              <a:off x="3649792" y="103151"/>
              <a:ext cx="92270" cy="98378"/>
            </a:xfrm>
            <a:custGeom>
              <a:avLst/>
              <a:gdLst/>
              <a:ahLst/>
              <a:cxnLst/>
              <a:rect l="l" t="t" r="r" b="b"/>
              <a:pathLst>
                <a:path w="2289" h="2441" extrusionOk="0">
                  <a:moveTo>
                    <a:pt x="2060" y="204"/>
                  </a:moveTo>
                  <a:lnTo>
                    <a:pt x="2060" y="2237"/>
                  </a:lnTo>
                  <a:lnTo>
                    <a:pt x="204" y="2237"/>
                  </a:lnTo>
                  <a:lnTo>
                    <a:pt x="204"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8"/>
            <p:cNvSpPr/>
            <p:nvPr/>
          </p:nvSpPr>
          <p:spPr>
            <a:xfrm>
              <a:off x="3732791" y="103151"/>
              <a:ext cx="92270" cy="98378"/>
            </a:xfrm>
            <a:custGeom>
              <a:avLst/>
              <a:gdLst/>
              <a:ahLst/>
              <a:cxnLst/>
              <a:rect l="l" t="t" r="r" b="b"/>
              <a:pathLst>
                <a:path w="2289" h="2441" extrusionOk="0">
                  <a:moveTo>
                    <a:pt x="2085" y="204"/>
                  </a:moveTo>
                  <a:lnTo>
                    <a:pt x="2085" y="2237"/>
                  </a:lnTo>
                  <a:lnTo>
                    <a:pt x="229" y="2237"/>
                  </a:lnTo>
                  <a:lnTo>
                    <a:pt x="229"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8"/>
            <p:cNvSpPr/>
            <p:nvPr/>
          </p:nvSpPr>
          <p:spPr>
            <a:xfrm>
              <a:off x="3816797" y="103151"/>
              <a:ext cx="91222" cy="98378"/>
            </a:xfrm>
            <a:custGeom>
              <a:avLst/>
              <a:gdLst/>
              <a:ahLst/>
              <a:cxnLst/>
              <a:rect l="l" t="t" r="r" b="b"/>
              <a:pathLst>
                <a:path w="2263" h="2441" extrusionOk="0">
                  <a:moveTo>
                    <a:pt x="2059" y="204"/>
                  </a:moveTo>
                  <a:lnTo>
                    <a:pt x="2059" y="2237"/>
                  </a:lnTo>
                  <a:lnTo>
                    <a:pt x="204" y="2237"/>
                  </a:lnTo>
                  <a:lnTo>
                    <a:pt x="204" y="204"/>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8"/>
            <p:cNvSpPr/>
            <p:nvPr/>
          </p:nvSpPr>
          <p:spPr>
            <a:xfrm>
              <a:off x="3899795" y="103151"/>
              <a:ext cx="92229" cy="98378"/>
            </a:xfrm>
            <a:custGeom>
              <a:avLst/>
              <a:gdLst/>
              <a:ahLst/>
              <a:cxnLst/>
              <a:rect l="l" t="t" r="r" b="b"/>
              <a:pathLst>
                <a:path w="2288" h="2441" extrusionOk="0">
                  <a:moveTo>
                    <a:pt x="2085" y="204"/>
                  </a:moveTo>
                  <a:lnTo>
                    <a:pt x="2085" y="2237"/>
                  </a:lnTo>
                  <a:lnTo>
                    <a:pt x="204" y="2237"/>
                  </a:lnTo>
                  <a:lnTo>
                    <a:pt x="204" y="204"/>
                  </a:lnTo>
                  <a:close/>
                  <a:moveTo>
                    <a:pt x="0" y="1"/>
                  </a:moveTo>
                  <a:lnTo>
                    <a:pt x="0" y="2441"/>
                  </a:lnTo>
                  <a:lnTo>
                    <a:pt x="2288"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8"/>
            <p:cNvSpPr/>
            <p:nvPr/>
          </p:nvSpPr>
          <p:spPr>
            <a:xfrm>
              <a:off x="3983801" y="103151"/>
              <a:ext cx="91222" cy="98378"/>
            </a:xfrm>
            <a:custGeom>
              <a:avLst/>
              <a:gdLst/>
              <a:ahLst/>
              <a:cxnLst/>
              <a:rect l="l" t="t" r="r" b="b"/>
              <a:pathLst>
                <a:path w="2263" h="2441" extrusionOk="0">
                  <a:moveTo>
                    <a:pt x="2059" y="204"/>
                  </a:moveTo>
                  <a:lnTo>
                    <a:pt x="2059" y="2237"/>
                  </a:lnTo>
                  <a:lnTo>
                    <a:pt x="204" y="2237"/>
                  </a:lnTo>
                  <a:lnTo>
                    <a:pt x="204" y="204"/>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8"/>
            <p:cNvSpPr/>
            <p:nvPr/>
          </p:nvSpPr>
          <p:spPr>
            <a:xfrm>
              <a:off x="4066799" y="103151"/>
              <a:ext cx="92229" cy="98378"/>
            </a:xfrm>
            <a:custGeom>
              <a:avLst/>
              <a:gdLst/>
              <a:ahLst/>
              <a:cxnLst/>
              <a:rect l="l" t="t" r="r" b="b"/>
              <a:pathLst>
                <a:path w="2288" h="2441" extrusionOk="0">
                  <a:moveTo>
                    <a:pt x="2084" y="204"/>
                  </a:moveTo>
                  <a:lnTo>
                    <a:pt x="2084" y="2237"/>
                  </a:lnTo>
                  <a:lnTo>
                    <a:pt x="204" y="2237"/>
                  </a:lnTo>
                  <a:lnTo>
                    <a:pt x="204" y="204"/>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8"/>
            <p:cNvSpPr/>
            <p:nvPr/>
          </p:nvSpPr>
          <p:spPr>
            <a:xfrm>
              <a:off x="4150805" y="103151"/>
              <a:ext cx="91222" cy="98378"/>
            </a:xfrm>
            <a:custGeom>
              <a:avLst/>
              <a:gdLst/>
              <a:ahLst/>
              <a:cxnLst/>
              <a:rect l="l" t="t" r="r" b="b"/>
              <a:pathLst>
                <a:path w="2263" h="2441" extrusionOk="0">
                  <a:moveTo>
                    <a:pt x="2059" y="204"/>
                  </a:moveTo>
                  <a:lnTo>
                    <a:pt x="2059" y="2237"/>
                  </a:lnTo>
                  <a:lnTo>
                    <a:pt x="204" y="2237"/>
                  </a:lnTo>
                  <a:lnTo>
                    <a:pt x="204"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8"/>
            <p:cNvSpPr/>
            <p:nvPr/>
          </p:nvSpPr>
          <p:spPr>
            <a:xfrm>
              <a:off x="4233804" y="103151"/>
              <a:ext cx="92229" cy="98378"/>
            </a:xfrm>
            <a:custGeom>
              <a:avLst/>
              <a:gdLst/>
              <a:ahLst/>
              <a:cxnLst/>
              <a:rect l="l" t="t" r="r" b="b"/>
              <a:pathLst>
                <a:path w="2288" h="2441" extrusionOk="0">
                  <a:moveTo>
                    <a:pt x="2084" y="204"/>
                  </a:moveTo>
                  <a:lnTo>
                    <a:pt x="2084" y="2237"/>
                  </a:lnTo>
                  <a:lnTo>
                    <a:pt x="203" y="2237"/>
                  </a:lnTo>
                  <a:lnTo>
                    <a:pt x="203" y="204"/>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8"/>
            <p:cNvSpPr/>
            <p:nvPr/>
          </p:nvSpPr>
          <p:spPr>
            <a:xfrm>
              <a:off x="4317810" y="103151"/>
              <a:ext cx="91222" cy="98378"/>
            </a:xfrm>
            <a:custGeom>
              <a:avLst/>
              <a:gdLst/>
              <a:ahLst/>
              <a:cxnLst/>
              <a:rect l="l" t="t" r="r" b="b"/>
              <a:pathLst>
                <a:path w="2263" h="2441" extrusionOk="0">
                  <a:moveTo>
                    <a:pt x="2059" y="204"/>
                  </a:moveTo>
                  <a:lnTo>
                    <a:pt x="2059" y="2237"/>
                  </a:lnTo>
                  <a:lnTo>
                    <a:pt x="203" y="2237"/>
                  </a:lnTo>
                  <a:lnTo>
                    <a:pt x="203"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8"/>
            <p:cNvSpPr/>
            <p:nvPr/>
          </p:nvSpPr>
          <p:spPr>
            <a:xfrm>
              <a:off x="4400768" y="103151"/>
              <a:ext cx="92270" cy="98378"/>
            </a:xfrm>
            <a:custGeom>
              <a:avLst/>
              <a:gdLst/>
              <a:ahLst/>
              <a:cxnLst/>
              <a:rect l="l" t="t" r="r" b="b"/>
              <a:pathLst>
                <a:path w="2289" h="2441" extrusionOk="0">
                  <a:moveTo>
                    <a:pt x="2059" y="204"/>
                  </a:moveTo>
                  <a:lnTo>
                    <a:pt x="2059" y="2237"/>
                  </a:lnTo>
                  <a:lnTo>
                    <a:pt x="204" y="2237"/>
                  </a:lnTo>
                  <a:lnTo>
                    <a:pt x="204"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8"/>
            <p:cNvSpPr/>
            <p:nvPr/>
          </p:nvSpPr>
          <p:spPr>
            <a:xfrm>
              <a:off x="4483766" y="103151"/>
              <a:ext cx="92229" cy="98378"/>
            </a:xfrm>
            <a:custGeom>
              <a:avLst/>
              <a:gdLst/>
              <a:ahLst/>
              <a:cxnLst/>
              <a:rect l="l" t="t" r="r" b="b"/>
              <a:pathLst>
                <a:path w="2288" h="2441" extrusionOk="0">
                  <a:moveTo>
                    <a:pt x="2085" y="204"/>
                  </a:moveTo>
                  <a:lnTo>
                    <a:pt x="2085" y="2237"/>
                  </a:lnTo>
                  <a:lnTo>
                    <a:pt x="229" y="2237"/>
                  </a:lnTo>
                  <a:lnTo>
                    <a:pt x="229" y="204"/>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8"/>
            <p:cNvSpPr/>
            <p:nvPr/>
          </p:nvSpPr>
          <p:spPr>
            <a:xfrm>
              <a:off x="4567772" y="103151"/>
              <a:ext cx="92229" cy="98378"/>
            </a:xfrm>
            <a:custGeom>
              <a:avLst/>
              <a:gdLst/>
              <a:ahLst/>
              <a:cxnLst/>
              <a:rect l="l" t="t" r="r" b="b"/>
              <a:pathLst>
                <a:path w="2288" h="2441" extrusionOk="0">
                  <a:moveTo>
                    <a:pt x="2059" y="204"/>
                  </a:moveTo>
                  <a:lnTo>
                    <a:pt x="2059" y="2237"/>
                  </a:lnTo>
                  <a:lnTo>
                    <a:pt x="204" y="2237"/>
                  </a:lnTo>
                  <a:lnTo>
                    <a:pt x="204"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8"/>
            <p:cNvSpPr/>
            <p:nvPr/>
          </p:nvSpPr>
          <p:spPr>
            <a:xfrm>
              <a:off x="4650770" y="103151"/>
              <a:ext cx="92229" cy="98378"/>
            </a:xfrm>
            <a:custGeom>
              <a:avLst/>
              <a:gdLst/>
              <a:ahLst/>
              <a:cxnLst/>
              <a:rect l="l" t="t" r="r" b="b"/>
              <a:pathLst>
                <a:path w="2288" h="2441" extrusionOk="0">
                  <a:moveTo>
                    <a:pt x="2084" y="204"/>
                  </a:moveTo>
                  <a:lnTo>
                    <a:pt x="2084" y="2237"/>
                  </a:lnTo>
                  <a:lnTo>
                    <a:pt x="229" y="2237"/>
                  </a:lnTo>
                  <a:lnTo>
                    <a:pt x="229" y="204"/>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8"/>
            <p:cNvSpPr/>
            <p:nvPr/>
          </p:nvSpPr>
          <p:spPr>
            <a:xfrm>
              <a:off x="4734776" y="103151"/>
              <a:ext cx="91222" cy="98378"/>
            </a:xfrm>
            <a:custGeom>
              <a:avLst/>
              <a:gdLst/>
              <a:ahLst/>
              <a:cxnLst/>
              <a:rect l="l" t="t" r="r" b="b"/>
              <a:pathLst>
                <a:path w="2263" h="2441" extrusionOk="0">
                  <a:moveTo>
                    <a:pt x="2059" y="204"/>
                  </a:moveTo>
                  <a:lnTo>
                    <a:pt x="2059" y="2237"/>
                  </a:lnTo>
                  <a:lnTo>
                    <a:pt x="204" y="2237"/>
                  </a:lnTo>
                  <a:lnTo>
                    <a:pt x="204"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8"/>
            <p:cNvSpPr/>
            <p:nvPr/>
          </p:nvSpPr>
          <p:spPr>
            <a:xfrm>
              <a:off x="4817775" y="103151"/>
              <a:ext cx="92229" cy="98378"/>
            </a:xfrm>
            <a:custGeom>
              <a:avLst/>
              <a:gdLst/>
              <a:ahLst/>
              <a:cxnLst/>
              <a:rect l="l" t="t" r="r" b="b"/>
              <a:pathLst>
                <a:path w="2288" h="2441" extrusionOk="0">
                  <a:moveTo>
                    <a:pt x="2084" y="204"/>
                  </a:moveTo>
                  <a:lnTo>
                    <a:pt x="2084" y="2237"/>
                  </a:lnTo>
                  <a:lnTo>
                    <a:pt x="203" y="2237"/>
                  </a:lnTo>
                  <a:lnTo>
                    <a:pt x="203" y="204"/>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8"/>
            <p:cNvSpPr/>
            <p:nvPr/>
          </p:nvSpPr>
          <p:spPr>
            <a:xfrm>
              <a:off x="4901781" y="103151"/>
              <a:ext cx="91222" cy="98378"/>
            </a:xfrm>
            <a:custGeom>
              <a:avLst/>
              <a:gdLst/>
              <a:ahLst/>
              <a:cxnLst/>
              <a:rect l="l" t="t" r="r" b="b"/>
              <a:pathLst>
                <a:path w="2263" h="2441" extrusionOk="0">
                  <a:moveTo>
                    <a:pt x="2059" y="204"/>
                  </a:moveTo>
                  <a:lnTo>
                    <a:pt x="2059" y="2237"/>
                  </a:lnTo>
                  <a:lnTo>
                    <a:pt x="203" y="2237"/>
                  </a:lnTo>
                  <a:lnTo>
                    <a:pt x="203"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8"/>
            <p:cNvSpPr/>
            <p:nvPr/>
          </p:nvSpPr>
          <p:spPr>
            <a:xfrm>
              <a:off x="4984739" y="103151"/>
              <a:ext cx="92270" cy="98378"/>
            </a:xfrm>
            <a:custGeom>
              <a:avLst/>
              <a:gdLst/>
              <a:ahLst/>
              <a:cxnLst/>
              <a:rect l="l" t="t" r="r" b="b"/>
              <a:pathLst>
                <a:path w="2289" h="2441" extrusionOk="0">
                  <a:moveTo>
                    <a:pt x="2085" y="204"/>
                  </a:moveTo>
                  <a:lnTo>
                    <a:pt x="2085" y="2237"/>
                  </a:lnTo>
                  <a:lnTo>
                    <a:pt x="204" y="2237"/>
                  </a:lnTo>
                  <a:lnTo>
                    <a:pt x="204"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8"/>
            <p:cNvSpPr/>
            <p:nvPr/>
          </p:nvSpPr>
          <p:spPr>
            <a:xfrm>
              <a:off x="5068745" y="103151"/>
              <a:ext cx="91222" cy="98378"/>
            </a:xfrm>
            <a:custGeom>
              <a:avLst/>
              <a:gdLst/>
              <a:ahLst/>
              <a:cxnLst/>
              <a:rect l="l" t="t" r="r" b="b"/>
              <a:pathLst>
                <a:path w="2263" h="2441" extrusionOk="0">
                  <a:moveTo>
                    <a:pt x="2060" y="204"/>
                  </a:moveTo>
                  <a:lnTo>
                    <a:pt x="2060" y="2237"/>
                  </a:lnTo>
                  <a:lnTo>
                    <a:pt x="204" y="2237"/>
                  </a:lnTo>
                  <a:lnTo>
                    <a:pt x="204" y="204"/>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8"/>
            <p:cNvSpPr/>
            <p:nvPr/>
          </p:nvSpPr>
          <p:spPr>
            <a:xfrm>
              <a:off x="5152751" y="103151"/>
              <a:ext cx="91222" cy="98378"/>
            </a:xfrm>
            <a:custGeom>
              <a:avLst/>
              <a:gdLst/>
              <a:ahLst/>
              <a:cxnLst/>
              <a:rect l="l" t="t" r="r" b="b"/>
              <a:pathLst>
                <a:path w="2263" h="2441" extrusionOk="0">
                  <a:moveTo>
                    <a:pt x="2060" y="204"/>
                  </a:moveTo>
                  <a:lnTo>
                    <a:pt x="2060" y="2237"/>
                  </a:lnTo>
                  <a:lnTo>
                    <a:pt x="204" y="2237"/>
                  </a:lnTo>
                  <a:lnTo>
                    <a:pt x="204" y="204"/>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8"/>
            <p:cNvSpPr/>
            <p:nvPr/>
          </p:nvSpPr>
          <p:spPr>
            <a:xfrm>
              <a:off x="5234741" y="103151"/>
              <a:ext cx="92229" cy="98378"/>
            </a:xfrm>
            <a:custGeom>
              <a:avLst/>
              <a:gdLst/>
              <a:ahLst/>
              <a:cxnLst/>
              <a:rect l="l" t="t" r="r" b="b"/>
              <a:pathLst>
                <a:path w="2288" h="2441" extrusionOk="0">
                  <a:moveTo>
                    <a:pt x="2084" y="204"/>
                  </a:moveTo>
                  <a:lnTo>
                    <a:pt x="2084" y="2237"/>
                  </a:lnTo>
                  <a:lnTo>
                    <a:pt x="229" y="2237"/>
                  </a:lnTo>
                  <a:lnTo>
                    <a:pt x="229" y="204"/>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8"/>
            <p:cNvSpPr/>
            <p:nvPr/>
          </p:nvSpPr>
          <p:spPr>
            <a:xfrm>
              <a:off x="5318747" y="103151"/>
              <a:ext cx="92229" cy="98378"/>
            </a:xfrm>
            <a:custGeom>
              <a:avLst/>
              <a:gdLst/>
              <a:ahLst/>
              <a:cxnLst/>
              <a:rect l="l" t="t" r="r" b="b"/>
              <a:pathLst>
                <a:path w="2288" h="2441" extrusionOk="0">
                  <a:moveTo>
                    <a:pt x="2084" y="204"/>
                  </a:moveTo>
                  <a:lnTo>
                    <a:pt x="2084" y="2237"/>
                  </a:lnTo>
                  <a:lnTo>
                    <a:pt x="204" y="2237"/>
                  </a:lnTo>
                  <a:lnTo>
                    <a:pt x="204" y="204"/>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8"/>
            <p:cNvSpPr/>
            <p:nvPr/>
          </p:nvSpPr>
          <p:spPr>
            <a:xfrm>
              <a:off x="5401746" y="103151"/>
              <a:ext cx="92229" cy="98378"/>
            </a:xfrm>
            <a:custGeom>
              <a:avLst/>
              <a:gdLst/>
              <a:ahLst/>
              <a:cxnLst/>
              <a:rect l="l" t="t" r="r" b="b"/>
              <a:pathLst>
                <a:path w="2288" h="2441" extrusionOk="0">
                  <a:moveTo>
                    <a:pt x="2084" y="204"/>
                  </a:moveTo>
                  <a:lnTo>
                    <a:pt x="2084" y="2237"/>
                  </a:lnTo>
                  <a:lnTo>
                    <a:pt x="203" y="2237"/>
                  </a:lnTo>
                  <a:lnTo>
                    <a:pt x="229" y="204"/>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8"/>
            <p:cNvSpPr/>
            <p:nvPr/>
          </p:nvSpPr>
          <p:spPr>
            <a:xfrm>
              <a:off x="5485752" y="103151"/>
              <a:ext cx="91222" cy="98378"/>
            </a:xfrm>
            <a:custGeom>
              <a:avLst/>
              <a:gdLst/>
              <a:ahLst/>
              <a:cxnLst/>
              <a:rect l="l" t="t" r="r" b="b"/>
              <a:pathLst>
                <a:path w="2263" h="2441" extrusionOk="0">
                  <a:moveTo>
                    <a:pt x="2059" y="204"/>
                  </a:moveTo>
                  <a:lnTo>
                    <a:pt x="2059" y="2237"/>
                  </a:lnTo>
                  <a:lnTo>
                    <a:pt x="203" y="2237"/>
                  </a:lnTo>
                  <a:lnTo>
                    <a:pt x="203"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8"/>
            <p:cNvSpPr/>
            <p:nvPr/>
          </p:nvSpPr>
          <p:spPr>
            <a:xfrm>
              <a:off x="3566834" y="193307"/>
              <a:ext cx="92229" cy="99386"/>
            </a:xfrm>
            <a:custGeom>
              <a:avLst/>
              <a:gdLst/>
              <a:ahLst/>
              <a:cxnLst/>
              <a:rect l="l" t="t" r="r" b="b"/>
              <a:pathLst>
                <a:path w="2288" h="2466" extrusionOk="0">
                  <a:moveTo>
                    <a:pt x="2059" y="204"/>
                  </a:moveTo>
                  <a:lnTo>
                    <a:pt x="2059" y="2237"/>
                  </a:lnTo>
                  <a:lnTo>
                    <a:pt x="204" y="2237"/>
                  </a:lnTo>
                  <a:lnTo>
                    <a:pt x="204" y="204"/>
                  </a:lnTo>
                  <a:close/>
                  <a:moveTo>
                    <a:pt x="0" y="0"/>
                  </a:moveTo>
                  <a:lnTo>
                    <a:pt x="0" y="2466"/>
                  </a:lnTo>
                  <a:lnTo>
                    <a:pt x="2262"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8"/>
            <p:cNvSpPr/>
            <p:nvPr/>
          </p:nvSpPr>
          <p:spPr>
            <a:xfrm>
              <a:off x="3649792" y="193307"/>
              <a:ext cx="92270" cy="99386"/>
            </a:xfrm>
            <a:custGeom>
              <a:avLst/>
              <a:gdLst/>
              <a:ahLst/>
              <a:cxnLst/>
              <a:rect l="l" t="t" r="r" b="b"/>
              <a:pathLst>
                <a:path w="2289" h="2466" extrusionOk="0">
                  <a:moveTo>
                    <a:pt x="2060" y="204"/>
                  </a:moveTo>
                  <a:lnTo>
                    <a:pt x="2060" y="2237"/>
                  </a:lnTo>
                  <a:lnTo>
                    <a:pt x="204" y="2237"/>
                  </a:lnTo>
                  <a:lnTo>
                    <a:pt x="204" y="204"/>
                  </a:lnTo>
                  <a:close/>
                  <a:moveTo>
                    <a:pt x="1" y="0"/>
                  </a:moveTo>
                  <a:lnTo>
                    <a:pt x="1"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8"/>
            <p:cNvSpPr/>
            <p:nvPr/>
          </p:nvSpPr>
          <p:spPr>
            <a:xfrm>
              <a:off x="3732791" y="193307"/>
              <a:ext cx="92270" cy="99386"/>
            </a:xfrm>
            <a:custGeom>
              <a:avLst/>
              <a:gdLst/>
              <a:ahLst/>
              <a:cxnLst/>
              <a:rect l="l" t="t" r="r" b="b"/>
              <a:pathLst>
                <a:path w="2289" h="2466" extrusionOk="0">
                  <a:moveTo>
                    <a:pt x="2085" y="204"/>
                  </a:moveTo>
                  <a:lnTo>
                    <a:pt x="2085" y="2237"/>
                  </a:lnTo>
                  <a:lnTo>
                    <a:pt x="229" y="2237"/>
                  </a:lnTo>
                  <a:lnTo>
                    <a:pt x="229" y="204"/>
                  </a:lnTo>
                  <a:close/>
                  <a:moveTo>
                    <a:pt x="1" y="0"/>
                  </a:moveTo>
                  <a:lnTo>
                    <a:pt x="1"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8"/>
            <p:cNvSpPr/>
            <p:nvPr/>
          </p:nvSpPr>
          <p:spPr>
            <a:xfrm>
              <a:off x="3816797" y="193307"/>
              <a:ext cx="91222" cy="99386"/>
            </a:xfrm>
            <a:custGeom>
              <a:avLst/>
              <a:gdLst/>
              <a:ahLst/>
              <a:cxnLst/>
              <a:rect l="l" t="t" r="r" b="b"/>
              <a:pathLst>
                <a:path w="2263" h="2466" extrusionOk="0">
                  <a:moveTo>
                    <a:pt x="2059" y="204"/>
                  </a:moveTo>
                  <a:lnTo>
                    <a:pt x="2059" y="2237"/>
                  </a:lnTo>
                  <a:lnTo>
                    <a:pt x="204" y="2237"/>
                  </a:lnTo>
                  <a:lnTo>
                    <a:pt x="204" y="204"/>
                  </a:lnTo>
                  <a:close/>
                  <a:moveTo>
                    <a:pt x="1" y="0"/>
                  </a:moveTo>
                  <a:lnTo>
                    <a:pt x="1" y="2466"/>
                  </a:lnTo>
                  <a:lnTo>
                    <a:pt x="2263" y="2466"/>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8"/>
            <p:cNvSpPr/>
            <p:nvPr/>
          </p:nvSpPr>
          <p:spPr>
            <a:xfrm>
              <a:off x="3899795" y="193307"/>
              <a:ext cx="92229" cy="99386"/>
            </a:xfrm>
            <a:custGeom>
              <a:avLst/>
              <a:gdLst/>
              <a:ahLst/>
              <a:cxnLst/>
              <a:rect l="l" t="t" r="r" b="b"/>
              <a:pathLst>
                <a:path w="2288" h="2466" extrusionOk="0">
                  <a:moveTo>
                    <a:pt x="2085" y="204"/>
                  </a:moveTo>
                  <a:lnTo>
                    <a:pt x="2085" y="2237"/>
                  </a:lnTo>
                  <a:lnTo>
                    <a:pt x="204" y="2237"/>
                  </a:lnTo>
                  <a:lnTo>
                    <a:pt x="204" y="204"/>
                  </a:lnTo>
                  <a:close/>
                  <a:moveTo>
                    <a:pt x="0" y="0"/>
                  </a:moveTo>
                  <a:lnTo>
                    <a:pt x="0" y="2466"/>
                  </a:lnTo>
                  <a:lnTo>
                    <a:pt x="2288" y="2466"/>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8"/>
            <p:cNvSpPr/>
            <p:nvPr/>
          </p:nvSpPr>
          <p:spPr>
            <a:xfrm>
              <a:off x="3983801" y="193307"/>
              <a:ext cx="91222" cy="99386"/>
            </a:xfrm>
            <a:custGeom>
              <a:avLst/>
              <a:gdLst/>
              <a:ahLst/>
              <a:cxnLst/>
              <a:rect l="l" t="t" r="r" b="b"/>
              <a:pathLst>
                <a:path w="2263" h="2466" extrusionOk="0">
                  <a:moveTo>
                    <a:pt x="2059" y="204"/>
                  </a:moveTo>
                  <a:lnTo>
                    <a:pt x="2059" y="2237"/>
                  </a:lnTo>
                  <a:lnTo>
                    <a:pt x="204" y="2237"/>
                  </a:lnTo>
                  <a:lnTo>
                    <a:pt x="204" y="204"/>
                  </a:lnTo>
                  <a:close/>
                  <a:moveTo>
                    <a:pt x="1" y="0"/>
                  </a:moveTo>
                  <a:lnTo>
                    <a:pt x="1" y="2466"/>
                  </a:lnTo>
                  <a:lnTo>
                    <a:pt x="2263" y="2466"/>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8"/>
            <p:cNvSpPr/>
            <p:nvPr/>
          </p:nvSpPr>
          <p:spPr>
            <a:xfrm>
              <a:off x="4066799" y="193307"/>
              <a:ext cx="92229" cy="99386"/>
            </a:xfrm>
            <a:custGeom>
              <a:avLst/>
              <a:gdLst/>
              <a:ahLst/>
              <a:cxnLst/>
              <a:rect l="l" t="t" r="r" b="b"/>
              <a:pathLst>
                <a:path w="2288" h="2466" extrusionOk="0">
                  <a:moveTo>
                    <a:pt x="2084" y="204"/>
                  </a:moveTo>
                  <a:lnTo>
                    <a:pt x="2084" y="2237"/>
                  </a:lnTo>
                  <a:lnTo>
                    <a:pt x="204" y="2237"/>
                  </a:lnTo>
                  <a:lnTo>
                    <a:pt x="204" y="204"/>
                  </a:lnTo>
                  <a:close/>
                  <a:moveTo>
                    <a:pt x="0" y="0"/>
                  </a:moveTo>
                  <a:lnTo>
                    <a:pt x="0"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8"/>
            <p:cNvSpPr/>
            <p:nvPr/>
          </p:nvSpPr>
          <p:spPr>
            <a:xfrm>
              <a:off x="4150805" y="193307"/>
              <a:ext cx="91222" cy="99386"/>
            </a:xfrm>
            <a:custGeom>
              <a:avLst/>
              <a:gdLst/>
              <a:ahLst/>
              <a:cxnLst/>
              <a:rect l="l" t="t" r="r" b="b"/>
              <a:pathLst>
                <a:path w="2263" h="2466" extrusionOk="0">
                  <a:moveTo>
                    <a:pt x="2059" y="204"/>
                  </a:moveTo>
                  <a:lnTo>
                    <a:pt x="2059" y="2237"/>
                  </a:lnTo>
                  <a:lnTo>
                    <a:pt x="204" y="2237"/>
                  </a:lnTo>
                  <a:lnTo>
                    <a:pt x="204" y="204"/>
                  </a:lnTo>
                  <a:close/>
                  <a:moveTo>
                    <a:pt x="0" y="0"/>
                  </a:moveTo>
                  <a:lnTo>
                    <a:pt x="0" y="2466"/>
                  </a:lnTo>
                  <a:lnTo>
                    <a:pt x="2262" y="2466"/>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8"/>
            <p:cNvSpPr/>
            <p:nvPr/>
          </p:nvSpPr>
          <p:spPr>
            <a:xfrm>
              <a:off x="4233804" y="193307"/>
              <a:ext cx="92229" cy="99386"/>
            </a:xfrm>
            <a:custGeom>
              <a:avLst/>
              <a:gdLst/>
              <a:ahLst/>
              <a:cxnLst/>
              <a:rect l="l" t="t" r="r" b="b"/>
              <a:pathLst>
                <a:path w="2288" h="2466" extrusionOk="0">
                  <a:moveTo>
                    <a:pt x="2084" y="204"/>
                  </a:moveTo>
                  <a:lnTo>
                    <a:pt x="2084" y="2237"/>
                  </a:lnTo>
                  <a:lnTo>
                    <a:pt x="203" y="2237"/>
                  </a:lnTo>
                  <a:lnTo>
                    <a:pt x="203" y="204"/>
                  </a:lnTo>
                  <a:close/>
                  <a:moveTo>
                    <a:pt x="0" y="0"/>
                  </a:moveTo>
                  <a:lnTo>
                    <a:pt x="0" y="2466"/>
                  </a:lnTo>
                  <a:lnTo>
                    <a:pt x="2287" y="2466"/>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8"/>
            <p:cNvSpPr/>
            <p:nvPr/>
          </p:nvSpPr>
          <p:spPr>
            <a:xfrm>
              <a:off x="4317810" y="193307"/>
              <a:ext cx="91222" cy="99386"/>
            </a:xfrm>
            <a:custGeom>
              <a:avLst/>
              <a:gdLst/>
              <a:ahLst/>
              <a:cxnLst/>
              <a:rect l="l" t="t" r="r" b="b"/>
              <a:pathLst>
                <a:path w="2263" h="2466" extrusionOk="0">
                  <a:moveTo>
                    <a:pt x="2059" y="204"/>
                  </a:moveTo>
                  <a:lnTo>
                    <a:pt x="2059" y="2237"/>
                  </a:lnTo>
                  <a:lnTo>
                    <a:pt x="203" y="2237"/>
                  </a:lnTo>
                  <a:lnTo>
                    <a:pt x="203" y="204"/>
                  </a:lnTo>
                  <a:close/>
                  <a:moveTo>
                    <a:pt x="0" y="0"/>
                  </a:moveTo>
                  <a:lnTo>
                    <a:pt x="0" y="2466"/>
                  </a:lnTo>
                  <a:lnTo>
                    <a:pt x="2262" y="2466"/>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8"/>
            <p:cNvSpPr/>
            <p:nvPr/>
          </p:nvSpPr>
          <p:spPr>
            <a:xfrm>
              <a:off x="4400768" y="193307"/>
              <a:ext cx="92270" cy="99386"/>
            </a:xfrm>
            <a:custGeom>
              <a:avLst/>
              <a:gdLst/>
              <a:ahLst/>
              <a:cxnLst/>
              <a:rect l="l" t="t" r="r" b="b"/>
              <a:pathLst>
                <a:path w="2289" h="2466" extrusionOk="0">
                  <a:moveTo>
                    <a:pt x="2059" y="204"/>
                  </a:moveTo>
                  <a:lnTo>
                    <a:pt x="2059" y="2237"/>
                  </a:lnTo>
                  <a:lnTo>
                    <a:pt x="204" y="2237"/>
                  </a:lnTo>
                  <a:lnTo>
                    <a:pt x="204" y="204"/>
                  </a:lnTo>
                  <a:close/>
                  <a:moveTo>
                    <a:pt x="1" y="0"/>
                  </a:moveTo>
                  <a:lnTo>
                    <a:pt x="1"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8"/>
            <p:cNvSpPr/>
            <p:nvPr/>
          </p:nvSpPr>
          <p:spPr>
            <a:xfrm>
              <a:off x="4483766" y="193307"/>
              <a:ext cx="92229" cy="99386"/>
            </a:xfrm>
            <a:custGeom>
              <a:avLst/>
              <a:gdLst/>
              <a:ahLst/>
              <a:cxnLst/>
              <a:rect l="l" t="t" r="r" b="b"/>
              <a:pathLst>
                <a:path w="2288" h="2466" extrusionOk="0">
                  <a:moveTo>
                    <a:pt x="2085" y="204"/>
                  </a:moveTo>
                  <a:lnTo>
                    <a:pt x="2085" y="2237"/>
                  </a:lnTo>
                  <a:lnTo>
                    <a:pt x="229" y="2237"/>
                  </a:lnTo>
                  <a:lnTo>
                    <a:pt x="229" y="204"/>
                  </a:lnTo>
                  <a:close/>
                  <a:moveTo>
                    <a:pt x="0" y="0"/>
                  </a:moveTo>
                  <a:lnTo>
                    <a:pt x="0"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8"/>
            <p:cNvSpPr/>
            <p:nvPr/>
          </p:nvSpPr>
          <p:spPr>
            <a:xfrm>
              <a:off x="4567772" y="193307"/>
              <a:ext cx="92229" cy="99386"/>
            </a:xfrm>
            <a:custGeom>
              <a:avLst/>
              <a:gdLst/>
              <a:ahLst/>
              <a:cxnLst/>
              <a:rect l="l" t="t" r="r" b="b"/>
              <a:pathLst>
                <a:path w="2288" h="2466" extrusionOk="0">
                  <a:moveTo>
                    <a:pt x="2059" y="204"/>
                  </a:moveTo>
                  <a:lnTo>
                    <a:pt x="2059" y="2237"/>
                  </a:lnTo>
                  <a:lnTo>
                    <a:pt x="204" y="2237"/>
                  </a:lnTo>
                  <a:lnTo>
                    <a:pt x="204" y="204"/>
                  </a:lnTo>
                  <a:close/>
                  <a:moveTo>
                    <a:pt x="1" y="0"/>
                  </a:moveTo>
                  <a:lnTo>
                    <a:pt x="1"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8"/>
            <p:cNvSpPr/>
            <p:nvPr/>
          </p:nvSpPr>
          <p:spPr>
            <a:xfrm>
              <a:off x="4650770" y="193307"/>
              <a:ext cx="92229" cy="99386"/>
            </a:xfrm>
            <a:custGeom>
              <a:avLst/>
              <a:gdLst/>
              <a:ahLst/>
              <a:cxnLst/>
              <a:rect l="l" t="t" r="r" b="b"/>
              <a:pathLst>
                <a:path w="2288" h="2466" extrusionOk="0">
                  <a:moveTo>
                    <a:pt x="2084" y="204"/>
                  </a:moveTo>
                  <a:lnTo>
                    <a:pt x="2084" y="2237"/>
                  </a:lnTo>
                  <a:lnTo>
                    <a:pt x="229" y="2237"/>
                  </a:lnTo>
                  <a:lnTo>
                    <a:pt x="229" y="204"/>
                  </a:lnTo>
                  <a:close/>
                  <a:moveTo>
                    <a:pt x="0" y="0"/>
                  </a:moveTo>
                  <a:lnTo>
                    <a:pt x="0"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8"/>
            <p:cNvSpPr/>
            <p:nvPr/>
          </p:nvSpPr>
          <p:spPr>
            <a:xfrm>
              <a:off x="4734776" y="193307"/>
              <a:ext cx="91222" cy="99386"/>
            </a:xfrm>
            <a:custGeom>
              <a:avLst/>
              <a:gdLst/>
              <a:ahLst/>
              <a:cxnLst/>
              <a:rect l="l" t="t" r="r" b="b"/>
              <a:pathLst>
                <a:path w="2263" h="2466" extrusionOk="0">
                  <a:moveTo>
                    <a:pt x="2059" y="204"/>
                  </a:moveTo>
                  <a:lnTo>
                    <a:pt x="2059" y="2237"/>
                  </a:lnTo>
                  <a:lnTo>
                    <a:pt x="204" y="2237"/>
                  </a:lnTo>
                  <a:lnTo>
                    <a:pt x="204" y="204"/>
                  </a:lnTo>
                  <a:close/>
                  <a:moveTo>
                    <a:pt x="0" y="0"/>
                  </a:moveTo>
                  <a:lnTo>
                    <a:pt x="0" y="2466"/>
                  </a:lnTo>
                  <a:lnTo>
                    <a:pt x="2262" y="2466"/>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8"/>
            <p:cNvSpPr/>
            <p:nvPr/>
          </p:nvSpPr>
          <p:spPr>
            <a:xfrm>
              <a:off x="4817775" y="193307"/>
              <a:ext cx="92229" cy="99386"/>
            </a:xfrm>
            <a:custGeom>
              <a:avLst/>
              <a:gdLst/>
              <a:ahLst/>
              <a:cxnLst/>
              <a:rect l="l" t="t" r="r" b="b"/>
              <a:pathLst>
                <a:path w="2288" h="2466" extrusionOk="0">
                  <a:moveTo>
                    <a:pt x="2084" y="204"/>
                  </a:moveTo>
                  <a:lnTo>
                    <a:pt x="2084" y="2237"/>
                  </a:lnTo>
                  <a:lnTo>
                    <a:pt x="203" y="2237"/>
                  </a:lnTo>
                  <a:lnTo>
                    <a:pt x="203" y="204"/>
                  </a:lnTo>
                  <a:close/>
                  <a:moveTo>
                    <a:pt x="0" y="0"/>
                  </a:moveTo>
                  <a:lnTo>
                    <a:pt x="0" y="2466"/>
                  </a:lnTo>
                  <a:lnTo>
                    <a:pt x="2287" y="2466"/>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8"/>
            <p:cNvSpPr/>
            <p:nvPr/>
          </p:nvSpPr>
          <p:spPr>
            <a:xfrm>
              <a:off x="4901781" y="193307"/>
              <a:ext cx="91222" cy="99386"/>
            </a:xfrm>
            <a:custGeom>
              <a:avLst/>
              <a:gdLst/>
              <a:ahLst/>
              <a:cxnLst/>
              <a:rect l="l" t="t" r="r" b="b"/>
              <a:pathLst>
                <a:path w="2263" h="2466" extrusionOk="0">
                  <a:moveTo>
                    <a:pt x="2059" y="204"/>
                  </a:moveTo>
                  <a:lnTo>
                    <a:pt x="2059" y="2237"/>
                  </a:lnTo>
                  <a:lnTo>
                    <a:pt x="203" y="2237"/>
                  </a:lnTo>
                  <a:lnTo>
                    <a:pt x="203" y="204"/>
                  </a:lnTo>
                  <a:close/>
                  <a:moveTo>
                    <a:pt x="0" y="0"/>
                  </a:moveTo>
                  <a:lnTo>
                    <a:pt x="0" y="2466"/>
                  </a:lnTo>
                  <a:lnTo>
                    <a:pt x="2262" y="2466"/>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8"/>
            <p:cNvSpPr/>
            <p:nvPr/>
          </p:nvSpPr>
          <p:spPr>
            <a:xfrm>
              <a:off x="4984739" y="193307"/>
              <a:ext cx="92270" cy="99386"/>
            </a:xfrm>
            <a:custGeom>
              <a:avLst/>
              <a:gdLst/>
              <a:ahLst/>
              <a:cxnLst/>
              <a:rect l="l" t="t" r="r" b="b"/>
              <a:pathLst>
                <a:path w="2289" h="2466" extrusionOk="0">
                  <a:moveTo>
                    <a:pt x="2085" y="204"/>
                  </a:moveTo>
                  <a:lnTo>
                    <a:pt x="2085" y="2237"/>
                  </a:lnTo>
                  <a:lnTo>
                    <a:pt x="204" y="2237"/>
                  </a:lnTo>
                  <a:lnTo>
                    <a:pt x="204" y="204"/>
                  </a:lnTo>
                  <a:close/>
                  <a:moveTo>
                    <a:pt x="1" y="0"/>
                  </a:moveTo>
                  <a:lnTo>
                    <a:pt x="1"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8"/>
            <p:cNvSpPr/>
            <p:nvPr/>
          </p:nvSpPr>
          <p:spPr>
            <a:xfrm>
              <a:off x="5068745" y="193307"/>
              <a:ext cx="91222" cy="99386"/>
            </a:xfrm>
            <a:custGeom>
              <a:avLst/>
              <a:gdLst/>
              <a:ahLst/>
              <a:cxnLst/>
              <a:rect l="l" t="t" r="r" b="b"/>
              <a:pathLst>
                <a:path w="2263" h="2466" extrusionOk="0">
                  <a:moveTo>
                    <a:pt x="2060" y="204"/>
                  </a:moveTo>
                  <a:lnTo>
                    <a:pt x="2060" y="2237"/>
                  </a:lnTo>
                  <a:lnTo>
                    <a:pt x="204" y="2237"/>
                  </a:lnTo>
                  <a:lnTo>
                    <a:pt x="204" y="204"/>
                  </a:lnTo>
                  <a:close/>
                  <a:moveTo>
                    <a:pt x="1" y="0"/>
                  </a:moveTo>
                  <a:lnTo>
                    <a:pt x="1" y="2466"/>
                  </a:lnTo>
                  <a:lnTo>
                    <a:pt x="2263" y="2466"/>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8"/>
            <p:cNvSpPr/>
            <p:nvPr/>
          </p:nvSpPr>
          <p:spPr>
            <a:xfrm>
              <a:off x="5152751" y="193307"/>
              <a:ext cx="91222" cy="99386"/>
            </a:xfrm>
            <a:custGeom>
              <a:avLst/>
              <a:gdLst/>
              <a:ahLst/>
              <a:cxnLst/>
              <a:rect l="l" t="t" r="r" b="b"/>
              <a:pathLst>
                <a:path w="2263" h="2466" extrusionOk="0">
                  <a:moveTo>
                    <a:pt x="2060" y="204"/>
                  </a:moveTo>
                  <a:lnTo>
                    <a:pt x="2060" y="2237"/>
                  </a:lnTo>
                  <a:lnTo>
                    <a:pt x="204" y="2237"/>
                  </a:lnTo>
                  <a:lnTo>
                    <a:pt x="204" y="204"/>
                  </a:lnTo>
                  <a:close/>
                  <a:moveTo>
                    <a:pt x="1" y="0"/>
                  </a:moveTo>
                  <a:lnTo>
                    <a:pt x="1" y="2466"/>
                  </a:lnTo>
                  <a:lnTo>
                    <a:pt x="2263" y="2466"/>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8"/>
            <p:cNvSpPr/>
            <p:nvPr/>
          </p:nvSpPr>
          <p:spPr>
            <a:xfrm>
              <a:off x="5234741" y="193307"/>
              <a:ext cx="92229" cy="99386"/>
            </a:xfrm>
            <a:custGeom>
              <a:avLst/>
              <a:gdLst/>
              <a:ahLst/>
              <a:cxnLst/>
              <a:rect l="l" t="t" r="r" b="b"/>
              <a:pathLst>
                <a:path w="2288" h="2466" extrusionOk="0">
                  <a:moveTo>
                    <a:pt x="2084" y="204"/>
                  </a:moveTo>
                  <a:lnTo>
                    <a:pt x="2084" y="2237"/>
                  </a:lnTo>
                  <a:lnTo>
                    <a:pt x="229" y="2237"/>
                  </a:lnTo>
                  <a:lnTo>
                    <a:pt x="229" y="204"/>
                  </a:lnTo>
                  <a:close/>
                  <a:moveTo>
                    <a:pt x="0" y="0"/>
                  </a:moveTo>
                  <a:lnTo>
                    <a:pt x="0"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8"/>
            <p:cNvSpPr/>
            <p:nvPr/>
          </p:nvSpPr>
          <p:spPr>
            <a:xfrm>
              <a:off x="5318747" y="193307"/>
              <a:ext cx="92229" cy="99386"/>
            </a:xfrm>
            <a:custGeom>
              <a:avLst/>
              <a:gdLst/>
              <a:ahLst/>
              <a:cxnLst/>
              <a:rect l="l" t="t" r="r" b="b"/>
              <a:pathLst>
                <a:path w="2288" h="2466" extrusionOk="0">
                  <a:moveTo>
                    <a:pt x="2084" y="204"/>
                  </a:moveTo>
                  <a:lnTo>
                    <a:pt x="2084" y="2237"/>
                  </a:lnTo>
                  <a:lnTo>
                    <a:pt x="204" y="2237"/>
                  </a:lnTo>
                  <a:lnTo>
                    <a:pt x="204" y="204"/>
                  </a:lnTo>
                  <a:close/>
                  <a:moveTo>
                    <a:pt x="0" y="0"/>
                  </a:moveTo>
                  <a:lnTo>
                    <a:pt x="0" y="2466"/>
                  </a:lnTo>
                  <a:lnTo>
                    <a:pt x="2288" y="2466"/>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8"/>
            <p:cNvSpPr/>
            <p:nvPr/>
          </p:nvSpPr>
          <p:spPr>
            <a:xfrm>
              <a:off x="5401746" y="193307"/>
              <a:ext cx="92229" cy="99386"/>
            </a:xfrm>
            <a:custGeom>
              <a:avLst/>
              <a:gdLst/>
              <a:ahLst/>
              <a:cxnLst/>
              <a:rect l="l" t="t" r="r" b="b"/>
              <a:pathLst>
                <a:path w="2288" h="2466" extrusionOk="0">
                  <a:moveTo>
                    <a:pt x="2084" y="204"/>
                  </a:moveTo>
                  <a:lnTo>
                    <a:pt x="2084" y="2237"/>
                  </a:lnTo>
                  <a:lnTo>
                    <a:pt x="203" y="2237"/>
                  </a:lnTo>
                  <a:lnTo>
                    <a:pt x="229" y="204"/>
                  </a:lnTo>
                  <a:close/>
                  <a:moveTo>
                    <a:pt x="0" y="0"/>
                  </a:moveTo>
                  <a:lnTo>
                    <a:pt x="0" y="2466"/>
                  </a:lnTo>
                  <a:lnTo>
                    <a:pt x="2287" y="2466"/>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8"/>
            <p:cNvSpPr/>
            <p:nvPr/>
          </p:nvSpPr>
          <p:spPr>
            <a:xfrm>
              <a:off x="5485752" y="193307"/>
              <a:ext cx="91222" cy="99386"/>
            </a:xfrm>
            <a:custGeom>
              <a:avLst/>
              <a:gdLst/>
              <a:ahLst/>
              <a:cxnLst/>
              <a:rect l="l" t="t" r="r" b="b"/>
              <a:pathLst>
                <a:path w="2263" h="2466" extrusionOk="0">
                  <a:moveTo>
                    <a:pt x="2059" y="204"/>
                  </a:moveTo>
                  <a:lnTo>
                    <a:pt x="2059" y="2237"/>
                  </a:lnTo>
                  <a:lnTo>
                    <a:pt x="203" y="2237"/>
                  </a:lnTo>
                  <a:lnTo>
                    <a:pt x="203" y="204"/>
                  </a:lnTo>
                  <a:close/>
                  <a:moveTo>
                    <a:pt x="0" y="0"/>
                  </a:moveTo>
                  <a:lnTo>
                    <a:pt x="0" y="2466"/>
                  </a:lnTo>
                  <a:lnTo>
                    <a:pt x="2262" y="2466"/>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8"/>
            <p:cNvSpPr/>
            <p:nvPr/>
          </p:nvSpPr>
          <p:spPr>
            <a:xfrm>
              <a:off x="3566834" y="284472"/>
              <a:ext cx="92229" cy="98378"/>
            </a:xfrm>
            <a:custGeom>
              <a:avLst/>
              <a:gdLst/>
              <a:ahLst/>
              <a:cxnLst/>
              <a:rect l="l" t="t" r="r" b="b"/>
              <a:pathLst>
                <a:path w="2288" h="2441" extrusionOk="0">
                  <a:moveTo>
                    <a:pt x="2059" y="204"/>
                  </a:moveTo>
                  <a:lnTo>
                    <a:pt x="2059" y="2237"/>
                  </a:lnTo>
                  <a:lnTo>
                    <a:pt x="204" y="2237"/>
                  </a:lnTo>
                  <a:lnTo>
                    <a:pt x="204" y="204"/>
                  </a:lnTo>
                  <a:close/>
                  <a:moveTo>
                    <a:pt x="0" y="0"/>
                  </a:moveTo>
                  <a:lnTo>
                    <a:pt x="0" y="2440"/>
                  </a:lnTo>
                  <a:lnTo>
                    <a:pt x="2262"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8"/>
            <p:cNvSpPr/>
            <p:nvPr/>
          </p:nvSpPr>
          <p:spPr>
            <a:xfrm>
              <a:off x="3649792" y="284472"/>
              <a:ext cx="92270" cy="98378"/>
            </a:xfrm>
            <a:custGeom>
              <a:avLst/>
              <a:gdLst/>
              <a:ahLst/>
              <a:cxnLst/>
              <a:rect l="l" t="t" r="r" b="b"/>
              <a:pathLst>
                <a:path w="2289" h="2441" extrusionOk="0">
                  <a:moveTo>
                    <a:pt x="2060" y="204"/>
                  </a:moveTo>
                  <a:lnTo>
                    <a:pt x="2060" y="2237"/>
                  </a:lnTo>
                  <a:lnTo>
                    <a:pt x="204" y="2237"/>
                  </a:lnTo>
                  <a:lnTo>
                    <a:pt x="204" y="204"/>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8"/>
            <p:cNvSpPr/>
            <p:nvPr/>
          </p:nvSpPr>
          <p:spPr>
            <a:xfrm>
              <a:off x="3732791" y="284472"/>
              <a:ext cx="92270" cy="98378"/>
            </a:xfrm>
            <a:custGeom>
              <a:avLst/>
              <a:gdLst/>
              <a:ahLst/>
              <a:cxnLst/>
              <a:rect l="l" t="t" r="r" b="b"/>
              <a:pathLst>
                <a:path w="2289" h="2441" extrusionOk="0">
                  <a:moveTo>
                    <a:pt x="2085" y="204"/>
                  </a:moveTo>
                  <a:lnTo>
                    <a:pt x="2085" y="2237"/>
                  </a:lnTo>
                  <a:lnTo>
                    <a:pt x="229" y="2237"/>
                  </a:lnTo>
                  <a:lnTo>
                    <a:pt x="229" y="204"/>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8"/>
            <p:cNvSpPr/>
            <p:nvPr/>
          </p:nvSpPr>
          <p:spPr>
            <a:xfrm>
              <a:off x="3816797" y="284472"/>
              <a:ext cx="91222" cy="98378"/>
            </a:xfrm>
            <a:custGeom>
              <a:avLst/>
              <a:gdLst/>
              <a:ahLst/>
              <a:cxnLst/>
              <a:rect l="l" t="t" r="r" b="b"/>
              <a:pathLst>
                <a:path w="2263" h="2441" extrusionOk="0">
                  <a:moveTo>
                    <a:pt x="2059" y="204"/>
                  </a:moveTo>
                  <a:lnTo>
                    <a:pt x="2059" y="2237"/>
                  </a:lnTo>
                  <a:lnTo>
                    <a:pt x="204" y="2237"/>
                  </a:lnTo>
                  <a:lnTo>
                    <a:pt x="204" y="204"/>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8"/>
            <p:cNvSpPr/>
            <p:nvPr/>
          </p:nvSpPr>
          <p:spPr>
            <a:xfrm>
              <a:off x="3899795" y="284472"/>
              <a:ext cx="92229" cy="98378"/>
            </a:xfrm>
            <a:custGeom>
              <a:avLst/>
              <a:gdLst/>
              <a:ahLst/>
              <a:cxnLst/>
              <a:rect l="l" t="t" r="r" b="b"/>
              <a:pathLst>
                <a:path w="2288" h="2441" extrusionOk="0">
                  <a:moveTo>
                    <a:pt x="2085" y="204"/>
                  </a:moveTo>
                  <a:lnTo>
                    <a:pt x="2085" y="2237"/>
                  </a:lnTo>
                  <a:lnTo>
                    <a:pt x="204" y="2237"/>
                  </a:lnTo>
                  <a:lnTo>
                    <a:pt x="204" y="204"/>
                  </a:lnTo>
                  <a:close/>
                  <a:moveTo>
                    <a:pt x="0" y="0"/>
                  </a:moveTo>
                  <a:lnTo>
                    <a:pt x="0" y="2440"/>
                  </a:lnTo>
                  <a:lnTo>
                    <a:pt x="2288"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8"/>
            <p:cNvSpPr/>
            <p:nvPr/>
          </p:nvSpPr>
          <p:spPr>
            <a:xfrm>
              <a:off x="3983801" y="284472"/>
              <a:ext cx="91222" cy="98378"/>
            </a:xfrm>
            <a:custGeom>
              <a:avLst/>
              <a:gdLst/>
              <a:ahLst/>
              <a:cxnLst/>
              <a:rect l="l" t="t" r="r" b="b"/>
              <a:pathLst>
                <a:path w="2263" h="2441" extrusionOk="0">
                  <a:moveTo>
                    <a:pt x="2059" y="204"/>
                  </a:moveTo>
                  <a:lnTo>
                    <a:pt x="2059" y="2237"/>
                  </a:lnTo>
                  <a:lnTo>
                    <a:pt x="204" y="2237"/>
                  </a:lnTo>
                  <a:lnTo>
                    <a:pt x="204" y="204"/>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8"/>
            <p:cNvSpPr/>
            <p:nvPr/>
          </p:nvSpPr>
          <p:spPr>
            <a:xfrm>
              <a:off x="4066799" y="284472"/>
              <a:ext cx="92229" cy="98378"/>
            </a:xfrm>
            <a:custGeom>
              <a:avLst/>
              <a:gdLst/>
              <a:ahLst/>
              <a:cxnLst/>
              <a:rect l="l" t="t" r="r" b="b"/>
              <a:pathLst>
                <a:path w="2288" h="2441" extrusionOk="0">
                  <a:moveTo>
                    <a:pt x="2084" y="204"/>
                  </a:moveTo>
                  <a:lnTo>
                    <a:pt x="2084" y="2237"/>
                  </a:lnTo>
                  <a:lnTo>
                    <a:pt x="204" y="2237"/>
                  </a:lnTo>
                  <a:lnTo>
                    <a:pt x="204" y="204"/>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8"/>
            <p:cNvSpPr/>
            <p:nvPr/>
          </p:nvSpPr>
          <p:spPr>
            <a:xfrm>
              <a:off x="4150805" y="284472"/>
              <a:ext cx="91222" cy="98378"/>
            </a:xfrm>
            <a:custGeom>
              <a:avLst/>
              <a:gdLst/>
              <a:ahLst/>
              <a:cxnLst/>
              <a:rect l="l" t="t" r="r" b="b"/>
              <a:pathLst>
                <a:path w="2263" h="2441" extrusionOk="0">
                  <a:moveTo>
                    <a:pt x="2059" y="204"/>
                  </a:moveTo>
                  <a:lnTo>
                    <a:pt x="2059" y="2237"/>
                  </a:lnTo>
                  <a:lnTo>
                    <a:pt x="204" y="2237"/>
                  </a:lnTo>
                  <a:lnTo>
                    <a:pt x="204" y="204"/>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8"/>
            <p:cNvSpPr/>
            <p:nvPr/>
          </p:nvSpPr>
          <p:spPr>
            <a:xfrm>
              <a:off x="4233804" y="284472"/>
              <a:ext cx="92229" cy="98378"/>
            </a:xfrm>
            <a:custGeom>
              <a:avLst/>
              <a:gdLst/>
              <a:ahLst/>
              <a:cxnLst/>
              <a:rect l="l" t="t" r="r" b="b"/>
              <a:pathLst>
                <a:path w="2288" h="2441" extrusionOk="0">
                  <a:moveTo>
                    <a:pt x="2084" y="204"/>
                  </a:moveTo>
                  <a:lnTo>
                    <a:pt x="2084" y="2237"/>
                  </a:lnTo>
                  <a:lnTo>
                    <a:pt x="203" y="2237"/>
                  </a:lnTo>
                  <a:lnTo>
                    <a:pt x="203" y="204"/>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8"/>
            <p:cNvSpPr/>
            <p:nvPr/>
          </p:nvSpPr>
          <p:spPr>
            <a:xfrm>
              <a:off x="4317810" y="284472"/>
              <a:ext cx="91222" cy="98378"/>
            </a:xfrm>
            <a:custGeom>
              <a:avLst/>
              <a:gdLst/>
              <a:ahLst/>
              <a:cxnLst/>
              <a:rect l="l" t="t" r="r" b="b"/>
              <a:pathLst>
                <a:path w="2263" h="2441" extrusionOk="0">
                  <a:moveTo>
                    <a:pt x="2059" y="204"/>
                  </a:moveTo>
                  <a:lnTo>
                    <a:pt x="2059" y="2237"/>
                  </a:lnTo>
                  <a:lnTo>
                    <a:pt x="203" y="2237"/>
                  </a:lnTo>
                  <a:lnTo>
                    <a:pt x="203" y="204"/>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8"/>
            <p:cNvSpPr/>
            <p:nvPr/>
          </p:nvSpPr>
          <p:spPr>
            <a:xfrm>
              <a:off x="4400768" y="284472"/>
              <a:ext cx="92270" cy="98378"/>
            </a:xfrm>
            <a:custGeom>
              <a:avLst/>
              <a:gdLst/>
              <a:ahLst/>
              <a:cxnLst/>
              <a:rect l="l" t="t" r="r" b="b"/>
              <a:pathLst>
                <a:path w="2289" h="2441" extrusionOk="0">
                  <a:moveTo>
                    <a:pt x="2059" y="204"/>
                  </a:moveTo>
                  <a:lnTo>
                    <a:pt x="2059" y="2237"/>
                  </a:lnTo>
                  <a:lnTo>
                    <a:pt x="204" y="2237"/>
                  </a:lnTo>
                  <a:lnTo>
                    <a:pt x="204" y="204"/>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8"/>
            <p:cNvSpPr/>
            <p:nvPr/>
          </p:nvSpPr>
          <p:spPr>
            <a:xfrm>
              <a:off x="4483766" y="284472"/>
              <a:ext cx="92229" cy="98378"/>
            </a:xfrm>
            <a:custGeom>
              <a:avLst/>
              <a:gdLst/>
              <a:ahLst/>
              <a:cxnLst/>
              <a:rect l="l" t="t" r="r" b="b"/>
              <a:pathLst>
                <a:path w="2288" h="2441" extrusionOk="0">
                  <a:moveTo>
                    <a:pt x="2085" y="204"/>
                  </a:moveTo>
                  <a:lnTo>
                    <a:pt x="2085" y="2237"/>
                  </a:lnTo>
                  <a:lnTo>
                    <a:pt x="229" y="2237"/>
                  </a:lnTo>
                  <a:lnTo>
                    <a:pt x="229" y="204"/>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8"/>
            <p:cNvSpPr/>
            <p:nvPr/>
          </p:nvSpPr>
          <p:spPr>
            <a:xfrm>
              <a:off x="4567772" y="284472"/>
              <a:ext cx="92229" cy="98378"/>
            </a:xfrm>
            <a:custGeom>
              <a:avLst/>
              <a:gdLst/>
              <a:ahLst/>
              <a:cxnLst/>
              <a:rect l="l" t="t" r="r" b="b"/>
              <a:pathLst>
                <a:path w="2288" h="2441" extrusionOk="0">
                  <a:moveTo>
                    <a:pt x="2059" y="204"/>
                  </a:moveTo>
                  <a:lnTo>
                    <a:pt x="2059" y="2237"/>
                  </a:lnTo>
                  <a:lnTo>
                    <a:pt x="204" y="2237"/>
                  </a:lnTo>
                  <a:lnTo>
                    <a:pt x="204" y="204"/>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8"/>
            <p:cNvSpPr/>
            <p:nvPr/>
          </p:nvSpPr>
          <p:spPr>
            <a:xfrm>
              <a:off x="4650770" y="284472"/>
              <a:ext cx="92229" cy="98378"/>
            </a:xfrm>
            <a:custGeom>
              <a:avLst/>
              <a:gdLst/>
              <a:ahLst/>
              <a:cxnLst/>
              <a:rect l="l" t="t" r="r" b="b"/>
              <a:pathLst>
                <a:path w="2288" h="2441" extrusionOk="0">
                  <a:moveTo>
                    <a:pt x="2084" y="204"/>
                  </a:moveTo>
                  <a:lnTo>
                    <a:pt x="2084" y="2237"/>
                  </a:lnTo>
                  <a:lnTo>
                    <a:pt x="229" y="2237"/>
                  </a:lnTo>
                  <a:lnTo>
                    <a:pt x="229" y="204"/>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8"/>
            <p:cNvSpPr/>
            <p:nvPr/>
          </p:nvSpPr>
          <p:spPr>
            <a:xfrm>
              <a:off x="4734776" y="284472"/>
              <a:ext cx="91222" cy="98378"/>
            </a:xfrm>
            <a:custGeom>
              <a:avLst/>
              <a:gdLst/>
              <a:ahLst/>
              <a:cxnLst/>
              <a:rect l="l" t="t" r="r" b="b"/>
              <a:pathLst>
                <a:path w="2263" h="2441" extrusionOk="0">
                  <a:moveTo>
                    <a:pt x="2059" y="204"/>
                  </a:moveTo>
                  <a:lnTo>
                    <a:pt x="2059" y="2237"/>
                  </a:lnTo>
                  <a:lnTo>
                    <a:pt x="204" y="2237"/>
                  </a:lnTo>
                  <a:lnTo>
                    <a:pt x="204" y="204"/>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8"/>
            <p:cNvSpPr/>
            <p:nvPr/>
          </p:nvSpPr>
          <p:spPr>
            <a:xfrm>
              <a:off x="4817775" y="284472"/>
              <a:ext cx="92229" cy="98378"/>
            </a:xfrm>
            <a:custGeom>
              <a:avLst/>
              <a:gdLst/>
              <a:ahLst/>
              <a:cxnLst/>
              <a:rect l="l" t="t" r="r" b="b"/>
              <a:pathLst>
                <a:path w="2288" h="2441" extrusionOk="0">
                  <a:moveTo>
                    <a:pt x="2084" y="204"/>
                  </a:moveTo>
                  <a:lnTo>
                    <a:pt x="2084" y="2237"/>
                  </a:lnTo>
                  <a:lnTo>
                    <a:pt x="203" y="2237"/>
                  </a:lnTo>
                  <a:lnTo>
                    <a:pt x="203" y="204"/>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8"/>
            <p:cNvSpPr/>
            <p:nvPr/>
          </p:nvSpPr>
          <p:spPr>
            <a:xfrm>
              <a:off x="4901781" y="284472"/>
              <a:ext cx="91222" cy="98378"/>
            </a:xfrm>
            <a:custGeom>
              <a:avLst/>
              <a:gdLst/>
              <a:ahLst/>
              <a:cxnLst/>
              <a:rect l="l" t="t" r="r" b="b"/>
              <a:pathLst>
                <a:path w="2263" h="2441" extrusionOk="0">
                  <a:moveTo>
                    <a:pt x="2059" y="204"/>
                  </a:moveTo>
                  <a:lnTo>
                    <a:pt x="2059" y="2237"/>
                  </a:lnTo>
                  <a:lnTo>
                    <a:pt x="203" y="2237"/>
                  </a:lnTo>
                  <a:lnTo>
                    <a:pt x="203" y="204"/>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8"/>
            <p:cNvSpPr/>
            <p:nvPr/>
          </p:nvSpPr>
          <p:spPr>
            <a:xfrm>
              <a:off x="4984739" y="284472"/>
              <a:ext cx="92270" cy="98378"/>
            </a:xfrm>
            <a:custGeom>
              <a:avLst/>
              <a:gdLst/>
              <a:ahLst/>
              <a:cxnLst/>
              <a:rect l="l" t="t" r="r" b="b"/>
              <a:pathLst>
                <a:path w="2289" h="2441" extrusionOk="0">
                  <a:moveTo>
                    <a:pt x="2085" y="204"/>
                  </a:moveTo>
                  <a:lnTo>
                    <a:pt x="2085" y="2237"/>
                  </a:lnTo>
                  <a:lnTo>
                    <a:pt x="204" y="2237"/>
                  </a:lnTo>
                  <a:lnTo>
                    <a:pt x="204" y="204"/>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8"/>
            <p:cNvSpPr/>
            <p:nvPr/>
          </p:nvSpPr>
          <p:spPr>
            <a:xfrm>
              <a:off x="5068745" y="284472"/>
              <a:ext cx="91222" cy="98378"/>
            </a:xfrm>
            <a:custGeom>
              <a:avLst/>
              <a:gdLst/>
              <a:ahLst/>
              <a:cxnLst/>
              <a:rect l="l" t="t" r="r" b="b"/>
              <a:pathLst>
                <a:path w="2263" h="2441" extrusionOk="0">
                  <a:moveTo>
                    <a:pt x="2060" y="204"/>
                  </a:moveTo>
                  <a:lnTo>
                    <a:pt x="2060" y="2237"/>
                  </a:lnTo>
                  <a:lnTo>
                    <a:pt x="204" y="2237"/>
                  </a:lnTo>
                  <a:lnTo>
                    <a:pt x="204" y="204"/>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8"/>
            <p:cNvSpPr/>
            <p:nvPr/>
          </p:nvSpPr>
          <p:spPr>
            <a:xfrm>
              <a:off x="5152751" y="284472"/>
              <a:ext cx="91222" cy="98378"/>
            </a:xfrm>
            <a:custGeom>
              <a:avLst/>
              <a:gdLst/>
              <a:ahLst/>
              <a:cxnLst/>
              <a:rect l="l" t="t" r="r" b="b"/>
              <a:pathLst>
                <a:path w="2263" h="2441" extrusionOk="0">
                  <a:moveTo>
                    <a:pt x="2060" y="204"/>
                  </a:moveTo>
                  <a:lnTo>
                    <a:pt x="2060" y="2237"/>
                  </a:lnTo>
                  <a:lnTo>
                    <a:pt x="204" y="2237"/>
                  </a:lnTo>
                  <a:lnTo>
                    <a:pt x="204" y="204"/>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8"/>
            <p:cNvSpPr/>
            <p:nvPr/>
          </p:nvSpPr>
          <p:spPr>
            <a:xfrm>
              <a:off x="5234741" y="284472"/>
              <a:ext cx="92229" cy="98378"/>
            </a:xfrm>
            <a:custGeom>
              <a:avLst/>
              <a:gdLst/>
              <a:ahLst/>
              <a:cxnLst/>
              <a:rect l="l" t="t" r="r" b="b"/>
              <a:pathLst>
                <a:path w="2288" h="2441" extrusionOk="0">
                  <a:moveTo>
                    <a:pt x="2110" y="204"/>
                  </a:moveTo>
                  <a:lnTo>
                    <a:pt x="2110" y="2237"/>
                  </a:lnTo>
                  <a:lnTo>
                    <a:pt x="229" y="2237"/>
                  </a:lnTo>
                  <a:lnTo>
                    <a:pt x="229" y="204"/>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8"/>
            <p:cNvSpPr/>
            <p:nvPr/>
          </p:nvSpPr>
          <p:spPr>
            <a:xfrm>
              <a:off x="5318747" y="284472"/>
              <a:ext cx="92229" cy="98378"/>
            </a:xfrm>
            <a:custGeom>
              <a:avLst/>
              <a:gdLst/>
              <a:ahLst/>
              <a:cxnLst/>
              <a:rect l="l" t="t" r="r" b="b"/>
              <a:pathLst>
                <a:path w="2288" h="2441" extrusionOk="0">
                  <a:moveTo>
                    <a:pt x="2084" y="204"/>
                  </a:moveTo>
                  <a:lnTo>
                    <a:pt x="2084" y="2237"/>
                  </a:lnTo>
                  <a:lnTo>
                    <a:pt x="204" y="2237"/>
                  </a:lnTo>
                  <a:lnTo>
                    <a:pt x="204" y="204"/>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8"/>
            <p:cNvSpPr/>
            <p:nvPr/>
          </p:nvSpPr>
          <p:spPr>
            <a:xfrm>
              <a:off x="5401746" y="284472"/>
              <a:ext cx="92229" cy="98378"/>
            </a:xfrm>
            <a:custGeom>
              <a:avLst/>
              <a:gdLst/>
              <a:ahLst/>
              <a:cxnLst/>
              <a:rect l="l" t="t" r="r" b="b"/>
              <a:pathLst>
                <a:path w="2288" h="2441" extrusionOk="0">
                  <a:moveTo>
                    <a:pt x="2084" y="204"/>
                  </a:moveTo>
                  <a:lnTo>
                    <a:pt x="2084" y="2237"/>
                  </a:lnTo>
                  <a:lnTo>
                    <a:pt x="229" y="2237"/>
                  </a:lnTo>
                  <a:lnTo>
                    <a:pt x="229" y="204"/>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8"/>
            <p:cNvSpPr/>
            <p:nvPr/>
          </p:nvSpPr>
          <p:spPr>
            <a:xfrm>
              <a:off x="5485752" y="284472"/>
              <a:ext cx="91222" cy="98378"/>
            </a:xfrm>
            <a:custGeom>
              <a:avLst/>
              <a:gdLst/>
              <a:ahLst/>
              <a:cxnLst/>
              <a:rect l="l" t="t" r="r" b="b"/>
              <a:pathLst>
                <a:path w="2263" h="2441" extrusionOk="0">
                  <a:moveTo>
                    <a:pt x="2059" y="204"/>
                  </a:moveTo>
                  <a:lnTo>
                    <a:pt x="2059" y="2237"/>
                  </a:lnTo>
                  <a:lnTo>
                    <a:pt x="203" y="2237"/>
                  </a:lnTo>
                  <a:lnTo>
                    <a:pt x="203" y="204"/>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8"/>
            <p:cNvSpPr/>
            <p:nvPr/>
          </p:nvSpPr>
          <p:spPr>
            <a:xfrm>
              <a:off x="3566834" y="374588"/>
              <a:ext cx="92229" cy="98378"/>
            </a:xfrm>
            <a:custGeom>
              <a:avLst/>
              <a:gdLst/>
              <a:ahLst/>
              <a:cxnLst/>
              <a:rect l="l" t="t" r="r" b="b"/>
              <a:pathLst>
                <a:path w="2288" h="2441" extrusionOk="0">
                  <a:moveTo>
                    <a:pt x="2059" y="204"/>
                  </a:moveTo>
                  <a:lnTo>
                    <a:pt x="2059" y="2238"/>
                  </a:lnTo>
                  <a:lnTo>
                    <a:pt x="204" y="2238"/>
                  </a:lnTo>
                  <a:lnTo>
                    <a:pt x="204" y="204"/>
                  </a:lnTo>
                  <a:close/>
                  <a:moveTo>
                    <a:pt x="0" y="1"/>
                  </a:moveTo>
                  <a:lnTo>
                    <a:pt x="0" y="2441"/>
                  </a:lnTo>
                  <a:lnTo>
                    <a:pt x="2262"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8"/>
            <p:cNvSpPr/>
            <p:nvPr/>
          </p:nvSpPr>
          <p:spPr>
            <a:xfrm>
              <a:off x="3649792" y="374588"/>
              <a:ext cx="92270" cy="98378"/>
            </a:xfrm>
            <a:custGeom>
              <a:avLst/>
              <a:gdLst/>
              <a:ahLst/>
              <a:cxnLst/>
              <a:rect l="l" t="t" r="r" b="b"/>
              <a:pathLst>
                <a:path w="2289" h="2441" extrusionOk="0">
                  <a:moveTo>
                    <a:pt x="2060" y="204"/>
                  </a:moveTo>
                  <a:lnTo>
                    <a:pt x="2060" y="2238"/>
                  </a:lnTo>
                  <a:lnTo>
                    <a:pt x="204" y="2238"/>
                  </a:lnTo>
                  <a:lnTo>
                    <a:pt x="204"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8"/>
            <p:cNvSpPr/>
            <p:nvPr/>
          </p:nvSpPr>
          <p:spPr>
            <a:xfrm>
              <a:off x="3732791" y="374588"/>
              <a:ext cx="92270" cy="98378"/>
            </a:xfrm>
            <a:custGeom>
              <a:avLst/>
              <a:gdLst/>
              <a:ahLst/>
              <a:cxnLst/>
              <a:rect l="l" t="t" r="r" b="b"/>
              <a:pathLst>
                <a:path w="2289" h="2441" extrusionOk="0">
                  <a:moveTo>
                    <a:pt x="2085" y="204"/>
                  </a:moveTo>
                  <a:lnTo>
                    <a:pt x="2085" y="2238"/>
                  </a:lnTo>
                  <a:lnTo>
                    <a:pt x="229" y="2238"/>
                  </a:lnTo>
                  <a:lnTo>
                    <a:pt x="229"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8"/>
            <p:cNvSpPr/>
            <p:nvPr/>
          </p:nvSpPr>
          <p:spPr>
            <a:xfrm>
              <a:off x="3816797" y="374588"/>
              <a:ext cx="91222" cy="98378"/>
            </a:xfrm>
            <a:custGeom>
              <a:avLst/>
              <a:gdLst/>
              <a:ahLst/>
              <a:cxnLst/>
              <a:rect l="l" t="t" r="r" b="b"/>
              <a:pathLst>
                <a:path w="2263" h="2441" extrusionOk="0">
                  <a:moveTo>
                    <a:pt x="2059" y="204"/>
                  </a:moveTo>
                  <a:lnTo>
                    <a:pt x="2059" y="2238"/>
                  </a:lnTo>
                  <a:lnTo>
                    <a:pt x="204" y="2238"/>
                  </a:lnTo>
                  <a:lnTo>
                    <a:pt x="204" y="204"/>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8"/>
            <p:cNvSpPr/>
            <p:nvPr/>
          </p:nvSpPr>
          <p:spPr>
            <a:xfrm>
              <a:off x="3899795" y="374588"/>
              <a:ext cx="92229" cy="98378"/>
            </a:xfrm>
            <a:custGeom>
              <a:avLst/>
              <a:gdLst/>
              <a:ahLst/>
              <a:cxnLst/>
              <a:rect l="l" t="t" r="r" b="b"/>
              <a:pathLst>
                <a:path w="2288" h="2441" extrusionOk="0">
                  <a:moveTo>
                    <a:pt x="2085" y="204"/>
                  </a:moveTo>
                  <a:lnTo>
                    <a:pt x="2085" y="2238"/>
                  </a:lnTo>
                  <a:lnTo>
                    <a:pt x="204" y="2238"/>
                  </a:lnTo>
                  <a:lnTo>
                    <a:pt x="204" y="204"/>
                  </a:lnTo>
                  <a:close/>
                  <a:moveTo>
                    <a:pt x="0" y="1"/>
                  </a:moveTo>
                  <a:lnTo>
                    <a:pt x="0" y="2441"/>
                  </a:lnTo>
                  <a:lnTo>
                    <a:pt x="2288"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8"/>
            <p:cNvSpPr/>
            <p:nvPr/>
          </p:nvSpPr>
          <p:spPr>
            <a:xfrm>
              <a:off x="3983801" y="374588"/>
              <a:ext cx="91222" cy="98378"/>
            </a:xfrm>
            <a:custGeom>
              <a:avLst/>
              <a:gdLst/>
              <a:ahLst/>
              <a:cxnLst/>
              <a:rect l="l" t="t" r="r" b="b"/>
              <a:pathLst>
                <a:path w="2263" h="2441" extrusionOk="0">
                  <a:moveTo>
                    <a:pt x="2059" y="204"/>
                  </a:moveTo>
                  <a:lnTo>
                    <a:pt x="2059" y="2238"/>
                  </a:lnTo>
                  <a:lnTo>
                    <a:pt x="204" y="2238"/>
                  </a:lnTo>
                  <a:lnTo>
                    <a:pt x="204" y="204"/>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8"/>
            <p:cNvSpPr/>
            <p:nvPr/>
          </p:nvSpPr>
          <p:spPr>
            <a:xfrm>
              <a:off x="4066799" y="374588"/>
              <a:ext cx="92229" cy="98378"/>
            </a:xfrm>
            <a:custGeom>
              <a:avLst/>
              <a:gdLst/>
              <a:ahLst/>
              <a:cxnLst/>
              <a:rect l="l" t="t" r="r" b="b"/>
              <a:pathLst>
                <a:path w="2288" h="2441" extrusionOk="0">
                  <a:moveTo>
                    <a:pt x="2084" y="204"/>
                  </a:moveTo>
                  <a:lnTo>
                    <a:pt x="2084" y="2238"/>
                  </a:lnTo>
                  <a:lnTo>
                    <a:pt x="204" y="2238"/>
                  </a:lnTo>
                  <a:lnTo>
                    <a:pt x="204" y="204"/>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8"/>
            <p:cNvSpPr/>
            <p:nvPr/>
          </p:nvSpPr>
          <p:spPr>
            <a:xfrm>
              <a:off x="4150805" y="374588"/>
              <a:ext cx="91222" cy="98378"/>
            </a:xfrm>
            <a:custGeom>
              <a:avLst/>
              <a:gdLst/>
              <a:ahLst/>
              <a:cxnLst/>
              <a:rect l="l" t="t" r="r" b="b"/>
              <a:pathLst>
                <a:path w="2263" h="2441" extrusionOk="0">
                  <a:moveTo>
                    <a:pt x="2059" y="204"/>
                  </a:moveTo>
                  <a:lnTo>
                    <a:pt x="2059" y="2238"/>
                  </a:lnTo>
                  <a:lnTo>
                    <a:pt x="204" y="2238"/>
                  </a:lnTo>
                  <a:lnTo>
                    <a:pt x="204"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8"/>
            <p:cNvSpPr/>
            <p:nvPr/>
          </p:nvSpPr>
          <p:spPr>
            <a:xfrm>
              <a:off x="4233804" y="374588"/>
              <a:ext cx="92229" cy="98378"/>
            </a:xfrm>
            <a:custGeom>
              <a:avLst/>
              <a:gdLst/>
              <a:ahLst/>
              <a:cxnLst/>
              <a:rect l="l" t="t" r="r" b="b"/>
              <a:pathLst>
                <a:path w="2288" h="2441" extrusionOk="0">
                  <a:moveTo>
                    <a:pt x="2084" y="204"/>
                  </a:moveTo>
                  <a:lnTo>
                    <a:pt x="2084" y="2238"/>
                  </a:lnTo>
                  <a:lnTo>
                    <a:pt x="203" y="2238"/>
                  </a:lnTo>
                  <a:lnTo>
                    <a:pt x="203" y="204"/>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8"/>
            <p:cNvSpPr/>
            <p:nvPr/>
          </p:nvSpPr>
          <p:spPr>
            <a:xfrm>
              <a:off x="4317810" y="374588"/>
              <a:ext cx="91222" cy="98378"/>
            </a:xfrm>
            <a:custGeom>
              <a:avLst/>
              <a:gdLst/>
              <a:ahLst/>
              <a:cxnLst/>
              <a:rect l="l" t="t" r="r" b="b"/>
              <a:pathLst>
                <a:path w="2263" h="2441" extrusionOk="0">
                  <a:moveTo>
                    <a:pt x="2059" y="204"/>
                  </a:moveTo>
                  <a:lnTo>
                    <a:pt x="2059" y="2238"/>
                  </a:lnTo>
                  <a:lnTo>
                    <a:pt x="203" y="2238"/>
                  </a:lnTo>
                  <a:lnTo>
                    <a:pt x="203"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8"/>
            <p:cNvSpPr/>
            <p:nvPr/>
          </p:nvSpPr>
          <p:spPr>
            <a:xfrm>
              <a:off x="4400768" y="374588"/>
              <a:ext cx="92270" cy="98378"/>
            </a:xfrm>
            <a:custGeom>
              <a:avLst/>
              <a:gdLst/>
              <a:ahLst/>
              <a:cxnLst/>
              <a:rect l="l" t="t" r="r" b="b"/>
              <a:pathLst>
                <a:path w="2289" h="2441" extrusionOk="0">
                  <a:moveTo>
                    <a:pt x="2059" y="204"/>
                  </a:moveTo>
                  <a:lnTo>
                    <a:pt x="2059" y="2238"/>
                  </a:lnTo>
                  <a:lnTo>
                    <a:pt x="204" y="2238"/>
                  </a:lnTo>
                  <a:lnTo>
                    <a:pt x="204"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8"/>
            <p:cNvSpPr/>
            <p:nvPr/>
          </p:nvSpPr>
          <p:spPr>
            <a:xfrm>
              <a:off x="4483766" y="374588"/>
              <a:ext cx="92229" cy="98378"/>
            </a:xfrm>
            <a:custGeom>
              <a:avLst/>
              <a:gdLst/>
              <a:ahLst/>
              <a:cxnLst/>
              <a:rect l="l" t="t" r="r" b="b"/>
              <a:pathLst>
                <a:path w="2288" h="2441" extrusionOk="0">
                  <a:moveTo>
                    <a:pt x="2085" y="230"/>
                  </a:moveTo>
                  <a:lnTo>
                    <a:pt x="2085" y="2263"/>
                  </a:lnTo>
                  <a:lnTo>
                    <a:pt x="229" y="2263"/>
                  </a:lnTo>
                  <a:lnTo>
                    <a:pt x="229" y="230"/>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8"/>
            <p:cNvSpPr/>
            <p:nvPr/>
          </p:nvSpPr>
          <p:spPr>
            <a:xfrm>
              <a:off x="4567772" y="374588"/>
              <a:ext cx="92229" cy="98378"/>
            </a:xfrm>
            <a:custGeom>
              <a:avLst/>
              <a:gdLst/>
              <a:ahLst/>
              <a:cxnLst/>
              <a:rect l="l" t="t" r="r" b="b"/>
              <a:pathLst>
                <a:path w="2288" h="2441" extrusionOk="0">
                  <a:moveTo>
                    <a:pt x="2059" y="204"/>
                  </a:moveTo>
                  <a:lnTo>
                    <a:pt x="2059" y="2238"/>
                  </a:lnTo>
                  <a:lnTo>
                    <a:pt x="204" y="2238"/>
                  </a:lnTo>
                  <a:lnTo>
                    <a:pt x="204" y="204"/>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8"/>
            <p:cNvSpPr/>
            <p:nvPr/>
          </p:nvSpPr>
          <p:spPr>
            <a:xfrm>
              <a:off x="4650770" y="374588"/>
              <a:ext cx="92229" cy="98378"/>
            </a:xfrm>
            <a:custGeom>
              <a:avLst/>
              <a:gdLst/>
              <a:ahLst/>
              <a:cxnLst/>
              <a:rect l="l" t="t" r="r" b="b"/>
              <a:pathLst>
                <a:path w="2288" h="2441" extrusionOk="0">
                  <a:moveTo>
                    <a:pt x="2084" y="204"/>
                  </a:moveTo>
                  <a:lnTo>
                    <a:pt x="2084" y="2238"/>
                  </a:lnTo>
                  <a:lnTo>
                    <a:pt x="229" y="2238"/>
                  </a:lnTo>
                  <a:lnTo>
                    <a:pt x="229" y="204"/>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8"/>
            <p:cNvSpPr/>
            <p:nvPr/>
          </p:nvSpPr>
          <p:spPr>
            <a:xfrm>
              <a:off x="4734776" y="374588"/>
              <a:ext cx="91222" cy="98378"/>
            </a:xfrm>
            <a:custGeom>
              <a:avLst/>
              <a:gdLst/>
              <a:ahLst/>
              <a:cxnLst/>
              <a:rect l="l" t="t" r="r" b="b"/>
              <a:pathLst>
                <a:path w="2263" h="2441" extrusionOk="0">
                  <a:moveTo>
                    <a:pt x="2059" y="204"/>
                  </a:moveTo>
                  <a:lnTo>
                    <a:pt x="2059" y="2238"/>
                  </a:lnTo>
                  <a:lnTo>
                    <a:pt x="204" y="2238"/>
                  </a:lnTo>
                  <a:lnTo>
                    <a:pt x="204"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8"/>
            <p:cNvSpPr/>
            <p:nvPr/>
          </p:nvSpPr>
          <p:spPr>
            <a:xfrm>
              <a:off x="4817775" y="374588"/>
              <a:ext cx="92229" cy="98378"/>
            </a:xfrm>
            <a:custGeom>
              <a:avLst/>
              <a:gdLst/>
              <a:ahLst/>
              <a:cxnLst/>
              <a:rect l="l" t="t" r="r" b="b"/>
              <a:pathLst>
                <a:path w="2288" h="2441" extrusionOk="0">
                  <a:moveTo>
                    <a:pt x="2084" y="204"/>
                  </a:moveTo>
                  <a:lnTo>
                    <a:pt x="2084" y="2238"/>
                  </a:lnTo>
                  <a:lnTo>
                    <a:pt x="203" y="2238"/>
                  </a:lnTo>
                  <a:lnTo>
                    <a:pt x="203" y="204"/>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8"/>
            <p:cNvSpPr/>
            <p:nvPr/>
          </p:nvSpPr>
          <p:spPr>
            <a:xfrm>
              <a:off x="4901781" y="374588"/>
              <a:ext cx="91222" cy="98378"/>
            </a:xfrm>
            <a:custGeom>
              <a:avLst/>
              <a:gdLst/>
              <a:ahLst/>
              <a:cxnLst/>
              <a:rect l="l" t="t" r="r" b="b"/>
              <a:pathLst>
                <a:path w="2263" h="2441" extrusionOk="0">
                  <a:moveTo>
                    <a:pt x="2059" y="204"/>
                  </a:moveTo>
                  <a:lnTo>
                    <a:pt x="2059" y="2238"/>
                  </a:lnTo>
                  <a:lnTo>
                    <a:pt x="203" y="2238"/>
                  </a:lnTo>
                  <a:lnTo>
                    <a:pt x="203"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8"/>
            <p:cNvSpPr/>
            <p:nvPr/>
          </p:nvSpPr>
          <p:spPr>
            <a:xfrm>
              <a:off x="4984739" y="374588"/>
              <a:ext cx="92270" cy="98378"/>
            </a:xfrm>
            <a:custGeom>
              <a:avLst/>
              <a:gdLst/>
              <a:ahLst/>
              <a:cxnLst/>
              <a:rect l="l" t="t" r="r" b="b"/>
              <a:pathLst>
                <a:path w="2289" h="2441" extrusionOk="0">
                  <a:moveTo>
                    <a:pt x="2085" y="230"/>
                  </a:moveTo>
                  <a:lnTo>
                    <a:pt x="2085" y="2263"/>
                  </a:lnTo>
                  <a:lnTo>
                    <a:pt x="204" y="2263"/>
                  </a:lnTo>
                  <a:lnTo>
                    <a:pt x="204" y="230"/>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8"/>
            <p:cNvSpPr/>
            <p:nvPr/>
          </p:nvSpPr>
          <p:spPr>
            <a:xfrm>
              <a:off x="5068745" y="374588"/>
              <a:ext cx="91222" cy="98378"/>
            </a:xfrm>
            <a:custGeom>
              <a:avLst/>
              <a:gdLst/>
              <a:ahLst/>
              <a:cxnLst/>
              <a:rect l="l" t="t" r="r" b="b"/>
              <a:pathLst>
                <a:path w="2263" h="2441" extrusionOk="0">
                  <a:moveTo>
                    <a:pt x="2060" y="204"/>
                  </a:moveTo>
                  <a:lnTo>
                    <a:pt x="2060" y="2238"/>
                  </a:lnTo>
                  <a:lnTo>
                    <a:pt x="204" y="2238"/>
                  </a:lnTo>
                  <a:lnTo>
                    <a:pt x="204" y="204"/>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8"/>
            <p:cNvSpPr/>
            <p:nvPr/>
          </p:nvSpPr>
          <p:spPr>
            <a:xfrm>
              <a:off x="5152751" y="374588"/>
              <a:ext cx="91222" cy="98378"/>
            </a:xfrm>
            <a:custGeom>
              <a:avLst/>
              <a:gdLst/>
              <a:ahLst/>
              <a:cxnLst/>
              <a:rect l="l" t="t" r="r" b="b"/>
              <a:pathLst>
                <a:path w="2263" h="2441" extrusionOk="0">
                  <a:moveTo>
                    <a:pt x="2060" y="204"/>
                  </a:moveTo>
                  <a:lnTo>
                    <a:pt x="2060" y="2238"/>
                  </a:lnTo>
                  <a:lnTo>
                    <a:pt x="204" y="2238"/>
                  </a:lnTo>
                  <a:lnTo>
                    <a:pt x="204" y="204"/>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8"/>
            <p:cNvSpPr/>
            <p:nvPr/>
          </p:nvSpPr>
          <p:spPr>
            <a:xfrm>
              <a:off x="5234741" y="374588"/>
              <a:ext cx="92229" cy="98378"/>
            </a:xfrm>
            <a:custGeom>
              <a:avLst/>
              <a:gdLst/>
              <a:ahLst/>
              <a:cxnLst/>
              <a:rect l="l" t="t" r="r" b="b"/>
              <a:pathLst>
                <a:path w="2288" h="2441" extrusionOk="0">
                  <a:moveTo>
                    <a:pt x="2110" y="230"/>
                  </a:moveTo>
                  <a:lnTo>
                    <a:pt x="2110" y="2263"/>
                  </a:lnTo>
                  <a:lnTo>
                    <a:pt x="229" y="2263"/>
                  </a:lnTo>
                  <a:lnTo>
                    <a:pt x="229" y="230"/>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8"/>
            <p:cNvSpPr/>
            <p:nvPr/>
          </p:nvSpPr>
          <p:spPr>
            <a:xfrm>
              <a:off x="5318747" y="374588"/>
              <a:ext cx="92229" cy="98378"/>
            </a:xfrm>
            <a:custGeom>
              <a:avLst/>
              <a:gdLst/>
              <a:ahLst/>
              <a:cxnLst/>
              <a:rect l="l" t="t" r="r" b="b"/>
              <a:pathLst>
                <a:path w="2288" h="2441" extrusionOk="0">
                  <a:moveTo>
                    <a:pt x="2084" y="204"/>
                  </a:moveTo>
                  <a:lnTo>
                    <a:pt x="2084" y="2238"/>
                  </a:lnTo>
                  <a:lnTo>
                    <a:pt x="204" y="2238"/>
                  </a:lnTo>
                  <a:lnTo>
                    <a:pt x="204" y="204"/>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8"/>
            <p:cNvSpPr/>
            <p:nvPr/>
          </p:nvSpPr>
          <p:spPr>
            <a:xfrm>
              <a:off x="5401746" y="374588"/>
              <a:ext cx="92229" cy="98378"/>
            </a:xfrm>
            <a:custGeom>
              <a:avLst/>
              <a:gdLst/>
              <a:ahLst/>
              <a:cxnLst/>
              <a:rect l="l" t="t" r="r" b="b"/>
              <a:pathLst>
                <a:path w="2288" h="2441" extrusionOk="0">
                  <a:moveTo>
                    <a:pt x="2084" y="230"/>
                  </a:moveTo>
                  <a:lnTo>
                    <a:pt x="2084" y="2263"/>
                  </a:lnTo>
                  <a:lnTo>
                    <a:pt x="229" y="2263"/>
                  </a:lnTo>
                  <a:lnTo>
                    <a:pt x="229" y="230"/>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8"/>
            <p:cNvSpPr/>
            <p:nvPr/>
          </p:nvSpPr>
          <p:spPr>
            <a:xfrm>
              <a:off x="5485752" y="374588"/>
              <a:ext cx="91222" cy="98378"/>
            </a:xfrm>
            <a:custGeom>
              <a:avLst/>
              <a:gdLst/>
              <a:ahLst/>
              <a:cxnLst/>
              <a:rect l="l" t="t" r="r" b="b"/>
              <a:pathLst>
                <a:path w="2263" h="2441" extrusionOk="0">
                  <a:moveTo>
                    <a:pt x="2059" y="204"/>
                  </a:moveTo>
                  <a:lnTo>
                    <a:pt x="2059" y="2238"/>
                  </a:lnTo>
                  <a:lnTo>
                    <a:pt x="203" y="2238"/>
                  </a:lnTo>
                  <a:lnTo>
                    <a:pt x="203" y="204"/>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8"/>
            <p:cNvSpPr/>
            <p:nvPr/>
          </p:nvSpPr>
          <p:spPr>
            <a:xfrm>
              <a:off x="3566834" y="465752"/>
              <a:ext cx="92229" cy="98378"/>
            </a:xfrm>
            <a:custGeom>
              <a:avLst/>
              <a:gdLst/>
              <a:ahLst/>
              <a:cxnLst/>
              <a:rect l="l" t="t" r="r" b="b"/>
              <a:pathLst>
                <a:path w="2288" h="2441" extrusionOk="0">
                  <a:moveTo>
                    <a:pt x="2059" y="179"/>
                  </a:moveTo>
                  <a:lnTo>
                    <a:pt x="2059" y="2212"/>
                  </a:lnTo>
                  <a:lnTo>
                    <a:pt x="204" y="2212"/>
                  </a:lnTo>
                  <a:lnTo>
                    <a:pt x="204" y="179"/>
                  </a:lnTo>
                  <a:close/>
                  <a:moveTo>
                    <a:pt x="0" y="1"/>
                  </a:moveTo>
                  <a:lnTo>
                    <a:pt x="0" y="2441"/>
                  </a:lnTo>
                  <a:lnTo>
                    <a:pt x="2262"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8"/>
            <p:cNvSpPr/>
            <p:nvPr/>
          </p:nvSpPr>
          <p:spPr>
            <a:xfrm>
              <a:off x="3649792" y="465752"/>
              <a:ext cx="92270" cy="98378"/>
            </a:xfrm>
            <a:custGeom>
              <a:avLst/>
              <a:gdLst/>
              <a:ahLst/>
              <a:cxnLst/>
              <a:rect l="l" t="t" r="r" b="b"/>
              <a:pathLst>
                <a:path w="2289" h="2441" extrusionOk="0">
                  <a:moveTo>
                    <a:pt x="2060" y="179"/>
                  </a:moveTo>
                  <a:lnTo>
                    <a:pt x="2060" y="2212"/>
                  </a:lnTo>
                  <a:lnTo>
                    <a:pt x="204" y="2212"/>
                  </a:lnTo>
                  <a:lnTo>
                    <a:pt x="204" y="179"/>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8"/>
            <p:cNvSpPr/>
            <p:nvPr/>
          </p:nvSpPr>
          <p:spPr>
            <a:xfrm>
              <a:off x="3732791" y="465752"/>
              <a:ext cx="92270" cy="98378"/>
            </a:xfrm>
            <a:custGeom>
              <a:avLst/>
              <a:gdLst/>
              <a:ahLst/>
              <a:cxnLst/>
              <a:rect l="l" t="t" r="r" b="b"/>
              <a:pathLst>
                <a:path w="2289" h="2441" extrusionOk="0">
                  <a:moveTo>
                    <a:pt x="2085" y="179"/>
                  </a:moveTo>
                  <a:lnTo>
                    <a:pt x="2085" y="2212"/>
                  </a:lnTo>
                  <a:lnTo>
                    <a:pt x="229" y="2212"/>
                  </a:lnTo>
                  <a:lnTo>
                    <a:pt x="229" y="179"/>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8"/>
            <p:cNvSpPr/>
            <p:nvPr/>
          </p:nvSpPr>
          <p:spPr>
            <a:xfrm>
              <a:off x="3816797" y="465752"/>
              <a:ext cx="91222" cy="98378"/>
            </a:xfrm>
            <a:custGeom>
              <a:avLst/>
              <a:gdLst/>
              <a:ahLst/>
              <a:cxnLst/>
              <a:rect l="l" t="t" r="r" b="b"/>
              <a:pathLst>
                <a:path w="2263" h="2441" extrusionOk="0">
                  <a:moveTo>
                    <a:pt x="2059" y="179"/>
                  </a:moveTo>
                  <a:lnTo>
                    <a:pt x="2059" y="2212"/>
                  </a:lnTo>
                  <a:lnTo>
                    <a:pt x="204" y="2212"/>
                  </a:lnTo>
                  <a:lnTo>
                    <a:pt x="204" y="179"/>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8"/>
            <p:cNvSpPr/>
            <p:nvPr/>
          </p:nvSpPr>
          <p:spPr>
            <a:xfrm>
              <a:off x="3899795" y="465752"/>
              <a:ext cx="92229" cy="98378"/>
            </a:xfrm>
            <a:custGeom>
              <a:avLst/>
              <a:gdLst/>
              <a:ahLst/>
              <a:cxnLst/>
              <a:rect l="l" t="t" r="r" b="b"/>
              <a:pathLst>
                <a:path w="2288" h="2441" extrusionOk="0">
                  <a:moveTo>
                    <a:pt x="2085" y="179"/>
                  </a:moveTo>
                  <a:lnTo>
                    <a:pt x="2085" y="2212"/>
                  </a:lnTo>
                  <a:lnTo>
                    <a:pt x="204" y="2212"/>
                  </a:lnTo>
                  <a:lnTo>
                    <a:pt x="204" y="179"/>
                  </a:lnTo>
                  <a:close/>
                  <a:moveTo>
                    <a:pt x="0" y="1"/>
                  </a:moveTo>
                  <a:lnTo>
                    <a:pt x="0" y="2441"/>
                  </a:lnTo>
                  <a:lnTo>
                    <a:pt x="2288"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8"/>
            <p:cNvSpPr/>
            <p:nvPr/>
          </p:nvSpPr>
          <p:spPr>
            <a:xfrm>
              <a:off x="3983801" y="465752"/>
              <a:ext cx="91222" cy="98378"/>
            </a:xfrm>
            <a:custGeom>
              <a:avLst/>
              <a:gdLst/>
              <a:ahLst/>
              <a:cxnLst/>
              <a:rect l="l" t="t" r="r" b="b"/>
              <a:pathLst>
                <a:path w="2263" h="2441" extrusionOk="0">
                  <a:moveTo>
                    <a:pt x="2059" y="179"/>
                  </a:moveTo>
                  <a:lnTo>
                    <a:pt x="2059" y="2212"/>
                  </a:lnTo>
                  <a:lnTo>
                    <a:pt x="204" y="2212"/>
                  </a:lnTo>
                  <a:lnTo>
                    <a:pt x="204" y="179"/>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8"/>
            <p:cNvSpPr/>
            <p:nvPr/>
          </p:nvSpPr>
          <p:spPr>
            <a:xfrm>
              <a:off x="4066799" y="465752"/>
              <a:ext cx="92229" cy="98378"/>
            </a:xfrm>
            <a:custGeom>
              <a:avLst/>
              <a:gdLst/>
              <a:ahLst/>
              <a:cxnLst/>
              <a:rect l="l" t="t" r="r" b="b"/>
              <a:pathLst>
                <a:path w="2288" h="2441" extrusionOk="0">
                  <a:moveTo>
                    <a:pt x="2084" y="179"/>
                  </a:moveTo>
                  <a:lnTo>
                    <a:pt x="2084" y="2212"/>
                  </a:lnTo>
                  <a:lnTo>
                    <a:pt x="204" y="2212"/>
                  </a:lnTo>
                  <a:lnTo>
                    <a:pt x="204" y="179"/>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8"/>
            <p:cNvSpPr/>
            <p:nvPr/>
          </p:nvSpPr>
          <p:spPr>
            <a:xfrm>
              <a:off x="4150805" y="465752"/>
              <a:ext cx="91222" cy="98378"/>
            </a:xfrm>
            <a:custGeom>
              <a:avLst/>
              <a:gdLst/>
              <a:ahLst/>
              <a:cxnLst/>
              <a:rect l="l" t="t" r="r" b="b"/>
              <a:pathLst>
                <a:path w="2263" h="2441" extrusionOk="0">
                  <a:moveTo>
                    <a:pt x="2059" y="179"/>
                  </a:moveTo>
                  <a:lnTo>
                    <a:pt x="2059" y="2212"/>
                  </a:lnTo>
                  <a:lnTo>
                    <a:pt x="204" y="2212"/>
                  </a:lnTo>
                  <a:lnTo>
                    <a:pt x="204" y="179"/>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8"/>
            <p:cNvSpPr/>
            <p:nvPr/>
          </p:nvSpPr>
          <p:spPr>
            <a:xfrm>
              <a:off x="4233804" y="465752"/>
              <a:ext cx="92229" cy="98378"/>
            </a:xfrm>
            <a:custGeom>
              <a:avLst/>
              <a:gdLst/>
              <a:ahLst/>
              <a:cxnLst/>
              <a:rect l="l" t="t" r="r" b="b"/>
              <a:pathLst>
                <a:path w="2288" h="2441" extrusionOk="0">
                  <a:moveTo>
                    <a:pt x="2084" y="179"/>
                  </a:moveTo>
                  <a:lnTo>
                    <a:pt x="2084" y="2212"/>
                  </a:lnTo>
                  <a:lnTo>
                    <a:pt x="203" y="2212"/>
                  </a:lnTo>
                  <a:lnTo>
                    <a:pt x="203" y="179"/>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8"/>
            <p:cNvSpPr/>
            <p:nvPr/>
          </p:nvSpPr>
          <p:spPr>
            <a:xfrm>
              <a:off x="4317810" y="465752"/>
              <a:ext cx="91222" cy="98378"/>
            </a:xfrm>
            <a:custGeom>
              <a:avLst/>
              <a:gdLst/>
              <a:ahLst/>
              <a:cxnLst/>
              <a:rect l="l" t="t" r="r" b="b"/>
              <a:pathLst>
                <a:path w="2263" h="2441" extrusionOk="0">
                  <a:moveTo>
                    <a:pt x="2059" y="179"/>
                  </a:moveTo>
                  <a:lnTo>
                    <a:pt x="2059" y="2212"/>
                  </a:lnTo>
                  <a:lnTo>
                    <a:pt x="203" y="2212"/>
                  </a:lnTo>
                  <a:lnTo>
                    <a:pt x="203" y="179"/>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8"/>
            <p:cNvSpPr/>
            <p:nvPr/>
          </p:nvSpPr>
          <p:spPr>
            <a:xfrm>
              <a:off x="4400768" y="465752"/>
              <a:ext cx="92270" cy="98378"/>
            </a:xfrm>
            <a:custGeom>
              <a:avLst/>
              <a:gdLst/>
              <a:ahLst/>
              <a:cxnLst/>
              <a:rect l="l" t="t" r="r" b="b"/>
              <a:pathLst>
                <a:path w="2289" h="2441" extrusionOk="0">
                  <a:moveTo>
                    <a:pt x="2059" y="179"/>
                  </a:moveTo>
                  <a:lnTo>
                    <a:pt x="2059" y="2212"/>
                  </a:lnTo>
                  <a:lnTo>
                    <a:pt x="204" y="2212"/>
                  </a:lnTo>
                  <a:lnTo>
                    <a:pt x="204" y="179"/>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8"/>
            <p:cNvSpPr/>
            <p:nvPr/>
          </p:nvSpPr>
          <p:spPr>
            <a:xfrm>
              <a:off x="4483766" y="465752"/>
              <a:ext cx="92229" cy="98378"/>
            </a:xfrm>
            <a:custGeom>
              <a:avLst/>
              <a:gdLst/>
              <a:ahLst/>
              <a:cxnLst/>
              <a:rect l="l" t="t" r="r" b="b"/>
              <a:pathLst>
                <a:path w="2288" h="2441" extrusionOk="0">
                  <a:moveTo>
                    <a:pt x="2085" y="179"/>
                  </a:moveTo>
                  <a:lnTo>
                    <a:pt x="2085" y="2212"/>
                  </a:lnTo>
                  <a:lnTo>
                    <a:pt x="229" y="2212"/>
                  </a:lnTo>
                  <a:lnTo>
                    <a:pt x="229" y="179"/>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8"/>
            <p:cNvSpPr/>
            <p:nvPr/>
          </p:nvSpPr>
          <p:spPr>
            <a:xfrm>
              <a:off x="4567772" y="465752"/>
              <a:ext cx="92229" cy="98378"/>
            </a:xfrm>
            <a:custGeom>
              <a:avLst/>
              <a:gdLst/>
              <a:ahLst/>
              <a:cxnLst/>
              <a:rect l="l" t="t" r="r" b="b"/>
              <a:pathLst>
                <a:path w="2288" h="2441" extrusionOk="0">
                  <a:moveTo>
                    <a:pt x="2059" y="179"/>
                  </a:moveTo>
                  <a:lnTo>
                    <a:pt x="2059" y="2212"/>
                  </a:lnTo>
                  <a:lnTo>
                    <a:pt x="204" y="2212"/>
                  </a:lnTo>
                  <a:lnTo>
                    <a:pt x="204" y="179"/>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8"/>
            <p:cNvSpPr/>
            <p:nvPr/>
          </p:nvSpPr>
          <p:spPr>
            <a:xfrm>
              <a:off x="4650770" y="465752"/>
              <a:ext cx="92229" cy="98378"/>
            </a:xfrm>
            <a:custGeom>
              <a:avLst/>
              <a:gdLst/>
              <a:ahLst/>
              <a:cxnLst/>
              <a:rect l="l" t="t" r="r" b="b"/>
              <a:pathLst>
                <a:path w="2288" h="2441" extrusionOk="0">
                  <a:moveTo>
                    <a:pt x="2084" y="179"/>
                  </a:moveTo>
                  <a:lnTo>
                    <a:pt x="2084" y="2212"/>
                  </a:lnTo>
                  <a:lnTo>
                    <a:pt x="229" y="2212"/>
                  </a:lnTo>
                  <a:lnTo>
                    <a:pt x="229" y="179"/>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8"/>
            <p:cNvSpPr/>
            <p:nvPr/>
          </p:nvSpPr>
          <p:spPr>
            <a:xfrm>
              <a:off x="4734776" y="465752"/>
              <a:ext cx="91222" cy="98378"/>
            </a:xfrm>
            <a:custGeom>
              <a:avLst/>
              <a:gdLst/>
              <a:ahLst/>
              <a:cxnLst/>
              <a:rect l="l" t="t" r="r" b="b"/>
              <a:pathLst>
                <a:path w="2263" h="2441" extrusionOk="0">
                  <a:moveTo>
                    <a:pt x="2059" y="179"/>
                  </a:moveTo>
                  <a:lnTo>
                    <a:pt x="2059" y="2212"/>
                  </a:lnTo>
                  <a:lnTo>
                    <a:pt x="204" y="2212"/>
                  </a:lnTo>
                  <a:lnTo>
                    <a:pt x="204" y="179"/>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8"/>
            <p:cNvSpPr/>
            <p:nvPr/>
          </p:nvSpPr>
          <p:spPr>
            <a:xfrm>
              <a:off x="4817775" y="465752"/>
              <a:ext cx="92229" cy="98378"/>
            </a:xfrm>
            <a:custGeom>
              <a:avLst/>
              <a:gdLst/>
              <a:ahLst/>
              <a:cxnLst/>
              <a:rect l="l" t="t" r="r" b="b"/>
              <a:pathLst>
                <a:path w="2288" h="2441" extrusionOk="0">
                  <a:moveTo>
                    <a:pt x="2084" y="179"/>
                  </a:moveTo>
                  <a:lnTo>
                    <a:pt x="2084" y="2212"/>
                  </a:lnTo>
                  <a:lnTo>
                    <a:pt x="203" y="2212"/>
                  </a:lnTo>
                  <a:lnTo>
                    <a:pt x="203" y="179"/>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8"/>
            <p:cNvSpPr/>
            <p:nvPr/>
          </p:nvSpPr>
          <p:spPr>
            <a:xfrm>
              <a:off x="4901781" y="465752"/>
              <a:ext cx="91222" cy="98378"/>
            </a:xfrm>
            <a:custGeom>
              <a:avLst/>
              <a:gdLst/>
              <a:ahLst/>
              <a:cxnLst/>
              <a:rect l="l" t="t" r="r" b="b"/>
              <a:pathLst>
                <a:path w="2263" h="2441" extrusionOk="0">
                  <a:moveTo>
                    <a:pt x="2059" y="179"/>
                  </a:moveTo>
                  <a:lnTo>
                    <a:pt x="2059" y="2212"/>
                  </a:lnTo>
                  <a:lnTo>
                    <a:pt x="203" y="2212"/>
                  </a:lnTo>
                  <a:lnTo>
                    <a:pt x="203" y="179"/>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8"/>
            <p:cNvSpPr/>
            <p:nvPr/>
          </p:nvSpPr>
          <p:spPr>
            <a:xfrm>
              <a:off x="4984739" y="465752"/>
              <a:ext cx="92270" cy="98378"/>
            </a:xfrm>
            <a:custGeom>
              <a:avLst/>
              <a:gdLst/>
              <a:ahLst/>
              <a:cxnLst/>
              <a:rect l="l" t="t" r="r" b="b"/>
              <a:pathLst>
                <a:path w="2289" h="2441" extrusionOk="0">
                  <a:moveTo>
                    <a:pt x="2085" y="179"/>
                  </a:moveTo>
                  <a:lnTo>
                    <a:pt x="2085" y="2212"/>
                  </a:lnTo>
                  <a:lnTo>
                    <a:pt x="204" y="2212"/>
                  </a:lnTo>
                  <a:lnTo>
                    <a:pt x="204" y="179"/>
                  </a:lnTo>
                  <a:close/>
                  <a:moveTo>
                    <a:pt x="1" y="1"/>
                  </a:moveTo>
                  <a:lnTo>
                    <a:pt x="1"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8"/>
            <p:cNvSpPr/>
            <p:nvPr/>
          </p:nvSpPr>
          <p:spPr>
            <a:xfrm>
              <a:off x="5068745" y="465752"/>
              <a:ext cx="91222" cy="98378"/>
            </a:xfrm>
            <a:custGeom>
              <a:avLst/>
              <a:gdLst/>
              <a:ahLst/>
              <a:cxnLst/>
              <a:rect l="l" t="t" r="r" b="b"/>
              <a:pathLst>
                <a:path w="2263" h="2441" extrusionOk="0">
                  <a:moveTo>
                    <a:pt x="2060" y="179"/>
                  </a:moveTo>
                  <a:lnTo>
                    <a:pt x="2060" y="2212"/>
                  </a:lnTo>
                  <a:lnTo>
                    <a:pt x="204" y="2212"/>
                  </a:lnTo>
                  <a:lnTo>
                    <a:pt x="204" y="179"/>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8"/>
            <p:cNvSpPr/>
            <p:nvPr/>
          </p:nvSpPr>
          <p:spPr>
            <a:xfrm>
              <a:off x="5152751" y="465752"/>
              <a:ext cx="91222" cy="98378"/>
            </a:xfrm>
            <a:custGeom>
              <a:avLst/>
              <a:gdLst/>
              <a:ahLst/>
              <a:cxnLst/>
              <a:rect l="l" t="t" r="r" b="b"/>
              <a:pathLst>
                <a:path w="2263" h="2441" extrusionOk="0">
                  <a:moveTo>
                    <a:pt x="2060" y="179"/>
                  </a:moveTo>
                  <a:lnTo>
                    <a:pt x="2060" y="2212"/>
                  </a:lnTo>
                  <a:lnTo>
                    <a:pt x="204" y="2212"/>
                  </a:lnTo>
                  <a:lnTo>
                    <a:pt x="204" y="179"/>
                  </a:lnTo>
                  <a:close/>
                  <a:moveTo>
                    <a:pt x="1" y="1"/>
                  </a:moveTo>
                  <a:lnTo>
                    <a:pt x="1" y="2441"/>
                  </a:lnTo>
                  <a:lnTo>
                    <a:pt x="2263" y="2441"/>
                  </a:lnTo>
                  <a:lnTo>
                    <a:pt x="2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8"/>
            <p:cNvSpPr/>
            <p:nvPr/>
          </p:nvSpPr>
          <p:spPr>
            <a:xfrm>
              <a:off x="5234741" y="465752"/>
              <a:ext cx="92229" cy="98378"/>
            </a:xfrm>
            <a:custGeom>
              <a:avLst/>
              <a:gdLst/>
              <a:ahLst/>
              <a:cxnLst/>
              <a:rect l="l" t="t" r="r" b="b"/>
              <a:pathLst>
                <a:path w="2288" h="2441" extrusionOk="0">
                  <a:moveTo>
                    <a:pt x="2110" y="179"/>
                  </a:moveTo>
                  <a:lnTo>
                    <a:pt x="2110" y="2212"/>
                  </a:lnTo>
                  <a:lnTo>
                    <a:pt x="229" y="2212"/>
                  </a:lnTo>
                  <a:lnTo>
                    <a:pt x="229" y="179"/>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8"/>
            <p:cNvSpPr/>
            <p:nvPr/>
          </p:nvSpPr>
          <p:spPr>
            <a:xfrm>
              <a:off x="5318747" y="465752"/>
              <a:ext cx="92229" cy="98378"/>
            </a:xfrm>
            <a:custGeom>
              <a:avLst/>
              <a:gdLst/>
              <a:ahLst/>
              <a:cxnLst/>
              <a:rect l="l" t="t" r="r" b="b"/>
              <a:pathLst>
                <a:path w="2288" h="2441" extrusionOk="0">
                  <a:moveTo>
                    <a:pt x="2084" y="179"/>
                  </a:moveTo>
                  <a:lnTo>
                    <a:pt x="2084" y="2212"/>
                  </a:lnTo>
                  <a:lnTo>
                    <a:pt x="204" y="2212"/>
                  </a:lnTo>
                  <a:lnTo>
                    <a:pt x="204" y="179"/>
                  </a:lnTo>
                  <a:close/>
                  <a:moveTo>
                    <a:pt x="0" y="1"/>
                  </a:moveTo>
                  <a:lnTo>
                    <a:pt x="0" y="2441"/>
                  </a:lnTo>
                  <a:lnTo>
                    <a:pt x="2288" y="2441"/>
                  </a:lnTo>
                  <a:lnTo>
                    <a:pt x="22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8"/>
            <p:cNvSpPr/>
            <p:nvPr/>
          </p:nvSpPr>
          <p:spPr>
            <a:xfrm>
              <a:off x="5401746" y="465752"/>
              <a:ext cx="92229" cy="98378"/>
            </a:xfrm>
            <a:custGeom>
              <a:avLst/>
              <a:gdLst/>
              <a:ahLst/>
              <a:cxnLst/>
              <a:rect l="l" t="t" r="r" b="b"/>
              <a:pathLst>
                <a:path w="2288" h="2441" extrusionOk="0">
                  <a:moveTo>
                    <a:pt x="2084" y="179"/>
                  </a:moveTo>
                  <a:lnTo>
                    <a:pt x="2084" y="2212"/>
                  </a:lnTo>
                  <a:lnTo>
                    <a:pt x="229" y="2212"/>
                  </a:lnTo>
                  <a:lnTo>
                    <a:pt x="229" y="179"/>
                  </a:lnTo>
                  <a:close/>
                  <a:moveTo>
                    <a:pt x="0" y="1"/>
                  </a:moveTo>
                  <a:lnTo>
                    <a:pt x="0" y="2441"/>
                  </a:lnTo>
                  <a:lnTo>
                    <a:pt x="2287" y="2441"/>
                  </a:lnTo>
                  <a:lnTo>
                    <a:pt x="228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8"/>
            <p:cNvSpPr/>
            <p:nvPr/>
          </p:nvSpPr>
          <p:spPr>
            <a:xfrm>
              <a:off x="5485752" y="465752"/>
              <a:ext cx="91222" cy="98378"/>
            </a:xfrm>
            <a:custGeom>
              <a:avLst/>
              <a:gdLst/>
              <a:ahLst/>
              <a:cxnLst/>
              <a:rect l="l" t="t" r="r" b="b"/>
              <a:pathLst>
                <a:path w="2263" h="2441" extrusionOk="0">
                  <a:moveTo>
                    <a:pt x="2059" y="179"/>
                  </a:moveTo>
                  <a:lnTo>
                    <a:pt x="2059" y="2212"/>
                  </a:lnTo>
                  <a:lnTo>
                    <a:pt x="203" y="2212"/>
                  </a:lnTo>
                  <a:lnTo>
                    <a:pt x="203" y="179"/>
                  </a:lnTo>
                  <a:close/>
                  <a:moveTo>
                    <a:pt x="0" y="1"/>
                  </a:moveTo>
                  <a:lnTo>
                    <a:pt x="0" y="2441"/>
                  </a:lnTo>
                  <a:lnTo>
                    <a:pt x="2262" y="2441"/>
                  </a:lnTo>
                  <a:lnTo>
                    <a:pt x="22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8"/>
            <p:cNvSpPr/>
            <p:nvPr/>
          </p:nvSpPr>
          <p:spPr>
            <a:xfrm>
              <a:off x="3566834" y="554901"/>
              <a:ext cx="92229" cy="99386"/>
            </a:xfrm>
            <a:custGeom>
              <a:avLst/>
              <a:gdLst/>
              <a:ahLst/>
              <a:cxnLst/>
              <a:rect l="l" t="t" r="r" b="b"/>
              <a:pathLst>
                <a:path w="2288" h="2466" extrusionOk="0">
                  <a:moveTo>
                    <a:pt x="2059" y="229"/>
                  </a:moveTo>
                  <a:lnTo>
                    <a:pt x="2059" y="2262"/>
                  </a:lnTo>
                  <a:lnTo>
                    <a:pt x="204" y="2262"/>
                  </a:lnTo>
                  <a:lnTo>
                    <a:pt x="204" y="229"/>
                  </a:lnTo>
                  <a:close/>
                  <a:moveTo>
                    <a:pt x="0" y="0"/>
                  </a:moveTo>
                  <a:lnTo>
                    <a:pt x="0" y="2465"/>
                  </a:lnTo>
                  <a:lnTo>
                    <a:pt x="2262"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8"/>
            <p:cNvSpPr/>
            <p:nvPr/>
          </p:nvSpPr>
          <p:spPr>
            <a:xfrm>
              <a:off x="3649792" y="554901"/>
              <a:ext cx="92270" cy="99386"/>
            </a:xfrm>
            <a:custGeom>
              <a:avLst/>
              <a:gdLst/>
              <a:ahLst/>
              <a:cxnLst/>
              <a:rect l="l" t="t" r="r" b="b"/>
              <a:pathLst>
                <a:path w="2289" h="2466" extrusionOk="0">
                  <a:moveTo>
                    <a:pt x="2060" y="229"/>
                  </a:moveTo>
                  <a:lnTo>
                    <a:pt x="2060" y="2262"/>
                  </a:lnTo>
                  <a:lnTo>
                    <a:pt x="204" y="2262"/>
                  </a:lnTo>
                  <a:lnTo>
                    <a:pt x="204"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8"/>
            <p:cNvSpPr/>
            <p:nvPr/>
          </p:nvSpPr>
          <p:spPr>
            <a:xfrm>
              <a:off x="3732791" y="554901"/>
              <a:ext cx="92270" cy="99386"/>
            </a:xfrm>
            <a:custGeom>
              <a:avLst/>
              <a:gdLst/>
              <a:ahLst/>
              <a:cxnLst/>
              <a:rect l="l" t="t" r="r" b="b"/>
              <a:pathLst>
                <a:path w="2289" h="2466" extrusionOk="0">
                  <a:moveTo>
                    <a:pt x="2085" y="229"/>
                  </a:moveTo>
                  <a:lnTo>
                    <a:pt x="2085" y="2262"/>
                  </a:lnTo>
                  <a:lnTo>
                    <a:pt x="229" y="2262"/>
                  </a:lnTo>
                  <a:lnTo>
                    <a:pt x="229"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8"/>
            <p:cNvSpPr/>
            <p:nvPr/>
          </p:nvSpPr>
          <p:spPr>
            <a:xfrm>
              <a:off x="3816797" y="554901"/>
              <a:ext cx="91222" cy="99386"/>
            </a:xfrm>
            <a:custGeom>
              <a:avLst/>
              <a:gdLst/>
              <a:ahLst/>
              <a:cxnLst/>
              <a:rect l="l" t="t" r="r" b="b"/>
              <a:pathLst>
                <a:path w="2263" h="2466" extrusionOk="0">
                  <a:moveTo>
                    <a:pt x="2059" y="229"/>
                  </a:moveTo>
                  <a:lnTo>
                    <a:pt x="2059" y="2262"/>
                  </a:lnTo>
                  <a:lnTo>
                    <a:pt x="204" y="2262"/>
                  </a:lnTo>
                  <a:lnTo>
                    <a:pt x="204" y="229"/>
                  </a:lnTo>
                  <a:close/>
                  <a:moveTo>
                    <a:pt x="1" y="0"/>
                  </a:moveTo>
                  <a:lnTo>
                    <a:pt x="1" y="2465"/>
                  </a:lnTo>
                  <a:lnTo>
                    <a:pt x="2263" y="2465"/>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8"/>
            <p:cNvSpPr/>
            <p:nvPr/>
          </p:nvSpPr>
          <p:spPr>
            <a:xfrm>
              <a:off x="3899795" y="554901"/>
              <a:ext cx="92229" cy="99386"/>
            </a:xfrm>
            <a:custGeom>
              <a:avLst/>
              <a:gdLst/>
              <a:ahLst/>
              <a:cxnLst/>
              <a:rect l="l" t="t" r="r" b="b"/>
              <a:pathLst>
                <a:path w="2288" h="2466" extrusionOk="0">
                  <a:moveTo>
                    <a:pt x="2085" y="229"/>
                  </a:moveTo>
                  <a:lnTo>
                    <a:pt x="2085" y="2262"/>
                  </a:lnTo>
                  <a:lnTo>
                    <a:pt x="204" y="2262"/>
                  </a:lnTo>
                  <a:lnTo>
                    <a:pt x="204" y="229"/>
                  </a:lnTo>
                  <a:close/>
                  <a:moveTo>
                    <a:pt x="0" y="0"/>
                  </a:moveTo>
                  <a:lnTo>
                    <a:pt x="0" y="2465"/>
                  </a:lnTo>
                  <a:lnTo>
                    <a:pt x="2288"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8"/>
            <p:cNvSpPr/>
            <p:nvPr/>
          </p:nvSpPr>
          <p:spPr>
            <a:xfrm>
              <a:off x="3983801" y="554901"/>
              <a:ext cx="91222" cy="99386"/>
            </a:xfrm>
            <a:custGeom>
              <a:avLst/>
              <a:gdLst/>
              <a:ahLst/>
              <a:cxnLst/>
              <a:rect l="l" t="t" r="r" b="b"/>
              <a:pathLst>
                <a:path w="2263" h="2466" extrusionOk="0">
                  <a:moveTo>
                    <a:pt x="2059" y="229"/>
                  </a:moveTo>
                  <a:lnTo>
                    <a:pt x="2059" y="2262"/>
                  </a:lnTo>
                  <a:lnTo>
                    <a:pt x="204" y="2262"/>
                  </a:lnTo>
                  <a:lnTo>
                    <a:pt x="204" y="229"/>
                  </a:lnTo>
                  <a:close/>
                  <a:moveTo>
                    <a:pt x="1" y="0"/>
                  </a:moveTo>
                  <a:lnTo>
                    <a:pt x="1" y="2465"/>
                  </a:lnTo>
                  <a:lnTo>
                    <a:pt x="2263" y="2465"/>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8"/>
            <p:cNvSpPr/>
            <p:nvPr/>
          </p:nvSpPr>
          <p:spPr>
            <a:xfrm>
              <a:off x="4066799" y="554901"/>
              <a:ext cx="92229" cy="99386"/>
            </a:xfrm>
            <a:custGeom>
              <a:avLst/>
              <a:gdLst/>
              <a:ahLst/>
              <a:cxnLst/>
              <a:rect l="l" t="t" r="r" b="b"/>
              <a:pathLst>
                <a:path w="2288" h="2466" extrusionOk="0">
                  <a:moveTo>
                    <a:pt x="2084" y="229"/>
                  </a:moveTo>
                  <a:lnTo>
                    <a:pt x="2084" y="2262"/>
                  </a:lnTo>
                  <a:lnTo>
                    <a:pt x="204" y="2262"/>
                  </a:lnTo>
                  <a:lnTo>
                    <a:pt x="204"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8"/>
            <p:cNvSpPr/>
            <p:nvPr/>
          </p:nvSpPr>
          <p:spPr>
            <a:xfrm>
              <a:off x="4150805" y="554901"/>
              <a:ext cx="91222" cy="99386"/>
            </a:xfrm>
            <a:custGeom>
              <a:avLst/>
              <a:gdLst/>
              <a:ahLst/>
              <a:cxnLst/>
              <a:rect l="l" t="t" r="r" b="b"/>
              <a:pathLst>
                <a:path w="2263" h="2466" extrusionOk="0">
                  <a:moveTo>
                    <a:pt x="2059" y="229"/>
                  </a:moveTo>
                  <a:lnTo>
                    <a:pt x="2059" y="2262"/>
                  </a:lnTo>
                  <a:lnTo>
                    <a:pt x="204" y="2262"/>
                  </a:lnTo>
                  <a:lnTo>
                    <a:pt x="204"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8"/>
            <p:cNvSpPr/>
            <p:nvPr/>
          </p:nvSpPr>
          <p:spPr>
            <a:xfrm>
              <a:off x="4233804" y="554901"/>
              <a:ext cx="92229" cy="99386"/>
            </a:xfrm>
            <a:custGeom>
              <a:avLst/>
              <a:gdLst/>
              <a:ahLst/>
              <a:cxnLst/>
              <a:rect l="l" t="t" r="r" b="b"/>
              <a:pathLst>
                <a:path w="2288" h="2466" extrusionOk="0">
                  <a:moveTo>
                    <a:pt x="2084" y="229"/>
                  </a:moveTo>
                  <a:lnTo>
                    <a:pt x="2084" y="2262"/>
                  </a:lnTo>
                  <a:lnTo>
                    <a:pt x="203" y="2262"/>
                  </a:lnTo>
                  <a:lnTo>
                    <a:pt x="203" y="229"/>
                  </a:lnTo>
                  <a:close/>
                  <a:moveTo>
                    <a:pt x="0" y="0"/>
                  </a:moveTo>
                  <a:lnTo>
                    <a:pt x="0" y="2465"/>
                  </a:lnTo>
                  <a:lnTo>
                    <a:pt x="2287" y="2465"/>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8"/>
            <p:cNvSpPr/>
            <p:nvPr/>
          </p:nvSpPr>
          <p:spPr>
            <a:xfrm>
              <a:off x="4317810" y="554901"/>
              <a:ext cx="91222" cy="99386"/>
            </a:xfrm>
            <a:custGeom>
              <a:avLst/>
              <a:gdLst/>
              <a:ahLst/>
              <a:cxnLst/>
              <a:rect l="l" t="t" r="r" b="b"/>
              <a:pathLst>
                <a:path w="2263" h="2466" extrusionOk="0">
                  <a:moveTo>
                    <a:pt x="2059" y="229"/>
                  </a:moveTo>
                  <a:lnTo>
                    <a:pt x="2059" y="2262"/>
                  </a:lnTo>
                  <a:lnTo>
                    <a:pt x="203" y="2262"/>
                  </a:lnTo>
                  <a:lnTo>
                    <a:pt x="203"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8"/>
            <p:cNvSpPr/>
            <p:nvPr/>
          </p:nvSpPr>
          <p:spPr>
            <a:xfrm>
              <a:off x="4400768" y="554901"/>
              <a:ext cx="92270" cy="99386"/>
            </a:xfrm>
            <a:custGeom>
              <a:avLst/>
              <a:gdLst/>
              <a:ahLst/>
              <a:cxnLst/>
              <a:rect l="l" t="t" r="r" b="b"/>
              <a:pathLst>
                <a:path w="2289" h="2466" extrusionOk="0">
                  <a:moveTo>
                    <a:pt x="2059" y="229"/>
                  </a:moveTo>
                  <a:lnTo>
                    <a:pt x="2059" y="2262"/>
                  </a:lnTo>
                  <a:lnTo>
                    <a:pt x="204" y="2262"/>
                  </a:lnTo>
                  <a:lnTo>
                    <a:pt x="204"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8"/>
            <p:cNvSpPr/>
            <p:nvPr/>
          </p:nvSpPr>
          <p:spPr>
            <a:xfrm>
              <a:off x="4483766" y="554901"/>
              <a:ext cx="92229" cy="99386"/>
            </a:xfrm>
            <a:custGeom>
              <a:avLst/>
              <a:gdLst/>
              <a:ahLst/>
              <a:cxnLst/>
              <a:rect l="l" t="t" r="r" b="b"/>
              <a:pathLst>
                <a:path w="2288" h="2466" extrusionOk="0">
                  <a:moveTo>
                    <a:pt x="2085" y="229"/>
                  </a:moveTo>
                  <a:lnTo>
                    <a:pt x="2085" y="2262"/>
                  </a:lnTo>
                  <a:lnTo>
                    <a:pt x="229" y="2262"/>
                  </a:lnTo>
                  <a:lnTo>
                    <a:pt x="229"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8"/>
            <p:cNvSpPr/>
            <p:nvPr/>
          </p:nvSpPr>
          <p:spPr>
            <a:xfrm>
              <a:off x="4567772" y="554901"/>
              <a:ext cx="92229" cy="99386"/>
            </a:xfrm>
            <a:custGeom>
              <a:avLst/>
              <a:gdLst/>
              <a:ahLst/>
              <a:cxnLst/>
              <a:rect l="l" t="t" r="r" b="b"/>
              <a:pathLst>
                <a:path w="2288" h="2466" extrusionOk="0">
                  <a:moveTo>
                    <a:pt x="2059" y="229"/>
                  </a:moveTo>
                  <a:lnTo>
                    <a:pt x="2059" y="2262"/>
                  </a:lnTo>
                  <a:lnTo>
                    <a:pt x="204" y="2262"/>
                  </a:lnTo>
                  <a:lnTo>
                    <a:pt x="204"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8"/>
            <p:cNvSpPr/>
            <p:nvPr/>
          </p:nvSpPr>
          <p:spPr>
            <a:xfrm>
              <a:off x="4650770" y="554901"/>
              <a:ext cx="92229" cy="99386"/>
            </a:xfrm>
            <a:custGeom>
              <a:avLst/>
              <a:gdLst/>
              <a:ahLst/>
              <a:cxnLst/>
              <a:rect l="l" t="t" r="r" b="b"/>
              <a:pathLst>
                <a:path w="2288" h="2466" extrusionOk="0">
                  <a:moveTo>
                    <a:pt x="2084" y="229"/>
                  </a:moveTo>
                  <a:lnTo>
                    <a:pt x="2084" y="2262"/>
                  </a:lnTo>
                  <a:lnTo>
                    <a:pt x="229" y="2262"/>
                  </a:lnTo>
                  <a:lnTo>
                    <a:pt x="229"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8"/>
            <p:cNvSpPr/>
            <p:nvPr/>
          </p:nvSpPr>
          <p:spPr>
            <a:xfrm>
              <a:off x="4734776" y="554901"/>
              <a:ext cx="91222" cy="99386"/>
            </a:xfrm>
            <a:custGeom>
              <a:avLst/>
              <a:gdLst/>
              <a:ahLst/>
              <a:cxnLst/>
              <a:rect l="l" t="t" r="r" b="b"/>
              <a:pathLst>
                <a:path w="2263" h="2466" extrusionOk="0">
                  <a:moveTo>
                    <a:pt x="2059" y="229"/>
                  </a:moveTo>
                  <a:lnTo>
                    <a:pt x="2059" y="2262"/>
                  </a:lnTo>
                  <a:lnTo>
                    <a:pt x="204" y="2262"/>
                  </a:lnTo>
                  <a:lnTo>
                    <a:pt x="204"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8"/>
            <p:cNvSpPr/>
            <p:nvPr/>
          </p:nvSpPr>
          <p:spPr>
            <a:xfrm>
              <a:off x="4817775" y="554901"/>
              <a:ext cx="92229" cy="99386"/>
            </a:xfrm>
            <a:custGeom>
              <a:avLst/>
              <a:gdLst/>
              <a:ahLst/>
              <a:cxnLst/>
              <a:rect l="l" t="t" r="r" b="b"/>
              <a:pathLst>
                <a:path w="2288" h="2466" extrusionOk="0">
                  <a:moveTo>
                    <a:pt x="2084" y="229"/>
                  </a:moveTo>
                  <a:lnTo>
                    <a:pt x="2084" y="2262"/>
                  </a:lnTo>
                  <a:lnTo>
                    <a:pt x="203" y="2262"/>
                  </a:lnTo>
                  <a:lnTo>
                    <a:pt x="203" y="229"/>
                  </a:lnTo>
                  <a:close/>
                  <a:moveTo>
                    <a:pt x="0" y="0"/>
                  </a:moveTo>
                  <a:lnTo>
                    <a:pt x="0" y="2465"/>
                  </a:lnTo>
                  <a:lnTo>
                    <a:pt x="2287" y="2465"/>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8"/>
            <p:cNvSpPr/>
            <p:nvPr/>
          </p:nvSpPr>
          <p:spPr>
            <a:xfrm>
              <a:off x="4901781" y="554901"/>
              <a:ext cx="91222" cy="99386"/>
            </a:xfrm>
            <a:custGeom>
              <a:avLst/>
              <a:gdLst/>
              <a:ahLst/>
              <a:cxnLst/>
              <a:rect l="l" t="t" r="r" b="b"/>
              <a:pathLst>
                <a:path w="2263" h="2466" extrusionOk="0">
                  <a:moveTo>
                    <a:pt x="2059" y="229"/>
                  </a:moveTo>
                  <a:lnTo>
                    <a:pt x="2059" y="2262"/>
                  </a:lnTo>
                  <a:lnTo>
                    <a:pt x="203" y="2262"/>
                  </a:lnTo>
                  <a:lnTo>
                    <a:pt x="203"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8"/>
            <p:cNvSpPr/>
            <p:nvPr/>
          </p:nvSpPr>
          <p:spPr>
            <a:xfrm>
              <a:off x="4984739" y="554901"/>
              <a:ext cx="92270" cy="99386"/>
            </a:xfrm>
            <a:custGeom>
              <a:avLst/>
              <a:gdLst/>
              <a:ahLst/>
              <a:cxnLst/>
              <a:rect l="l" t="t" r="r" b="b"/>
              <a:pathLst>
                <a:path w="2289" h="2466" extrusionOk="0">
                  <a:moveTo>
                    <a:pt x="2085" y="229"/>
                  </a:moveTo>
                  <a:lnTo>
                    <a:pt x="2085" y="2262"/>
                  </a:lnTo>
                  <a:lnTo>
                    <a:pt x="204" y="2262"/>
                  </a:lnTo>
                  <a:lnTo>
                    <a:pt x="204" y="229"/>
                  </a:lnTo>
                  <a:close/>
                  <a:moveTo>
                    <a:pt x="1" y="0"/>
                  </a:moveTo>
                  <a:lnTo>
                    <a:pt x="1"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8"/>
            <p:cNvSpPr/>
            <p:nvPr/>
          </p:nvSpPr>
          <p:spPr>
            <a:xfrm>
              <a:off x="5068745" y="554901"/>
              <a:ext cx="91222" cy="99386"/>
            </a:xfrm>
            <a:custGeom>
              <a:avLst/>
              <a:gdLst/>
              <a:ahLst/>
              <a:cxnLst/>
              <a:rect l="l" t="t" r="r" b="b"/>
              <a:pathLst>
                <a:path w="2263" h="2466" extrusionOk="0">
                  <a:moveTo>
                    <a:pt x="2060" y="229"/>
                  </a:moveTo>
                  <a:lnTo>
                    <a:pt x="2060" y="2262"/>
                  </a:lnTo>
                  <a:lnTo>
                    <a:pt x="204" y="2262"/>
                  </a:lnTo>
                  <a:lnTo>
                    <a:pt x="204" y="229"/>
                  </a:lnTo>
                  <a:close/>
                  <a:moveTo>
                    <a:pt x="1" y="0"/>
                  </a:moveTo>
                  <a:lnTo>
                    <a:pt x="1" y="2465"/>
                  </a:lnTo>
                  <a:lnTo>
                    <a:pt x="2263" y="2465"/>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8"/>
            <p:cNvSpPr/>
            <p:nvPr/>
          </p:nvSpPr>
          <p:spPr>
            <a:xfrm>
              <a:off x="5152751" y="554901"/>
              <a:ext cx="91222" cy="99386"/>
            </a:xfrm>
            <a:custGeom>
              <a:avLst/>
              <a:gdLst/>
              <a:ahLst/>
              <a:cxnLst/>
              <a:rect l="l" t="t" r="r" b="b"/>
              <a:pathLst>
                <a:path w="2263" h="2466" extrusionOk="0">
                  <a:moveTo>
                    <a:pt x="2060" y="229"/>
                  </a:moveTo>
                  <a:lnTo>
                    <a:pt x="2060" y="2262"/>
                  </a:lnTo>
                  <a:lnTo>
                    <a:pt x="204" y="2262"/>
                  </a:lnTo>
                  <a:lnTo>
                    <a:pt x="204" y="229"/>
                  </a:lnTo>
                  <a:close/>
                  <a:moveTo>
                    <a:pt x="1" y="0"/>
                  </a:moveTo>
                  <a:lnTo>
                    <a:pt x="1" y="2465"/>
                  </a:lnTo>
                  <a:lnTo>
                    <a:pt x="2263" y="2465"/>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8"/>
            <p:cNvSpPr/>
            <p:nvPr/>
          </p:nvSpPr>
          <p:spPr>
            <a:xfrm>
              <a:off x="5234741" y="554901"/>
              <a:ext cx="92229" cy="99386"/>
            </a:xfrm>
            <a:custGeom>
              <a:avLst/>
              <a:gdLst/>
              <a:ahLst/>
              <a:cxnLst/>
              <a:rect l="l" t="t" r="r" b="b"/>
              <a:pathLst>
                <a:path w="2288" h="2466" extrusionOk="0">
                  <a:moveTo>
                    <a:pt x="2084" y="229"/>
                  </a:moveTo>
                  <a:lnTo>
                    <a:pt x="2084" y="2262"/>
                  </a:lnTo>
                  <a:lnTo>
                    <a:pt x="229" y="2262"/>
                  </a:lnTo>
                  <a:lnTo>
                    <a:pt x="229"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8"/>
            <p:cNvSpPr/>
            <p:nvPr/>
          </p:nvSpPr>
          <p:spPr>
            <a:xfrm>
              <a:off x="5318747" y="554901"/>
              <a:ext cx="92229" cy="99386"/>
            </a:xfrm>
            <a:custGeom>
              <a:avLst/>
              <a:gdLst/>
              <a:ahLst/>
              <a:cxnLst/>
              <a:rect l="l" t="t" r="r" b="b"/>
              <a:pathLst>
                <a:path w="2288" h="2466" extrusionOk="0">
                  <a:moveTo>
                    <a:pt x="2084" y="229"/>
                  </a:moveTo>
                  <a:lnTo>
                    <a:pt x="2084" y="2262"/>
                  </a:lnTo>
                  <a:lnTo>
                    <a:pt x="204" y="2262"/>
                  </a:lnTo>
                  <a:lnTo>
                    <a:pt x="204" y="229"/>
                  </a:lnTo>
                  <a:close/>
                  <a:moveTo>
                    <a:pt x="0" y="0"/>
                  </a:moveTo>
                  <a:lnTo>
                    <a:pt x="0" y="2465"/>
                  </a:lnTo>
                  <a:lnTo>
                    <a:pt x="2288" y="2465"/>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8"/>
            <p:cNvSpPr/>
            <p:nvPr/>
          </p:nvSpPr>
          <p:spPr>
            <a:xfrm>
              <a:off x="5401746" y="554901"/>
              <a:ext cx="92229" cy="99386"/>
            </a:xfrm>
            <a:custGeom>
              <a:avLst/>
              <a:gdLst/>
              <a:ahLst/>
              <a:cxnLst/>
              <a:rect l="l" t="t" r="r" b="b"/>
              <a:pathLst>
                <a:path w="2288" h="2466" extrusionOk="0">
                  <a:moveTo>
                    <a:pt x="2084" y="229"/>
                  </a:moveTo>
                  <a:lnTo>
                    <a:pt x="2084" y="2262"/>
                  </a:lnTo>
                  <a:lnTo>
                    <a:pt x="203" y="2262"/>
                  </a:lnTo>
                  <a:lnTo>
                    <a:pt x="229" y="229"/>
                  </a:lnTo>
                  <a:close/>
                  <a:moveTo>
                    <a:pt x="0" y="0"/>
                  </a:moveTo>
                  <a:lnTo>
                    <a:pt x="0" y="2465"/>
                  </a:lnTo>
                  <a:lnTo>
                    <a:pt x="2287" y="2465"/>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8"/>
            <p:cNvSpPr/>
            <p:nvPr/>
          </p:nvSpPr>
          <p:spPr>
            <a:xfrm>
              <a:off x="5485752" y="554901"/>
              <a:ext cx="91222" cy="99386"/>
            </a:xfrm>
            <a:custGeom>
              <a:avLst/>
              <a:gdLst/>
              <a:ahLst/>
              <a:cxnLst/>
              <a:rect l="l" t="t" r="r" b="b"/>
              <a:pathLst>
                <a:path w="2263" h="2466" extrusionOk="0">
                  <a:moveTo>
                    <a:pt x="2059" y="229"/>
                  </a:moveTo>
                  <a:lnTo>
                    <a:pt x="2059" y="2262"/>
                  </a:lnTo>
                  <a:lnTo>
                    <a:pt x="203" y="2262"/>
                  </a:lnTo>
                  <a:lnTo>
                    <a:pt x="203" y="229"/>
                  </a:lnTo>
                  <a:close/>
                  <a:moveTo>
                    <a:pt x="0" y="0"/>
                  </a:moveTo>
                  <a:lnTo>
                    <a:pt x="0" y="2465"/>
                  </a:lnTo>
                  <a:lnTo>
                    <a:pt x="2262" y="2465"/>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8"/>
            <p:cNvSpPr/>
            <p:nvPr/>
          </p:nvSpPr>
          <p:spPr>
            <a:xfrm>
              <a:off x="3566834" y="646066"/>
              <a:ext cx="92229" cy="98378"/>
            </a:xfrm>
            <a:custGeom>
              <a:avLst/>
              <a:gdLst/>
              <a:ahLst/>
              <a:cxnLst/>
              <a:rect l="l" t="t" r="r" b="b"/>
              <a:pathLst>
                <a:path w="2288" h="2441" extrusionOk="0">
                  <a:moveTo>
                    <a:pt x="2059" y="203"/>
                  </a:moveTo>
                  <a:lnTo>
                    <a:pt x="2059" y="2237"/>
                  </a:lnTo>
                  <a:lnTo>
                    <a:pt x="204" y="2237"/>
                  </a:lnTo>
                  <a:lnTo>
                    <a:pt x="204" y="203"/>
                  </a:lnTo>
                  <a:close/>
                  <a:moveTo>
                    <a:pt x="0" y="0"/>
                  </a:moveTo>
                  <a:lnTo>
                    <a:pt x="0" y="2440"/>
                  </a:lnTo>
                  <a:lnTo>
                    <a:pt x="2262"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8"/>
            <p:cNvSpPr/>
            <p:nvPr/>
          </p:nvSpPr>
          <p:spPr>
            <a:xfrm>
              <a:off x="3649792" y="646066"/>
              <a:ext cx="92270" cy="98378"/>
            </a:xfrm>
            <a:custGeom>
              <a:avLst/>
              <a:gdLst/>
              <a:ahLst/>
              <a:cxnLst/>
              <a:rect l="l" t="t" r="r" b="b"/>
              <a:pathLst>
                <a:path w="2289" h="2441" extrusionOk="0">
                  <a:moveTo>
                    <a:pt x="2060" y="203"/>
                  </a:moveTo>
                  <a:lnTo>
                    <a:pt x="2060" y="2237"/>
                  </a:lnTo>
                  <a:lnTo>
                    <a:pt x="204" y="2237"/>
                  </a:lnTo>
                  <a:lnTo>
                    <a:pt x="204"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8"/>
            <p:cNvSpPr/>
            <p:nvPr/>
          </p:nvSpPr>
          <p:spPr>
            <a:xfrm>
              <a:off x="3732791" y="646066"/>
              <a:ext cx="92270" cy="98378"/>
            </a:xfrm>
            <a:custGeom>
              <a:avLst/>
              <a:gdLst/>
              <a:ahLst/>
              <a:cxnLst/>
              <a:rect l="l" t="t" r="r" b="b"/>
              <a:pathLst>
                <a:path w="2289" h="2441" extrusionOk="0">
                  <a:moveTo>
                    <a:pt x="2085" y="203"/>
                  </a:moveTo>
                  <a:lnTo>
                    <a:pt x="2085" y="2237"/>
                  </a:lnTo>
                  <a:lnTo>
                    <a:pt x="229" y="2237"/>
                  </a:lnTo>
                  <a:lnTo>
                    <a:pt x="229"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8"/>
            <p:cNvSpPr/>
            <p:nvPr/>
          </p:nvSpPr>
          <p:spPr>
            <a:xfrm>
              <a:off x="3816797" y="646066"/>
              <a:ext cx="91222" cy="98378"/>
            </a:xfrm>
            <a:custGeom>
              <a:avLst/>
              <a:gdLst/>
              <a:ahLst/>
              <a:cxnLst/>
              <a:rect l="l" t="t" r="r" b="b"/>
              <a:pathLst>
                <a:path w="2263" h="2441" extrusionOk="0">
                  <a:moveTo>
                    <a:pt x="2059" y="203"/>
                  </a:moveTo>
                  <a:lnTo>
                    <a:pt x="2059" y="2237"/>
                  </a:lnTo>
                  <a:lnTo>
                    <a:pt x="204" y="2237"/>
                  </a:lnTo>
                  <a:lnTo>
                    <a:pt x="204" y="203"/>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8"/>
            <p:cNvSpPr/>
            <p:nvPr/>
          </p:nvSpPr>
          <p:spPr>
            <a:xfrm>
              <a:off x="3899795" y="646066"/>
              <a:ext cx="92229" cy="98378"/>
            </a:xfrm>
            <a:custGeom>
              <a:avLst/>
              <a:gdLst/>
              <a:ahLst/>
              <a:cxnLst/>
              <a:rect l="l" t="t" r="r" b="b"/>
              <a:pathLst>
                <a:path w="2288" h="2441" extrusionOk="0">
                  <a:moveTo>
                    <a:pt x="2085" y="203"/>
                  </a:moveTo>
                  <a:lnTo>
                    <a:pt x="2085" y="2237"/>
                  </a:lnTo>
                  <a:lnTo>
                    <a:pt x="204" y="2237"/>
                  </a:lnTo>
                  <a:lnTo>
                    <a:pt x="204" y="203"/>
                  </a:lnTo>
                  <a:close/>
                  <a:moveTo>
                    <a:pt x="0" y="0"/>
                  </a:moveTo>
                  <a:lnTo>
                    <a:pt x="0" y="2440"/>
                  </a:lnTo>
                  <a:lnTo>
                    <a:pt x="2288"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8"/>
            <p:cNvSpPr/>
            <p:nvPr/>
          </p:nvSpPr>
          <p:spPr>
            <a:xfrm>
              <a:off x="3983801" y="646066"/>
              <a:ext cx="91222" cy="98378"/>
            </a:xfrm>
            <a:custGeom>
              <a:avLst/>
              <a:gdLst/>
              <a:ahLst/>
              <a:cxnLst/>
              <a:rect l="l" t="t" r="r" b="b"/>
              <a:pathLst>
                <a:path w="2263" h="2441" extrusionOk="0">
                  <a:moveTo>
                    <a:pt x="2059" y="203"/>
                  </a:moveTo>
                  <a:lnTo>
                    <a:pt x="2059" y="2237"/>
                  </a:lnTo>
                  <a:lnTo>
                    <a:pt x="204" y="2237"/>
                  </a:lnTo>
                  <a:lnTo>
                    <a:pt x="204" y="203"/>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8"/>
            <p:cNvSpPr/>
            <p:nvPr/>
          </p:nvSpPr>
          <p:spPr>
            <a:xfrm>
              <a:off x="4066799" y="646066"/>
              <a:ext cx="92229" cy="98378"/>
            </a:xfrm>
            <a:custGeom>
              <a:avLst/>
              <a:gdLst/>
              <a:ahLst/>
              <a:cxnLst/>
              <a:rect l="l" t="t" r="r" b="b"/>
              <a:pathLst>
                <a:path w="2288" h="2441" extrusionOk="0">
                  <a:moveTo>
                    <a:pt x="2084" y="203"/>
                  </a:moveTo>
                  <a:lnTo>
                    <a:pt x="2084" y="2237"/>
                  </a:lnTo>
                  <a:lnTo>
                    <a:pt x="204" y="2237"/>
                  </a:lnTo>
                  <a:lnTo>
                    <a:pt x="204"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8"/>
            <p:cNvSpPr/>
            <p:nvPr/>
          </p:nvSpPr>
          <p:spPr>
            <a:xfrm>
              <a:off x="4150805" y="646066"/>
              <a:ext cx="91222" cy="98378"/>
            </a:xfrm>
            <a:custGeom>
              <a:avLst/>
              <a:gdLst/>
              <a:ahLst/>
              <a:cxnLst/>
              <a:rect l="l" t="t" r="r" b="b"/>
              <a:pathLst>
                <a:path w="2263" h="2441" extrusionOk="0">
                  <a:moveTo>
                    <a:pt x="2059" y="203"/>
                  </a:moveTo>
                  <a:lnTo>
                    <a:pt x="2059" y="2237"/>
                  </a:lnTo>
                  <a:lnTo>
                    <a:pt x="204" y="2237"/>
                  </a:lnTo>
                  <a:lnTo>
                    <a:pt x="204"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8"/>
            <p:cNvSpPr/>
            <p:nvPr/>
          </p:nvSpPr>
          <p:spPr>
            <a:xfrm>
              <a:off x="4233804" y="646066"/>
              <a:ext cx="92229" cy="98378"/>
            </a:xfrm>
            <a:custGeom>
              <a:avLst/>
              <a:gdLst/>
              <a:ahLst/>
              <a:cxnLst/>
              <a:rect l="l" t="t" r="r" b="b"/>
              <a:pathLst>
                <a:path w="2288" h="2441" extrusionOk="0">
                  <a:moveTo>
                    <a:pt x="2084" y="203"/>
                  </a:moveTo>
                  <a:lnTo>
                    <a:pt x="2084" y="2237"/>
                  </a:lnTo>
                  <a:lnTo>
                    <a:pt x="203" y="2237"/>
                  </a:lnTo>
                  <a:lnTo>
                    <a:pt x="203" y="203"/>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8"/>
            <p:cNvSpPr/>
            <p:nvPr/>
          </p:nvSpPr>
          <p:spPr>
            <a:xfrm>
              <a:off x="4317810" y="646066"/>
              <a:ext cx="91222" cy="98378"/>
            </a:xfrm>
            <a:custGeom>
              <a:avLst/>
              <a:gdLst/>
              <a:ahLst/>
              <a:cxnLst/>
              <a:rect l="l" t="t" r="r" b="b"/>
              <a:pathLst>
                <a:path w="2263" h="2441" extrusionOk="0">
                  <a:moveTo>
                    <a:pt x="2059" y="203"/>
                  </a:moveTo>
                  <a:lnTo>
                    <a:pt x="2059" y="2237"/>
                  </a:lnTo>
                  <a:lnTo>
                    <a:pt x="203" y="2237"/>
                  </a:lnTo>
                  <a:lnTo>
                    <a:pt x="203"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8"/>
            <p:cNvSpPr/>
            <p:nvPr/>
          </p:nvSpPr>
          <p:spPr>
            <a:xfrm>
              <a:off x="4400768" y="646066"/>
              <a:ext cx="92270" cy="98378"/>
            </a:xfrm>
            <a:custGeom>
              <a:avLst/>
              <a:gdLst/>
              <a:ahLst/>
              <a:cxnLst/>
              <a:rect l="l" t="t" r="r" b="b"/>
              <a:pathLst>
                <a:path w="2289" h="2441" extrusionOk="0">
                  <a:moveTo>
                    <a:pt x="2059" y="203"/>
                  </a:moveTo>
                  <a:lnTo>
                    <a:pt x="2059" y="2237"/>
                  </a:lnTo>
                  <a:lnTo>
                    <a:pt x="204" y="2237"/>
                  </a:lnTo>
                  <a:lnTo>
                    <a:pt x="204"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8"/>
            <p:cNvSpPr/>
            <p:nvPr/>
          </p:nvSpPr>
          <p:spPr>
            <a:xfrm>
              <a:off x="4483766" y="646066"/>
              <a:ext cx="92229" cy="98378"/>
            </a:xfrm>
            <a:custGeom>
              <a:avLst/>
              <a:gdLst/>
              <a:ahLst/>
              <a:cxnLst/>
              <a:rect l="l" t="t" r="r" b="b"/>
              <a:pathLst>
                <a:path w="2288" h="2441" extrusionOk="0">
                  <a:moveTo>
                    <a:pt x="2085" y="203"/>
                  </a:moveTo>
                  <a:lnTo>
                    <a:pt x="2085" y="2237"/>
                  </a:lnTo>
                  <a:lnTo>
                    <a:pt x="229" y="2237"/>
                  </a:lnTo>
                  <a:lnTo>
                    <a:pt x="229"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8"/>
            <p:cNvSpPr/>
            <p:nvPr/>
          </p:nvSpPr>
          <p:spPr>
            <a:xfrm>
              <a:off x="4567772" y="646066"/>
              <a:ext cx="92229" cy="98378"/>
            </a:xfrm>
            <a:custGeom>
              <a:avLst/>
              <a:gdLst/>
              <a:ahLst/>
              <a:cxnLst/>
              <a:rect l="l" t="t" r="r" b="b"/>
              <a:pathLst>
                <a:path w="2288" h="2441" extrusionOk="0">
                  <a:moveTo>
                    <a:pt x="2059" y="203"/>
                  </a:moveTo>
                  <a:lnTo>
                    <a:pt x="2059" y="2237"/>
                  </a:lnTo>
                  <a:lnTo>
                    <a:pt x="204" y="2237"/>
                  </a:lnTo>
                  <a:lnTo>
                    <a:pt x="204"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8"/>
            <p:cNvSpPr/>
            <p:nvPr/>
          </p:nvSpPr>
          <p:spPr>
            <a:xfrm>
              <a:off x="4650770" y="646066"/>
              <a:ext cx="92229" cy="98378"/>
            </a:xfrm>
            <a:custGeom>
              <a:avLst/>
              <a:gdLst/>
              <a:ahLst/>
              <a:cxnLst/>
              <a:rect l="l" t="t" r="r" b="b"/>
              <a:pathLst>
                <a:path w="2288" h="2441" extrusionOk="0">
                  <a:moveTo>
                    <a:pt x="2084" y="203"/>
                  </a:moveTo>
                  <a:lnTo>
                    <a:pt x="2084" y="2237"/>
                  </a:lnTo>
                  <a:lnTo>
                    <a:pt x="229" y="2237"/>
                  </a:lnTo>
                  <a:lnTo>
                    <a:pt x="229"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8"/>
            <p:cNvSpPr/>
            <p:nvPr/>
          </p:nvSpPr>
          <p:spPr>
            <a:xfrm>
              <a:off x="4734776" y="646066"/>
              <a:ext cx="91222" cy="98378"/>
            </a:xfrm>
            <a:custGeom>
              <a:avLst/>
              <a:gdLst/>
              <a:ahLst/>
              <a:cxnLst/>
              <a:rect l="l" t="t" r="r" b="b"/>
              <a:pathLst>
                <a:path w="2263" h="2441" extrusionOk="0">
                  <a:moveTo>
                    <a:pt x="2059" y="203"/>
                  </a:moveTo>
                  <a:lnTo>
                    <a:pt x="2059" y="2237"/>
                  </a:lnTo>
                  <a:lnTo>
                    <a:pt x="204" y="2237"/>
                  </a:lnTo>
                  <a:lnTo>
                    <a:pt x="204"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8"/>
            <p:cNvSpPr/>
            <p:nvPr/>
          </p:nvSpPr>
          <p:spPr>
            <a:xfrm>
              <a:off x="4817775" y="646066"/>
              <a:ext cx="92229" cy="98378"/>
            </a:xfrm>
            <a:custGeom>
              <a:avLst/>
              <a:gdLst/>
              <a:ahLst/>
              <a:cxnLst/>
              <a:rect l="l" t="t" r="r" b="b"/>
              <a:pathLst>
                <a:path w="2288" h="2441" extrusionOk="0">
                  <a:moveTo>
                    <a:pt x="2084" y="203"/>
                  </a:moveTo>
                  <a:lnTo>
                    <a:pt x="2084" y="2237"/>
                  </a:lnTo>
                  <a:lnTo>
                    <a:pt x="203" y="2237"/>
                  </a:lnTo>
                  <a:lnTo>
                    <a:pt x="203" y="203"/>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8"/>
            <p:cNvSpPr/>
            <p:nvPr/>
          </p:nvSpPr>
          <p:spPr>
            <a:xfrm>
              <a:off x="4901781" y="646066"/>
              <a:ext cx="91222" cy="98378"/>
            </a:xfrm>
            <a:custGeom>
              <a:avLst/>
              <a:gdLst/>
              <a:ahLst/>
              <a:cxnLst/>
              <a:rect l="l" t="t" r="r" b="b"/>
              <a:pathLst>
                <a:path w="2263" h="2441" extrusionOk="0">
                  <a:moveTo>
                    <a:pt x="2059" y="203"/>
                  </a:moveTo>
                  <a:lnTo>
                    <a:pt x="2059" y="2237"/>
                  </a:lnTo>
                  <a:lnTo>
                    <a:pt x="203" y="2237"/>
                  </a:lnTo>
                  <a:lnTo>
                    <a:pt x="203"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8"/>
            <p:cNvSpPr/>
            <p:nvPr/>
          </p:nvSpPr>
          <p:spPr>
            <a:xfrm>
              <a:off x="4984739" y="646066"/>
              <a:ext cx="92270" cy="98378"/>
            </a:xfrm>
            <a:custGeom>
              <a:avLst/>
              <a:gdLst/>
              <a:ahLst/>
              <a:cxnLst/>
              <a:rect l="l" t="t" r="r" b="b"/>
              <a:pathLst>
                <a:path w="2289" h="2441" extrusionOk="0">
                  <a:moveTo>
                    <a:pt x="2085" y="203"/>
                  </a:moveTo>
                  <a:lnTo>
                    <a:pt x="2085" y="2237"/>
                  </a:lnTo>
                  <a:lnTo>
                    <a:pt x="204" y="2237"/>
                  </a:lnTo>
                  <a:lnTo>
                    <a:pt x="204" y="203"/>
                  </a:lnTo>
                  <a:close/>
                  <a:moveTo>
                    <a:pt x="1" y="0"/>
                  </a:moveTo>
                  <a:lnTo>
                    <a:pt x="1"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8"/>
            <p:cNvSpPr/>
            <p:nvPr/>
          </p:nvSpPr>
          <p:spPr>
            <a:xfrm>
              <a:off x="5068745" y="646066"/>
              <a:ext cx="91222" cy="98378"/>
            </a:xfrm>
            <a:custGeom>
              <a:avLst/>
              <a:gdLst/>
              <a:ahLst/>
              <a:cxnLst/>
              <a:rect l="l" t="t" r="r" b="b"/>
              <a:pathLst>
                <a:path w="2263" h="2441" extrusionOk="0">
                  <a:moveTo>
                    <a:pt x="2060" y="203"/>
                  </a:moveTo>
                  <a:lnTo>
                    <a:pt x="2060" y="2237"/>
                  </a:lnTo>
                  <a:lnTo>
                    <a:pt x="204" y="2237"/>
                  </a:lnTo>
                  <a:lnTo>
                    <a:pt x="204" y="203"/>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8"/>
            <p:cNvSpPr/>
            <p:nvPr/>
          </p:nvSpPr>
          <p:spPr>
            <a:xfrm>
              <a:off x="5152751" y="646066"/>
              <a:ext cx="91222" cy="98378"/>
            </a:xfrm>
            <a:custGeom>
              <a:avLst/>
              <a:gdLst/>
              <a:ahLst/>
              <a:cxnLst/>
              <a:rect l="l" t="t" r="r" b="b"/>
              <a:pathLst>
                <a:path w="2263" h="2441" extrusionOk="0">
                  <a:moveTo>
                    <a:pt x="2060" y="203"/>
                  </a:moveTo>
                  <a:lnTo>
                    <a:pt x="2060" y="2237"/>
                  </a:lnTo>
                  <a:lnTo>
                    <a:pt x="204" y="2237"/>
                  </a:lnTo>
                  <a:lnTo>
                    <a:pt x="204" y="203"/>
                  </a:lnTo>
                  <a:close/>
                  <a:moveTo>
                    <a:pt x="1" y="0"/>
                  </a:moveTo>
                  <a:lnTo>
                    <a:pt x="1" y="2440"/>
                  </a:lnTo>
                  <a:lnTo>
                    <a:pt x="2263" y="2440"/>
                  </a:lnTo>
                  <a:lnTo>
                    <a:pt x="226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8"/>
            <p:cNvSpPr/>
            <p:nvPr/>
          </p:nvSpPr>
          <p:spPr>
            <a:xfrm>
              <a:off x="5234741" y="646066"/>
              <a:ext cx="92229" cy="98378"/>
            </a:xfrm>
            <a:custGeom>
              <a:avLst/>
              <a:gdLst/>
              <a:ahLst/>
              <a:cxnLst/>
              <a:rect l="l" t="t" r="r" b="b"/>
              <a:pathLst>
                <a:path w="2288" h="2441" extrusionOk="0">
                  <a:moveTo>
                    <a:pt x="2084" y="203"/>
                  </a:moveTo>
                  <a:lnTo>
                    <a:pt x="2084" y="2237"/>
                  </a:lnTo>
                  <a:lnTo>
                    <a:pt x="229" y="2237"/>
                  </a:lnTo>
                  <a:lnTo>
                    <a:pt x="229"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8"/>
            <p:cNvSpPr/>
            <p:nvPr/>
          </p:nvSpPr>
          <p:spPr>
            <a:xfrm>
              <a:off x="5318747" y="646066"/>
              <a:ext cx="92229" cy="98378"/>
            </a:xfrm>
            <a:custGeom>
              <a:avLst/>
              <a:gdLst/>
              <a:ahLst/>
              <a:cxnLst/>
              <a:rect l="l" t="t" r="r" b="b"/>
              <a:pathLst>
                <a:path w="2288" h="2441" extrusionOk="0">
                  <a:moveTo>
                    <a:pt x="2084" y="203"/>
                  </a:moveTo>
                  <a:lnTo>
                    <a:pt x="2084" y="2237"/>
                  </a:lnTo>
                  <a:lnTo>
                    <a:pt x="204" y="2237"/>
                  </a:lnTo>
                  <a:lnTo>
                    <a:pt x="204" y="203"/>
                  </a:lnTo>
                  <a:close/>
                  <a:moveTo>
                    <a:pt x="0" y="0"/>
                  </a:moveTo>
                  <a:lnTo>
                    <a:pt x="0" y="2440"/>
                  </a:lnTo>
                  <a:lnTo>
                    <a:pt x="2288" y="2440"/>
                  </a:lnTo>
                  <a:lnTo>
                    <a:pt x="22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8"/>
            <p:cNvSpPr/>
            <p:nvPr/>
          </p:nvSpPr>
          <p:spPr>
            <a:xfrm>
              <a:off x="5401746" y="646066"/>
              <a:ext cx="92229" cy="98378"/>
            </a:xfrm>
            <a:custGeom>
              <a:avLst/>
              <a:gdLst/>
              <a:ahLst/>
              <a:cxnLst/>
              <a:rect l="l" t="t" r="r" b="b"/>
              <a:pathLst>
                <a:path w="2288" h="2441" extrusionOk="0">
                  <a:moveTo>
                    <a:pt x="2084" y="203"/>
                  </a:moveTo>
                  <a:lnTo>
                    <a:pt x="2084" y="2237"/>
                  </a:lnTo>
                  <a:lnTo>
                    <a:pt x="203" y="2237"/>
                  </a:lnTo>
                  <a:lnTo>
                    <a:pt x="229" y="203"/>
                  </a:lnTo>
                  <a:close/>
                  <a:moveTo>
                    <a:pt x="0" y="0"/>
                  </a:moveTo>
                  <a:lnTo>
                    <a:pt x="0" y="2440"/>
                  </a:lnTo>
                  <a:lnTo>
                    <a:pt x="2287" y="2440"/>
                  </a:lnTo>
                  <a:lnTo>
                    <a:pt x="228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8"/>
            <p:cNvSpPr/>
            <p:nvPr/>
          </p:nvSpPr>
          <p:spPr>
            <a:xfrm>
              <a:off x="5485752" y="646066"/>
              <a:ext cx="91222" cy="98378"/>
            </a:xfrm>
            <a:custGeom>
              <a:avLst/>
              <a:gdLst/>
              <a:ahLst/>
              <a:cxnLst/>
              <a:rect l="l" t="t" r="r" b="b"/>
              <a:pathLst>
                <a:path w="2263" h="2441" extrusionOk="0">
                  <a:moveTo>
                    <a:pt x="2059" y="203"/>
                  </a:moveTo>
                  <a:lnTo>
                    <a:pt x="2059" y="2237"/>
                  </a:lnTo>
                  <a:lnTo>
                    <a:pt x="203" y="2237"/>
                  </a:lnTo>
                  <a:lnTo>
                    <a:pt x="203" y="203"/>
                  </a:lnTo>
                  <a:close/>
                  <a:moveTo>
                    <a:pt x="0" y="0"/>
                  </a:moveTo>
                  <a:lnTo>
                    <a:pt x="0" y="2440"/>
                  </a:lnTo>
                  <a:lnTo>
                    <a:pt x="2262" y="2440"/>
                  </a:lnTo>
                  <a:lnTo>
                    <a:pt x="226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8"/>
            <p:cNvSpPr/>
            <p:nvPr/>
          </p:nvSpPr>
          <p:spPr>
            <a:xfrm>
              <a:off x="3804502" y="-287098"/>
              <a:ext cx="699782" cy="698604"/>
            </a:xfrm>
            <a:custGeom>
              <a:avLst/>
              <a:gdLst/>
              <a:ahLst/>
              <a:cxnLst/>
              <a:rect l="l" t="t" r="r" b="b"/>
              <a:pathLst>
                <a:path w="17360" h="17334" extrusionOk="0">
                  <a:moveTo>
                    <a:pt x="8668" y="0"/>
                  </a:moveTo>
                  <a:lnTo>
                    <a:pt x="8693" y="204"/>
                  </a:lnTo>
                  <a:cubicBezTo>
                    <a:pt x="8947" y="204"/>
                    <a:pt x="9227" y="229"/>
                    <a:pt x="9506" y="254"/>
                  </a:cubicBezTo>
                  <a:lnTo>
                    <a:pt x="9506" y="26"/>
                  </a:lnTo>
                  <a:cubicBezTo>
                    <a:pt x="9252" y="0"/>
                    <a:pt x="8973" y="0"/>
                    <a:pt x="8693" y="0"/>
                  </a:cubicBezTo>
                  <a:close/>
                  <a:moveTo>
                    <a:pt x="7803" y="51"/>
                  </a:moveTo>
                  <a:cubicBezTo>
                    <a:pt x="7524" y="77"/>
                    <a:pt x="7244" y="102"/>
                    <a:pt x="6965" y="178"/>
                  </a:cubicBezTo>
                  <a:lnTo>
                    <a:pt x="7016" y="382"/>
                  </a:lnTo>
                  <a:lnTo>
                    <a:pt x="7016" y="356"/>
                  </a:lnTo>
                  <a:cubicBezTo>
                    <a:pt x="7295" y="305"/>
                    <a:pt x="7575" y="280"/>
                    <a:pt x="7829" y="254"/>
                  </a:cubicBezTo>
                  <a:lnTo>
                    <a:pt x="7803" y="51"/>
                  </a:lnTo>
                  <a:close/>
                  <a:moveTo>
                    <a:pt x="10370" y="153"/>
                  </a:moveTo>
                  <a:lnTo>
                    <a:pt x="10320" y="356"/>
                  </a:lnTo>
                  <a:cubicBezTo>
                    <a:pt x="10599" y="407"/>
                    <a:pt x="10853" y="483"/>
                    <a:pt x="11133" y="559"/>
                  </a:cubicBezTo>
                  <a:lnTo>
                    <a:pt x="11184" y="356"/>
                  </a:lnTo>
                  <a:cubicBezTo>
                    <a:pt x="10904" y="280"/>
                    <a:pt x="10625" y="204"/>
                    <a:pt x="10370" y="153"/>
                  </a:cubicBezTo>
                  <a:close/>
                  <a:moveTo>
                    <a:pt x="6151" y="382"/>
                  </a:moveTo>
                  <a:cubicBezTo>
                    <a:pt x="5872" y="458"/>
                    <a:pt x="5618" y="559"/>
                    <a:pt x="5364" y="661"/>
                  </a:cubicBezTo>
                  <a:lnTo>
                    <a:pt x="5440" y="864"/>
                  </a:lnTo>
                  <a:cubicBezTo>
                    <a:pt x="5694" y="737"/>
                    <a:pt x="5948" y="661"/>
                    <a:pt x="6202" y="585"/>
                  </a:cubicBezTo>
                  <a:lnTo>
                    <a:pt x="6151" y="382"/>
                  </a:lnTo>
                  <a:close/>
                  <a:moveTo>
                    <a:pt x="11997" y="661"/>
                  </a:moveTo>
                  <a:lnTo>
                    <a:pt x="11895" y="839"/>
                  </a:lnTo>
                  <a:cubicBezTo>
                    <a:pt x="12150" y="941"/>
                    <a:pt x="12404" y="1068"/>
                    <a:pt x="12658" y="1195"/>
                  </a:cubicBezTo>
                  <a:lnTo>
                    <a:pt x="12760" y="1017"/>
                  </a:lnTo>
                  <a:cubicBezTo>
                    <a:pt x="12505" y="864"/>
                    <a:pt x="12251" y="763"/>
                    <a:pt x="11997" y="661"/>
                  </a:cubicBezTo>
                  <a:close/>
                  <a:moveTo>
                    <a:pt x="4576" y="1042"/>
                  </a:moveTo>
                  <a:cubicBezTo>
                    <a:pt x="4347" y="1144"/>
                    <a:pt x="4093" y="1322"/>
                    <a:pt x="3864" y="1474"/>
                  </a:cubicBezTo>
                  <a:lnTo>
                    <a:pt x="3966" y="1652"/>
                  </a:lnTo>
                  <a:lnTo>
                    <a:pt x="3966" y="1627"/>
                  </a:lnTo>
                  <a:cubicBezTo>
                    <a:pt x="4194" y="1474"/>
                    <a:pt x="4449" y="1347"/>
                    <a:pt x="4677" y="1220"/>
                  </a:cubicBezTo>
                  <a:lnTo>
                    <a:pt x="4576" y="1042"/>
                  </a:lnTo>
                  <a:close/>
                  <a:moveTo>
                    <a:pt x="13471" y="1449"/>
                  </a:moveTo>
                  <a:lnTo>
                    <a:pt x="13370" y="1627"/>
                  </a:lnTo>
                  <a:cubicBezTo>
                    <a:pt x="13598" y="1779"/>
                    <a:pt x="13827" y="1957"/>
                    <a:pt x="14030" y="2110"/>
                  </a:cubicBezTo>
                  <a:lnTo>
                    <a:pt x="14157" y="1957"/>
                  </a:lnTo>
                  <a:cubicBezTo>
                    <a:pt x="13954" y="1779"/>
                    <a:pt x="13725" y="1601"/>
                    <a:pt x="13471" y="1449"/>
                  </a:cubicBezTo>
                  <a:close/>
                  <a:moveTo>
                    <a:pt x="3178" y="1983"/>
                  </a:moveTo>
                  <a:cubicBezTo>
                    <a:pt x="2949" y="2161"/>
                    <a:pt x="2746" y="2364"/>
                    <a:pt x="2542" y="2567"/>
                  </a:cubicBezTo>
                  <a:lnTo>
                    <a:pt x="2695" y="2694"/>
                  </a:lnTo>
                  <a:cubicBezTo>
                    <a:pt x="2898" y="2491"/>
                    <a:pt x="3102" y="2313"/>
                    <a:pt x="3305" y="2135"/>
                  </a:cubicBezTo>
                  <a:lnTo>
                    <a:pt x="3178" y="1983"/>
                  </a:lnTo>
                  <a:close/>
                  <a:moveTo>
                    <a:pt x="14793" y="2542"/>
                  </a:moveTo>
                  <a:lnTo>
                    <a:pt x="14640" y="2669"/>
                  </a:lnTo>
                  <a:cubicBezTo>
                    <a:pt x="14844" y="2872"/>
                    <a:pt x="15047" y="3076"/>
                    <a:pt x="15199" y="3279"/>
                  </a:cubicBezTo>
                  <a:lnTo>
                    <a:pt x="15377" y="3177"/>
                  </a:lnTo>
                  <a:cubicBezTo>
                    <a:pt x="15199" y="2949"/>
                    <a:pt x="14996" y="2720"/>
                    <a:pt x="14793" y="2542"/>
                  </a:cubicBezTo>
                  <a:close/>
                  <a:moveTo>
                    <a:pt x="1983" y="3177"/>
                  </a:moveTo>
                  <a:cubicBezTo>
                    <a:pt x="1780" y="3406"/>
                    <a:pt x="1627" y="3635"/>
                    <a:pt x="1475" y="3863"/>
                  </a:cubicBezTo>
                  <a:lnTo>
                    <a:pt x="1653" y="3991"/>
                  </a:lnTo>
                  <a:lnTo>
                    <a:pt x="1653" y="3965"/>
                  </a:lnTo>
                  <a:cubicBezTo>
                    <a:pt x="1805" y="3736"/>
                    <a:pt x="1958" y="3508"/>
                    <a:pt x="2136" y="3330"/>
                  </a:cubicBezTo>
                  <a:lnTo>
                    <a:pt x="1983" y="3177"/>
                  </a:lnTo>
                  <a:close/>
                  <a:moveTo>
                    <a:pt x="15886" y="3838"/>
                  </a:moveTo>
                  <a:lnTo>
                    <a:pt x="15708" y="3940"/>
                  </a:lnTo>
                  <a:cubicBezTo>
                    <a:pt x="15860" y="4168"/>
                    <a:pt x="16013" y="4423"/>
                    <a:pt x="16140" y="4677"/>
                  </a:cubicBezTo>
                  <a:lnTo>
                    <a:pt x="16318" y="4550"/>
                  </a:lnTo>
                  <a:cubicBezTo>
                    <a:pt x="16191" y="4296"/>
                    <a:pt x="16038" y="4067"/>
                    <a:pt x="15886" y="3838"/>
                  </a:cubicBezTo>
                  <a:close/>
                  <a:moveTo>
                    <a:pt x="1043" y="4601"/>
                  </a:moveTo>
                  <a:cubicBezTo>
                    <a:pt x="890" y="4855"/>
                    <a:pt x="789" y="5109"/>
                    <a:pt x="662" y="5363"/>
                  </a:cubicBezTo>
                  <a:lnTo>
                    <a:pt x="865" y="5439"/>
                  </a:lnTo>
                  <a:cubicBezTo>
                    <a:pt x="967" y="5185"/>
                    <a:pt x="1094" y="4931"/>
                    <a:pt x="1221" y="4702"/>
                  </a:cubicBezTo>
                  <a:lnTo>
                    <a:pt x="1043" y="4601"/>
                  </a:lnTo>
                  <a:close/>
                  <a:moveTo>
                    <a:pt x="16699" y="5338"/>
                  </a:moveTo>
                  <a:lnTo>
                    <a:pt x="16496" y="5414"/>
                  </a:lnTo>
                  <a:cubicBezTo>
                    <a:pt x="16597" y="5668"/>
                    <a:pt x="16699" y="5922"/>
                    <a:pt x="16775" y="6202"/>
                  </a:cubicBezTo>
                  <a:lnTo>
                    <a:pt x="16979" y="6126"/>
                  </a:lnTo>
                  <a:cubicBezTo>
                    <a:pt x="16902" y="5871"/>
                    <a:pt x="16801" y="5592"/>
                    <a:pt x="16699" y="5338"/>
                  </a:cubicBezTo>
                  <a:close/>
                  <a:moveTo>
                    <a:pt x="382" y="6176"/>
                  </a:moveTo>
                  <a:cubicBezTo>
                    <a:pt x="306" y="6430"/>
                    <a:pt x="230" y="6710"/>
                    <a:pt x="179" y="6990"/>
                  </a:cubicBezTo>
                  <a:lnTo>
                    <a:pt x="382" y="7040"/>
                  </a:lnTo>
                  <a:lnTo>
                    <a:pt x="382" y="7015"/>
                  </a:lnTo>
                  <a:cubicBezTo>
                    <a:pt x="458" y="6761"/>
                    <a:pt x="509" y="6481"/>
                    <a:pt x="585" y="6227"/>
                  </a:cubicBezTo>
                  <a:lnTo>
                    <a:pt x="382" y="6176"/>
                  </a:lnTo>
                  <a:close/>
                  <a:moveTo>
                    <a:pt x="17182" y="6964"/>
                  </a:moveTo>
                  <a:lnTo>
                    <a:pt x="16979" y="6990"/>
                  </a:lnTo>
                  <a:cubicBezTo>
                    <a:pt x="17029" y="7269"/>
                    <a:pt x="17080" y="7549"/>
                    <a:pt x="17106" y="7828"/>
                  </a:cubicBezTo>
                  <a:lnTo>
                    <a:pt x="17309" y="7803"/>
                  </a:lnTo>
                  <a:cubicBezTo>
                    <a:pt x="17284" y="7523"/>
                    <a:pt x="17233" y="7244"/>
                    <a:pt x="17182" y="6964"/>
                  </a:cubicBezTo>
                  <a:close/>
                  <a:moveTo>
                    <a:pt x="52" y="7828"/>
                  </a:moveTo>
                  <a:cubicBezTo>
                    <a:pt x="26" y="8108"/>
                    <a:pt x="1" y="8388"/>
                    <a:pt x="26" y="8693"/>
                  </a:cubicBezTo>
                  <a:lnTo>
                    <a:pt x="230" y="8667"/>
                  </a:lnTo>
                  <a:cubicBezTo>
                    <a:pt x="230" y="8413"/>
                    <a:pt x="230" y="8133"/>
                    <a:pt x="255" y="7854"/>
                  </a:cubicBezTo>
                  <a:lnTo>
                    <a:pt x="52" y="7828"/>
                  </a:lnTo>
                  <a:close/>
                  <a:moveTo>
                    <a:pt x="17156" y="8642"/>
                  </a:moveTo>
                  <a:lnTo>
                    <a:pt x="17156" y="8667"/>
                  </a:lnTo>
                  <a:cubicBezTo>
                    <a:pt x="17156" y="8947"/>
                    <a:pt x="17131" y="9201"/>
                    <a:pt x="17106" y="9480"/>
                  </a:cubicBezTo>
                  <a:lnTo>
                    <a:pt x="17309" y="9506"/>
                  </a:lnTo>
                  <a:lnTo>
                    <a:pt x="17309" y="9480"/>
                  </a:lnTo>
                  <a:cubicBezTo>
                    <a:pt x="17334" y="9226"/>
                    <a:pt x="17360" y="8947"/>
                    <a:pt x="17360" y="8667"/>
                  </a:cubicBezTo>
                  <a:lnTo>
                    <a:pt x="17360" y="8642"/>
                  </a:lnTo>
                  <a:close/>
                  <a:moveTo>
                    <a:pt x="255" y="9506"/>
                  </a:moveTo>
                  <a:lnTo>
                    <a:pt x="52" y="9531"/>
                  </a:lnTo>
                  <a:cubicBezTo>
                    <a:pt x="77" y="9811"/>
                    <a:pt x="128" y="10090"/>
                    <a:pt x="179" y="10370"/>
                  </a:cubicBezTo>
                  <a:lnTo>
                    <a:pt x="382" y="10345"/>
                  </a:lnTo>
                  <a:cubicBezTo>
                    <a:pt x="331" y="10065"/>
                    <a:pt x="280" y="9785"/>
                    <a:pt x="255" y="9506"/>
                  </a:cubicBezTo>
                  <a:close/>
                  <a:moveTo>
                    <a:pt x="17004" y="10294"/>
                  </a:moveTo>
                  <a:cubicBezTo>
                    <a:pt x="16928" y="10573"/>
                    <a:pt x="16877" y="10853"/>
                    <a:pt x="16801" y="11107"/>
                  </a:cubicBezTo>
                  <a:lnTo>
                    <a:pt x="17004" y="11158"/>
                  </a:lnTo>
                  <a:cubicBezTo>
                    <a:pt x="17080" y="10878"/>
                    <a:pt x="17131" y="10599"/>
                    <a:pt x="17207" y="10345"/>
                  </a:cubicBezTo>
                  <a:lnTo>
                    <a:pt x="17004" y="10294"/>
                  </a:lnTo>
                  <a:close/>
                  <a:moveTo>
                    <a:pt x="585" y="11132"/>
                  </a:moveTo>
                  <a:lnTo>
                    <a:pt x="382" y="11209"/>
                  </a:lnTo>
                  <a:cubicBezTo>
                    <a:pt x="484" y="11463"/>
                    <a:pt x="560" y="11742"/>
                    <a:pt x="687" y="11997"/>
                  </a:cubicBezTo>
                  <a:lnTo>
                    <a:pt x="865" y="11920"/>
                  </a:lnTo>
                  <a:cubicBezTo>
                    <a:pt x="763" y="11666"/>
                    <a:pt x="662" y="11412"/>
                    <a:pt x="585" y="11132"/>
                  </a:cubicBezTo>
                  <a:close/>
                  <a:moveTo>
                    <a:pt x="16496" y="11869"/>
                  </a:moveTo>
                  <a:cubicBezTo>
                    <a:pt x="16394" y="12124"/>
                    <a:pt x="16292" y="12378"/>
                    <a:pt x="16165" y="12632"/>
                  </a:cubicBezTo>
                  <a:lnTo>
                    <a:pt x="16343" y="12734"/>
                  </a:lnTo>
                  <a:cubicBezTo>
                    <a:pt x="16470" y="12479"/>
                    <a:pt x="16597" y="12225"/>
                    <a:pt x="16699" y="11946"/>
                  </a:cubicBezTo>
                  <a:lnTo>
                    <a:pt x="16496" y="11869"/>
                  </a:lnTo>
                  <a:close/>
                  <a:moveTo>
                    <a:pt x="1221" y="12657"/>
                  </a:moveTo>
                  <a:lnTo>
                    <a:pt x="1043" y="12759"/>
                  </a:lnTo>
                  <a:cubicBezTo>
                    <a:pt x="1144" y="13013"/>
                    <a:pt x="1322" y="13242"/>
                    <a:pt x="1475" y="13496"/>
                  </a:cubicBezTo>
                  <a:lnTo>
                    <a:pt x="1653" y="13369"/>
                  </a:lnTo>
                  <a:cubicBezTo>
                    <a:pt x="1500" y="13140"/>
                    <a:pt x="1348" y="12886"/>
                    <a:pt x="1221" y="12657"/>
                  </a:cubicBezTo>
                  <a:close/>
                  <a:moveTo>
                    <a:pt x="15733" y="13344"/>
                  </a:moveTo>
                  <a:cubicBezTo>
                    <a:pt x="15581" y="13572"/>
                    <a:pt x="15403" y="13801"/>
                    <a:pt x="15225" y="14004"/>
                  </a:cubicBezTo>
                  <a:lnTo>
                    <a:pt x="15403" y="14131"/>
                  </a:lnTo>
                  <a:cubicBezTo>
                    <a:pt x="15581" y="13928"/>
                    <a:pt x="15733" y="13699"/>
                    <a:pt x="15911" y="13445"/>
                  </a:cubicBezTo>
                  <a:lnTo>
                    <a:pt x="15733" y="13344"/>
                  </a:lnTo>
                  <a:close/>
                  <a:moveTo>
                    <a:pt x="2136" y="14030"/>
                  </a:moveTo>
                  <a:lnTo>
                    <a:pt x="1983" y="14157"/>
                  </a:lnTo>
                  <a:cubicBezTo>
                    <a:pt x="2161" y="14386"/>
                    <a:pt x="2339" y="14589"/>
                    <a:pt x="2542" y="14792"/>
                  </a:cubicBezTo>
                  <a:lnTo>
                    <a:pt x="2695" y="14640"/>
                  </a:lnTo>
                  <a:cubicBezTo>
                    <a:pt x="2492" y="14436"/>
                    <a:pt x="2314" y="14233"/>
                    <a:pt x="2136" y="14030"/>
                  </a:cubicBezTo>
                  <a:close/>
                  <a:moveTo>
                    <a:pt x="14691" y="14614"/>
                  </a:moveTo>
                  <a:cubicBezTo>
                    <a:pt x="14488" y="14818"/>
                    <a:pt x="14284" y="14996"/>
                    <a:pt x="14056" y="15174"/>
                  </a:cubicBezTo>
                  <a:lnTo>
                    <a:pt x="14208" y="15351"/>
                  </a:lnTo>
                  <a:cubicBezTo>
                    <a:pt x="14412" y="15174"/>
                    <a:pt x="14640" y="14970"/>
                    <a:pt x="14818" y="14767"/>
                  </a:cubicBezTo>
                  <a:lnTo>
                    <a:pt x="14691" y="14614"/>
                  </a:lnTo>
                  <a:close/>
                  <a:moveTo>
                    <a:pt x="3305" y="15199"/>
                  </a:moveTo>
                  <a:lnTo>
                    <a:pt x="3178" y="15377"/>
                  </a:lnTo>
                  <a:cubicBezTo>
                    <a:pt x="3407" y="15555"/>
                    <a:pt x="3635" y="15707"/>
                    <a:pt x="3864" y="15860"/>
                  </a:cubicBezTo>
                  <a:lnTo>
                    <a:pt x="3991" y="15707"/>
                  </a:lnTo>
                  <a:cubicBezTo>
                    <a:pt x="3762" y="15555"/>
                    <a:pt x="3534" y="15377"/>
                    <a:pt x="3305" y="15199"/>
                  </a:cubicBezTo>
                  <a:close/>
                  <a:moveTo>
                    <a:pt x="13395" y="15682"/>
                  </a:moveTo>
                  <a:cubicBezTo>
                    <a:pt x="13166" y="15834"/>
                    <a:pt x="12937" y="15987"/>
                    <a:pt x="12683" y="16114"/>
                  </a:cubicBezTo>
                  <a:lnTo>
                    <a:pt x="12785" y="16292"/>
                  </a:lnTo>
                  <a:lnTo>
                    <a:pt x="12810" y="16292"/>
                  </a:lnTo>
                  <a:cubicBezTo>
                    <a:pt x="13039" y="16165"/>
                    <a:pt x="13293" y="16012"/>
                    <a:pt x="13522" y="15860"/>
                  </a:cubicBezTo>
                  <a:lnTo>
                    <a:pt x="13395" y="15682"/>
                  </a:lnTo>
                  <a:close/>
                  <a:moveTo>
                    <a:pt x="4703" y="16114"/>
                  </a:moveTo>
                  <a:lnTo>
                    <a:pt x="4601" y="16317"/>
                  </a:lnTo>
                  <a:cubicBezTo>
                    <a:pt x="4830" y="16444"/>
                    <a:pt x="5109" y="16571"/>
                    <a:pt x="5364" y="16673"/>
                  </a:cubicBezTo>
                  <a:lnTo>
                    <a:pt x="5440" y="16470"/>
                  </a:lnTo>
                  <a:cubicBezTo>
                    <a:pt x="5186" y="16368"/>
                    <a:pt x="4931" y="16266"/>
                    <a:pt x="4703" y="16114"/>
                  </a:cubicBezTo>
                  <a:close/>
                  <a:moveTo>
                    <a:pt x="11946" y="16470"/>
                  </a:moveTo>
                  <a:cubicBezTo>
                    <a:pt x="11692" y="16571"/>
                    <a:pt x="11438" y="16673"/>
                    <a:pt x="11158" y="16749"/>
                  </a:cubicBezTo>
                  <a:lnTo>
                    <a:pt x="11235" y="16953"/>
                  </a:lnTo>
                  <a:cubicBezTo>
                    <a:pt x="11514" y="16876"/>
                    <a:pt x="11768" y="16775"/>
                    <a:pt x="12022" y="16673"/>
                  </a:cubicBezTo>
                  <a:lnTo>
                    <a:pt x="11946" y="16470"/>
                  </a:lnTo>
                  <a:close/>
                  <a:moveTo>
                    <a:pt x="6228" y="16775"/>
                  </a:moveTo>
                  <a:lnTo>
                    <a:pt x="6151" y="16953"/>
                  </a:lnTo>
                  <a:cubicBezTo>
                    <a:pt x="6431" y="17054"/>
                    <a:pt x="6711" y="17105"/>
                    <a:pt x="6990" y="17181"/>
                  </a:cubicBezTo>
                  <a:lnTo>
                    <a:pt x="7016" y="16978"/>
                  </a:lnTo>
                  <a:cubicBezTo>
                    <a:pt x="6761" y="16902"/>
                    <a:pt x="6482" y="16851"/>
                    <a:pt x="6228" y="16775"/>
                  </a:cubicBezTo>
                  <a:close/>
                  <a:moveTo>
                    <a:pt x="10370" y="16953"/>
                  </a:moveTo>
                  <a:cubicBezTo>
                    <a:pt x="10091" y="17003"/>
                    <a:pt x="9811" y="17054"/>
                    <a:pt x="9532" y="17080"/>
                  </a:cubicBezTo>
                  <a:lnTo>
                    <a:pt x="9557" y="17283"/>
                  </a:lnTo>
                  <a:lnTo>
                    <a:pt x="9583" y="17283"/>
                  </a:lnTo>
                  <a:cubicBezTo>
                    <a:pt x="9862" y="17258"/>
                    <a:pt x="10142" y="17207"/>
                    <a:pt x="10396" y="17156"/>
                  </a:cubicBezTo>
                  <a:lnTo>
                    <a:pt x="10370" y="16953"/>
                  </a:lnTo>
                  <a:close/>
                  <a:moveTo>
                    <a:pt x="7854" y="17080"/>
                  </a:moveTo>
                  <a:lnTo>
                    <a:pt x="7829" y="17283"/>
                  </a:lnTo>
                  <a:cubicBezTo>
                    <a:pt x="8108" y="17308"/>
                    <a:pt x="8388" y="17334"/>
                    <a:pt x="8668" y="17334"/>
                  </a:cubicBezTo>
                  <a:lnTo>
                    <a:pt x="8718" y="17334"/>
                  </a:lnTo>
                  <a:lnTo>
                    <a:pt x="8718" y="17131"/>
                  </a:lnTo>
                  <a:lnTo>
                    <a:pt x="8668" y="17131"/>
                  </a:lnTo>
                  <a:cubicBezTo>
                    <a:pt x="8388" y="17131"/>
                    <a:pt x="8134" y="17105"/>
                    <a:pt x="7854" y="1708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8"/>
            <p:cNvSpPr/>
            <p:nvPr/>
          </p:nvSpPr>
          <p:spPr>
            <a:xfrm>
              <a:off x="4335224" y="-149828"/>
              <a:ext cx="424182" cy="425111"/>
            </a:xfrm>
            <a:custGeom>
              <a:avLst/>
              <a:gdLst/>
              <a:ahLst/>
              <a:cxnLst/>
              <a:rect l="l" t="t" r="r" b="b"/>
              <a:pathLst>
                <a:path w="10523" h="10548" extrusionOk="0">
                  <a:moveTo>
                    <a:pt x="5236" y="0"/>
                  </a:moveTo>
                  <a:cubicBezTo>
                    <a:pt x="4956" y="0"/>
                    <a:pt x="4677" y="0"/>
                    <a:pt x="4372" y="51"/>
                  </a:cubicBezTo>
                  <a:lnTo>
                    <a:pt x="4423" y="280"/>
                  </a:lnTo>
                  <a:lnTo>
                    <a:pt x="4423" y="254"/>
                  </a:lnTo>
                  <a:cubicBezTo>
                    <a:pt x="4677" y="203"/>
                    <a:pt x="4956" y="203"/>
                    <a:pt x="5236" y="203"/>
                  </a:cubicBezTo>
                  <a:lnTo>
                    <a:pt x="5236" y="0"/>
                  </a:lnTo>
                  <a:close/>
                  <a:moveTo>
                    <a:pt x="6125" y="51"/>
                  </a:moveTo>
                  <a:lnTo>
                    <a:pt x="6075" y="254"/>
                  </a:lnTo>
                  <a:cubicBezTo>
                    <a:pt x="6354" y="305"/>
                    <a:pt x="6634" y="381"/>
                    <a:pt x="6888" y="457"/>
                  </a:cubicBezTo>
                  <a:lnTo>
                    <a:pt x="6964" y="280"/>
                  </a:lnTo>
                  <a:cubicBezTo>
                    <a:pt x="6685" y="178"/>
                    <a:pt x="6405" y="102"/>
                    <a:pt x="6125" y="51"/>
                  </a:cubicBezTo>
                  <a:close/>
                  <a:moveTo>
                    <a:pt x="3533" y="280"/>
                  </a:moveTo>
                  <a:cubicBezTo>
                    <a:pt x="3253" y="381"/>
                    <a:pt x="2999" y="483"/>
                    <a:pt x="2745" y="635"/>
                  </a:cubicBezTo>
                  <a:lnTo>
                    <a:pt x="2847" y="813"/>
                  </a:lnTo>
                  <a:cubicBezTo>
                    <a:pt x="3075" y="661"/>
                    <a:pt x="3330" y="559"/>
                    <a:pt x="3609" y="483"/>
                  </a:cubicBezTo>
                  <a:lnTo>
                    <a:pt x="3533" y="280"/>
                  </a:lnTo>
                  <a:close/>
                  <a:moveTo>
                    <a:pt x="7752" y="610"/>
                  </a:moveTo>
                  <a:lnTo>
                    <a:pt x="7650" y="813"/>
                  </a:lnTo>
                  <a:cubicBezTo>
                    <a:pt x="7904" y="940"/>
                    <a:pt x="8133" y="1093"/>
                    <a:pt x="8362" y="1271"/>
                  </a:cubicBezTo>
                  <a:lnTo>
                    <a:pt x="8489" y="1093"/>
                  </a:lnTo>
                  <a:cubicBezTo>
                    <a:pt x="8260" y="915"/>
                    <a:pt x="8006" y="762"/>
                    <a:pt x="7752" y="610"/>
                  </a:cubicBezTo>
                  <a:close/>
                  <a:moveTo>
                    <a:pt x="2008" y="1118"/>
                  </a:moveTo>
                  <a:cubicBezTo>
                    <a:pt x="1779" y="1296"/>
                    <a:pt x="1576" y="1474"/>
                    <a:pt x="1373" y="1703"/>
                  </a:cubicBezTo>
                  <a:lnTo>
                    <a:pt x="1525" y="1830"/>
                  </a:lnTo>
                  <a:cubicBezTo>
                    <a:pt x="1703" y="1627"/>
                    <a:pt x="1906" y="1449"/>
                    <a:pt x="2135" y="1271"/>
                  </a:cubicBezTo>
                  <a:lnTo>
                    <a:pt x="2008" y="1118"/>
                  </a:lnTo>
                  <a:close/>
                  <a:moveTo>
                    <a:pt x="9124" y="1677"/>
                  </a:moveTo>
                  <a:lnTo>
                    <a:pt x="8972" y="1805"/>
                  </a:lnTo>
                  <a:cubicBezTo>
                    <a:pt x="9175" y="2008"/>
                    <a:pt x="9353" y="2237"/>
                    <a:pt x="9506" y="2465"/>
                  </a:cubicBezTo>
                  <a:lnTo>
                    <a:pt x="9658" y="2364"/>
                  </a:lnTo>
                  <a:cubicBezTo>
                    <a:pt x="9506" y="2110"/>
                    <a:pt x="9328" y="1881"/>
                    <a:pt x="9124" y="1677"/>
                  </a:cubicBezTo>
                  <a:close/>
                  <a:moveTo>
                    <a:pt x="839" y="2389"/>
                  </a:moveTo>
                  <a:cubicBezTo>
                    <a:pt x="661" y="2618"/>
                    <a:pt x="534" y="2872"/>
                    <a:pt x="407" y="3152"/>
                  </a:cubicBezTo>
                  <a:lnTo>
                    <a:pt x="610" y="3228"/>
                  </a:lnTo>
                  <a:cubicBezTo>
                    <a:pt x="712" y="2974"/>
                    <a:pt x="839" y="2720"/>
                    <a:pt x="991" y="2491"/>
                  </a:cubicBezTo>
                  <a:lnTo>
                    <a:pt x="839" y="2389"/>
                  </a:lnTo>
                  <a:close/>
                  <a:moveTo>
                    <a:pt x="10090" y="3126"/>
                  </a:moveTo>
                  <a:lnTo>
                    <a:pt x="9887" y="3202"/>
                  </a:lnTo>
                  <a:cubicBezTo>
                    <a:pt x="10014" y="3457"/>
                    <a:pt x="10090" y="3736"/>
                    <a:pt x="10167" y="3990"/>
                  </a:cubicBezTo>
                  <a:lnTo>
                    <a:pt x="10370" y="3939"/>
                  </a:lnTo>
                  <a:cubicBezTo>
                    <a:pt x="10294" y="3660"/>
                    <a:pt x="10192" y="3380"/>
                    <a:pt x="10090" y="3126"/>
                  </a:cubicBezTo>
                  <a:close/>
                  <a:moveTo>
                    <a:pt x="127" y="3965"/>
                  </a:moveTo>
                  <a:cubicBezTo>
                    <a:pt x="51" y="4244"/>
                    <a:pt x="26" y="4524"/>
                    <a:pt x="0" y="4829"/>
                  </a:cubicBezTo>
                  <a:lnTo>
                    <a:pt x="204" y="4854"/>
                  </a:lnTo>
                  <a:cubicBezTo>
                    <a:pt x="229" y="4575"/>
                    <a:pt x="280" y="4295"/>
                    <a:pt x="331" y="4016"/>
                  </a:cubicBezTo>
                  <a:lnTo>
                    <a:pt x="127" y="3965"/>
                  </a:lnTo>
                  <a:close/>
                  <a:moveTo>
                    <a:pt x="10497" y="4804"/>
                  </a:moveTo>
                  <a:lnTo>
                    <a:pt x="10294" y="4829"/>
                  </a:lnTo>
                  <a:cubicBezTo>
                    <a:pt x="10319" y="4982"/>
                    <a:pt x="10319" y="5134"/>
                    <a:pt x="10319" y="5261"/>
                  </a:cubicBezTo>
                  <a:lnTo>
                    <a:pt x="10319" y="5668"/>
                  </a:lnTo>
                  <a:lnTo>
                    <a:pt x="10522" y="5668"/>
                  </a:lnTo>
                  <a:cubicBezTo>
                    <a:pt x="10522" y="5541"/>
                    <a:pt x="10522" y="5388"/>
                    <a:pt x="10522" y="5261"/>
                  </a:cubicBezTo>
                  <a:cubicBezTo>
                    <a:pt x="10522" y="5109"/>
                    <a:pt x="10497" y="4956"/>
                    <a:pt x="10497" y="4804"/>
                  </a:cubicBezTo>
                  <a:close/>
                  <a:moveTo>
                    <a:pt x="204" y="5668"/>
                  </a:moveTo>
                  <a:lnTo>
                    <a:pt x="0" y="5693"/>
                  </a:lnTo>
                  <a:cubicBezTo>
                    <a:pt x="26" y="5998"/>
                    <a:pt x="76" y="6278"/>
                    <a:pt x="127" y="6557"/>
                  </a:cubicBezTo>
                  <a:lnTo>
                    <a:pt x="331" y="6506"/>
                  </a:lnTo>
                  <a:cubicBezTo>
                    <a:pt x="280" y="6227"/>
                    <a:pt x="229" y="5947"/>
                    <a:pt x="204" y="5668"/>
                  </a:cubicBezTo>
                  <a:close/>
                  <a:moveTo>
                    <a:pt x="10167" y="6481"/>
                  </a:moveTo>
                  <a:cubicBezTo>
                    <a:pt x="10116" y="6761"/>
                    <a:pt x="10014" y="7015"/>
                    <a:pt x="9912" y="7269"/>
                  </a:cubicBezTo>
                  <a:lnTo>
                    <a:pt x="10090" y="7371"/>
                  </a:lnTo>
                  <a:cubicBezTo>
                    <a:pt x="10217" y="7091"/>
                    <a:pt x="10294" y="6811"/>
                    <a:pt x="10370" y="6532"/>
                  </a:cubicBezTo>
                  <a:lnTo>
                    <a:pt x="10167" y="6481"/>
                  </a:lnTo>
                  <a:close/>
                  <a:moveTo>
                    <a:pt x="610" y="7294"/>
                  </a:moveTo>
                  <a:lnTo>
                    <a:pt x="432" y="7371"/>
                  </a:lnTo>
                  <a:cubicBezTo>
                    <a:pt x="534" y="7650"/>
                    <a:pt x="686" y="7904"/>
                    <a:pt x="839" y="8158"/>
                  </a:cubicBezTo>
                  <a:lnTo>
                    <a:pt x="1017" y="8031"/>
                  </a:lnTo>
                  <a:cubicBezTo>
                    <a:pt x="864" y="7803"/>
                    <a:pt x="737" y="7549"/>
                    <a:pt x="610" y="7294"/>
                  </a:cubicBezTo>
                  <a:close/>
                  <a:moveTo>
                    <a:pt x="9506" y="8006"/>
                  </a:moveTo>
                  <a:cubicBezTo>
                    <a:pt x="9353" y="8260"/>
                    <a:pt x="9175" y="8463"/>
                    <a:pt x="8997" y="8667"/>
                  </a:cubicBezTo>
                  <a:lnTo>
                    <a:pt x="9150" y="8819"/>
                  </a:lnTo>
                  <a:cubicBezTo>
                    <a:pt x="9353" y="8591"/>
                    <a:pt x="9531" y="8362"/>
                    <a:pt x="9684" y="8133"/>
                  </a:cubicBezTo>
                  <a:lnTo>
                    <a:pt x="9506" y="8006"/>
                  </a:lnTo>
                  <a:close/>
                  <a:moveTo>
                    <a:pt x="1525" y="8692"/>
                  </a:moveTo>
                  <a:lnTo>
                    <a:pt x="1373" y="8845"/>
                  </a:lnTo>
                  <a:cubicBezTo>
                    <a:pt x="1576" y="9048"/>
                    <a:pt x="1779" y="9251"/>
                    <a:pt x="2008" y="9429"/>
                  </a:cubicBezTo>
                  <a:lnTo>
                    <a:pt x="2161" y="9251"/>
                  </a:lnTo>
                  <a:cubicBezTo>
                    <a:pt x="1932" y="9073"/>
                    <a:pt x="1728" y="8896"/>
                    <a:pt x="1525" y="8692"/>
                  </a:cubicBezTo>
                  <a:close/>
                  <a:moveTo>
                    <a:pt x="8387" y="9251"/>
                  </a:moveTo>
                  <a:cubicBezTo>
                    <a:pt x="8159" y="9429"/>
                    <a:pt x="7930" y="9582"/>
                    <a:pt x="7676" y="9709"/>
                  </a:cubicBezTo>
                  <a:lnTo>
                    <a:pt x="7777" y="9887"/>
                  </a:lnTo>
                  <a:cubicBezTo>
                    <a:pt x="8032" y="9760"/>
                    <a:pt x="8286" y="9582"/>
                    <a:pt x="8514" y="9404"/>
                  </a:cubicBezTo>
                  <a:lnTo>
                    <a:pt x="8387" y="9251"/>
                  </a:lnTo>
                  <a:close/>
                  <a:moveTo>
                    <a:pt x="2847" y="9709"/>
                  </a:moveTo>
                  <a:lnTo>
                    <a:pt x="2745" y="9912"/>
                  </a:lnTo>
                  <a:cubicBezTo>
                    <a:pt x="2999" y="10039"/>
                    <a:pt x="3279" y="10166"/>
                    <a:pt x="3533" y="10243"/>
                  </a:cubicBezTo>
                  <a:lnTo>
                    <a:pt x="3609" y="10065"/>
                  </a:lnTo>
                  <a:cubicBezTo>
                    <a:pt x="3355" y="9963"/>
                    <a:pt x="3101" y="9861"/>
                    <a:pt x="2847" y="9709"/>
                  </a:cubicBezTo>
                  <a:close/>
                  <a:moveTo>
                    <a:pt x="6913" y="10039"/>
                  </a:moveTo>
                  <a:cubicBezTo>
                    <a:pt x="6659" y="10141"/>
                    <a:pt x="6380" y="10217"/>
                    <a:pt x="6100" y="10268"/>
                  </a:cubicBezTo>
                  <a:lnTo>
                    <a:pt x="6151" y="10471"/>
                  </a:lnTo>
                  <a:cubicBezTo>
                    <a:pt x="6430" y="10420"/>
                    <a:pt x="6710" y="10344"/>
                    <a:pt x="6990" y="10243"/>
                  </a:cubicBezTo>
                  <a:lnTo>
                    <a:pt x="6913" y="10039"/>
                  </a:lnTo>
                  <a:close/>
                  <a:moveTo>
                    <a:pt x="4423" y="10268"/>
                  </a:moveTo>
                  <a:lnTo>
                    <a:pt x="4397" y="10471"/>
                  </a:lnTo>
                  <a:cubicBezTo>
                    <a:pt x="4677" y="10522"/>
                    <a:pt x="4956" y="10548"/>
                    <a:pt x="5261" y="10548"/>
                  </a:cubicBezTo>
                  <a:lnTo>
                    <a:pt x="5287" y="10548"/>
                  </a:lnTo>
                  <a:lnTo>
                    <a:pt x="5261" y="10319"/>
                  </a:lnTo>
                  <a:cubicBezTo>
                    <a:pt x="4982" y="10319"/>
                    <a:pt x="4702" y="10293"/>
                    <a:pt x="4423" y="10268"/>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8"/>
            <p:cNvSpPr/>
            <p:nvPr/>
          </p:nvSpPr>
          <p:spPr>
            <a:xfrm>
              <a:off x="3467430" y="-258443"/>
              <a:ext cx="2067540" cy="794927"/>
            </a:xfrm>
            <a:custGeom>
              <a:avLst/>
              <a:gdLst/>
              <a:ahLst/>
              <a:cxnLst/>
              <a:rect l="l" t="t" r="r" b="b"/>
              <a:pathLst>
                <a:path w="51291" h="19724" extrusionOk="0">
                  <a:moveTo>
                    <a:pt x="51112" y="1"/>
                  </a:moveTo>
                  <a:lnTo>
                    <a:pt x="51061" y="77"/>
                  </a:lnTo>
                  <a:lnTo>
                    <a:pt x="51239" y="204"/>
                  </a:lnTo>
                  <a:lnTo>
                    <a:pt x="51290" y="103"/>
                  </a:lnTo>
                  <a:lnTo>
                    <a:pt x="51112" y="1"/>
                  </a:lnTo>
                  <a:close/>
                  <a:moveTo>
                    <a:pt x="50553" y="738"/>
                  </a:moveTo>
                  <a:cubicBezTo>
                    <a:pt x="50401" y="967"/>
                    <a:pt x="50223" y="1195"/>
                    <a:pt x="50070" y="1399"/>
                  </a:cubicBezTo>
                  <a:lnTo>
                    <a:pt x="50223" y="1526"/>
                  </a:lnTo>
                  <a:lnTo>
                    <a:pt x="50731" y="865"/>
                  </a:lnTo>
                  <a:lnTo>
                    <a:pt x="50553" y="738"/>
                  </a:lnTo>
                  <a:close/>
                  <a:moveTo>
                    <a:pt x="49536" y="2085"/>
                  </a:moveTo>
                  <a:cubicBezTo>
                    <a:pt x="49384" y="2288"/>
                    <a:pt x="49206" y="2492"/>
                    <a:pt x="49028" y="2720"/>
                  </a:cubicBezTo>
                  <a:lnTo>
                    <a:pt x="49181" y="2848"/>
                  </a:lnTo>
                  <a:cubicBezTo>
                    <a:pt x="49358" y="2644"/>
                    <a:pt x="49536" y="2415"/>
                    <a:pt x="49714" y="2212"/>
                  </a:cubicBezTo>
                  <a:lnTo>
                    <a:pt x="49536" y="2085"/>
                  </a:lnTo>
                  <a:close/>
                  <a:moveTo>
                    <a:pt x="48494" y="3356"/>
                  </a:moveTo>
                  <a:cubicBezTo>
                    <a:pt x="48316" y="3559"/>
                    <a:pt x="48139" y="3762"/>
                    <a:pt x="47961" y="3991"/>
                  </a:cubicBezTo>
                  <a:lnTo>
                    <a:pt x="48113" y="4118"/>
                  </a:lnTo>
                  <a:cubicBezTo>
                    <a:pt x="48291" y="3915"/>
                    <a:pt x="48469" y="3712"/>
                    <a:pt x="48647" y="3483"/>
                  </a:cubicBezTo>
                  <a:lnTo>
                    <a:pt x="48494" y="3356"/>
                  </a:lnTo>
                  <a:close/>
                  <a:moveTo>
                    <a:pt x="47401" y="4601"/>
                  </a:moveTo>
                  <a:cubicBezTo>
                    <a:pt x="47224" y="4830"/>
                    <a:pt x="47046" y="5033"/>
                    <a:pt x="46868" y="5237"/>
                  </a:cubicBezTo>
                  <a:lnTo>
                    <a:pt x="47020" y="5389"/>
                  </a:lnTo>
                  <a:cubicBezTo>
                    <a:pt x="47198" y="5186"/>
                    <a:pt x="47376" y="4982"/>
                    <a:pt x="47579" y="4754"/>
                  </a:cubicBezTo>
                  <a:lnTo>
                    <a:pt x="47401" y="4601"/>
                  </a:lnTo>
                  <a:close/>
                  <a:moveTo>
                    <a:pt x="46309" y="5847"/>
                  </a:moveTo>
                  <a:lnTo>
                    <a:pt x="45724" y="6457"/>
                  </a:lnTo>
                  <a:lnTo>
                    <a:pt x="45877" y="6609"/>
                  </a:lnTo>
                  <a:cubicBezTo>
                    <a:pt x="46054" y="6406"/>
                    <a:pt x="46258" y="6202"/>
                    <a:pt x="46461" y="5999"/>
                  </a:cubicBezTo>
                  <a:lnTo>
                    <a:pt x="46309" y="5847"/>
                  </a:lnTo>
                  <a:close/>
                  <a:moveTo>
                    <a:pt x="45139" y="7067"/>
                  </a:moveTo>
                  <a:cubicBezTo>
                    <a:pt x="44936" y="7244"/>
                    <a:pt x="44733" y="7448"/>
                    <a:pt x="44555" y="7651"/>
                  </a:cubicBezTo>
                  <a:lnTo>
                    <a:pt x="44682" y="7804"/>
                  </a:lnTo>
                  <a:cubicBezTo>
                    <a:pt x="44885" y="7600"/>
                    <a:pt x="45089" y="7397"/>
                    <a:pt x="45292" y="7194"/>
                  </a:cubicBezTo>
                  <a:lnTo>
                    <a:pt x="45139" y="7067"/>
                  </a:lnTo>
                  <a:close/>
                  <a:moveTo>
                    <a:pt x="43970" y="8236"/>
                  </a:moveTo>
                  <a:cubicBezTo>
                    <a:pt x="43767" y="8414"/>
                    <a:pt x="43564" y="8617"/>
                    <a:pt x="43360" y="8795"/>
                  </a:cubicBezTo>
                  <a:lnTo>
                    <a:pt x="43487" y="8947"/>
                  </a:lnTo>
                  <a:lnTo>
                    <a:pt x="44097" y="8388"/>
                  </a:lnTo>
                  <a:lnTo>
                    <a:pt x="43970" y="8236"/>
                  </a:lnTo>
                  <a:close/>
                  <a:moveTo>
                    <a:pt x="42725" y="9354"/>
                  </a:moveTo>
                  <a:lnTo>
                    <a:pt x="42090" y="9888"/>
                  </a:lnTo>
                  <a:lnTo>
                    <a:pt x="42217" y="10066"/>
                  </a:lnTo>
                  <a:lnTo>
                    <a:pt x="42217" y="10040"/>
                  </a:lnTo>
                  <a:cubicBezTo>
                    <a:pt x="42420" y="9862"/>
                    <a:pt x="42649" y="9684"/>
                    <a:pt x="42852" y="9506"/>
                  </a:cubicBezTo>
                  <a:lnTo>
                    <a:pt x="42725" y="9354"/>
                  </a:lnTo>
                  <a:close/>
                  <a:moveTo>
                    <a:pt x="41429" y="10447"/>
                  </a:moveTo>
                  <a:cubicBezTo>
                    <a:pt x="41225" y="10625"/>
                    <a:pt x="41022" y="10777"/>
                    <a:pt x="40793" y="10955"/>
                  </a:cubicBezTo>
                  <a:lnTo>
                    <a:pt x="40920" y="11108"/>
                  </a:lnTo>
                  <a:cubicBezTo>
                    <a:pt x="41149" y="10930"/>
                    <a:pt x="41353" y="10752"/>
                    <a:pt x="41556" y="10599"/>
                  </a:cubicBezTo>
                  <a:lnTo>
                    <a:pt x="41429" y="10447"/>
                  </a:lnTo>
                  <a:close/>
                  <a:moveTo>
                    <a:pt x="40133" y="11463"/>
                  </a:moveTo>
                  <a:cubicBezTo>
                    <a:pt x="39929" y="11641"/>
                    <a:pt x="39700" y="11794"/>
                    <a:pt x="39472" y="11972"/>
                  </a:cubicBezTo>
                  <a:lnTo>
                    <a:pt x="39599" y="12124"/>
                  </a:lnTo>
                  <a:cubicBezTo>
                    <a:pt x="39828" y="11946"/>
                    <a:pt x="40056" y="11794"/>
                    <a:pt x="40260" y="11641"/>
                  </a:cubicBezTo>
                  <a:lnTo>
                    <a:pt x="40133" y="11463"/>
                  </a:lnTo>
                  <a:close/>
                  <a:moveTo>
                    <a:pt x="38811" y="12429"/>
                  </a:moveTo>
                  <a:cubicBezTo>
                    <a:pt x="38582" y="12607"/>
                    <a:pt x="38353" y="12760"/>
                    <a:pt x="38125" y="12912"/>
                  </a:cubicBezTo>
                  <a:lnTo>
                    <a:pt x="38226" y="13090"/>
                  </a:lnTo>
                  <a:cubicBezTo>
                    <a:pt x="38455" y="12938"/>
                    <a:pt x="38684" y="12760"/>
                    <a:pt x="38913" y="12607"/>
                  </a:cubicBezTo>
                  <a:lnTo>
                    <a:pt x="38811" y="12429"/>
                  </a:lnTo>
                  <a:close/>
                  <a:moveTo>
                    <a:pt x="37413" y="13370"/>
                  </a:moveTo>
                  <a:cubicBezTo>
                    <a:pt x="37184" y="13522"/>
                    <a:pt x="36956" y="13675"/>
                    <a:pt x="36727" y="13827"/>
                  </a:cubicBezTo>
                  <a:lnTo>
                    <a:pt x="36828" y="14005"/>
                  </a:lnTo>
                  <a:lnTo>
                    <a:pt x="36828" y="13980"/>
                  </a:lnTo>
                  <a:lnTo>
                    <a:pt x="37540" y="13548"/>
                  </a:lnTo>
                  <a:lnTo>
                    <a:pt x="37413" y="13370"/>
                  </a:lnTo>
                  <a:close/>
                  <a:moveTo>
                    <a:pt x="36015" y="14259"/>
                  </a:moveTo>
                  <a:cubicBezTo>
                    <a:pt x="35761" y="14386"/>
                    <a:pt x="35532" y="14539"/>
                    <a:pt x="35304" y="14666"/>
                  </a:cubicBezTo>
                  <a:lnTo>
                    <a:pt x="35405" y="14844"/>
                  </a:lnTo>
                  <a:cubicBezTo>
                    <a:pt x="35634" y="14691"/>
                    <a:pt x="35888" y="14564"/>
                    <a:pt x="36117" y="14437"/>
                  </a:cubicBezTo>
                  <a:lnTo>
                    <a:pt x="36015" y="14259"/>
                  </a:lnTo>
                  <a:close/>
                  <a:moveTo>
                    <a:pt x="34566" y="15073"/>
                  </a:moveTo>
                  <a:cubicBezTo>
                    <a:pt x="34312" y="15200"/>
                    <a:pt x="34084" y="15327"/>
                    <a:pt x="33829" y="15454"/>
                  </a:cubicBezTo>
                  <a:lnTo>
                    <a:pt x="33925" y="15622"/>
                  </a:lnTo>
                  <a:lnTo>
                    <a:pt x="33925" y="15622"/>
                  </a:lnTo>
                  <a:cubicBezTo>
                    <a:pt x="34173" y="15498"/>
                    <a:pt x="34421" y="15374"/>
                    <a:pt x="34668" y="15250"/>
                  </a:cubicBezTo>
                  <a:lnTo>
                    <a:pt x="34566" y="15073"/>
                  </a:lnTo>
                  <a:close/>
                  <a:moveTo>
                    <a:pt x="33925" y="15622"/>
                  </a:moveTo>
                  <a:lnTo>
                    <a:pt x="33925" y="15622"/>
                  </a:lnTo>
                  <a:cubicBezTo>
                    <a:pt x="33919" y="15625"/>
                    <a:pt x="33912" y="15628"/>
                    <a:pt x="33906" y="15632"/>
                  </a:cubicBezTo>
                  <a:lnTo>
                    <a:pt x="33931" y="15632"/>
                  </a:lnTo>
                  <a:lnTo>
                    <a:pt x="33925" y="15622"/>
                  </a:lnTo>
                  <a:close/>
                  <a:moveTo>
                    <a:pt x="103" y="15733"/>
                  </a:moveTo>
                  <a:lnTo>
                    <a:pt x="1" y="15911"/>
                  </a:lnTo>
                  <a:cubicBezTo>
                    <a:pt x="26" y="15911"/>
                    <a:pt x="281" y="16038"/>
                    <a:pt x="763" y="16267"/>
                  </a:cubicBezTo>
                  <a:lnTo>
                    <a:pt x="840" y="16089"/>
                  </a:lnTo>
                  <a:cubicBezTo>
                    <a:pt x="382" y="15860"/>
                    <a:pt x="103" y="15733"/>
                    <a:pt x="103" y="15733"/>
                  </a:cubicBezTo>
                  <a:close/>
                  <a:moveTo>
                    <a:pt x="33092" y="15835"/>
                  </a:moveTo>
                  <a:cubicBezTo>
                    <a:pt x="32838" y="15937"/>
                    <a:pt x="32584" y="16064"/>
                    <a:pt x="32330" y="16191"/>
                  </a:cubicBezTo>
                  <a:lnTo>
                    <a:pt x="32406" y="16369"/>
                  </a:lnTo>
                  <a:cubicBezTo>
                    <a:pt x="32660" y="16242"/>
                    <a:pt x="32914" y="16140"/>
                    <a:pt x="33169" y="16013"/>
                  </a:cubicBezTo>
                  <a:lnTo>
                    <a:pt x="33092" y="15835"/>
                  </a:lnTo>
                  <a:close/>
                  <a:moveTo>
                    <a:pt x="1602" y="16420"/>
                  </a:moveTo>
                  <a:lnTo>
                    <a:pt x="1501" y="16623"/>
                  </a:lnTo>
                  <a:cubicBezTo>
                    <a:pt x="1755" y="16725"/>
                    <a:pt x="2009" y="16826"/>
                    <a:pt x="2288" y="16928"/>
                  </a:cubicBezTo>
                  <a:lnTo>
                    <a:pt x="2365" y="16750"/>
                  </a:lnTo>
                  <a:cubicBezTo>
                    <a:pt x="2085" y="16623"/>
                    <a:pt x="1831" y="16521"/>
                    <a:pt x="1602" y="16420"/>
                  </a:cubicBezTo>
                  <a:close/>
                  <a:moveTo>
                    <a:pt x="31542" y="16521"/>
                  </a:moveTo>
                  <a:cubicBezTo>
                    <a:pt x="31288" y="16623"/>
                    <a:pt x="31034" y="16725"/>
                    <a:pt x="30780" y="16826"/>
                  </a:cubicBezTo>
                  <a:lnTo>
                    <a:pt x="30856" y="17030"/>
                  </a:lnTo>
                  <a:lnTo>
                    <a:pt x="30881" y="17030"/>
                  </a:lnTo>
                  <a:cubicBezTo>
                    <a:pt x="31135" y="16928"/>
                    <a:pt x="31390" y="16826"/>
                    <a:pt x="31644" y="16699"/>
                  </a:cubicBezTo>
                  <a:lnTo>
                    <a:pt x="31542" y="16521"/>
                  </a:lnTo>
                  <a:close/>
                  <a:moveTo>
                    <a:pt x="3153" y="17030"/>
                  </a:moveTo>
                  <a:lnTo>
                    <a:pt x="3076" y="17233"/>
                  </a:lnTo>
                  <a:cubicBezTo>
                    <a:pt x="3330" y="17335"/>
                    <a:pt x="3585" y="17411"/>
                    <a:pt x="3864" y="17512"/>
                  </a:cubicBezTo>
                  <a:lnTo>
                    <a:pt x="3915" y="17309"/>
                  </a:lnTo>
                  <a:cubicBezTo>
                    <a:pt x="3661" y="17233"/>
                    <a:pt x="3381" y="17131"/>
                    <a:pt x="3153" y="17030"/>
                  </a:cubicBezTo>
                  <a:close/>
                  <a:moveTo>
                    <a:pt x="30017" y="17131"/>
                  </a:moveTo>
                  <a:cubicBezTo>
                    <a:pt x="29763" y="17233"/>
                    <a:pt x="29483" y="17335"/>
                    <a:pt x="29229" y="17411"/>
                  </a:cubicBezTo>
                  <a:lnTo>
                    <a:pt x="29305" y="17614"/>
                  </a:lnTo>
                  <a:lnTo>
                    <a:pt x="30093" y="17335"/>
                  </a:lnTo>
                  <a:lnTo>
                    <a:pt x="30017" y="17131"/>
                  </a:lnTo>
                  <a:close/>
                  <a:moveTo>
                    <a:pt x="4728" y="17589"/>
                  </a:moveTo>
                  <a:lnTo>
                    <a:pt x="4652" y="17792"/>
                  </a:lnTo>
                  <a:lnTo>
                    <a:pt x="5440" y="18021"/>
                  </a:lnTo>
                  <a:lnTo>
                    <a:pt x="5516" y="17843"/>
                  </a:lnTo>
                  <a:cubicBezTo>
                    <a:pt x="5237" y="17741"/>
                    <a:pt x="4982" y="17665"/>
                    <a:pt x="4728" y="17589"/>
                  </a:cubicBezTo>
                  <a:close/>
                  <a:moveTo>
                    <a:pt x="28441" y="17690"/>
                  </a:moveTo>
                  <a:cubicBezTo>
                    <a:pt x="28187" y="17767"/>
                    <a:pt x="27908" y="17868"/>
                    <a:pt x="27653" y="17945"/>
                  </a:cubicBezTo>
                  <a:lnTo>
                    <a:pt x="27704" y="18148"/>
                  </a:lnTo>
                  <a:lnTo>
                    <a:pt x="27730" y="18148"/>
                  </a:lnTo>
                  <a:cubicBezTo>
                    <a:pt x="27984" y="18072"/>
                    <a:pt x="28263" y="17970"/>
                    <a:pt x="28518" y="17894"/>
                  </a:cubicBezTo>
                  <a:lnTo>
                    <a:pt x="28441" y="17690"/>
                  </a:lnTo>
                  <a:close/>
                  <a:moveTo>
                    <a:pt x="6304" y="18072"/>
                  </a:moveTo>
                  <a:lnTo>
                    <a:pt x="6253" y="18275"/>
                  </a:lnTo>
                  <a:cubicBezTo>
                    <a:pt x="6507" y="18326"/>
                    <a:pt x="6787" y="18402"/>
                    <a:pt x="7067" y="18478"/>
                  </a:cubicBezTo>
                  <a:lnTo>
                    <a:pt x="7117" y="18275"/>
                  </a:lnTo>
                  <a:cubicBezTo>
                    <a:pt x="6838" y="18199"/>
                    <a:pt x="6584" y="18148"/>
                    <a:pt x="6304" y="18072"/>
                  </a:cubicBezTo>
                  <a:close/>
                  <a:moveTo>
                    <a:pt x="26865" y="18173"/>
                  </a:moveTo>
                  <a:cubicBezTo>
                    <a:pt x="26586" y="18249"/>
                    <a:pt x="26306" y="18326"/>
                    <a:pt x="26052" y="18402"/>
                  </a:cubicBezTo>
                  <a:lnTo>
                    <a:pt x="26103" y="18580"/>
                  </a:lnTo>
                  <a:lnTo>
                    <a:pt x="26128" y="18605"/>
                  </a:lnTo>
                  <a:cubicBezTo>
                    <a:pt x="26383" y="18529"/>
                    <a:pt x="26662" y="18453"/>
                    <a:pt x="26916" y="18377"/>
                  </a:cubicBezTo>
                  <a:lnTo>
                    <a:pt x="26865" y="18173"/>
                  </a:lnTo>
                  <a:close/>
                  <a:moveTo>
                    <a:pt x="7931" y="18478"/>
                  </a:moveTo>
                  <a:lnTo>
                    <a:pt x="7880" y="18682"/>
                  </a:lnTo>
                  <a:lnTo>
                    <a:pt x="8693" y="18859"/>
                  </a:lnTo>
                  <a:lnTo>
                    <a:pt x="8744" y="18656"/>
                  </a:lnTo>
                  <a:lnTo>
                    <a:pt x="7931" y="18478"/>
                  </a:lnTo>
                  <a:close/>
                  <a:moveTo>
                    <a:pt x="25239" y="18580"/>
                  </a:moveTo>
                  <a:cubicBezTo>
                    <a:pt x="24985" y="18656"/>
                    <a:pt x="24705" y="18707"/>
                    <a:pt x="24426" y="18758"/>
                  </a:cubicBezTo>
                  <a:lnTo>
                    <a:pt x="24476" y="18961"/>
                  </a:lnTo>
                  <a:lnTo>
                    <a:pt x="25290" y="18783"/>
                  </a:lnTo>
                  <a:lnTo>
                    <a:pt x="25239" y="18580"/>
                  </a:lnTo>
                  <a:close/>
                  <a:moveTo>
                    <a:pt x="9557" y="18809"/>
                  </a:moveTo>
                  <a:lnTo>
                    <a:pt x="9506" y="19012"/>
                  </a:lnTo>
                  <a:lnTo>
                    <a:pt x="10345" y="19164"/>
                  </a:lnTo>
                  <a:lnTo>
                    <a:pt x="10371" y="18961"/>
                  </a:lnTo>
                  <a:lnTo>
                    <a:pt x="9557" y="18809"/>
                  </a:lnTo>
                  <a:close/>
                  <a:moveTo>
                    <a:pt x="23612" y="18910"/>
                  </a:moveTo>
                  <a:lnTo>
                    <a:pt x="22799" y="19063"/>
                  </a:lnTo>
                  <a:lnTo>
                    <a:pt x="22824" y="19266"/>
                  </a:lnTo>
                  <a:lnTo>
                    <a:pt x="23663" y="19139"/>
                  </a:lnTo>
                  <a:lnTo>
                    <a:pt x="23612" y="18910"/>
                  </a:lnTo>
                  <a:close/>
                  <a:moveTo>
                    <a:pt x="11184" y="19088"/>
                  </a:moveTo>
                  <a:lnTo>
                    <a:pt x="11159" y="19292"/>
                  </a:lnTo>
                  <a:lnTo>
                    <a:pt x="11997" y="19419"/>
                  </a:lnTo>
                  <a:lnTo>
                    <a:pt x="12023" y="19215"/>
                  </a:lnTo>
                  <a:lnTo>
                    <a:pt x="11184" y="19088"/>
                  </a:lnTo>
                  <a:close/>
                  <a:moveTo>
                    <a:pt x="21986" y="19190"/>
                  </a:moveTo>
                  <a:cubicBezTo>
                    <a:pt x="21706" y="19241"/>
                    <a:pt x="21427" y="19266"/>
                    <a:pt x="21172" y="19292"/>
                  </a:cubicBezTo>
                  <a:lnTo>
                    <a:pt x="21172" y="19520"/>
                  </a:lnTo>
                  <a:lnTo>
                    <a:pt x="22011" y="19393"/>
                  </a:lnTo>
                  <a:lnTo>
                    <a:pt x="21986" y="19190"/>
                  </a:lnTo>
                  <a:close/>
                  <a:moveTo>
                    <a:pt x="12861" y="19317"/>
                  </a:moveTo>
                  <a:lnTo>
                    <a:pt x="12836" y="19520"/>
                  </a:lnTo>
                  <a:cubicBezTo>
                    <a:pt x="13116" y="19546"/>
                    <a:pt x="13395" y="19597"/>
                    <a:pt x="13675" y="19597"/>
                  </a:cubicBezTo>
                  <a:lnTo>
                    <a:pt x="13675" y="19393"/>
                  </a:lnTo>
                  <a:lnTo>
                    <a:pt x="12861" y="19317"/>
                  </a:lnTo>
                  <a:close/>
                  <a:moveTo>
                    <a:pt x="20334" y="19393"/>
                  </a:moveTo>
                  <a:cubicBezTo>
                    <a:pt x="20054" y="19419"/>
                    <a:pt x="19774" y="19444"/>
                    <a:pt x="19495" y="19444"/>
                  </a:cubicBezTo>
                  <a:lnTo>
                    <a:pt x="19520" y="19647"/>
                  </a:lnTo>
                  <a:lnTo>
                    <a:pt x="20359" y="19597"/>
                  </a:lnTo>
                  <a:lnTo>
                    <a:pt x="20334" y="19393"/>
                  </a:lnTo>
                  <a:close/>
                  <a:moveTo>
                    <a:pt x="14513" y="19469"/>
                  </a:moveTo>
                  <a:lnTo>
                    <a:pt x="14513" y="19673"/>
                  </a:lnTo>
                  <a:cubicBezTo>
                    <a:pt x="14768" y="19698"/>
                    <a:pt x="15047" y="19724"/>
                    <a:pt x="15327" y="19724"/>
                  </a:cubicBezTo>
                  <a:lnTo>
                    <a:pt x="15327" y="19495"/>
                  </a:lnTo>
                  <a:lnTo>
                    <a:pt x="14513" y="19469"/>
                  </a:lnTo>
                  <a:close/>
                  <a:moveTo>
                    <a:pt x="16165" y="19520"/>
                  </a:moveTo>
                  <a:lnTo>
                    <a:pt x="16165" y="19724"/>
                  </a:lnTo>
                  <a:lnTo>
                    <a:pt x="17004" y="19724"/>
                  </a:lnTo>
                  <a:lnTo>
                    <a:pt x="17004" y="19520"/>
                  </a:lnTo>
                  <a:close/>
                  <a:moveTo>
                    <a:pt x="18682" y="19495"/>
                  </a:moveTo>
                  <a:lnTo>
                    <a:pt x="17843" y="19520"/>
                  </a:lnTo>
                  <a:lnTo>
                    <a:pt x="17843" y="19724"/>
                  </a:lnTo>
                  <a:lnTo>
                    <a:pt x="18682" y="19698"/>
                  </a:lnTo>
                  <a:lnTo>
                    <a:pt x="18682" y="19495"/>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8"/>
            <p:cNvSpPr/>
            <p:nvPr/>
          </p:nvSpPr>
          <p:spPr>
            <a:xfrm>
              <a:off x="4696845" y="-320912"/>
              <a:ext cx="630126" cy="835874"/>
            </a:xfrm>
            <a:custGeom>
              <a:avLst/>
              <a:gdLst/>
              <a:ahLst/>
              <a:cxnLst/>
              <a:rect l="l" t="t" r="r" b="b"/>
              <a:pathLst>
                <a:path w="15632" h="20740" extrusionOk="0">
                  <a:moveTo>
                    <a:pt x="26" y="1"/>
                  </a:moveTo>
                  <a:lnTo>
                    <a:pt x="1" y="204"/>
                  </a:lnTo>
                  <a:cubicBezTo>
                    <a:pt x="255" y="280"/>
                    <a:pt x="509" y="356"/>
                    <a:pt x="789" y="458"/>
                  </a:cubicBezTo>
                  <a:lnTo>
                    <a:pt x="840" y="255"/>
                  </a:lnTo>
                  <a:cubicBezTo>
                    <a:pt x="586" y="153"/>
                    <a:pt x="306" y="77"/>
                    <a:pt x="26" y="1"/>
                  </a:cubicBezTo>
                  <a:close/>
                  <a:moveTo>
                    <a:pt x="1628" y="560"/>
                  </a:moveTo>
                  <a:lnTo>
                    <a:pt x="1551" y="738"/>
                  </a:lnTo>
                  <a:cubicBezTo>
                    <a:pt x="1805" y="839"/>
                    <a:pt x="2060" y="966"/>
                    <a:pt x="2314" y="1093"/>
                  </a:cubicBezTo>
                  <a:lnTo>
                    <a:pt x="2390" y="890"/>
                  </a:lnTo>
                  <a:cubicBezTo>
                    <a:pt x="2136" y="763"/>
                    <a:pt x="1882" y="661"/>
                    <a:pt x="1628" y="560"/>
                  </a:cubicBezTo>
                  <a:close/>
                  <a:moveTo>
                    <a:pt x="3153" y="1297"/>
                  </a:moveTo>
                  <a:lnTo>
                    <a:pt x="3051" y="1475"/>
                  </a:lnTo>
                  <a:cubicBezTo>
                    <a:pt x="3280" y="1602"/>
                    <a:pt x="3534" y="1729"/>
                    <a:pt x="3763" y="1881"/>
                  </a:cubicBezTo>
                  <a:lnTo>
                    <a:pt x="3864" y="1703"/>
                  </a:lnTo>
                  <a:cubicBezTo>
                    <a:pt x="3635" y="1551"/>
                    <a:pt x="3381" y="1424"/>
                    <a:pt x="3153" y="1297"/>
                  </a:cubicBezTo>
                  <a:close/>
                  <a:moveTo>
                    <a:pt x="4576" y="2161"/>
                  </a:moveTo>
                  <a:lnTo>
                    <a:pt x="4474" y="2313"/>
                  </a:lnTo>
                  <a:cubicBezTo>
                    <a:pt x="4703" y="2466"/>
                    <a:pt x="4932" y="2618"/>
                    <a:pt x="5160" y="2796"/>
                  </a:cubicBezTo>
                  <a:lnTo>
                    <a:pt x="5262" y="2618"/>
                  </a:lnTo>
                  <a:cubicBezTo>
                    <a:pt x="5033" y="2466"/>
                    <a:pt x="4805" y="2288"/>
                    <a:pt x="4576" y="2161"/>
                  </a:cubicBezTo>
                  <a:close/>
                  <a:moveTo>
                    <a:pt x="5974" y="3127"/>
                  </a:moveTo>
                  <a:lnTo>
                    <a:pt x="5821" y="3279"/>
                  </a:lnTo>
                  <a:cubicBezTo>
                    <a:pt x="6025" y="3457"/>
                    <a:pt x="6253" y="3635"/>
                    <a:pt x="6457" y="3813"/>
                  </a:cubicBezTo>
                  <a:lnTo>
                    <a:pt x="6609" y="3660"/>
                  </a:lnTo>
                  <a:cubicBezTo>
                    <a:pt x="6406" y="3457"/>
                    <a:pt x="6177" y="3279"/>
                    <a:pt x="5974" y="3127"/>
                  </a:cubicBezTo>
                  <a:close/>
                  <a:moveTo>
                    <a:pt x="7244" y="4194"/>
                  </a:moveTo>
                  <a:lnTo>
                    <a:pt x="7092" y="4347"/>
                  </a:lnTo>
                  <a:cubicBezTo>
                    <a:pt x="7295" y="4525"/>
                    <a:pt x="7499" y="4728"/>
                    <a:pt x="7702" y="4931"/>
                  </a:cubicBezTo>
                  <a:lnTo>
                    <a:pt x="7854" y="4779"/>
                  </a:lnTo>
                  <a:cubicBezTo>
                    <a:pt x="7626" y="4575"/>
                    <a:pt x="7422" y="4372"/>
                    <a:pt x="7244" y="4194"/>
                  </a:cubicBezTo>
                  <a:close/>
                  <a:moveTo>
                    <a:pt x="8439" y="5363"/>
                  </a:moveTo>
                  <a:lnTo>
                    <a:pt x="8287" y="5516"/>
                  </a:lnTo>
                  <a:cubicBezTo>
                    <a:pt x="8464" y="5719"/>
                    <a:pt x="8642" y="5922"/>
                    <a:pt x="8846" y="6126"/>
                  </a:cubicBezTo>
                  <a:lnTo>
                    <a:pt x="8998" y="5999"/>
                  </a:lnTo>
                  <a:cubicBezTo>
                    <a:pt x="8820" y="5770"/>
                    <a:pt x="8617" y="5567"/>
                    <a:pt x="8439" y="5363"/>
                  </a:cubicBezTo>
                  <a:close/>
                  <a:moveTo>
                    <a:pt x="9532" y="6634"/>
                  </a:moveTo>
                  <a:lnTo>
                    <a:pt x="9379" y="6761"/>
                  </a:lnTo>
                  <a:cubicBezTo>
                    <a:pt x="9557" y="6965"/>
                    <a:pt x="9735" y="7168"/>
                    <a:pt x="9888" y="7397"/>
                  </a:cubicBezTo>
                  <a:lnTo>
                    <a:pt x="10066" y="7269"/>
                  </a:lnTo>
                  <a:cubicBezTo>
                    <a:pt x="9888" y="7066"/>
                    <a:pt x="9710" y="6837"/>
                    <a:pt x="9532" y="6634"/>
                  </a:cubicBezTo>
                  <a:close/>
                  <a:moveTo>
                    <a:pt x="10549" y="7930"/>
                  </a:moveTo>
                  <a:lnTo>
                    <a:pt x="10371" y="8057"/>
                  </a:lnTo>
                  <a:cubicBezTo>
                    <a:pt x="10523" y="8286"/>
                    <a:pt x="10701" y="8515"/>
                    <a:pt x="10854" y="8744"/>
                  </a:cubicBezTo>
                  <a:lnTo>
                    <a:pt x="11031" y="8642"/>
                  </a:lnTo>
                  <a:cubicBezTo>
                    <a:pt x="10879" y="8388"/>
                    <a:pt x="10701" y="8159"/>
                    <a:pt x="10549" y="7930"/>
                  </a:cubicBezTo>
                  <a:close/>
                  <a:moveTo>
                    <a:pt x="11489" y="9328"/>
                  </a:moveTo>
                  <a:lnTo>
                    <a:pt x="11311" y="9455"/>
                  </a:lnTo>
                  <a:cubicBezTo>
                    <a:pt x="11438" y="9684"/>
                    <a:pt x="11591" y="9913"/>
                    <a:pt x="11718" y="10167"/>
                  </a:cubicBezTo>
                  <a:lnTo>
                    <a:pt x="11921" y="10040"/>
                  </a:lnTo>
                  <a:cubicBezTo>
                    <a:pt x="11768" y="9811"/>
                    <a:pt x="11616" y="9557"/>
                    <a:pt x="11489" y="9328"/>
                  </a:cubicBezTo>
                  <a:close/>
                  <a:moveTo>
                    <a:pt x="12328" y="10777"/>
                  </a:moveTo>
                  <a:lnTo>
                    <a:pt x="12124" y="10879"/>
                  </a:lnTo>
                  <a:cubicBezTo>
                    <a:pt x="12251" y="11133"/>
                    <a:pt x="12378" y="11361"/>
                    <a:pt x="12506" y="11616"/>
                  </a:cubicBezTo>
                  <a:lnTo>
                    <a:pt x="12709" y="11514"/>
                  </a:lnTo>
                  <a:cubicBezTo>
                    <a:pt x="12582" y="11285"/>
                    <a:pt x="12455" y="11031"/>
                    <a:pt x="12328" y="10777"/>
                  </a:cubicBezTo>
                  <a:close/>
                  <a:moveTo>
                    <a:pt x="13065" y="12276"/>
                  </a:moveTo>
                  <a:lnTo>
                    <a:pt x="12887" y="12378"/>
                  </a:lnTo>
                  <a:cubicBezTo>
                    <a:pt x="12988" y="12607"/>
                    <a:pt x="13090" y="12861"/>
                    <a:pt x="13217" y="13115"/>
                  </a:cubicBezTo>
                  <a:lnTo>
                    <a:pt x="13395" y="13039"/>
                  </a:lnTo>
                  <a:cubicBezTo>
                    <a:pt x="13293" y="12785"/>
                    <a:pt x="13192" y="12531"/>
                    <a:pt x="13065" y="12276"/>
                  </a:cubicBezTo>
                  <a:close/>
                  <a:moveTo>
                    <a:pt x="13726" y="13827"/>
                  </a:moveTo>
                  <a:lnTo>
                    <a:pt x="13522" y="13903"/>
                  </a:lnTo>
                  <a:cubicBezTo>
                    <a:pt x="13624" y="14157"/>
                    <a:pt x="13726" y="14411"/>
                    <a:pt x="13827" y="14665"/>
                  </a:cubicBezTo>
                  <a:lnTo>
                    <a:pt x="14030" y="14589"/>
                  </a:lnTo>
                  <a:cubicBezTo>
                    <a:pt x="13929" y="14335"/>
                    <a:pt x="13827" y="14081"/>
                    <a:pt x="13726" y="13827"/>
                  </a:cubicBezTo>
                  <a:close/>
                  <a:moveTo>
                    <a:pt x="14310" y="15403"/>
                  </a:moveTo>
                  <a:lnTo>
                    <a:pt x="14107" y="15479"/>
                  </a:lnTo>
                  <a:cubicBezTo>
                    <a:pt x="14183" y="15733"/>
                    <a:pt x="14285" y="15987"/>
                    <a:pt x="14361" y="16267"/>
                  </a:cubicBezTo>
                  <a:lnTo>
                    <a:pt x="14564" y="16190"/>
                  </a:lnTo>
                  <a:cubicBezTo>
                    <a:pt x="14463" y="15936"/>
                    <a:pt x="14386" y="15657"/>
                    <a:pt x="14310" y="15403"/>
                  </a:cubicBezTo>
                  <a:close/>
                  <a:moveTo>
                    <a:pt x="14793" y="17004"/>
                  </a:moveTo>
                  <a:lnTo>
                    <a:pt x="14590" y="17055"/>
                  </a:lnTo>
                  <a:cubicBezTo>
                    <a:pt x="14666" y="17309"/>
                    <a:pt x="14742" y="17588"/>
                    <a:pt x="14818" y="17842"/>
                  </a:cubicBezTo>
                  <a:lnTo>
                    <a:pt x="14996" y="17792"/>
                  </a:lnTo>
                  <a:cubicBezTo>
                    <a:pt x="14945" y="17537"/>
                    <a:pt x="14869" y="17258"/>
                    <a:pt x="14793" y="17004"/>
                  </a:cubicBezTo>
                  <a:close/>
                  <a:moveTo>
                    <a:pt x="15200" y="18605"/>
                  </a:moveTo>
                  <a:lnTo>
                    <a:pt x="14996" y="18656"/>
                  </a:lnTo>
                  <a:cubicBezTo>
                    <a:pt x="15073" y="18935"/>
                    <a:pt x="15123" y="19190"/>
                    <a:pt x="15174" y="19469"/>
                  </a:cubicBezTo>
                  <a:lnTo>
                    <a:pt x="15378" y="19418"/>
                  </a:lnTo>
                  <a:cubicBezTo>
                    <a:pt x="15327" y="19139"/>
                    <a:pt x="15276" y="18885"/>
                    <a:pt x="15200" y="18605"/>
                  </a:cubicBezTo>
                  <a:close/>
                  <a:moveTo>
                    <a:pt x="15555" y="20257"/>
                  </a:moveTo>
                  <a:lnTo>
                    <a:pt x="15352" y="20282"/>
                  </a:lnTo>
                  <a:cubicBezTo>
                    <a:pt x="15378" y="20435"/>
                    <a:pt x="15403" y="20587"/>
                    <a:pt x="15428" y="20740"/>
                  </a:cubicBezTo>
                  <a:lnTo>
                    <a:pt x="15632" y="20714"/>
                  </a:lnTo>
                  <a:cubicBezTo>
                    <a:pt x="15606" y="20562"/>
                    <a:pt x="15581" y="20409"/>
                    <a:pt x="15555" y="202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8"/>
            <p:cNvSpPr/>
            <p:nvPr/>
          </p:nvSpPr>
          <p:spPr>
            <a:xfrm>
              <a:off x="6528692" y="-494011"/>
              <a:ext cx="621903" cy="658664"/>
            </a:xfrm>
            <a:custGeom>
              <a:avLst/>
              <a:gdLst/>
              <a:ahLst/>
              <a:cxnLst/>
              <a:rect l="l" t="t" r="r" b="b"/>
              <a:pathLst>
                <a:path w="15428" h="16343" extrusionOk="0">
                  <a:moveTo>
                    <a:pt x="0" y="0"/>
                  </a:moveTo>
                  <a:lnTo>
                    <a:pt x="0" y="16343"/>
                  </a:lnTo>
                  <a:lnTo>
                    <a:pt x="15428" y="16343"/>
                  </a:lnTo>
                  <a:lnTo>
                    <a:pt x="154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8"/>
            <p:cNvSpPr/>
            <p:nvPr/>
          </p:nvSpPr>
          <p:spPr>
            <a:xfrm>
              <a:off x="6576822" y="-26946"/>
              <a:ext cx="525642" cy="69723"/>
            </a:xfrm>
            <a:custGeom>
              <a:avLst/>
              <a:gdLst/>
              <a:ahLst/>
              <a:cxnLst/>
              <a:rect l="l" t="t" r="r" b="b"/>
              <a:pathLst>
                <a:path w="13040" h="1730" extrusionOk="0">
                  <a:moveTo>
                    <a:pt x="1" y="1"/>
                  </a:moveTo>
                  <a:lnTo>
                    <a:pt x="1" y="1729"/>
                  </a:lnTo>
                  <a:lnTo>
                    <a:pt x="13039" y="1729"/>
                  </a:lnTo>
                  <a:lnTo>
                    <a:pt x="1303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8"/>
            <p:cNvSpPr/>
            <p:nvPr/>
          </p:nvSpPr>
          <p:spPr>
            <a:xfrm>
              <a:off x="6576822" y="-164176"/>
              <a:ext cx="525642" cy="68675"/>
            </a:xfrm>
            <a:custGeom>
              <a:avLst/>
              <a:gdLst/>
              <a:ahLst/>
              <a:cxnLst/>
              <a:rect l="l" t="t" r="r" b="b"/>
              <a:pathLst>
                <a:path w="13040" h="1704" extrusionOk="0">
                  <a:moveTo>
                    <a:pt x="1" y="0"/>
                  </a:moveTo>
                  <a:lnTo>
                    <a:pt x="1" y="1703"/>
                  </a:lnTo>
                  <a:lnTo>
                    <a:pt x="13039" y="1703"/>
                  </a:lnTo>
                  <a:lnTo>
                    <a:pt x="130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8"/>
            <p:cNvSpPr/>
            <p:nvPr/>
          </p:nvSpPr>
          <p:spPr>
            <a:xfrm>
              <a:off x="6576822" y="-302454"/>
              <a:ext cx="525642" cy="68635"/>
            </a:xfrm>
            <a:custGeom>
              <a:avLst/>
              <a:gdLst/>
              <a:ahLst/>
              <a:cxnLst/>
              <a:rect l="l" t="t" r="r" b="b"/>
              <a:pathLst>
                <a:path w="13040" h="1703" extrusionOk="0">
                  <a:moveTo>
                    <a:pt x="1" y="0"/>
                  </a:moveTo>
                  <a:lnTo>
                    <a:pt x="1" y="1703"/>
                  </a:lnTo>
                  <a:lnTo>
                    <a:pt x="13039" y="1703"/>
                  </a:lnTo>
                  <a:lnTo>
                    <a:pt x="1303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8"/>
            <p:cNvSpPr/>
            <p:nvPr/>
          </p:nvSpPr>
          <p:spPr>
            <a:xfrm>
              <a:off x="6576822" y="-439724"/>
              <a:ext cx="525642" cy="68675"/>
            </a:xfrm>
            <a:custGeom>
              <a:avLst/>
              <a:gdLst/>
              <a:ahLst/>
              <a:cxnLst/>
              <a:rect l="l" t="t" r="r" b="b"/>
              <a:pathLst>
                <a:path w="13040" h="1704" extrusionOk="0">
                  <a:moveTo>
                    <a:pt x="1" y="0"/>
                  </a:moveTo>
                  <a:lnTo>
                    <a:pt x="1" y="1703"/>
                  </a:lnTo>
                  <a:lnTo>
                    <a:pt x="13039" y="1703"/>
                  </a:lnTo>
                  <a:lnTo>
                    <a:pt x="1303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8"/>
            <p:cNvSpPr/>
            <p:nvPr/>
          </p:nvSpPr>
          <p:spPr>
            <a:xfrm>
              <a:off x="1993172" y="-494011"/>
              <a:ext cx="620895" cy="658664"/>
            </a:xfrm>
            <a:custGeom>
              <a:avLst/>
              <a:gdLst/>
              <a:ahLst/>
              <a:cxnLst/>
              <a:rect l="l" t="t" r="r" b="b"/>
              <a:pathLst>
                <a:path w="15403" h="16343" extrusionOk="0">
                  <a:moveTo>
                    <a:pt x="1" y="0"/>
                  </a:moveTo>
                  <a:lnTo>
                    <a:pt x="1" y="16343"/>
                  </a:lnTo>
                  <a:lnTo>
                    <a:pt x="15403" y="16343"/>
                  </a:lnTo>
                  <a:lnTo>
                    <a:pt x="1540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8"/>
            <p:cNvSpPr/>
            <p:nvPr/>
          </p:nvSpPr>
          <p:spPr>
            <a:xfrm>
              <a:off x="2041343" y="-26946"/>
              <a:ext cx="524594" cy="69723"/>
            </a:xfrm>
            <a:custGeom>
              <a:avLst/>
              <a:gdLst/>
              <a:ahLst/>
              <a:cxnLst/>
              <a:rect l="l" t="t" r="r" b="b"/>
              <a:pathLst>
                <a:path w="13014" h="1730" extrusionOk="0">
                  <a:moveTo>
                    <a:pt x="0" y="1"/>
                  </a:moveTo>
                  <a:lnTo>
                    <a:pt x="0" y="1729"/>
                  </a:lnTo>
                  <a:lnTo>
                    <a:pt x="13013" y="1729"/>
                  </a:lnTo>
                  <a:lnTo>
                    <a:pt x="1301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8"/>
            <p:cNvSpPr/>
            <p:nvPr/>
          </p:nvSpPr>
          <p:spPr>
            <a:xfrm>
              <a:off x="2041343" y="-164176"/>
              <a:ext cx="524594" cy="68675"/>
            </a:xfrm>
            <a:custGeom>
              <a:avLst/>
              <a:gdLst/>
              <a:ahLst/>
              <a:cxnLst/>
              <a:rect l="l" t="t" r="r" b="b"/>
              <a:pathLst>
                <a:path w="13014" h="1704" extrusionOk="0">
                  <a:moveTo>
                    <a:pt x="0" y="0"/>
                  </a:moveTo>
                  <a:lnTo>
                    <a:pt x="0" y="1703"/>
                  </a:lnTo>
                  <a:lnTo>
                    <a:pt x="13013" y="1703"/>
                  </a:lnTo>
                  <a:lnTo>
                    <a:pt x="1301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8"/>
            <p:cNvSpPr/>
            <p:nvPr/>
          </p:nvSpPr>
          <p:spPr>
            <a:xfrm>
              <a:off x="2041343" y="-302454"/>
              <a:ext cx="524594" cy="68635"/>
            </a:xfrm>
            <a:custGeom>
              <a:avLst/>
              <a:gdLst/>
              <a:ahLst/>
              <a:cxnLst/>
              <a:rect l="l" t="t" r="r" b="b"/>
              <a:pathLst>
                <a:path w="13014" h="1703" extrusionOk="0">
                  <a:moveTo>
                    <a:pt x="0" y="0"/>
                  </a:moveTo>
                  <a:lnTo>
                    <a:pt x="0" y="1703"/>
                  </a:lnTo>
                  <a:lnTo>
                    <a:pt x="13013" y="1703"/>
                  </a:lnTo>
                  <a:lnTo>
                    <a:pt x="1301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8"/>
            <p:cNvSpPr/>
            <p:nvPr/>
          </p:nvSpPr>
          <p:spPr>
            <a:xfrm>
              <a:off x="2041343" y="-439724"/>
              <a:ext cx="524594" cy="68675"/>
            </a:xfrm>
            <a:custGeom>
              <a:avLst/>
              <a:gdLst/>
              <a:ahLst/>
              <a:cxnLst/>
              <a:rect l="l" t="t" r="r" b="b"/>
              <a:pathLst>
                <a:path w="13014" h="1704" extrusionOk="0">
                  <a:moveTo>
                    <a:pt x="0" y="0"/>
                  </a:moveTo>
                  <a:lnTo>
                    <a:pt x="0" y="1703"/>
                  </a:lnTo>
                  <a:lnTo>
                    <a:pt x="13013" y="1703"/>
                  </a:lnTo>
                  <a:lnTo>
                    <a:pt x="1301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8"/>
            <p:cNvSpPr/>
            <p:nvPr/>
          </p:nvSpPr>
          <p:spPr>
            <a:xfrm>
              <a:off x="5278800" y="482155"/>
              <a:ext cx="76871" cy="64968"/>
            </a:xfrm>
            <a:custGeom>
              <a:avLst/>
              <a:gdLst/>
              <a:ahLst/>
              <a:cxnLst/>
              <a:rect l="l" t="t" r="r" b="b"/>
              <a:pathLst>
                <a:path w="1907" h="1612" extrusionOk="0">
                  <a:moveTo>
                    <a:pt x="1093" y="1"/>
                  </a:moveTo>
                  <a:cubicBezTo>
                    <a:pt x="381" y="1"/>
                    <a:pt x="0" y="865"/>
                    <a:pt x="508" y="1373"/>
                  </a:cubicBezTo>
                  <a:cubicBezTo>
                    <a:pt x="681" y="1537"/>
                    <a:pt x="888" y="1611"/>
                    <a:pt x="1089" y="1611"/>
                  </a:cubicBezTo>
                  <a:cubicBezTo>
                    <a:pt x="1511" y="1611"/>
                    <a:pt x="1906" y="1287"/>
                    <a:pt x="1906" y="788"/>
                  </a:cubicBezTo>
                  <a:cubicBezTo>
                    <a:pt x="1906" y="356"/>
                    <a:pt x="1525" y="1"/>
                    <a:pt x="109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8"/>
            <p:cNvSpPr/>
            <p:nvPr/>
          </p:nvSpPr>
          <p:spPr>
            <a:xfrm>
              <a:off x="4620014" y="30364"/>
              <a:ext cx="75863" cy="64363"/>
            </a:xfrm>
            <a:custGeom>
              <a:avLst/>
              <a:gdLst/>
              <a:ahLst/>
              <a:cxnLst/>
              <a:rect l="l" t="t" r="r" b="b"/>
              <a:pathLst>
                <a:path w="1882" h="1597" extrusionOk="0">
                  <a:moveTo>
                    <a:pt x="1134" y="1"/>
                  </a:moveTo>
                  <a:cubicBezTo>
                    <a:pt x="1121" y="1"/>
                    <a:pt x="1107" y="1"/>
                    <a:pt x="1094" y="2"/>
                  </a:cubicBezTo>
                  <a:cubicBezTo>
                    <a:pt x="357" y="2"/>
                    <a:pt x="1" y="866"/>
                    <a:pt x="509" y="1375"/>
                  </a:cubicBezTo>
                  <a:cubicBezTo>
                    <a:pt x="670" y="1528"/>
                    <a:pt x="867" y="1596"/>
                    <a:pt x="1060" y="1596"/>
                  </a:cubicBezTo>
                  <a:cubicBezTo>
                    <a:pt x="1478" y="1596"/>
                    <a:pt x="1882" y="1276"/>
                    <a:pt x="1882" y="790"/>
                  </a:cubicBezTo>
                  <a:cubicBezTo>
                    <a:pt x="1882" y="372"/>
                    <a:pt x="1548" y="1"/>
                    <a:pt x="113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8"/>
            <p:cNvSpPr/>
            <p:nvPr/>
          </p:nvSpPr>
          <p:spPr>
            <a:xfrm>
              <a:off x="3787088" y="147201"/>
              <a:ext cx="75863" cy="64766"/>
            </a:xfrm>
            <a:custGeom>
              <a:avLst/>
              <a:gdLst/>
              <a:ahLst/>
              <a:cxnLst/>
              <a:rect l="l" t="t" r="r" b="b"/>
              <a:pathLst>
                <a:path w="1882" h="1607" extrusionOk="0">
                  <a:moveTo>
                    <a:pt x="1094" y="1"/>
                  </a:moveTo>
                  <a:cubicBezTo>
                    <a:pt x="357" y="1"/>
                    <a:pt x="1" y="865"/>
                    <a:pt x="509" y="1373"/>
                  </a:cubicBezTo>
                  <a:cubicBezTo>
                    <a:pt x="670" y="1534"/>
                    <a:pt x="868" y="1606"/>
                    <a:pt x="1062" y="1606"/>
                  </a:cubicBezTo>
                  <a:cubicBezTo>
                    <a:pt x="1479" y="1606"/>
                    <a:pt x="1881" y="1274"/>
                    <a:pt x="1881" y="788"/>
                  </a:cubicBezTo>
                  <a:cubicBezTo>
                    <a:pt x="1881" y="356"/>
                    <a:pt x="1526" y="1"/>
                    <a:pt x="10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8"/>
            <p:cNvSpPr/>
            <p:nvPr/>
          </p:nvSpPr>
          <p:spPr>
            <a:xfrm>
              <a:off x="5212208" y="-107833"/>
              <a:ext cx="75823" cy="64726"/>
            </a:xfrm>
            <a:custGeom>
              <a:avLst/>
              <a:gdLst/>
              <a:ahLst/>
              <a:cxnLst/>
              <a:rect l="l" t="t" r="r" b="b"/>
              <a:pathLst>
                <a:path w="1881" h="1606" extrusionOk="0">
                  <a:moveTo>
                    <a:pt x="1068" y="0"/>
                  </a:moveTo>
                  <a:cubicBezTo>
                    <a:pt x="356" y="0"/>
                    <a:pt x="0" y="864"/>
                    <a:pt x="508" y="1373"/>
                  </a:cubicBezTo>
                  <a:cubicBezTo>
                    <a:pt x="670" y="1534"/>
                    <a:pt x="867" y="1606"/>
                    <a:pt x="1061" y="1606"/>
                  </a:cubicBezTo>
                  <a:cubicBezTo>
                    <a:pt x="1478" y="1606"/>
                    <a:pt x="1881" y="1274"/>
                    <a:pt x="1881" y="788"/>
                  </a:cubicBezTo>
                  <a:cubicBezTo>
                    <a:pt x="1881" y="356"/>
                    <a:pt x="1500" y="0"/>
                    <a:pt x="106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8"/>
            <p:cNvSpPr/>
            <p:nvPr/>
          </p:nvSpPr>
          <p:spPr>
            <a:xfrm>
              <a:off x="4859778" y="514921"/>
              <a:ext cx="75823" cy="64968"/>
            </a:xfrm>
            <a:custGeom>
              <a:avLst/>
              <a:gdLst/>
              <a:ahLst/>
              <a:cxnLst/>
              <a:rect l="l" t="t" r="r" b="b"/>
              <a:pathLst>
                <a:path w="1881" h="1612" extrusionOk="0">
                  <a:moveTo>
                    <a:pt x="1093" y="1"/>
                  </a:moveTo>
                  <a:cubicBezTo>
                    <a:pt x="381" y="1"/>
                    <a:pt x="0" y="865"/>
                    <a:pt x="508" y="1373"/>
                  </a:cubicBezTo>
                  <a:cubicBezTo>
                    <a:pt x="673" y="1538"/>
                    <a:pt x="874" y="1612"/>
                    <a:pt x="1072" y="1612"/>
                  </a:cubicBezTo>
                  <a:cubicBezTo>
                    <a:pt x="1485" y="1612"/>
                    <a:pt x="1881" y="1288"/>
                    <a:pt x="1881" y="789"/>
                  </a:cubicBezTo>
                  <a:cubicBezTo>
                    <a:pt x="1881" y="357"/>
                    <a:pt x="1525" y="1"/>
                    <a:pt x="109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 name="Google Shape;343;p8"/>
          <p:cNvGrpSpPr/>
          <p:nvPr/>
        </p:nvGrpSpPr>
        <p:grpSpPr>
          <a:xfrm>
            <a:off x="-526082" y="2976811"/>
            <a:ext cx="10103742" cy="2774908"/>
            <a:chOff x="-526082" y="2976811"/>
            <a:chExt cx="10103742" cy="2774908"/>
          </a:xfrm>
        </p:grpSpPr>
        <p:sp>
          <p:nvSpPr>
            <p:cNvPr id="344" name="Google Shape;344;p8"/>
            <p:cNvSpPr/>
            <p:nvPr/>
          </p:nvSpPr>
          <p:spPr>
            <a:xfrm>
              <a:off x="3172401" y="4162995"/>
              <a:ext cx="2797957" cy="1588725"/>
            </a:xfrm>
            <a:custGeom>
              <a:avLst/>
              <a:gdLst/>
              <a:ahLst/>
              <a:cxnLst/>
              <a:rect l="l" t="t" r="r" b="b"/>
              <a:pathLst>
                <a:path w="69411" h="39420" extrusionOk="0">
                  <a:moveTo>
                    <a:pt x="0" y="0"/>
                  </a:moveTo>
                  <a:lnTo>
                    <a:pt x="0" y="39420"/>
                  </a:lnTo>
                  <a:lnTo>
                    <a:pt x="69411" y="39420"/>
                  </a:lnTo>
                  <a:lnTo>
                    <a:pt x="694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8"/>
            <p:cNvSpPr/>
            <p:nvPr/>
          </p:nvSpPr>
          <p:spPr>
            <a:xfrm>
              <a:off x="3320943" y="4310461"/>
              <a:ext cx="2501880" cy="1292743"/>
            </a:xfrm>
            <a:custGeom>
              <a:avLst/>
              <a:gdLst/>
              <a:ahLst/>
              <a:cxnLst/>
              <a:rect l="l" t="t" r="r" b="b"/>
              <a:pathLst>
                <a:path w="62066" h="32076" extrusionOk="0">
                  <a:moveTo>
                    <a:pt x="62066" y="1"/>
                  </a:moveTo>
                  <a:lnTo>
                    <a:pt x="62066" y="32076"/>
                  </a:lnTo>
                  <a:lnTo>
                    <a:pt x="1" y="32076"/>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8"/>
            <p:cNvSpPr/>
            <p:nvPr/>
          </p:nvSpPr>
          <p:spPr>
            <a:xfrm>
              <a:off x="3293291" y="4283862"/>
              <a:ext cx="2557226" cy="1346990"/>
            </a:xfrm>
            <a:custGeom>
              <a:avLst/>
              <a:gdLst/>
              <a:ahLst/>
              <a:cxnLst/>
              <a:rect l="l" t="t" r="r" b="b"/>
              <a:pathLst>
                <a:path w="63439" h="33422" extrusionOk="0">
                  <a:moveTo>
                    <a:pt x="62066" y="1373"/>
                  </a:moveTo>
                  <a:lnTo>
                    <a:pt x="62066" y="32049"/>
                  </a:lnTo>
                  <a:lnTo>
                    <a:pt x="1373" y="32049"/>
                  </a:lnTo>
                  <a:lnTo>
                    <a:pt x="1373" y="1373"/>
                  </a:lnTo>
                  <a:close/>
                  <a:moveTo>
                    <a:pt x="0" y="0"/>
                  </a:moveTo>
                  <a:lnTo>
                    <a:pt x="0" y="33422"/>
                  </a:lnTo>
                  <a:lnTo>
                    <a:pt x="63438" y="33422"/>
                  </a:lnTo>
                  <a:lnTo>
                    <a:pt x="634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8"/>
            <p:cNvSpPr/>
            <p:nvPr/>
          </p:nvSpPr>
          <p:spPr>
            <a:xfrm>
              <a:off x="3464366" y="4454906"/>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8"/>
            <p:cNvSpPr/>
            <p:nvPr/>
          </p:nvSpPr>
          <p:spPr>
            <a:xfrm>
              <a:off x="3556596" y="4454906"/>
              <a:ext cx="100412" cy="108615"/>
            </a:xfrm>
            <a:custGeom>
              <a:avLst/>
              <a:gdLst/>
              <a:ahLst/>
              <a:cxnLst/>
              <a:rect l="l" t="t" r="r" b="b"/>
              <a:pathLst>
                <a:path w="2491"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8"/>
            <p:cNvSpPr/>
            <p:nvPr/>
          </p:nvSpPr>
          <p:spPr>
            <a:xfrm>
              <a:off x="3647777" y="4454906"/>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8"/>
            <p:cNvSpPr/>
            <p:nvPr/>
          </p:nvSpPr>
          <p:spPr>
            <a:xfrm>
              <a:off x="3739966" y="4454906"/>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8"/>
            <p:cNvSpPr/>
            <p:nvPr/>
          </p:nvSpPr>
          <p:spPr>
            <a:xfrm>
              <a:off x="3832195" y="4454906"/>
              <a:ext cx="101460" cy="108615"/>
            </a:xfrm>
            <a:custGeom>
              <a:avLst/>
              <a:gdLst/>
              <a:ahLst/>
              <a:cxnLst/>
              <a:rect l="l" t="t" r="r" b="b"/>
              <a:pathLst>
                <a:path w="2517" h="2695" extrusionOk="0">
                  <a:moveTo>
                    <a:pt x="2287" y="229"/>
                  </a:moveTo>
                  <a:lnTo>
                    <a:pt x="2287"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8"/>
            <p:cNvSpPr/>
            <p:nvPr/>
          </p:nvSpPr>
          <p:spPr>
            <a:xfrm>
              <a:off x="3924384" y="4454906"/>
              <a:ext cx="100453" cy="108615"/>
            </a:xfrm>
            <a:custGeom>
              <a:avLst/>
              <a:gdLst/>
              <a:ahLst/>
              <a:cxnLst/>
              <a:rect l="l" t="t" r="r" b="b"/>
              <a:pathLst>
                <a:path w="2492"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8"/>
            <p:cNvSpPr/>
            <p:nvPr/>
          </p:nvSpPr>
          <p:spPr>
            <a:xfrm>
              <a:off x="4016573" y="4454906"/>
              <a:ext cx="100453" cy="108615"/>
            </a:xfrm>
            <a:custGeom>
              <a:avLst/>
              <a:gdLst/>
              <a:ahLst/>
              <a:cxnLst/>
              <a:rect l="l" t="t" r="r" b="b"/>
              <a:pathLst>
                <a:path w="2492" h="2695" extrusionOk="0">
                  <a:moveTo>
                    <a:pt x="2263" y="229"/>
                  </a:moveTo>
                  <a:lnTo>
                    <a:pt x="2263" y="2466"/>
                  </a:lnTo>
                  <a:lnTo>
                    <a:pt x="230" y="2466"/>
                  </a:lnTo>
                  <a:lnTo>
                    <a:pt x="204" y="229"/>
                  </a:lnTo>
                  <a:close/>
                  <a:moveTo>
                    <a:pt x="1" y="1"/>
                  </a:moveTo>
                  <a:lnTo>
                    <a:pt x="1" y="2695"/>
                  </a:lnTo>
                  <a:lnTo>
                    <a:pt x="2492" y="2695"/>
                  </a:lnTo>
                  <a:lnTo>
                    <a:pt x="24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8"/>
            <p:cNvSpPr/>
            <p:nvPr/>
          </p:nvSpPr>
          <p:spPr>
            <a:xfrm>
              <a:off x="4107754" y="4454906"/>
              <a:ext cx="101501" cy="108615"/>
            </a:xfrm>
            <a:custGeom>
              <a:avLst/>
              <a:gdLst/>
              <a:ahLst/>
              <a:cxnLst/>
              <a:rect l="l" t="t" r="r" b="b"/>
              <a:pathLst>
                <a:path w="2518" h="2695" extrusionOk="0">
                  <a:moveTo>
                    <a:pt x="2263" y="229"/>
                  </a:moveTo>
                  <a:lnTo>
                    <a:pt x="2263" y="2466"/>
                  </a:lnTo>
                  <a:lnTo>
                    <a:pt x="230" y="2466"/>
                  </a:lnTo>
                  <a:lnTo>
                    <a:pt x="230"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8"/>
            <p:cNvSpPr/>
            <p:nvPr/>
          </p:nvSpPr>
          <p:spPr>
            <a:xfrm>
              <a:off x="4198935" y="4454906"/>
              <a:ext cx="101501" cy="108615"/>
            </a:xfrm>
            <a:custGeom>
              <a:avLst/>
              <a:gdLst/>
              <a:ahLst/>
              <a:cxnLst/>
              <a:rect l="l" t="t" r="r" b="b"/>
              <a:pathLst>
                <a:path w="2518" h="2695" extrusionOk="0">
                  <a:moveTo>
                    <a:pt x="2288" y="229"/>
                  </a:moveTo>
                  <a:lnTo>
                    <a:pt x="2288" y="2466"/>
                  </a:lnTo>
                  <a:lnTo>
                    <a:pt x="255" y="2466"/>
                  </a:lnTo>
                  <a:lnTo>
                    <a:pt x="255"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8"/>
            <p:cNvSpPr/>
            <p:nvPr/>
          </p:nvSpPr>
          <p:spPr>
            <a:xfrm>
              <a:off x="4291165" y="4454906"/>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8"/>
            <p:cNvSpPr/>
            <p:nvPr/>
          </p:nvSpPr>
          <p:spPr>
            <a:xfrm>
              <a:off x="4383354" y="4454906"/>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8"/>
            <p:cNvSpPr/>
            <p:nvPr/>
          </p:nvSpPr>
          <p:spPr>
            <a:xfrm>
              <a:off x="4475583" y="4454906"/>
              <a:ext cx="101460" cy="108615"/>
            </a:xfrm>
            <a:custGeom>
              <a:avLst/>
              <a:gdLst/>
              <a:ahLst/>
              <a:cxnLst/>
              <a:rect l="l" t="t" r="r" b="b"/>
              <a:pathLst>
                <a:path w="2517" h="2695" extrusionOk="0">
                  <a:moveTo>
                    <a:pt x="2262" y="229"/>
                  </a:moveTo>
                  <a:lnTo>
                    <a:pt x="2262" y="2466"/>
                  </a:lnTo>
                  <a:lnTo>
                    <a:pt x="229" y="2466"/>
                  </a:lnTo>
                  <a:lnTo>
                    <a:pt x="229" y="229"/>
                  </a:lnTo>
                  <a:close/>
                  <a:moveTo>
                    <a:pt x="0" y="1"/>
                  </a:moveTo>
                  <a:lnTo>
                    <a:pt x="0" y="2695"/>
                  </a:lnTo>
                  <a:lnTo>
                    <a:pt x="2491"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8"/>
            <p:cNvSpPr/>
            <p:nvPr/>
          </p:nvSpPr>
          <p:spPr>
            <a:xfrm>
              <a:off x="4566764" y="4454906"/>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8"/>
            <p:cNvSpPr/>
            <p:nvPr/>
          </p:nvSpPr>
          <p:spPr>
            <a:xfrm>
              <a:off x="4658953" y="4454906"/>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8"/>
            <p:cNvSpPr/>
            <p:nvPr/>
          </p:nvSpPr>
          <p:spPr>
            <a:xfrm>
              <a:off x="4751142" y="4454906"/>
              <a:ext cx="101501" cy="108615"/>
            </a:xfrm>
            <a:custGeom>
              <a:avLst/>
              <a:gdLst/>
              <a:ahLst/>
              <a:cxnLst/>
              <a:rect l="l" t="t" r="r" b="b"/>
              <a:pathLst>
                <a:path w="2518" h="2695" extrusionOk="0">
                  <a:moveTo>
                    <a:pt x="2263" y="229"/>
                  </a:moveTo>
                  <a:lnTo>
                    <a:pt x="2263" y="2466"/>
                  </a:lnTo>
                  <a:lnTo>
                    <a:pt x="230" y="2466"/>
                  </a:lnTo>
                  <a:lnTo>
                    <a:pt x="230"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8"/>
            <p:cNvSpPr/>
            <p:nvPr/>
          </p:nvSpPr>
          <p:spPr>
            <a:xfrm>
              <a:off x="4843371" y="4454906"/>
              <a:ext cx="100453" cy="108615"/>
            </a:xfrm>
            <a:custGeom>
              <a:avLst/>
              <a:gdLst/>
              <a:ahLst/>
              <a:cxnLst/>
              <a:rect l="l" t="t" r="r" b="b"/>
              <a:pathLst>
                <a:path w="2492"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8"/>
            <p:cNvSpPr/>
            <p:nvPr/>
          </p:nvSpPr>
          <p:spPr>
            <a:xfrm>
              <a:off x="4934553" y="4454906"/>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8"/>
            <p:cNvSpPr/>
            <p:nvPr/>
          </p:nvSpPr>
          <p:spPr>
            <a:xfrm>
              <a:off x="5026742" y="4454906"/>
              <a:ext cx="101501" cy="108615"/>
            </a:xfrm>
            <a:custGeom>
              <a:avLst/>
              <a:gdLst/>
              <a:ahLst/>
              <a:cxnLst/>
              <a:rect l="l" t="t" r="r" b="b"/>
              <a:pathLst>
                <a:path w="2518" h="2695" extrusionOk="0">
                  <a:moveTo>
                    <a:pt x="2288" y="229"/>
                  </a:moveTo>
                  <a:lnTo>
                    <a:pt x="2288" y="2466"/>
                  </a:lnTo>
                  <a:lnTo>
                    <a:pt x="230" y="2466"/>
                  </a:lnTo>
                  <a:lnTo>
                    <a:pt x="230"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8"/>
            <p:cNvSpPr/>
            <p:nvPr/>
          </p:nvSpPr>
          <p:spPr>
            <a:xfrm>
              <a:off x="5118971" y="4454906"/>
              <a:ext cx="100453" cy="108615"/>
            </a:xfrm>
            <a:custGeom>
              <a:avLst/>
              <a:gdLst/>
              <a:ahLst/>
              <a:cxnLst/>
              <a:rect l="l" t="t" r="r" b="b"/>
              <a:pathLst>
                <a:path w="2492"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8"/>
            <p:cNvSpPr/>
            <p:nvPr/>
          </p:nvSpPr>
          <p:spPr>
            <a:xfrm>
              <a:off x="5210152" y="4454906"/>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8"/>
            <p:cNvSpPr/>
            <p:nvPr/>
          </p:nvSpPr>
          <p:spPr>
            <a:xfrm>
              <a:off x="5302341" y="4454906"/>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8"/>
            <p:cNvSpPr/>
            <p:nvPr/>
          </p:nvSpPr>
          <p:spPr>
            <a:xfrm>
              <a:off x="5394570" y="4454906"/>
              <a:ext cx="101460" cy="108615"/>
            </a:xfrm>
            <a:custGeom>
              <a:avLst/>
              <a:gdLst/>
              <a:ahLst/>
              <a:cxnLst/>
              <a:rect l="l" t="t" r="r" b="b"/>
              <a:pathLst>
                <a:path w="2517" h="2695" extrusionOk="0">
                  <a:moveTo>
                    <a:pt x="2262" y="229"/>
                  </a:moveTo>
                  <a:lnTo>
                    <a:pt x="2262"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5485752" y="4454906"/>
              <a:ext cx="101460" cy="108615"/>
            </a:xfrm>
            <a:custGeom>
              <a:avLst/>
              <a:gdLst/>
              <a:ahLst/>
              <a:cxnLst/>
              <a:rect l="l" t="t" r="r" b="b"/>
              <a:pathLst>
                <a:path w="2517" h="2695" extrusionOk="0">
                  <a:moveTo>
                    <a:pt x="2288" y="229"/>
                  </a:moveTo>
                  <a:lnTo>
                    <a:pt x="2288" y="2466"/>
                  </a:lnTo>
                  <a:lnTo>
                    <a:pt x="254" y="2466"/>
                  </a:lnTo>
                  <a:lnTo>
                    <a:pt x="254"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8"/>
            <p:cNvSpPr/>
            <p:nvPr/>
          </p:nvSpPr>
          <p:spPr>
            <a:xfrm>
              <a:off x="5578948" y="4454906"/>
              <a:ext cx="100453" cy="108615"/>
            </a:xfrm>
            <a:custGeom>
              <a:avLst/>
              <a:gdLst/>
              <a:ahLst/>
              <a:cxnLst/>
              <a:rect l="l" t="t" r="r" b="b"/>
              <a:pathLst>
                <a:path w="2492" h="2695" extrusionOk="0">
                  <a:moveTo>
                    <a:pt x="2263" y="229"/>
                  </a:moveTo>
                  <a:lnTo>
                    <a:pt x="2263" y="2466"/>
                  </a:lnTo>
                  <a:lnTo>
                    <a:pt x="230" y="2466"/>
                  </a:lnTo>
                  <a:lnTo>
                    <a:pt x="230" y="229"/>
                  </a:lnTo>
                  <a:close/>
                  <a:moveTo>
                    <a:pt x="1" y="1"/>
                  </a:moveTo>
                  <a:lnTo>
                    <a:pt x="1" y="2695"/>
                  </a:lnTo>
                  <a:lnTo>
                    <a:pt x="2492" y="2695"/>
                  </a:lnTo>
                  <a:lnTo>
                    <a:pt x="24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8"/>
            <p:cNvSpPr/>
            <p:nvPr/>
          </p:nvSpPr>
          <p:spPr>
            <a:xfrm>
              <a:off x="3464366" y="4554251"/>
              <a:ext cx="101460" cy="108615"/>
            </a:xfrm>
            <a:custGeom>
              <a:avLst/>
              <a:gdLst/>
              <a:ahLst/>
              <a:cxnLst/>
              <a:rect l="l" t="t" r="r" b="b"/>
              <a:pathLst>
                <a:path w="2517" h="2695"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8"/>
            <p:cNvSpPr/>
            <p:nvPr/>
          </p:nvSpPr>
          <p:spPr>
            <a:xfrm>
              <a:off x="3556596" y="4554251"/>
              <a:ext cx="100412" cy="108615"/>
            </a:xfrm>
            <a:custGeom>
              <a:avLst/>
              <a:gdLst/>
              <a:ahLst/>
              <a:cxnLst/>
              <a:rect l="l" t="t" r="r" b="b"/>
              <a:pathLst>
                <a:path w="2491" h="2695" extrusionOk="0">
                  <a:moveTo>
                    <a:pt x="2262" y="230"/>
                  </a:moveTo>
                  <a:lnTo>
                    <a:pt x="2262" y="2466"/>
                  </a:lnTo>
                  <a:lnTo>
                    <a:pt x="229" y="2466"/>
                  </a:lnTo>
                  <a:lnTo>
                    <a:pt x="229" y="230"/>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8"/>
            <p:cNvSpPr/>
            <p:nvPr/>
          </p:nvSpPr>
          <p:spPr>
            <a:xfrm>
              <a:off x="3647777" y="4554251"/>
              <a:ext cx="101460" cy="108615"/>
            </a:xfrm>
            <a:custGeom>
              <a:avLst/>
              <a:gdLst/>
              <a:ahLst/>
              <a:cxnLst/>
              <a:rect l="l" t="t" r="r" b="b"/>
              <a:pathLst>
                <a:path w="2517" h="2695" extrusionOk="0">
                  <a:moveTo>
                    <a:pt x="2288" y="230"/>
                  </a:moveTo>
                  <a:lnTo>
                    <a:pt x="2288"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8"/>
            <p:cNvSpPr/>
            <p:nvPr/>
          </p:nvSpPr>
          <p:spPr>
            <a:xfrm>
              <a:off x="3739966" y="4554251"/>
              <a:ext cx="101460" cy="108615"/>
            </a:xfrm>
            <a:custGeom>
              <a:avLst/>
              <a:gdLst/>
              <a:ahLst/>
              <a:cxnLst/>
              <a:rect l="l" t="t" r="r" b="b"/>
              <a:pathLst>
                <a:path w="2517" h="2695"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8"/>
            <p:cNvSpPr/>
            <p:nvPr/>
          </p:nvSpPr>
          <p:spPr>
            <a:xfrm>
              <a:off x="3832195" y="4554251"/>
              <a:ext cx="101460" cy="108615"/>
            </a:xfrm>
            <a:custGeom>
              <a:avLst/>
              <a:gdLst/>
              <a:ahLst/>
              <a:cxnLst/>
              <a:rect l="l" t="t" r="r" b="b"/>
              <a:pathLst>
                <a:path w="2517" h="2695" extrusionOk="0">
                  <a:moveTo>
                    <a:pt x="2287" y="230"/>
                  </a:moveTo>
                  <a:lnTo>
                    <a:pt x="2287"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8"/>
            <p:cNvSpPr/>
            <p:nvPr/>
          </p:nvSpPr>
          <p:spPr>
            <a:xfrm>
              <a:off x="3924384" y="4554251"/>
              <a:ext cx="100453" cy="108615"/>
            </a:xfrm>
            <a:custGeom>
              <a:avLst/>
              <a:gdLst/>
              <a:ahLst/>
              <a:cxnLst/>
              <a:rect l="l" t="t" r="r" b="b"/>
              <a:pathLst>
                <a:path w="2492" h="2695" extrusionOk="0">
                  <a:moveTo>
                    <a:pt x="2262" y="230"/>
                  </a:moveTo>
                  <a:lnTo>
                    <a:pt x="2262" y="2466"/>
                  </a:lnTo>
                  <a:lnTo>
                    <a:pt x="229" y="2466"/>
                  </a:lnTo>
                  <a:lnTo>
                    <a:pt x="229" y="230"/>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8"/>
            <p:cNvSpPr/>
            <p:nvPr/>
          </p:nvSpPr>
          <p:spPr>
            <a:xfrm>
              <a:off x="4016573" y="4554251"/>
              <a:ext cx="100453" cy="108615"/>
            </a:xfrm>
            <a:custGeom>
              <a:avLst/>
              <a:gdLst/>
              <a:ahLst/>
              <a:cxnLst/>
              <a:rect l="l" t="t" r="r" b="b"/>
              <a:pathLst>
                <a:path w="2492" h="2695" extrusionOk="0">
                  <a:moveTo>
                    <a:pt x="2263" y="230"/>
                  </a:moveTo>
                  <a:lnTo>
                    <a:pt x="2263" y="2466"/>
                  </a:lnTo>
                  <a:lnTo>
                    <a:pt x="230" y="2466"/>
                  </a:lnTo>
                  <a:lnTo>
                    <a:pt x="204" y="230"/>
                  </a:lnTo>
                  <a:close/>
                  <a:moveTo>
                    <a:pt x="1" y="1"/>
                  </a:moveTo>
                  <a:lnTo>
                    <a:pt x="1" y="2695"/>
                  </a:lnTo>
                  <a:lnTo>
                    <a:pt x="2492" y="2695"/>
                  </a:lnTo>
                  <a:lnTo>
                    <a:pt x="24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4107754" y="4554251"/>
              <a:ext cx="101501" cy="108615"/>
            </a:xfrm>
            <a:custGeom>
              <a:avLst/>
              <a:gdLst/>
              <a:ahLst/>
              <a:cxnLst/>
              <a:rect l="l" t="t" r="r" b="b"/>
              <a:pathLst>
                <a:path w="2518" h="2695" extrusionOk="0">
                  <a:moveTo>
                    <a:pt x="2263" y="230"/>
                  </a:moveTo>
                  <a:lnTo>
                    <a:pt x="2263" y="2466"/>
                  </a:lnTo>
                  <a:lnTo>
                    <a:pt x="230" y="2466"/>
                  </a:lnTo>
                  <a:lnTo>
                    <a:pt x="230"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4198935" y="4554251"/>
              <a:ext cx="101501" cy="108615"/>
            </a:xfrm>
            <a:custGeom>
              <a:avLst/>
              <a:gdLst/>
              <a:ahLst/>
              <a:cxnLst/>
              <a:rect l="l" t="t" r="r" b="b"/>
              <a:pathLst>
                <a:path w="2518" h="2695" extrusionOk="0">
                  <a:moveTo>
                    <a:pt x="2288" y="230"/>
                  </a:moveTo>
                  <a:lnTo>
                    <a:pt x="2288" y="2466"/>
                  </a:lnTo>
                  <a:lnTo>
                    <a:pt x="255" y="2466"/>
                  </a:lnTo>
                  <a:lnTo>
                    <a:pt x="255"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4291165" y="4554251"/>
              <a:ext cx="101460" cy="108615"/>
            </a:xfrm>
            <a:custGeom>
              <a:avLst/>
              <a:gdLst/>
              <a:ahLst/>
              <a:cxnLst/>
              <a:rect l="l" t="t" r="r" b="b"/>
              <a:pathLst>
                <a:path w="2517" h="2695" extrusionOk="0">
                  <a:moveTo>
                    <a:pt x="2288" y="230"/>
                  </a:moveTo>
                  <a:lnTo>
                    <a:pt x="2288"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4383354" y="4554251"/>
              <a:ext cx="101460" cy="108615"/>
            </a:xfrm>
            <a:custGeom>
              <a:avLst/>
              <a:gdLst/>
              <a:ahLst/>
              <a:cxnLst/>
              <a:rect l="l" t="t" r="r" b="b"/>
              <a:pathLst>
                <a:path w="2517" h="2695"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4475583" y="4554251"/>
              <a:ext cx="101460" cy="108615"/>
            </a:xfrm>
            <a:custGeom>
              <a:avLst/>
              <a:gdLst/>
              <a:ahLst/>
              <a:cxnLst/>
              <a:rect l="l" t="t" r="r" b="b"/>
              <a:pathLst>
                <a:path w="2517" h="2695" extrusionOk="0">
                  <a:moveTo>
                    <a:pt x="2262" y="230"/>
                  </a:moveTo>
                  <a:lnTo>
                    <a:pt x="2262" y="2466"/>
                  </a:lnTo>
                  <a:lnTo>
                    <a:pt x="229" y="2466"/>
                  </a:lnTo>
                  <a:lnTo>
                    <a:pt x="229" y="230"/>
                  </a:lnTo>
                  <a:close/>
                  <a:moveTo>
                    <a:pt x="0" y="1"/>
                  </a:moveTo>
                  <a:lnTo>
                    <a:pt x="0" y="2695"/>
                  </a:lnTo>
                  <a:lnTo>
                    <a:pt x="2491"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8"/>
            <p:cNvSpPr/>
            <p:nvPr/>
          </p:nvSpPr>
          <p:spPr>
            <a:xfrm>
              <a:off x="4566764" y="4554251"/>
              <a:ext cx="101460" cy="108615"/>
            </a:xfrm>
            <a:custGeom>
              <a:avLst/>
              <a:gdLst/>
              <a:ahLst/>
              <a:cxnLst/>
              <a:rect l="l" t="t" r="r" b="b"/>
              <a:pathLst>
                <a:path w="2517" h="2695" extrusionOk="0">
                  <a:moveTo>
                    <a:pt x="2288" y="230"/>
                  </a:moveTo>
                  <a:lnTo>
                    <a:pt x="2288"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8"/>
            <p:cNvSpPr/>
            <p:nvPr/>
          </p:nvSpPr>
          <p:spPr>
            <a:xfrm>
              <a:off x="4658953" y="4554251"/>
              <a:ext cx="101460" cy="108615"/>
            </a:xfrm>
            <a:custGeom>
              <a:avLst/>
              <a:gdLst/>
              <a:ahLst/>
              <a:cxnLst/>
              <a:rect l="l" t="t" r="r" b="b"/>
              <a:pathLst>
                <a:path w="2517" h="2695"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4751142" y="4554251"/>
              <a:ext cx="101501" cy="108615"/>
            </a:xfrm>
            <a:custGeom>
              <a:avLst/>
              <a:gdLst/>
              <a:ahLst/>
              <a:cxnLst/>
              <a:rect l="l" t="t" r="r" b="b"/>
              <a:pathLst>
                <a:path w="2518" h="2695" extrusionOk="0">
                  <a:moveTo>
                    <a:pt x="2263" y="230"/>
                  </a:moveTo>
                  <a:lnTo>
                    <a:pt x="2263" y="2466"/>
                  </a:lnTo>
                  <a:lnTo>
                    <a:pt x="230" y="2466"/>
                  </a:lnTo>
                  <a:lnTo>
                    <a:pt x="230"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4843371" y="4554251"/>
              <a:ext cx="100453" cy="108615"/>
            </a:xfrm>
            <a:custGeom>
              <a:avLst/>
              <a:gdLst/>
              <a:ahLst/>
              <a:cxnLst/>
              <a:rect l="l" t="t" r="r" b="b"/>
              <a:pathLst>
                <a:path w="2492" h="2695" extrusionOk="0">
                  <a:moveTo>
                    <a:pt x="2262" y="230"/>
                  </a:moveTo>
                  <a:lnTo>
                    <a:pt x="2262" y="2466"/>
                  </a:lnTo>
                  <a:lnTo>
                    <a:pt x="229" y="2466"/>
                  </a:lnTo>
                  <a:lnTo>
                    <a:pt x="229" y="230"/>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4934553" y="4554251"/>
              <a:ext cx="101460" cy="108615"/>
            </a:xfrm>
            <a:custGeom>
              <a:avLst/>
              <a:gdLst/>
              <a:ahLst/>
              <a:cxnLst/>
              <a:rect l="l" t="t" r="r" b="b"/>
              <a:pathLst>
                <a:path w="2517" h="2695" extrusionOk="0">
                  <a:moveTo>
                    <a:pt x="2288" y="230"/>
                  </a:moveTo>
                  <a:lnTo>
                    <a:pt x="2288" y="2466"/>
                  </a:lnTo>
                  <a:lnTo>
                    <a:pt x="229" y="2466"/>
                  </a:lnTo>
                  <a:lnTo>
                    <a:pt x="229"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8"/>
            <p:cNvSpPr/>
            <p:nvPr/>
          </p:nvSpPr>
          <p:spPr>
            <a:xfrm>
              <a:off x="5026742" y="4554251"/>
              <a:ext cx="101501" cy="108615"/>
            </a:xfrm>
            <a:custGeom>
              <a:avLst/>
              <a:gdLst/>
              <a:ahLst/>
              <a:cxnLst/>
              <a:rect l="l" t="t" r="r" b="b"/>
              <a:pathLst>
                <a:path w="2518" h="2695" extrusionOk="0">
                  <a:moveTo>
                    <a:pt x="2288" y="230"/>
                  </a:moveTo>
                  <a:lnTo>
                    <a:pt x="2288" y="2466"/>
                  </a:lnTo>
                  <a:lnTo>
                    <a:pt x="230" y="2466"/>
                  </a:lnTo>
                  <a:lnTo>
                    <a:pt x="230"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8"/>
            <p:cNvSpPr/>
            <p:nvPr/>
          </p:nvSpPr>
          <p:spPr>
            <a:xfrm>
              <a:off x="5118971" y="4554251"/>
              <a:ext cx="100453" cy="108615"/>
            </a:xfrm>
            <a:custGeom>
              <a:avLst/>
              <a:gdLst/>
              <a:ahLst/>
              <a:cxnLst/>
              <a:rect l="l" t="t" r="r" b="b"/>
              <a:pathLst>
                <a:path w="2492" h="2695" extrusionOk="0">
                  <a:moveTo>
                    <a:pt x="2262" y="230"/>
                  </a:moveTo>
                  <a:lnTo>
                    <a:pt x="2262" y="2466"/>
                  </a:lnTo>
                  <a:lnTo>
                    <a:pt x="229" y="2466"/>
                  </a:lnTo>
                  <a:lnTo>
                    <a:pt x="229" y="230"/>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5210152" y="4554251"/>
              <a:ext cx="101460" cy="108615"/>
            </a:xfrm>
            <a:custGeom>
              <a:avLst/>
              <a:gdLst/>
              <a:ahLst/>
              <a:cxnLst/>
              <a:rect l="l" t="t" r="r" b="b"/>
              <a:pathLst>
                <a:path w="2517" h="2695" extrusionOk="0">
                  <a:moveTo>
                    <a:pt x="2288" y="230"/>
                  </a:moveTo>
                  <a:lnTo>
                    <a:pt x="2288"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5302341" y="4554251"/>
              <a:ext cx="101460" cy="108615"/>
            </a:xfrm>
            <a:custGeom>
              <a:avLst/>
              <a:gdLst/>
              <a:ahLst/>
              <a:cxnLst/>
              <a:rect l="l" t="t" r="r" b="b"/>
              <a:pathLst>
                <a:path w="2517" h="2695"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5394570" y="4554251"/>
              <a:ext cx="101460" cy="108615"/>
            </a:xfrm>
            <a:custGeom>
              <a:avLst/>
              <a:gdLst/>
              <a:ahLst/>
              <a:cxnLst/>
              <a:rect l="l" t="t" r="r" b="b"/>
              <a:pathLst>
                <a:path w="2517" h="2695" extrusionOk="0">
                  <a:moveTo>
                    <a:pt x="2262" y="230"/>
                  </a:moveTo>
                  <a:lnTo>
                    <a:pt x="2262"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8"/>
            <p:cNvSpPr/>
            <p:nvPr/>
          </p:nvSpPr>
          <p:spPr>
            <a:xfrm>
              <a:off x="5485752" y="4554251"/>
              <a:ext cx="101460" cy="108615"/>
            </a:xfrm>
            <a:custGeom>
              <a:avLst/>
              <a:gdLst/>
              <a:ahLst/>
              <a:cxnLst/>
              <a:rect l="l" t="t" r="r" b="b"/>
              <a:pathLst>
                <a:path w="2517" h="2695" extrusionOk="0">
                  <a:moveTo>
                    <a:pt x="2288" y="230"/>
                  </a:moveTo>
                  <a:lnTo>
                    <a:pt x="2288" y="2466"/>
                  </a:lnTo>
                  <a:lnTo>
                    <a:pt x="254" y="2466"/>
                  </a:lnTo>
                  <a:lnTo>
                    <a:pt x="254"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8"/>
            <p:cNvSpPr/>
            <p:nvPr/>
          </p:nvSpPr>
          <p:spPr>
            <a:xfrm>
              <a:off x="5578948" y="4554251"/>
              <a:ext cx="100453" cy="108615"/>
            </a:xfrm>
            <a:custGeom>
              <a:avLst/>
              <a:gdLst/>
              <a:ahLst/>
              <a:cxnLst/>
              <a:rect l="l" t="t" r="r" b="b"/>
              <a:pathLst>
                <a:path w="2492" h="2695" extrusionOk="0">
                  <a:moveTo>
                    <a:pt x="2263" y="230"/>
                  </a:moveTo>
                  <a:lnTo>
                    <a:pt x="2263" y="2466"/>
                  </a:lnTo>
                  <a:lnTo>
                    <a:pt x="230" y="2466"/>
                  </a:lnTo>
                  <a:lnTo>
                    <a:pt x="230" y="230"/>
                  </a:lnTo>
                  <a:close/>
                  <a:moveTo>
                    <a:pt x="1" y="1"/>
                  </a:moveTo>
                  <a:lnTo>
                    <a:pt x="1" y="2695"/>
                  </a:lnTo>
                  <a:lnTo>
                    <a:pt x="2492" y="2695"/>
                  </a:lnTo>
                  <a:lnTo>
                    <a:pt x="24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a:off x="3464366" y="4653637"/>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a:off x="3556596" y="4653637"/>
              <a:ext cx="100412" cy="108615"/>
            </a:xfrm>
            <a:custGeom>
              <a:avLst/>
              <a:gdLst/>
              <a:ahLst/>
              <a:cxnLst/>
              <a:rect l="l" t="t" r="r" b="b"/>
              <a:pathLst>
                <a:path w="2491"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a:off x="3647777" y="4653637"/>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a:off x="3739966" y="4653637"/>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a:off x="3832195" y="4653637"/>
              <a:ext cx="101460" cy="108615"/>
            </a:xfrm>
            <a:custGeom>
              <a:avLst/>
              <a:gdLst/>
              <a:ahLst/>
              <a:cxnLst/>
              <a:rect l="l" t="t" r="r" b="b"/>
              <a:pathLst>
                <a:path w="2517" h="2695" extrusionOk="0">
                  <a:moveTo>
                    <a:pt x="2287" y="229"/>
                  </a:moveTo>
                  <a:lnTo>
                    <a:pt x="2287"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8"/>
            <p:cNvSpPr/>
            <p:nvPr/>
          </p:nvSpPr>
          <p:spPr>
            <a:xfrm>
              <a:off x="3924384" y="4653637"/>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8"/>
            <p:cNvSpPr/>
            <p:nvPr/>
          </p:nvSpPr>
          <p:spPr>
            <a:xfrm>
              <a:off x="4016573" y="4653637"/>
              <a:ext cx="100453" cy="108615"/>
            </a:xfrm>
            <a:custGeom>
              <a:avLst/>
              <a:gdLst/>
              <a:ahLst/>
              <a:cxnLst/>
              <a:rect l="l" t="t" r="r" b="b"/>
              <a:pathLst>
                <a:path w="2492" h="2695" extrusionOk="0">
                  <a:moveTo>
                    <a:pt x="2263" y="229"/>
                  </a:moveTo>
                  <a:lnTo>
                    <a:pt x="2263" y="2466"/>
                  </a:lnTo>
                  <a:lnTo>
                    <a:pt x="230" y="2466"/>
                  </a:lnTo>
                  <a:lnTo>
                    <a:pt x="204" y="229"/>
                  </a:lnTo>
                  <a:close/>
                  <a:moveTo>
                    <a:pt x="1" y="0"/>
                  </a:moveTo>
                  <a:lnTo>
                    <a:pt x="1" y="2694"/>
                  </a:lnTo>
                  <a:lnTo>
                    <a:pt x="2492" y="2694"/>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4107754" y="4653637"/>
              <a:ext cx="101501" cy="108615"/>
            </a:xfrm>
            <a:custGeom>
              <a:avLst/>
              <a:gdLst/>
              <a:ahLst/>
              <a:cxnLst/>
              <a:rect l="l" t="t" r="r" b="b"/>
              <a:pathLst>
                <a:path w="2518" h="2695" extrusionOk="0">
                  <a:moveTo>
                    <a:pt x="2288" y="229"/>
                  </a:moveTo>
                  <a:lnTo>
                    <a:pt x="2288" y="2466"/>
                  </a:lnTo>
                  <a:lnTo>
                    <a:pt x="230" y="2466"/>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4198935" y="4653637"/>
              <a:ext cx="101501" cy="108615"/>
            </a:xfrm>
            <a:custGeom>
              <a:avLst/>
              <a:gdLst/>
              <a:ahLst/>
              <a:cxnLst/>
              <a:rect l="l" t="t" r="r" b="b"/>
              <a:pathLst>
                <a:path w="2518" h="2695" extrusionOk="0">
                  <a:moveTo>
                    <a:pt x="2288" y="229"/>
                  </a:moveTo>
                  <a:lnTo>
                    <a:pt x="2288" y="2466"/>
                  </a:lnTo>
                  <a:lnTo>
                    <a:pt x="255" y="2466"/>
                  </a:lnTo>
                  <a:lnTo>
                    <a:pt x="255"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8"/>
            <p:cNvSpPr/>
            <p:nvPr/>
          </p:nvSpPr>
          <p:spPr>
            <a:xfrm>
              <a:off x="4291165" y="4653637"/>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8"/>
            <p:cNvSpPr/>
            <p:nvPr/>
          </p:nvSpPr>
          <p:spPr>
            <a:xfrm>
              <a:off x="4383354" y="4653637"/>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8"/>
            <p:cNvSpPr/>
            <p:nvPr/>
          </p:nvSpPr>
          <p:spPr>
            <a:xfrm>
              <a:off x="4475583" y="4653637"/>
              <a:ext cx="101460" cy="108615"/>
            </a:xfrm>
            <a:custGeom>
              <a:avLst/>
              <a:gdLst/>
              <a:ahLst/>
              <a:cxnLst/>
              <a:rect l="l" t="t" r="r" b="b"/>
              <a:pathLst>
                <a:path w="2517" h="2695" extrusionOk="0">
                  <a:moveTo>
                    <a:pt x="2262" y="229"/>
                  </a:moveTo>
                  <a:lnTo>
                    <a:pt x="2262" y="2466"/>
                  </a:lnTo>
                  <a:lnTo>
                    <a:pt x="229" y="2466"/>
                  </a:lnTo>
                  <a:lnTo>
                    <a:pt x="229" y="229"/>
                  </a:lnTo>
                  <a:close/>
                  <a:moveTo>
                    <a:pt x="0" y="0"/>
                  </a:moveTo>
                  <a:lnTo>
                    <a:pt x="0" y="2694"/>
                  </a:lnTo>
                  <a:lnTo>
                    <a:pt x="2491"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8"/>
            <p:cNvSpPr/>
            <p:nvPr/>
          </p:nvSpPr>
          <p:spPr>
            <a:xfrm>
              <a:off x="4566764" y="4653637"/>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8"/>
            <p:cNvSpPr/>
            <p:nvPr/>
          </p:nvSpPr>
          <p:spPr>
            <a:xfrm>
              <a:off x="4658953" y="4653637"/>
              <a:ext cx="101460" cy="108615"/>
            </a:xfrm>
            <a:custGeom>
              <a:avLst/>
              <a:gdLst/>
              <a:ahLst/>
              <a:cxnLst/>
              <a:rect l="l" t="t" r="r" b="b"/>
              <a:pathLst>
                <a:path w="2517" h="2695" extrusionOk="0">
                  <a:moveTo>
                    <a:pt x="2263" y="229"/>
                  </a:moveTo>
                  <a:lnTo>
                    <a:pt x="2263"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4751142" y="4653637"/>
              <a:ext cx="101501" cy="108615"/>
            </a:xfrm>
            <a:custGeom>
              <a:avLst/>
              <a:gdLst/>
              <a:ahLst/>
              <a:cxnLst/>
              <a:rect l="l" t="t" r="r" b="b"/>
              <a:pathLst>
                <a:path w="2518" h="2695" extrusionOk="0">
                  <a:moveTo>
                    <a:pt x="2263" y="229"/>
                  </a:moveTo>
                  <a:lnTo>
                    <a:pt x="2263" y="2466"/>
                  </a:lnTo>
                  <a:lnTo>
                    <a:pt x="230" y="2466"/>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4843371" y="4653637"/>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4934553" y="4653637"/>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5026742" y="4653637"/>
              <a:ext cx="101501" cy="108615"/>
            </a:xfrm>
            <a:custGeom>
              <a:avLst/>
              <a:gdLst/>
              <a:ahLst/>
              <a:cxnLst/>
              <a:rect l="l" t="t" r="r" b="b"/>
              <a:pathLst>
                <a:path w="2518" h="2695" extrusionOk="0">
                  <a:moveTo>
                    <a:pt x="2288" y="229"/>
                  </a:moveTo>
                  <a:lnTo>
                    <a:pt x="2288" y="2466"/>
                  </a:lnTo>
                  <a:lnTo>
                    <a:pt x="230" y="2466"/>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5118971" y="4653637"/>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8"/>
            <p:cNvSpPr/>
            <p:nvPr/>
          </p:nvSpPr>
          <p:spPr>
            <a:xfrm>
              <a:off x="5210152" y="4653637"/>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8"/>
            <p:cNvSpPr/>
            <p:nvPr/>
          </p:nvSpPr>
          <p:spPr>
            <a:xfrm>
              <a:off x="5302341" y="4653637"/>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5394570" y="4653637"/>
              <a:ext cx="101460" cy="108615"/>
            </a:xfrm>
            <a:custGeom>
              <a:avLst/>
              <a:gdLst/>
              <a:ahLst/>
              <a:cxnLst/>
              <a:rect l="l" t="t" r="r" b="b"/>
              <a:pathLst>
                <a:path w="2517" h="2695" extrusionOk="0">
                  <a:moveTo>
                    <a:pt x="2262" y="229"/>
                  </a:moveTo>
                  <a:lnTo>
                    <a:pt x="2262"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5485752" y="4653637"/>
              <a:ext cx="101460" cy="108615"/>
            </a:xfrm>
            <a:custGeom>
              <a:avLst/>
              <a:gdLst/>
              <a:ahLst/>
              <a:cxnLst/>
              <a:rect l="l" t="t" r="r" b="b"/>
              <a:pathLst>
                <a:path w="2517" h="2695" extrusionOk="0">
                  <a:moveTo>
                    <a:pt x="2288" y="229"/>
                  </a:moveTo>
                  <a:lnTo>
                    <a:pt x="2288" y="2466"/>
                  </a:lnTo>
                  <a:lnTo>
                    <a:pt x="254" y="2466"/>
                  </a:lnTo>
                  <a:lnTo>
                    <a:pt x="254"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5578948" y="4653637"/>
              <a:ext cx="100453" cy="108615"/>
            </a:xfrm>
            <a:custGeom>
              <a:avLst/>
              <a:gdLst/>
              <a:ahLst/>
              <a:cxnLst/>
              <a:rect l="l" t="t" r="r" b="b"/>
              <a:pathLst>
                <a:path w="2492" h="2695" extrusionOk="0">
                  <a:moveTo>
                    <a:pt x="2263" y="229"/>
                  </a:moveTo>
                  <a:lnTo>
                    <a:pt x="2263" y="2466"/>
                  </a:lnTo>
                  <a:lnTo>
                    <a:pt x="230" y="2466"/>
                  </a:lnTo>
                  <a:lnTo>
                    <a:pt x="230" y="229"/>
                  </a:lnTo>
                  <a:close/>
                  <a:moveTo>
                    <a:pt x="1" y="0"/>
                  </a:moveTo>
                  <a:lnTo>
                    <a:pt x="1" y="2694"/>
                  </a:lnTo>
                  <a:lnTo>
                    <a:pt x="2492" y="2694"/>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8"/>
            <p:cNvSpPr/>
            <p:nvPr/>
          </p:nvSpPr>
          <p:spPr>
            <a:xfrm>
              <a:off x="3464366" y="4752983"/>
              <a:ext cx="101460" cy="109663"/>
            </a:xfrm>
            <a:custGeom>
              <a:avLst/>
              <a:gdLst/>
              <a:ahLst/>
              <a:cxnLst/>
              <a:rect l="l" t="t" r="r" b="b"/>
              <a:pathLst>
                <a:path w="2517" h="2721" extrusionOk="0">
                  <a:moveTo>
                    <a:pt x="2288" y="229"/>
                  </a:moveTo>
                  <a:lnTo>
                    <a:pt x="2288" y="2466"/>
                  </a:lnTo>
                  <a:lnTo>
                    <a:pt x="229" y="2466"/>
                  </a:lnTo>
                  <a:lnTo>
                    <a:pt x="229"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8"/>
            <p:cNvSpPr/>
            <p:nvPr/>
          </p:nvSpPr>
          <p:spPr>
            <a:xfrm>
              <a:off x="3556596" y="4752983"/>
              <a:ext cx="100412" cy="109663"/>
            </a:xfrm>
            <a:custGeom>
              <a:avLst/>
              <a:gdLst/>
              <a:ahLst/>
              <a:cxnLst/>
              <a:rect l="l" t="t" r="r" b="b"/>
              <a:pathLst>
                <a:path w="2491" h="2721" extrusionOk="0">
                  <a:moveTo>
                    <a:pt x="2262" y="229"/>
                  </a:moveTo>
                  <a:lnTo>
                    <a:pt x="2262" y="2466"/>
                  </a:lnTo>
                  <a:lnTo>
                    <a:pt x="229" y="2466"/>
                  </a:lnTo>
                  <a:lnTo>
                    <a:pt x="229" y="229"/>
                  </a:lnTo>
                  <a:close/>
                  <a:moveTo>
                    <a:pt x="0" y="1"/>
                  </a:moveTo>
                  <a:lnTo>
                    <a:pt x="0" y="2720"/>
                  </a:lnTo>
                  <a:lnTo>
                    <a:pt x="2491" y="2720"/>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3647777" y="4752983"/>
              <a:ext cx="101460" cy="109663"/>
            </a:xfrm>
            <a:custGeom>
              <a:avLst/>
              <a:gdLst/>
              <a:ahLst/>
              <a:cxnLst/>
              <a:rect l="l" t="t" r="r" b="b"/>
              <a:pathLst>
                <a:path w="2517" h="2721" extrusionOk="0">
                  <a:moveTo>
                    <a:pt x="2288" y="229"/>
                  </a:moveTo>
                  <a:lnTo>
                    <a:pt x="2288" y="2466"/>
                  </a:lnTo>
                  <a:lnTo>
                    <a:pt x="229" y="2466"/>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3739966" y="4752983"/>
              <a:ext cx="101460" cy="109663"/>
            </a:xfrm>
            <a:custGeom>
              <a:avLst/>
              <a:gdLst/>
              <a:ahLst/>
              <a:cxnLst/>
              <a:rect l="l" t="t" r="r" b="b"/>
              <a:pathLst>
                <a:path w="2517" h="2721" extrusionOk="0">
                  <a:moveTo>
                    <a:pt x="2288" y="229"/>
                  </a:moveTo>
                  <a:lnTo>
                    <a:pt x="2288" y="2466"/>
                  </a:lnTo>
                  <a:lnTo>
                    <a:pt x="229" y="2466"/>
                  </a:lnTo>
                  <a:lnTo>
                    <a:pt x="229"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3832195" y="4752983"/>
              <a:ext cx="101460" cy="109663"/>
            </a:xfrm>
            <a:custGeom>
              <a:avLst/>
              <a:gdLst/>
              <a:ahLst/>
              <a:cxnLst/>
              <a:rect l="l" t="t" r="r" b="b"/>
              <a:pathLst>
                <a:path w="2517" h="2721" extrusionOk="0">
                  <a:moveTo>
                    <a:pt x="2287" y="229"/>
                  </a:moveTo>
                  <a:lnTo>
                    <a:pt x="2287" y="2466"/>
                  </a:lnTo>
                  <a:lnTo>
                    <a:pt x="229" y="2466"/>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8"/>
            <p:cNvSpPr/>
            <p:nvPr/>
          </p:nvSpPr>
          <p:spPr>
            <a:xfrm>
              <a:off x="3924384" y="4752983"/>
              <a:ext cx="100453" cy="109663"/>
            </a:xfrm>
            <a:custGeom>
              <a:avLst/>
              <a:gdLst/>
              <a:ahLst/>
              <a:cxnLst/>
              <a:rect l="l" t="t" r="r" b="b"/>
              <a:pathLst>
                <a:path w="2492" h="2721" extrusionOk="0">
                  <a:moveTo>
                    <a:pt x="2262" y="229"/>
                  </a:moveTo>
                  <a:lnTo>
                    <a:pt x="2262" y="2466"/>
                  </a:lnTo>
                  <a:lnTo>
                    <a:pt x="229" y="2466"/>
                  </a:lnTo>
                  <a:lnTo>
                    <a:pt x="229" y="229"/>
                  </a:lnTo>
                  <a:close/>
                  <a:moveTo>
                    <a:pt x="0" y="1"/>
                  </a:moveTo>
                  <a:lnTo>
                    <a:pt x="0" y="2720"/>
                  </a:lnTo>
                  <a:lnTo>
                    <a:pt x="2491" y="2720"/>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4016573" y="4752983"/>
              <a:ext cx="100453" cy="109663"/>
            </a:xfrm>
            <a:custGeom>
              <a:avLst/>
              <a:gdLst/>
              <a:ahLst/>
              <a:cxnLst/>
              <a:rect l="l" t="t" r="r" b="b"/>
              <a:pathLst>
                <a:path w="2492" h="2721" extrusionOk="0">
                  <a:moveTo>
                    <a:pt x="2263" y="229"/>
                  </a:moveTo>
                  <a:lnTo>
                    <a:pt x="2263" y="2466"/>
                  </a:lnTo>
                  <a:lnTo>
                    <a:pt x="230" y="2466"/>
                  </a:lnTo>
                  <a:lnTo>
                    <a:pt x="204" y="229"/>
                  </a:lnTo>
                  <a:close/>
                  <a:moveTo>
                    <a:pt x="1" y="1"/>
                  </a:moveTo>
                  <a:lnTo>
                    <a:pt x="1" y="2720"/>
                  </a:lnTo>
                  <a:lnTo>
                    <a:pt x="2492" y="2720"/>
                  </a:lnTo>
                  <a:lnTo>
                    <a:pt x="24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4107754" y="4752983"/>
              <a:ext cx="101501" cy="109663"/>
            </a:xfrm>
            <a:custGeom>
              <a:avLst/>
              <a:gdLst/>
              <a:ahLst/>
              <a:cxnLst/>
              <a:rect l="l" t="t" r="r" b="b"/>
              <a:pathLst>
                <a:path w="2518" h="2721" extrusionOk="0">
                  <a:moveTo>
                    <a:pt x="2263" y="229"/>
                  </a:moveTo>
                  <a:lnTo>
                    <a:pt x="2263" y="2466"/>
                  </a:lnTo>
                  <a:lnTo>
                    <a:pt x="230" y="2466"/>
                  </a:lnTo>
                  <a:lnTo>
                    <a:pt x="230"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4198935" y="4752983"/>
              <a:ext cx="101501" cy="109663"/>
            </a:xfrm>
            <a:custGeom>
              <a:avLst/>
              <a:gdLst/>
              <a:ahLst/>
              <a:cxnLst/>
              <a:rect l="l" t="t" r="r" b="b"/>
              <a:pathLst>
                <a:path w="2518" h="2721" extrusionOk="0">
                  <a:moveTo>
                    <a:pt x="2288" y="229"/>
                  </a:moveTo>
                  <a:lnTo>
                    <a:pt x="2288" y="2466"/>
                  </a:lnTo>
                  <a:lnTo>
                    <a:pt x="255" y="2466"/>
                  </a:lnTo>
                  <a:lnTo>
                    <a:pt x="255"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4291165" y="4752983"/>
              <a:ext cx="101460" cy="109663"/>
            </a:xfrm>
            <a:custGeom>
              <a:avLst/>
              <a:gdLst/>
              <a:ahLst/>
              <a:cxnLst/>
              <a:rect l="l" t="t" r="r" b="b"/>
              <a:pathLst>
                <a:path w="2517" h="2721" extrusionOk="0">
                  <a:moveTo>
                    <a:pt x="2288" y="229"/>
                  </a:moveTo>
                  <a:lnTo>
                    <a:pt x="2288" y="2466"/>
                  </a:lnTo>
                  <a:lnTo>
                    <a:pt x="229" y="2466"/>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4383354" y="4752983"/>
              <a:ext cx="101460" cy="109663"/>
            </a:xfrm>
            <a:custGeom>
              <a:avLst/>
              <a:gdLst/>
              <a:ahLst/>
              <a:cxnLst/>
              <a:rect l="l" t="t" r="r" b="b"/>
              <a:pathLst>
                <a:path w="2517" h="2721" extrusionOk="0">
                  <a:moveTo>
                    <a:pt x="2288" y="229"/>
                  </a:moveTo>
                  <a:lnTo>
                    <a:pt x="2288" y="2466"/>
                  </a:lnTo>
                  <a:lnTo>
                    <a:pt x="229" y="2466"/>
                  </a:lnTo>
                  <a:lnTo>
                    <a:pt x="229"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8"/>
            <p:cNvSpPr/>
            <p:nvPr/>
          </p:nvSpPr>
          <p:spPr>
            <a:xfrm>
              <a:off x="4475583" y="4752983"/>
              <a:ext cx="101460" cy="109663"/>
            </a:xfrm>
            <a:custGeom>
              <a:avLst/>
              <a:gdLst/>
              <a:ahLst/>
              <a:cxnLst/>
              <a:rect l="l" t="t" r="r" b="b"/>
              <a:pathLst>
                <a:path w="2517" h="2721" extrusionOk="0">
                  <a:moveTo>
                    <a:pt x="2262" y="229"/>
                  </a:moveTo>
                  <a:lnTo>
                    <a:pt x="2262" y="2466"/>
                  </a:lnTo>
                  <a:lnTo>
                    <a:pt x="229" y="2466"/>
                  </a:lnTo>
                  <a:lnTo>
                    <a:pt x="229" y="229"/>
                  </a:lnTo>
                  <a:close/>
                  <a:moveTo>
                    <a:pt x="0" y="1"/>
                  </a:moveTo>
                  <a:lnTo>
                    <a:pt x="0" y="2720"/>
                  </a:lnTo>
                  <a:lnTo>
                    <a:pt x="2491"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8"/>
            <p:cNvSpPr/>
            <p:nvPr/>
          </p:nvSpPr>
          <p:spPr>
            <a:xfrm>
              <a:off x="4566764" y="4752983"/>
              <a:ext cx="101460" cy="109663"/>
            </a:xfrm>
            <a:custGeom>
              <a:avLst/>
              <a:gdLst/>
              <a:ahLst/>
              <a:cxnLst/>
              <a:rect l="l" t="t" r="r" b="b"/>
              <a:pathLst>
                <a:path w="2517" h="2721" extrusionOk="0">
                  <a:moveTo>
                    <a:pt x="2288" y="229"/>
                  </a:moveTo>
                  <a:lnTo>
                    <a:pt x="2288" y="2466"/>
                  </a:lnTo>
                  <a:lnTo>
                    <a:pt x="229" y="2466"/>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4658953" y="4752983"/>
              <a:ext cx="101460" cy="109663"/>
            </a:xfrm>
            <a:custGeom>
              <a:avLst/>
              <a:gdLst/>
              <a:ahLst/>
              <a:cxnLst/>
              <a:rect l="l" t="t" r="r" b="b"/>
              <a:pathLst>
                <a:path w="2517" h="2721" extrusionOk="0">
                  <a:moveTo>
                    <a:pt x="2288" y="229"/>
                  </a:moveTo>
                  <a:lnTo>
                    <a:pt x="2288" y="2466"/>
                  </a:lnTo>
                  <a:lnTo>
                    <a:pt x="229" y="2466"/>
                  </a:lnTo>
                  <a:lnTo>
                    <a:pt x="229"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4751142" y="4752983"/>
              <a:ext cx="101501" cy="109663"/>
            </a:xfrm>
            <a:custGeom>
              <a:avLst/>
              <a:gdLst/>
              <a:ahLst/>
              <a:cxnLst/>
              <a:rect l="l" t="t" r="r" b="b"/>
              <a:pathLst>
                <a:path w="2518" h="2721" extrusionOk="0">
                  <a:moveTo>
                    <a:pt x="2263" y="229"/>
                  </a:moveTo>
                  <a:lnTo>
                    <a:pt x="2263" y="2466"/>
                  </a:lnTo>
                  <a:lnTo>
                    <a:pt x="230" y="2466"/>
                  </a:lnTo>
                  <a:lnTo>
                    <a:pt x="230"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8"/>
            <p:cNvSpPr/>
            <p:nvPr/>
          </p:nvSpPr>
          <p:spPr>
            <a:xfrm>
              <a:off x="4843371" y="4752983"/>
              <a:ext cx="100453" cy="109663"/>
            </a:xfrm>
            <a:custGeom>
              <a:avLst/>
              <a:gdLst/>
              <a:ahLst/>
              <a:cxnLst/>
              <a:rect l="l" t="t" r="r" b="b"/>
              <a:pathLst>
                <a:path w="2492" h="2721" extrusionOk="0">
                  <a:moveTo>
                    <a:pt x="2262" y="229"/>
                  </a:moveTo>
                  <a:lnTo>
                    <a:pt x="2262" y="2466"/>
                  </a:lnTo>
                  <a:lnTo>
                    <a:pt x="229" y="2466"/>
                  </a:lnTo>
                  <a:lnTo>
                    <a:pt x="229" y="229"/>
                  </a:lnTo>
                  <a:close/>
                  <a:moveTo>
                    <a:pt x="0" y="1"/>
                  </a:moveTo>
                  <a:lnTo>
                    <a:pt x="0" y="2720"/>
                  </a:lnTo>
                  <a:lnTo>
                    <a:pt x="2491" y="2720"/>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8"/>
            <p:cNvSpPr/>
            <p:nvPr/>
          </p:nvSpPr>
          <p:spPr>
            <a:xfrm>
              <a:off x="4934553" y="4752983"/>
              <a:ext cx="101460" cy="109663"/>
            </a:xfrm>
            <a:custGeom>
              <a:avLst/>
              <a:gdLst/>
              <a:ahLst/>
              <a:cxnLst/>
              <a:rect l="l" t="t" r="r" b="b"/>
              <a:pathLst>
                <a:path w="2517" h="2721" extrusionOk="0">
                  <a:moveTo>
                    <a:pt x="2288" y="229"/>
                  </a:moveTo>
                  <a:lnTo>
                    <a:pt x="2288" y="2466"/>
                  </a:lnTo>
                  <a:lnTo>
                    <a:pt x="229" y="2466"/>
                  </a:lnTo>
                  <a:lnTo>
                    <a:pt x="229" y="229"/>
                  </a:lnTo>
                  <a:close/>
                  <a:moveTo>
                    <a:pt x="0" y="1"/>
                  </a:moveTo>
                  <a:lnTo>
                    <a:pt x="0"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026742" y="4752983"/>
              <a:ext cx="101501" cy="109663"/>
            </a:xfrm>
            <a:custGeom>
              <a:avLst/>
              <a:gdLst/>
              <a:ahLst/>
              <a:cxnLst/>
              <a:rect l="l" t="t" r="r" b="b"/>
              <a:pathLst>
                <a:path w="2518" h="2721" extrusionOk="0">
                  <a:moveTo>
                    <a:pt x="2288" y="229"/>
                  </a:moveTo>
                  <a:lnTo>
                    <a:pt x="2288" y="2466"/>
                  </a:lnTo>
                  <a:lnTo>
                    <a:pt x="230" y="2466"/>
                  </a:lnTo>
                  <a:lnTo>
                    <a:pt x="230"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118971" y="4752983"/>
              <a:ext cx="100453" cy="109663"/>
            </a:xfrm>
            <a:custGeom>
              <a:avLst/>
              <a:gdLst/>
              <a:ahLst/>
              <a:cxnLst/>
              <a:rect l="l" t="t" r="r" b="b"/>
              <a:pathLst>
                <a:path w="2492" h="2721" extrusionOk="0">
                  <a:moveTo>
                    <a:pt x="2262" y="229"/>
                  </a:moveTo>
                  <a:lnTo>
                    <a:pt x="2262" y="2466"/>
                  </a:lnTo>
                  <a:lnTo>
                    <a:pt x="229" y="2466"/>
                  </a:lnTo>
                  <a:lnTo>
                    <a:pt x="229" y="229"/>
                  </a:lnTo>
                  <a:close/>
                  <a:moveTo>
                    <a:pt x="0" y="1"/>
                  </a:moveTo>
                  <a:lnTo>
                    <a:pt x="0" y="2720"/>
                  </a:lnTo>
                  <a:lnTo>
                    <a:pt x="2491" y="2720"/>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8"/>
            <p:cNvSpPr/>
            <p:nvPr/>
          </p:nvSpPr>
          <p:spPr>
            <a:xfrm>
              <a:off x="5210152" y="4752983"/>
              <a:ext cx="101460" cy="109663"/>
            </a:xfrm>
            <a:custGeom>
              <a:avLst/>
              <a:gdLst/>
              <a:ahLst/>
              <a:cxnLst/>
              <a:rect l="l" t="t" r="r" b="b"/>
              <a:pathLst>
                <a:path w="2517" h="2721" extrusionOk="0">
                  <a:moveTo>
                    <a:pt x="2288" y="229"/>
                  </a:moveTo>
                  <a:lnTo>
                    <a:pt x="2288" y="2466"/>
                  </a:lnTo>
                  <a:lnTo>
                    <a:pt x="229" y="2466"/>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8"/>
            <p:cNvSpPr/>
            <p:nvPr/>
          </p:nvSpPr>
          <p:spPr>
            <a:xfrm>
              <a:off x="5302341" y="4752983"/>
              <a:ext cx="101460" cy="109663"/>
            </a:xfrm>
            <a:custGeom>
              <a:avLst/>
              <a:gdLst/>
              <a:ahLst/>
              <a:cxnLst/>
              <a:rect l="l" t="t" r="r" b="b"/>
              <a:pathLst>
                <a:path w="2517" h="2721" extrusionOk="0">
                  <a:moveTo>
                    <a:pt x="2288" y="229"/>
                  </a:moveTo>
                  <a:lnTo>
                    <a:pt x="2288" y="2466"/>
                  </a:lnTo>
                  <a:lnTo>
                    <a:pt x="229" y="2466"/>
                  </a:lnTo>
                  <a:lnTo>
                    <a:pt x="229"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8"/>
            <p:cNvSpPr/>
            <p:nvPr/>
          </p:nvSpPr>
          <p:spPr>
            <a:xfrm>
              <a:off x="5394570" y="4752983"/>
              <a:ext cx="101460" cy="109663"/>
            </a:xfrm>
            <a:custGeom>
              <a:avLst/>
              <a:gdLst/>
              <a:ahLst/>
              <a:cxnLst/>
              <a:rect l="l" t="t" r="r" b="b"/>
              <a:pathLst>
                <a:path w="2517" h="2721" extrusionOk="0">
                  <a:moveTo>
                    <a:pt x="2262" y="229"/>
                  </a:moveTo>
                  <a:lnTo>
                    <a:pt x="2262" y="2466"/>
                  </a:lnTo>
                  <a:lnTo>
                    <a:pt x="229" y="2466"/>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8"/>
            <p:cNvSpPr/>
            <p:nvPr/>
          </p:nvSpPr>
          <p:spPr>
            <a:xfrm>
              <a:off x="5485752" y="4752983"/>
              <a:ext cx="101460" cy="109663"/>
            </a:xfrm>
            <a:custGeom>
              <a:avLst/>
              <a:gdLst/>
              <a:ahLst/>
              <a:cxnLst/>
              <a:rect l="l" t="t" r="r" b="b"/>
              <a:pathLst>
                <a:path w="2517" h="2721" extrusionOk="0">
                  <a:moveTo>
                    <a:pt x="2288" y="229"/>
                  </a:moveTo>
                  <a:lnTo>
                    <a:pt x="2288" y="2466"/>
                  </a:lnTo>
                  <a:lnTo>
                    <a:pt x="254" y="2466"/>
                  </a:lnTo>
                  <a:lnTo>
                    <a:pt x="254"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8"/>
            <p:cNvSpPr/>
            <p:nvPr/>
          </p:nvSpPr>
          <p:spPr>
            <a:xfrm>
              <a:off x="5578948" y="4752983"/>
              <a:ext cx="100453" cy="109663"/>
            </a:xfrm>
            <a:custGeom>
              <a:avLst/>
              <a:gdLst/>
              <a:ahLst/>
              <a:cxnLst/>
              <a:rect l="l" t="t" r="r" b="b"/>
              <a:pathLst>
                <a:path w="2492" h="2721" extrusionOk="0">
                  <a:moveTo>
                    <a:pt x="2263" y="229"/>
                  </a:moveTo>
                  <a:lnTo>
                    <a:pt x="2263" y="2466"/>
                  </a:lnTo>
                  <a:lnTo>
                    <a:pt x="230" y="2466"/>
                  </a:lnTo>
                  <a:lnTo>
                    <a:pt x="230" y="229"/>
                  </a:lnTo>
                  <a:close/>
                  <a:moveTo>
                    <a:pt x="1" y="1"/>
                  </a:moveTo>
                  <a:lnTo>
                    <a:pt x="1" y="2720"/>
                  </a:lnTo>
                  <a:lnTo>
                    <a:pt x="2492" y="2720"/>
                  </a:lnTo>
                  <a:lnTo>
                    <a:pt x="24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8"/>
            <p:cNvSpPr/>
            <p:nvPr/>
          </p:nvSpPr>
          <p:spPr>
            <a:xfrm>
              <a:off x="3464366" y="485337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8"/>
            <p:cNvSpPr/>
            <p:nvPr/>
          </p:nvSpPr>
          <p:spPr>
            <a:xfrm>
              <a:off x="3556596" y="4853376"/>
              <a:ext cx="100412" cy="108615"/>
            </a:xfrm>
            <a:custGeom>
              <a:avLst/>
              <a:gdLst/>
              <a:ahLst/>
              <a:cxnLst/>
              <a:rect l="l" t="t" r="r" b="b"/>
              <a:pathLst>
                <a:path w="2491"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8"/>
            <p:cNvSpPr/>
            <p:nvPr/>
          </p:nvSpPr>
          <p:spPr>
            <a:xfrm>
              <a:off x="3647777" y="485337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8"/>
            <p:cNvSpPr/>
            <p:nvPr/>
          </p:nvSpPr>
          <p:spPr>
            <a:xfrm>
              <a:off x="3739966" y="485337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8"/>
            <p:cNvSpPr/>
            <p:nvPr/>
          </p:nvSpPr>
          <p:spPr>
            <a:xfrm>
              <a:off x="3832195" y="4853376"/>
              <a:ext cx="101460" cy="108615"/>
            </a:xfrm>
            <a:custGeom>
              <a:avLst/>
              <a:gdLst/>
              <a:ahLst/>
              <a:cxnLst/>
              <a:rect l="l" t="t" r="r" b="b"/>
              <a:pathLst>
                <a:path w="2517" h="2695" extrusionOk="0">
                  <a:moveTo>
                    <a:pt x="2287" y="229"/>
                  </a:moveTo>
                  <a:lnTo>
                    <a:pt x="2287"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8"/>
            <p:cNvSpPr/>
            <p:nvPr/>
          </p:nvSpPr>
          <p:spPr>
            <a:xfrm>
              <a:off x="3924384" y="4853376"/>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8"/>
            <p:cNvSpPr/>
            <p:nvPr/>
          </p:nvSpPr>
          <p:spPr>
            <a:xfrm>
              <a:off x="4016573" y="4853376"/>
              <a:ext cx="100453" cy="108615"/>
            </a:xfrm>
            <a:custGeom>
              <a:avLst/>
              <a:gdLst/>
              <a:ahLst/>
              <a:cxnLst/>
              <a:rect l="l" t="t" r="r" b="b"/>
              <a:pathLst>
                <a:path w="2492" h="2695" extrusionOk="0">
                  <a:moveTo>
                    <a:pt x="2263" y="229"/>
                  </a:moveTo>
                  <a:lnTo>
                    <a:pt x="2263" y="2466"/>
                  </a:lnTo>
                  <a:lnTo>
                    <a:pt x="230" y="2466"/>
                  </a:lnTo>
                  <a:lnTo>
                    <a:pt x="204" y="229"/>
                  </a:lnTo>
                  <a:close/>
                  <a:moveTo>
                    <a:pt x="1" y="0"/>
                  </a:moveTo>
                  <a:lnTo>
                    <a:pt x="1" y="2694"/>
                  </a:lnTo>
                  <a:lnTo>
                    <a:pt x="2492" y="2694"/>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8"/>
            <p:cNvSpPr/>
            <p:nvPr/>
          </p:nvSpPr>
          <p:spPr>
            <a:xfrm>
              <a:off x="4107754" y="4853376"/>
              <a:ext cx="101501" cy="108615"/>
            </a:xfrm>
            <a:custGeom>
              <a:avLst/>
              <a:gdLst/>
              <a:ahLst/>
              <a:cxnLst/>
              <a:rect l="l" t="t" r="r" b="b"/>
              <a:pathLst>
                <a:path w="2518" h="2695" extrusionOk="0">
                  <a:moveTo>
                    <a:pt x="2263" y="229"/>
                  </a:moveTo>
                  <a:lnTo>
                    <a:pt x="2263" y="2466"/>
                  </a:lnTo>
                  <a:lnTo>
                    <a:pt x="230" y="2466"/>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8"/>
            <p:cNvSpPr/>
            <p:nvPr/>
          </p:nvSpPr>
          <p:spPr>
            <a:xfrm>
              <a:off x="4198935" y="4853376"/>
              <a:ext cx="101501" cy="108615"/>
            </a:xfrm>
            <a:custGeom>
              <a:avLst/>
              <a:gdLst/>
              <a:ahLst/>
              <a:cxnLst/>
              <a:rect l="l" t="t" r="r" b="b"/>
              <a:pathLst>
                <a:path w="2518" h="2695" extrusionOk="0">
                  <a:moveTo>
                    <a:pt x="2288" y="229"/>
                  </a:moveTo>
                  <a:lnTo>
                    <a:pt x="2288" y="2466"/>
                  </a:lnTo>
                  <a:lnTo>
                    <a:pt x="255" y="2466"/>
                  </a:lnTo>
                  <a:lnTo>
                    <a:pt x="255"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8"/>
            <p:cNvSpPr/>
            <p:nvPr/>
          </p:nvSpPr>
          <p:spPr>
            <a:xfrm>
              <a:off x="4291165" y="485337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8"/>
            <p:cNvSpPr/>
            <p:nvPr/>
          </p:nvSpPr>
          <p:spPr>
            <a:xfrm>
              <a:off x="4383354" y="485337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8"/>
            <p:cNvSpPr/>
            <p:nvPr/>
          </p:nvSpPr>
          <p:spPr>
            <a:xfrm>
              <a:off x="4475583" y="4853376"/>
              <a:ext cx="101460" cy="108615"/>
            </a:xfrm>
            <a:custGeom>
              <a:avLst/>
              <a:gdLst/>
              <a:ahLst/>
              <a:cxnLst/>
              <a:rect l="l" t="t" r="r" b="b"/>
              <a:pathLst>
                <a:path w="2517" h="2695" extrusionOk="0">
                  <a:moveTo>
                    <a:pt x="2262" y="229"/>
                  </a:moveTo>
                  <a:lnTo>
                    <a:pt x="2262" y="2466"/>
                  </a:lnTo>
                  <a:lnTo>
                    <a:pt x="229" y="2466"/>
                  </a:lnTo>
                  <a:lnTo>
                    <a:pt x="229" y="229"/>
                  </a:lnTo>
                  <a:close/>
                  <a:moveTo>
                    <a:pt x="0" y="0"/>
                  </a:moveTo>
                  <a:lnTo>
                    <a:pt x="0" y="2694"/>
                  </a:lnTo>
                  <a:lnTo>
                    <a:pt x="2491"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8"/>
            <p:cNvSpPr/>
            <p:nvPr/>
          </p:nvSpPr>
          <p:spPr>
            <a:xfrm>
              <a:off x="4566764" y="485337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8"/>
            <p:cNvSpPr/>
            <p:nvPr/>
          </p:nvSpPr>
          <p:spPr>
            <a:xfrm>
              <a:off x="4658953" y="485337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8"/>
            <p:cNvSpPr/>
            <p:nvPr/>
          </p:nvSpPr>
          <p:spPr>
            <a:xfrm>
              <a:off x="4751142" y="4853376"/>
              <a:ext cx="101501" cy="108615"/>
            </a:xfrm>
            <a:custGeom>
              <a:avLst/>
              <a:gdLst/>
              <a:ahLst/>
              <a:cxnLst/>
              <a:rect l="l" t="t" r="r" b="b"/>
              <a:pathLst>
                <a:path w="2518" h="2695" extrusionOk="0">
                  <a:moveTo>
                    <a:pt x="2263" y="229"/>
                  </a:moveTo>
                  <a:lnTo>
                    <a:pt x="2263" y="2466"/>
                  </a:lnTo>
                  <a:lnTo>
                    <a:pt x="230" y="2466"/>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8"/>
            <p:cNvSpPr/>
            <p:nvPr/>
          </p:nvSpPr>
          <p:spPr>
            <a:xfrm>
              <a:off x="4843371" y="4853376"/>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8"/>
            <p:cNvSpPr/>
            <p:nvPr/>
          </p:nvSpPr>
          <p:spPr>
            <a:xfrm>
              <a:off x="4934553" y="485337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8"/>
            <p:cNvSpPr/>
            <p:nvPr/>
          </p:nvSpPr>
          <p:spPr>
            <a:xfrm>
              <a:off x="5026742" y="4853376"/>
              <a:ext cx="101501" cy="108615"/>
            </a:xfrm>
            <a:custGeom>
              <a:avLst/>
              <a:gdLst/>
              <a:ahLst/>
              <a:cxnLst/>
              <a:rect l="l" t="t" r="r" b="b"/>
              <a:pathLst>
                <a:path w="2518" h="2695" extrusionOk="0">
                  <a:moveTo>
                    <a:pt x="2288" y="229"/>
                  </a:moveTo>
                  <a:lnTo>
                    <a:pt x="2288" y="2466"/>
                  </a:lnTo>
                  <a:lnTo>
                    <a:pt x="230" y="2466"/>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8"/>
            <p:cNvSpPr/>
            <p:nvPr/>
          </p:nvSpPr>
          <p:spPr>
            <a:xfrm>
              <a:off x="5118971" y="4853376"/>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8"/>
            <p:cNvSpPr/>
            <p:nvPr/>
          </p:nvSpPr>
          <p:spPr>
            <a:xfrm>
              <a:off x="5210152" y="485337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8"/>
            <p:cNvSpPr/>
            <p:nvPr/>
          </p:nvSpPr>
          <p:spPr>
            <a:xfrm>
              <a:off x="5302341" y="485337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8"/>
            <p:cNvSpPr/>
            <p:nvPr/>
          </p:nvSpPr>
          <p:spPr>
            <a:xfrm>
              <a:off x="5394570" y="4853376"/>
              <a:ext cx="101460" cy="108615"/>
            </a:xfrm>
            <a:custGeom>
              <a:avLst/>
              <a:gdLst/>
              <a:ahLst/>
              <a:cxnLst/>
              <a:rect l="l" t="t" r="r" b="b"/>
              <a:pathLst>
                <a:path w="2517" h="2695" extrusionOk="0">
                  <a:moveTo>
                    <a:pt x="2262" y="229"/>
                  </a:moveTo>
                  <a:lnTo>
                    <a:pt x="2262"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8"/>
            <p:cNvSpPr/>
            <p:nvPr/>
          </p:nvSpPr>
          <p:spPr>
            <a:xfrm>
              <a:off x="5485752" y="4853376"/>
              <a:ext cx="101460" cy="108615"/>
            </a:xfrm>
            <a:custGeom>
              <a:avLst/>
              <a:gdLst/>
              <a:ahLst/>
              <a:cxnLst/>
              <a:rect l="l" t="t" r="r" b="b"/>
              <a:pathLst>
                <a:path w="2517" h="2695" extrusionOk="0">
                  <a:moveTo>
                    <a:pt x="2288" y="229"/>
                  </a:moveTo>
                  <a:lnTo>
                    <a:pt x="2288" y="2466"/>
                  </a:lnTo>
                  <a:lnTo>
                    <a:pt x="254" y="2466"/>
                  </a:lnTo>
                  <a:lnTo>
                    <a:pt x="254"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8"/>
            <p:cNvSpPr/>
            <p:nvPr/>
          </p:nvSpPr>
          <p:spPr>
            <a:xfrm>
              <a:off x="5578948" y="4853376"/>
              <a:ext cx="100453" cy="108615"/>
            </a:xfrm>
            <a:custGeom>
              <a:avLst/>
              <a:gdLst/>
              <a:ahLst/>
              <a:cxnLst/>
              <a:rect l="l" t="t" r="r" b="b"/>
              <a:pathLst>
                <a:path w="2492" h="2695" extrusionOk="0">
                  <a:moveTo>
                    <a:pt x="2263" y="229"/>
                  </a:moveTo>
                  <a:lnTo>
                    <a:pt x="2263" y="2466"/>
                  </a:lnTo>
                  <a:lnTo>
                    <a:pt x="230" y="2466"/>
                  </a:lnTo>
                  <a:lnTo>
                    <a:pt x="230" y="229"/>
                  </a:lnTo>
                  <a:close/>
                  <a:moveTo>
                    <a:pt x="1" y="0"/>
                  </a:moveTo>
                  <a:lnTo>
                    <a:pt x="1" y="2694"/>
                  </a:lnTo>
                  <a:lnTo>
                    <a:pt x="2492" y="2694"/>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8"/>
            <p:cNvSpPr/>
            <p:nvPr/>
          </p:nvSpPr>
          <p:spPr>
            <a:xfrm>
              <a:off x="3464366" y="4952722"/>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8"/>
            <p:cNvSpPr/>
            <p:nvPr/>
          </p:nvSpPr>
          <p:spPr>
            <a:xfrm>
              <a:off x="3556596" y="4952722"/>
              <a:ext cx="100412" cy="108615"/>
            </a:xfrm>
            <a:custGeom>
              <a:avLst/>
              <a:gdLst/>
              <a:ahLst/>
              <a:cxnLst/>
              <a:rect l="l" t="t" r="r" b="b"/>
              <a:pathLst>
                <a:path w="2491"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8"/>
            <p:cNvSpPr/>
            <p:nvPr/>
          </p:nvSpPr>
          <p:spPr>
            <a:xfrm>
              <a:off x="3647777" y="4952722"/>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8"/>
            <p:cNvSpPr/>
            <p:nvPr/>
          </p:nvSpPr>
          <p:spPr>
            <a:xfrm>
              <a:off x="3739966" y="4952722"/>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8"/>
            <p:cNvSpPr/>
            <p:nvPr/>
          </p:nvSpPr>
          <p:spPr>
            <a:xfrm>
              <a:off x="3832195" y="4952722"/>
              <a:ext cx="101460" cy="108615"/>
            </a:xfrm>
            <a:custGeom>
              <a:avLst/>
              <a:gdLst/>
              <a:ahLst/>
              <a:cxnLst/>
              <a:rect l="l" t="t" r="r" b="b"/>
              <a:pathLst>
                <a:path w="2517" h="2695" extrusionOk="0">
                  <a:moveTo>
                    <a:pt x="2287" y="229"/>
                  </a:moveTo>
                  <a:lnTo>
                    <a:pt x="2287"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8"/>
            <p:cNvSpPr/>
            <p:nvPr/>
          </p:nvSpPr>
          <p:spPr>
            <a:xfrm>
              <a:off x="3924384" y="4952722"/>
              <a:ext cx="100453" cy="108615"/>
            </a:xfrm>
            <a:custGeom>
              <a:avLst/>
              <a:gdLst/>
              <a:ahLst/>
              <a:cxnLst/>
              <a:rect l="l" t="t" r="r" b="b"/>
              <a:pathLst>
                <a:path w="2492"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8"/>
            <p:cNvSpPr/>
            <p:nvPr/>
          </p:nvSpPr>
          <p:spPr>
            <a:xfrm>
              <a:off x="4016573" y="4952722"/>
              <a:ext cx="100453" cy="108615"/>
            </a:xfrm>
            <a:custGeom>
              <a:avLst/>
              <a:gdLst/>
              <a:ahLst/>
              <a:cxnLst/>
              <a:rect l="l" t="t" r="r" b="b"/>
              <a:pathLst>
                <a:path w="2492" h="2695" extrusionOk="0">
                  <a:moveTo>
                    <a:pt x="2263" y="229"/>
                  </a:moveTo>
                  <a:lnTo>
                    <a:pt x="2263" y="2466"/>
                  </a:lnTo>
                  <a:lnTo>
                    <a:pt x="204" y="2466"/>
                  </a:lnTo>
                  <a:lnTo>
                    <a:pt x="204" y="229"/>
                  </a:lnTo>
                  <a:close/>
                  <a:moveTo>
                    <a:pt x="1" y="1"/>
                  </a:moveTo>
                  <a:lnTo>
                    <a:pt x="1" y="2695"/>
                  </a:lnTo>
                  <a:lnTo>
                    <a:pt x="2492" y="2695"/>
                  </a:lnTo>
                  <a:lnTo>
                    <a:pt x="24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8"/>
            <p:cNvSpPr/>
            <p:nvPr/>
          </p:nvSpPr>
          <p:spPr>
            <a:xfrm>
              <a:off x="4107754" y="4952722"/>
              <a:ext cx="101501" cy="108615"/>
            </a:xfrm>
            <a:custGeom>
              <a:avLst/>
              <a:gdLst/>
              <a:ahLst/>
              <a:cxnLst/>
              <a:rect l="l" t="t" r="r" b="b"/>
              <a:pathLst>
                <a:path w="2518" h="2695" extrusionOk="0">
                  <a:moveTo>
                    <a:pt x="2288" y="229"/>
                  </a:moveTo>
                  <a:lnTo>
                    <a:pt x="2288" y="2466"/>
                  </a:lnTo>
                  <a:lnTo>
                    <a:pt x="230" y="2466"/>
                  </a:lnTo>
                  <a:lnTo>
                    <a:pt x="230"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8"/>
            <p:cNvSpPr/>
            <p:nvPr/>
          </p:nvSpPr>
          <p:spPr>
            <a:xfrm>
              <a:off x="4198935" y="4952722"/>
              <a:ext cx="101501" cy="108615"/>
            </a:xfrm>
            <a:custGeom>
              <a:avLst/>
              <a:gdLst/>
              <a:ahLst/>
              <a:cxnLst/>
              <a:rect l="l" t="t" r="r" b="b"/>
              <a:pathLst>
                <a:path w="2518" h="2695" extrusionOk="0">
                  <a:moveTo>
                    <a:pt x="2288" y="229"/>
                  </a:moveTo>
                  <a:lnTo>
                    <a:pt x="2288" y="2466"/>
                  </a:lnTo>
                  <a:lnTo>
                    <a:pt x="255" y="2466"/>
                  </a:lnTo>
                  <a:lnTo>
                    <a:pt x="255"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8"/>
            <p:cNvSpPr/>
            <p:nvPr/>
          </p:nvSpPr>
          <p:spPr>
            <a:xfrm>
              <a:off x="4291165" y="4952722"/>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8"/>
            <p:cNvSpPr/>
            <p:nvPr/>
          </p:nvSpPr>
          <p:spPr>
            <a:xfrm>
              <a:off x="4383354" y="4952722"/>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8"/>
            <p:cNvSpPr/>
            <p:nvPr/>
          </p:nvSpPr>
          <p:spPr>
            <a:xfrm>
              <a:off x="4475583" y="4952722"/>
              <a:ext cx="101460" cy="108615"/>
            </a:xfrm>
            <a:custGeom>
              <a:avLst/>
              <a:gdLst/>
              <a:ahLst/>
              <a:cxnLst/>
              <a:rect l="l" t="t" r="r" b="b"/>
              <a:pathLst>
                <a:path w="2517" h="2695" extrusionOk="0">
                  <a:moveTo>
                    <a:pt x="2262" y="229"/>
                  </a:moveTo>
                  <a:lnTo>
                    <a:pt x="2262" y="2466"/>
                  </a:lnTo>
                  <a:lnTo>
                    <a:pt x="229" y="2466"/>
                  </a:lnTo>
                  <a:lnTo>
                    <a:pt x="229" y="229"/>
                  </a:lnTo>
                  <a:close/>
                  <a:moveTo>
                    <a:pt x="0" y="1"/>
                  </a:moveTo>
                  <a:lnTo>
                    <a:pt x="0" y="2695"/>
                  </a:lnTo>
                  <a:lnTo>
                    <a:pt x="2491"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8"/>
            <p:cNvSpPr/>
            <p:nvPr/>
          </p:nvSpPr>
          <p:spPr>
            <a:xfrm>
              <a:off x="4566764" y="4952722"/>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8"/>
            <p:cNvSpPr/>
            <p:nvPr/>
          </p:nvSpPr>
          <p:spPr>
            <a:xfrm>
              <a:off x="4658953" y="4952722"/>
              <a:ext cx="101460" cy="108615"/>
            </a:xfrm>
            <a:custGeom>
              <a:avLst/>
              <a:gdLst/>
              <a:ahLst/>
              <a:cxnLst/>
              <a:rect l="l" t="t" r="r" b="b"/>
              <a:pathLst>
                <a:path w="2517" h="2695" extrusionOk="0">
                  <a:moveTo>
                    <a:pt x="2263" y="229"/>
                  </a:moveTo>
                  <a:lnTo>
                    <a:pt x="2263"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8"/>
            <p:cNvSpPr/>
            <p:nvPr/>
          </p:nvSpPr>
          <p:spPr>
            <a:xfrm>
              <a:off x="4751142" y="4952722"/>
              <a:ext cx="101501" cy="108615"/>
            </a:xfrm>
            <a:custGeom>
              <a:avLst/>
              <a:gdLst/>
              <a:ahLst/>
              <a:cxnLst/>
              <a:rect l="l" t="t" r="r" b="b"/>
              <a:pathLst>
                <a:path w="2518" h="2695" extrusionOk="0">
                  <a:moveTo>
                    <a:pt x="2263" y="229"/>
                  </a:moveTo>
                  <a:lnTo>
                    <a:pt x="2263" y="2466"/>
                  </a:lnTo>
                  <a:lnTo>
                    <a:pt x="230" y="2466"/>
                  </a:lnTo>
                  <a:lnTo>
                    <a:pt x="230"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8"/>
            <p:cNvSpPr/>
            <p:nvPr/>
          </p:nvSpPr>
          <p:spPr>
            <a:xfrm>
              <a:off x="4843371" y="4952722"/>
              <a:ext cx="100453" cy="108615"/>
            </a:xfrm>
            <a:custGeom>
              <a:avLst/>
              <a:gdLst/>
              <a:ahLst/>
              <a:cxnLst/>
              <a:rect l="l" t="t" r="r" b="b"/>
              <a:pathLst>
                <a:path w="2492"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8"/>
            <p:cNvSpPr/>
            <p:nvPr/>
          </p:nvSpPr>
          <p:spPr>
            <a:xfrm>
              <a:off x="4934553" y="4952722"/>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8"/>
            <p:cNvSpPr/>
            <p:nvPr/>
          </p:nvSpPr>
          <p:spPr>
            <a:xfrm>
              <a:off x="5026742" y="4952722"/>
              <a:ext cx="101501" cy="108615"/>
            </a:xfrm>
            <a:custGeom>
              <a:avLst/>
              <a:gdLst/>
              <a:ahLst/>
              <a:cxnLst/>
              <a:rect l="l" t="t" r="r" b="b"/>
              <a:pathLst>
                <a:path w="2518" h="2695" extrusionOk="0">
                  <a:moveTo>
                    <a:pt x="2288" y="229"/>
                  </a:moveTo>
                  <a:lnTo>
                    <a:pt x="2288" y="2466"/>
                  </a:lnTo>
                  <a:lnTo>
                    <a:pt x="230" y="2466"/>
                  </a:lnTo>
                  <a:lnTo>
                    <a:pt x="230"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8"/>
            <p:cNvSpPr/>
            <p:nvPr/>
          </p:nvSpPr>
          <p:spPr>
            <a:xfrm>
              <a:off x="5118971" y="4952722"/>
              <a:ext cx="100453" cy="108615"/>
            </a:xfrm>
            <a:custGeom>
              <a:avLst/>
              <a:gdLst/>
              <a:ahLst/>
              <a:cxnLst/>
              <a:rect l="l" t="t" r="r" b="b"/>
              <a:pathLst>
                <a:path w="2492"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8"/>
            <p:cNvSpPr/>
            <p:nvPr/>
          </p:nvSpPr>
          <p:spPr>
            <a:xfrm>
              <a:off x="5210152" y="4952722"/>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8"/>
            <p:cNvSpPr/>
            <p:nvPr/>
          </p:nvSpPr>
          <p:spPr>
            <a:xfrm>
              <a:off x="5302341" y="4952722"/>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8"/>
            <p:cNvSpPr/>
            <p:nvPr/>
          </p:nvSpPr>
          <p:spPr>
            <a:xfrm>
              <a:off x="5394570" y="4952722"/>
              <a:ext cx="101460" cy="108615"/>
            </a:xfrm>
            <a:custGeom>
              <a:avLst/>
              <a:gdLst/>
              <a:ahLst/>
              <a:cxnLst/>
              <a:rect l="l" t="t" r="r" b="b"/>
              <a:pathLst>
                <a:path w="2517" h="2695" extrusionOk="0">
                  <a:moveTo>
                    <a:pt x="2262" y="229"/>
                  </a:moveTo>
                  <a:lnTo>
                    <a:pt x="2262"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8"/>
            <p:cNvSpPr/>
            <p:nvPr/>
          </p:nvSpPr>
          <p:spPr>
            <a:xfrm>
              <a:off x="5485752" y="4952722"/>
              <a:ext cx="101460" cy="108615"/>
            </a:xfrm>
            <a:custGeom>
              <a:avLst/>
              <a:gdLst/>
              <a:ahLst/>
              <a:cxnLst/>
              <a:rect l="l" t="t" r="r" b="b"/>
              <a:pathLst>
                <a:path w="2517" h="2695" extrusionOk="0">
                  <a:moveTo>
                    <a:pt x="2288" y="229"/>
                  </a:moveTo>
                  <a:lnTo>
                    <a:pt x="2288" y="2466"/>
                  </a:lnTo>
                  <a:lnTo>
                    <a:pt x="254" y="2466"/>
                  </a:lnTo>
                  <a:lnTo>
                    <a:pt x="254"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8"/>
            <p:cNvSpPr/>
            <p:nvPr/>
          </p:nvSpPr>
          <p:spPr>
            <a:xfrm>
              <a:off x="5578948" y="4952722"/>
              <a:ext cx="100453" cy="108615"/>
            </a:xfrm>
            <a:custGeom>
              <a:avLst/>
              <a:gdLst/>
              <a:ahLst/>
              <a:cxnLst/>
              <a:rect l="l" t="t" r="r" b="b"/>
              <a:pathLst>
                <a:path w="2492" h="2695" extrusionOk="0">
                  <a:moveTo>
                    <a:pt x="2263" y="229"/>
                  </a:moveTo>
                  <a:lnTo>
                    <a:pt x="2263" y="2466"/>
                  </a:lnTo>
                  <a:lnTo>
                    <a:pt x="230" y="2466"/>
                  </a:lnTo>
                  <a:lnTo>
                    <a:pt x="230" y="229"/>
                  </a:lnTo>
                  <a:close/>
                  <a:moveTo>
                    <a:pt x="1" y="1"/>
                  </a:moveTo>
                  <a:lnTo>
                    <a:pt x="1" y="2695"/>
                  </a:lnTo>
                  <a:lnTo>
                    <a:pt x="2492" y="2695"/>
                  </a:lnTo>
                  <a:lnTo>
                    <a:pt x="24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8"/>
            <p:cNvSpPr/>
            <p:nvPr/>
          </p:nvSpPr>
          <p:spPr>
            <a:xfrm>
              <a:off x="3464366" y="5052108"/>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8"/>
            <p:cNvSpPr/>
            <p:nvPr/>
          </p:nvSpPr>
          <p:spPr>
            <a:xfrm>
              <a:off x="3556596" y="5052108"/>
              <a:ext cx="100412" cy="108615"/>
            </a:xfrm>
            <a:custGeom>
              <a:avLst/>
              <a:gdLst/>
              <a:ahLst/>
              <a:cxnLst/>
              <a:rect l="l" t="t" r="r" b="b"/>
              <a:pathLst>
                <a:path w="2491"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8"/>
            <p:cNvSpPr/>
            <p:nvPr/>
          </p:nvSpPr>
          <p:spPr>
            <a:xfrm>
              <a:off x="3647777" y="5052108"/>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8"/>
            <p:cNvSpPr/>
            <p:nvPr/>
          </p:nvSpPr>
          <p:spPr>
            <a:xfrm>
              <a:off x="3739966" y="5052108"/>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8"/>
            <p:cNvSpPr/>
            <p:nvPr/>
          </p:nvSpPr>
          <p:spPr>
            <a:xfrm>
              <a:off x="3832195" y="5052108"/>
              <a:ext cx="101460" cy="108615"/>
            </a:xfrm>
            <a:custGeom>
              <a:avLst/>
              <a:gdLst/>
              <a:ahLst/>
              <a:cxnLst/>
              <a:rect l="l" t="t" r="r" b="b"/>
              <a:pathLst>
                <a:path w="2517" h="2695" extrusionOk="0">
                  <a:moveTo>
                    <a:pt x="2287" y="229"/>
                  </a:moveTo>
                  <a:lnTo>
                    <a:pt x="2287"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8"/>
            <p:cNvSpPr/>
            <p:nvPr/>
          </p:nvSpPr>
          <p:spPr>
            <a:xfrm>
              <a:off x="3924384" y="5052108"/>
              <a:ext cx="100453" cy="108615"/>
            </a:xfrm>
            <a:custGeom>
              <a:avLst/>
              <a:gdLst/>
              <a:ahLst/>
              <a:cxnLst/>
              <a:rect l="l" t="t" r="r" b="b"/>
              <a:pathLst>
                <a:path w="2492"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8"/>
            <p:cNvSpPr/>
            <p:nvPr/>
          </p:nvSpPr>
          <p:spPr>
            <a:xfrm>
              <a:off x="4016573" y="5052108"/>
              <a:ext cx="100453" cy="108615"/>
            </a:xfrm>
            <a:custGeom>
              <a:avLst/>
              <a:gdLst/>
              <a:ahLst/>
              <a:cxnLst/>
              <a:rect l="l" t="t" r="r" b="b"/>
              <a:pathLst>
                <a:path w="2492" h="2695" extrusionOk="0">
                  <a:moveTo>
                    <a:pt x="2263" y="229"/>
                  </a:moveTo>
                  <a:lnTo>
                    <a:pt x="2263" y="2465"/>
                  </a:lnTo>
                  <a:lnTo>
                    <a:pt x="230" y="2465"/>
                  </a:lnTo>
                  <a:lnTo>
                    <a:pt x="204" y="229"/>
                  </a:lnTo>
                  <a:close/>
                  <a:moveTo>
                    <a:pt x="1" y="0"/>
                  </a:moveTo>
                  <a:lnTo>
                    <a:pt x="1" y="2694"/>
                  </a:lnTo>
                  <a:lnTo>
                    <a:pt x="2492" y="2694"/>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8"/>
            <p:cNvSpPr/>
            <p:nvPr/>
          </p:nvSpPr>
          <p:spPr>
            <a:xfrm>
              <a:off x="4107754" y="5052108"/>
              <a:ext cx="101501" cy="108615"/>
            </a:xfrm>
            <a:custGeom>
              <a:avLst/>
              <a:gdLst/>
              <a:ahLst/>
              <a:cxnLst/>
              <a:rect l="l" t="t" r="r" b="b"/>
              <a:pathLst>
                <a:path w="2518" h="2695" extrusionOk="0">
                  <a:moveTo>
                    <a:pt x="2263" y="229"/>
                  </a:moveTo>
                  <a:lnTo>
                    <a:pt x="2263" y="2465"/>
                  </a:lnTo>
                  <a:lnTo>
                    <a:pt x="230" y="2465"/>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8"/>
            <p:cNvSpPr/>
            <p:nvPr/>
          </p:nvSpPr>
          <p:spPr>
            <a:xfrm>
              <a:off x="4198935" y="5052108"/>
              <a:ext cx="101501" cy="108615"/>
            </a:xfrm>
            <a:custGeom>
              <a:avLst/>
              <a:gdLst/>
              <a:ahLst/>
              <a:cxnLst/>
              <a:rect l="l" t="t" r="r" b="b"/>
              <a:pathLst>
                <a:path w="2518" h="2695" extrusionOk="0">
                  <a:moveTo>
                    <a:pt x="2288" y="229"/>
                  </a:moveTo>
                  <a:lnTo>
                    <a:pt x="2288" y="2465"/>
                  </a:lnTo>
                  <a:lnTo>
                    <a:pt x="255" y="2465"/>
                  </a:lnTo>
                  <a:lnTo>
                    <a:pt x="255"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8"/>
            <p:cNvSpPr/>
            <p:nvPr/>
          </p:nvSpPr>
          <p:spPr>
            <a:xfrm>
              <a:off x="4291165" y="5052108"/>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8"/>
            <p:cNvSpPr/>
            <p:nvPr/>
          </p:nvSpPr>
          <p:spPr>
            <a:xfrm>
              <a:off x="4383354" y="5052108"/>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8"/>
            <p:cNvSpPr/>
            <p:nvPr/>
          </p:nvSpPr>
          <p:spPr>
            <a:xfrm>
              <a:off x="4475583" y="5052108"/>
              <a:ext cx="101460" cy="108615"/>
            </a:xfrm>
            <a:custGeom>
              <a:avLst/>
              <a:gdLst/>
              <a:ahLst/>
              <a:cxnLst/>
              <a:rect l="l" t="t" r="r" b="b"/>
              <a:pathLst>
                <a:path w="2517" h="2695" extrusionOk="0">
                  <a:moveTo>
                    <a:pt x="2262" y="229"/>
                  </a:moveTo>
                  <a:lnTo>
                    <a:pt x="2262" y="2465"/>
                  </a:lnTo>
                  <a:lnTo>
                    <a:pt x="229" y="2465"/>
                  </a:lnTo>
                  <a:lnTo>
                    <a:pt x="229" y="229"/>
                  </a:lnTo>
                  <a:close/>
                  <a:moveTo>
                    <a:pt x="0" y="0"/>
                  </a:moveTo>
                  <a:lnTo>
                    <a:pt x="0" y="2694"/>
                  </a:lnTo>
                  <a:lnTo>
                    <a:pt x="2491"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8"/>
            <p:cNvSpPr/>
            <p:nvPr/>
          </p:nvSpPr>
          <p:spPr>
            <a:xfrm>
              <a:off x="4566764" y="5052108"/>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8"/>
            <p:cNvSpPr/>
            <p:nvPr/>
          </p:nvSpPr>
          <p:spPr>
            <a:xfrm>
              <a:off x="4658953" y="5052108"/>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8"/>
            <p:cNvSpPr/>
            <p:nvPr/>
          </p:nvSpPr>
          <p:spPr>
            <a:xfrm>
              <a:off x="4751142" y="5052108"/>
              <a:ext cx="101501" cy="108615"/>
            </a:xfrm>
            <a:custGeom>
              <a:avLst/>
              <a:gdLst/>
              <a:ahLst/>
              <a:cxnLst/>
              <a:rect l="l" t="t" r="r" b="b"/>
              <a:pathLst>
                <a:path w="2518" h="2695" extrusionOk="0">
                  <a:moveTo>
                    <a:pt x="2263" y="229"/>
                  </a:moveTo>
                  <a:lnTo>
                    <a:pt x="2263" y="2465"/>
                  </a:lnTo>
                  <a:lnTo>
                    <a:pt x="230" y="2465"/>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8"/>
            <p:cNvSpPr/>
            <p:nvPr/>
          </p:nvSpPr>
          <p:spPr>
            <a:xfrm>
              <a:off x="4843371" y="5052108"/>
              <a:ext cx="100453" cy="108615"/>
            </a:xfrm>
            <a:custGeom>
              <a:avLst/>
              <a:gdLst/>
              <a:ahLst/>
              <a:cxnLst/>
              <a:rect l="l" t="t" r="r" b="b"/>
              <a:pathLst>
                <a:path w="2492"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8"/>
            <p:cNvSpPr/>
            <p:nvPr/>
          </p:nvSpPr>
          <p:spPr>
            <a:xfrm>
              <a:off x="4934553" y="5052108"/>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8"/>
            <p:cNvSpPr/>
            <p:nvPr/>
          </p:nvSpPr>
          <p:spPr>
            <a:xfrm>
              <a:off x="5026742" y="5052108"/>
              <a:ext cx="101501" cy="108615"/>
            </a:xfrm>
            <a:custGeom>
              <a:avLst/>
              <a:gdLst/>
              <a:ahLst/>
              <a:cxnLst/>
              <a:rect l="l" t="t" r="r" b="b"/>
              <a:pathLst>
                <a:path w="2518" h="2695" extrusionOk="0">
                  <a:moveTo>
                    <a:pt x="2288" y="229"/>
                  </a:moveTo>
                  <a:lnTo>
                    <a:pt x="2288" y="2465"/>
                  </a:lnTo>
                  <a:lnTo>
                    <a:pt x="230" y="2465"/>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8"/>
            <p:cNvSpPr/>
            <p:nvPr/>
          </p:nvSpPr>
          <p:spPr>
            <a:xfrm>
              <a:off x="5118971" y="5052108"/>
              <a:ext cx="100453" cy="108615"/>
            </a:xfrm>
            <a:custGeom>
              <a:avLst/>
              <a:gdLst/>
              <a:ahLst/>
              <a:cxnLst/>
              <a:rect l="l" t="t" r="r" b="b"/>
              <a:pathLst>
                <a:path w="2492"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8"/>
            <p:cNvSpPr/>
            <p:nvPr/>
          </p:nvSpPr>
          <p:spPr>
            <a:xfrm>
              <a:off x="5210152" y="5052108"/>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8"/>
            <p:cNvSpPr/>
            <p:nvPr/>
          </p:nvSpPr>
          <p:spPr>
            <a:xfrm>
              <a:off x="5302341" y="5052108"/>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8"/>
            <p:cNvSpPr/>
            <p:nvPr/>
          </p:nvSpPr>
          <p:spPr>
            <a:xfrm>
              <a:off x="5394570" y="5052108"/>
              <a:ext cx="101460" cy="108615"/>
            </a:xfrm>
            <a:custGeom>
              <a:avLst/>
              <a:gdLst/>
              <a:ahLst/>
              <a:cxnLst/>
              <a:rect l="l" t="t" r="r" b="b"/>
              <a:pathLst>
                <a:path w="2517" h="2695" extrusionOk="0">
                  <a:moveTo>
                    <a:pt x="2262" y="229"/>
                  </a:moveTo>
                  <a:lnTo>
                    <a:pt x="2262"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8"/>
            <p:cNvSpPr/>
            <p:nvPr/>
          </p:nvSpPr>
          <p:spPr>
            <a:xfrm>
              <a:off x="5485752" y="5052108"/>
              <a:ext cx="101460" cy="108615"/>
            </a:xfrm>
            <a:custGeom>
              <a:avLst/>
              <a:gdLst/>
              <a:ahLst/>
              <a:cxnLst/>
              <a:rect l="l" t="t" r="r" b="b"/>
              <a:pathLst>
                <a:path w="2517" h="2695" extrusionOk="0">
                  <a:moveTo>
                    <a:pt x="2288" y="229"/>
                  </a:moveTo>
                  <a:lnTo>
                    <a:pt x="2288" y="2465"/>
                  </a:lnTo>
                  <a:lnTo>
                    <a:pt x="254" y="2465"/>
                  </a:lnTo>
                  <a:lnTo>
                    <a:pt x="254"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8"/>
            <p:cNvSpPr/>
            <p:nvPr/>
          </p:nvSpPr>
          <p:spPr>
            <a:xfrm>
              <a:off x="5578948" y="5052108"/>
              <a:ext cx="100453" cy="108615"/>
            </a:xfrm>
            <a:custGeom>
              <a:avLst/>
              <a:gdLst/>
              <a:ahLst/>
              <a:cxnLst/>
              <a:rect l="l" t="t" r="r" b="b"/>
              <a:pathLst>
                <a:path w="2492" h="2695" extrusionOk="0">
                  <a:moveTo>
                    <a:pt x="2263" y="229"/>
                  </a:moveTo>
                  <a:lnTo>
                    <a:pt x="2263" y="2465"/>
                  </a:lnTo>
                  <a:lnTo>
                    <a:pt x="230" y="2465"/>
                  </a:lnTo>
                  <a:lnTo>
                    <a:pt x="230" y="229"/>
                  </a:lnTo>
                  <a:close/>
                  <a:moveTo>
                    <a:pt x="1" y="0"/>
                  </a:moveTo>
                  <a:lnTo>
                    <a:pt x="1" y="2694"/>
                  </a:lnTo>
                  <a:lnTo>
                    <a:pt x="2492" y="2694"/>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8"/>
            <p:cNvSpPr/>
            <p:nvPr/>
          </p:nvSpPr>
          <p:spPr>
            <a:xfrm>
              <a:off x="3464366" y="5151454"/>
              <a:ext cx="101460" cy="109623"/>
            </a:xfrm>
            <a:custGeom>
              <a:avLst/>
              <a:gdLst/>
              <a:ahLst/>
              <a:cxnLst/>
              <a:rect l="l" t="t" r="r" b="b"/>
              <a:pathLst>
                <a:path w="2517" h="2720" extrusionOk="0">
                  <a:moveTo>
                    <a:pt x="2288" y="229"/>
                  </a:moveTo>
                  <a:lnTo>
                    <a:pt x="2288" y="2491"/>
                  </a:lnTo>
                  <a:lnTo>
                    <a:pt x="229" y="2491"/>
                  </a:lnTo>
                  <a:lnTo>
                    <a:pt x="229"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8"/>
            <p:cNvSpPr/>
            <p:nvPr/>
          </p:nvSpPr>
          <p:spPr>
            <a:xfrm>
              <a:off x="3556596" y="5151454"/>
              <a:ext cx="100412" cy="109623"/>
            </a:xfrm>
            <a:custGeom>
              <a:avLst/>
              <a:gdLst/>
              <a:ahLst/>
              <a:cxnLst/>
              <a:rect l="l" t="t" r="r" b="b"/>
              <a:pathLst>
                <a:path w="2491" h="2720" extrusionOk="0">
                  <a:moveTo>
                    <a:pt x="2262" y="229"/>
                  </a:moveTo>
                  <a:lnTo>
                    <a:pt x="2262" y="2491"/>
                  </a:lnTo>
                  <a:lnTo>
                    <a:pt x="229" y="2491"/>
                  </a:lnTo>
                  <a:lnTo>
                    <a:pt x="229" y="229"/>
                  </a:lnTo>
                  <a:close/>
                  <a:moveTo>
                    <a:pt x="0" y="0"/>
                  </a:moveTo>
                  <a:lnTo>
                    <a:pt x="0" y="2720"/>
                  </a:lnTo>
                  <a:lnTo>
                    <a:pt x="2491" y="2720"/>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8"/>
            <p:cNvSpPr/>
            <p:nvPr/>
          </p:nvSpPr>
          <p:spPr>
            <a:xfrm>
              <a:off x="3647777" y="5151454"/>
              <a:ext cx="101460" cy="109623"/>
            </a:xfrm>
            <a:custGeom>
              <a:avLst/>
              <a:gdLst/>
              <a:ahLst/>
              <a:cxnLst/>
              <a:rect l="l" t="t" r="r" b="b"/>
              <a:pathLst>
                <a:path w="2517" h="2720" extrusionOk="0">
                  <a:moveTo>
                    <a:pt x="2288" y="229"/>
                  </a:moveTo>
                  <a:lnTo>
                    <a:pt x="2288" y="2491"/>
                  </a:lnTo>
                  <a:lnTo>
                    <a:pt x="229" y="2491"/>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8"/>
            <p:cNvSpPr/>
            <p:nvPr/>
          </p:nvSpPr>
          <p:spPr>
            <a:xfrm>
              <a:off x="3739966" y="5151454"/>
              <a:ext cx="101460" cy="109623"/>
            </a:xfrm>
            <a:custGeom>
              <a:avLst/>
              <a:gdLst/>
              <a:ahLst/>
              <a:cxnLst/>
              <a:rect l="l" t="t" r="r" b="b"/>
              <a:pathLst>
                <a:path w="2517" h="2720" extrusionOk="0">
                  <a:moveTo>
                    <a:pt x="2288" y="229"/>
                  </a:moveTo>
                  <a:lnTo>
                    <a:pt x="2288" y="2491"/>
                  </a:lnTo>
                  <a:lnTo>
                    <a:pt x="229" y="2491"/>
                  </a:lnTo>
                  <a:lnTo>
                    <a:pt x="229"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8"/>
            <p:cNvSpPr/>
            <p:nvPr/>
          </p:nvSpPr>
          <p:spPr>
            <a:xfrm>
              <a:off x="3832195" y="5151454"/>
              <a:ext cx="101460" cy="109623"/>
            </a:xfrm>
            <a:custGeom>
              <a:avLst/>
              <a:gdLst/>
              <a:ahLst/>
              <a:cxnLst/>
              <a:rect l="l" t="t" r="r" b="b"/>
              <a:pathLst>
                <a:path w="2517" h="2720" extrusionOk="0">
                  <a:moveTo>
                    <a:pt x="2287" y="229"/>
                  </a:moveTo>
                  <a:lnTo>
                    <a:pt x="2287" y="2491"/>
                  </a:lnTo>
                  <a:lnTo>
                    <a:pt x="229" y="2491"/>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8"/>
            <p:cNvSpPr/>
            <p:nvPr/>
          </p:nvSpPr>
          <p:spPr>
            <a:xfrm>
              <a:off x="3924384" y="5151454"/>
              <a:ext cx="100453" cy="109623"/>
            </a:xfrm>
            <a:custGeom>
              <a:avLst/>
              <a:gdLst/>
              <a:ahLst/>
              <a:cxnLst/>
              <a:rect l="l" t="t" r="r" b="b"/>
              <a:pathLst>
                <a:path w="2492" h="2720" extrusionOk="0">
                  <a:moveTo>
                    <a:pt x="2262" y="229"/>
                  </a:moveTo>
                  <a:lnTo>
                    <a:pt x="2262" y="2491"/>
                  </a:lnTo>
                  <a:lnTo>
                    <a:pt x="229" y="2491"/>
                  </a:lnTo>
                  <a:lnTo>
                    <a:pt x="229" y="229"/>
                  </a:lnTo>
                  <a:close/>
                  <a:moveTo>
                    <a:pt x="0" y="0"/>
                  </a:moveTo>
                  <a:lnTo>
                    <a:pt x="0" y="2720"/>
                  </a:lnTo>
                  <a:lnTo>
                    <a:pt x="2491" y="2720"/>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8"/>
            <p:cNvSpPr/>
            <p:nvPr/>
          </p:nvSpPr>
          <p:spPr>
            <a:xfrm>
              <a:off x="4016573" y="5151454"/>
              <a:ext cx="100453" cy="109623"/>
            </a:xfrm>
            <a:custGeom>
              <a:avLst/>
              <a:gdLst/>
              <a:ahLst/>
              <a:cxnLst/>
              <a:rect l="l" t="t" r="r" b="b"/>
              <a:pathLst>
                <a:path w="2492" h="2720" extrusionOk="0">
                  <a:moveTo>
                    <a:pt x="2263" y="229"/>
                  </a:moveTo>
                  <a:lnTo>
                    <a:pt x="2263" y="2491"/>
                  </a:lnTo>
                  <a:lnTo>
                    <a:pt x="230" y="2491"/>
                  </a:lnTo>
                  <a:lnTo>
                    <a:pt x="204" y="229"/>
                  </a:lnTo>
                  <a:close/>
                  <a:moveTo>
                    <a:pt x="1" y="0"/>
                  </a:moveTo>
                  <a:lnTo>
                    <a:pt x="1" y="2720"/>
                  </a:lnTo>
                  <a:lnTo>
                    <a:pt x="2492" y="2720"/>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8"/>
            <p:cNvSpPr/>
            <p:nvPr/>
          </p:nvSpPr>
          <p:spPr>
            <a:xfrm>
              <a:off x="4107754" y="5151454"/>
              <a:ext cx="101501" cy="109623"/>
            </a:xfrm>
            <a:custGeom>
              <a:avLst/>
              <a:gdLst/>
              <a:ahLst/>
              <a:cxnLst/>
              <a:rect l="l" t="t" r="r" b="b"/>
              <a:pathLst>
                <a:path w="2518" h="2720" extrusionOk="0">
                  <a:moveTo>
                    <a:pt x="2288" y="229"/>
                  </a:moveTo>
                  <a:lnTo>
                    <a:pt x="2288" y="2491"/>
                  </a:lnTo>
                  <a:lnTo>
                    <a:pt x="230" y="2491"/>
                  </a:lnTo>
                  <a:lnTo>
                    <a:pt x="230"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8"/>
            <p:cNvSpPr/>
            <p:nvPr/>
          </p:nvSpPr>
          <p:spPr>
            <a:xfrm>
              <a:off x="4198935" y="5151454"/>
              <a:ext cx="101501" cy="109623"/>
            </a:xfrm>
            <a:custGeom>
              <a:avLst/>
              <a:gdLst/>
              <a:ahLst/>
              <a:cxnLst/>
              <a:rect l="l" t="t" r="r" b="b"/>
              <a:pathLst>
                <a:path w="2518" h="2720" extrusionOk="0">
                  <a:moveTo>
                    <a:pt x="2288" y="229"/>
                  </a:moveTo>
                  <a:lnTo>
                    <a:pt x="2288" y="2491"/>
                  </a:lnTo>
                  <a:lnTo>
                    <a:pt x="255" y="2491"/>
                  </a:lnTo>
                  <a:lnTo>
                    <a:pt x="255"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8"/>
            <p:cNvSpPr/>
            <p:nvPr/>
          </p:nvSpPr>
          <p:spPr>
            <a:xfrm>
              <a:off x="4291165" y="5151454"/>
              <a:ext cx="101460" cy="109623"/>
            </a:xfrm>
            <a:custGeom>
              <a:avLst/>
              <a:gdLst/>
              <a:ahLst/>
              <a:cxnLst/>
              <a:rect l="l" t="t" r="r" b="b"/>
              <a:pathLst>
                <a:path w="2517" h="2720" extrusionOk="0">
                  <a:moveTo>
                    <a:pt x="2288" y="229"/>
                  </a:moveTo>
                  <a:lnTo>
                    <a:pt x="2288" y="2491"/>
                  </a:lnTo>
                  <a:lnTo>
                    <a:pt x="229" y="2491"/>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8"/>
            <p:cNvSpPr/>
            <p:nvPr/>
          </p:nvSpPr>
          <p:spPr>
            <a:xfrm>
              <a:off x="4383354" y="5151454"/>
              <a:ext cx="101460" cy="109623"/>
            </a:xfrm>
            <a:custGeom>
              <a:avLst/>
              <a:gdLst/>
              <a:ahLst/>
              <a:cxnLst/>
              <a:rect l="l" t="t" r="r" b="b"/>
              <a:pathLst>
                <a:path w="2517" h="2720" extrusionOk="0">
                  <a:moveTo>
                    <a:pt x="2288" y="229"/>
                  </a:moveTo>
                  <a:lnTo>
                    <a:pt x="2288" y="2491"/>
                  </a:lnTo>
                  <a:lnTo>
                    <a:pt x="229" y="2491"/>
                  </a:lnTo>
                  <a:lnTo>
                    <a:pt x="229"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8"/>
            <p:cNvSpPr/>
            <p:nvPr/>
          </p:nvSpPr>
          <p:spPr>
            <a:xfrm>
              <a:off x="4475583" y="5151454"/>
              <a:ext cx="101460" cy="109623"/>
            </a:xfrm>
            <a:custGeom>
              <a:avLst/>
              <a:gdLst/>
              <a:ahLst/>
              <a:cxnLst/>
              <a:rect l="l" t="t" r="r" b="b"/>
              <a:pathLst>
                <a:path w="2517" h="2720" extrusionOk="0">
                  <a:moveTo>
                    <a:pt x="2262" y="229"/>
                  </a:moveTo>
                  <a:lnTo>
                    <a:pt x="2262" y="2491"/>
                  </a:lnTo>
                  <a:lnTo>
                    <a:pt x="229" y="2491"/>
                  </a:lnTo>
                  <a:lnTo>
                    <a:pt x="229" y="229"/>
                  </a:lnTo>
                  <a:close/>
                  <a:moveTo>
                    <a:pt x="0" y="0"/>
                  </a:moveTo>
                  <a:lnTo>
                    <a:pt x="0" y="2720"/>
                  </a:lnTo>
                  <a:lnTo>
                    <a:pt x="2491"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8"/>
            <p:cNvSpPr/>
            <p:nvPr/>
          </p:nvSpPr>
          <p:spPr>
            <a:xfrm>
              <a:off x="4566764" y="5151454"/>
              <a:ext cx="101460" cy="109623"/>
            </a:xfrm>
            <a:custGeom>
              <a:avLst/>
              <a:gdLst/>
              <a:ahLst/>
              <a:cxnLst/>
              <a:rect l="l" t="t" r="r" b="b"/>
              <a:pathLst>
                <a:path w="2517" h="2720" extrusionOk="0">
                  <a:moveTo>
                    <a:pt x="2288" y="229"/>
                  </a:moveTo>
                  <a:lnTo>
                    <a:pt x="2288" y="2491"/>
                  </a:lnTo>
                  <a:lnTo>
                    <a:pt x="229" y="2491"/>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8"/>
            <p:cNvSpPr/>
            <p:nvPr/>
          </p:nvSpPr>
          <p:spPr>
            <a:xfrm>
              <a:off x="4658953" y="5151454"/>
              <a:ext cx="101460" cy="109623"/>
            </a:xfrm>
            <a:custGeom>
              <a:avLst/>
              <a:gdLst/>
              <a:ahLst/>
              <a:cxnLst/>
              <a:rect l="l" t="t" r="r" b="b"/>
              <a:pathLst>
                <a:path w="2517" h="2720" extrusionOk="0">
                  <a:moveTo>
                    <a:pt x="2263" y="229"/>
                  </a:moveTo>
                  <a:lnTo>
                    <a:pt x="2263" y="2491"/>
                  </a:lnTo>
                  <a:lnTo>
                    <a:pt x="229" y="2491"/>
                  </a:lnTo>
                  <a:lnTo>
                    <a:pt x="229"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8"/>
            <p:cNvSpPr/>
            <p:nvPr/>
          </p:nvSpPr>
          <p:spPr>
            <a:xfrm>
              <a:off x="4751142" y="5151454"/>
              <a:ext cx="101501" cy="109623"/>
            </a:xfrm>
            <a:custGeom>
              <a:avLst/>
              <a:gdLst/>
              <a:ahLst/>
              <a:cxnLst/>
              <a:rect l="l" t="t" r="r" b="b"/>
              <a:pathLst>
                <a:path w="2518" h="2720" extrusionOk="0">
                  <a:moveTo>
                    <a:pt x="2263" y="229"/>
                  </a:moveTo>
                  <a:lnTo>
                    <a:pt x="2263" y="2491"/>
                  </a:lnTo>
                  <a:lnTo>
                    <a:pt x="230" y="2491"/>
                  </a:lnTo>
                  <a:lnTo>
                    <a:pt x="230"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8"/>
            <p:cNvSpPr/>
            <p:nvPr/>
          </p:nvSpPr>
          <p:spPr>
            <a:xfrm>
              <a:off x="4843371" y="5151454"/>
              <a:ext cx="100453" cy="109623"/>
            </a:xfrm>
            <a:custGeom>
              <a:avLst/>
              <a:gdLst/>
              <a:ahLst/>
              <a:cxnLst/>
              <a:rect l="l" t="t" r="r" b="b"/>
              <a:pathLst>
                <a:path w="2492" h="2720" extrusionOk="0">
                  <a:moveTo>
                    <a:pt x="2262" y="229"/>
                  </a:moveTo>
                  <a:lnTo>
                    <a:pt x="2262" y="2491"/>
                  </a:lnTo>
                  <a:lnTo>
                    <a:pt x="229" y="2491"/>
                  </a:lnTo>
                  <a:lnTo>
                    <a:pt x="229" y="229"/>
                  </a:lnTo>
                  <a:close/>
                  <a:moveTo>
                    <a:pt x="0" y="0"/>
                  </a:moveTo>
                  <a:lnTo>
                    <a:pt x="0" y="2720"/>
                  </a:lnTo>
                  <a:lnTo>
                    <a:pt x="2491" y="2720"/>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8"/>
            <p:cNvSpPr/>
            <p:nvPr/>
          </p:nvSpPr>
          <p:spPr>
            <a:xfrm>
              <a:off x="4934553" y="5151454"/>
              <a:ext cx="101460" cy="109623"/>
            </a:xfrm>
            <a:custGeom>
              <a:avLst/>
              <a:gdLst/>
              <a:ahLst/>
              <a:cxnLst/>
              <a:rect l="l" t="t" r="r" b="b"/>
              <a:pathLst>
                <a:path w="2517" h="2720" extrusionOk="0">
                  <a:moveTo>
                    <a:pt x="2288" y="229"/>
                  </a:moveTo>
                  <a:lnTo>
                    <a:pt x="2288" y="2491"/>
                  </a:lnTo>
                  <a:lnTo>
                    <a:pt x="229" y="2491"/>
                  </a:lnTo>
                  <a:lnTo>
                    <a:pt x="229" y="229"/>
                  </a:lnTo>
                  <a:close/>
                  <a:moveTo>
                    <a:pt x="0" y="0"/>
                  </a:moveTo>
                  <a:lnTo>
                    <a:pt x="0"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8"/>
            <p:cNvSpPr/>
            <p:nvPr/>
          </p:nvSpPr>
          <p:spPr>
            <a:xfrm>
              <a:off x="5026742" y="5151454"/>
              <a:ext cx="101501" cy="109623"/>
            </a:xfrm>
            <a:custGeom>
              <a:avLst/>
              <a:gdLst/>
              <a:ahLst/>
              <a:cxnLst/>
              <a:rect l="l" t="t" r="r" b="b"/>
              <a:pathLst>
                <a:path w="2518" h="2720" extrusionOk="0">
                  <a:moveTo>
                    <a:pt x="2288" y="229"/>
                  </a:moveTo>
                  <a:lnTo>
                    <a:pt x="2288" y="2491"/>
                  </a:lnTo>
                  <a:lnTo>
                    <a:pt x="230" y="2491"/>
                  </a:lnTo>
                  <a:lnTo>
                    <a:pt x="230"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8"/>
            <p:cNvSpPr/>
            <p:nvPr/>
          </p:nvSpPr>
          <p:spPr>
            <a:xfrm>
              <a:off x="5118971" y="5151454"/>
              <a:ext cx="100453" cy="109623"/>
            </a:xfrm>
            <a:custGeom>
              <a:avLst/>
              <a:gdLst/>
              <a:ahLst/>
              <a:cxnLst/>
              <a:rect l="l" t="t" r="r" b="b"/>
              <a:pathLst>
                <a:path w="2492" h="2720" extrusionOk="0">
                  <a:moveTo>
                    <a:pt x="2262" y="229"/>
                  </a:moveTo>
                  <a:lnTo>
                    <a:pt x="2262" y="2491"/>
                  </a:lnTo>
                  <a:lnTo>
                    <a:pt x="229" y="2491"/>
                  </a:lnTo>
                  <a:lnTo>
                    <a:pt x="229" y="229"/>
                  </a:lnTo>
                  <a:close/>
                  <a:moveTo>
                    <a:pt x="0" y="0"/>
                  </a:moveTo>
                  <a:lnTo>
                    <a:pt x="0" y="2720"/>
                  </a:lnTo>
                  <a:lnTo>
                    <a:pt x="2491" y="2720"/>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8"/>
            <p:cNvSpPr/>
            <p:nvPr/>
          </p:nvSpPr>
          <p:spPr>
            <a:xfrm>
              <a:off x="5210152" y="5151454"/>
              <a:ext cx="101460" cy="109623"/>
            </a:xfrm>
            <a:custGeom>
              <a:avLst/>
              <a:gdLst/>
              <a:ahLst/>
              <a:cxnLst/>
              <a:rect l="l" t="t" r="r" b="b"/>
              <a:pathLst>
                <a:path w="2517" h="2720" extrusionOk="0">
                  <a:moveTo>
                    <a:pt x="2288" y="229"/>
                  </a:moveTo>
                  <a:lnTo>
                    <a:pt x="2288" y="2491"/>
                  </a:lnTo>
                  <a:lnTo>
                    <a:pt x="229" y="2491"/>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8"/>
            <p:cNvSpPr/>
            <p:nvPr/>
          </p:nvSpPr>
          <p:spPr>
            <a:xfrm>
              <a:off x="5302341" y="5151454"/>
              <a:ext cx="101460" cy="109623"/>
            </a:xfrm>
            <a:custGeom>
              <a:avLst/>
              <a:gdLst/>
              <a:ahLst/>
              <a:cxnLst/>
              <a:rect l="l" t="t" r="r" b="b"/>
              <a:pathLst>
                <a:path w="2517" h="2720" extrusionOk="0">
                  <a:moveTo>
                    <a:pt x="2288" y="229"/>
                  </a:moveTo>
                  <a:lnTo>
                    <a:pt x="2288" y="2491"/>
                  </a:lnTo>
                  <a:lnTo>
                    <a:pt x="229" y="2491"/>
                  </a:lnTo>
                  <a:lnTo>
                    <a:pt x="229"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8"/>
            <p:cNvSpPr/>
            <p:nvPr/>
          </p:nvSpPr>
          <p:spPr>
            <a:xfrm>
              <a:off x="5394570" y="5151454"/>
              <a:ext cx="101460" cy="109623"/>
            </a:xfrm>
            <a:custGeom>
              <a:avLst/>
              <a:gdLst/>
              <a:ahLst/>
              <a:cxnLst/>
              <a:rect l="l" t="t" r="r" b="b"/>
              <a:pathLst>
                <a:path w="2517" h="2720" extrusionOk="0">
                  <a:moveTo>
                    <a:pt x="2262" y="229"/>
                  </a:moveTo>
                  <a:lnTo>
                    <a:pt x="2262" y="2491"/>
                  </a:lnTo>
                  <a:lnTo>
                    <a:pt x="229" y="2491"/>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8"/>
            <p:cNvSpPr/>
            <p:nvPr/>
          </p:nvSpPr>
          <p:spPr>
            <a:xfrm>
              <a:off x="5485752" y="5151454"/>
              <a:ext cx="101460" cy="109623"/>
            </a:xfrm>
            <a:custGeom>
              <a:avLst/>
              <a:gdLst/>
              <a:ahLst/>
              <a:cxnLst/>
              <a:rect l="l" t="t" r="r" b="b"/>
              <a:pathLst>
                <a:path w="2517" h="2720" extrusionOk="0">
                  <a:moveTo>
                    <a:pt x="2288" y="229"/>
                  </a:moveTo>
                  <a:lnTo>
                    <a:pt x="2288" y="2491"/>
                  </a:lnTo>
                  <a:lnTo>
                    <a:pt x="254" y="2491"/>
                  </a:lnTo>
                  <a:lnTo>
                    <a:pt x="254"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8"/>
            <p:cNvSpPr/>
            <p:nvPr/>
          </p:nvSpPr>
          <p:spPr>
            <a:xfrm>
              <a:off x="5578948" y="5151454"/>
              <a:ext cx="100453" cy="109623"/>
            </a:xfrm>
            <a:custGeom>
              <a:avLst/>
              <a:gdLst/>
              <a:ahLst/>
              <a:cxnLst/>
              <a:rect l="l" t="t" r="r" b="b"/>
              <a:pathLst>
                <a:path w="2492" h="2720" extrusionOk="0">
                  <a:moveTo>
                    <a:pt x="2263" y="229"/>
                  </a:moveTo>
                  <a:lnTo>
                    <a:pt x="2263" y="2491"/>
                  </a:lnTo>
                  <a:lnTo>
                    <a:pt x="230" y="2491"/>
                  </a:lnTo>
                  <a:lnTo>
                    <a:pt x="230" y="229"/>
                  </a:lnTo>
                  <a:close/>
                  <a:moveTo>
                    <a:pt x="1" y="0"/>
                  </a:moveTo>
                  <a:lnTo>
                    <a:pt x="1" y="2720"/>
                  </a:lnTo>
                  <a:lnTo>
                    <a:pt x="2492" y="2720"/>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8"/>
            <p:cNvSpPr/>
            <p:nvPr/>
          </p:nvSpPr>
          <p:spPr>
            <a:xfrm>
              <a:off x="3464366" y="5251847"/>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8"/>
            <p:cNvSpPr/>
            <p:nvPr/>
          </p:nvSpPr>
          <p:spPr>
            <a:xfrm>
              <a:off x="3556596" y="5251847"/>
              <a:ext cx="100412" cy="108615"/>
            </a:xfrm>
            <a:custGeom>
              <a:avLst/>
              <a:gdLst/>
              <a:ahLst/>
              <a:cxnLst/>
              <a:rect l="l" t="t" r="r" b="b"/>
              <a:pathLst>
                <a:path w="2491"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8"/>
            <p:cNvSpPr/>
            <p:nvPr/>
          </p:nvSpPr>
          <p:spPr>
            <a:xfrm>
              <a:off x="3647777" y="5251847"/>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8"/>
            <p:cNvSpPr/>
            <p:nvPr/>
          </p:nvSpPr>
          <p:spPr>
            <a:xfrm>
              <a:off x="3739966" y="5251847"/>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8"/>
            <p:cNvSpPr/>
            <p:nvPr/>
          </p:nvSpPr>
          <p:spPr>
            <a:xfrm>
              <a:off x="3832195" y="5251847"/>
              <a:ext cx="101460" cy="108615"/>
            </a:xfrm>
            <a:custGeom>
              <a:avLst/>
              <a:gdLst/>
              <a:ahLst/>
              <a:cxnLst/>
              <a:rect l="l" t="t" r="r" b="b"/>
              <a:pathLst>
                <a:path w="2517" h="2695" extrusionOk="0">
                  <a:moveTo>
                    <a:pt x="2287" y="229"/>
                  </a:moveTo>
                  <a:lnTo>
                    <a:pt x="2287"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8"/>
            <p:cNvSpPr/>
            <p:nvPr/>
          </p:nvSpPr>
          <p:spPr>
            <a:xfrm>
              <a:off x="3924384" y="5251847"/>
              <a:ext cx="100453" cy="108615"/>
            </a:xfrm>
            <a:custGeom>
              <a:avLst/>
              <a:gdLst/>
              <a:ahLst/>
              <a:cxnLst/>
              <a:rect l="l" t="t" r="r" b="b"/>
              <a:pathLst>
                <a:path w="2492"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8"/>
            <p:cNvSpPr/>
            <p:nvPr/>
          </p:nvSpPr>
          <p:spPr>
            <a:xfrm>
              <a:off x="4016573" y="5251847"/>
              <a:ext cx="100453" cy="108615"/>
            </a:xfrm>
            <a:custGeom>
              <a:avLst/>
              <a:gdLst/>
              <a:ahLst/>
              <a:cxnLst/>
              <a:rect l="l" t="t" r="r" b="b"/>
              <a:pathLst>
                <a:path w="2492" h="2695" extrusionOk="0">
                  <a:moveTo>
                    <a:pt x="2263" y="229"/>
                  </a:moveTo>
                  <a:lnTo>
                    <a:pt x="2263" y="2465"/>
                  </a:lnTo>
                  <a:lnTo>
                    <a:pt x="230" y="2465"/>
                  </a:lnTo>
                  <a:lnTo>
                    <a:pt x="204" y="229"/>
                  </a:lnTo>
                  <a:close/>
                  <a:moveTo>
                    <a:pt x="1" y="0"/>
                  </a:moveTo>
                  <a:lnTo>
                    <a:pt x="1" y="2694"/>
                  </a:lnTo>
                  <a:lnTo>
                    <a:pt x="2492" y="2694"/>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8"/>
            <p:cNvSpPr/>
            <p:nvPr/>
          </p:nvSpPr>
          <p:spPr>
            <a:xfrm>
              <a:off x="4107754" y="5251847"/>
              <a:ext cx="101501" cy="108615"/>
            </a:xfrm>
            <a:custGeom>
              <a:avLst/>
              <a:gdLst/>
              <a:ahLst/>
              <a:cxnLst/>
              <a:rect l="l" t="t" r="r" b="b"/>
              <a:pathLst>
                <a:path w="2518" h="2695" extrusionOk="0">
                  <a:moveTo>
                    <a:pt x="2263" y="229"/>
                  </a:moveTo>
                  <a:lnTo>
                    <a:pt x="2263" y="2465"/>
                  </a:lnTo>
                  <a:lnTo>
                    <a:pt x="230" y="2465"/>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8"/>
            <p:cNvSpPr/>
            <p:nvPr/>
          </p:nvSpPr>
          <p:spPr>
            <a:xfrm>
              <a:off x="4198935" y="5251847"/>
              <a:ext cx="101501" cy="108615"/>
            </a:xfrm>
            <a:custGeom>
              <a:avLst/>
              <a:gdLst/>
              <a:ahLst/>
              <a:cxnLst/>
              <a:rect l="l" t="t" r="r" b="b"/>
              <a:pathLst>
                <a:path w="2518" h="2695" extrusionOk="0">
                  <a:moveTo>
                    <a:pt x="2288" y="229"/>
                  </a:moveTo>
                  <a:lnTo>
                    <a:pt x="2288" y="2465"/>
                  </a:lnTo>
                  <a:lnTo>
                    <a:pt x="255" y="2465"/>
                  </a:lnTo>
                  <a:lnTo>
                    <a:pt x="255"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8"/>
            <p:cNvSpPr/>
            <p:nvPr/>
          </p:nvSpPr>
          <p:spPr>
            <a:xfrm>
              <a:off x="4291165" y="5251847"/>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8"/>
            <p:cNvSpPr/>
            <p:nvPr/>
          </p:nvSpPr>
          <p:spPr>
            <a:xfrm>
              <a:off x="4383354" y="5251847"/>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8"/>
            <p:cNvSpPr/>
            <p:nvPr/>
          </p:nvSpPr>
          <p:spPr>
            <a:xfrm>
              <a:off x="4475583" y="5251847"/>
              <a:ext cx="101460" cy="108615"/>
            </a:xfrm>
            <a:custGeom>
              <a:avLst/>
              <a:gdLst/>
              <a:ahLst/>
              <a:cxnLst/>
              <a:rect l="l" t="t" r="r" b="b"/>
              <a:pathLst>
                <a:path w="2517" h="2695" extrusionOk="0">
                  <a:moveTo>
                    <a:pt x="2262" y="229"/>
                  </a:moveTo>
                  <a:lnTo>
                    <a:pt x="2262" y="2465"/>
                  </a:lnTo>
                  <a:lnTo>
                    <a:pt x="229" y="2465"/>
                  </a:lnTo>
                  <a:lnTo>
                    <a:pt x="229" y="229"/>
                  </a:lnTo>
                  <a:close/>
                  <a:moveTo>
                    <a:pt x="0" y="0"/>
                  </a:moveTo>
                  <a:lnTo>
                    <a:pt x="0" y="2694"/>
                  </a:lnTo>
                  <a:lnTo>
                    <a:pt x="2491"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8"/>
            <p:cNvSpPr/>
            <p:nvPr/>
          </p:nvSpPr>
          <p:spPr>
            <a:xfrm>
              <a:off x="4566764" y="5251847"/>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8"/>
            <p:cNvSpPr/>
            <p:nvPr/>
          </p:nvSpPr>
          <p:spPr>
            <a:xfrm>
              <a:off x="4658953" y="5251847"/>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8"/>
            <p:cNvSpPr/>
            <p:nvPr/>
          </p:nvSpPr>
          <p:spPr>
            <a:xfrm>
              <a:off x="4751142" y="5251847"/>
              <a:ext cx="101501" cy="108615"/>
            </a:xfrm>
            <a:custGeom>
              <a:avLst/>
              <a:gdLst/>
              <a:ahLst/>
              <a:cxnLst/>
              <a:rect l="l" t="t" r="r" b="b"/>
              <a:pathLst>
                <a:path w="2518" h="2695" extrusionOk="0">
                  <a:moveTo>
                    <a:pt x="2263" y="229"/>
                  </a:moveTo>
                  <a:lnTo>
                    <a:pt x="2263" y="2465"/>
                  </a:lnTo>
                  <a:lnTo>
                    <a:pt x="230" y="2465"/>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8"/>
            <p:cNvSpPr/>
            <p:nvPr/>
          </p:nvSpPr>
          <p:spPr>
            <a:xfrm>
              <a:off x="4843371" y="5251847"/>
              <a:ext cx="100453" cy="108615"/>
            </a:xfrm>
            <a:custGeom>
              <a:avLst/>
              <a:gdLst/>
              <a:ahLst/>
              <a:cxnLst/>
              <a:rect l="l" t="t" r="r" b="b"/>
              <a:pathLst>
                <a:path w="2492"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8"/>
            <p:cNvSpPr/>
            <p:nvPr/>
          </p:nvSpPr>
          <p:spPr>
            <a:xfrm>
              <a:off x="4934553" y="5251847"/>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8"/>
            <p:cNvSpPr/>
            <p:nvPr/>
          </p:nvSpPr>
          <p:spPr>
            <a:xfrm>
              <a:off x="5026742" y="5251847"/>
              <a:ext cx="101501" cy="108615"/>
            </a:xfrm>
            <a:custGeom>
              <a:avLst/>
              <a:gdLst/>
              <a:ahLst/>
              <a:cxnLst/>
              <a:rect l="l" t="t" r="r" b="b"/>
              <a:pathLst>
                <a:path w="2518" h="2695" extrusionOk="0">
                  <a:moveTo>
                    <a:pt x="2288" y="229"/>
                  </a:moveTo>
                  <a:lnTo>
                    <a:pt x="2288" y="2465"/>
                  </a:lnTo>
                  <a:lnTo>
                    <a:pt x="230" y="2465"/>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8"/>
            <p:cNvSpPr/>
            <p:nvPr/>
          </p:nvSpPr>
          <p:spPr>
            <a:xfrm>
              <a:off x="5118971" y="5251847"/>
              <a:ext cx="100453" cy="108615"/>
            </a:xfrm>
            <a:custGeom>
              <a:avLst/>
              <a:gdLst/>
              <a:ahLst/>
              <a:cxnLst/>
              <a:rect l="l" t="t" r="r" b="b"/>
              <a:pathLst>
                <a:path w="2492"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8"/>
            <p:cNvSpPr/>
            <p:nvPr/>
          </p:nvSpPr>
          <p:spPr>
            <a:xfrm>
              <a:off x="5210152" y="5251847"/>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8"/>
            <p:cNvSpPr/>
            <p:nvPr/>
          </p:nvSpPr>
          <p:spPr>
            <a:xfrm>
              <a:off x="5302341" y="5251847"/>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8"/>
            <p:cNvSpPr/>
            <p:nvPr/>
          </p:nvSpPr>
          <p:spPr>
            <a:xfrm>
              <a:off x="5394570" y="5251847"/>
              <a:ext cx="101460" cy="108615"/>
            </a:xfrm>
            <a:custGeom>
              <a:avLst/>
              <a:gdLst/>
              <a:ahLst/>
              <a:cxnLst/>
              <a:rect l="l" t="t" r="r" b="b"/>
              <a:pathLst>
                <a:path w="2517" h="2695" extrusionOk="0">
                  <a:moveTo>
                    <a:pt x="2262" y="229"/>
                  </a:moveTo>
                  <a:lnTo>
                    <a:pt x="2262"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8"/>
            <p:cNvSpPr/>
            <p:nvPr/>
          </p:nvSpPr>
          <p:spPr>
            <a:xfrm>
              <a:off x="5485752" y="5251847"/>
              <a:ext cx="101460" cy="108615"/>
            </a:xfrm>
            <a:custGeom>
              <a:avLst/>
              <a:gdLst/>
              <a:ahLst/>
              <a:cxnLst/>
              <a:rect l="l" t="t" r="r" b="b"/>
              <a:pathLst>
                <a:path w="2517" h="2695" extrusionOk="0">
                  <a:moveTo>
                    <a:pt x="2288" y="229"/>
                  </a:moveTo>
                  <a:lnTo>
                    <a:pt x="2288" y="2465"/>
                  </a:lnTo>
                  <a:lnTo>
                    <a:pt x="254" y="2465"/>
                  </a:lnTo>
                  <a:lnTo>
                    <a:pt x="254"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8"/>
            <p:cNvSpPr/>
            <p:nvPr/>
          </p:nvSpPr>
          <p:spPr>
            <a:xfrm>
              <a:off x="5578948" y="5251847"/>
              <a:ext cx="100453" cy="108615"/>
            </a:xfrm>
            <a:custGeom>
              <a:avLst/>
              <a:gdLst/>
              <a:ahLst/>
              <a:cxnLst/>
              <a:rect l="l" t="t" r="r" b="b"/>
              <a:pathLst>
                <a:path w="2492" h="2695" extrusionOk="0">
                  <a:moveTo>
                    <a:pt x="2263" y="229"/>
                  </a:moveTo>
                  <a:lnTo>
                    <a:pt x="2263" y="2465"/>
                  </a:lnTo>
                  <a:lnTo>
                    <a:pt x="230" y="2465"/>
                  </a:lnTo>
                  <a:lnTo>
                    <a:pt x="230" y="229"/>
                  </a:lnTo>
                  <a:close/>
                  <a:moveTo>
                    <a:pt x="1" y="0"/>
                  </a:moveTo>
                  <a:lnTo>
                    <a:pt x="1" y="2694"/>
                  </a:lnTo>
                  <a:lnTo>
                    <a:pt x="2492" y="2694"/>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8"/>
            <p:cNvSpPr/>
            <p:nvPr/>
          </p:nvSpPr>
          <p:spPr>
            <a:xfrm>
              <a:off x="3464366" y="5351193"/>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8"/>
            <p:cNvSpPr/>
            <p:nvPr/>
          </p:nvSpPr>
          <p:spPr>
            <a:xfrm>
              <a:off x="3556596" y="5351193"/>
              <a:ext cx="100412" cy="108615"/>
            </a:xfrm>
            <a:custGeom>
              <a:avLst/>
              <a:gdLst/>
              <a:ahLst/>
              <a:cxnLst/>
              <a:rect l="l" t="t" r="r" b="b"/>
              <a:pathLst>
                <a:path w="2491" h="2695" extrusionOk="0">
                  <a:moveTo>
                    <a:pt x="2262" y="229"/>
                  </a:moveTo>
                  <a:lnTo>
                    <a:pt x="2262" y="2466"/>
                  </a:lnTo>
                  <a:lnTo>
                    <a:pt x="229" y="2466"/>
                  </a:lnTo>
                  <a:lnTo>
                    <a:pt x="229" y="229"/>
                  </a:lnTo>
                  <a:close/>
                  <a:moveTo>
                    <a:pt x="0" y="0"/>
                  </a:moveTo>
                  <a:lnTo>
                    <a:pt x="0" y="2695"/>
                  </a:lnTo>
                  <a:lnTo>
                    <a:pt x="2491" y="2695"/>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8"/>
            <p:cNvSpPr/>
            <p:nvPr/>
          </p:nvSpPr>
          <p:spPr>
            <a:xfrm>
              <a:off x="3647777" y="5351193"/>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5"/>
                  </a:lnTo>
                  <a:lnTo>
                    <a:pt x="2516" y="2695"/>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8"/>
            <p:cNvSpPr/>
            <p:nvPr/>
          </p:nvSpPr>
          <p:spPr>
            <a:xfrm>
              <a:off x="3739966" y="5351193"/>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8"/>
            <p:cNvSpPr/>
            <p:nvPr/>
          </p:nvSpPr>
          <p:spPr>
            <a:xfrm>
              <a:off x="3832195" y="5351193"/>
              <a:ext cx="101460" cy="108615"/>
            </a:xfrm>
            <a:custGeom>
              <a:avLst/>
              <a:gdLst/>
              <a:ahLst/>
              <a:cxnLst/>
              <a:rect l="l" t="t" r="r" b="b"/>
              <a:pathLst>
                <a:path w="2517" h="2695" extrusionOk="0">
                  <a:moveTo>
                    <a:pt x="2287" y="229"/>
                  </a:moveTo>
                  <a:lnTo>
                    <a:pt x="2287" y="2466"/>
                  </a:lnTo>
                  <a:lnTo>
                    <a:pt x="229" y="2466"/>
                  </a:lnTo>
                  <a:lnTo>
                    <a:pt x="229" y="229"/>
                  </a:lnTo>
                  <a:close/>
                  <a:moveTo>
                    <a:pt x="0" y="0"/>
                  </a:moveTo>
                  <a:lnTo>
                    <a:pt x="0" y="2695"/>
                  </a:lnTo>
                  <a:lnTo>
                    <a:pt x="2516" y="2695"/>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8"/>
            <p:cNvSpPr/>
            <p:nvPr/>
          </p:nvSpPr>
          <p:spPr>
            <a:xfrm>
              <a:off x="3924384" y="5351193"/>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5"/>
                  </a:lnTo>
                  <a:lnTo>
                    <a:pt x="2491" y="2695"/>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8"/>
            <p:cNvSpPr/>
            <p:nvPr/>
          </p:nvSpPr>
          <p:spPr>
            <a:xfrm>
              <a:off x="4016573" y="5351193"/>
              <a:ext cx="100453" cy="108615"/>
            </a:xfrm>
            <a:custGeom>
              <a:avLst/>
              <a:gdLst/>
              <a:ahLst/>
              <a:cxnLst/>
              <a:rect l="l" t="t" r="r" b="b"/>
              <a:pathLst>
                <a:path w="2492" h="2695" extrusionOk="0">
                  <a:moveTo>
                    <a:pt x="2263" y="229"/>
                  </a:moveTo>
                  <a:lnTo>
                    <a:pt x="2263" y="2466"/>
                  </a:lnTo>
                  <a:lnTo>
                    <a:pt x="230" y="2466"/>
                  </a:lnTo>
                  <a:lnTo>
                    <a:pt x="204" y="229"/>
                  </a:lnTo>
                  <a:close/>
                  <a:moveTo>
                    <a:pt x="1" y="0"/>
                  </a:moveTo>
                  <a:lnTo>
                    <a:pt x="1" y="2695"/>
                  </a:lnTo>
                  <a:lnTo>
                    <a:pt x="2492" y="2695"/>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8"/>
            <p:cNvSpPr/>
            <p:nvPr/>
          </p:nvSpPr>
          <p:spPr>
            <a:xfrm>
              <a:off x="4107754" y="5351193"/>
              <a:ext cx="101501" cy="108615"/>
            </a:xfrm>
            <a:custGeom>
              <a:avLst/>
              <a:gdLst/>
              <a:ahLst/>
              <a:cxnLst/>
              <a:rect l="l" t="t" r="r" b="b"/>
              <a:pathLst>
                <a:path w="2518" h="2695" extrusionOk="0">
                  <a:moveTo>
                    <a:pt x="2263" y="229"/>
                  </a:moveTo>
                  <a:lnTo>
                    <a:pt x="2263" y="2466"/>
                  </a:lnTo>
                  <a:lnTo>
                    <a:pt x="230" y="2466"/>
                  </a:lnTo>
                  <a:lnTo>
                    <a:pt x="230"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8"/>
            <p:cNvSpPr/>
            <p:nvPr/>
          </p:nvSpPr>
          <p:spPr>
            <a:xfrm>
              <a:off x="4198935" y="5351193"/>
              <a:ext cx="101501" cy="108615"/>
            </a:xfrm>
            <a:custGeom>
              <a:avLst/>
              <a:gdLst/>
              <a:ahLst/>
              <a:cxnLst/>
              <a:rect l="l" t="t" r="r" b="b"/>
              <a:pathLst>
                <a:path w="2518" h="2695" extrusionOk="0">
                  <a:moveTo>
                    <a:pt x="2288" y="229"/>
                  </a:moveTo>
                  <a:lnTo>
                    <a:pt x="2288" y="2466"/>
                  </a:lnTo>
                  <a:lnTo>
                    <a:pt x="255" y="2466"/>
                  </a:lnTo>
                  <a:lnTo>
                    <a:pt x="255"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8"/>
            <p:cNvSpPr/>
            <p:nvPr/>
          </p:nvSpPr>
          <p:spPr>
            <a:xfrm>
              <a:off x="4291165" y="5351193"/>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5"/>
                  </a:lnTo>
                  <a:lnTo>
                    <a:pt x="2516" y="2695"/>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8"/>
            <p:cNvSpPr/>
            <p:nvPr/>
          </p:nvSpPr>
          <p:spPr>
            <a:xfrm>
              <a:off x="4383354" y="5351193"/>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8"/>
            <p:cNvSpPr/>
            <p:nvPr/>
          </p:nvSpPr>
          <p:spPr>
            <a:xfrm>
              <a:off x="4475583" y="5351193"/>
              <a:ext cx="101460" cy="108615"/>
            </a:xfrm>
            <a:custGeom>
              <a:avLst/>
              <a:gdLst/>
              <a:ahLst/>
              <a:cxnLst/>
              <a:rect l="l" t="t" r="r" b="b"/>
              <a:pathLst>
                <a:path w="2517" h="2695" extrusionOk="0">
                  <a:moveTo>
                    <a:pt x="2262" y="229"/>
                  </a:moveTo>
                  <a:lnTo>
                    <a:pt x="2262" y="2466"/>
                  </a:lnTo>
                  <a:lnTo>
                    <a:pt x="229" y="2466"/>
                  </a:lnTo>
                  <a:lnTo>
                    <a:pt x="229" y="229"/>
                  </a:lnTo>
                  <a:close/>
                  <a:moveTo>
                    <a:pt x="0" y="0"/>
                  </a:moveTo>
                  <a:lnTo>
                    <a:pt x="0" y="2695"/>
                  </a:lnTo>
                  <a:lnTo>
                    <a:pt x="2491" y="2695"/>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8"/>
            <p:cNvSpPr/>
            <p:nvPr/>
          </p:nvSpPr>
          <p:spPr>
            <a:xfrm>
              <a:off x="4566764" y="5351193"/>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5"/>
                  </a:lnTo>
                  <a:lnTo>
                    <a:pt x="2516" y="2695"/>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8"/>
            <p:cNvSpPr/>
            <p:nvPr/>
          </p:nvSpPr>
          <p:spPr>
            <a:xfrm>
              <a:off x="4658953" y="5351193"/>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8"/>
            <p:cNvSpPr/>
            <p:nvPr/>
          </p:nvSpPr>
          <p:spPr>
            <a:xfrm>
              <a:off x="4751142" y="5351193"/>
              <a:ext cx="101501" cy="108615"/>
            </a:xfrm>
            <a:custGeom>
              <a:avLst/>
              <a:gdLst/>
              <a:ahLst/>
              <a:cxnLst/>
              <a:rect l="l" t="t" r="r" b="b"/>
              <a:pathLst>
                <a:path w="2518" h="2695" extrusionOk="0">
                  <a:moveTo>
                    <a:pt x="2263" y="229"/>
                  </a:moveTo>
                  <a:lnTo>
                    <a:pt x="2263" y="2466"/>
                  </a:lnTo>
                  <a:lnTo>
                    <a:pt x="230" y="2466"/>
                  </a:lnTo>
                  <a:lnTo>
                    <a:pt x="230"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8"/>
            <p:cNvSpPr/>
            <p:nvPr/>
          </p:nvSpPr>
          <p:spPr>
            <a:xfrm>
              <a:off x="4843371" y="5351193"/>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5"/>
                  </a:lnTo>
                  <a:lnTo>
                    <a:pt x="2491" y="2695"/>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8"/>
            <p:cNvSpPr/>
            <p:nvPr/>
          </p:nvSpPr>
          <p:spPr>
            <a:xfrm>
              <a:off x="4934553" y="5351193"/>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8"/>
            <p:cNvSpPr/>
            <p:nvPr/>
          </p:nvSpPr>
          <p:spPr>
            <a:xfrm>
              <a:off x="5026742" y="5351193"/>
              <a:ext cx="101501" cy="108615"/>
            </a:xfrm>
            <a:custGeom>
              <a:avLst/>
              <a:gdLst/>
              <a:ahLst/>
              <a:cxnLst/>
              <a:rect l="l" t="t" r="r" b="b"/>
              <a:pathLst>
                <a:path w="2518" h="2695" extrusionOk="0">
                  <a:moveTo>
                    <a:pt x="2288" y="229"/>
                  </a:moveTo>
                  <a:lnTo>
                    <a:pt x="2288" y="2466"/>
                  </a:lnTo>
                  <a:lnTo>
                    <a:pt x="230" y="2466"/>
                  </a:lnTo>
                  <a:lnTo>
                    <a:pt x="230"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8"/>
            <p:cNvSpPr/>
            <p:nvPr/>
          </p:nvSpPr>
          <p:spPr>
            <a:xfrm>
              <a:off x="5118971" y="5351193"/>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5"/>
                  </a:lnTo>
                  <a:lnTo>
                    <a:pt x="2491" y="2695"/>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8"/>
            <p:cNvSpPr/>
            <p:nvPr/>
          </p:nvSpPr>
          <p:spPr>
            <a:xfrm>
              <a:off x="5210152" y="5351193"/>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5"/>
                  </a:lnTo>
                  <a:lnTo>
                    <a:pt x="2516" y="2695"/>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8"/>
            <p:cNvSpPr/>
            <p:nvPr/>
          </p:nvSpPr>
          <p:spPr>
            <a:xfrm>
              <a:off x="5302341" y="5351193"/>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5"/>
                  </a:lnTo>
                  <a:lnTo>
                    <a:pt x="2517" y="2695"/>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8"/>
            <p:cNvSpPr/>
            <p:nvPr/>
          </p:nvSpPr>
          <p:spPr>
            <a:xfrm>
              <a:off x="5394570" y="5351193"/>
              <a:ext cx="101460" cy="108615"/>
            </a:xfrm>
            <a:custGeom>
              <a:avLst/>
              <a:gdLst/>
              <a:ahLst/>
              <a:cxnLst/>
              <a:rect l="l" t="t" r="r" b="b"/>
              <a:pathLst>
                <a:path w="2517" h="2695" extrusionOk="0">
                  <a:moveTo>
                    <a:pt x="2262" y="229"/>
                  </a:moveTo>
                  <a:lnTo>
                    <a:pt x="2262" y="2466"/>
                  </a:lnTo>
                  <a:lnTo>
                    <a:pt x="229" y="2466"/>
                  </a:lnTo>
                  <a:lnTo>
                    <a:pt x="229" y="229"/>
                  </a:lnTo>
                  <a:close/>
                  <a:moveTo>
                    <a:pt x="0" y="0"/>
                  </a:moveTo>
                  <a:lnTo>
                    <a:pt x="0" y="2695"/>
                  </a:lnTo>
                  <a:lnTo>
                    <a:pt x="2516" y="2695"/>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8"/>
            <p:cNvSpPr/>
            <p:nvPr/>
          </p:nvSpPr>
          <p:spPr>
            <a:xfrm>
              <a:off x="5485752" y="5351193"/>
              <a:ext cx="101460" cy="108615"/>
            </a:xfrm>
            <a:custGeom>
              <a:avLst/>
              <a:gdLst/>
              <a:ahLst/>
              <a:cxnLst/>
              <a:rect l="l" t="t" r="r" b="b"/>
              <a:pathLst>
                <a:path w="2517" h="2695" extrusionOk="0">
                  <a:moveTo>
                    <a:pt x="2288" y="229"/>
                  </a:moveTo>
                  <a:lnTo>
                    <a:pt x="2288" y="2466"/>
                  </a:lnTo>
                  <a:lnTo>
                    <a:pt x="254" y="2466"/>
                  </a:lnTo>
                  <a:lnTo>
                    <a:pt x="254" y="229"/>
                  </a:lnTo>
                  <a:close/>
                  <a:moveTo>
                    <a:pt x="0" y="0"/>
                  </a:moveTo>
                  <a:lnTo>
                    <a:pt x="0" y="2695"/>
                  </a:lnTo>
                  <a:lnTo>
                    <a:pt x="2516" y="2695"/>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8"/>
            <p:cNvSpPr/>
            <p:nvPr/>
          </p:nvSpPr>
          <p:spPr>
            <a:xfrm>
              <a:off x="5578948" y="5351193"/>
              <a:ext cx="100453" cy="108615"/>
            </a:xfrm>
            <a:custGeom>
              <a:avLst/>
              <a:gdLst/>
              <a:ahLst/>
              <a:cxnLst/>
              <a:rect l="l" t="t" r="r" b="b"/>
              <a:pathLst>
                <a:path w="2492" h="2695" extrusionOk="0">
                  <a:moveTo>
                    <a:pt x="2263" y="229"/>
                  </a:moveTo>
                  <a:lnTo>
                    <a:pt x="2263" y="2466"/>
                  </a:lnTo>
                  <a:lnTo>
                    <a:pt x="230" y="2466"/>
                  </a:lnTo>
                  <a:lnTo>
                    <a:pt x="230" y="229"/>
                  </a:lnTo>
                  <a:close/>
                  <a:moveTo>
                    <a:pt x="1" y="0"/>
                  </a:moveTo>
                  <a:lnTo>
                    <a:pt x="1" y="2695"/>
                  </a:lnTo>
                  <a:lnTo>
                    <a:pt x="2492" y="2695"/>
                  </a:lnTo>
                  <a:lnTo>
                    <a:pt x="24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8"/>
            <p:cNvSpPr/>
            <p:nvPr/>
          </p:nvSpPr>
          <p:spPr>
            <a:xfrm>
              <a:off x="4057568" y="4572186"/>
              <a:ext cx="898550" cy="768810"/>
            </a:xfrm>
            <a:custGeom>
              <a:avLst/>
              <a:gdLst/>
              <a:ahLst/>
              <a:cxnLst/>
              <a:rect l="l" t="t" r="r" b="b"/>
              <a:pathLst>
                <a:path w="22291" h="19076" extrusionOk="0">
                  <a:moveTo>
                    <a:pt x="12759" y="268"/>
                  </a:moveTo>
                  <a:cubicBezTo>
                    <a:pt x="17893" y="268"/>
                    <a:pt x="22061" y="4410"/>
                    <a:pt x="22061" y="9544"/>
                  </a:cubicBezTo>
                  <a:cubicBezTo>
                    <a:pt x="22061" y="13306"/>
                    <a:pt x="19799" y="16712"/>
                    <a:pt x="16317" y="18135"/>
                  </a:cubicBezTo>
                  <a:cubicBezTo>
                    <a:pt x="15166" y="18614"/>
                    <a:pt x="13959" y="18846"/>
                    <a:pt x="12763" y="18846"/>
                  </a:cubicBezTo>
                  <a:cubicBezTo>
                    <a:pt x="10341" y="18846"/>
                    <a:pt x="7963" y="17896"/>
                    <a:pt x="6177" y="16127"/>
                  </a:cubicBezTo>
                  <a:cubicBezTo>
                    <a:pt x="331" y="10281"/>
                    <a:pt x="4474" y="268"/>
                    <a:pt x="12759" y="268"/>
                  </a:cubicBezTo>
                  <a:close/>
                  <a:moveTo>
                    <a:pt x="12692" y="1"/>
                  </a:moveTo>
                  <a:cubicBezTo>
                    <a:pt x="10351" y="1"/>
                    <a:pt x="7964" y="869"/>
                    <a:pt x="6024" y="2809"/>
                  </a:cubicBezTo>
                  <a:cubicBezTo>
                    <a:pt x="0" y="8807"/>
                    <a:pt x="4270" y="19075"/>
                    <a:pt x="12759" y="19075"/>
                  </a:cubicBezTo>
                  <a:cubicBezTo>
                    <a:pt x="18020" y="19075"/>
                    <a:pt x="22290" y="14805"/>
                    <a:pt x="22290" y="9544"/>
                  </a:cubicBezTo>
                  <a:cubicBezTo>
                    <a:pt x="22290" y="3801"/>
                    <a:pt x="17590" y="1"/>
                    <a:pt x="126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8"/>
            <p:cNvSpPr/>
            <p:nvPr/>
          </p:nvSpPr>
          <p:spPr>
            <a:xfrm>
              <a:off x="4194864" y="4675038"/>
              <a:ext cx="658786" cy="563510"/>
            </a:xfrm>
            <a:custGeom>
              <a:avLst/>
              <a:gdLst/>
              <a:ahLst/>
              <a:cxnLst/>
              <a:rect l="l" t="t" r="r" b="b"/>
              <a:pathLst>
                <a:path w="16343" h="13982" extrusionOk="0">
                  <a:moveTo>
                    <a:pt x="9353" y="232"/>
                  </a:moveTo>
                  <a:cubicBezTo>
                    <a:pt x="13089" y="232"/>
                    <a:pt x="16114" y="3256"/>
                    <a:pt x="16114" y="6992"/>
                  </a:cubicBezTo>
                  <a:cubicBezTo>
                    <a:pt x="16114" y="11067"/>
                    <a:pt x="12787" y="13770"/>
                    <a:pt x="9313" y="13770"/>
                  </a:cubicBezTo>
                  <a:cubicBezTo>
                    <a:pt x="7651" y="13770"/>
                    <a:pt x="5956" y="13152"/>
                    <a:pt x="4575" y="11771"/>
                  </a:cubicBezTo>
                  <a:cubicBezTo>
                    <a:pt x="305" y="7526"/>
                    <a:pt x="3330" y="232"/>
                    <a:pt x="9353" y="232"/>
                  </a:cubicBezTo>
                  <a:close/>
                  <a:moveTo>
                    <a:pt x="9307" y="0"/>
                  </a:moveTo>
                  <a:cubicBezTo>
                    <a:pt x="7586" y="0"/>
                    <a:pt x="5829" y="638"/>
                    <a:pt x="4397" y="2062"/>
                  </a:cubicBezTo>
                  <a:cubicBezTo>
                    <a:pt x="0" y="6459"/>
                    <a:pt x="3126" y="13982"/>
                    <a:pt x="9353" y="13982"/>
                  </a:cubicBezTo>
                  <a:cubicBezTo>
                    <a:pt x="13216" y="13982"/>
                    <a:pt x="16343" y="10856"/>
                    <a:pt x="16343" y="6992"/>
                  </a:cubicBezTo>
                  <a:cubicBezTo>
                    <a:pt x="16343" y="2782"/>
                    <a:pt x="12902" y="0"/>
                    <a:pt x="930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8"/>
            <p:cNvSpPr/>
            <p:nvPr/>
          </p:nvSpPr>
          <p:spPr>
            <a:xfrm>
              <a:off x="4475583" y="4885135"/>
              <a:ext cx="168052" cy="144525"/>
            </a:xfrm>
            <a:custGeom>
              <a:avLst/>
              <a:gdLst/>
              <a:ahLst/>
              <a:cxnLst/>
              <a:rect l="l" t="t" r="r" b="b"/>
              <a:pathLst>
                <a:path w="4169" h="3586" extrusionOk="0">
                  <a:moveTo>
                    <a:pt x="2389" y="0"/>
                  </a:moveTo>
                  <a:cubicBezTo>
                    <a:pt x="788" y="0"/>
                    <a:pt x="0" y="1932"/>
                    <a:pt x="1118" y="3050"/>
                  </a:cubicBezTo>
                  <a:cubicBezTo>
                    <a:pt x="1480" y="3420"/>
                    <a:pt x="1927" y="3585"/>
                    <a:pt x="2366" y="3585"/>
                  </a:cubicBezTo>
                  <a:cubicBezTo>
                    <a:pt x="3284" y="3585"/>
                    <a:pt x="4168" y="2863"/>
                    <a:pt x="4168" y="1779"/>
                  </a:cubicBezTo>
                  <a:cubicBezTo>
                    <a:pt x="4168" y="788"/>
                    <a:pt x="3380" y="0"/>
                    <a:pt x="23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8"/>
            <p:cNvSpPr/>
            <p:nvPr/>
          </p:nvSpPr>
          <p:spPr>
            <a:xfrm>
              <a:off x="5177340" y="4634171"/>
              <a:ext cx="86102" cy="73633"/>
            </a:xfrm>
            <a:custGeom>
              <a:avLst/>
              <a:gdLst/>
              <a:ahLst/>
              <a:cxnLst/>
              <a:rect l="l" t="t" r="r" b="b"/>
              <a:pathLst>
                <a:path w="2136" h="1827" extrusionOk="0">
                  <a:moveTo>
                    <a:pt x="1221" y="0"/>
                  </a:moveTo>
                  <a:cubicBezTo>
                    <a:pt x="408" y="0"/>
                    <a:pt x="1" y="966"/>
                    <a:pt x="560" y="1551"/>
                  </a:cubicBezTo>
                  <a:cubicBezTo>
                    <a:pt x="751" y="1741"/>
                    <a:pt x="985" y="1827"/>
                    <a:pt x="1214" y="1827"/>
                  </a:cubicBezTo>
                  <a:cubicBezTo>
                    <a:pt x="1686" y="1827"/>
                    <a:pt x="2136" y="1463"/>
                    <a:pt x="2136" y="915"/>
                  </a:cubicBezTo>
                  <a:cubicBezTo>
                    <a:pt x="2136" y="407"/>
                    <a:pt x="1729" y="0"/>
                    <a:pt x="122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8"/>
            <p:cNvSpPr/>
            <p:nvPr/>
          </p:nvSpPr>
          <p:spPr>
            <a:xfrm>
              <a:off x="5433469" y="5269258"/>
              <a:ext cx="73808" cy="73794"/>
            </a:xfrm>
            <a:custGeom>
              <a:avLst/>
              <a:gdLst/>
              <a:ahLst/>
              <a:cxnLst/>
              <a:rect l="l" t="t" r="r" b="b"/>
              <a:pathLst>
                <a:path w="1831" h="1831" extrusionOk="0">
                  <a:moveTo>
                    <a:pt x="916" y="0"/>
                  </a:moveTo>
                  <a:cubicBezTo>
                    <a:pt x="408" y="0"/>
                    <a:pt x="1" y="407"/>
                    <a:pt x="1" y="915"/>
                  </a:cubicBezTo>
                  <a:cubicBezTo>
                    <a:pt x="1" y="1398"/>
                    <a:pt x="408" y="1830"/>
                    <a:pt x="916" y="1830"/>
                  </a:cubicBezTo>
                  <a:cubicBezTo>
                    <a:pt x="1424" y="1830"/>
                    <a:pt x="1831" y="1398"/>
                    <a:pt x="1831" y="915"/>
                  </a:cubicBezTo>
                  <a:cubicBezTo>
                    <a:pt x="1831" y="407"/>
                    <a:pt x="1424" y="0"/>
                    <a:pt x="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8"/>
            <p:cNvSpPr/>
            <p:nvPr/>
          </p:nvSpPr>
          <p:spPr>
            <a:xfrm>
              <a:off x="3534062" y="5253862"/>
              <a:ext cx="73767" cy="73794"/>
            </a:xfrm>
            <a:custGeom>
              <a:avLst/>
              <a:gdLst/>
              <a:ahLst/>
              <a:cxnLst/>
              <a:rect l="l" t="t" r="r" b="b"/>
              <a:pathLst>
                <a:path w="1830" h="1831" extrusionOk="0">
                  <a:moveTo>
                    <a:pt x="915" y="1"/>
                  </a:moveTo>
                  <a:cubicBezTo>
                    <a:pt x="407" y="1"/>
                    <a:pt x="0" y="408"/>
                    <a:pt x="0" y="916"/>
                  </a:cubicBezTo>
                  <a:cubicBezTo>
                    <a:pt x="0" y="1424"/>
                    <a:pt x="407" y="1831"/>
                    <a:pt x="915" y="1831"/>
                  </a:cubicBezTo>
                  <a:cubicBezTo>
                    <a:pt x="1423" y="1831"/>
                    <a:pt x="1830" y="1424"/>
                    <a:pt x="1830" y="916"/>
                  </a:cubicBezTo>
                  <a:cubicBezTo>
                    <a:pt x="1830" y="408"/>
                    <a:pt x="1423" y="1"/>
                    <a:pt x="91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8"/>
            <p:cNvSpPr/>
            <p:nvPr/>
          </p:nvSpPr>
          <p:spPr>
            <a:xfrm>
              <a:off x="4247106" y="4505082"/>
              <a:ext cx="86102" cy="73673"/>
            </a:xfrm>
            <a:custGeom>
              <a:avLst/>
              <a:gdLst/>
              <a:ahLst/>
              <a:cxnLst/>
              <a:rect l="l" t="t" r="r" b="b"/>
              <a:pathLst>
                <a:path w="2136" h="1828" extrusionOk="0">
                  <a:moveTo>
                    <a:pt x="1220" y="1"/>
                  </a:moveTo>
                  <a:cubicBezTo>
                    <a:pt x="407" y="1"/>
                    <a:pt x="0" y="967"/>
                    <a:pt x="560" y="1551"/>
                  </a:cubicBezTo>
                  <a:cubicBezTo>
                    <a:pt x="750" y="1742"/>
                    <a:pt x="984" y="1827"/>
                    <a:pt x="1213" y="1827"/>
                  </a:cubicBezTo>
                  <a:cubicBezTo>
                    <a:pt x="1685" y="1827"/>
                    <a:pt x="2135" y="1464"/>
                    <a:pt x="2135" y="916"/>
                  </a:cubicBezTo>
                  <a:cubicBezTo>
                    <a:pt x="2135" y="408"/>
                    <a:pt x="1729" y="1"/>
                    <a:pt x="12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8"/>
            <p:cNvSpPr/>
            <p:nvPr/>
          </p:nvSpPr>
          <p:spPr>
            <a:xfrm>
              <a:off x="3924384" y="4865669"/>
              <a:ext cx="73808" cy="73794"/>
            </a:xfrm>
            <a:custGeom>
              <a:avLst/>
              <a:gdLst/>
              <a:ahLst/>
              <a:cxnLst/>
              <a:rect l="l" t="t" r="r" b="b"/>
              <a:pathLst>
                <a:path w="1831" h="1831" extrusionOk="0">
                  <a:moveTo>
                    <a:pt x="915" y="0"/>
                  </a:moveTo>
                  <a:cubicBezTo>
                    <a:pt x="407" y="0"/>
                    <a:pt x="0" y="407"/>
                    <a:pt x="0" y="915"/>
                  </a:cubicBezTo>
                  <a:cubicBezTo>
                    <a:pt x="0" y="1424"/>
                    <a:pt x="407" y="1830"/>
                    <a:pt x="915" y="1830"/>
                  </a:cubicBezTo>
                  <a:cubicBezTo>
                    <a:pt x="1424" y="1830"/>
                    <a:pt x="1830" y="1424"/>
                    <a:pt x="1830" y="915"/>
                  </a:cubicBezTo>
                  <a:cubicBezTo>
                    <a:pt x="1830" y="407"/>
                    <a:pt x="1424" y="0"/>
                    <a:pt x="91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8"/>
            <p:cNvSpPr/>
            <p:nvPr/>
          </p:nvSpPr>
          <p:spPr>
            <a:xfrm>
              <a:off x="4292172" y="4538896"/>
              <a:ext cx="282815" cy="421040"/>
            </a:xfrm>
            <a:custGeom>
              <a:avLst/>
              <a:gdLst/>
              <a:ahLst/>
              <a:cxnLst/>
              <a:rect l="l" t="t" r="r" b="b"/>
              <a:pathLst>
                <a:path w="7016" h="10447" extrusionOk="0">
                  <a:moveTo>
                    <a:pt x="179" y="1"/>
                  </a:moveTo>
                  <a:lnTo>
                    <a:pt x="1" y="128"/>
                  </a:lnTo>
                  <a:lnTo>
                    <a:pt x="6838" y="10447"/>
                  </a:lnTo>
                  <a:lnTo>
                    <a:pt x="7015" y="10320"/>
                  </a:lnTo>
                  <a:lnTo>
                    <a:pt x="17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8"/>
            <p:cNvSpPr/>
            <p:nvPr/>
          </p:nvSpPr>
          <p:spPr>
            <a:xfrm>
              <a:off x="3961268" y="4897427"/>
              <a:ext cx="614728" cy="71738"/>
            </a:xfrm>
            <a:custGeom>
              <a:avLst/>
              <a:gdLst/>
              <a:ahLst/>
              <a:cxnLst/>
              <a:rect l="l" t="t" r="r" b="b"/>
              <a:pathLst>
                <a:path w="15250" h="1780" extrusionOk="0">
                  <a:moveTo>
                    <a:pt x="0" y="0"/>
                  </a:moveTo>
                  <a:lnTo>
                    <a:pt x="0" y="229"/>
                  </a:lnTo>
                  <a:lnTo>
                    <a:pt x="15224" y="1779"/>
                  </a:lnTo>
                  <a:lnTo>
                    <a:pt x="15250" y="1551"/>
                  </a:lnTo>
                  <a:lnTo>
                    <a:pt x="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8"/>
            <p:cNvSpPr/>
            <p:nvPr/>
          </p:nvSpPr>
          <p:spPr>
            <a:xfrm>
              <a:off x="4573939" y="4665929"/>
              <a:ext cx="654675" cy="303236"/>
            </a:xfrm>
            <a:custGeom>
              <a:avLst/>
              <a:gdLst/>
              <a:ahLst/>
              <a:cxnLst/>
              <a:rect l="l" t="t" r="r" b="b"/>
              <a:pathLst>
                <a:path w="16241" h="7524" extrusionOk="0">
                  <a:moveTo>
                    <a:pt x="16139" y="0"/>
                  </a:moveTo>
                  <a:lnTo>
                    <a:pt x="0" y="7295"/>
                  </a:lnTo>
                  <a:lnTo>
                    <a:pt x="102" y="7523"/>
                  </a:lnTo>
                  <a:lnTo>
                    <a:pt x="16241" y="229"/>
                  </a:lnTo>
                  <a:lnTo>
                    <a:pt x="1613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8"/>
            <p:cNvSpPr/>
            <p:nvPr/>
          </p:nvSpPr>
          <p:spPr>
            <a:xfrm>
              <a:off x="4573939" y="4952722"/>
              <a:ext cx="898510" cy="357523"/>
            </a:xfrm>
            <a:custGeom>
              <a:avLst/>
              <a:gdLst/>
              <a:ahLst/>
              <a:cxnLst/>
              <a:rect l="l" t="t" r="r" b="b"/>
              <a:pathLst>
                <a:path w="22290" h="8871" extrusionOk="0">
                  <a:moveTo>
                    <a:pt x="102" y="1"/>
                  </a:moveTo>
                  <a:lnTo>
                    <a:pt x="0" y="204"/>
                  </a:lnTo>
                  <a:lnTo>
                    <a:pt x="22213" y="8871"/>
                  </a:lnTo>
                  <a:lnTo>
                    <a:pt x="22290" y="8642"/>
                  </a:lnTo>
                  <a:lnTo>
                    <a:pt x="10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8"/>
            <p:cNvSpPr/>
            <p:nvPr/>
          </p:nvSpPr>
          <p:spPr>
            <a:xfrm>
              <a:off x="3569898" y="4952722"/>
              <a:ext cx="1007145" cy="343176"/>
            </a:xfrm>
            <a:custGeom>
              <a:avLst/>
              <a:gdLst/>
              <a:ahLst/>
              <a:cxnLst/>
              <a:rect l="l" t="t" r="r" b="b"/>
              <a:pathLst>
                <a:path w="24985" h="8515" extrusionOk="0">
                  <a:moveTo>
                    <a:pt x="24908" y="1"/>
                  </a:moveTo>
                  <a:lnTo>
                    <a:pt x="1" y="8312"/>
                  </a:lnTo>
                  <a:lnTo>
                    <a:pt x="77" y="8515"/>
                  </a:lnTo>
                  <a:lnTo>
                    <a:pt x="24984" y="204"/>
                  </a:lnTo>
                  <a:lnTo>
                    <a:pt x="249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8"/>
            <p:cNvSpPr/>
            <p:nvPr/>
          </p:nvSpPr>
          <p:spPr>
            <a:xfrm>
              <a:off x="7791927" y="3546326"/>
              <a:ext cx="1409762" cy="1678922"/>
            </a:xfrm>
            <a:custGeom>
              <a:avLst/>
              <a:gdLst/>
              <a:ahLst/>
              <a:cxnLst/>
              <a:rect l="l" t="t" r="r" b="b"/>
              <a:pathLst>
                <a:path w="34973" h="41658" extrusionOk="0">
                  <a:moveTo>
                    <a:pt x="0" y="1"/>
                  </a:moveTo>
                  <a:lnTo>
                    <a:pt x="0" y="41657"/>
                  </a:lnTo>
                  <a:lnTo>
                    <a:pt x="34972" y="41657"/>
                  </a:lnTo>
                  <a:lnTo>
                    <a:pt x="3497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8"/>
            <p:cNvSpPr/>
            <p:nvPr/>
          </p:nvSpPr>
          <p:spPr>
            <a:xfrm>
              <a:off x="7940469" y="3694881"/>
              <a:ext cx="1260171" cy="1382859"/>
            </a:xfrm>
            <a:custGeom>
              <a:avLst/>
              <a:gdLst/>
              <a:ahLst/>
              <a:cxnLst/>
              <a:rect l="l" t="t" r="r" b="b"/>
              <a:pathLst>
                <a:path w="31262" h="34312" extrusionOk="0">
                  <a:moveTo>
                    <a:pt x="31262" y="0"/>
                  </a:moveTo>
                  <a:lnTo>
                    <a:pt x="31262" y="34311"/>
                  </a:lnTo>
                  <a:lnTo>
                    <a:pt x="0" y="34311"/>
                  </a:lnTo>
                  <a:lnTo>
                    <a:pt x="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8"/>
            <p:cNvSpPr/>
            <p:nvPr/>
          </p:nvSpPr>
          <p:spPr>
            <a:xfrm>
              <a:off x="-57881" y="3546326"/>
              <a:ext cx="1409762" cy="1678922"/>
            </a:xfrm>
            <a:custGeom>
              <a:avLst/>
              <a:gdLst/>
              <a:ahLst/>
              <a:cxnLst/>
              <a:rect l="l" t="t" r="r" b="b"/>
              <a:pathLst>
                <a:path w="34973" h="41658" extrusionOk="0">
                  <a:moveTo>
                    <a:pt x="0" y="1"/>
                  </a:moveTo>
                  <a:lnTo>
                    <a:pt x="0" y="41657"/>
                  </a:lnTo>
                  <a:lnTo>
                    <a:pt x="34972" y="41657"/>
                  </a:lnTo>
                  <a:lnTo>
                    <a:pt x="3497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8"/>
            <p:cNvSpPr/>
            <p:nvPr/>
          </p:nvSpPr>
          <p:spPr>
            <a:xfrm>
              <a:off x="7791927" y="2976811"/>
              <a:ext cx="1409762" cy="569555"/>
            </a:xfrm>
            <a:custGeom>
              <a:avLst/>
              <a:gdLst/>
              <a:ahLst/>
              <a:cxnLst/>
              <a:rect l="l" t="t" r="r" b="b"/>
              <a:pathLst>
                <a:path w="34973" h="14132" extrusionOk="0">
                  <a:moveTo>
                    <a:pt x="14157" y="1"/>
                  </a:moveTo>
                  <a:lnTo>
                    <a:pt x="0" y="14132"/>
                  </a:lnTo>
                  <a:lnTo>
                    <a:pt x="34972" y="14132"/>
                  </a:lnTo>
                  <a:lnTo>
                    <a:pt x="34972" y="1"/>
                  </a:lnTo>
                  <a:close/>
                </a:path>
              </a:pathLst>
            </a:custGeom>
            <a:solidFill>
              <a:srgbClr val="1F72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8"/>
            <p:cNvSpPr/>
            <p:nvPr/>
          </p:nvSpPr>
          <p:spPr>
            <a:xfrm>
              <a:off x="-57881" y="2976811"/>
              <a:ext cx="1409762" cy="569555"/>
            </a:xfrm>
            <a:custGeom>
              <a:avLst/>
              <a:gdLst/>
              <a:ahLst/>
              <a:cxnLst/>
              <a:rect l="l" t="t" r="r" b="b"/>
              <a:pathLst>
                <a:path w="34973" h="14132" extrusionOk="0">
                  <a:moveTo>
                    <a:pt x="0" y="1"/>
                  </a:moveTo>
                  <a:lnTo>
                    <a:pt x="0" y="14132"/>
                  </a:lnTo>
                  <a:lnTo>
                    <a:pt x="34972" y="14132"/>
                  </a:lnTo>
                  <a:lnTo>
                    <a:pt x="20816" y="1"/>
                  </a:lnTo>
                  <a:close/>
                </a:path>
              </a:pathLst>
            </a:custGeom>
            <a:solidFill>
              <a:srgbClr val="1F72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8"/>
            <p:cNvSpPr/>
            <p:nvPr/>
          </p:nvSpPr>
          <p:spPr>
            <a:xfrm>
              <a:off x="-57881" y="3694881"/>
              <a:ext cx="1261219" cy="1382859"/>
            </a:xfrm>
            <a:custGeom>
              <a:avLst/>
              <a:gdLst/>
              <a:ahLst/>
              <a:cxnLst/>
              <a:rect l="l" t="t" r="r" b="b"/>
              <a:pathLst>
                <a:path w="31288" h="34312" extrusionOk="0">
                  <a:moveTo>
                    <a:pt x="31287" y="0"/>
                  </a:moveTo>
                  <a:lnTo>
                    <a:pt x="31287" y="34311"/>
                  </a:lnTo>
                  <a:lnTo>
                    <a:pt x="0" y="34311"/>
                  </a:lnTo>
                  <a:lnTo>
                    <a:pt x="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8"/>
            <p:cNvSpPr/>
            <p:nvPr/>
          </p:nvSpPr>
          <p:spPr>
            <a:xfrm>
              <a:off x="8098243" y="3883336"/>
              <a:ext cx="101460" cy="108615"/>
            </a:xfrm>
            <a:custGeom>
              <a:avLst/>
              <a:gdLst/>
              <a:ahLst/>
              <a:cxnLst/>
              <a:rect l="l" t="t" r="r" b="b"/>
              <a:pathLst>
                <a:path w="2517" h="2695" extrusionOk="0">
                  <a:moveTo>
                    <a:pt x="2262" y="229"/>
                  </a:moveTo>
                  <a:lnTo>
                    <a:pt x="2262" y="2466"/>
                  </a:lnTo>
                  <a:lnTo>
                    <a:pt x="229" y="2466"/>
                  </a:lnTo>
                  <a:lnTo>
                    <a:pt x="229"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8"/>
            <p:cNvSpPr/>
            <p:nvPr/>
          </p:nvSpPr>
          <p:spPr>
            <a:xfrm>
              <a:off x="8189424" y="3883336"/>
              <a:ext cx="101460" cy="108615"/>
            </a:xfrm>
            <a:custGeom>
              <a:avLst/>
              <a:gdLst/>
              <a:ahLst/>
              <a:cxnLst/>
              <a:rect l="l" t="t" r="r" b="b"/>
              <a:pathLst>
                <a:path w="2517" h="2695" extrusionOk="0">
                  <a:moveTo>
                    <a:pt x="2288" y="229"/>
                  </a:moveTo>
                  <a:lnTo>
                    <a:pt x="2288" y="2466"/>
                  </a:lnTo>
                  <a:lnTo>
                    <a:pt x="255" y="2466"/>
                  </a:lnTo>
                  <a:lnTo>
                    <a:pt x="255"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8"/>
            <p:cNvSpPr/>
            <p:nvPr/>
          </p:nvSpPr>
          <p:spPr>
            <a:xfrm>
              <a:off x="8281613" y="3883336"/>
              <a:ext cx="101501" cy="108615"/>
            </a:xfrm>
            <a:custGeom>
              <a:avLst/>
              <a:gdLst/>
              <a:ahLst/>
              <a:cxnLst/>
              <a:rect l="l" t="t" r="r" b="b"/>
              <a:pathLst>
                <a:path w="2518" h="2695" extrusionOk="0">
                  <a:moveTo>
                    <a:pt x="2288" y="229"/>
                  </a:moveTo>
                  <a:lnTo>
                    <a:pt x="2288" y="2466"/>
                  </a:lnTo>
                  <a:lnTo>
                    <a:pt x="230" y="2466"/>
                  </a:lnTo>
                  <a:lnTo>
                    <a:pt x="230"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8"/>
            <p:cNvSpPr/>
            <p:nvPr/>
          </p:nvSpPr>
          <p:spPr>
            <a:xfrm>
              <a:off x="8373842" y="3883336"/>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8"/>
            <p:cNvSpPr/>
            <p:nvPr/>
          </p:nvSpPr>
          <p:spPr>
            <a:xfrm>
              <a:off x="8466031" y="3883336"/>
              <a:ext cx="100453" cy="108615"/>
            </a:xfrm>
            <a:custGeom>
              <a:avLst/>
              <a:gdLst/>
              <a:ahLst/>
              <a:cxnLst/>
              <a:rect l="l" t="t" r="r" b="b"/>
              <a:pathLst>
                <a:path w="2492" h="2695" extrusionOk="0">
                  <a:moveTo>
                    <a:pt x="2263" y="229"/>
                  </a:moveTo>
                  <a:lnTo>
                    <a:pt x="2263" y="2466"/>
                  </a:lnTo>
                  <a:lnTo>
                    <a:pt x="229" y="2466"/>
                  </a:lnTo>
                  <a:lnTo>
                    <a:pt x="229" y="229"/>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8"/>
            <p:cNvSpPr/>
            <p:nvPr/>
          </p:nvSpPr>
          <p:spPr>
            <a:xfrm>
              <a:off x="8557212" y="3883336"/>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8"/>
            <p:cNvSpPr/>
            <p:nvPr/>
          </p:nvSpPr>
          <p:spPr>
            <a:xfrm>
              <a:off x="8649442" y="3883336"/>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8"/>
            <p:cNvSpPr/>
            <p:nvPr/>
          </p:nvSpPr>
          <p:spPr>
            <a:xfrm>
              <a:off x="8741631" y="3883336"/>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8"/>
            <p:cNvSpPr/>
            <p:nvPr/>
          </p:nvSpPr>
          <p:spPr>
            <a:xfrm>
              <a:off x="8832812" y="3883336"/>
              <a:ext cx="101460" cy="108615"/>
            </a:xfrm>
            <a:custGeom>
              <a:avLst/>
              <a:gdLst/>
              <a:ahLst/>
              <a:cxnLst/>
              <a:rect l="l" t="t" r="r" b="b"/>
              <a:pathLst>
                <a:path w="2517" h="2695" extrusionOk="0">
                  <a:moveTo>
                    <a:pt x="2288" y="229"/>
                  </a:moveTo>
                  <a:lnTo>
                    <a:pt x="2288" y="2466"/>
                  </a:lnTo>
                  <a:lnTo>
                    <a:pt x="255" y="2466"/>
                  </a:lnTo>
                  <a:lnTo>
                    <a:pt x="255"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8"/>
            <p:cNvSpPr/>
            <p:nvPr/>
          </p:nvSpPr>
          <p:spPr>
            <a:xfrm>
              <a:off x="8925041" y="3883336"/>
              <a:ext cx="101460" cy="108615"/>
            </a:xfrm>
            <a:custGeom>
              <a:avLst/>
              <a:gdLst/>
              <a:ahLst/>
              <a:cxnLst/>
              <a:rect l="l" t="t" r="r" b="b"/>
              <a:pathLst>
                <a:path w="2517" h="2695" extrusionOk="0">
                  <a:moveTo>
                    <a:pt x="2287" y="229"/>
                  </a:moveTo>
                  <a:lnTo>
                    <a:pt x="2287"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8"/>
            <p:cNvSpPr/>
            <p:nvPr/>
          </p:nvSpPr>
          <p:spPr>
            <a:xfrm>
              <a:off x="9017230" y="3883336"/>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8"/>
            <p:cNvSpPr/>
            <p:nvPr/>
          </p:nvSpPr>
          <p:spPr>
            <a:xfrm>
              <a:off x="9108411" y="3883336"/>
              <a:ext cx="101460" cy="108615"/>
            </a:xfrm>
            <a:custGeom>
              <a:avLst/>
              <a:gdLst/>
              <a:ahLst/>
              <a:cxnLst/>
              <a:rect l="l" t="t" r="r" b="b"/>
              <a:pathLst>
                <a:path w="2517" h="2695" extrusionOk="0">
                  <a:moveTo>
                    <a:pt x="2313" y="229"/>
                  </a:moveTo>
                  <a:lnTo>
                    <a:pt x="2313" y="2466"/>
                  </a:lnTo>
                  <a:lnTo>
                    <a:pt x="255" y="2466"/>
                  </a:lnTo>
                  <a:lnTo>
                    <a:pt x="255"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8"/>
            <p:cNvSpPr/>
            <p:nvPr/>
          </p:nvSpPr>
          <p:spPr>
            <a:xfrm>
              <a:off x="9201648" y="3883336"/>
              <a:ext cx="101460" cy="108615"/>
            </a:xfrm>
            <a:custGeom>
              <a:avLst/>
              <a:gdLst/>
              <a:ahLst/>
              <a:cxnLst/>
              <a:rect l="l" t="t" r="r" b="b"/>
              <a:pathLst>
                <a:path w="2517" h="2695" extrusionOk="0">
                  <a:moveTo>
                    <a:pt x="2262" y="229"/>
                  </a:moveTo>
                  <a:lnTo>
                    <a:pt x="2262" y="2466"/>
                  </a:lnTo>
                  <a:lnTo>
                    <a:pt x="204" y="2466"/>
                  </a:lnTo>
                  <a:lnTo>
                    <a:pt x="204" y="229"/>
                  </a:lnTo>
                  <a:close/>
                  <a:moveTo>
                    <a:pt x="0" y="1"/>
                  </a:moveTo>
                  <a:lnTo>
                    <a:pt x="0" y="2695"/>
                  </a:lnTo>
                  <a:lnTo>
                    <a:pt x="2491"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8"/>
            <p:cNvSpPr/>
            <p:nvPr/>
          </p:nvSpPr>
          <p:spPr>
            <a:xfrm>
              <a:off x="9292829" y="3883336"/>
              <a:ext cx="100453" cy="108615"/>
            </a:xfrm>
            <a:custGeom>
              <a:avLst/>
              <a:gdLst/>
              <a:ahLst/>
              <a:cxnLst/>
              <a:rect l="l" t="t" r="r" b="b"/>
              <a:pathLst>
                <a:path w="2492"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8"/>
            <p:cNvSpPr/>
            <p:nvPr/>
          </p:nvSpPr>
          <p:spPr>
            <a:xfrm>
              <a:off x="9385018" y="3883336"/>
              <a:ext cx="100453" cy="108615"/>
            </a:xfrm>
            <a:custGeom>
              <a:avLst/>
              <a:gdLst/>
              <a:ahLst/>
              <a:cxnLst/>
              <a:rect l="l" t="t" r="r" b="b"/>
              <a:pathLst>
                <a:path w="2492" h="2695" extrusionOk="0">
                  <a:moveTo>
                    <a:pt x="2263" y="229"/>
                  </a:moveTo>
                  <a:lnTo>
                    <a:pt x="2263" y="2466"/>
                  </a:lnTo>
                  <a:lnTo>
                    <a:pt x="229" y="2466"/>
                  </a:lnTo>
                  <a:lnTo>
                    <a:pt x="204" y="229"/>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8"/>
            <p:cNvSpPr/>
            <p:nvPr/>
          </p:nvSpPr>
          <p:spPr>
            <a:xfrm>
              <a:off x="9476200" y="3883336"/>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8"/>
            <p:cNvSpPr/>
            <p:nvPr/>
          </p:nvSpPr>
          <p:spPr>
            <a:xfrm>
              <a:off x="8098243" y="3982681"/>
              <a:ext cx="101460" cy="108615"/>
            </a:xfrm>
            <a:custGeom>
              <a:avLst/>
              <a:gdLst/>
              <a:ahLst/>
              <a:cxnLst/>
              <a:rect l="l" t="t" r="r" b="b"/>
              <a:pathLst>
                <a:path w="2517" h="2695" extrusionOk="0">
                  <a:moveTo>
                    <a:pt x="2262" y="230"/>
                  </a:moveTo>
                  <a:lnTo>
                    <a:pt x="2262" y="2466"/>
                  </a:lnTo>
                  <a:lnTo>
                    <a:pt x="229" y="2466"/>
                  </a:lnTo>
                  <a:lnTo>
                    <a:pt x="229"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8"/>
            <p:cNvSpPr/>
            <p:nvPr/>
          </p:nvSpPr>
          <p:spPr>
            <a:xfrm>
              <a:off x="8189424" y="3982681"/>
              <a:ext cx="101460" cy="108615"/>
            </a:xfrm>
            <a:custGeom>
              <a:avLst/>
              <a:gdLst/>
              <a:ahLst/>
              <a:cxnLst/>
              <a:rect l="l" t="t" r="r" b="b"/>
              <a:pathLst>
                <a:path w="2517" h="2695" extrusionOk="0">
                  <a:moveTo>
                    <a:pt x="2288" y="230"/>
                  </a:moveTo>
                  <a:lnTo>
                    <a:pt x="2288" y="2466"/>
                  </a:lnTo>
                  <a:lnTo>
                    <a:pt x="255" y="2466"/>
                  </a:lnTo>
                  <a:lnTo>
                    <a:pt x="255"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8"/>
            <p:cNvSpPr/>
            <p:nvPr/>
          </p:nvSpPr>
          <p:spPr>
            <a:xfrm>
              <a:off x="8281613" y="3982681"/>
              <a:ext cx="101501" cy="108615"/>
            </a:xfrm>
            <a:custGeom>
              <a:avLst/>
              <a:gdLst/>
              <a:ahLst/>
              <a:cxnLst/>
              <a:rect l="l" t="t" r="r" b="b"/>
              <a:pathLst>
                <a:path w="2518" h="2695" extrusionOk="0">
                  <a:moveTo>
                    <a:pt x="2288" y="230"/>
                  </a:moveTo>
                  <a:lnTo>
                    <a:pt x="2288" y="2466"/>
                  </a:lnTo>
                  <a:lnTo>
                    <a:pt x="230" y="2466"/>
                  </a:lnTo>
                  <a:lnTo>
                    <a:pt x="230"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8"/>
            <p:cNvSpPr/>
            <p:nvPr/>
          </p:nvSpPr>
          <p:spPr>
            <a:xfrm>
              <a:off x="8373842" y="3982681"/>
              <a:ext cx="101460" cy="108615"/>
            </a:xfrm>
            <a:custGeom>
              <a:avLst/>
              <a:gdLst/>
              <a:ahLst/>
              <a:cxnLst/>
              <a:rect l="l" t="t" r="r" b="b"/>
              <a:pathLst>
                <a:path w="2517" h="2695" extrusionOk="0">
                  <a:moveTo>
                    <a:pt x="2288" y="230"/>
                  </a:moveTo>
                  <a:lnTo>
                    <a:pt x="2288"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8"/>
            <p:cNvSpPr/>
            <p:nvPr/>
          </p:nvSpPr>
          <p:spPr>
            <a:xfrm>
              <a:off x="8466031" y="3982681"/>
              <a:ext cx="100453" cy="108615"/>
            </a:xfrm>
            <a:custGeom>
              <a:avLst/>
              <a:gdLst/>
              <a:ahLst/>
              <a:cxnLst/>
              <a:rect l="l" t="t" r="r" b="b"/>
              <a:pathLst>
                <a:path w="2492" h="2695" extrusionOk="0">
                  <a:moveTo>
                    <a:pt x="2263" y="230"/>
                  </a:moveTo>
                  <a:lnTo>
                    <a:pt x="2263" y="2466"/>
                  </a:lnTo>
                  <a:lnTo>
                    <a:pt x="229" y="2466"/>
                  </a:lnTo>
                  <a:lnTo>
                    <a:pt x="229" y="230"/>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8"/>
            <p:cNvSpPr/>
            <p:nvPr/>
          </p:nvSpPr>
          <p:spPr>
            <a:xfrm>
              <a:off x="8557212" y="3982681"/>
              <a:ext cx="101460" cy="108615"/>
            </a:xfrm>
            <a:custGeom>
              <a:avLst/>
              <a:gdLst/>
              <a:ahLst/>
              <a:cxnLst/>
              <a:rect l="l" t="t" r="r" b="b"/>
              <a:pathLst>
                <a:path w="2517" h="2695"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8"/>
            <p:cNvSpPr/>
            <p:nvPr/>
          </p:nvSpPr>
          <p:spPr>
            <a:xfrm>
              <a:off x="8649442" y="3982681"/>
              <a:ext cx="101460" cy="108615"/>
            </a:xfrm>
            <a:custGeom>
              <a:avLst/>
              <a:gdLst/>
              <a:ahLst/>
              <a:cxnLst/>
              <a:rect l="l" t="t" r="r" b="b"/>
              <a:pathLst>
                <a:path w="2517" h="2695" extrusionOk="0">
                  <a:moveTo>
                    <a:pt x="2288" y="230"/>
                  </a:moveTo>
                  <a:lnTo>
                    <a:pt x="2288"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8"/>
            <p:cNvSpPr/>
            <p:nvPr/>
          </p:nvSpPr>
          <p:spPr>
            <a:xfrm>
              <a:off x="8741631" y="3982681"/>
              <a:ext cx="101460" cy="108615"/>
            </a:xfrm>
            <a:custGeom>
              <a:avLst/>
              <a:gdLst/>
              <a:ahLst/>
              <a:cxnLst/>
              <a:rect l="l" t="t" r="r" b="b"/>
              <a:pathLst>
                <a:path w="2517" h="2695"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8"/>
            <p:cNvSpPr/>
            <p:nvPr/>
          </p:nvSpPr>
          <p:spPr>
            <a:xfrm>
              <a:off x="8832812" y="3982681"/>
              <a:ext cx="101460" cy="108615"/>
            </a:xfrm>
            <a:custGeom>
              <a:avLst/>
              <a:gdLst/>
              <a:ahLst/>
              <a:cxnLst/>
              <a:rect l="l" t="t" r="r" b="b"/>
              <a:pathLst>
                <a:path w="2517" h="2695" extrusionOk="0">
                  <a:moveTo>
                    <a:pt x="2288" y="230"/>
                  </a:moveTo>
                  <a:lnTo>
                    <a:pt x="2288" y="2466"/>
                  </a:lnTo>
                  <a:lnTo>
                    <a:pt x="255" y="2466"/>
                  </a:lnTo>
                  <a:lnTo>
                    <a:pt x="255"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8"/>
            <p:cNvSpPr/>
            <p:nvPr/>
          </p:nvSpPr>
          <p:spPr>
            <a:xfrm>
              <a:off x="8925041" y="3982681"/>
              <a:ext cx="101460" cy="108615"/>
            </a:xfrm>
            <a:custGeom>
              <a:avLst/>
              <a:gdLst/>
              <a:ahLst/>
              <a:cxnLst/>
              <a:rect l="l" t="t" r="r" b="b"/>
              <a:pathLst>
                <a:path w="2517" h="2695" extrusionOk="0">
                  <a:moveTo>
                    <a:pt x="2287" y="230"/>
                  </a:moveTo>
                  <a:lnTo>
                    <a:pt x="2287"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8"/>
            <p:cNvSpPr/>
            <p:nvPr/>
          </p:nvSpPr>
          <p:spPr>
            <a:xfrm>
              <a:off x="9017230" y="3982681"/>
              <a:ext cx="101460" cy="108615"/>
            </a:xfrm>
            <a:custGeom>
              <a:avLst/>
              <a:gdLst/>
              <a:ahLst/>
              <a:cxnLst/>
              <a:rect l="l" t="t" r="r" b="b"/>
              <a:pathLst>
                <a:path w="2517" h="2695" extrusionOk="0">
                  <a:moveTo>
                    <a:pt x="2288" y="230"/>
                  </a:moveTo>
                  <a:lnTo>
                    <a:pt x="2288" y="2466"/>
                  </a:lnTo>
                  <a:lnTo>
                    <a:pt x="229" y="2466"/>
                  </a:lnTo>
                  <a:lnTo>
                    <a:pt x="229"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8"/>
            <p:cNvSpPr/>
            <p:nvPr/>
          </p:nvSpPr>
          <p:spPr>
            <a:xfrm>
              <a:off x="9108411" y="3982681"/>
              <a:ext cx="101460" cy="108615"/>
            </a:xfrm>
            <a:custGeom>
              <a:avLst/>
              <a:gdLst/>
              <a:ahLst/>
              <a:cxnLst/>
              <a:rect l="l" t="t" r="r" b="b"/>
              <a:pathLst>
                <a:path w="2517" h="2695" extrusionOk="0">
                  <a:moveTo>
                    <a:pt x="2313" y="230"/>
                  </a:moveTo>
                  <a:lnTo>
                    <a:pt x="2313" y="2466"/>
                  </a:lnTo>
                  <a:lnTo>
                    <a:pt x="255" y="2466"/>
                  </a:lnTo>
                  <a:lnTo>
                    <a:pt x="255"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8"/>
            <p:cNvSpPr/>
            <p:nvPr/>
          </p:nvSpPr>
          <p:spPr>
            <a:xfrm>
              <a:off x="9201648" y="3982681"/>
              <a:ext cx="101460" cy="108615"/>
            </a:xfrm>
            <a:custGeom>
              <a:avLst/>
              <a:gdLst/>
              <a:ahLst/>
              <a:cxnLst/>
              <a:rect l="l" t="t" r="r" b="b"/>
              <a:pathLst>
                <a:path w="2517" h="2695" extrusionOk="0">
                  <a:moveTo>
                    <a:pt x="2262" y="230"/>
                  </a:moveTo>
                  <a:lnTo>
                    <a:pt x="2262" y="2466"/>
                  </a:lnTo>
                  <a:lnTo>
                    <a:pt x="204" y="2466"/>
                  </a:lnTo>
                  <a:lnTo>
                    <a:pt x="204" y="230"/>
                  </a:lnTo>
                  <a:close/>
                  <a:moveTo>
                    <a:pt x="0" y="1"/>
                  </a:moveTo>
                  <a:lnTo>
                    <a:pt x="0" y="2695"/>
                  </a:lnTo>
                  <a:lnTo>
                    <a:pt x="2491"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8"/>
            <p:cNvSpPr/>
            <p:nvPr/>
          </p:nvSpPr>
          <p:spPr>
            <a:xfrm>
              <a:off x="9292829" y="3982681"/>
              <a:ext cx="100453" cy="108615"/>
            </a:xfrm>
            <a:custGeom>
              <a:avLst/>
              <a:gdLst/>
              <a:ahLst/>
              <a:cxnLst/>
              <a:rect l="l" t="t" r="r" b="b"/>
              <a:pathLst>
                <a:path w="2492" h="2695" extrusionOk="0">
                  <a:moveTo>
                    <a:pt x="2262" y="230"/>
                  </a:moveTo>
                  <a:lnTo>
                    <a:pt x="2262" y="2466"/>
                  </a:lnTo>
                  <a:lnTo>
                    <a:pt x="229" y="2466"/>
                  </a:lnTo>
                  <a:lnTo>
                    <a:pt x="229" y="230"/>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8"/>
            <p:cNvSpPr/>
            <p:nvPr/>
          </p:nvSpPr>
          <p:spPr>
            <a:xfrm>
              <a:off x="9385018" y="3982681"/>
              <a:ext cx="100453" cy="108615"/>
            </a:xfrm>
            <a:custGeom>
              <a:avLst/>
              <a:gdLst/>
              <a:ahLst/>
              <a:cxnLst/>
              <a:rect l="l" t="t" r="r" b="b"/>
              <a:pathLst>
                <a:path w="2492" h="2695" extrusionOk="0">
                  <a:moveTo>
                    <a:pt x="2263" y="230"/>
                  </a:moveTo>
                  <a:lnTo>
                    <a:pt x="2263" y="2466"/>
                  </a:lnTo>
                  <a:lnTo>
                    <a:pt x="229" y="2466"/>
                  </a:lnTo>
                  <a:lnTo>
                    <a:pt x="204" y="230"/>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8"/>
            <p:cNvSpPr/>
            <p:nvPr/>
          </p:nvSpPr>
          <p:spPr>
            <a:xfrm>
              <a:off x="9476200" y="3982681"/>
              <a:ext cx="101460" cy="108615"/>
            </a:xfrm>
            <a:custGeom>
              <a:avLst/>
              <a:gdLst/>
              <a:ahLst/>
              <a:cxnLst/>
              <a:rect l="l" t="t" r="r" b="b"/>
              <a:pathLst>
                <a:path w="2517" h="2695"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8"/>
            <p:cNvSpPr/>
            <p:nvPr/>
          </p:nvSpPr>
          <p:spPr>
            <a:xfrm>
              <a:off x="8098243" y="4083075"/>
              <a:ext cx="101460" cy="108615"/>
            </a:xfrm>
            <a:custGeom>
              <a:avLst/>
              <a:gdLst/>
              <a:ahLst/>
              <a:cxnLst/>
              <a:rect l="l" t="t" r="r" b="b"/>
              <a:pathLst>
                <a:path w="2517" h="2695" extrusionOk="0">
                  <a:moveTo>
                    <a:pt x="2262" y="204"/>
                  </a:moveTo>
                  <a:lnTo>
                    <a:pt x="2262" y="2466"/>
                  </a:lnTo>
                  <a:lnTo>
                    <a:pt x="229" y="2466"/>
                  </a:lnTo>
                  <a:lnTo>
                    <a:pt x="229" y="204"/>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8"/>
            <p:cNvSpPr/>
            <p:nvPr/>
          </p:nvSpPr>
          <p:spPr>
            <a:xfrm>
              <a:off x="8189424" y="4083075"/>
              <a:ext cx="101460" cy="108615"/>
            </a:xfrm>
            <a:custGeom>
              <a:avLst/>
              <a:gdLst/>
              <a:ahLst/>
              <a:cxnLst/>
              <a:rect l="l" t="t" r="r" b="b"/>
              <a:pathLst>
                <a:path w="2517" h="2695" extrusionOk="0">
                  <a:moveTo>
                    <a:pt x="2288" y="204"/>
                  </a:moveTo>
                  <a:lnTo>
                    <a:pt x="2288" y="2466"/>
                  </a:lnTo>
                  <a:lnTo>
                    <a:pt x="255" y="2466"/>
                  </a:lnTo>
                  <a:lnTo>
                    <a:pt x="255" y="204"/>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8"/>
            <p:cNvSpPr/>
            <p:nvPr/>
          </p:nvSpPr>
          <p:spPr>
            <a:xfrm>
              <a:off x="8281613" y="4083075"/>
              <a:ext cx="101501" cy="108615"/>
            </a:xfrm>
            <a:custGeom>
              <a:avLst/>
              <a:gdLst/>
              <a:ahLst/>
              <a:cxnLst/>
              <a:rect l="l" t="t" r="r" b="b"/>
              <a:pathLst>
                <a:path w="2518" h="2695" extrusionOk="0">
                  <a:moveTo>
                    <a:pt x="2288" y="204"/>
                  </a:moveTo>
                  <a:lnTo>
                    <a:pt x="2288" y="2466"/>
                  </a:lnTo>
                  <a:lnTo>
                    <a:pt x="230" y="2466"/>
                  </a:lnTo>
                  <a:lnTo>
                    <a:pt x="230" y="204"/>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8"/>
            <p:cNvSpPr/>
            <p:nvPr/>
          </p:nvSpPr>
          <p:spPr>
            <a:xfrm>
              <a:off x="8373842" y="4083075"/>
              <a:ext cx="101460" cy="108615"/>
            </a:xfrm>
            <a:custGeom>
              <a:avLst/>
              <a:gdLst/>
              <a:ahLst/>
              <a:cxnLst/>
              <a:rect l="l" t="t" r="r" b="b"/>
              <a:pathLst>
                <a:path w="2517" h="2695" extrusionOk="0">
                  <a:moveTo>
                    <a:pt x="2288" y="204"/>
                  </a:moveTo>
                  <a:lnTo>
                    <a:pt x="2288" y="2466"/>
                  </a:lnTo>
                  <a:lnTo>
                    <a:pt x="229" y="2466"/>
                  </a:lnTo>
                  <a:lnTo>
                    <a:pt x="229" y="204"/>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8"/>
            <p:cNvSpPr/>
            <p:nvPr/>
          </p:nvSpPr>
          <p:spPr>
            <a:xfrm>
              <a:off x="8466031" y="4083075"/>
              <a:ext cx="100453" cy="108615"/>
            </a:xfrm>
            <a:custGeom>
              <a:avLst/>
              <a:gdLst/>
              <a:ahLst/>
              <a:cxnLst/>
              <a:rect l="l" t="t" r="r" b="b"/>
              <a:pathLst>
                <a:path w="2492" h="2695" extrusionOk="0">
                  <a:moveTo>
                    <a:pt x="2263" y="204"/>
                  </a:moveTo>
                  <a:lnTo>
                    <a:pt x="2263" y="2466"/>
                  </a:lnTo>
                  <a:lnTo>
                    <a:pt x="229" y="2466"/>
                  </a:lnTo>
                  <a:lnTo>
                    <a:pt x="229" y="204"/>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8"/>
            <p:cNvSpPr/>
            <p:nvPr/>
          </p:nvSpPr>
          <p:spPr>
            <a:xfrm>
              <a:off x="8557212" y="4083075"/>
              <a:ext cx="101460" cy="108615"/>
            </a:xfrm>
            <a:custGeom>
              <a:avLst/>
              <a:gdLst/>
              <a:ahLst/>
              <a:cxnLst/>
              <a:rect l="l" t="t" r="r" b="b"/>
              <a:pathLst>
                <a:path w="2517" h="2695" extrusionOk="0">
                  <a:moveTo>
                    <a:pt x="2288" y="204"/>
                  </a:moveTo>
                  <a:lnTo>
                    <a:pt x="2288" y="2466"/>
                  </a:lnTo>
                  <a:lnTo>
                    <a:pt x="229" y="2466"/>
                  </a:lnTo>
                  <a:lnTo>
                    <a:pt x="229" y="204"/>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8"/>
            <p:cNvSpPr/>
            <p:nvPr/>
          </p:nvSpPr>
          <p:spPr>
            <a:xfrm>
              <a:off x="8649442" y="4083075"/>
              <a:ext cx="101460" cy="108615"/>
            </a:xfrm>
            <a:custGeom>
              <a:avLst/>
              <a:gdLst/>
              <a:ahLst/>
              <a:cxnLst/>
              <a:rect l="l" t="t" r="r" b="b"/>
              <a:pathLst>
                <a:path w="2517" h="2695" extrusionOk="0">
                  <a:moveTo>
                    <a:pt x="2288" y="204"/>
                  </a:moveTo>
                  <a:lnTo>
                    <a:pt x="2288" y="2466"/>
                  </a:lnTo>
                  <a:lnTo>
                    <a:pt x="229" y="2466"/>
                  </a:lnTo>
                  <a:lnTo>
                    <a:pt x="229" y="204"/>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8"/>
            <p:cNvSpPr/>
            <p:nvPr/>
          </p:nvSpPr>
          <p:spPr>
            <a:xfrm>
              <a:off x="8741631" y="4083075"/>
              <a:ext cx="101460" cy="108615"/>
            </a:xfrm>
            <a:custGeom>
              <a:avLst/>
              <a:gdLst/>
              <a:ahLst/>
              <a:cxnLst/>
              <a:rect l="l" t="t" r="r" b="b"/>
              <a:pathLst>
                <a:path w="2517" h="2695" extrusionOk="0">
                  <a:moveTo>
                    <a:pt x="2288" y="204"/>
                  </a:moveTo>
                  <a:lnTo>
                    <a:pt x="2288" y="2466"/>
                  </a:lnTo>
                  <a:lnTo>
                    <a:pt x="229" y="2466"/>
                  </a:lnTo>
                  <a:lnTo>
                    <a:pt x="229" y="204"/>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8"/>
            <p:cNvSpPr/>
            <p:nvPr/>
          </p:nvSpPr>
          <p:spPr>
            <a:xfrm>
              <a:off x="8832812" y="4083075"/>
              <a:ext cx="101460" cy="108615"/>
            </a:xfrm>
            <a:custGeom>
              <a:avLst/>
              <a:gdLst/>
              <a:ahLst/>
              <a:cxnLst/>
              <a:rect l="l" t="t" r="r" b="b"/>
              <a:pathLst>
                <a:path w="2517" h="2695" extrusionOk="0">
                  <a:moveTo>
                    <a:pt x="2288" y="204"/>
                  </a:moveTo>
                  <a:lnTo>
                    <a:pt x="2288" y="2466"/>
                  </a:lnTo>
                  <a:lnTo>
                    <a:pt x="255" y="2466"/>
                  </a:lnTo>
                  <a:lnTo>
                    <a:pt x="255" y="204"/>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8"/>
            <p:cNvSpPr/>
            <p:nvPr/>
          </p:nvSpPr>
          <p:spPr>
            <a:xfrm>
              <a:off x="8925041" y="4083075"/>
              <a:ext cx="101460" cy="108615"/>
            </a:xfrm>
            <a:custGeom>
              <a:avLst/>
              <a:gdLst/>
              <a:ahLst/>
              <a:cxnLst/>
              <a:rect l="l" t="t" r="r" b="b"/>
              <a:pathLst>
                <a:path w="2517" h="2695" extrusionOk="0">
                  <a:moveTo>
                    <a:pt x="2287" y="204"/>
                  </a:moveTo>
                  <a:lnTo>
                    <a:pt x="2287" y="2466"/>
                  </a:lnTo>
                  <a:lnTo>
                    <a:pt x="229" y="2466"/>
                  </a:lnTo>
                  <a:lnTo>
                    <a:pt x="229" y="204"/>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8"/>
            <p:cNvSpPr/>
            <p:nvPr/>
          </p:nvSpPr>
          <p:spPr>
            <a:xfrm>
              <a:off x="9017230" y="4083075"/>
              <a:ext cx="101460" cy="108615"/>
            </a:xfrm>
            <a:custGeom>
              <a:avLst/>
              <a:gdLst/>
              <a:ahLst/>
              <a:cxnLst/>
              <a:rect l="l" t="t" r="r" b="b"/>
              <a:pathLst>
                <a:path w="2517" h="2695" extrusionOk="0">
                  <a:moveTo>
                    <a:pt x="2288" y="204"/>
                  </a:moveTo>
                  <a:lnTo>
                    <a:pt x="2288" y="2466"/>
                  </a:lnTo>
                  <a:lnTo>
                    <a:pt x="229" y="2466"/>
                  </a:lnTo>
                  <a:lnTo>
                    <a:pt x="229" y="204"/>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8"/>
            <p:cNvSpPr/>
            <p:nvPr/>
          </p:nvSpPr>
          <p:spPr>
            <a:xfrm>
              <a:off x="9108411" y="4083075"/>
              <a:ext cx="101460" cy="108615"/>
            </a:xfrm>
            <a:custGeom>
              <a:avLst/>
              <a:gdLst/>
              <a:ahLst/>
              <a:cxnLst/>
              <a:rect l="l" t="t" r="r" b="b"/>
              <a:pathLst>
                <a:path w="2517" h="2695" extrusionOk="0">
                  <a:moveTo>
                    <a:pt x="2313" y="204"/>
                  </a:moveTo>
                  <a:lnTo>
                    <a:pt x="2313" y="2466"/>
                  </a:lnTo>
                  <a:lnTo>
                    <a:pt x="255" y="2466"/>
                  </a:lnTo>
                  <a:lnTo>
                    <a:pt x="255" y="204"/>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8"/>
            <p:cNvSpPr/>
            <p:nvPr/>
          </p:nvSpPr>
          <p:spPr>
            <a:xfrm>
              <a:off x="9201648" y="4083075"/>
              <a:ext cx="101460" cy="108615"/>
            </a:xfrm>
            <a:custGeom>
              <a:avLst/>
              <a:gdLst/>
              <a:ahLst/>
              <a:cxnLst/>
              <a:rect l="l" t="t" r="r" b="b"/>
              <a:pathLst>
                <a:path w="2517" h="2695" extrusionOk="0">
                  <a:moveTo>
                    <a:pt x="2262" y="204"/>
                  </a:moveTo>
                  <a:lnTo>
                    <a:pt x="2262" y="2466"/>
                  </a:lnTo>
                  <a:lnTo>
                    <a:pt x="204" y="2466"/>
                  </a:lnTo>
                  <a:lnTo>
                    <a:pt x="204" y="204"/>
                  </a:lnTo>
                  <a:close/>
                  <a:moveTo>
                    <a:pt x="0" y="1"/>
                  </a:moveTo>
                  <a:lnTo>
                    <a:pt x="0" y="2695"/>
                  </a:lnTo>
                  <a:lnTo>
                    <a:pt x="2491"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8"/>
            <p:cNvSpPr/>
            <p:nvPr/>
          </p:nvSpPr>
          <p:spPr>
            <a:xfrm>
              <a:off x="9292829" y="4083075"/>
              <a:ext cx="100453" cy="108615"/>
            </a:xfrm>
            <a:custGeom>
              <a:avLst/>
              <a:gdLst/>
              <a:ahLst/>
              <a:cxnLst/>
              <a:rect l="l" t="t" r="r" b="b"/>
              <a:pathLst>
                <a:path w="2492" h="2695" extrusionOk="0">
                  <a:moveTo>
                    <a:pt x="2262" y="204"/>
                  </a:moveTo>
                  <a:lnTo>
                    <a:pt x="2262" y="2466"/>
                  </a:lnTo>
                  <a:lnTo>
                    <a:pt x="229" y="2466"/>
                  </a:lnTo>
                  <a:lnTo>
                    <a:pt x="229" y="204"/>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8"/>
            <p:cNvSpPr/>
            <p:nvPr/>
          </p:nvSpPr>
          <p:spPr>
            <a:xfrm>
              <a:off x="9385018" y="4083075"/>
              <a:ext cx="100453" cy="108615"/>
            </a:xfrm>
            <a:custGeom>
              <a:avLst/>
              <a:gdLst/>
              <a:ahLst/>
              <a:cxnLst/>
              <a:rect l="l" t="t" r="r" b="b"/>
              <a:pathLst>
                <a:path w="2492" h="2695" extrusionOk="0">
                  <a:moveTo>
                    <a:pt x="2263" y="204"/>
                  </a:moveTo>
                  <a:lnTo>
                    <a:pt x="2263" y="2466"/>
                  </a:lnTo>
                  <a:lnTo>
                    <a:pt x="204" y="2466"/>
                  </a:lnTo>
                  <a:lnTo>
                    <a:pt x="204" y="204"/>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8"/>
            <p:cNvSpPr/>
            <p:nvPr/>
          </p:nvSpPr>
          <p:spPr>
            <a:xfrm>
              <a:off x="9476200" y="4083075"/>
              <a:ext cx="101460" cy="108615"/>
            </a:xfrm>
            <a:custGeom>
              <a:avLst/>
              <a:gdLst/>
              <a:ahLst/>
              <a:cxnLst/>
              <a:rect l="l" t="t" r="r" b="b"/>
              <a:pathLst>
                <a:path w="2517" h="2695" extrusionOk="0">
                  <a:moveTo>
                    <a:pt x="2288" y="204"/>
                  </a:moveTo>
                  <a:lnTo>
                    <a:pt x="2288" y="2466"/>
                  </a:lnTo>
                  <a:lnTo>
                    <a:pt x="229" y="2466"/>
                  </a:lnTo>
                  <a:lnTo>
                    <a:pt x="229" y="204"/>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8"/>
            <p:cNvSpPr/>
            <p:nvPr/>
          </p:nvSpPr>
          <p:spPr>
            <a:xfrm>
              <a:off x="8098243" y="4182420"/>
              <a:ext cx="101460" cy="108656"/>
            </a:xfrm>
            <a:custGeom>
              <a:avLst/>
              <a:gdLst/>
              <a:ahLst/>
              <a:cxnLst/>
              <a:rect l="l" t="t" r="r" b="b"/>
              <a:pathLst>
                <a:path w="2517" h="2696" extrusionOk="0">
                  <a:moveTo>
                    <a:pt x="2262" y="230"/>
                  </a:moveTo>
                  <a:lnTo>
                    <a:pt x="2262" y="2466"/>
                  </a:lnTo>
                  <a:lnTo>
                    <a:pt x="229" y="2466"/>
                  </a:lnTo>
                  <a:lnTo>
                    <a:pt x="229"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8"/>
            <p:cNvSpPr/>
            <p:nvPr/>
          </p:nvSpPr>
          <p:spPr>
            <a:xfrm>
              <a:off x="8189424" y="4182420"/>
              <a:ext cx="101460" cy="108656"/>
            </a:xfrm>
            <a:custGeom>
              <a:avLst/>
              <a:gdLst/>
              <a:ahLst/>
              <a:cxnLst/>
              <a:rect l="l" t="t" r="r" b="b"/>
              <a:pathLst>
                <a:path w="2517" h="2696" extrusionOk="0">
                  <a:moveTo>
                    <a:pt x="2288" y="230"/>
                  </a:moveTo>
                  <a:lnTo>
                    <a:pt x="2288" y="2466"/>
                  </a:lnTo>
                  <a:lnTo>
                    <a:pt x="255" y="2466"/>
                  </a:lnTo>
                  <a:lnTo>
                    <a:pt x="255"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8"/>
            <p:cNvSpPr/>
            <p:nvPr/>
          </p:nvSpPr>
          <p:spPr>
            <a:xfrm>
              <a:off x="8281613" y="4182420"/>
              <a:ext cx="101501" cy="108656"/>
            </a:xfrm>
            <a:custGeom>
              <a:avLst/>
              <a:gdLst/>
              <a:ahLst/>
              <a:cxnLst/>
              <a:rect l="l" t="t" r="r" b="b"/>
              <a:pathLst>
                <a:path w="2518" h="2696" extrusionOk="0">
                  <a:moveTo>
                    <a:pt x="2288" y="230"/>
                  </a:moveTo>
                  <a:lnTo>
                    <a:pt x="2288" y="2466"/>
                  </a:lnTo>
                  <a:lnTo>
                    <a:pt x="230" y="2466"/>
                  </a:lnTo>
                  <a:lnTo>
                    <a:pt x="230"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8"/>
            <p:cNvSpPr/>
            <p:nvPr/>
          </p:nvSpPr>
          <p:spPr>
            <a:xfrm>
              <a:off x="8373842" y="4182420"/>
              <a:ext cx="101460" cy="108656"/>
            </a:xfrm>
            <a:custGeom>
              <a:avLst/>
              <a:gdLst/>
              <a:ahLst/>
              <a:cxnLst/>
              <a:rect l="l" t="t" r="r" b="b"/>
              <a:pathLst>
                <a:path w="2517" h="2696" extrusionOk="0">
                  <a:moveTo>
                    <a:pt x="2288" y="230"/>
                  </a:moveTo>
                  <a:lnTo>
                    <a:pt x="2288"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8"/>
            <p:cNvSpPr/>
            <p:nvPr/>
          </p:nvSpPr>
          <p:spPr>
            <a:xfrm>
              <a:off x="8466031" y="4182420"/>
              <a:ext cx="100453" cy="108656"/>
            </a:xfrm>
            <a:custGeom>
              <a:avLst/>
              <a:gdLst/>
              <a:ahLst/>
              <a:cxnLst/>
              <a:rect l="l" t="t" r="r" b="b"/>
              <a:pathLst>
                <a:path w="2492" h="2696" extrusionOk="0">
                  <a:moveTo>
                    <a:pt x="2263" y="230"/>
                  </a:moveTo>
                  <a:lnTo>
                    <a:pt x="2263" y="2466"/>
                  </a:lnTo>
                  <a:lnTo>
                    <a:pt x="229" y="2466"/>
                  </a:lnTo>
                  <a:lnTo>
                    <a:pt x="229" y="230"/>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8"/>
            <p:cNvSpPr/>
            <p:nvPr/>
          </p:nvSpPr>
          <p:spPr>
            <a:xfrm>
              <a:off x="8557212" y="4182420"/>
              <a:ext cx="101460" cy="108656"/>
            </a:xfrm>
            <a:custGeom>
              <a:avLst/>
              <a:gdLst/>
              <a:ahLst/>
              <a:cxnLst/>
              <a:rect l="l" t="t" r="r" b="b"/>
              <a:pathLst>
                <a:path w="2517" h="2696"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8"/>
            <p:cNvSpPr/>
            <p:nvPr/>
          </p:nvSpPr>
          <p:spPr>
            <a:xfrm>
              <a:off x="8649442" y="4182420"/>
              <a:ext cx="101460" cy="108656"/>
            </a:xfrm>
            <a:custGeom>
              <a:avLst/>
              <a:gdLst/>
              <a:ahLst/>
              <a:cxnLst/>
              <a:rect l="l" t="t" r="r" b="b"/>
              <a:pathLst>
                <a:path w="2517" h="2696" extrusionOk="0">
                  <a:moveTo>
                    <a:pt x="2288" y="230"/>
                  </a:moveTo>
                  <a:lnTo>
                    <a:pt x="2288"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8"/>
            <p:cNvSpPr/>
            <p:nvPr/>
          </p:nvSpPr>
          <p:spPr>
            <a:xfrm>
              <a:off x="8741631" y="4182420"/>
              <a:ext cx="101460" cy="108656"/>
            </a:xfrm>
            <a:custGeom>
              <a:avLst/>
              <a:gdLst/>
              <a:ahLst/>
              <a:cxnLst/>
              <a:rect l="l" t="t" r="r" b="b"/>
              <a:pathLst>
                <a:path w="2517" h="2696"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8"/>
            <p:cNvSpPr/>
            <p:nvPr/>
          </p:nvSpPr>
          <p:spPr>
            <a:xfrm>
              <a:off x="8832812" y="4182420"/>
              <a:ext cx="101460" cy="108656"/>
            </a:xfrm>
            <a:custGeom>
              <a:avLst/>
              <a:gdLst/>
              <a:ahLst/>
              <a:cxnLst/>
              <a:rect l="l" t="t" r="r" b="b"/>
              <a:pathLst>
                <a:path w="2517" h="2696" extrusionOk="0">
                  <a:moveTo>
                    <a:pt x="2288" y="230"/>
                  </a:moveTo>
                  <a:lnTo>
                    <a:pt x="2288" y="2466"/>
                  </a:lnTo>
                  <a:lnTo>
                    <a:pt x="255" y="2466"/>
                  </a:lnTo>
                  <a:lnTo>
                    <a:pt x="255"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8"/>
            <p:cNvSpPr/>
            <p:nvPr/>
          </p:nvSpPr>
          <p:spPr>
            <a:xfrm>
              <a:off x="8925041" y="4182420"/>
              <a:ext cx="101460" cy="108656"/>
            </a:xfrm>
            <a:custGeom>
              <a:avLst/>
              <a:gdLst/>
              <a:ahLst/>
              <a:cxnLst/>
              <a:rect l="l" t="t" r="r" b="b"/>
              <a:pathLst>
                <a:path w="2517" h="2696" extrusionOk="0">
                  <a:moveTo>
                    <a:pt x="2287" y="230"/>
                  </a:moveTo>
                  <a:lnTo>
                    <a:pt x="2287" y="2466"/>
                  </a:lnTo>
                  <a:lnTo>
                    <a:pt x="229" y="2466"/>
                  </a:lnTo>
                  <a:lnTo>
                    <a:pt x="229" y="230"/>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8"/>
            <p:cNvSpPr/>
            <p:nvPr/>
          </p:nvSpPr>
          <p:spPr>
            <a:xfrm>
              <a:off x="9017230" y="4182420"/>
              <a:ext cx="101460" cy="108656"/>
            </a:xfrm>
            <a:custGeom>
              <a:avLst/>
              <a:gdLst/>
              <a:ahLst/>
              <a:cxnLst/>
              <a:rect l="l" t="t" r="r" b="b"/>
              <a:pathLst>
                <a:path w="2517" h="2696" extrusionOk="0">
                  <a:moveTo>
                    <a:pt x="2288" y="230"/>
                  </a:moveTo>
                  <a:lnTo>
                    <a:pt x="2288" y="2466"/>
                  </a:lnTo>
                  <a:lnTo>
                    <a:pt x="229" y="2466"/>
                  </a:lnTo>
                  <a:lnTo>
                    <a:pt x="229"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8"/>
            <p:cNvSpPr/>
            <p:nvPr/>
          </p:nvSpPr>
          <p:spPr>
            <a:xfrm>
              <a:off x="9108411" y="4182420"/>
              <a:ext cx="101460" cy="108656"/>
            </a:xfrm>
            <a:custGeom>
              <a:avLst/>
              <a:gdLst/>
              <a:ahLst/>
              <a:cxnLst/>
              <a:rect l="l" t="t" r="r" b="b"/>
              <a:pathLst>
                <a:path w="2517" h="2696" extrusionOk="0">
                  <a:moveTo>
                    <a:pt x="2313" y="230"/>
                  </a:moveTo>
                  <a:lnTo>
                    <a:pt x="2313" y="2466"/>
                  </a:lnTo>
                  <a:lnTo>
                    <a:pt x="255" y="2466"/>
                  </a:lnTo>
                  <a:lnTo>
                    <a:pt x="255" y="230"/>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8"/>
            <p:cNvSpPr/>
            <p:nvPr/>
          </p:nvSpPr>
          <p:spPr>
            <a:xfrm>
              <a:off x="9201648" y="4182420"/>
              <a:ext cx="101460" cy="108656"/>
            </a:xfrm>
            <a:custGeom>
              <a:avLst/>
              <a:gdLst/>
              <a:ahLst/>
              <a:cxnLst/>
              <a:rect l="l" t="t" r="r" b="b"/>
              <a:pathLst>
                <a:path w="2517" h="2696" extrusionOk="0">
                  <a:moveTo>
                    <a:pt x="2262" y="230"/>
                  </a:moveTo>
                  <a:lnTo>
                    <a:pt x="2262" y="2466"/>
                  </a:lnTo>
                  <a:lnTo>
                    <a:pt x="204" y="2466"/>
                  </a:lnTo>
                  <a:lnTo>
                    <a:pt x="204" y="230"/>
                  </a:lnTo>
                  <a:close/>
                  <a:moveTo>
                    <a:pt x="0" y="1"/>
                  </a:moveTo>
                  <a:lnTo>
                    <a:pt x="0" y="2695"/>
                  </a:lnTo>
                  <a:lnTo>
                    <a:pt x="2491"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8"/>
            <p:cNvSpPr/>
            <p:nvPr/>
          </p:nvSpPr>
          <p:spPr>
            <a:xfrm>
              <a:off x="9292829" y="4182420"/>
              <a:ext cx="100453" cy="108656"/>
            </a:xfrm>
            <a:custGeom>
              <a:avLst/>
              <a:gdLst/>
              <a:ahLst/>
              <a:cxnLst/>
              <a:rect l="l" t="t" r="r" b="b"/>
              <a:pathLst>
                <a:path w="2492" h="2696" extrusionOk="0">
                  <a:moveTo>
                    <a:pt x="2262" y="230"/>
                  </a:moveTo>
                  <a:lnTo>
                    <a:pt x="2262" y="2466"/>
                  </a:lnTo>
                  <a:lnTo>
                    <a:pt x="229" y="2466"/>
                  </a:lnTo>
                  <a:lnTo>
                    <a:pt x="229" y="230"/>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8"/>
            <p:cNvSpPr/>
            <p:nvPr/>
          </p:nvSpPr>
          <p:spPr>
            <a:xfrm>
              <a:off x="9385018" y="4182420"/>
              <a:ext cx="100453" cy="108656"/>
            </a:xfrm>
            <a:custGeom>
              <a:avLst/>
              <a:gdLst/>
              <a:ahLst/>
              <a:cxnLst/>
              <a:rect l="l" t="t" r="r" b="b"/>
              <a:pathLst>
                <a:path w="2492" h="2696" extrusionOk="0">
                  <a:moveTo>
                    <a:pt x="2263" y="230"/>
                  </a:moveTo>
                  <a:lnTo>
                    <a:pt x="2263" y="2466"/>
                  </a:lnTo>
                  <a:lnTo>
                    <a:pt x="229" y="2466"/>
                  </a:lnTo>
                  <a:lnTo>
                    <a:pt x="204" y="230"/>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8"/>
            <p:cNvSpPr/>
            <p:nvPr/>
          </p:nvSpPr>
          <p:spPr>
            <a:xfrm>
              <a:off x="9476200" y="4182420"/>
              <a:ext cx="101460" cy="108656"/>
            </a:xfrm>
            <a:custGeom>
              <a:avLst/>
              <a:gdLst/>
              <a:ahLst/>
              <a:cxnLst/>
              <a:rect l="l" t="t" r="r" b="b"/>
              <a:pathLst>
                <a:path w="2517" h="2696" extrusionOk="0">
                  <a:moveTo>
                    <a:pt x="2288" y="230"/>
                  </a:moveTo>
                  <a:lnTo>
                    <a:pt x="2288" y="2466"/>
                  </a:lnTo>
                  <a:lnTo>
                    <a:pt x="229" y="2466"/>
                  </a:lnTo>
                  <a:lnTo>
                    <a:pt x="229" y="230"/>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8"/>
            <p:cNvSpPr/>
            <p:nvPr/>
          </p:nvSpPr>
          <p:spPr>
            <a:xfrm>
              <a:off x="8098243" y="4281806"/>
              <a:ext cx="101460" cy="108615"/>
            </a:xfrm>
            <a:custGeom>
              <a:avLst/>
              <a:gdLst/>
              <a:ahLst/>
              <a:cxnLst/>
              <a:rect l="l" t="t" r="r" b="b"/>
              <a:pathLst>
                <a:path w="2517" h="2695" extrusionOk="0">
                  <a:moveTo>
                    <a:pt x="2262" y="229"/>
                  </a:moveTo>
                  <a:lnTo>
                    <a:pt x="2262" y="2466"/>
                  </a:lnTo>
                  <a:lnTo>
                    <a:pt x="229" y="2466"/>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8"/>
            <p:cNvSpPr/>
            <p:nvPr/>
          </p:nvSpPr>
          <p:spPr>
            <a:xfrm>
              <a:off x="8189424" y="4281806"/>
              <a:ext cx="101460" cy="108615"/>
            </a:xfrm>
            <a:custGeom>
              <a:avLst/>
              <a:gdLst/>
              <a:ahLst/>
              <a:cxnLst/>
              <a:rect l="l" t="t" r="r" b="b"/>
              <a:pathLst>
                <a:path w="2517" h="2695" extrusionOk="0">
                  <a:moveTo>
                    <a:pt x="2288" y="229"/>
                  </a:moveTo>
                  <a:lnTo>
                    <a:pt x="2288" y="2466"/>
                  </a:lnTo>
                  <a:lnTo>
                    <a:pt x="255" y="2466"/>
                  </a:lnTo>
                  <a:lnTo>
                    <a:pt x="255"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8"/>
            <p:cNvSpPr/>
            <p:nvPr/>
          </p:nvSpPr>
          <p:spPr>
            <a:xfrm>
              <a:off x="8281613" y="4281806"/>
              <a:ext cx="101501" cy="108615"/>
            </a:xfrm>
            <a:custGeom>
              <a:avLst/>
              <a:gdLst/>
              <a:ahLst/>
              <a:cxnLst/>
              <a:rect l="l" t="t" r="r" b="b"/>
              <a:pathLst>
                <a:path w="2518" h="2695" extrusionOk="0">
                  <a:moveTo>
                    <a:pt x="2288" y="229"/>
                  </a:moveTo>
                  <a:lnTo>
                    <a:pt x="2288" y="2466"/>
                  </a:lnTo>
                  <a:lnTo>
                    <a:pt x="230" y="2466"/>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8"/>
            <p:cNvSpPr/>
            <p:nvPr/>
          </p:nvSpPr>
          <p:spPr>
            <a:xfrm>
              <a:off x="8373842" y="428180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8"/>
            <p:cNvSpPr/>
            <p:nvPr/>
          </p:nvSpPr>
          <p:spPr>
            <a:xfrm>
              <a:off x="8466031" y="4281806"/>
              <a:ext cx="100453" cy="108615"/>
            </a:xfrm>
            <a:custGeom>
              <a:avLst/>
              <a:gdLst/>
              <a:ahLst/>
              <a:cxnLst/>
              <a:rect l="l" t="t" r="r" b="b"/>
              <a:pathLst>
                <a:path w="2492" h="2695" extrusionOk="0">
                  <a:moveTo>
                    <a:pt x="2263" y="229"/>
                  </a:moveTo>
                  <a:lnTo>
                    <a:pt x="2263" y="2466"/>
                  </a:lnTo>
                  <a:lnTo>
                    <a:pt x="229" y="2466"/>
                  </a:lnTo>
                  <a:lnTo>
                    <a:pt x="229" y="229"/>
                  </a:lnTo>
                  <a:close/>
                  <a:moveTo>
                    <a:pt x="1" y="0"/>
                  </a:moveTo>
                  <a:lnTo>
                    <a:pt x="1"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8"/>
            <p:cNvSpPr/>
            <p:nvPr/>
          </p:nvSpPr>
          <p:spPr>
            <a:xfrm>
              <a:off x="8557212" y="428180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8"/>
            <p:cNvSpPr/>
            <p:nvPr/>
          </p:nvSpPr>
          <p:spPr>
            <a:xfrm>
              <a:off x="8649442" y="428180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8"/>
            <p:cNvSpPr/>
            <p:nvPr/>
          </p:nvSpPr>
          <p:spPr>
            <a:xfrm>
              <a:off x="8741631" y="428180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8"/>
            <p:cNvSpPr/>
            <p:nvPr/>
          </p:nvSpPr>
          <p:spPr>
            <a:xfrm>
              <a:off x="8832812" y="4281806"/>
              <a:ext cx="101460" cy="108615"/>
            </a:xfrm>
            <a:custGeom>
              <a:avLst/>
              <a:gdLst/>
              <a:ahLst/>
              <a:cxnLst/>
              <a:rect l="l" t="t" r="r" b="b"/>
              <a:pathLst>
                <a:path w="2517" h="2695" extrusionOk="0">
                  <a:moveTo>
                    <a:pt x="2288" y="229"/>
                  </a:moveTo>
                  <a:lnTo>
                    <a:pt x="2288" y="2466"/>
                  </a:lnTo>
                  <a:lnTo>
                    <a:pt x="255" y="2466"/>
                  </a:lnTo>
                  <a:lnTo>
                    <a:pt x="255"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8"/>
            <p:cNvSpPr/>
            <p:nvPr/>
          </p:nvSpPr>
          <p:spPr>
            <a:xfrm>
              <a:off x="8925041" y="4281806"/>
              <a:ext cx="101460" cy="108615"/>
            </a:xfrm>
            <a:custGeom>
              <a:avLst/>
              <a:gdLst/>
              <a:ahLst/>
              <a:cxnLst/>
              <a:rect l="l" t="t" r="r" b="b"/>
              <a:pathLst>
                <a:path w="2517" h="2695" extrusionOk="0">
                  <a:moveTo>
                    <a:pt x="2287" y="229"/>
                  </a:moveTo>
                  <a:lnTo>
                    <a:pt x="2287"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8"/>
            <p:cNvSpPr/>
            <p:nvPr/>
          </p:nvSpPr>
          <p:spPr>
            <a:xfrm>
              <a:off x="9017230" y="428180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8"/>
            <p:cNvSpPr/>
            <p:nvPr/>
          </p:nvSpPr>
          <p:spPr>
            <a:xfrm>
              <a:off x="9108411" y="4281806"/>
              <a:ext cx="101460" cy="108615"/>
            </a:xfrm>
            <a:custGeom>
              <a:avLst/>
              <a:gdLst/>
              <a:ahLst/>
              <a:cxnLst/>
              <a:rect l="l" t="t" r="r" b="b"/>
              <a:pathLst>
                <a:path w="2517" h="2695" extrusionOk="0">
                  <a:moveTo>
                    <a:pt x="2313" y="229"/>
                  </a:moveTo>
                  <a:lnTo>
                    <a:pt x="2313" y="2466"/>
                  </a:lnTo>
                  <a:lnTo>
                    <a:pt x="255" y="2466"/>
                  </a:lnTo>
                  <a:lnTo>
                    <a:pt x="255"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8"/>
            <p:cNvSpPr/>
            <p:nvPr/>
          </p:nvSpPr>
          <p:spPr>
            <a:xfrm>
              <a:off x="9201648" y="4281806"/>
              <a:ext cx="101460" cy="108615"/>
            </a:xfrm>
            <a:custGeom>
              <a:avLst/>
              <a:gdLst/>
              <a:ahLst/>
              <a:cxnLst/>
              <a:rect l="l" t="t" r="r" b="b"/>
              <a:pathLst>
                <a:path w="2517" h="2695" extrusionOk="0">
                  <a:moveTo>
                    <a:pt x="2262" y="229"/>
                  </a:moveTo>
                  <a:lnTo>
                    <a:pt x="2262" y="2466"/>
                  </a:lnTo>
                  <a:lnTo>
                    <a:pt x="204" y="2466"/>
                  </a:lnTo>
                  <a:lnTo>
                    <a:pt x="204" y="229"/>
                  </a:lnTo>
                  <a:close/>
                  <a:moveTo>
                    <a:pt x="0" y="0"/>
                  </a:moveTo>
                  <a:lnTo>
                    <a:pt x="0" y="2694"/>
                  </a:lnTo>
                  <a:lnTo>
                    <a:pt x="2491"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8"/>
            <p:cNvSpPr/>
            <p:nvPr/>
          </p:nvSpPr>
          <p:spPr>
            <a:xfrm>
              <a:off x="9292829" y="4281806"/>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8"/>
            <p:cNvSpPr/>
            <p:nvPr/>
          </p:nvSpPr>
          <p:spPr>
            <a:xfrm>
              <a:off x="9385018" y="4281806"/>
              <a:ext cx="100453" cy="108615"/>
            </a:xfrm>
            <a:custGeom>
              <a:avLst/>
              <a:gdLst/>
              <a:ahLst/>
              <a:cxnLst/>
              <a:rect l="l" t="t" r="r" b="b"/>
              <a:pathLst>
                <a:path w="2492" h="2695" extrusionOk="0">
                  <a:moveTo>
                    <a:pt x="2263" y="229"/>
                  </a:moveTo>
                  <a:lnTo>
                    <a:pt x="2263" y="2466"/>
                  </a:lnTo>
                  <a:lnTo>
                    <a:pt x="229" y="2466"/>
                  </a:lnTo>
                  <a:lnTo>
                    <a:pt x="204" y="229"/>
                  </a:lnTo>
                  <a:close/>
                  <a:moveTo>
                    <a:pt x="1" y="0"/>
                  </a:moveTo>
                  <a:lnTo>
                    <a:pt x="1"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8"/>
            <p:cNvSpPr/>
            <p:nvPr/>
          </p:nvSpPr>
          <p:spPr>
            <a:xfrm>
              <a:off x="9476200" y="428180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8"/>
            <p:cNvSpPr/>
            <p:nvPr/>
          </p:nvSpPr>
          <p:spPr>
            <a:xfrm>
              <a:off x="8098243" y="4381152"/>
              <a:ext cx="101460" cy="109663"/>
            </a:xfrm>
            <a:custGeom>
              <a:avLst/>
              <a:gdLst/>
              <a:ahLst/>
              <a:cxnLst/>
              <a:rect l="l" t="t" r="r" b="b"/>
              <a:pathLst>
                <a:path w="2517" h="2721" extrusionOk="0">
                  <a:moveTo>
                    <a:pt x="2262" y="229"/>
                  </a:moveTo>
                  <a:lnTo>
                    <a:pt x="2262" y="2491"/>
                  </a:lnTo>
                  <a:lnTo>
                    <a:pt x="229" y="2491"/>
                  </a:lnTo>
                  <a:lnTo>
                    <a:pt x="229" y="229"/>
                  </a:lnTo>
                  <a:close/>
                  <a:moveTo>
                    <a:pt x="0" y="1"/>
                  </a:moveTo>
                  <a:lnTo>
                    <a:pt x="0"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8"/>
            <p:cNvSpPr/>
            <p:nvPr/>
          </p:nvSpPr>
          <p:spPr>
            <a:xfrm>
              <a:off x="8189424" y="4381152"/>
              <a:ext cx="101460" cy="109663"/>
            </a:xfrm>
            <a:custGeom>
              <a:avLst/>
              <a:gdLst/>
              <a:ahLst/>
              <a:cxnLst/>
              <a:rect l="l" t="t" r="r" b="b"/>
              <a:pathLst>
                <a:path w="2517" h="2721" extrusionOk="0">
                  <a:moveTo>
                    <a:pt x="2288" y="229"/>
                  </a:moveTo>
                  <a:lnTo>
                    <a:pt x="2288" y="2491"/>
                  </a:lnTo>
                  <a:lnTo>
                    <a:pt x="255" y="2491"/>
                  </a:lnTo>
                  <a:lnTo>
                    <a:pt x="255" y="229"/>
                  </a:lnTo>
                  <a:close/>
                  <a:moveTo>
                    <a:pt x="0" y="1"/>
                  </a:moveTo>
                  <a:lnTo>
                    <a:pt x="0"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8"/>
            <p:cNvSpPr/>
            <p:nvPr/>
          </p:nvSpPr>
          <p:spPr>
            <a:xfrm>
              <a:off x="8281613" y="4381152"/>
              <a:ext cx="101501" cy="109663"/>
            </a:xfrm>
            <a:custGeom>
              <a:avLst/>
              <a:gdLst/>
              <a:ahLst/>
              <a:cxnLst/>
              <a:rect l="l" t="t" r="r" b="b"/>
              <a:pathLst>
                <a:path w="2518" h="2721" extrusionOk="0">
                  <a:moveTo>
                    <a:pt x="2288" y="229"/>
                  </a:moveTo>
                  <a:lnTo>
                    <a:pt x="2288" y="2491"/>
                  </a:lnTo>
                  <a:lnTo>
                    <a:pt x="230" y="2491"/>
                  </a:lnTo>
                  <a:lnTo>
                    <a:pt x="230"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8"/>
            <p:cNvSpPr/>
            <p:nvPr/>
          </p:nvSpPr>
          <p:spPr>
            <a:xfrm>
              <a:off x="8373842" y="4381152"/>
              <a:ext cx="101460" cy="109663"/>
            </a:xfrm>
            <a:custGeom>
              <a:avLst/>
              <a:gdLst/>
              <a:ahLst/>
              <a:cxnLst/>
              <a:rect l="l" t="t" r="r" b="b"/>
              <a:pathLst>
                <a:path w="2517" h="2721" extrusionOk="0">
                  <a:moveTo>
                    <a:pt x="2288" y="229"/>
                  </a:moveTo>
                  <a:lnTo>
                    <a:pt x="2288" y="2491"/>
                  </a:lnTo>
                  <a:lnTo>
                    <a:pt x="229" y="2491"/>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8"/>
            <p:cNvSpPr/>
            <p:nvPr/>
          </p:nvSpPr>
          <p:spPr>
            <a:xfrm>
              <a:off x="8466031" y="4381152"/>
              <a:ext cx="100453" cy="109663"/>
            </a:xfrm>
            <a:custGeom>
              <a:avLst/>
              <a:gdLst/>
              <a:ahLst/>
              <a:cxnLst/>
              <a:rect l="l" t="t" r="r" b="b"/>
              <a:pathLst>
                <a:path w="2492" h="2721" extrusionOk="0">
                  <a:moveTo>
                    <a:pt x="2263" y="229"/>
                  </a:moveTo>
                  <a:lnTo>
                    <a:pt x="2263" y="2491"/>
                  </a:lnTo>
                  <a:lnTo>
                    <a:pt x="229" y="2491"/>
                  </a:lnTo>
                  <a:lnTo>
                    <a:pt x="229" y="229"/>
                  </a:lnTo>
                  <a:close/>
                  <a:moveTo>
                    <a:pt x="1" y="1"/>
                  </a:moveTo>
                  <a:lnTo>
                    <a:pt x="1" y="2720"/>
                  </a:lnTo>
                  <a:lnTo>
                    <a:pt x="2491" y="2720"/>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8"/>
            <p:cNvSpPr/>
            <p:nvPr/>
          </p:nvSpPr>
          <p:spPr>
            <a:xfrm>
              <a:off x="8557212" y="4381152"/>
              <a:ext cx="101460" cy="109663"/>
            </a:xfrm>
            <a:custGeom>
              <a:avLst/>
              <a:gdLst/>
              <a:ahLst/>
              <a:cxnLst/>
              <a:rect l="l" t="t" r="r" b="b"/>
              <a:pathLst>
                <a:path w="2517" h="2721" extrusionOk="0">
                  <a:moveTo>
                    <a:pt x="2288" y="229"/>
                  </a:moveTo>
                  <a:lnTo>
                    <a:pt x="2288" y="2491"/>
                  </a:lnTo>
                  <a:lnTo>
                    <a:pt x="229" y="2491"/>
                  </a:lnTo>
                  <a:lnTo>
                    <a:pt x="229"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8"/>
            <p:cNvSpPr/>
            <p:nvPr/>
          </p:nvSpPr>
          <p:spPr>
            <a:xfrm>
              <a:off x="8649442" y="4381152"/>
              <a:ext cx="101460" cy="109663"/>
            </a:xfrm>
            <a:custGeom>
              <a:avLst/>
              <a:gdLst/>
              <a:ahLst/>
              <a:cxnLst/>
              <a:rect l="l" t="t" r="r" b="b"/>
              <a:pathLst>
                <a:path w="2517" h="2721" extrusionOk="0">
                  <a:moveTo>
                    <a:pt x="2288" y="229"/>
                  </a:moveTo>
                  <a:lnTo>
                    <a:pt x="2288" y="2491"/>
                  </a:lnTo>
                  <a:lnTo>
                    <a:pt x="229" y="2491"/>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8"/>
            <p:cNvSpPr/>
            <p:nvPr/>
          </p:nvSpPr>
          <p:spPr>
            <a:xfrm>
              <a:off x="8741631" y="4381152"/>
              <a:ext cx="101460" cy="109663"/>
            </a:xfrm>
            <a:custGeom>
              <a:avLst/>
              <a:gdLst/>
              <a:ahLst/>
              <a:cxnLst/>
              <a:rect l="l" t="t" r="r" b="b"/>
              <a:pathLst>
                <a:path w="2517" h="2721" extrusionOk="0">
                  <a:moveTo>
                    <a:pt x="2288" y="229"/>
                  </a:moveTo>
                  <a:lnTo>
                    <a:pt x="2288" y="2491"/>
                  </a:lnTo>
                  <a:lnTo>
                    <a:pt x="229" y="2491"/>
                  </a:lnTo>
                  <a:lnTo>
                    <a:pt x="229"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8"/>
            <p:cNvSpPr/>
            <p:nvPr/>
          </p:nvSpPr>
          <p:spPr>
            <a:xfrm>
              <a:off x="8832812" y="4381152"/>
              <a:ext cx="101460" cy="109663"/>
            </a:xfrm>
            <a:custGeom>
              <a:avLst/>
              <a:gdLst/>
              <a:ahLst/>
              <a:cxnLst/>
              <a:rect l="l" t="t" r="r" b="b"/>
              <a:pathLst>
                <a:path w="2517" h="2721" extrusionOk="0">
                  <a:moveTo>
                    <a:pt x="2288" y="229"/>
                  </a:moveTo>
                  <a:lnTo>
                    <a:pt x="2288" y="2491"/>
                  </a:lnTo>
                  <a:lnTo>
                    <a:pt x="255" y="2491"/>
                  </a:lnTo>
                  <a:lnTo>
                    <a:pt x="255"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8"/>
            <p:cNvSpPr/>
            <p:nvPr/>
          </p:nvSpPr>
          <p:spPr>
            <a:xfrm>
              <a:off x="8925041" y="4381152"/>
              <a:ext cx="101460" cy="109663"/>
            </a:xfrm>
            <a:custGeom>
              <a:avLst/>
              <a:gdLst/>
              <a:ahLst/>
              <a:cxnLst/>
              <a:rect l="l" t="t" r="r" b="b"/>
              <a:pathLst>
                <a:path w="2517" h="2721" extrusionOk="0">
                  <a:moveTo>
                    <a:pt x="2287" y="229"/>
                  </a:moveTo>
                  <a:lnTo>
                    <a:pt x="2287" y="2491"/>
                  </a:lnTo>
                  <a:lnTo>
                    <a:pt x="229" y="2491"/>
                  </a:lnTo>
                  <a:lnTo>
                    <a:pt x="229" y="229"/>
                  </a:lnTo>
                  <a:close/>
                  <a:moveTo>
                    <a:pt x="0" y="1"/>
                  </a:moveTo>
                  <a:lnTo>
                    <a:pt x="0" y="2720"/>
                  </a:lnTo>
                  <a:lnTo>
                    <a:pt x="2516"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8"/>
            <p:cNvSpPr/>
            <p:nvPr/>
          </p:nvSpPr>
          <p:spPr>
            <a:xfrm>
              <a:off x="9017230" y="4381152"/>
              <a:ext cx="101460" cy="109663"/>
            </a:xfrm>
            <a:custGeom>
              <a:avLst/>
              <a:gdLst/>
              <a:ahLst/>
              <a:cxnLst/>
              <a:rect l="l" t="t" r="r" b="b"/>
              <a:pathLst>
                <a:path w="2517" h="2721" extrusionOk="0">
                  <a:moveTo>
                    <a:pt x="2288" y="229"/>
                  </a:moveTo>
                  <a:lnTo>
                    <a:pt x="2288" y="2491"/>
                  </a:lnTo>
                  <a:lnTo>
                    <a:pt x="229" y="2491"/>
                  </a:lnTo>
                  <a:lnTo>
                    <a:pt x="229" y="229"/>
                  </a:lnTo>
                  <a:close/>
                  <a:moveTo>
                    <a:pt x="0" y="1"/>
                  </a:moveTo>
                  <a:lnTo>
                    <a:pt x="0"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8"/>
            <p:cNvSpPr/>
            <p:nvPr/>
          </p:nvSpPr>
          <p:spPr>
            <a:xfrm>
              <a:off x="9108411" y="4381152"/>
              <a:ext cx="101460" cy="109663"/>
            </a:xfrm>
            <a:custGeom>
              <a:avLst/>
              <a:gdLst/>
              <a:ahLst/>
              <a:cxnLst/>
              <a:rect l="l" t="t" r="r" b="b"/>
              <a:pathLst>
                <a:path w="2517" h="2721" extrusionOk="0">
                  <a:moveTo>
                    <a:pt x="2313" y="229"/>
                  </a:moveTo>
                  <a:lnTo>
                    <a:pt x="2313" y="2491"/>
                  </a:lnTo>
                  <a:lnTo>
                    <a:pt x="255" y="2491"/>
                  </a:lnTo>
                  <a:lnTo>
                    <a:pt x="255" y="229"/>
                  </a:lnTo>
                  <a:close/>
                  <a:moveTo>
                    <a:pt x="0" y="1"/>
                  </a:moveTo>
                  <a:lnTo>
                    <a:pt x="0"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8"/>
            <p:cNvSpPr/>
            <p:nvPr/>
          </p:nvSpPr>
          <p:spPr>
            <a:xfrm>
              <a:off x="9201648" y="4381152"/>
              <a:ext cx="101460" cy="109663"/>
            </a:xfrm>
            <a:custGeom>
              <a:avLst/>
              <a:gdLst/>
              <a:ahLst/>
              <a:cxnLst/>
              <a:rect l="l" t="t" r="r" b="b"/>
              <a:pathLst>
                <a:path w="2517" h="2721" extrusionOk="0">
                  <a:moveTo>
                    <a:pt x="2262" y="229"/>
                  </a:moveTo>
                  <a:lnTo>
                    <a:pt x="2262" y="2491"/>
                  </a:lnTo>
                  <a:lnTo>
                    <a:pt x="204" y="2491"/>
                  </a:lnTo>
                  <a:lnTo>
                    <a:pt x="204" y="229"/>
                  </a:lnTo>
                  <a:close/>
                  <a:moveTo>
                    <a:pt x="0" y="1"/>
                  </a:moveTo>
                  <a:lnTo>
                    <a:pt x="0" y="2720"/>
                  </a:lnTo>
                  <a:lnTo>
                    <a:pt x="2491" y="2720"/>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8"/>
            <p:cNvSpPr/>
            <p:nvPr/>
          </p:nvSpPr>
          <p:spPr>
            <a:xfrm>
              <a:off x="9292829" y="4381152"/>
              <a:ext cx="100453" cy="109663"/>
            </a:xfrm>
            <a:custGeom>
              <a:avLst/>
              <a:gdLst/>
              <a:ahLst/>
              <a:cxnLst/>
              <a:rect l="l" t="t" r="r" b="b"/>
              <a:pathLst>
                <a:path w="2492" h="2721" extrusionOk="0">
                  <a:moveTo>
                    <a:pt x="2262" y="229"/>
                  </a:moveTo>
                  <a:lnTo>
                    <a:pt x="2262" y="2491"/>
                  </a:lnTo>
                  <a:lnTo>
                    <a:pt x="229" y="2491"/>
                  </a:lnTo>
                  <a:lnTo>
                    <a:pt x="229" y="229"/>
                  </a:lnTo>
                  <a:close/>
                  <a:moveTo>
                    <a:pt x="0" y="1"/>
                  </a:moveTo>
                  <a:lnTo>
                    <a:pt x="0" y="2720"/>
                  </a:lnTo>
                  <a:lnTo>
                    <a:pt x="2491" y="2720"/>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8"/>
            <p:cNvSpPr/>
            <p:nvPr/>
          </p:nvSpPr>
          <p:spPr>
            <a:xfrm>
              <a:off x="9385018" y="4381152"/>
              <a:ext cx="100453" cy="109663"/>
            </a:xfrm>
            <a:custGeom>
              <a:avLst/>
              <a:gdLst/>
              <a:ahLst/>
              <a:cxnLst/>
              <a:rect l="l" t="t" r="r" b="b"/>
              <a:pathLst>
                <a:path w="2492" h="2721" extrusionOk="0">
                  <a:moveTo>
                    <a:pt x="2263" y="229"/>
                  </a:moveTo>
                  <a:lnTo>
                    <a:pt x="2263" y="2491"/>
                  </a:lnTo>
                  <a:lnTo>
                    <a:pt x="229" y="2491"/>
                  </a:lnTo>
                  <a:lnTo>
                    <a:pt x="204" y="229"/>
                  </a:lnTo>
                  <a:close/>
                  <a:moveTo>
                    <a:pt x="1" y="1"/>
                  </a:moveTo>
                  <a:lnTo>
                    <a:pt x="1" y="2720"/>
                  </a:lnTo>
                  <a:lnTo>
                    <a:pt x="2491" y="2720"/>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8"/>
            <p:cNvSpPr/>
            <p:nvPr/>
          </p:nvSpPr>
          <p:spPr>
            <a:xfrm>
              <a:off x="9476200" y="4381152"/>
              <a:ext cx="101460" cy="109663"/>
            </a:xfrm>
            <a:custGeom>
              <a:avLst/>
              <a:gdLst/>
              <a:ahLst/>
              <a:cxnLst/>
              <a:rect l="l" t="t" r="r" b="b"/>
              <a:pathLst>
                <a:path w="2517" h="2721" extrusionOk="0">
                  <a:moveTo>
                    <a:pt x="2288" y="229"/>
                  </a:moveTo>
                  <a:lnTo>
                    <a:pt x="2288" y="2491"/>
                  </a:lnTo>
                  <a:lnTo>
                    <a:pt x="229" y="2491"/>
                  </a:lnTo>
                  <a:lnTo>
                    <a:pt x="229" y="229"/>
                  </a:lnTo>
                  <a:close/>
                  <a:moveTo>
                    <a:pt x="1" y="1"/>
                  </a:moveTo>
                  <a:lnTo>
                    <a:pt x="1" y="2720"/>
                  </a:lnTo>
                  <a:lnTo>
                    <a:pt x="2517" y="2720"/>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8"/>
            <p:cNvSpPr/>
            <p:nvPr/>
          </p:nvSpPr>
          <p:spPr>
            <a:xfrm>
              <a:off x="8098243" y="4481546"/>
              <a:ext cx="101460" cy="108615"/>
            </a:xfrm>
            <a:custGeom>
              <a:avLst/>
              <a:gdLst/>
              <a:ahLst/>
              <a:cxnLst/>
              <a:rect l="l" t="t" r="r" b="b"/>
              <a:pathLst>
                <a:path w="2517" h="2695" extrusionOk="0">
                  <a:moveTo>
                    <a:pt x="2262" y="229"/>
                  </a:moveTo>
                  <a:lnTo>
                    <a:pt x="2262" y="2466"/>
                  </a:lnTo>
                  <a:lnTo>
                    <a:pt x="229" y="2466"/>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8"/>
            <p:cNvSpPr/>
            <p:nvPr/>
          </p:nvSpPr>
          <p:spPr>
            <a:xfrm>
              <a:off x="8189424" y="4481546"/>
              <a:ext cx="101460" cy="108615"/>
            </a:xfrm>
            <a:custGeom>
              <a:avLst/>
              <a:gdLst/>
              <a:ahLst/>
              <a:cxnLst/>
              <a:rect l="l" t="t" r="r" b="b"/>
              <a:pathLst>
                <a:path w="2517" h="2695" extrusionOk="0">
                  <a:moveTo>
                    <a:pt x="2288" y="229"/>
                  </a:moveTo>
                  <a:lnTo>
                    <a:pt x="2288" y="2466"/>
                  </a:lnTo>
                  <a:lnTo>
                    <a:pt x="255" y="2466"/>
                  </a:lnTo>
                  <a:lnTo>
                    <a:pt x="255"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8"/>
            <p:cNvSpPr/>
            <p:nvPr/>
          </p:nvSpPr>
          <p:spPr>
            <a:xfrm>
              <a:off x="8281613" y="4481546"/>
              <a:ext cx="101501" cy="108615"/>
            </a:xfrm>
            <a:custGeom>
              <a:avLst/>
              <a:gdLst/>
              <a:ahLst/>
              <a:cxnLst/>
              <a:rect l="l" t="t" r="r" b="b"/>
              <a:pathLst>
                <a:path w="2518" h="2695" extrusionOk="0">
                  <a:moveTo>
                    <a:pt x="2288" y="229"/>
                  </a:moveTo>
                  <a:lnTo>
                    <a:pt x="2288" y="2466"/>
                  </a:lnTo>
                  <a:lnTo>
                    <a:pt x="230" y="2466"/>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8"/>
            <p:cNvSpPr/>
            <p:nvPr/>
          </p:nvSpPr>
          <p:spPr>
            <a:xfrm>
              <a:off x="8373842" y="448154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8"/>
            <p:cNvSpPr/>
            <p:nvPr/>
          </p:nvSpPr>
          <p:spPr>
            <a:xfrm>
              <a:off x="8466031" y="4481546"/>
              <a:ext cx="100453" cy="108615"/>
            </a:xfrm>
            <a:custGeom>
              <a:avLst/>
              <a:gdLst/>
              <a:ahLst/>
              <a:cxnLst/>
              <a:rect l="l" t="t" r="r" b="b"/>
              <a:pathLst>
                <a:path w="2492" h="2695" extrusionOk="0">
                  <a:moveTo>
                    <a:pt x="2263" y="229"/>
                  </a:moveTo>
                  <a:lnTo>
                    <a:pt x="2263" y="2466"/>
                  </a:lnTo>
                  <a:lnTo>
                    <a:pt x="229" y="2466"/>
                  </a:lnTo>
                  <a:lnTo>
                    <a:pt x="229" y="229"/>
                  </a:lnTo>
                  <a:close/>
                  <a:moveTo>
                    <a:pt x="1" y="0"/>
                  </a:moveTo>
                  <a:lnTo>
                    <a:pt x="1"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8"/>
            <p:cNvSpPr/>
            <p:nvPr/>
          </p:nvSpPr>
          <p:spPr>
            <a:xfrm>
              <a:off x="8557212" y="448154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8"/>
            <p:cNvSpPr/>
            <p:nvPr/>
          </p:nvSpPr>
          <p:spPr>
            <a:xfrm>
              <a:off x="8649442" y="448154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8"/>
            <p:cNvSpPr/>
            <p:nvPr/>
          </p:nvSpPr>
          <p:spPr>
            <a:xfrm>
              <a:off x="8741631" y="448154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8"/>
            <p:cNvSpPr/>
            <p:nvPr/>
          </p:nvSpPr>
          <p:spPr>
            <a:xfrm>
              <a:off x="8832812" y="4481546"/>
              <a:ext cx="101460" cy="108615"/>
            </a:xfrm>
            <a:custGeom>
              <a:avLst/>
              <a:gdLst/>
              <a:ahLst/>
              <a:cxnLst/>
              <a:rect l="l" t="t" r="r" b="b"/>
              <a:pathLst>
                <a:path w="2517" h="2695" extrusionOk="0">
                  <a:moveTo>
                    <a:pt x="2288" y="229"/>
                  </a:moveTo>
                  <a:lnTo>
                    <a:pt x="2288" y="2466"/>
                  </a:lnTo>
                  <a:lnTo>
                    <a:pt x="255" y="2466"/>
                  </a:lnTo>
                  <a:lnTo>
                    <a:pt x="255"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8"/>
            <p:cNvSpPr/>
            <p:nvPr/>
          </p:nvSpPr>
          <p:spPr>
            <a:xfrm>
              <a:off x="8925041" y="4481546"/>
              <a:ext cx="101460" cy="108615"/>
            </a:xfrm>
            <a:custGeom>
              <a:avLst/>
              <a:gdLst/>
              <a:ahLst/>
              <a:cxnLst/>
              <a:rect l="l" t="t" r="r" b="b"/>
              <a:pathLst>
                <a:path w="2517" h="2695" extrusionOk="0">
                  <a:moveTo>
                    <a:pt x="2287" y="229"/>
                  </a:moveTo>
                  <a:lnTo>
                    <a:pt x="2287" y="2466"/>
                  </a:lnTo>
                  <a:lnTo>
                    <a:pt x="229" y="2466"/>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8"/>
            <p:cNvSpPr/>
            <p:nvPr/>
          </p:nvSpPr>
          <p:spPr>
            <a:xfrm>
              <a:off x="9017230" y="4481546"/>
              <a:ext cx="101460" cy="108615"/>
            </a:xfrm>
            <a:custGeom>
              <a:avLst/>
              <a:gdLst/>
              <a:ahLst/>
              <a:cxnLst/>
              <a:rect l="l" t="t" r="r" b="b"/>
              <a:pathLst>
                <a:path w="2517" h="2695" extrusionOk="0">
                  <a:moveTo>
                    <a:pt x="2288" y="229"/>
                  </a:moveTo>
                  <a:lnTo>
                    <a:pt x="2288" y="2466"/>
                  </a:lnTo>
                  <a:lnTo>
                    <a:pt x="229" y="2466"/>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8"/>
            <p:cNvSpPr/>
            <p:nvPr/>
          </p:nvSpPr>
          <p:spPr>
            <a:xfrm>
              <a:off x="9108411" y="4481546"/>
              <a:ext cx="101460" cy="108615"/>
            </a:xfrm>
            <a:custGeom>
              <a:avLst/>
              <a:gdLst/>
              <a:ahLst/>
              <a:cxnLst/>
              <a:rect l="l" t="t" r="r" b="b"/>
              <a:pathLst>
                <a:path w="2517" h="2695" extrusionOk="0">
                  <a:moveTo>
                    <a:pt x="2313" y="229"/>
                  </a:moveTo>
                  <a:lnTo>
                    <a:pt x="2313" y="2466"/>
                  </a:lnTo>
                  <a:lnTo>
                    <a:pt x="255" y="2466"/>
                  </a:lnTo>
                  <a:lnTo>
                    <a:pt x="255"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8"/>
            <p:cNvSpPr/>
            <p:nvPr/>
          </p:nvSpPr>
          <p:spPr>
            <a:xfrm>
              <a:off x="9201648" y="4481546"/>
              <a:ext cx="101460" cy="108615"/>
            </a:xfrm>
            <a:custGeom>
              <a:avLst/>
              <a:gdLst/>
              <a:ahLst/>
              <a:cxnLst/>
              <a:rect l="l" t="t" r="r" b="b"/>
              <a:pathLst>
                <a:path w="2517" h="2695" extrusionOk="0">
                  <a:moveTo>
                    <a:pt x="2262" y="229"/>
                  </a:moveTo>
                  <a:lnTo>
                    <a:pt x="2262" y="2466"/>
                  </a:lnTo>
                  <a:lnTo>
                    <a:pt x="204" y="2466"/>
                  </a:lnTo>
                  <a:lnTo>
                    <a:pt x="204" y="229"/>
                  </a:lnTo>
                  <a:close/>
                  <a:moveTo>
                    <a:pt x="0" y="0"/>
                  </a:moveTo>
                  <a:lnTo>
                    <a:pt x="0" y="2694"/>
                  </a:lnTo>
                  <a:lnTo>
                    <a:pt x="2491"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8"/>
            <p:cNvSpPr/>
            <p:nvPr/>
          </p:nvSpPr>
          <p:spPr>
            <a:xfrm>
              <a:off x="9292829" y="4481546"/>
              <a:ext cx="100453" cy="108615"/>
            </a:xfrm>
            <a:custGeom>
              <a:avLst/>
              <a:gdLst/>
              <a:ahLst/>
              <a:cxnLst/>
              <a:rect l="l" t="t" r="r" b="b"/>
              <a:pathLst>
                <a:path w="2492" h="2695" extrusionOk="0">
                  <a:moveTo>
                    <a:pt x="2262" y="229"/>
                  </a:moveTo>
                  <a:lnTo>
                    <a:pt x="2262" y="2466"/>
                  </a:lnTo>
                  <a:lnTo>
                    <a:pt x="229" y="2466"/>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8"/>
            <p:cNvSpPr/>
            <p:nvPr/>
          </p:nvSpPr>
          <p:spPr>
            <a:xfrm>
              <a:off x="9385018" y="4481546"/>
              <a:ext cx="100453" cy="108615"/>
            </a:xfrm>
            <a:custGeom>
              <a:avLst/>
              <a:gdLst/>
              <a:ahLst/>
              <a:cxnLst/>
              <a:rect l="l" t="t" r="r" b="b"/>
              <a:pathLst>
                <a:path w="2492" h="2695" extrusionOk="0">
                  <a:moveTo>
                    <a:pt x="2263" y="229"/>
                  </a:moveTo>
                  <a:lnTo>
                    <a:pt x="2263" y="2466"/>
                  </a:lnTo>
                  <a:lnTo>
                    <a:pt x="229" y="2466"/>
                  </a:lnTo>
                  <a:lnTo>
                    <a:pt x="204" y="229"/>
                  </a:lnTo>
                  <a:close/>
                  <a:moveTo>
                    <a:pt x="1" y="0"/>
                  </a:moveTo>
                  <a:lnTo>
                    <a:pt x="1"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8"/>
            <p:cNvSpPr/>
            <p:nvPr/>
          </p:nvSpPr>
          <p:spPr>
            <a:xfrm>
              <a:off x="9476200" y="4481546"/>
              <a:ext cx="101460" cy="108615"/>
            </a:xfrm>
            <a:custGeom>
              <a:avLst/>
              <a:gdLst/>
              <a:ahLst/>
              <a:cxnLst/>
              <a:rect l="l" t="t" r="r" b="b"/>
              <a:pathLst>
                <a:path w="2517" h="2695" extrusionOk="0">
                  <a:moveTo>
                    <a:pt x="2288" y="229"/>
                  </a:moveTo>
                  <a:lnTo>
                    <a:pt x="2288" y="2466"/>
                  </a:lnTo>
                  <a:lnTo>
                    <a:pt x="229" y="2466"/>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8"/>
            <p:cNvSpPr/>
            <p:nvPr/>
          </p:nvSpPr>
          <p:spPr>
            <a:xfrm>
              <a:off x="8098243" y="4580891"/>
              <a:ext cx="101460" cy="108615"/>
            </a:xfrm>
            <a:custGeom>
              <a:avLst/>
              <a:gdLst/>
              <a:ahLst/>
              <a:cxnLst/>
              <a:rect l="l" t="t" r="r" b="b"/>
              <a:pathLst>
                <a:path w="2517" h="2695" extrusionOk="0">
                  <a:moveTo>
                    <a:pt x="2262" y="229"/>
                  </a:moveTo>
                  <a:lnTo>
                    <a:pt x="2262" y="2466"/>
                  </a:lnTo>
                  <a:lnTo>
                    <a:pt x="229" y="2466"/>
                  </a:lnTo>
                  <a:lnTo>
                    <a:pt x="229"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8"/>
            <p:cNvSpPr/>
            <p:nvPr/>
          </p:nvSpPr>
          <p:spPr>
            <a:xfrm>
              <a:off x="8189424" y="4580891"/>
              <a:ext cx="101460" cy="108615"/>
            </a:xfrm>
            <a:custGeom>
              <a:avLst/>
              <a:gdLst/>
              <a:ahLst/>
              <a:cxnLst/>
              <a:rect l="l" t="t" r="r" b="b"/>
              <a:pathLst>
                <a:path w="2517" h="2695" extrusionOk="0">
                  <a:moveTo>
                    <a:pt x="2288" y="229"/>
                  </a:moveTo>
                  <a:lnTo>
                    <a:pt x="2288" y="2466"/>
                  </a:lnTo>
                  <a:lnTo>
                    <a:pt x="255" y="2466"/>
                  </a:lnTo>
                  <a:lnTo>
                    <a:pt x="255"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8"/>
            <p:cNvSpPr/>
            <p:nvPr/>
          </p:nvSpPr>
          <p:spPr>
            <a:xfrm>
              <a:off x="8281613" y="4580891"/>
              <a:ext cx="101501" cy="108615"/>
            </a:xfrm>
            <a:custGeom>
              <a:avLst/>
              <a:gdLst/>
              <a:ahLst/>
              <a:cxnLst/>
              <a:rect l="l" t="t" r="r" b="b"/>
              <a:pathLst>
                <a:path w="2518" h="2695" extrusionOk="0">
                  <a:moveTo>
                    <a:pt x="2288" y="229"/>
                  </a:moveTo>
                  <a:lnTo>
                    <a:pt x="2288" y="2466"/>
                  </a:lnTo>
                  <a:lnTo>
                    <a:pt x="230" y="2466"/>
                  </a:lnTo>
                  <a:lnTo>
                    <a:pt x="230"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8"/>
            <p:cNvSpPr/>
            <p:nvPr/>
          </p:nvSpPr>
          <p:spPr>
            <a:xfrm>
              <a:off x="8373842" y="4580891"/>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8"/>
            <p:cNvSpPr/>
            <p:nvPr/>
          </p:nvSpPr>
          <p:spPr>
            <a:xfrm>
              <a:off x="8466031" y="4580891"/>
              <a:ext cx="100453" cy="108615"/>
            </a:xfrm>
            <a:custGeom>
              <a:avLst/>
              <a:gdLst/>
              <a:ahLst/>
              <a:cxnLst/>
              <a:rect l="l" t="t" r="r" b="b"/>
              <a:pathLst>
                <a:path w="2492" h="2695" extrusionOk="0">
                  <a:moveTo>
                    <a:pt x="2263" y="229"/>
                  </a:moveTo>
                  <a:lnTo>
                    <a:pt x="2263" y="2466"/>
                  </a:lnTo>
                  <a:lnTo>
                    <a:pt x="229" y="2466"/>
                  </a:lnTo>
                  <a:lnTo>
                    <a:pt x="229" y="229"/>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8"/>
            <p:cNvSpPr/>
            <p:nvPr/>
          </p:nvSpPr>
          <p:spPr>
            <a:xfrm>
              <a:off x="8557212" y="4580891"/>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8"/>
            <p:cNvSpPr/>
            <p:nvPr/>
          </p:nvSpPr>
          <p:spPr>
            <a:xfrm>
              <a:off x="8649442" y="4580891"/>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8"/>
            <p:cNvSpPr/>
            <p:nvPr/>
          </p:nvSpPr>
          <p:spPr>
            <a:xfrm>
              <a:off x="8741631" y="4580891"/>
              <a:ext cx="101460" cy="108615"/>
            </a:xfrm>
            <a:custGeom>
              <a:avLst/>
              <a:gdLst/>
              <a:ahLst/>
              <a:cxnLst/>
              <a:rect l="l" t="t" r="r" b="b"/>
              <a:pathLst>
                <a:path w="2517" h="2695" extrusionOk="0">
                  <a:moveTo>
                    <a:pt x="2263" y="229"/>
                  </a:moveTo>
                  <a:lnTo>
                    <a:pt x="2263"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8"/>
            <p:cNvSpPr/>
            <p:nvPr/>
          </p:nvSpPr>
          <p:spPr>
            <a:xfrm>
              <a:off x="8832812" y="4580891"/>
              <a:ext cx="101460" cy="108615"/>
            </a:xfrm>
            <a:custGeom>
              <a:avLst/>
              <a:gdLst/>
              <a:ahLst/>
              <a:cxnLst/>
              <a:rect l="l" t="t" r="r" b="b"/>
              <a:pathLst>
                <a:path w="2517" h="2695" extrusionOk="0">
                  <a:moveTo>
                    <a:pt x="2288" y="229"/>
                  </a:moveTo>
                  <a:lnTo>
                    <a:pt x="2288" y="2466"/>
                  </a:lnTo>
                  <a:lnTo>
                    <a:pt x="255" y="2466"/>
                  </a:lnTo>
                  <a:lnTo>
                    <a:pt x="255"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8"/>
            <p:cNvSpPr/>
            <p:nvPr/>
          </p:nvSpPr>
          <p:spPr>
            <a:xfrm>
              <a:off x="8925041" y="4580891"/>
              <a:ext cx="101460" cy="108615"/>
            </a:xfrm>
            <a:custGeom>
              <a:avLst/>
              <a:gdLst/>
              <a:ahLst/>
              <a:cxnLst/>
              <a:rect l="l" t="t" r="r" b="b"/>
              <a:pathLst>
                <a:path w="2517" h="2695" extrusionOk="0">
                  <a:moveTo>
                    <a:pt x="2287" y="229"/>
                  </a:moveTo>
                  <a:lnTo>
                    <a:pt x="2287" y="2466"/>
                  </a:lnTo>
                  <a:lnTo>
                    <a:pt x="229" y="2466"/>
                  </a:lnTo>
                  <a:lnTo>
                    <a:pt x="229" y="229"/>
                  </a:lnTo>
                  <a:close/>
                  <a:moveTo>
                    <a:pt x="0" y="1"/>
                  </a:moveTo>
                  <a:lnTo>
                    <a:pt x="0" y="2695"/>
                  </a:lnTo>
                  <a:lnTo>
                    <a:pt x="2516"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8"/>
            <p:cNvSpPr/>
            <p:nvPr/>
          </p:nvSpPr>
          <p:spPr>
            <a:xfrm>
              <a:off x="9017230" y="4580891"/>
              <a:ext cx="101460" cy="108615"/>
            </a:xfrm>
            <a:custGeom>
              <a:avLst/>
              <a:gdLst/>
              <a:ahLst/>
              <a:cxnLst/>
              <a:rect l="l" t="t" r="r" b="b"/>
              <a:pathLst>
                <a:path w="2517" h="2695" extrusionOk="0">
                  <a:moveTo>
                    <a:pt x="2288" y="229"/>
                  </a:moveTo>
                  <a:lnTo>
                    <a:pt x="2288" y="2466"/>
                  </a:lnTo>
                  <a:lnTo>
                    <a:pt x="229" y="2466"/>
                  </a:lnTo>
                  <a:lnTo>
                    <a:pt x="229"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8"/>
            <p:cNvSpPr/>
            <p:nvPr/>
          </p:nvSpPr>
          <p:spPr>
            <a:xfrm>
              <a:off x="9108411" y="4580891"/>
              <a:ext cx="101460" cy="108615"/>
            </a:xfrm>
            <a:custGeom>
              <a:avLst/>
              <a:gdLst/>
              <a:ahLst/>
              <a:cxnLst/>
              <a:rect l="l" t="t" r="r" b="b"/>
              <a:pathLst>
                <a:path w="2517" h="2695" extrusionOk="0">
                  <a:moveTo>
                    <a:pt x="2313" y="229"/>
                  </a:moveTo>
                  <a:lnTo>
                    <a:pt x="2313" y="2466"/>
                  </a:lnTo>
                  <a:lnTo>
                    <a:pt x="255" y="2466"/>
                  </a:lnTo>
                  <a:lnTo>
                    <a:pt x="255" y="229"/>
                  </a:lnTo>
                  <a:close/>
                  <a:moveTo>
                    <a:pt x="0" y="1"/>
                  </a:moveTo>
                  <a:lnTo>
                    <a:pt x="0"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8"/>
            <p:cNvSpPr/>
            <p:nvPr/>
          </p:nvSpPr>
          <p:spPr>
            <a:xfrm>
              <a:off x="9201648" y="4580891"/>
              <a:ext cx="101460" cy="108615"/>
            </a:xfrm>
            <a:custGeom>
              <a:avLst/>
              <a:gdLst/>
              <a:ahLst/>
              <a:cxnLst/>
              <a:rect l="l" t="t" r="r" b="b"/>
              <a:pathLst>
                <a:path w="2517" h="2695" extrusionOk="0">
                  <a:moveTo>
                    <a:pt x="2262" y="229"/>
                  </a:moveTo>
                  <a:lnTo>
                    <a:pt x="2262" y="2466"/>
                  </a:lnTo>
                  <a:lnTo>
                    <a:pt x="204" y="2466"/>
                  </a:lnTo>
                  <a:lnTo>
                    <a:pt x="204" y="229"/>
                  </a:lnTo>
                  <a:close/>
                  <a:moveTo>
                    <a:pt x="0" y="1"/>
                  </a:moveTo>
                  <a:lnTo>
                    <a:pt x="0" y="2695"/>
                  </a:lnTo>
                  <a:lnTo>
                    <a:pt x="2491" y="2695"/>
                  </a:lnTo>
                  <a:lnTo>
                    <a:pt x="2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8"/>
            <p:cNvSpPr/>
            <p:nvPr/>
          </p:nvSpPr>
          <p:spPr>
            <a:xfrm>
              <a:off x="9292829" y="4580891"/>
              <a:ext cx="100453" cy="108615"/>
            </a:xfrm>
            <a:custGeom>
              <a:avLst/>
              <a:gdLst/>
              <a:ahLst/>
              <a:cxnLst/>
              <a:rect l="l" t="t" r="r" b="b"/>
              <a:pathLst>
                <a:path w="2492" h="2695" extrusionOk="0">
                  <a:moveTo>
                    <a:pt x="2262" y="229"/>
                  </a:moveTo>
                  <a:lnTo>
                    <a:pt x="2262" y="2466"/>
                  </a:lnTo>
                  <a:lnTo>
                    <a:pt x="229" y="2466"/>
                  </a:lnTo>
                  <a:lnTo>
                    <a:pt x="229" y="229"/>
                  </a:lnTo>
                  <a:close/>
                  <a:moveTo>
                    <a:pt x="0" y="1"/>
                  </a:moveTo>
                  <a:lnTo>
                    <a:pt x="0"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8"/>
            <p:cNvSpPr/>
            <p:nvPr/>
          </p:nvSpPr>
          <p:spPr>
            <a:xfrm>
              <a:off x="9385018" y="4580891"/>
              <a:ext cx="100453" cy="108615"/>
            </a:xfrm>
            <a:custGeom>
              <a:avLst/>
              <a:gdLst/>
              <a:ahLst/>
              <a:cxnLst/>
              <a:rect l="l" t="t" r="r" b="b"/>
              <a:pathLst>
                <a:path w="2492" h="2695" extrusionOk="0">
                  <a:moveTo>
                    <a:pt x="2263" y="229"/>
                  </a:moveTo>
                  <a:lnTo>
                    <a:pt x="2263" y="2466"/>
                  </a:lnTo>
                  <a:lnTo>
                    <a:pt x="204" y="2466"/>
                  </a:lnTo>
                  <a:lnTo>
                    <a:pt x="204" y="229"/>
                  </a:lnTo>
                  <a:close/>
                  <a:moveTo>
                    <a:pt x="1" y="1"/>
                  </a:moveTo>
                  <a:lnTo>
                    <a:pt x="1" y="2695"/>
                  </a:lnTo>
                  <a:lnTo>
                    <a:pt x="2491" y="2695"/>
                  </a:lnTo>
                  <a:lnTo>
                    <a:pt x="249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8"/>
            <p:cNvSpPr/>
            <p:nvPr/>
          </p:nvSpPr>
          <p:spPr>
            <a:xfrm>
              <a:off x="9476200" y="4580891"/>
              <a:ext cx="101460" cy="108615"/>
            </a:xfrm>
            <a:custGeom>
              <a:avLst/>
              <a:gdLst/>
              <a:ahLst/>
              <a:cxnLst/>
              <a:rect l="l" t="t" r="r" b="b"/>
              <a:pathLst>
                <a:path w="2517" h="2695" extrusionOk="0">
                  <a:moveTo>
                    <a:pt x="2288" y="229"/>
                  </a:moveTo>
                  <a:lnTo>
                    <a:pt x="2288" y="2466"/>
                  </a:lnTo>
                  <a:lnTo>
                    <a:pt x="229" y="2466"/>
                  </a:lnTo>
                  <a:lnTo>
                    <a:pt x="229" y="229"/>
                  </a:lnTo>
                  <a:close/>
                  <a:moveTo>
                    <a:pt x="1" y="1"/>
                  </a:moveTo>
                  <a:lnTo>
                    <a:pt x="1" y="2695"/>
                  </a:lnTo>
                  <a:lnTo>
                    <a:pt x="2517" y="2695"/>
                  </a:lnTo>
                  <a:lnTo>
                    <a:pt x="251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8"/>
            <p:cNvSpPr/>
            <p:nvPr/>
          </p:nvSpPr>
          <p:spPr>
            <a:xfrm>
              <a:off x="8098243" y="4680277"/>
              <a:ext cx="101460" cy="108615"/>
            </a:xfrm>
            <a:custGeom>
              <a:avLst/>
              <a:gdLst/>
              <a:ahLst/>
              <a:cxnLst/>
              <a:rect l="l" t="t" r="r" b="b"/>
              <a:pathLst>
                <a:path w="2517" h="2695" extrusionOk="0">
                  <a:moveTo>
                    <a:pt x="2262" y="229"/>
                  </a:moveTo>
                  <a:lnTo>
                    <a:pt x="2262" y="2465"/>
                  </a:lnTo>
                  <a:lnTo>
                    <a:pt x="229" y="2465"/>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8"/>
            <p:cNvSpPr/>
            <p:nvPr/>
          </p:nvSpPr>
          <p:spPr>
            <a:xfrm>
              <a:off x="8189424" y="4680277"/>
              <a:ext cx="101460" cy="108615"/>
            </a:xfrm>
            <a:custGeom>
              <a:avLst/>
              <a:gdLst/>
              <a:ahLst/>
              <a:cxnLst/>
              <a:rect l="l" t="t" r="r" b="b"/>
              <a:pathLst>
                <a:path w="2517" h="2695" extrusionOk="0">
                  <a:moveTo>
                    <a:pt x="2288" y="229"/>
                  </a:moveTo>
                  <a:lnTo>
                    <a:pt x="2288" y="2465"/>
                  </a:lnTo>
                  <a:lnTo>
                    <a:pt x="255" y="2465"/>
                  </a:lnTo>
                  <a:lnTo>
                    <a:pt x="255"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8"/>
            <p:cNvSpPr/>
            <p:nvPr/>
          </p:nvSpPr>
          <p:spPr>
            <a:xfrm>
              <a:off x="8281613" y="4680277"/>
              <a:ext cx="101501" cy="108615"/>
            </a:xfrm>
            <a:custGeom>
              <a:avLst/>
              <a:gdLst/>
              <a:ahLst/>
              <a:cxnLst/>
              <a:rect l="l" t="t" r="r" b="b"/>
              <a:pathLst>
                <a:path w="2518" h="2695" extrusionOk="0">
                  <a:moveTo>
                    <a:pt x="2288" y="229"/>
                  </a:moveTo>
                  <a:lnTo>
                    <a:pt x="2288" y="2465"/>
                  </a:lnTo>
                  <a:lnTo>
                    <a:pt x="230" y="2465"/>
                  </a:lnTo>
                  <a:lnTo>
                    <a:pt x="230"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8"/>
            <p:cNvSpPr/>
            <p:nvPr/>
          </p:nvSpPr>
          <p:spPr>
            <a:xfrm>
              <a:off x="8373842" y="4680277"/>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8"/>
            <p:cNvSpPr/>
            <p:nvPr/>
          </p:nvSpPr>
          <p:spPr>
            <a:xfrm>
              <a:off x="8466031" y="4680277"/>
              <a:ext cx="100453" cy="108615"/>
            </a:xfrm>
            <a:custGeom>
              <a:avLst/>
              <a:gdLst/>
              <a:ahLst/>
              <a:cxnLst/>
              <a:rect l="l" t="t" r="r" b="b"/>
              <a:pathLst>
                <a:path w="2492" h="2695" extrusionOk="0">
                  <a:moveTo>
                    <a:pt x="2263" y="229"/>
                  </a:moveTo>
                  <a:lnTo>
                    <a:pt x="2263" y="2465"/>
                  </a:lnTo>
                  <a:lnTo>
                    <a:pt x="229" y="2465"/>
                  </a:lnTo>
                  <a:lnTo>
                    <a:pt x="229" y="229"/>
                  </a:lnTo>
                  <a:close/>
                  <a:moveTo>
                    <a:pt x="1" y="0"/>
                  </a:moveTo>
                  <a:lnTo>
                    <a:pt x="1"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8"/>
            <p:cNvSpPr/>
            <p:nvPr/>
          </p:nvSpPr>
          <p:spPr>
            <a:xfrm>
              <a:off x="8557212" y="4680277"/>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8"/>
            <p:cNvSpPr/>
            <p:nvPr/>
          </p:nvSpPr>
          <p:spPr>
            <a:xfrm>
              <a:off x="8649442" y="4680277"/>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8"/>
            <p:cNvSpPr/>
            <p:nvPr/>
          </p:nvSpPr>
          <p:spPr>
            <a:xfrm>
              <a:off x="8741631" y="4680277"/>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8"/>
            <p:cNvSpPr/>
            <p:nvPr/>
          </p:nvSpPr>
          <p:spPr>
            <a:xfrm>
              <a:off x="8832812" y="4680277"/>
              <a:ext cx="101460" cy="108615"/>
            </a:xfrm>
            <a:custGeom>
              <a:avLst/>
              <a:gdLst/>
              <a:ahLst/>
              <a:cxnLst/>
              <a:rect l="l" t="t" r="r" b="b"/>
              <a:pathLst>
                <a:path w="2517" h="2695" extrusionOk="0">
                  <a:moveTo>
                    <a:pt x="2288" y="229"/>
                  </a:moveTo>
                  <a:lnTo>
                    <a:pt x="2288" y="2465"/>
                  </a:lnTo>
                  <a:lnTo>
                    <a:pt x="255" y="2465"/>
                  </a:lnTo>
                  <a:lnTo>
                    <a:pt x="255"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8"/>
            <p:cNvSpPr/>
            <p:nvPr/>
          </p:nvSpPr>
          <p:spPr>
            <a:xfrm>
              <a:off x="8925041" y="4680277"/>
              <a:ext cx="101460" cy="108615"/>
            </a:xfrm>
            <a:custGeom>
              <a:avLst/>
              <a:gdLst/>
              <a:ahLst/>
              <a:cxnLst/>
              <a:rect l="l" t="t" r="r" b="b"/>
              <a:pathLst>
                <a:path w="2517" h="2695" extrusionOk="0">
                  <a:moveTo>
                    <a:pt x="2287" y="229"/>
                  </a:moveTo>
                  <a:lnTo>
                    <a:pt x="2287" y="2465"/>
                  </a:lnTo>
                  <a:lnTo>
                    <a:pt x="229" y="2465"/>
                  </a:lnTo>
                  <a:lnTo>
                    <a:pt x="229" y="229"/>
                  </a:lnTo>
                  <a:close/>
                  <a:moveTo>
                    <a:pt x="0" y="0"/>
                  </a:moveTo>
                  <a:lnTo>
                    <a:pt x="0" y="2694"/>
                  </a:lnTo>
                  <a:lnTo>
                    <a:pt x="2516"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8"/>
            <p:cNvSpPr/>
            <p:nvPr/>
          </p:nvSpPr>
          <p:spPr>
            <a:xfrm>
              <a:off x="9017230" y="4680277"/>
              <a:ext cx="101460" cy="108615"/>
            </a:xfrm>
            <a:custGeom>
              <a:avLst/>
              <a:gdLst/>
              <a:ahLst/>
              <a:cxnLst/>
              <a:rect l="l" t="t" r="r" b="b"/>
              <a:pathLst>
                <a:path w="2517" h="2695" extrusionOk="0">
                  <a:moveTo>
                    <a:pt x="2288" y="229"/>
                  </a:moveTo>
                  <a:lnTo>
                    <a:pt x="2288" y="2465"/>
                  </a:lnTo>
                  <a:lnTo>
                    <a:pt x="229" y="2465"/>
                  </a:lnTo>
                  <a:lnTo>
                    <a:pt x="229"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8"/>
            <p:cNvSpPr/>
            <p:nvPr/>
          </p:nvSpPr>
          <p:spPr>
            <a:xfrm>
              <a:off x="9108411" y="4680277"/>
              <a:ext cx="101460" cy="108615"/>
            </a:xfrm>
            <a:custGeom>
              <a:avLst/>
              <a:gdLst/>
              <a:ahLst/>
              <a:cxnLst/>
              <a:rect l="l" t="t" r="r" b="b"/>
              <a:pathLst>
                <a:path w="2517" h="2695" extrusionOk="0">
                  <a:moveTo>
                    <a:pt x="2313" y="229"/>
                  </a:moveTo>
                  <a:lnTo>
                    <a:pt x="2313" y="2465"/>
                  </a:lnTo>
                  <a:lnTo>
                    <a:pt x="255" y="2465"/>
                  </a:lnTo>
                  <a:lnTo>
                    <a:pt x="255" y="229"/>
                  </a:lnTo>
                  <a:close/>
                  <a:moveTo>
                    <a:pt x="0" y="0"/>
                  </a:moveTo>
                  <a:lnTo>
                    <a:pt x="0"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8"/>
            <p:cNvSpPr/>
            <p:nvPr/>
          </p:nvSpPr>
          <p:spPr>
            <a:xfrm>
              <a:off x="9201648" y="4680277"/>
              <a:ext cx="101460" cy="108615"/>
            </a:xfrm>
            <a:custGeom>
              <a:avLst/>
              <a:gdLst/>
              <a:ahLst/>
              <a:cxnLst/>
              <a:rect l="l" t="t" r="r" b="b"/>
              <a:pathLst>
                <a:path w="2517" h="2695" extrusionOk="0">
                  <a:moveTo>
                    <a:pt x="2262" y="229"/>
                  </a:moveTo>
                  <a:lnTo>
                    <a:pt x="2262" y="2465"/>
                  </a:lnTo>
                  <a:lnTo>
                    <a:pt x="204" y="2465"/>
                  </a:lnTo>
                  <a:lnTo>
                    <a:pt x="204" y="229"/>
                  </a:lnTo>
                  <a:close/>
                  <a:moveTo>
                    <a:pt x="0" y="0"/>
                  </a:moveTo>
                  <a:lnTo>
                    <a:pt x="0" y="2694"/>
                  </a:lnTo>
                  <a:lnTo>
                    <a:pt x="2491" y="2694"/>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8"/>
            <p:cNvSpPr/>
            <p:nvPr/>
          </p:nvSpPr>
          <p:spPr>
            <a:xfrm>
              <a:off x="9292829" y="4680277"/>
              <a:ext cx="100453" cy="108615"/>
            </a:xfrm>
            <a:custGeom>
              <a:avLst/>
              <a:gdLst/>
              <a:ahLst/>
              <a:cxnLst/>
              <a:rect l="l" t="t" r="r" b="b"/>
              <a:pathLst>
                <a:path w="2492" h="2695" extrusionOk="0">
                  <a:moveTo>
                    <a:pt x="2262" y="229"/>
                  </a:moveTo>
                  <a:lnTo>
                    <a:pt x="2262" y="2465"/>
                  </a:lnTo>
                  <a:lnTo>
                    <a:pt x="229" y="2465"/>
                  </a:lnTo>
                  <a:lnTo>
                    <a:pt x="229" y="229"/>
                  </a:lnTo>
                  <a:close/>
                  <a:moveTo>
                    <a:pt x="0" y="0"/>
                  </a:moveTo>
                  <a:lnTo>
                    <a:pt x="0"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8"/>
            <p:cNvSpPr/>
            <p:nvPr/>
          </p:nvSpPr>
          <p:spPr>
            <a:xfrm>
              <a:off x="9385018" y="4680277"/>
              <a:ext cx="100453" cy="108615"/>
            </a:xfrm>
            <a:custGeom>
              <a:avLst/>
              <a:gdLst/>
              <a:ahLst/>
              <a:cxnLst/>
              <a:rect l="l" t="t" r="r" b="b"/>
              <a:pathLst>
                <a:path w="2492" h="2695" extrusionOk="0">
                  <a:moveTo>
                    <a:pt x="2263" y="229"/>
                  </a:moveTo>
                  <a:lnTo>
                    <a:pt x="2263" y="2465"/>
                  </a:lnTo>
                  <a:lnTo>
                    <a:pt x="229" y="2465"/>
                  </a:lnTo>
                  <a:lnTo>
                    <a:pt x="204" y="229"/>
                  </a:lnTo>
                  <a:close/>
                  <a:moveTo>
                    <a:pt x="1" y="0"/>
                  </a:moveTo>
                  <a:lnTo>
                    <a:pt x="1" y="2694"/>
                  </a:lnTo>
                  <a:lnTo>
                    <a:pt x="2491" y="2694"/>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8"/>
            <p:cNvSpPr/>
            <p:nvPr/>
          </p:nvSpPr>
          <p:spPr>
            <a:xfrm>
              <a:off x="9476200" y="4680277"/>
              <a:ext cx="101460" cy="108615"/>
            </a:xfrm>
            <a:custGeom>
              <a:avLst/>
              <a:gdLst/>
              <a:ahLst/>
              <a:cxnLst/>
              <a:rect l="l" t="t" r="r" b="b"/>
              <a:pathLst>
                <a:path w="2517" h="2695" extrusionOk="0">
                  <a:moveTo>
                    <a:pt x="2288" y="229"/>
                  </a:moveTo>
                  <a:lnTo>
                    <a:pt x="2288" y="2465"/>
                  </a:lnTo>
                  <a:lnTo>
                    <a:pt x="229" y="2465"/>
                  </a:lnTo>
                  <a:lnTo>
                    <a:pt x="229" y="229"/>
                  </a:lnTo>
                  <a:close/>
                  <a:moveTo>
                    <a:pt x="1" y="0"/>
                  </a:moveTo>
                  <a:lnTo>
                    <a:pt x="1" y="2694"/>
                  </a:lnTo>
                  <a:lnTo>
                    <a:pt x="2517" y="2694"/>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8"/>
            <p:cNvSpPr/>
            <p:nvPr/>
          </p:nvSpPr>
          <p:spPr>
            <a:xfrm>
              <a:off x="8098243" y="4779623"/>
              <a:ext cx="101460" cy="109623"/>
            </a:xfrm>
            <a:custGeom>
              <a:avLst/>
              <a:gdLst/>
              <a:ahLst/>
              <a:cxnLst/>
              <a:rect l="l" t="t" r="r" b="b"/>
              <a:pathLst>
                <a:path w="2517" h="2720" extrusionOk="0">
                  <a:moveTo>
                    <a:pt x="2262" y="229"/>
                  </a:moveTo>
                  <a:lnTo>
                    <a:pt x="2262" y="2466"/>
                  </a:lnTo>
                  <a:lnTo>
                    <a:pt x="229" y="2466"/>
                  </a:lnTo>
                  <a:lnTo>
                    <a:pt x="229" y="229"/>
                  </a:lnTo>
                  <a:close/>
                  <a:moveTo>
                    <a:pt x="0" y="0"/>
                  </a:moveTo>
                  <a:lnTo>
                    <a:pt x="0"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8"/>
            <p:cNvSpPr/>
            <p:nvPr/>
          </p:nvSpPr>
          <p:spPr>
            <a:xfrm>
              <a:off x="8189424" y="4779623"/>
              <a:ext cx="101460" cy="109623"/>
            </a:xfrm>
            <a:custGeom>
              <a:avLst/>
              <a:gdLst/>
              <a:ahLst/>
              <a:cxnLst/>
              <a:rect l="l" t="t" r="r" b="b"/>
              <a:pathLst>
                <a:path w="2517" h="2720" extrusionOk="0">
                  <a:moveTo>
                    <a:pt x="2288" y="229"/>
                  </a:moveTo>
                  <a:lnTo>
                    <a:pt x="2288" y="2466"/>
                  </a:lnTo>
                  <a:lnTo>
                    <a:pt x="255" y="2466"/>
                  </a:lnTo>
                  <a:lnTo>
                    <a:pt x="255" y="229"/>
                  </a:lnTo>
                  <a:close/>
                  <a:moveTo>
                    <a:pt x="0" y="0"/>
                  </a:moveTo>
                  <a:lnTo>
                    <a:pt x="0"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8"/>
            <p:cNvSpPr/>
            <p:nvPr/>
          </p:nvSpPr>
          <p:spPr>
            <a:xfrm>
              <a:off x="8281613" y="4779623"/>
              <a:ext cx="101501" cy="109623"/>
            </a:xfrm>
            <a:custGeom>
              <a:avLst/>
              <a:gdLst/>
              <a:ahLst/>
              <a:cxnLst/>
              <a:rect l="l" t="t" r="r" b="b"/>
              <a:pathLst>
                <a:path w="2518" h="2720" extrusionOk="0">
                  <a:moveTo>
                    <a:pt x="2288" y="229"/>
                  </a:moveTo>
                  <a:lnTo>
                    <a:pt x="2288" y="2466"/>
                  </a:lnTo>
                  <a:lnTo>
                    <a:pt x="230" y="2466"/>
                  </a:lnTo>
                  <a:lnTo>
                    <a:pt x="230"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8"/>
            <p:cNvSpPr/>
            <p:nvPr/>
          </p:nvSpPr>
          <p:spPr>
            <a:xfrm>
              <a:off x="8373842" y="4779623"/>
              <a:ext cx="101460" cy="109623"/>
            </a:xfrm>
            <a:custGeom>
              <a:avLst/>
              <a:gdLst/>
              <a:ahLst/>
              <a:cxnLst/>
              <a:rect l="l" t="t" r="r" b="b"/>
              <a:pathLst>
                <a:path w="2517" h="2720" extrusionOk="0">
                  <a:moveTo>
                    <a:pt x="2288" y="229"/>
                  </a:moveTo>
                  <a:lnTo>
                    <a:pt x="2288" y="2466"/>
                  </a:lnTo>
                  <a:lnTo>
                    <a:pt x="229" y="2466"/>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8"/>
            <p:cNvSpPr/>
            <p:nvPr/>
          </p:nvSpPr>
          <p:spPr>
            <a:xfrm>
              <a:off x="8466031" y="4779623"/>
              <a:ext cx="100453" cy="109623"/>
            </a:xfrm>
            <a:custGeom>
              <a:avLst/>
              <a:gdLst/>
              <a:ahLst/>
              <a:cxnLst/>
              <a:rect l="l" t="t" r="r" b="b"/>
              <a:pathLst>
                <a:path w="2492" h="2720" extrusionOk="0">
                  <a:moveTo>
                    <a:pt x="2263" y="229"/>
                  </a:moveTo>
                  <a:lnTo>
                    <a:pt x="2263" y="2466"/>
                  </a:lnTo>
                  <a:lnTo>
                    <a:pt x="229" y="2466"/>
                  </a:lnTo>
                  <a:lnTo>
                    <a:pt x="229" y="229"/>
                  </a:lnTo>
                  <a:close/>
                  <a:moveTo>
                    <a:pt x="1" y="0"/>
                  </a:moveTo>
                  <a:lnTo>
                    <a:pt x="1" y="2720"/>
                  </a:lnTo>
                  <a:lnTo>
                    <a:pt x="2491" y="2720"/>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8"/>
            <p:cNvSpPr/>
            <p:nvPr/>
          </p:nvSpPr>
          <p:spPr>
            <a:xfrm>
              <a:off x="8557212" y="4779623"/>
              <a:ext cx="101460" cy="109623"/>
            </a:xfrm>
            <a:custGeom>
              <a:avLst/>
              <a:gdLst/>
              <a:ahLst/>
              <a:cxnLst/>
              <a:rect l="l" t="t" r="r" b="b"/>
              <a:pathLst>
                <a:path w="2517" h="2720" extrusionOk="0">
                  <a:moveTo>
                    <a:pt x="2288" y="229"/>
                  </a:moveTo>
                  <a:lnTo>
                    <a:pt x="2288" y="2466"/>
                  </a:lnTo>
                  <a:lnTo>
                    <a:pt x="229" y="2466"/>
                  </a:lnTo>
                  <a:lnTo>
                    <a:pt x="229"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8"/>
            <p:cNvSpPr/>
            <p:nvPr/>
          </p:nvSpPr>
          <p:spPr>
            <a:xfrm>
              <a:off x="8649442" y="4779623"/>
              <a:ext cx="101460" cy="109623"/>
            </a:xfrm>
            <a:custGeom>
              <a:avLst/>
              <a:gdLst/>
              <a:ahLst/>
              <a:cxnLst/>
              <a:rect l="l" t="t" r="r" b="b"/>
              <a:pathLst>
                <a:path w="2517" h="2720" extrusionOk="0">
                  <a:moveTo>
                    <a:pt x="2288" y="229"/>
                  </a:moveTo>
                  <a:lnTo>
                    <a:pt x="2288" y="2466"/>
                  </a:lnTo>
                  <a:lnTo>
                    <a:pt x="229" y="2466"/>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8"/>
            <p:cNvSpPr/>
            <p:nvPr/>
          </p:nvSpPr>
          <p:spPr>
            <a:xfrm>
              <a:off x="8741631" y="4779623"/>
              <a:ext cx="101460" cy="109623"/>
            </a:xfrm>
            <a:custGeom>
              <a:avLst/>
              <a:gdLst/>
              <a:ahLst/>
              <a:cxnLst/>
              <a:rect l="l" t="t" r="r" b="b"/>
              <a:pathLst>
                <a:path w="2517" h="2720" extrusionOk="0">
                  <a:moveTo>
                    <a:pt x="2288" y="229"/>
                  </a:moveTo>
                  <a:lnTo>
                    <a:pt x="2288" y="2466"/>
                  </a:lnTo>
                  <a:lnTo>
                    <a:pt x="229" y="2466"/>
                  </a:lnTo>
                  <a:lnTo>
                    <a:pt x="229"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8"/>
            <p:cNvSpPr/>
            <p:nvPr/>
          </p:nvSpPr>
          <p:spPr>
            <a:xfrm>
              <a:off x="8832812" y="4779623"/>
              <a:ext cx="101460" cy="109623"/>
            </a:xfrm>
            <a:custGeom>
              <a:avLst/>
              <a:gdLst/>
              <a:ahLst/>
              <a:cxnLst/>
              <a:rect l="l" t="t" r="r" b="b"/>
              <a:pathLst>
                <a:path w="2517" h="2720" extrusionOk="0">
                  <a:moveTo>
                    <a:pt x="2288" y="229"/>
                  </a:moveTo>
                  <a:lnTo>
                    <a:pt x="2288" y="2466"/>
                  </a:lnTo>
                  <a:lnTo>
                    <a:pt x="255" y="2466"/>
                  </a:lnTo>
                  <a:lnTo>
                    <a:pt x="255"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8"/>
            <p:cNvSpPr/>
            <p:nvPr/>
          </p:nvSpPr>
          <p:spPr>
            <a:xfrm>
              <a:off x="8925041" y="4779623"/>
              <a:ext cx="101460" cy="109623"/>
            </a:xfrm>
            <a:custGeom>
              <a:avLst/>
              <a:gdLst/>
              <a:ahLst/>
              <a:cxnLst/>
              <a:rect l="l" t="t" r="r" b="b"/>
              <a:pathLst>
                <a:path w="2517" h="2720" extrusionOk="0">
                  <a:moveTo>
                    <a:pt x="2287" y="229"/>
                  </a:moveTo>
                  <a:lnTo>
                    <a:pt x="2287" y="2466"/>
                  </a:lnTo>
                  <a:lnTo>
                    <a:pt x="229" y="2466"/>
                  </a:lnTo>
                  <a:lnTo>
                    <a:pt x="229" y="229"/>
                  </a:lnTo>
                  <a:close/>
                  <a:moveTo>
                    <a:pt x="0" y="0"/>
                  </a:moveTo>
                  <a:lnTo>
                    <a:pt x="0" y="2720"/>
                  </a:lnTo>
                  <a:lnTo>
                    <a:pt x="2516"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8"/>
            <p:cNvSpPr/>
            <p:nvPr/>
          </p:nvSpPr>
          <p:spPr>
            <a:xfrm>
              <a:off x="9017230" y="4779623"/>
              <a:ext cx="101460" cy="109623"/>
            </a:xfrm>
            <a:custGeom>
              <a:avLst/>
              <a:gdLst/>
              <a:ahLst/>
              <a:cxnLst/>
              <a:rect l="l" t="t" r="r" b="b"/>
              <a:pathLst>
                <a:path w="2517" h="2720" extrusionOk="0">
                  <a:moveTo>
                    <a:pt x="2288" y="229"/>
                  </a:moveTo>
                  <a:lnTo>
                    <a:pt x="2288" y="2466"/>
                  </a:lnTo>
                  <a:lnTo>
                    <a:pt x="229" y="2466"/>
                  </a:lnTo>
                  <a:lnTo>
                    <a:pt x="229" y="229"/>
                  </a:lnTo>
                  <a:close/>
                  <a:moveTo>
                    <a:pt x="0" y="0"/>
                  </a:moveTo>
                  <a:lnTo>
                    <a:pt x="0"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8"/>
            <p:cNvSpPr/>
            <p:nvPr/>
          </p:nvSpPr>
          <p:spPr>
            <a:xfrm>
              <a:off x="9108411" y="4779623"/>
              <a:ext cx="101460" cy="109623"/>
            </a:xfrm>
            <a:custGeom>
              <a:avLst/>
              <a:gdLst/>
              <a:ahLst/>
              <a:cxnLst/>
              <a:rect l="l" t="t" r="r" b="b"/>
              <a:pathLst>
                <a:path w="2517" h="2720" extrusionOk="0">
                  <a:moveTo>
                    <a:pt x="2313" y="229"/>
                  </a:moveTo>
                  <a:lnTo>
                    <a:pt x="2313" y="2466"/>
                  </a:lnTo>
                  <a:lnTo>
                    <a:pt x="255" y="2466"/>
                  </a:lnTo>
                  <a:lnTo>
                    <a:pt x="255" y="229"/>
                  </a:lnTo>
                  <a:close/>
                  <a:moveTo>
                    <a:pt x="0" y="0"/>
                  </a:moveTo>
                  <a:lnTo>
                    <a:pt x="0"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8"/>
            <p:cNvSpPr/>
            <p:nvPr/>
          </p:nvSpPr>
          <p:spPr>
            <a:xfrm>
              <a:off x="9201648" y="4779623"/>
              <a:ext cx="101460" cy="109623"/>
            </a:xfrm>
            <a:custGeom>
              <a:avLst/>
              <a:gdLst/>
              <a:ahLst/>
              <a:cxnLst/>
              <a:rect l="l" t="t" r="r" b="b"/>
              <a:pathLst>
                <a:path w="2517" h="2720" extrusionOk="0">
                  <a:moveTo>
                    <a:pt x="2262" y="229"/>
                  </a:moveTo>
                  <a:lnTo>
                    <a:pt x="2262" y="2466"/>
                  </a:lnTo>
                  <a:lnTo>
                    <a:pt x="204" y="2466"/>
                  </a:lnTo>
                  <a:lnTo>
                    <a:pt x="204" y="229"/>
                  </a:lnTo>
                  <a:close/>
                  <a:moveTo>
                    <a:pt x="0" y="0"/>
                  </a:moveTo>
                  <a:lnTo>
                    <a:pt x="0" y="2720"/>
                  </a:lnTo>
                  <a:lnTo>
                    <a:pt x="2491" y="2720"/>
                  </a:lnTo>
                  <a:lnTo>
                    <a:pt x="25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8"/>
            <p:cNvSpPr/>
            <p:nvPr/>
          </p:nvSpPr>
          <p:spPr>
            <a:xfrm>
              <a:off x="9292829" y="4779623"/>
              <a:ext cx="100453" cy="109623"/>
            </a:xfrm>
            <a:custGeom>
              <a:avLst/>
              <a:gdLst/>
              <a:ahLst/>
              <a:cxnLst/>
              <a:rect l="l" t="t" r="r" b="b"/>
              <a:pathLst>
                <a:path w="2492" h="2720" extrusionOk="0">
                  <a:moveTo>
                    <a:pt x="2262" y="229"/>
                  </a:moveTo>
                  <a:lnTo>
                    <a:pt x="2262" y="2466"/>
                  </a:lnTo>
                  <a:lnTo>
                    <a:pt x="229" y="2466"/>
                  </a:lnTo>
                  <a:lnTo>
                    <a:pt x="229" y="229"/>
                  </a:lnTo>
                  <a:close/>
                  <a:moveTo>
                    <a:pt x="0" y="0"/>
                  </a:moveTo>
                  <a:lnTo>
                    <a:pt x="0" y="2720"/>
                  </a:lnTo>
                  <a:lnTo>
                    <a:pt x="2491" y="2720"/>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8"/>
            <p:cNvSpPr/>
            <p:nvPr/>
          </p:nvSpPr>
          <p:spPr>
            <a:xfrm>
              <a:off x="9385018" y="4779623"/>
              <a:ext cx="100453" cy="109623"/>
            </a:xfrm>
            <a:custGeom>
              <a:avLst/>
              <a:gdLst/>
              <a:ahLst/>
              <a:cxnLst/>
              <a:rect l="l" t="t" r="r" b="b"/>
              <a:pathLst>
                <a:path w="2492" h="2720" extrusionOk="0">
                  <a:moveTo>
                    <a:pt x="2263" y="229"/>
                  </a:moveTo>
                  <a:lnTo>
                    <a:pt x="2263" y="2466"/>
                  </a:lnTo>
                  <a:lnTo>
                    <a:pt x="229" y="2466"/>
                  </a:lnTo>
                  <a:lnTo>
                    <a:pt x="204" y="229"/>
                  </a:lnTo>
                  <a:close/>
                  <a:moveTo>
                    <a:pt x="1" y="0"/>
                  </a:moveTo>
                  <a:lnTo>
                    <a:pt x="1" y="2720"/>
                  </a:lnTo>
                  <a:lnTo>
                    <a:pt x="2491" y="2720"/>
                  </a:lnTo>
                  <a:lnTo>
                    <a:pt x="249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8"/>
            <p:cNvSpPr/>
            <p:nvPr/>
          </p:nvSpPr>
          <p:spPr>
            <a:xfrm>
              <a:off x="9476200" y="4779623"/>
              <a:ext cx="101460" cy="109623"/>
            </a:xfrm>
            <a:custGeom>
              <a:avLst/>
              <a:gdLst/>
              <a:ahLst/>
              <a:cxnLst/>
              <a:rect l="l" t="t" r="r" b="b"/>
              <a:pathLst>
                <a:path w="2517" h="2720" extrusionOk="0">
                  <a:moveTo>
                    <a:pt x="2288" y="229"/>
                  </a:moveTo>
                  <a:lnTo>
                    <a:pt x="2288" y="2466"/>
                  </a:lnTo>
                  <a:lnTo>
                    <a:pt x="229" y="2466"/>
                  </a:lnTo>
                  <a:lnTo>
                    <a:pt x="229" y="229"/>
                  </a:lnTo>
                  <a:close/>
                  <a:moveTo>
                    <a:pt x="1" y="0"/>
                  </a:moveTo>
                  <a:lnTo>
                    <a:pt x="1" y="2720"/>
                  </a:lnTo>
                  <a:lnTo>
                    <a:pt x="2517" y="2720"/>
                  </a:lnTo>
                  <a:lnTo>
                    <a:pt x="251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8"/>
            <p:cNvSpPr/>
            <p:nvPr/>
          </p:nvSpPr>
          <p:spPr>
            <a:xfrm>
              <a:off x="944064" y="3883336"/>
              <a:ext cx="101460" cy="108615"/>
            </a:xfrm>
            <a:custGeom>
              <a:avLst/>
              <a:gdLst/>
              <a:ahLst/>
              <a:cxnLst/>
              <a:rect l="l" t="t" r="r" b="b"/>
              <a:pathLst>
                <a:path w="2517" h="2695" extrusionOk="0">
                  <a:moveTo>
                    <a:pt x="2517" y="2695"/>
                  </a:moveTo>
                  <a:lnTo>
                    <a:pt x="1" y="2695"/>
                  </a:lnTo>
                  <a:lnTo>
                    <a:pt x="1" y="1"/>
                  </a:lnTo>
                  <a:lnTo>
                    <a:pt x="2517" y="1"/>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8"/>
            <p:cNvSpPr/>
            <p:nvPr/>
          </p:nvSpPr>
          <p:spPr>
            <a:xfrm>
              <a:off x="852883" y="3883336"/>
              <a:ext cx="101460" cy="108615"/>
            </a:xfrm>
            <a:custGeom>
              <a:avLst/>
              <a:gdLst/>
              <a:ahLst/>
              <a:cxnLst/>
              <a:rect l="l" t="t" r="r" b="b"/>
              <a:pathLst>
                <a:path w="2517" h="2695" extrusionOk="0">
                  <a:moveTo>
                    <a:pt x="2517" y="2695"/>
                  </a:moveTo>
                  <a:lnTo>
                    <a:pt x="1" y="2695"/>
                  </a:lnTo>
                  <a:lnTo>
                    <a:pt x="1" y="1"/>
                  </a:lnTo>
                  <a:lnTo>
                    <a:pt x="2517" y="1"/>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8"/>
            <p:cNvSpPr/>
            <p:nvPr/>
          </p:nvSpPr>
          <p:spPr>
            <a:xfrm>
              <a:off x="760694" y="3883336"/>
              <a:ext cx="101460" cy="108615"/>
            </a:xfrm>
            <a:custGeom>
              <a:avLst/>
              <a:gdLst/>
              <a:ahLst/>
              <a:cxnLst/>
              <a:rect l="l" t="t" r="r" b="b"/>
              <a:pathLst>
                <a:path w="2517" h="2695" extrusionOk="0">
                  <a:moveTo>
                    <a:pt x="2517" y="2695"/>
                  </a:moveTo>
                  <a:lnTo>
                    <a:pt x="0" y="2695"/>
                  </a:lnTo>
                  <a:lnTo>
                    <a:pt x="0" y="1"/>
                  </a:lnTo>
                  <a:lnTo>
                    <a:pt x="2517"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8"/>
            <p:cNvSpPr/>
            <p:nvPr/>
          </p:nvSpPr>
          <p:spPr>
            <a:xfrm>
              <a:off x="668465" y="3883336"/>
              <a:ext cx="101501" cy="108615"/>
            </a:xfrm>
            <a:custGeom>
              <a:avLst/>
              <a:gdLst/>
              <a:ahLst/>
              <a:cxnLst/>
              <a:rect l="l" t="t" r="r" b="b"/>
              <a:pathLst>
                <a:path w="2518" h="2695" extrusionOk="0">
                  <a:moveTo>
                    <a:pt x="2517" y="2695"/>
                  </a:moveTo>
                  <a:lnTo>
                    <a:pt x="1" y="2695"/>
                  </a:lnTo>
                  <a:lnTo>
                    <a:pt x="1" y="1"/>
                  </a:lnTo>
                  <a:lnTo>
                    <a:pt x="2517" y="1"/>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8"/>
            <p:cNvSpPr/>
            <p:nvPr/>
          </p:nvSpPr>
          <p:spPr>
            <a:xfrm>
              <a:off x="576276" y="3883336"/>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8"/>
            <p:cNvSpPr/>
            <p:nvPr/>
          </p:nvSpPr>
          <p:spPr>
            <a:xfrm>
              <a:off x="485094" y="3883336"/>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8"/>
            <p:cNvSpPr/>
            <p:nvPr/>
          </p:nvSpPr>
          <p:spPr>
            <a:xfrm>
              <a:off x="392906" y="3883336"/>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8"/>
            <p:cNvSpPr/>
            <p:nvPr/>
          </p:nvSpPr>
          <p:spPr>
            <a:xfrm>
              <a:off x="300676" y="3883336"/>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8"/>
            <p:cNvSpPr/>
            <p:nvPr/>
          </p:nvSpPr>
          <p:spPr>
            <a:xfrm>
              <a:off x="209495" y="3883336"/>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8"/>
            <p:cNvSpPr/>
            <p:nvPr/>
          </p:nvSpPr>
          <p:spPr>
            <a:xfrm>
              <a:off x="117306" y="3883336"/>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8"/>
            <p:cNvSpPr/>
            <p:nvPr/>
          </p:nvSpPr>
          <p:spPr>
            <a:xfrm>
              <a:off x="25077" y="3883336"/>
              <a:ext cx="101501" cy="108615"/>
            </a:xfrm>
            <a:custGeom>
              <a:avLst/>
              <a:gdLst/>
              <a:ahLst/>
              <a:cxnLst/>
              <a:rect l="l" t="t" r="r" b="b"/>
              <a:pathLst>
                <a:path w="2518" h="2695" extrusionOk="0">
                  <a:moveTo>
                    <a:pt x="2517" y="2695"/>
                  </a:moveTo>
                  <a:lnTo>
                    <a:pt x="1" y="2695"/>
                  </a:lnTo>
                  <a:lnTo>
                    <a:pt x="1" y="1"/>
                  </a:lnTo>
                  <a:lnTo>
                    <a:pt x="2517" y="1"/>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8"/>
            <p:cNvSpPr/>
            <p:nvPr/>
          </p:nvSpPr>
          <p:spPr>
            <a:xfrm>
              <a:off x="-67112" y="3883336"/>
              <a:ext cx="101460" cy="108615"/>
            </a:xfrm>
            <a:custGeom>
              <a:avLst/>
              <a:gdLst/>
              <a:ahLst/>
              <a:cxnLst/>
              <a:rect l="l" t="t" r="r" b="b"/>
              <a:pathLst>
                <a:path w="2517" h="2695" extrusionOk="0">
                  <a:moveTo>
                    <a:pt x="2517" y="2695"/>
                  </a:moveTo>
                  <a:lnTo>
                    <a:pt x="0" y="2695"/>
                  </a:lnTo>
                  <a:lnTo>
                    <a:pt x="0" y="1"/>
                  </a:lnTo>
                  <a:lnTo>
                    <a:pt x="2517"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8"/>
            <p:cNvSpPr/>
            <p:nvPr/>
          </p:nvSpPr>
          <p:spPr>
            <a:xfrm>
              <a:off x="-159341" y="3883336"/>
              <a:ext cx="101501" cy="108615"/>
            </a:xfrm>
            <a:custGeom>
              <a:avLst/>
              <a:gdLst/>
              <a:ahLst/>
              <a:cxnLst/>
              <a:rect l="l" t="t" r="r" b="b"/>
              <a:pathLst>
                <a:path w="2518" h="2695" extrusionOk="0">
                  <a:moveTo>
                    <a:pt x="2517" y="2695"/>
                  </a:moveTo>
                  <a:lnTo>
                    <a:pt x="1" y="2695"/>
                  </a:lnTo>
                  <a:lnTo>
                    <a:pt x="1" y="1"/>
                  </a:lnTo>
                  <a:lnTo>
                    <a:pt x="2517" y="1"/>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8"/>
            <p:cNvSpPr/>
            <p:nvPr/>
          </p:nvSpPr>
          <p:spPr>
            <a:xfrm>
              <a:off x="-249475" y="3883336"/>
              <a:ext cx="101460" cy="108615"/>
            </a:xfrm>
            <a:custGeom>
              <a:avLst/>
              <a:gdLst/>
              <a:ahLst/>
              <a:cxnLst/>
              <a:rect l="l" t="t" r="r" b="b"/>
              <a:pathLst>
                <a:path w="2517" h="2695" extrusionOk="0">
                  <a:moveTo>
                    <a:pt x="2491" y="2695"/>
                  </a:moveTo>
                  <a:lnTo>
                    <a:pt x="0" y="2695"/>
                  </a:lnTo>
                  <a:lnTo>
                    <a:pt x="0" y="1"/>
                  </a:lnTo>
                  <a:lnTo>
                    <a:pt x="2517" y="1"/>
                  </a:lnTo>
                  <a:close/>
                  <a:moveTo>
                    <a:pt x="204" y="2466"/>
                  </a:moveTo>
                  <a:lnTo>
                    <a:pt x="2262" y="2466"/>
                  </a:lnTo>
                  <a:lnTo>
                    <a:pt x="2262" y="229"/>
                  </a:lnTo>
                  <a:lnTo>
                    <a:pt x="204"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8"/>
            <p:cNvSpPr/>
            <p:nvPr/>
          </p:nvSpPr>
          <p:spPr>
            <a:xfrm>
              <a:off x="-342712" y="3883336"/>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313" y="2466"/>
                  </a:lnTo>
                  <a:lnTo>
                    <a:pt x="231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8"/>
            <p:cNvSpPr/>
            <p:nvPr/>
          </p:nvSpPr>
          <p:spPr>
            <a:xfrm>
              <a:off x="-433893" y="3883336"/>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8"/>
            <p:cNvSpPr/>
            <p:nvPr/>
          </p:nvSpPr>
          <p:spPr>
            <a:xfrm>
              <a:off x="-526082" y="3883336"/>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8"/>
            <p:cNvSpPr/>
            <p:nvPr/>
          </p:nvSpPr>
          <p:spPr>
            <a:xfrm>
              <a:off x="944064" y="3982681"/>
              <a:ext cx="101460" cy="108615"/>
            </a:xfrm>
            <a:custGeom>
              <a:avLst/>
              <a:gdLst/>
              <a:ahLst/>
              <a:cxnLst/>
              <a:rect l="l" t="t" r="r" b="b"/>
              <a:pathLst>
                <a:path w="2517" h="2695" extrusionOk="0">
                  <a:moveTo>
                    <a:pt x="2517" y="2695"/>
                  </a:moveTo>
                  <a:lnTo>
                    <a:pt x="1" y="2695"/>
                  </a:lnTo>
                  <a:lnTo>
                    <a:pt x="1" y="1"/>
                  </a:lnTo>
                  <a:lnTo>
                    <a:pt x="2517" y="1"/>
                  </a:lnTo>
                  <a:close/>
                  <a:moveTo>
                    <a:pt x="255" y="2492"/>
                  </a:moveTo>
                  <a:lnTo>
                    <a:pt x="2288" y="2492"/>
                  </a:lnTo>
                  <a:lnTo>
                    <a:pt x="2288" y="230"/>
                  </a:lnTo>
                  <a:lnTo>
                    <a:pt x="255"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8"/>
            <p:cNvSpPr/>
            <p:nvPr/>
          </p:nvSpPr>
          <p:spPr>
            <a:xfrm>
              <a:off x="852883" y="3982681"/>
              <a:ext cx="101460" cy="108615"/>
            </a:xfrm>
            <a:custGeom>
              <a:avLst/>
              <a:gdLst/>
              <a:ahLst/>
              <a:cxnLst/>
              <a:rect l="l" t="t" r="r" b="b"/>
              <a:pathLst>
                <a:path w="2517" h="2695" extrusionOk="0">
                  <a:moveTo>
                    <a:pt x="2517" y="2695"/>
                  </a:moveTo>
                  <a:lnTo>
                    <a:pt x="1" y="2695"/>
                  </a:lnTo>
                  <a:lnTo>
                    <a:pt x="1" y="1"/>
                  </a:lnTo>
                  <a:lnTo>
                    <a:pt x="2517" y="1"/>
                  </a:lnTo>
                  <a:close/>
                  <a:moveTo>
                    <a:pt x="230" y="2466"/>
                  </a:moveTo>
                  <a:lnTo>
                    <a:pt x="2288" y="2466"/>
                  </a:lnTo>
                  <a:lnTo>
                    <a:pt x="2288" y="230"/>
                  </a:lnTo>
                  <a:lnTo>
                    <a:pt x="230"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8"/>
            <p:cNvSpPr/>
            <p:nvPr/>
          </p:nvSpPr>
          <p:spPr>
            <a:xfrm>
              <a:off x="760694" y="3982681"/>
              <a:ext cx="101460" cy="108615"/>
            </a:xfrm>
            <a:custGeom>
              <a:avLst/>
              <a:gdLst/>
              <a:ahLst/>
              <a:cxnLst/>
              <a:rect l="l" t="t" r="r" b="b"/>
              <a:pathLst>
                <a:path w="2517" h="2695" extrusionOk="0">
                  <a:moveTo>
                    <a:pt x="2517" y="2695"/>
                  </a:moveTo>
                  <a:lnTo>
                    <a:pt x="0" y="2695"/>
                  </a:lnTo>
                  <a:lnTo>
                    <a:pt x="0" y="1"/>
                  </a:lnTo>
                  <a:lnTo>
                    <a:pt x="2517"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8"/>
            <p:cNvSpPr/>
            <p:nvPr/>
          </p:nvSpPr>
          <p:spPr>
            <a:xfrm>
              <a:off x="668465" y="3982681"/>
              <a:ext cx="101501" cy="108615"/>
            </a:xfrm>
            <a:custGeom>
              <a:avLst/>
              <a:gdLst/>
              <a:ahLst/>
              <a:cxnLst/>
              <a:rect l="l" t="t" r="r" b="b"/>
              <a:pathLst>
                <a:path w="2518" h="2695" extrusionOk="0">
                  <a:moveTo>
                    <a:pt x="2517" y="2695"/>
                  </a:moveTo>
                  <a:lnTo>
                    <a:pt x="1" y="2695"/>
                  </a:lnTo>
                  <a:lnTo>
                    <a:pt x="1" y="1"/>
                  </a:lnTo>
                  <a:lnTo>
                    <a:pt x="2517" y="1"/>
                  </a:lnTo>
                  <a:close/>
                  <a:moveTo>
                    <a:pt x="230" y="2466"/>
                  </a:moveTo>
                  <a:lnTo>
                    <a:pt x="2288" y="2466"/>
                  </a:lnTo>
                  <a:lnTo>
                    <a:pt x="2288" y="230"/>
                  </a:lnTo>
                  <a:lnTo>
                    <a:pt x="230"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8"/>
            <p:cNvSpPr/>
            <p:nvPr/>
          </p:nvSpPr>
          <p:spPr>
            <a:xfrm>
              <a:off x="576276" y="3982681"/>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8"/>
            <p:cNvSpPr/>
            <p:nvPr/>
          </p:nvSpPr>
          <p:spPr>
            <a:xfrm>
              <a:off x="485094" y="3982681"/>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8"/>
            <p:cNvSpPr/>
            <p:nvPr/>
          </p:nvSpPr>
          <p:spPr>
            <a:xfrm>
              <a:off x="392906" y="3982681"/>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8"/>
            <p:cNvSpPr/>
            <p:nvPr/>
          </p:nvSpPr>
          <p:spPr>
            <a:xfrm>
              <a:off x="300676" y="3982681"/>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8"/>
            <p:cNvSpPr/>
            <p:nvPr/>
          </p:nvSpPr>
          <p:spPr>
            <a:xfrm>
              <a:off x="209495" y="3982681"/>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8"/>
            <p:cNvSpPr/>
            <p:nvPr/>
          </p:nvSpPr>
          <p:spPr>
            <a:xfrm>
              <a:off x="117306" y="3982681"/>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8"/>
            <p:cNvSpPr/>
            <p:nvPr/>
          </p:nvSpPr>
          <p:spPr>
            <a:xfrm>
              <a:off x="25077" y="3982681"/>
              <a:ext cx="101501" cy="108615"/>
            </a:xfrm>
            <a:custGeom>
              <a:avLst/>
              <a:gdLst/>
              <a:ahLst/>
              <a:cxnLst/>
              <a:rect l="l" t="t" r="r" b="b"/>
              <a:pathLst>
                <a:path w="2518" h="2695" extrusionOk="0">
                  <a:moveTo>
                    <a:pt x="2517" y="2695"/>
                  </a:moveTo>
                  <a:lnTo>
                    <a:pt x="1" y="2695"/>
                  </a:lnTo>
                  <a:lnTo>
                    <a:pt x="1" y="1"/>
                  </a:lnTo>
                  <a:lnTo>
                    <a:pt x="2517" y="1"/>
                  </a:lnTo>
                  <a:close/>
                  <a:moveTo>
                    <a:pt x="230" y="2466"/>
                  </a:moveTo>
                  <a:lnTo>
                    <a:pt x="2288" y="2466"/>
                  </a:lnTo>
                  <a:lnTo>
                    <a:pt x="2288" y="230"/>
                  </a:lnTo>
                  <a:lnTo>
                    <a:pt x="230"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8"/>
            <p:cNvSpPr/>
            <p:nvPr/>
          </p:nvSpPr>
          <p:spPr>
            <a:xfrm>
              <a:off x="-67112" y="3982681"/>
              <a:ext cx="101460" cy="108615"/>
            </a:xfrm>
            <a:custGeom>
              <a:avLst/>
              <a:gdLst/>
              <a:ahLst/>
              <a:cxnLst/>
              <a:rect l="l" t="t" r="r" b="b"/>
              <a:pathLst>
                <a:path w="2517" h="2695" extrusionOk="0">
                  <a:moveTo>
                    <a:pt x="2517" y="2695"/>
                  </a:moveTo>
                  <a:lnTo>
                    <a:pt x="0" y="2695"/>
                  </a:lnTo>
                  <a:lnTo>
                    <a:pt x="0" y="1"/>
                  </a:lnTo>
                  <a:lnTo>
                    <a:pt x="2517" y="1"/>
                  </a:lnTo>
                  <a:close/>
                  <a:moveTo>
                    <a:pt x="229" y="2492"/>
                  </a:moveTo>
                  <a:lnTo>
                    <a:pt x="2288" y="2492"/>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8"/>
            <p:cNvSpPr/>
            <p:nvPr/>
          </p:nvSpPr>
          <p:spPr>
            <a:xfrm>
              <a:off x="-159341" y="3982681"/>
              <a:ext cx="101501" cy="108615"/>
            </a:xfrm>
            <a:custGeom>
              <a:avLst/>
              <a:gdLst/>
              <a:ahLst/>
              <a:cxnLst/>
              <a:rect l="l" t="t" r="r" b="b"/>
              <a:pathLst>
                <a:path w="2518" h="2695" extrusionOk="0">
                  <a:moveTo>
                    <a:pt x="2517" y="2695"/>
                  </a:moveTo>
                  <a:lnTo>
                    <a:pt x="1" y="2695"/>
                  </a:lnTo>
                  <a:lnTo>
                    <a:pt x="1" y="1"/>
                  </a:lnTo>
                  <a:lnTo>
                    <a:pt x="2517" y="1"/>
                  </a:lnTo>
                  <a:close/>
                  <a:moveTo>
                    <a:pt x="255" y="2466"/>
                  </a:moveTo>
                  <a:lnTo>
                    <a:pt x="2288" y="2466"/>
                  </a:lnTo>
                  <a:lnTo>
                    <a:pt x="2288" y="230"/>
                  </a:lnTo>
                  <a:lnTo>
                    <a:pt x="255"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8"/>
            <p:cNvSpPr/>
            <p:nvPr/>
          </p:nvSpPr>
          <p:spPr>
            <a:xfrm>
              <a:off x="-249475" y="3982681"/>
              <a:ext cx="101460" cy="108615"/>
            </a:xfrm>
            <a:custGeom>
              <a:avLst/>
              <a:gdLst/>
              <a:ahLst/>
              <a:cxnLst/>
              <a:rect l="l" t="t" r="r" b="b"/>
              <a:pathLst>
                <a:path w="2517" h="2695" extrusionOk="0">
                  <a:moveTo>
                    <a:pt x="2491" y="2695"/>
                  </a:moveTo>
                  <a:lnTo>
                    <a:pt x="0" y="2695"/>
                  </a:lnTo>
                  <a:lnTo>
                    <a:pt x="0" y="1"/>
                  </a:lnTo>
                  <a:lnTo>
                    <a:pt x="2517" y="1"/>
                  </a:lnTo>
                  <a:close/>
                  <a:moveTo>
                    <a:pt x="204" y="2466"/>
                  </a:moveTo>
                  <a:lnTo>
                    <a:pt x="2262" y="2466"/>
                  </a:lnTo>
                  <a:lnTo>
                    <a:pt x="2262" y="230"/>
                  </a:lnTo>
                  <a:lnTo>
                    <a:pt x="204"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8"/>
            <p:cNvSpPr/>
            <p:nvPr/>
          </p:nvSpPr>
          <p:spPr>
            <a:xfrm>
              <a:off x="-342712" y="3982681"/>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313" y="2466"/>
                  </a:lnTo>
                  <a:lnTo>
                    <a:pt x="2313"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8"/>
            <p:cNvSpPr/>
            <p:nvPr/>
          </p:nvSpPr>
          <p:spPr>
            <a:xfrm>
              <a:off x="-433893" y="3982681"/>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8"/>
            <p:cNvSpPr/>
            <p:nvPr/>
          </p:nvSpPr>
          <p:spPr>
            <a:xfrm>
              <a:off x="-526082" y="3982681"/>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8"/>
            <p:cNvSpPr/>
            <p:nvPr/>
          </p:nvSpPr>
          <p:spPr>
            <a:xfrm>
              <a:off x="944064" y="4083075"/>
              <a:ext cx="101460" cy="108615"/>
            </a:xfrm>
            <a:custGeom>
              <a:avLst/>
              <a:gdLst/>
              <a:ahLst/>
              <a:cxnLst/>
              <a:rect l="l" t="t" r="r" b="b"/>
              <a:pathLst>
                <a:path w="2517" h="2695" extrusionOk="0">
                  <a:moveTo>
                    <a:pt x="2517" y="2695"/>
                  </a:moveTo>
                  <a:lnTo>
                    <a:pt x="1" y="2695"/>
                  </a:lnTo>
                  <a:lnTo>
                    <a:pt x="1" y="1"/>
                  </a:lnTo>
                  <a:lnTo>
                    <a:pt x="2517" y="1"/>
                  </a:lnTo>
                  <a:close/>
                  <a:moveTo>
                    <a:pt x="255" y="2466"/>
                  </a:moveTo>
                  <a:lnTo>
                    <a:pt x="2288" y="2466"/>
                  </a:lnTo>
                  <a:lnTo>
                    <a:pt x="2288" y="204"/>
                  </a:lnTo>
                  <a:lnTo>
                    <a:pt x="255"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8"/>
            <p:cNvSpPr/>
            <p:nvPr/>
          </p:nvSpPr>
          <p:spPr>
            <a:xfrm>
              <a:off x="852883" y="4083075"/>
              <a:ext cx="101460" cy="108615"/>
            </a:xfrm>
            <a:custGeom>
              <a:avLst/>
              <a:gdLst/>
              <a:ahLst/>
              <a:cxnLst/>
              <a:rect l="l" t="t" r="r" b="b"/>
              <a:pathLst>
                <a:path w="2517" h="2695" extrusionOk="0">
                  <a:moveTo>
                    <a:pt x="2517" y="2695"/>
                  </a:moveTo>
                  <a:lnTo>
                    <a:pt x="1" y="2695"/>
                  </a:lnTo>
                  <a:lnTo>
                    <a:pt x="1" y="1"/>
                  </a:lnTo>
                  <a:lnTo>
                    <a:pt x="2517" y="1"/>
                  </a:lnTo>
                  <a:close/>
                  <a:moveTo>
                    <a:pt x="230" y="2466"/>
                  </a:moveTo>
                  <a:lnTo>
                    <a:pt x="2288" y="2466"/>
                  </a:lnTo>
                  <a:lnTo>
                    <a:pt x="2288" y="204"/>
                  </a:lnTo>
                  <a:lnTo>
                    <a:pt x="230"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8"/>
            <p:cNvSpPr/>
            <p:nvPr/>
          </p:nvSpPr>
          <p:spPr>
            <a:xfrm>
              <a:off x="760694" y="4083075"/>
              <a:ext cx="101460" cy="108615"/>
            </a:xfrm>
            <a:custGeom>
              <a:avLst/>
              <a:gdLst/>
              <a:ahLst/>
              <a:cxnLst/>
              <a:rect l="l" t="t" r="r" b="b"/>
              <a:pathLst>
                <a:path w="2517" h="2695" extrusionOk="0">
                  <a:moveTo>
                    <a:pt x="2517" y="2695"/>
                  </a:moveTo>
                  <a:lnTo>
                    <a:pt x="0" y="2695"/>
                  </a:lnTo>
                  <a:lnTo>
                    <a:pt x="0" y="1"/>
                  </a:lnTo>
                  <a:lnTo>
                    <a:pt x="2517" y="1"/>
                  </a:lnTo>
                  <a:close/>
                  <a:moveTo>
                    <a:pt x="229" y="2466"/>
                  </a:moveTo>
                  <a:lnTo>
                    <a:pt x="2288" y="2466"/>
                  </a:lnTo>
                  <a:lnTo>
                    <a:pt x="2288"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8"/>
            <p:cNvSpPr/>
            <p:nvPr/>
          </p:nvSpPr>
          <p:spPr>
            <a:xfrm>
              <a:off x="668465" y="4083075"/>
              <a:ext cx="101501" cy="108615"/>
            </a:xfrm>
            <a:custGeom>
              <a:avLst/>
              <a:gdLst/>
              <a:ahLst/>
              <a:cxnLst/>
              <a:rect l="l" t="t" r="r" b="b"/>
              <a:pathLst>
                <a:path w="2518" h="2695" extrusionOk="0">
                  <a:moveTo>
                    <a:pt x="2517" y="2695"/>
                  </a:moveTo>
                  <a:lnTo>
                    <a:pt x="1" y="2695"/>
                  </a:lnTo>
                  <a:lnTo>
                    <a:pt x="1" y="1"/>
                  </a:lnTo>
                  <a:lnTo>
                    <a:pt x="2517" y="1"/>
                  </a:lnTo>
                  <a:close/>
                  <a:moveTo>
                    <a:pt x="230" y="2466"/>
                  </a:moveTo>
                  <a:lnTo>
                    <a:pt x="2288" y="2466"/>
                  </a:lnTo>
                  <a:lnTo>
                    <a:pt x="2288" y="204"/>
                  </a:lnTo>
                  <a:lnTo>
                    <a:pt x="230"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8"/>
            <p:cNvSpPr/>
            <p:nvPr/>
          </p:nvSpPr>
          <p:spPr>
            <a:xfrm>
              <a:off x="576276" y="4083075"/>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288" y="2466"/>
                  </a:lnTo>
                  <a:lnTo>
                    <a:pt x="2288"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8"/>
            <p:cNvSpPr/>
            <p:nvPr/>
          </p:nvSpPr>
          <p:spPr>
            <a:xfrm>
              <a:off x="485094" y="4083075"/>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8"/>
            <p:cNvSpPr/>
            <p:nvPr/>
          </p:nvSpPr>
          <p:spPr>
            <a:xfrm>
              <a:off x="392906" y="4083075"/>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8"/>
            <p:cNvSpPr/>
            <p:nvPr/>
          </p:nvSpPr>
          <p:spPr>
            <a:xfrm>
              <a:off x="300676" y="4083075"/>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288" y="2466"/>
                  </a:lnTo>
                  <a:lnTo>
                    <a:pt x="2288"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8"/>
            <p:cNvSpPr/>
            <p:nvPr/>
          </p:nvSpPr>
          <p:spPr>
            <a:xfrm>
              <a:off x="209495" y="4083075"/>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8"/>
            <p:cNvSpPr/>
            <p:nvPr/>
          </p:nvSpPr>
          <p:spPr>
            <a:xfrm>
              <a:off x="117306" y="4083075"/>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8"/>
            <p:cNvSpPr/>
            <p:nvPr/>
          </p:nvSpPr>
          <p:spPr>
            <a:xfrm>
              <a:off x="25077" y="4083075"/>
              <a:ext cx="101501" cy="108615"/>
            </a:xfrm>
            <a:custGeom>
              <a:avLst/>
              <a:gdLst/>
              <a:ahLst/>
              <a:cxnLst/>
              <a:rect l="l" t="t" r="r" b="b"/>
              <a:pathLst>
                <a:path w="2518" h="2695" extrusionOk="0">
                  <a:moveTo>
                    <a:pt x="2517" y="2695"/>
                  </a:moveTo>
                  <a:lnTo>
                    <a:pt x="1" y="2695"/>
                  </a:lnTo>
                  <a:lnTo>
                    <a:pt x="1" y="1"/>
                  </a:lnTo>
                  <a:lnTo>
                    <a:pt x="2517" y="1"/>
                  </a:lnTo>
                  <a:close/>
                  <a:moveTo>
                    <a:pt x="230" y="2466"/>
                  </a:moveTo>
                  <a:lnTo>
                    <a:pt x="2288" y="2466"/>
                  </a:lnTo>
                  <a:lnTo>
                    <a:pt x="2288" y="204"/>
                  </a:lnTo>
                  <a:lnTo>
                    <a:pt x="230"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8"/>
            <p:cNvSpPr/>
            <p:nvPr/>
          </p:nvSpPr>
          <p:spPr>
            <a:xfrm>
              <a:off x="-67112" y="4083075"/>
              <a:ext cx="101460" cy="108615"/>
            </a:xfrm>
            <a:custGeom>
              <a:avLst/>
              <a:gdLst/>
              <a:ahLst/>
              <a:cxnLst/>
              <a:rect l="l" t="t" r="r" b="b"/>
              <a:pathLst>
                <a:path w="2517" h="2695" extrusionOk="0">
                  <a:moveTo>
                    <a:pt x="2517" y="2695"/>
                  </a:moveTo>
                  <a:lnTo>
                    <a:pt x="0" y="2695"/>
                  </a:lnTo>
                  <a:lnTo>
                    <a:pt x="0" y="1"/>
                  </a:lnTo>
                  <a:lnTo>
                    <a:pt x="2517" y="1"/>
                  </a:lnTo>
                  <a:close/>
                  <a:moveTo>
                    <a:pt x="229" y="2466"/>
                  </a:moveTo>
                  <a:lnTo>
                    <a:pt x="2288" y="2466"/>
                  </a:lnTo>
                  <a:lnTo>
                    <a:pt x="2288"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8"/>
            <p:cNvSpPr/>
            <p:nvPr/>
          </p:nvSpPr>
          <p:spPr>
            <a:xfrm>
              <a:off x="-159341" y="4083075"/>
              <a:ext cx="101501" cy="108615"/>
            </a:xfrm>
            <a:custGeom>
              <a:avLst/>
              <a:gdLst/>
              <a:ahLst/>
              <a:cxnLst/>
              <a:rect l="l" t="t" r="r" b="b"/>
              <a:pathLst>
                <a:path w="2518" h="2695" extrusionOk="0">
                  <a:moveTo>
                    <a:pt x="2517" y="2695"/>
                  </a:moveTo>
                  <a:lnTo>
                    <a:pt x="1" y="2695"/>
                  </a:lnTo>
                  <a:lnTo>
                    <a:pt x="1" y="1"/>
                  </a:lnTo>
                  <a:lnTo>
                    <a:pt x="2517" y="1"/>
                  </a:lnTo>
                  <a:close/>
                  <a:moveTo>
                    <a:pt x="255" y="2466"/>
                  </a:moveTo>
                  <a:lnTo>
                    <a:pt x="2288" y="2466"/>
                  </a:lnTo>
                  <a:lnTo>
                    <a:pt x="2288" y="204"/>
                  </a:lnTo>
                  <a:lnTo>
                    <a:pt x="255"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8"/>
            <p:cNvSpPr/>
            <p:nvPr/>
          </p:nvSpPr>
          <p:spPr>
            <a:xfrm>
              <a:off x="-249475" y="4083075"/>
              <a:ext cx="101460" cy="108615"/>
            </a:xfrm>
            <a:custGeom>
              <a:avLst/>
              <a:gdLst/>
              <a:ahLst/>
              <a:cxnLst/>
              <a:rect l="l" t="t" r="r" b="b"/>
              <a:pathLst>
                <a:path w="2517" h="2695" extrusionOk="0">
                  <a:moveTo>
                    <a:pt x="2491" y="2695"/>
                  </a:moveTo>
                  <a:lnTo>
                    <a:pt x="0" y="2695"/>
                  </a:lnTo>
                  <a:lnTo>
                    <a:pt x="0" y="1"/>
                  </a:lnTo>
                  <a:lnTo>
                    <a:pt x="2517" y="1"/>
                  </a:lnTo>
                  <a:close/>
                  <a:moveTo>
                    <a:pt x="204" y="2466"/>
                  </a:moveTo>
                  <a:lnTo>
                    <a:pt x="2262" y="2466"/>
                  </a:lnTo>
                  <a:lnTo>
                    <a:pt x="2262" y="204"/>
                  </a:lnTo>
                  <a:lnTo>
                    <a:pt x="204"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8"/>
            <p:cNvSpPr/>
            <p:nvPr/>
          </p:nvSpPr>
          <p:spPr>
            <a:xfrm>
              <a:off x="-342712" y="4083075"/>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313" y="2466"/>
                  </a:lnTo>
                  <a:lnTo>
                    <a:pt x="2313"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8"/>
            <p:cNvSpPr/>
            <p:nvPr/>
          </p:nvSpPr>
          <p:spPr>
            <a:xfrm>
              <a:off x="-433893" y="4083075"/>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8"/>
            <p:cNvSpPr/>
            <p:nvPr/>
          </p:nvSpPr>
          <p:spPr>
            <a:xfrm>
              <a:off x="-526082" y="4083075"/>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04"/>
                  </a:lnTo>
                  <a:lnTo>
                    <a:pt x="229" y="204"/>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8"/>
            <p:cNvSpPr/>
            <p:nvPr/>
          </p:nvSpPr>
          <p:spPr>
            <a:xfrm>
              <a:off x="944064" y="4182420"/>
              <a:ext cx="101460" cy="108656"/>
            </a:xfrm>
            <a:custGeom>
              <a:avLst/>
              <a:gdLst/>
              <a:ahLst/>
              <a:cxnLst/>
              <a:rect l="l" t="t" r="r" b="b"/>
              <a:pathLst>
                <a:path w="2517" h="2696" extrusionOk="0">
                  <a:moveTo>
                    <a:pt x="2517" y="2695"/>
                  </a:moveTo>
                  <a:lnTo>
                    <a:pt x="1" y="2695"/>
                  </a:lnTo>
                  <a:lnTo>
                    <a:pt x="1" y="1"/>
                  </a:lnTo>
                  <a:lnTo>
                    <a:pt x="2517" y="1"/>
                  </a:lnTo>
                  <a:close/>
                  <a:moveTo>
                    <a:pt x="255" y="2466"/>
                  </a:moveTo>
                  <a:lnTo>
                    <a:pt x="2288" y="2466"/>
                  </a:lnTo>
                  <a:lnTo>
                    <a:pt x="2288" y="230"/>
                  </a:lnTo>
                  <a:lnTo>
                    <a:pt x="255"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8"/>
            <p:cNvSpPr/>
            <p:nvPr/>
          </p:nvSpPr>
          <p:spPr>
            <a:xfrm>
              <a:off x="852883" y="4182420"/>
              <a:ext cx="101460" cy="108656"/>
            </a:xfrm>
            <a:custGeom>
              <a:avLst/>
              <a:gdLst/>
              <a:ahLst/>
              <a:cxnLst/>
              <a:rect l="l" t="t" r="r" b="b"/>
              <a:pathLst>
                <a:path w="2517" h="2696" extrusionOk="0">
                  <a:moveTo>
                    <a:pt x="2517" y="2695"/>
                  </a:moveTo>
                  <a:lnTo>
                    <a:pt x="1" y="2695"/>
                  </a:lnTo>
                  <a:lnTo>
                    <a:pt x="1" y="1"/>
                  </a:lnTo>
                  <a:lnTo>
                    <a:pt x="2517" y="1"/>
                  </a:lnTo>
                  <a:close/>
                  <a:moveTo>
                    <a:pt x="230" y="2466"/>
                  </a:moveTo>
                  <a:lnTo>
                    <a:pt x="2288" y="2466"/>
                  </a:lnTo>
                  <a:lnTo>
                    <a:pt x="2288" y="230"/>
                  </a:lnTo>
                  <a:lnTo>
                    <a:pt x="230"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8"/>
            <p:cNvSpPr/>
            <p:nvPr/>
          </p:nvSpPr>
          <p:spPr>
            <a:xfrm>
              <a:off x="760694" y="4182420"/>
              <a:ext cx="101460" cy="108656"/>
            </a:xfrm>
            <a:custGeom>
              <a:avLst/>
              <a:gdLst/>
              <a:ahLst/>
              <a:cxnLst/>
              <a:rect l="l" t="t" r="r" b="b"/>
              <a:pathLst>
                <a:path w="2517" h="2696" extrusionOk="0">
                  <a:moveTo>
                    <a:pt x="2517" y="2695"/>
                  </a:moveTo>
                  <a:lnTo>
                    <a:pt x="0" y="2695"/>
                  </a:lnTo>
                  <a:lnTo>
                    <a:pt x="0" y="1"/>
                  </a:lnTo>
                  <a:lnTo>
                    <a:pt x="2517"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8"/>
            <p:cNvSpPr/>
            <p:nvPr/>
          </p:nvSpPr>
          <p:spPr>
            <a:xfrm>
              <a:off x="668465" y="4182420"/>
              <a:ext cx="101501" cy="108656"/>
            </a:xfrm>
            <a:custGeom>
              <a:avLst/>
              <a:gdLst/>
              <a:ahLst/>
              <a:cxnLst/>
              <a:rect l="l" t="t" r="r" b="b"/>
              <a:pathLst>
                <a:path w="2518" h="2696" extrusionOk="0">
                  <a:moveTo>
                    <a:pt x="2517" y="2695"/>
                  </a:moveTo>
                  <a:lnTo>
                    <a:pt x="1" y="2695"/>
                  </a:lnTo>
                  <a:lnTo>
                    <a:pt x="1" y="1"/>
                  </a:lnTo>
                  <a:lnTo>
                    <a:pt x="2517" y="1"/>
                  </a:lnTo>
                  <a:close/>
                  <a:moveTo>
                    <a:pt x="230" y="2466"/>
                  </a:moveTo>
                  <a:lnTo>
                    <a:pt x="2288" y="2466"/>
                  </a:lnTo>
                  <a:lnTo>
                    <a:pt x="2288" y="230"/>
                  </a:lnTo>
                  <a:lnTo>
                    <a:pt x="230"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8"/>
            <p:cNvSpPr/>
            <p:nvPr/>
          </p:nvSpPr>
          <p:spPr>
            <a:xfrm>
              <a:off x="576276" y="4182420"/>
              <a:ext cx="101460" cy="108656"/>
            </a:xfrm>
            <a:custGeom>
              <a:avLst/>
              <a:gdLst/>
              <a:ahLst/>
              <a:cxnLst/>
              <a:rect l="l" t="t" r="r" b="b"/>
              <a:pathLst>
                <a:path w="2517" h="2696" extrusionOk="0">
                  <a:moveTo>
                    <a:pt x="2517" y="2695"/>
                  </a:moveTo>
                  <a:lnTo>
                    <a:pt x="1" y="2695"/>
                  </a:lnTo>
                  <a:lnTo>
                    <a:pt x="1" y="1"/>
                  </a:lnTo>
                  <a:lnTo>
                    <a:pt x="2517"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8"/>
            <p:cNvSpPr/>
            <p:nvPr/>
          </p:nvSpPr>
          <p:spPr>
            <a:xfrm>
              <a:off x="485094" y="4182420"/>
              <a:ext cx="100453" cy="108656"/>
            </a:xfrm>
            <a:custGeom>
              <a:avLst/>
              <a:gdLst/>
              <a:ahLst/>
              <a:cxnLst/>
              <a:rect l="l" t="t" r="r" b="b"/>
              <a:pathLst>
                <a:path w="2492" h="2696" extrusionOk="0">
                  <a:moveTo>
                    <a:pt x="2491" y="2695"/>
                  </a:moveTo>
                  <a:lnTo>
                    <a:pt x="1" y="2695"/>
                  </a:lnTo>
                  <a:lnTo>
                    <a:pt x="1" y="1"/>
                  </a:lnTo>
                  <a:lnTo>
                    <a:pt x="2491" y="1"/>
                  </a:lnTo>
                  <a:close/>
                  <a:moveTo>
                    <a:pt x="229" y="2466"/>
                  </a:moveTo>
                  <a:lnTo>
                    <a:pt x="2263" y="2466"/>
                  </a:lnTo>
                  <a:lnTo>
                    <a:pt x="2263"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8"/>
            <p:cNvSpPr/>
            <p:nvPr/>
          </p:nvSpPr>
          <p:spPr>
            <a:xfrm>
              <a:off x="392906" y="4182420"/>
              <a:ext cx="101460" cy="108656"/>
            </a:xfrm>
            <a:custGeom>
              <a:avLst/>
              <a:gdLst/>
              <a:ahLst/>
              <a:cxnLst/>
              <a:rect l="l" t="t" r="r" b="b"/>
              <a:pathLst>
                <a:path w="2517" h="2696" extrusionOk="0">
                  <a:moveTo>
                    <a:pt x="2516" y="2695"/>
                  </a:moveTo>
                  <a:lnTo>
                    <a:pt x="0" y="2695"/>
                  </a:lnTo>
                  <a:lnTo>
                    <a:pt x="0" y="1"/>
                  </a:lnTo>
                  <a:lnTo>
                    <a:pt x="2516"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8"/>
            <p:cNvSpPr/>
            <p:nvPr/>
          </p:nvSpPr>
          <p:spPr>
            <a:xfrm>
              <a:off x="300676" y="4182420"/>
              <a:ext cx="101460" cy="108656"/>
            </a:xfrm>
            <a:custGeom>
              <a:avLst/>
              <a:gdLst/>
              <a:ahLst/>
              <a:cxnLst/>
              <a:rect l="l" t="t" r="r" b="b"/>
              <a:pathLst>
                <a:path w="2517" h="2696" extrusionOk="0">
                  <a:moveTo>
                    <a:pt x="2517" y="2695"/>
                  </a:moveTo>
                  <a:lnTo>
                    <a:pt x="1" y="2695"/>
                  </a:lnTo>
                  <a:lnTo>
                    <a:pt x="1" y="1"/>
                  </a:lnTo>
                  <a:lnTo>
                    <a:pt x="2517"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8"/>
            <p:cNvSpPr/>
            <p:nvPr/>
          </p:nvSpPr>
          <p:spPr>
            <a:xfrm>
              <a:off x="209495" y="4182420"/>
              <a:ext cx="100453" cy="108656"/>
            </a:xfrm>
            <a:custGeom>
              <a:avLst/>
              <a:gdLst/>
              <a:ahLst/>
              <a:cxnLst/>
              <a:rect l="l" t="t" r="r" b="b"/>
              <a:pathLst>
                <a:path w="2492" h="2696" extrusionOk="0">
                  <a:moveTo>
                    <a:pt x="2491" y="2695"/>
                  </a:moveTo>
                  <a:lnTo>
                    <a:pt x="1" y="2695"/>
                  </a:lnTo>
                  <a:lnTo>
                    <a:pt x="1" y="1"/>
                  </a:lnTo>
                  <a:lnTo>
                    <a:pt x="2491" y="1"/>
                  </a:lnTo>
                  <a:close/>
                  <a:moveTo>
                    <a:pt x="229" y="2466"/>
                  </a:moveTo>
                  <a:lnTo>
                    <a:pt x="2263" y="2466"/>
                  </a:lnTo>
                  <a:lnTo>
                    <a:pt x="2263"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8"/>
            <p:cNvSpPr/>
            <p:nvPr/>
          </p:nvSpPr>
          <p:spPr>
            <a:xfrm>
              <a:off x="117306" y="4182420"/>
              <a:ext cx="101460" cy="108656"/>
            </a:xfrm>
            <a:custGeom>
              <a:avLst/>
              <a:gdLst/>
              <a:ahLst/>
              <a:cxnLst/>
              <a:rect l="l" t="t" r="r" b="b"/>
              <a:pathLst>
                <a:path w="2517" h="2696" extrusionOk="0">
                  <a:moveTo>
                    <a:pt x="2516" y="2695"/>
                  </a:moveTo>
                  <a:lnTo>
                    <a:pt x="0" y="2695"/>
                  </a:lnTo>
                  <a:lnTo>
                    <a:pt x="0" y="1"/>
                  </a:lnTo>
                  <a:lnTo>
                    <a:pt x="2516"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8"/>
            <p:cNvSpPr/>
            <p:nvPr/>
          </p:nvSpPr>
          <p:spPr>
            <a:xfrm>
              <a:off x="25077" y="4182420"/>
              <a:ext cx="101501" cy="108656"/>
            </a:xfrm>
            <a:custGeom>
              <a:avLst/>
              <a:gdLst/>
              <a:ahLst/>
              <a:cxnLst/>
              <a:rect l="l" t="t" r="r" b="b"/>
              <a:pathLst>
                <a:path w="2518" h="2696" extrusionOk="0">
                  <a:moveTo>
                    <a:pt x="2517" y="2695"/>
                  </a:moveTo>
                  <a:lnTo>
                    <a:pt x="1" y="2695"/>
                  </a:lnTo>
                  <a:lnTo>
                    <a:pt x="1" y="1"/>
                  </a:lnTo>
                  <a:lnTo>
                    <a:pt x="2517" y="1"/>
                  </a:lnTo>
                  <a:close/>
                  <a:moveTo>
                    <a:pt x="230" y="2466"/>
                  </a:moveTo>
                  <a:lnTo>
                    <a:pt x="2288" y="2466"/>
                  </a:lnTo>
                  <a:lnTo>
                    <a:pt x="2288" y="230"/>
                  </a:lnTo>
                  <a:lnTo>
                    <a:pt x="230"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8"/>
            <p:cNvSpPr/>
            <p:nvPr/>
          </p:nvSpPr>
          <p:spPr>
            <a:xfrm>
              <a:off x="-67112" y="4182420"/>
              <a:ext cx="101460" cy="108656"/>
            </a:xfrm>
            <a:custGeom>
              <a:avLst/>
              <a:gdLst/>
              <a:ahLst/>
              <a:cxnLst/>
              <a:rect l="l" t="t" r="r" b="b"/>
              <a:pathLst>
                <a:path w="2517" h="2696" extrusionOk="0">
                  <a:moveTo>
                    <a:pt x="2517" y="2695"/>
                  </a:moveTo>
                  <a:lnTo>
                    <a:pt x="0" y="2695"/>
                  </a:lnTo>
                  <a:lnTo>
                    <a:pt x="0" y="1"/>
                  </a:lnTo>
                  <a:lnTo>
                    <a:pt x="2517"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8"/>
            <p:cNvSpPr/>
            <p:nvPr/>
          </p:nvSpPr>
          <p:spPr>
            <a:xfrm>
              <a:off x="-159341" y="4182420"/>
              <a:ext cx="101501" cy="108656"/>
            </a:xfrm>
            <a:custGeom>
              <a:avLst/>
              <a:gdLst/>
              <a:ahLst/>
              <a:cxnLst/>
              <a:rect l="l" t="t" r="r" b="b"/>
              <a:pathLst>
                <a:path w="2518" h="2696" extrusionOk="0">
                  <a:moveTo>
                    <a:pt x="2517" y="2695"/>
                  </a:moveTo>
                  <a:lnTo>
                    <a:pt x="1" y="2695"/>
                  </a:lnTo>
                  <a:lnTo>
                    <a:pt x="1" y="1"/>
                  </a:lnTo>
                  <a:lnTo>
                    <a:pt x="2517" y="1"/>
                  </a:lnTo>
                  <a:close/>
                  <a:moveTo>
                    <a:pt x="255" y="2466"/>
                  </a:moveTo>
                  <a:lnTo>
                    <a:pt x="2288" y="2466"/>
                  </a:lnTo>
                  <a:lnTo>
                    <a:pt x="2288" y="230"/>
                  </a:lnTo>
                  <a:lnTo>
                    <a:pt x="255"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8"/>
            <p:cNvSpPr/>
            <p:nvPr/>
          </p:nvSpPr>
          <p:spPr>
            <a:xfrm>
              <a:off x="-249475" y="4182420"/>
              <a:ext cx="101460" cy="108656"/>
            </a:xfrm>
            <a:custGeom>
              <a:avLst/>
              <a:gdLst/>
              <a:ahLst/>
              <a:cxnLst/>
              <a:rect l="l" t="t" r="r" b="b"/>
              <a:pathLst>
                <a:path w="2517" h="2696" extrusionOk="0">
                  <a:moveTo>
                    <a:pt x="2491" y="2695"/>
                  </a:moveTo>
                  <a:lnTo>
                    <a:pt x="0" y="2695"/>
                  </a:lnTo>
                  <a:lnTo>
                    <a:pt x="0" y="1"/>
                  </a:lnTo>
                  <a:lnTo>
                    <a:pt x="2517" y="1"/>
                  </a:lnTo>
                  <a:close/>
                  <a:moveTo>
                    <a:pt x="204" y="2466"/>
                  </a:moveTo>
                  <a:lnTo>
                    <a:pt x="2262" y="2466"/>
                  </a:lnTo>
                  <a:lnTo>
                    <a:pt x="2262" y="230"/>
                  </a:lnTo>
                  <a:lnTo>
                    <a:pt x="204"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8"/>
            <p:cNvSpPr/>
            <p:nvPr/>
          </p:nvSpPr>
          <p:spPr>
            <a:xfrm>
              <a:off x="-342712" y="4182420"/>
              <a:ext cx="101460" cy="108656"/>
            </a:xfrm>
            <a:custGeom>
              <a:avLst/>
              <a:gdLst/>
              <a:ahLst/>
              <a:cxnLst/>
              <a:rect l="l" t="t" r="r" b="b"/>
              <a:pathLst>
                <a:path w="2517" h="2696" extrusionOk="0">
                  <a:moveTo>
                    <a:pt x="2517" y="2695"/>
                  </a:moveTo>
                  <a:lnTo>
                    <a:pt x="1" y="2695"/>
                  </a:lnTo>
                  <a:lnTo>
                    <a:pt x="1" y="1"/>
                  </a:lnTo>
                  <a:lnTo>
                    <a:pt x="2517" y="1"/>
                  </a:lnTo>
                  <a:close/>
                  <a:moveTo>
                    <a:pt x="229" y="2466"/>
                  </a:moveTo>
                  <a:lnTo>
                    <a:pt x="2313" y="2466"/>
                  </a:lnTo>
                  <a:lnTo>
                    <a:pt x="2313"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8"/>
            <p:cNvSpPr/>
            <p:nvPr/>
          </p:nvSpPr>
          <p:spPr>
            <a:xfrm>
              <a:off x="-433893" y="4182420"/>
              <a:ext cx="100453" cy="108656"/>
            </a:xfrm>
            <a:custGeom>
              <a:avLst/>
              <a:gdLst/>
              <a:ahLst/>
              <a:cxnLst/>
              <a:rect l="l" t="t" r="r" b="b"/>
              <a:pathLst>
                <a:path w="2492" h="2696" extrusionOk="0">
                  <a:moveTo>
                    <a:pt x="2491" y="2695"/>
                  </a:moveTo>
                  <a:lnTo>
                    <a:pt x="1" y="2695"/>
                  </a:lnTo>
                  <a:lnTo>
                    <a:pt x="1" y="1"/>
                  </a:lnTo>
                  <a:lnTo>
                    <a:pt x="2491" y="1"/>
                  </a:lnTo>
                  <a:close/>
                  <a:moveTo>
                    <a:pt x="229" y="2466"/>
                  </a:moveTo>
                  <a:lnTo>
                    <a:pt x="2263" y="2466"/>
                  </a:lnTo>
                  <a:lnTo>
                    <a:pt x="2263"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8"/>
            <p:cNvSpPr/>
            <p:nvPr/>
          </p:nvSpPr>
          <p:spPr>
            <a:xfrm>
              <a:off x="-526082" y="4182420"/>
              <a:ext cx="101460" cy="108656"/>
            </a:xfrm>
            <a:custGeom>
              <a:avLst/>
              <a:gdLst/>
              <a:ahLst/>
              <a:cxnLst/>
              <a:rect l="l" t="t" r="r" b="b"/>
              <a:pathLst>
                <a:path w="2517" h="2696" extrusionOk="0">
                  <a:moveTo>
                    <a:pt x="2516" y="2695"/>
                  </a:moveTo>
                  <a:lnTo>
                    <a:pt x="0" y="2695"/>
                  </a:lnTo>
                  <a:lnTo>
                    <a:pt x="0" y="1"/>
                  </a:lnTo>
                  <a:lnTo>
                    <a:pt x="2516" y="1"/>
                  </a:lnTo>
                  <a:close/>
                  <a:moveTo>
                    <a:pt x="229" y="2466"/>
                  </a:moveTo>
                  <a:lnTo>
                    <a:pt x="2288" y="2466"/>
                  </a:lnTo>
                  <a:lnTo>
                    <a:pt x="2288" y="230"/>
                  </a:lnTo>
                  <a:lnTo>
                    <a:pt x="229" y="23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8"/>
            <p:cNvSpPr/>
            <p:nvPr/>
          </p:nvSpPr>
          <p:spPr>
            <a:xfrm>
              <a:off x="944064" y="4281806"/>
              <a:ext cx="101460" cy="108615"/>
            </a:xfrm>
            <a:custGeom>
              <a:avLst/>
              <a:gdLst/>
              <a:ahLst/>
              <a:cxnLst/>
              <a:rect l="l" t="t" r="r" b="b"/>
              <a:pathLst>
                <a:path w="2517" h="2695" extrusionOk="0">
                  <a:moveTo>
                    <a:pt x="2517" y="2694"/>
                  </a:moveTo>
                  <a:lnTo>
                    <a:pt x="1" y="2694"/>
                  </a:lnTo>
                  <a:lnTo>
                    <a:pt x="1" y="0"/>
                  </a:lnTo>
                  <a:lnTo>
                    <a:pt x="2517" y="0"/>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8"/>
            <p:cNvSpPr/>
            <p:nvPr/>
          </p:nvSpPr>
          <p:spPr>
            <a:xfrm>
              <a:off x="852883" y="4281806"/>
              <a:ext cx="101460" cy="108615"/>
            </a:xfrm>
            <a:custGeom>
              <a:avLst/>
              <a:gdLst/>
              <a:ahLst/>
              <a:cxnLst/>
              <a:rect l="l" t="t" r="r" b="b"/>
              <a:pathLst>
                <a:path w="2517" h="2695" extrusionOk="0">
                  <a:moveTo>
                    <a:pt x="2517" y="2694"/>
                  </a:moveTo>
                  <a:lnTo>
                    <a:pt x="1" y="2694"/>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8"/>
            <p:cNvSpPr/>
            <p:nvPr/>
          </p:nvSpPr>
          <p:spPr>
            <a:xfrm>
              <a:off x="760694" y="4281806"/>
              <a:ext cx="101460" cy="108615"/>
            </a:xfrm>
            <a:custGeom>
              <a:avLst/>
              <a:gdLst/>
              <a:ahLst/>
              <a:cxnLst/>
              <a:rect l="l" t="t" r="r" b="b"/>
              <a:pathLst>
                <a:path w="2517" h="2695" extrusionOk="0">
                  <a:moveTo>
                    <a:pt x="2517" y="2694"/>
                  </a:moveTo>
                  <a:lnTo>
                    <a:pt x="0" y="2694"/>
                  </a:lnTo>
                  <a:lnTo>
                    <a:pt x="0"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8"/>
            <p:cNvSpPr/>
            <p:nvPr/>
          </p:nvSpPr>
          <p:spPr>
            <a:xfrm>
              <a:off x="668465" y="4281806"/>
              <a:ext cx="101501" cy="108615"/>
            </a:xfrm>
            <a:custGeom>
              <a:avLst/>
              <a:gdLst/>
              <a:ahLst/>
              <a:cxnLst/>
              <a:rect l="l" t="t" r="r" b="b"/>
              <a:pathLst>
                <a:path w="2518" h="2695" extrusionOk="0">
                  <a:moveTo>
                    <a:pt x="2517" y="2694"/>
                  </a:moveTo>
                  <a:lnTo>
                    <a:pt x="1" y="2694"/>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8"/>
            <p:cNvSpPr/>
            <p:nvPr/>
          </p:nvSpPr>
          <p:spPr>
            <a:xfrm>
              <a:off x="576276" y="4281806"/>
              <a:ext cx="101460" cy="108615"/>
            </a:xfrm>
            <a:custGeom>
              <a:avLst/>
              <a:gdLst/>
              <a:ahLst/>
              <a:cxnLst/>
              <a:rect l="l" t="t" r="r" b="b"/>
              <a:pathLst>
                <a:path w="2517" h="2695" extrusionOk="0">
                  <a:moveTo>
                    <a:pt x="2517" y="2694"/>
                  </a:moveTo>
                  <a:lnTo>
                    <a:pt x="1" y="2694"/>
                  </a:lnTo>
                  <a:lnTo>
                    <a:pt x="1"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8"/>
            <p:cNvSpPr/>
            <p:nvPr/>
          </p:nvSpPr>
          <p:spPr>
            <a:xfrm>
              <a:off x="485094" y="4281806"/>
              <a:ext cx="100453" cy="108615"/>
            </a:xfrm>
            <a:custGeom>
              <a:avLst/>
              <a:gdLst/>
              <a:ahLst/>
              <a:cxnLst/>
              <a:rect l="l" t="t" r="r" b="b"/>
              <a:pathLst>
                <a:path w="2492" h="2695" extrusionOk="0">
                  <a:moveTo>
                    <a:pt x="2491" y="2694"/>
                  </a:moveTo>
                  <a:lnTo>
                    <a:pt x="1" y="2694"/>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8"/>
            <p:cNvSpPr/>
            <p:nvPr/>
          </p:nvSpPr>
          <p:spPr>
            <a:xfrm>
              <a:off x="392906" y="4281806"/>
              <a:ext cx="101460" cy="108615"/>
            </a:xfrm>
            <a:custGeom>
              <a:avLst/>
              <a:gdLst/>
              <a:ahLst/>
              <a:cxnLst/>
              <a:rect l="l" t="t" r="r" b="b"/>
              <a:pathLst>
                <a:path w="2517" h="2695" extrusionOk="0">
                  <a:moveTo>
                    <a:pt x="2516" y="2694"/>
                  </a:moveTo>
                  <a:lnTo>
                    <a:pt x="0" y="2694"/>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8"/>
            <p:cNvSpPr/>
            <p:nvPr/>
          </p:nvSpPr>
          <p:spPr>
            <a:xfrm>
              <a:off x="300676" y="4281806"/>
              <a:ext cx="101460" cy="108615"/>
            </a:xfrm>
            <a:custGeom>
              <a:avLst/>
              <a:gdLst/>
              <a:ahLst/>
              <a:cxnLst/>
              <a:rect l="l" t="t" r="r" b="b"/>
              <a:pathLst>
                <a:path w="2517" h="2695" extrusionOk="0">
                  <a:moveTo>
                    <a:pt x="2517" y="2694"/>
                  </a:moveTo>
                  <a:lnTo>
                    <a:pt x="1" y="2694"/>
                  </a:lnTo>
                  <a:lnTo>
                    <a:pt x="1"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8"/>
            <p:cNvSpPr/>
            <p:nvPr/>
          </p:nvSpPr>
          <p:spPr>
            <a:xfrm>
              <a:off x="209495" y="4281806"/>
              <a:ext cx="100453" cy="108615"/>
            </a:xfrm>
            <a:custGeom>
              <a:avLst/>
              <a:gdLst/>
              <a:ahLst/>
              <a:cxnLst/>
              <a:rect l="l" t="t" r="r" b="b"/>
              <a:pathLst>
                <a:path w="2492" h="2695" extrusionOk="0">
                  <a:moveTo>
                    <a:pt x="2491" y="2694"/>
                  </a:moveTo>
                  <a:lnTo>
                    <a:pt x="1" y="2694"/>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8"/>
            <p:cNvSpPr/>
            <p:nvPr/>
          </p:nvSpPr>
          <p:spPr>
            <a:xfrm>
              <a:off x="117306" y="4281806"/>
              <a:ext cx="101460" cy="108615"/>
            </a:xfrm>
            <a:custGeom>
              <a:avLst/>
              <a:gdLst/>
              <a:ahLst/>
              <a:cxnLst/>
              <a:rect l="l" t="t" r="r" b="b"/>
              <a:pathLst>
                <a:path w="2517" h="2695" extrusionOk="0">
                  <a:moveTo>
                    <a:pt x="2516" y="2694"/>
                  </a:moveTo>
                  <a:lnTo>
                    <a:pt x="0" y="2694"/>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8"/>
            <p:cNvSpPr/>
            <p:nvPr/>
          </p:nvSpPr>
          <p:spPr>
            <a:xfrm>
              <a:off x="25077" y="4281806"/>
              <a:ext cx="101501" cy="108615"/>
            </a:xfrm>
            <a:custGeom>
              <a:avLst/>
              <a:gdLst/>
              <a:ahLst/>
              <a:cxnLst/>
              <a:rect l="l" t="t" r="r" b="b"/>
              <a:pathLst>
                <a:path w="2518" h="2695" extrusionOk="0">
                  <a:moveTo>
                    <a:pt x="2517" y="2694"/>
                  </a:moveTo>
                  <a:lnTo>
                    <a:pt x="1" y="2694"/>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8"/>
            <p:cNvSpPr/>
            <p:nvPr/>
          </p:nvSpPr>
          <p:spPr>
            <a:xfrm>
              <a:off x="-67112" y="4281806"/>
              <a:ext cx="101460" cy="108615"/>
            </a:xfrm>
            <a:custGeom>
              <a:avLst/>
              <a:gdLst/>
              <a:ahLst/>
              <a:cxnLst/>
              <a:rect l="l" t="t" r="r" b="b"/>
              <a:pathLst>
                <a:path w="2517" h="2695" extrusionOk="0">
                  <a:moveTo>
                    <a:pt x="2517" y="2694"/>
                  </a:moveTo>
                  <a:lnTo>
                    <a:pt x="0" y="2694"/>
                  </a:lnTo>
                  <a:lnTo>
                    <a:pt x="0"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8"/>
            <p:cNvSpPr/>
            <p:nvPr/>
          </p:nvSpPr>
          <p:spPr>
            <a:xfrm>
              <a:off x="-159341" y="4281806"/>
              <a:ext cx="101501" cy="108615"/>
            </a:xfrm>
            <a:custGeom>
              <a:avLst/>
              <a:gdLst/>
              <a:ahLst/>
              <a:cxnLst/>
              <a:rect l="l" t="t" r="r" b="b"/>
              <a:pathLst>
                <a:path w="2518" h="2695" extrusionOk="0">
                  <a:moveTo>
                    <a:pt x="2517" y="2694"/>
                  </a:moveTo>
                  <a:lnTo>
                    <a:pt x="1" y="2694"/>
                  </a:lnTo>
                  <a:lnTo>
                    <a:pt x="1" y="0"/>
                  </a:lnTo>
                  <a:lnTo>
                    <a:pt x="2517" y="0"/>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8"/>
            <p:cNvSpPr/>
            <p:nvPr/>
          </p:nvSpPr>
          <p:spPr>
            <a:xfrm>
              <a:off x="-249475" y="4281806"/>
              <a:ext cx="101460" cy="108615"/>
            </a:xfrm>
            <a:custGeom>
              <a:avLst/>
              <a:gdLst/>
              <a:ahLst/>
              <a:cxnLst/>
              <a:rect l="l" t="t" r="r" b="b"/>
              <a:pathLst>
                <a:path w="2517" h="2695" extrusionOk="0">
                  <a:moveTo>
                    <a:pt x="2491" y="2694"/>
                  </a:moveTo>
                  <a:lnTo>
                    <a:pt x="0" y="2694"/>
                  </a:lnTo>
                  <a:lnTo>
                    <a:pt x="0" y="0"/>
                  </a:lnTo>
                  <a:lnTo>
                    <a:pt x="2517" y="0"/>
                  </a:lnTo>
                  <a:close/>
                  <a:moveTo>
                    <a:pt x="204" y="2466"/>
                  </a:moveTo>
                  <a:lnTo>
                    <a:pt x="2262" y="2466"/>
                  </a:lnTo>
                  <a:lnTo>
                    <a:pt x="2262" y="229"/>
                  </a:lnTo>
                  <a:lnTo>
                    <a:pt x="204"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8"/>
            <p:cNvSpPr/>
            <p:nvPr/>
          </p:nvSpPr>
          <p:spPr>
            <a:xfrm>
              <a:off x="-342712" y="4281806"/>
              <a:ext cx="101460" cy="108615"/>
            </a:xfrm>
            <a:custGeom>
              <a:avLst/>
              <a:gdLst/>
              <a:ahLst/>
              <a:cxnLst/>
              <a:rect l="l" t="t" r="r" b="b"/>
              <a:pathLst>
                <a:path w="2517" h="2695" extrusionOk="0">
                  <a:moveTo>
                    <a:pt x="2517" y="2694"/>
                  </a:moveTo>
                  <a:lnTo>
                    <a:pt x="1" y="2694"/>
                  </a:lnTo>
                  <a:lnTo>
                    <a:pt x="1" y="0"/>
                  </a:lnTo>
                  <a:lnTo>
                    <a:pt x="2517" y="0"/>
                  </a:lnTo>
                  <a:close/>
                  <a:moveTo>
                    <a:pt x="229" y="2466"/>
                  </a:moveTo>
                  <a:lnTo>
                    <a:pt x="2313" y="2466"/>
                  </a:lnTo>
                  <a:lnTo>
                    <a:pt x="231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8"/>
            <p:cNvSpPr/>
            <p:nvPr/>
          </p:nvSpPr>
          <p:spPr>
            <a:xfrm>
              <a:off x="-433893" y="4281806"/>
              <a:ext cx="100453" cy="108615"/>
            </a:xfrm>
            <a:custGeom>
              <a:avLst/>
              <a:gdLst/>
              <a:ahLst/>
              <a:cxnLst/>
              <a:rect l="l" t="t" r="r" b="b"/>
              <a:pathLst>
                <a:path w="2492" h="2695" extrusionOk="0">
                  <a:moveTo>
                    <a:pt x="2491" y="2694"/>
                  </a:moveTo>
                  <a:lnTo>
                    <a:pt x="1" y="2694"/>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8"/>
            <p:cNvSpPr/>
            <p:nvPr/>
          </p:nvSpPr>
          <p:spPr>
            <a:xfrm>
              <a:off x="-526082" y="4281806"/>
              <a:ext cx="101460" cy="108615"/>
            </a:xfrm>
            <a:custGeom>
              <a:avLst/>
              <a:gdLst/>
              <a:ahLst/>
              <a:cxnLst/>
              <a:rect l="l" t="t" r="r" b="b"/>
              <a:pathLst>
                <a:path w="2517" h="2695" extrusionOk="0">
                  <a:moveTo>
                    <a:pt x="2516" y="2694"/>
                  </a:moveTo>
                  <a:lnTo>
                    <a:pt x="0" y="2694"/>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8"/>
            <p:cNvSpPr/>
            <p:nvPr/>
          </p:nvSpPr>
          <p:spPr>
            <a:xfrm>
              <a:off x="944064" y="4381152"/>
              <a:ext cx="101460" cy="109663"/>
            </a:xfrm>
            <a:custGeom>
              <a:avLst/>
              <a:gdLst/>
              <a:ahLst/>
              <a:cxnLst/>
              <a:rect l="l" t="t" r="r" b="b"/>
              <a:pathLst>
                <a:path w="2517" h="2721" extrusionOk="0">
                  <a:moveTo>
                    <a:pt x="2517" y="2720"/>
                  </a:moveTo>
                  <a:lnTo>
                    <a:pt x="1" y="2720"/>
                  </a:lnTo>
                  <a:lnTo>
                    <a:pt x="1" y="1"/>
                  </a:lnTo>
                  <a:lnTo>
                    <a:pt x="2517" y="1"/>
                  </a:lnTo>
                  <a:close/>
                  <a:moveTo>
                    <a:pt x="255" y="2491"/>
                  </a:moveTo>
                  <a:lnTo>
                    <a:pt x="2288" y="2491"/>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8"/>
            <p:cNvSpPr/>
            <p:nvPr/>
          </p:nvSpPr>
          <p:spPr>
            <a:xfrm>
              <a:off x="852883" y="4381152"/>
              <a:ext cx="101460" cy="109663"/>
            </a:xfrm>
            <a:custGeom>
              <a:avLst/>
              <a:gdLst/>
              <a:ahLst/>
              <a:cxnLst/>
              <a:rect l="l" t="t" r="r" b="b"/>
              <a:pathLst>
                <a:path w="2517" h="2721" extrusionOk="0">
                  <a:moveTo>
                    <a:pt x="2517" y="2720"/>
                  </a:moveTo>
                  <a:lnTo>
                    <a:pt x="1" y="2720"/>
                  </a:lnTo>
                  <a:lnTo>
                    <a:pt x="1" y="1"/>
                  </a:lnTo>
                  <a:lnTo>
                    <a:pt x="2517" y="1"/>
                  </a:lnTo>
                  <a:close/>
                  <a:moveTo>
                    <a:pt x="230" y="2491"/>
                  </a:moveTo>
                  <a:lnTo>
                    <a:pt x="2288" y="2491"/>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8"/>
            <p:cNvSpPr/>
            <p:nvPr/>
          </p:nvSpPr>
          <p:spPr>
            <a:xfrm>
              <a:off x="760694" y="4381152"/>
              <a:ext cx="101460" cy="109663"/>
            </a:xfrm>
            <a:custGeom>
              <a:avLst/>
              <a:gdLst/>
              <a:ahLst/>
              <a:cxnLst/>
              <a:rect l="l" t="t" r="r" b="b"/>
              <a:pathLst>
                <a:path w="2517" h="2721" extrusionOk="0">
                  <a:moveTo>
                    <a:pt x="2517" y="2720"/>
                  </a:moveTo>
                  <a:lnTo>
                    <a:pt x="0" y="2720"/>
                  </a:lnTo>
                  <a:lnTo>
                    <a:pt x="0" y="1"/>
                  </a:lnTo>
                  <a:lnTo>
                    <a:pt x="2517" y="1"/>
                  </a:lnTo>
                  <a:close/>
                  <a:moveTo>
                    <a:pt x="229" y="2491"/>
                  </a:moveTo>
                  <a:lnTo>
                    <a:pt x="2288" y="2491"/>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8"/>
            <p:cNvSpPr/>
            <p:nvPr/>
          </p:nvSpPr>
          <p:spPr>
            <a:xfrm>
              <a:off x="668465" y="4381152"/>
              <a:ext cx="101501" cy="109663"/>
            </a:xfrm>
            <a:custGeom>
              <a:avLst/>
              <a:gdLst/>
              <a:ahLst/>
              <a:cxnLst/>
              <a:rect l="l" t="t" r="r" b="b"/>
              <a:pathLst>
                <a:path w="2518" h="2721" extrusionOk="0">
                  <a:moveTo>
                    <a:pt x="2517" y="2720"/>
                  </a:moveTo>
                  <a:lnTo>
                    <a:pt x="1" y="2720"/>
                  </a:lnTo>
                  <a:lnTo>
                    <a:pt x="1" y="1"/>
                  </a:lnTo>
                  <a:lnTo>
                    <a:pt x="2517" y="1"/>
                  </a:lnTo>
                  <a:close/>
                  <a:moveTo>
                    <a:pt x="230" y="2491"/>
                  </a:moveTo>
                  <a:lnTo>
                    <a:pt x="2288" y="2491"/>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8"/>
            <p:cNvSpPr/>
            <p:nvPr/>
          </p:nvSpPr>
          <p:spPr>
            <a:xfrm>
              <a:off x="576276" y="4381152"/>
              <a:ext cx="101460" cy="109663"/>
            </a:xfrm>
            <a:custGeom>
              <a:avLst/>
              <a:gdLst/>
              <a:ahLst/>
              <a:cxnLst/>
              <a:rect l="l" t="t" r="r" b="b"/>
              <a:pathLst>
                <a:path w="2517" h="2721" extrusionOk="0">
                  <a:moveTo>
                    <a:pt x="2517" y="2720"/>
                  </a:moveTo>
                  <a:lnTo>
                    <a:pt x="1" y="2720"/>
                  </a:lnTo>
                  <a:lnTo>
                    <a:pt x="1" y="1"/>
                  </a:lnTo>
                  <a:lnTo>
                    <a:pt x="2517" y="1"/>
                  </a:lnTo>
                  <a:close/>
                  <a:moveTo>
                    <a:pt x="229" y="2491"/>
                  </a:moveTo>
                  <a:lnTo>
                    <a:pt x="2288" y="2491"/>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8"/>
            <p:cNvSpPr/>
            <p:nvPr/>
          </p:nvSpPr>
          <p:spPr>
            <a:xfrm>
              <a:off x="485094" y="4381152"/>
              <a:ext cx="100453" cy="109663"/>
            </a:xfrm>
            <a:custGeom>
              <a:avLst/>
              <a:gdLst/>
              <a:ahLst/>
              <a:cxnLst/>
              <a:rect l="l" t="t" r="r" b="b"/>
              <a:pathLst>
                <a:path w="2492" h="2721" extrusionOk="0">
                  <a:moveTo>
                    <a:pt x="2491" y="2720"/>
                  </a:moveTo>
                  <a:lnTo>
                    <a:pt x="1" y="2720"/>
                  </a:lnTo>
                  <a:lnTo>
                    <a:pt x="1" y="1"/>
                  </a:lnTo>
                  <a:lnTo>
                    <a:pt x="2491" y="1"/>
                  </a:lnTo>
                  <a:close/>
                  <a:moveTo>
                    <a:pt x="229" y="2491"/>
                  </a:moveTo>
                  <a:lnTo>
                    <a:pt x="2263" y="2491"/>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8"/>
            <p:cNvSpPr/>
            <p:nvPr/>
          </p:nvSpPr>
          <p:spPr>
            <a:xfrm>
              <a:off x="392906" y="4381152"/>
              <a:ext cx="101460" cy="109663"/>
            </a:xfrm>
            <a:custGeom>
              <a:avLst/>
              <a:gdLst/>
              <a:ahLst/>
              <a:cxnLst/>
              <a:rect l="l" t="t" r="r" b="b"/>
              <a:pathLst>
                <a:path w="2517" h="2721" extrusionOk="0">
                  <a:moveTo>
                    <a:pt x="2516" y="2720"/>
                  </a:moveTo>
                  <a:lnTo>
                    <a:pt x="0" y="2720"/>
                  </a:lnTo>
                  <a:lnTo>
                    <a:pt x="0" y="1"/>
                  </a:lnTo>
                  <a:lnTo>
                    <a:pt x="2516" y="1"/>
                  </a:lnTo>
                  <a:close/>
                  <a:moveTo>
                    <a:pt x="229" y="2491"/>
                  </a:moveTo>
                  <a:lnTo>
                    <a:pt x="2288" y="2491"/>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8"/>
            <p:cNvSpPr/>
            <p:nvPr/>
          </p:nvSpPr>
          <p:spPr>
            <a:xfrm>
              <a:off x="300676" y="4381152"/>
              <a:ext cx="101460" cy="109663"/>
            </a:xfrm>
            <a:custGeom>
              <a:avLst/>
              <a:gdLst/>
              <a:ahLst/>
              <a:cxnLst/>
              <a:rect l="l" t="t" r="r" b="b"/>
              <a:pathLst>
                <a:path w="2517" h="2721" extrusionOk="0">
                  <a:moveTo>
                    <a:pt x="2517" y="2720"/>
                  </a:moveTo>
                  <a:lnTo>
                    <a:pt x="1" y="2720"/>
                  </a:lnTo>
                  <a:lnTo>
                    <a:pt x="1" y="1"/>
                  </a:lnTo>
                  <a:lnTo>
                    <a:pt x="2517" y="1"/>
                  </a:lnTo>
                  <a:close/>
                  <a:moveTo>
                    <a:pt x="229" y="2491"/>
                  </a:moveTo>
                  <a:lnTo>
                    <a:pt x="2288" y="2491"/>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8"/>
            <p:cNvSpPr/>
            <p:nvPr/>
          </p:nvSpPr>
          <p:spPr>
            <a:xfrm>
              <a:off x="209495" y="4381152"/>
              <a:ext cx="100453" cy="109663"/>
            </a:xfrm>
            <a:custGeom>
              <a:avLst/>
              <a:gdLst/>
              <a:ahLst/>
              <a:cxnLst/>
              <a:rect l="l" t="t" r="r" b="b"/>
              <a:pathLst>
                <a:path w="2492" h="2721" extrusionOk="0">
                  <a:moveTo>
                    <a:pt x="2491" y="2720"/>
                  </a:moveTo>
                  <a:lnTo>
                    <a:pt x="1" y="2720"/>
                  </a:lnTo>
                  <a:lnTo>
                    <a:pt x="1" y="1"/>
                  </a:lnTo>
                  <a:lnTo>
                    <a:pt x="2491" y="1"/>
                  </a:lnTo>
                  <a:close/>
                  <a:moveTo>
                    <a:pt x="229" y="2491"/>
                  </a:moveTo>
                  <a:lnTo>
                    <a:pt x="2263" y="2491"/>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8"/>
            <p:cNvSpPr/>
            <p:nvPr/>
          </p:nvSpPr>
          <p:spPr>
            <a:xfrm>
              <a:off x="117306" y="4381152"/>
              <a:ext cx="101460" cy="109663"/>
            </a:xfrm>
            <a:custGeom>
              <a:avLst/>
              <a:gdLst/>
              <a:ahLst/>
              <a:cxnLst/>
              <a:rect l="l" t="t" r="r" b="b"/>
              <a:pathLst>
                <a:path w="2517" h="2721" extrusionOk="0">
                  <a:moveTo>
                    <a:pt x="2516" y="2720"/>
                  </a:moveTo>
                  <a:lnTo>
                    <a:pt x="0" y="2720"/>
                  </a:lnTo>
                  <a:lnTo>
                    <a:pt x="0" y="1"/>
                  </a:lnTo>
                  <a:lnTo>
                    <a:pt x="2516" y="1"/>
                  </a:lnTo>
                  <a:close/>
                  <a:moveTo>
                    <a:pt x="229" y="2491"/>
                  </a:moveTo>
                  <a:lnTo>
                    <a:pt x="2288" y="2491"/>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8"/>
            <p:cNvSpPr/>
            <p:nvPr/>
          </p:nvSpPr>
          <p:spPr>
            <a:xfrm>
              <a:off x="25077" y="4381152"/>
              <a:ext cx="101501" cy="109663"/>
            </a:xfrm>
            <a:custGeom>
              <a:avLst/>
              <a:gdLst/>
              <a:ahLst/>
              <a:cxnLst/>
              <a:rect l="l" t="t" r="r" b="b"/>
              <a:pathLst>
                <a:path w="2518" h="2721" extrusionOk="0">
                  <a:moveTo>
                    <a:pt x="2517" y="2720"/>
                  </a:moveTo>
                  <a:lnTo>
                    <a:pt x="1" y="2720"/>
                  </a:lnTo>
                  <a:lnTo>
                    <a:pt x="1" y="1"/>
                  </a:lnTo>
                  <a:lnTo>
                    <a:pt x="2517" y="1"/>
                  </a:lnTo>
                  <a:close/>
                  <a:moveTo>
                    <a:pt x="230" y="2491"/>
                  </a:moveTo>
                  <a:lnTo>
                    <a:pt x="2288" y="2491"/>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8"/>
            <p:cNvSpPr/>
            <p:nvPr/>
          </p:nvSpPr>
          <p:spPr>
            <a:xfrm>
              <a:off x="-67112" y="4381152"/>
              <a:ext cx="101460" cy="109663"/>
            </a:xfrm>
            <a:custGeom>
              <a:avLst/>
              <a:gdLst/>
              <a:ahLst/>
              <a:cxnLst/>
              <a:rect l="l" t="t" r="r" b="b"/>
              <a:pathLst>
                <a:path w="2517" h="2721" extrusionOk="0">
                  <a:moveTo>
                    <a:pt x="2517" y="2720"/>
                  </a:moveTo>
                  <a:lnTo>
                    <a:pt x="0" y="2720"/>
                  </a:lnTo>
                  <a:lnTo>
                    <a:pt x="0" y="1"/>
                  </a:lnTo>
                  <a:lnTo>
                    <a:pt x="2517" y="1"/>
                  </a:lnTo>
                  <a:close/>
                  <a:moveTo>
                    <a:pt x="229" y="2491"/>
                  </a:moveTo>
                  <a:lnTo>
                    <a:pt x="2288" y="2491"/>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8"/>
            <p:cNvSpPr/>
            <p:nvPr/>
          </p:nvSpPr>
          <p:spPr>
            <a:xfrm>
              <a:off x="-159341" y="4381152"/>
              <a:ext cx="101501" cy="109663"/>
            </a:xfrm>
            <a:custGeom>
              <a:avLst/>
              <a:gdLst/>
              <a:ahLst/>
              <a:cxnLst/>
              <a:rect l="l" t="t" r="r" b="b"/>
              <a:pathLst>
                <a:path w="2518" h="2721" extrusionOk="0">
                  <a:moveTo>
                    <a:pt x="2517" y="2720"/>
                  </a:moveTo>
                  <a:lnTo>
                    <a:pt x="1" y="2720"/>
                  </a:lnTo>
                  <a:lnTo>
                    <a:pt x="1" y="1"/>
                  </a:lnTo>
                  <a:lnTo>
                    <a:pt x="2517" y="1"/>
                  </a:lnTo>
                  <a:close/>
                  <a:moveTo>
                    <a:pt x="255" y="2491"/>
                  </a:moveTo>
                  <a:lnTo>
                    <a:pt x="2288" y="2491"/>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8"/>
            <p:cNvSpPr/>
            <p:nvPr/>
          </p:nvSpPr>
          <p:spPr>
            <a:xfrm>
              <a:off x="-249475" y="4381152"/>
              <a:ext cx="101460" cy="109663"/>
            </a:xfrm>
            <a:custGeom>
              <a:avLst/>
              <a:gdLst/>
              <a:ahLst/>
              <a:cxnLst/>
              <a:rect l="l" t="t" r="r" b="b"/>
              <a:pathLst>
                <a:path w="2517" h="2721" extrusionOk="0">
                  <a:moveTo>
                    <a:pt x="2491" y="2720"/>
                  </a:moveTo>
                  <a:lnTo>
                    <a:pt x="0" y="2720"/>
                  </a:lnTo>
                  <a:lnTo>
                    <a:pt x="0" y="1"/>
                  </a:lnTo>
                  <a:lnTo>
                    <a:pt x="2517" y="1"/>
                  </a:lnTo>
                  <a:close/>
                  <a:moveTo>
                    <a:pt x="204" y="2491"/>
                  </a:moveTo>
                  <a:lnTo>
                    <a:pt x="2262" y="2491"/>
                  </a:lnTo>
                  <a:lnTo>
                    <a:pt x="2262" y="229"/>
                  </a:lnTo>
                  <a:lnTo>
                    <a:pt x="204"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8"/>
            <p:cNvSpPr/>
            <p:nvPr/>
          </p:nvSpPr>
          <p:spPr>
            <a:xfrm>
              <a:off x="-342712" y="4381152"/>
              <a:ext cx="101460" cy="109663"/>
            </a:xfrm>
            <a:custGeom>
              <a:avLst/>
              <a:gdLst/>
              <a:ahLst/>
              <a:cxnLst/>
              <a:rect l="l" t="t" r="r" b="b"/>
              <a:pathLst>
                <a:path w="2517" h="2721" extrusionOk="0">
                  <a:moveTo>
                    <a:pt x="2517" y="2720"/>
                  </a:moveTo>
                  <a:lnTo>
                    <a:pt x="1" y="2720"/>
                  </a:lnTo>
                  <a:lnTo>
                    <a:pt x="1" y="1"/>
                  </a:lnTo>
                  <a:lnTo>
                    <a:pt x="2517" y="1"/>
                  </a:lnTo>
                  <a:close/>
                  <a:moveTo>
                    <a:pt x="229" y="2491"/>
                  </a:moveTo>
                  <a:lnTo>
                    <a:pt x="2313" y="2491"/>
                  </a:lnTo>
                  <a:lnTo>
                    <a:pt x="231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8"/>
            <p:cNvSpPr/>
            <p:nvPr/>
          </p:nvSpPr>
          <p:spPr>
            <a:xfrm>
              <a:off x="-433893" y="4381152"/>
              <a:ext cx="100453" cy="109663"/>
            </a:xfrm>
            <a:custGeom>
              <a:avLst/>
              <a:gdLst/>
              <a:ahLst/>
              <a:cxnLst/>
              <a:rect l="l" t="t" r="r" b="b"/>
              <a:pathLst>
                <a:path w="2492" h="2721" extrusionOk="0">
                  <a:moveTo>
                    <a:pt x="2491" y="2720"/>
                  </a:moveTo>
                  <a:lnTo>
                    <a:pt x="1" y="2720"/>
                  </a:lnTo>
                  <a:lnTo>
                    <a:pt x="1" y="1"/>
                  </a:lnTo>
                  <a:lnTo>
                    <a:pt x="2491" y="1"/>
                  </a:lnTo>
                  <a:close/>
                  <a:moveTo>
                    <a:pt x="229" y="2491"/>
                  </a:moveTo>
                  <a:lnTo>
                    <a:pt x="2263" y="2491"/>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8"/>
            <p:cNvSpPr/>
            <p:nvPr/>
          </p:nvSpPr>
          <p:spPr>
            <a:xfrm>
              <a:off x="-526082" y="4381152"/>
              <a:ext cx="101460" cy="109663"/>
            </a:xfrm>
            <a:custGeom>
              <a:avLst/>
              <a:gdLst/>
              <a:ahLst/>
              <a:cxnLst/>
              <a:rect l="l" t="t" r="r" b="b"/>
              <a:pathLst>
                <a:path w="2517" h="2721" extrusionOk="0">
                  <a:moveTo>
                    <a:pt x="2516" y="2720"/>
                  </a:moveTo>
                  <a:lnTo>
                    <a:pt x="0" y="2720"/>
                  </a:lnTo>
                  <a:lnTo>
                    <a:pt x="0" y="1"/>
                  </a:lnTo>
                  <a:lnTo>
                    <a:pt x="2516" y="1"/>
                  </a:lnTo>
                  <a:close/>
                  <a:moveTo>
                    <a:pt x="229" y="2491"/>
                  </a:moveTo>
                  <a:lnTo>
                    <a:pt x="2288" y="2491"/>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8"/>
            <p:cNvSpPr/>
            <p:nvPr/>
          </p:nvSpPr>
          <p:spPr>
            <a:xfrm>
              <a:off x="944064" y="4481546"/>
              <a:ext cx="101460" cy="108615"/>
            </a:xfrm>
            <a:custGeom>
              <a:avLst/>
              <a:gdLst/>
              <a:ahLst/>
              <a:cxnLst/>
              <a:rect l="l" t="t" r="r" b="b"/>
              <a:pathLst>
                <a:path w="2517" h="2695" extrusionOk="0">
                  <a:moveTo>
                    <a:pt x="2517" y="2694"/>
                  </a:moveTo>
                  <a:lnTo>
                    <a:pt x="1" y="2694"/>
                  </a:lnTo>
                  <a:lnTo>
                    <a:pt x="1" y="0"/>
                  </a:lnTo>
                  <a:lnTo>
                    <a:pt x="2517" y="0"/>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8"/>
            <p:cNvSpPr/>
            <p:nvPr/>
          </p:nvSpPr>
          <p:spPr>
            <a:xfrm>
              <a:off x="852883" y="4481546"/>
              <a:ext cx="101460" cy="108615"/>
            </a:xfrm>
            <a:custGeom>
              <a:avLst/>
              <a:gdLst/>
              <a:ahLst/>
              <a:cxnLst/>
              <a:rect l="l" t="t" r="r" b="b"/>
              <a:pathLst>
                <a:path w="2517" h="2695" extrusionOk="0">
                  <a:moveTo>
                    <a:pt x="2517" y="2694"/>
                  </a:moveTo>
                  <a:lnTo>
                    <a:pt x="1" y="2694"/>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8"/>
            <p:cNvSpPr/>
            <p:nvPr/>
          </p:nvSpPr>
          <p:spPr>
            <a:xfrm>
              <a:off x="760694" y="4481546"/>
              <a:ext cx="101460" cy="108615"/>
            </a:xfrm>
            <a:custGeom>
              <a:avLst/>
              <a:gdLst/>
              <a:ahLst/>
              <a:cxnLst/>
              <a:rect l="l" t="t" r="r" b="b"/>
              <a:pathLst>
                <a:path w="2517" h="2695" extrusionOk="0">
                  <a:moveTo>
                    <a:pt x="2517" y="2694"/>
                  </a:moveTo>
                  <a:lnTo>
                    <a:pt x="0" y="2694"/>
                  </a:lnTo>
                  <a:lnTo>
                    <a:pt x="0"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8"/>
            <p:cNvSpPr/>
            <p:nvPr/>
          </p:nvSpPr>
          <p:spPr>
            <a:xfrm>
              <a:off x="668465" y="4481546"/>
              <a:ext cx="101501" cy="108615"/>
            </a:xfrm>
            <a:custGeom>
              <a:avLst/>
              <a:gdLst/>
              <a:ahLst/>
              <a:cxnLst/>
              <a:rect l="l" t="t" r="r" b="b"/>
              <a:pathLst>
                <a:path w="2518" h="2695" extrusionOk="0">
                  <a:moveTo>
                    <a:pt x="2517" y="2694"/>
                  </a:moveTo>
                  <a:lnTo>
                    <a:pt x="1" y="2694"/>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8"/>
            <p:cNvSpPr/>
            <p:nvPr/>
          </p:nvSpPr>
          <p:spPr>
            <a:xfrm>
              <a:off x="576276" y="4481546"/>
              <a:ext cx="101460" cy="108615"/>
            </a:xfrm>
            <a:custGeom>
              <a:avLst/>
              <a:gdLst/>
              <a:ahLst/>
              <a:cxnLst/>
              <a:rect l="l" t="t" r="r" b="b"/>
              <a:pathLst>
                <a:path w="2517" h="2695" extrusionOk="0">
                  <a:moveTo>
                    <a:pt x="2517" y="2694"/>
                  </a:moveTo>
                  <a:lnTo>
                    <a:pt x="1" y="2694"/>
                  </a:lnTo>
                  <a:lnTo>
                    <a:pt x="1"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8"/>
            <p:cNvSpPr/>
            <p:nvPr/>
          </p:nvSpPr>
          <p:spPr>
            <a:xfrm>
              <a:off x="485094" y="4481546"/>
              <a:ext cx="100453" cy="108615"/>
            </a:xfrm>
            <a:custGeom>
              <a:avLst/>
              <a:gdLst/>
              <a:ahLst/>
              <a:cxnLst/>
              <a:rect l="l" t="t" r="r" b="b"/>
              <a:pathLst>
                <a:path w="2492" h="2695" extrusionOk="0">
                  <a:moveTo>
                    <a:pt x="2491" y="2694"/>
                  </a:moveTo>
                  <a:lnTo>
                    <a:pt x="1" y="2694"/>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8"/>
            <p:cNvSpPr/>
            <p:nvPr/>
          </p:nvSpPr>
          <p:spPr>
            <a:xfrm>
              <a:off x="392906" y="4481546"/>
              <a:ext cx="101460" cy="108615"/>
            </a:xfrm>
            <a:custGeom>
              <a:avLst/>
              <a:gdLst/>
              <a:ahLst/>
              <a:cxnLst/>
              <a:rect l="l" t="t" r="r" b="b"/>
              <a:pathLst>
                <a:path w="2517" h="2695" extrusionOk="0">
                  <a:moveTo>
                    <a:pt x="2516" y="2694"/>
                  </a:moveTo>
                  <a:lnTo>
                    <a:pt x="0" y="2694"/>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8"/>
            <p:cNvSpPr/>
            <p:nvPr/>
          </p:nvSpPr>
          <p:spPr>
            <a:xfrm>
              <a:off x="300676" y="4481546"/>
              <a:ext cx="101460" cy="108615"/>
            </a:xfrm>
            <a:custGeom>
              <a:avLst/>
              <a:gdLst/>
              <a:ahLst/>
              <a:cxnLst/>
              <a:rect l="l" t="t" r="r" b="b"/>
              <a:pathLst>
                <a:path w="2517" h="2695" extrusionOk="0">
                  <a:moveTo>
                    <a:pt x="2517" y="2694"/>
                  </a:moveTo>
                  <a:lnTo>
                    <a:pt x="1" y="2694"/>
                  </a:lnTo>
                  <a:lnTo>
                    <a:pt x="1"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8"/>
            <p:cNvSpPr/>
            <p:nvPr/>
          </p:nvSpPr>
          <p:spPr>
            <a:xfrm>
              <a:off x="209495" y="4481546"/>
              <a:ext cx="100453" cy="108615"/>
            </a:xfrm>
            <a:custGeom>
              <a:avLst/>
              <a:gdLst/>
              <a:ahLst/>
              <a:cxnLst/>
              <a:rect l="l" t="t" r="r" b="b"/>
              <a:pathLst>
                <a:path w="2492" h="2695" extrusionOk="0">
                  <a:moveTo>
                    <a:pt x="2491" y="2694"/>
                  </a:moveTo>
                  <a:lnTo>
                    <a:pt x="1" y="2694"/>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8"/>
            <p:cNvSpPr/>
            <p:nvPr/>
          </p:nvSpPr>
          <p:spPr>
            <a:xfrm>
              <a:off x="117306" y="4481546"/>
              <a:ext cx="101460" cy="108615"/>
            </a:xfrm>
            <a:custGeom>
              <a:avLst/>
              <a:gdLst/>
              <a:ahLst/>
              <a:cxnLst/>
              <a:rect l="l" t="t" r="r" b="b"/>
              <a:pathLst>
                <a:path w="2517" h="2695" extrusionOk="0">
                  <a:moveTo>
                    <a:pt x="2516" y="2694"/>
                  </a:moveTo>
                  <a:lnTo>
                    <a:pt x="0" y="2694"/>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8"/>
            <p:cNvSpPr/>
            <p:nvPr/>
          </p:nvSpPr>
          <p:spPr>
            <a:xfrm>
              <a:off x="25077" y="4481546"/>
              <a:ext cx="101501" cy="108615"/>
            </a:xfrm>
            <a:custGeom>
              <a:avLst/>
              <a:gdLst/>
              <a:ahLst/>
              <a:cxnLst/>
              <a:rect l="l" t="t" r="r" b="b"/>
              <a:pathLst>
                <a:path w="2518" h="2695" extrusionOk="0">
                  <a:moveTo>
                    <a:pt x="2517" y="2694"/>
                  </a:moveTo>
                  <a:lnTo>
                    <a:pt x="1" y="2694"/>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8"/>
            <p:cNvSpPr/>
            <p:nvPr/>
          </p:nvSpPr>
          <p:spPr>
            <a:xfrm>
              <a:off x="-67112" y="4481546"/>
              <a:ext cx="101460" cy="108615"/>
            </a:xfrm>
            <a:custGeom>
              <a:avLst/>
              <a:gdLst/>
              <a:ahLst/>
              <a:cxnLst/>
              <a:rect l="l" t="t" r="r" b="b"/>
              <a:pathLst>
                <a:path w="2517" h="2695" extrusionOk="0">
                  <a:moveTo>
                    <a:pt x="2517" y="2694"/>
                  </a:moveTo>
                  <a:lnTo>
                    <a:pt x="0" y="2694"/>
                  </a:lnTo>
                  <a:lnTo>
                    <a:pt x="0"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8"/>
            <p:cNvSpPr/>
            <p:nvPr/>
          </p:nvSpPr>
          <p:spPr>
            <a:xfrm>
              <a:off x="-159341" y="4481546"/>
              <a:ext cx="101501" cy="108615"/>
            </a:xfrm>
            <a:custGeom>
              <a:avLst/>
              <a:gdLst/>
              <a:ahLst/>
              <a:cxnLst/>
              <a:rect l="l" t="t" r="r" b="b"/>
              <a:pathLst>
                <a:path w="2518" h="2695" extrusionOk="0">
                  <a:moveTo>
                    <a:pt x="2517" y="2694"/>
                  </a:moveTo>
                  <a:lnTo>
                    <a:pt x="1" y="2694"/>
                  </a:lnTo>
                  <a:lnTo>
                    <a:pt x="1" y="0"/>
                  </a:lnTo>
                  <a:lnTo>
                    <a:pt x="2517" y="0"/>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8"/>
            <p:cNvSpPr/>
            <p:nvPr/>
          </p:nvSpPr>
          <p:spPr>
            <a:xfrm>
              <a:off x="-249475" y="4481546"/>
              <a:ext cx="101460" cy="108615"/>
            </a:xfrm>
            <a:custGeom>
              <a:avLst/>
              <a:gdLst/>
              <a:ahLst/>
              <a:cxnLst/>
              <a:rect l="l" t="t" r="r" b="b"/>
              <a:pathLst>
                <a:path w="2517" h="2695" extrusionOk="0">
                  <a:moveTo>
                    <a:pt x="2491" y="2694"/>
                  </a:moveTo>
                  <a:lnTo>
                    <a:pt x="0" y="2694"/>
                  </a:lnTo>
                  <a:lnTo>
                    <a:pt x="0" y="0"/>
                  </a:lnTo>
                  <a:lnTo>
                    <a:pt x="2517" y="0"/>
                  </a:lnTo>
                  <a:close/>
                  <a:moveTo>
                    <a:pt x="204" y="2466"/>
                  </a:moveTo>
                  <a:lnTo>
                    <a:pt x="2262" y="2466"/>
                  </a:lnTo>
                  <a:lnTo>
                    <a:pt x="2262" y="229"/>
                  </a:lnTo>
                  <a:lnTo>
                    <a:pt x="204"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8"/>
            <p:cNvSpPr/>
            <p:nvPr/>
          </p:nvSpPr>
          <p:spPr>
            <a:xfrm>
              <a:off x="-342712" y="4481546"/>
              <a:ext cx="101460" cy="108615"/>
            </a:xfrm>
            <a:custGeom>
              <a:avLst/>
              <a:gdLst/>
              <a:ahLst/>
              <a:cxnLst/>
              <a:rect l="l" t="t" r="r" b="b"/>
              <a:pathLst>
                <a:path w="2517" h="2695" extrusionOk="0">
                  <a:moveTo>
                    <a:pt x="2517" y="2694"/>
                  </a:moveTo>
                  <a:lnTo>
                    <a:pt x="1" y="2694"/>
                  </a:lnTo>
                  <a:lnTo>
                    <a:pt x="1" y="0"/>
                  </a:lnTo>
                  <a:lnTo>
                    <a:pt x="2517" y="0"/>
                  </a:lnTo>
                  <a:close/>
                  <a:moveTo>
                    <a:pt x="229" y="2466"/>
                  </a:moveTo>
                  <a:lnTo>
                    <a:pt x="2313" y="2466"/>
                  </a:lnTo>
                  <a:lnTo>
                    <a:pt x="231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8"/>
            <p:cNvSpPr/>
            <p:nvPr/>
          </p:nvSpPr>
          <p:spPr>
            <a:xfrm>
              <a:off x="-433893" y="4481546"/>
              <a:ext cx="100453" cy="108615"/>
            </a:xfrm>
            <a:custGeom>
              <a:avLst/>
              <a:gdLst/>
              <a:ahLst/>
              <a:cxnLst/>
              <a:rect l="l" t="t" r="r" b="b"/>
              <a:pathLst>
                <a:path w="2492" h="2695" extrusionOk="0">
                  <a:moveTo>
                    <a:pt x="2491" y="2694"/>
                  </a:moveTo>
                  <a:lnTo>
                    <a:pt x="1" y="2694"/>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8"/>
            <p:cNvSpPr/>
            <p:nvPr/>
          </p:nvSpPr>
          <p:spPr>
            <a:xfrm>
              <a:off x="-526082" y="4481546"/>
              <a:ext cx="101460" cy="108615"/>
            </a:xfrm>
            <a:custGeom>
              <a:avLst/>
              <a:gdLst/>
              <a:ahLst/>
              <a:cxnLst/>
              <a:rect l="l" t="t" r="r" b="b"/>
              <a:pathLst>
                <a:path w="2517" h="2695" extrusionOk="0">
                  <a:moveTo>
                    <a:pt x="2516" y="2694"/>
                  </a:moveTo>
                  <a:lnTo>
                    <a:pt x="0" y="2694"/>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8"/>
            <p:cNvSpPr/>
            <p:nvPr/>
          </p:nvSpPr>
          <p:spPr>
            <a:xfrm>
              <a:off x="944064" y="4580891"/>
              <a:ext cx="101460" cy="108615"/>
            </a:xfrm>
            <a:custGeom>
              <a:avLst/>
              <a:gdLst/>
              <a:ahLst/>
              <a:cxnLst/>
              <a:rect l="l" t="t" r="r" b="b"/>
              <a:pathLst>
                <a:path w="2517" h="2695" extrusionOk="0">
                  <a:moveTo>
                    <a:pt x="2517" y="2695"/>
                  </a:moveTo>
                  <a:lnTo>
                    <a:pt x="1" y="2695"/>
                  </a:lnTo>
                  <a:lnTo>
                    <a:pt x="1" y="1"/>
                  </a:lnTo>
                  <a:lnTo>
                    <a:pt x="2517" y="1"/>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8"/>
            <p:cNvSpPr/>
            <p:nvPr/>
          </p:nvSpPr>
          <p:spPr>
            <a:xfrm>
              <a:off x="852883" y="4580891"/>
              <a:ext cx="101460" cy="108615"/>
            </a:xfrm>
            <a:custGeom>
              <a:avLst/>
              <a:gdLst/>
              <a:ahLst/>
              <a:cxnLst/>
              <a:rect l="l" t="t" r="r" b="b"/>
              <a:pathLst>
                <a:path w="2517" h="2695" extrusionOk="0">
                  <a:moveTo>
                    <a:pt x="2517" y="2695"/>
                  </a:moveTo>
                  <a:lnTo>
                    <a:pt x="1" y="2695"/>
                  </a:lnTo>
                  <a:lnTo>
                    <a:pt x="1" y="1"/>
                  </a:lnTo>
                  <a:lnTo>
                    <a:pt x="2517" y="1"/>
                  </a:lnTo>
                  <a:close/>
                  <a:moveTo>
                    <a:pt x="230" y="2466"/>
                  </a:moveTo>
                  <a:lnTo>
                    <a:pt x="2263" y="2466"/>
                  </a:lnTo>
                  <a:lnTo>
                    <a:pt x="2263"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8"/>
            <p:cNvSpPr/>
            <p:nvPr/>
          </p:nvSpPr>
          <p:spPr>
            <a:xfrm>
              <a:off x="760694" y="4580891"/>
              <a:ext cx="101460" cy="108615"/>
            </a:xfrm>
            <a:custGeom>
              <a:avLst/>
              <a:gdLst/>
              <a:ahLst/>
              <a:cxnLst/>
              <a:rect l="l" t="t" r="r" b="b"/>
              <a:pathLst>
                <a:path w="2517" h="2695" extrusionOk="0">
                  <a:moveTo>
                    <a:pt x="2517" y="2695"/>
                  </a:moveTo>
                  <a:lnTo>
                    <a:pt x="0" y="2695"/>
                  </a:lnTo>
                  <a:lnTo>
                    <a:pt x="0" y="1"/>
                  </a:lnTo>
                  <a:lnTo>
                    <a:pt x="2517"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8"/>
            <p:cNvSpPr/>
            <p:nvPr/>
          </p:nvSpPr>
          <p:spPr>
            <a:xfrm>
              <a:off x="668465" y="4580891"/>
              <a:ext cx="101501" cy="108615"/>
            </a:xfrm>
            <a:custGeom>
              <a:avLst/>
              <a:gdLst/>
              <a:ahLst/>
              <a:cxnLst/>
              <a:rect l="l" t="t" r="r" b="b"/>
              <a:pathLst>
                <a:path w="2518" h="2695" extrusionOk="0">
                  <a:moveTo>
                    <a:pt x="2517" y="2695"/>
                  </a:moveTo>
                  <a:lnTo>
                    <a:pt x="1" y="2695"/>
                  </a:lnTo>
                  <a:lnTo>
                    <a:pt x="1" y="1"/>
                  </a:lnTo>
                  <a:lnTo>
                    <a:pt x="2517" y="1"/>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8"/>
            <p:cNvSpPr/>
            <p:nvPr/>
          </p:nvSpPr>
          <p:spPr>
            <a:xfrm>
              <a:off x="576276" y="4580891"/>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8"/>
            <p:cNvSpPr/>
            <p:nvPr/>
          </p:nvSpPr>
          <p:spPr>
            <a:xfrm>
              <a:off x="485094" y="4580891"/>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8"/>
            <p:cNvSpPr/>
            <p:nvPr/>
          </p:nvSpPr>
          <p:spPr>
            <a:xfrm>
              <a:off x="392906" y="4580891"/>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8"/>
            <p:cNvSpPr/>
            <p:nvPr/>
          </p:nvSpPr>
          <p:spPr>
            <a:xfrm>
              <a:off x="300676" y="4580891"/>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8"/>
            <p:cNvSpPr/>
            <p:nvPr/>
          </p:nvSpPr>
          <p:spPr>
            <a:xfrm>
              <a:off x="209495" y="4580891"/>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8"/>
            <p:cNvSpPr/>
            <p:nvPr/>
          </p:nvSpPr>
          <p:spPr>
            <a:xfrm>
              <a:off x="117306" y="4580891"/>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8"/>
            <p:cNvSpPr/>
            <p:nvPr/>
          </p:nvSpPr>
          <p:spPr>
            <a:xfrm>
              <a:off x="25077" y="4580891"/>
              <a:ext cx="101501" cy="108615"/>
            </a:xfrm>
            <a:custGeom>
              <a:avLst/>
              <a:gdLst/>
              <a:ahLst/>
              <a:cxnLst/>
              <a:rect l="l" t="t" r="r" b="b"/>
              <a:pathLst>
                <a:path w="2518" h="2695" extrusionOk="0">
                  <a:moveTo>
                    <a:pt x="2517" y="2695"/>
                  </a:moveTo>
                  <a:lnTo>
                    <a:pt x="1" y="2695"/>
                  </a:lnTo>
                  <a:lnTo>
                    <a:pt x="1" y="1"/>
                  </a:lnTo>
                  <a:lnTo>
                    <a:pt x="2517" y="1"/>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8"/>
            <p:cNvSpPr/>
            <p:nvPr/>
          </p:nvSpPr>
          <p:spPr>
            <a:xfrm>
              <a:off x="-67112" y="4580891"/>
              <a:ext cx="101460" cy="108615"/>
            </a:xfrm>
            <a:custGeom>
              <a:avLst/>
              <a:gdLst/>
              <a:ahLst/>
              <a:cxnLst/>
              <a:rect l="l" t="t" r="r" b="b"/>
              <a:pathLst>
                <a:path w="2517" h="2695" extrusionOk="0">
                  <a:moveTo>
                    <a:pt x="2517" y="2695"/>
                  </a:moveTo>
                  <a:lnTo>
                    <a:pt x="0" y="2695"/>
                  </a:lnTo>
                  <a:lnTo>
                    <a:pt x="0" y="1"/>
                  </a:lnTo>
                  <a:lnTo>
                    <a:pt x="2517"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8"/>
            <p:cNvSpPr/>
            <p:nvPr/>
          </p:nvSpPr>
          <p:spPr>
            <a:xfrm>
              <a:off x="-159341" y="4580891"/>
              <a:ext cx="101501" cy="108615"/>
            </a:xfrm>
            <a:custGeom>
              <a:avLst/>
              <a:gdLst/>
              <a:ahLst/>
              <a:cxnLst/>
              <a:rect l="l" t="t" r="r" b="b"/>
              <a:pathLst>
                <a:path w="2518" h="2695" extrusionOk="0">
                  <a:moveTo>
                    <a:pt x="2517" y="2695"/>
                  </a:moveTo>
                  <a:lnTo>
                    <a:pt x="1" y="2695"/>
                  </a:lnTo>
                  <a:lnTo>
                    <a:pt x="1" y="1"/>
                  </a:lnTo>
                  <a:lnTo>
                    <a:pt x="2517" y="1"/>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8"/>
            <p:cNvSpPr/>
            <p:nvPr/>
          </p:nvSpPr>
          <p:spPr>
            <a:xfrm>
              <a:off x="-249475" y="4580891"/>
              <a:ext cx="101460" cy="108615"/>
            </a:xfrm>
            <a:custGeom>
              <a:avLst/>
              <a:gdLst/>
              <a:ahLst/>
              <a:cxnLst/>
              <a:rect l="l" t="t" r="r" b="b"/>
              <a:pathLst>
                <a:path w="2517" h="2695" extrusionOk="0">
                  <a:moveTo>
                    <a:pt x="2491" y="2695"/>
                  </a:moveTo>
                  <a:lnTo>
                    <a:pt x="0" y="2695"/>
                  </a:lnTo>
                  <a:lnTo>
                    <a:pt x="0" y="1"/>
                  </a:lnTo>
                  <a:lnTo>
                    <a:pt x="2517" y="1"/>
                  </a:lnTo>
                  <a:close/>
                  <a:moveTo>
                    <a:pt x="204" y="2466"/>
                  </a:moveTo>
                  <a:lnTo>
                    <a:pt x="2262" y="2466"/>
                  </a:lnTo>
                  <a:lnTo>
                    <a:pt x="2262" y="229"/>
                  </a:lnTo>
                  <a:lnTo>
                    <a:pt x="204"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8"/>
            <p:cNvSpPr/>
            <p:nvPr/>
          </p:nvSpPr>
          <p:spPr>
            <a:xfrm>
              <a:off x="-342712" y="4580891"/>
              <a:ext cx="101460" cy="108615"/>
            </a:xfrm>
            <a:custGeom>
              <a:avLst/>
              <a:gdLst/>
              <a:ahLst/>
              <a:cxnLst/>
              <a:rect l="l" t="t" r="r" b="b"/>
              <a:pathLst>
                <a:path w="2517" h="2695" extrusionOk="0">
                  <a:moveTo>
                    <a:pt x="2517" y="2695"/>
                  </a:moveTo>
                  <a:lnTo>
                    <a:pt x="1" y="2695"/>
                  </a:lnTo>
                  <a:lnTo>
                    <a:pt x="1" y="1"/>
                  </a:lnTo>
                  <a:lnTo>
                    <a:pt x="2517" y="1"/>
                  </a:lnTo>
                  <a:close/>
                  <a:moveTo>
                    <a:pt x="229" y="2466"/>
                  </a:moveTo>
                  <a:lnTo>
                    <a:pt x="2313" y="2466"/>
                  </a:lnTo>
                  <a:lnTo>
                    <a:pt x="231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8"/>
            <p:cNvSpPr/>
            <p:nvPr/>
          </p:nvSpPr>
          <p:spPr>
            <a:xfrm>
              <a:off x="-433893" y="4580891"/>
              <a:ext cx="100453" cy="108615"/>
            </a:xfrm>
            <a:custGeom>
              <a:avLst/>
              <a:gdLst/>
              <a:ahLst/>
              <a:cxnLst/>
              <a:rect l="l" t="t" r="r" b="b"/>
              <a:pathLst>
                <a:path w="2492" h="2695" extrusionOk="0">
                  <a:moveTo>
                    <a:pt x="2491" y="2695"/>
                  </a:moveTo>
                  <a:lnTo>
                    <a:pt x="1" y="2695"/>
                  </a:lnTo>
                  <a:lnTo>
                    <a:pt x="1" y="1"/>
                  </a:lnTo>
                  <a:lnTo>
                    <a:pt x="2491" y="1"/>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8"/>
            <p:cNvSpPr/>
            <p:nvPr/>
          </p:nvSpPr>
          <p:spPr>
            <a:xfrm>
              <a:off x="-526082" y="4580891"/>
              <a:ext cx="101460" cy="108615"/>
            </a:xfrm>
            <a:custGeom>
              <a:avLst/>
              <a:gdLst/>
              <a:ahLst/>
              <a:cxnLst/>
              <a:rect l="l" t="t" r="r" b="b"/>
              <a:pathLst>
                <a:path w="2517" h="2695" extrusionOk="0">
                  <a:moveTo>
                    <a:pt x="2516" y="2695"/>
                  </a:moveTo>
                  <a:lnTo>
                    <a:pt x="0" y="2695"/>
                  </a:lnTo>
                  <a:lnTo>
                    <a:pt x="0" y="1"/>
                  </a:lnTo>
                  <a:lnTo>
                    <a:pt x="2516" y="1"/>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8"/>
            <p:cNvSpPr/>
            <p:nvPr/>
          </p:nvSpPr>
          <p:spPr>
            <a:xfrm>
              <a:off x="944064" y="4680277"/>
              <a:ext cx="101460" cy="108615"/>
            </a:xfrm>
            <a:custGeom>
              <a:avLst/>
              <a:gdLst/>
              <a:ahLst/>
              <a:cxnLst/>
              <a:rect l="l" t="t" r="r" b="b"/>
              <a:pathLst>
                <a:path w="2517" h="2695" extrusionOk="0">
                  <a:moveTo>
                    <a:pt x="2517" y="2694"/>
                  </a:moveTo>
                  <a:lnTo>
                    <a:pt x="1" y="2694"/>
                  </a:lnTo>
                  <a:lnTo>
                    <a:pt x="1" y="0"/>
                  </a:lnTo>
                  <a:lnTo>
                    <a:pt x="2517" y="0"/>
                  </a:lnTo>
                  <a:close/>
                  <a:moveTo>
                    <a:pt x="255" y="2465"/>
                  </a:moveTo>
                  <a:lnTo>
                    <a:pt x="2288" y="2465"/>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8"/>
            <p:cNvSpPr/>
            <p:nvPr/>
          </p:nvSpPr>
          <p:spPr>
            <a:xfrm>
              <a:off x="852883" y="4680277"/>
              <a:ext cx="101460" cy="108615"/>
            </a:xfrm>
            <a:custGeom>
              <a:avLst/>
              <a:gdLst/>
              <a:ahLst/>
              <a:cxnLst/>
              <a:rect l="l" t="t" r="r" b="b"/>
              <a:pathLst>
                <a:path w="2517" h="2695" extrusionOk="0">
                  <a:moveTo>
                    <a:pt x="2517" y="2694"/>
                  </a:moveTo>
                  <a:lnTo>
                    <a:pt x="1" y="2694"/>
                  </a:lnTo>
                  <a:lnTo>
                    <a:pt x="1" y="0"/>
                  </a:lnTo>
                  <a:lnTo>
                    <a:pt x="2517" y="0"/>
                  </a:lnTo>
                  <a:close/>
                  <a:moveTo>
                    <a:pt x="230" y="2465"/>
                  </a:moveTo>
                  <a:lnTo>
                    <a:pt x="2288" y="2465"/>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8"/>
            <p:cNvSpPr/>
            <p:nvPr/>
          </p:nvSpPr>
          <p:spPr>
            <a:xfrm>
              <a:off x="760694" y="4680277"/>
              <a:ext cx="101460" cy="108615"/>
            </a:xfrm>
            <a:custGeom>
              <a:avLst/>
              <a:gdLst/>
              <a:ahLst/>
              <a:cxnLst/>
              <a:rect l="l" t="t" r="r" b="b"/>
              <a:pathLst>
                <a:path w="2517" h="2695" extrusionOk="0">
                  <a:moveTo>
                    <a:pt x="2517" y="2694"/>
                  </a:moveTo>
                  <a:lnTo>
                    <a:pt x="0" y="2694"/>
                  </a:lnTo>
                  <a:lnTo>
                    <a:pt x="0" y="0"/>
                  </a:lnTo>
                  <a:lnTo>
                    <a:pt x="2517" y="0"/>
                  </a:lnTo>
                  <a:close/>
                  <a:moveTo>
                    <a:pt x="229" y="2465"/>
                  </a:moveTo>
                  <a:lnTo>
                    <a:pt x="2288" y="2465"/>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8"/>
            <p:cNvSpPr/>
            <p:nvPr/>
          </p:nvSpPr>
          <p:spPr>
            <a:xfrm>
              <a:off x="668465" y="4680277"/>
              <a:ext cx="101501" cy="108615"/>
            </a:xfrm>
            <a:custGeom>
              <a:avLst/>
              <a:gdLst/>
              <a:ahLst/>
              <a:cxnLst/>
              <a:rect l="l" t="t" r="r" b="b"/>
              <a:pathLst>
                <a:path w="2518" h="2695" extrusionOk="0">
                  <a:moveTo>
                    <a:pt x="2517" y="2694"/>
                  </a:moveTo>
                  <a:lnTo>
                    <a:pt x="1" y="2694"/>
                  </a:lnTo>
                  <a:lnTo>
                    <a:pt x="1" y="0"/>
                  </a:lnTo>
                  <a:lnTo>
                    <a:pt x="2517" y="0"/>
                  </a:lnTo>
                  <a:close/>
                  <a:moveTo>
                    <a:pt x="230" y="2465"/>
                  </a:moveTo>
                  <a:lnTo>
                    <a:pt x="2288" y="2465"/>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8"/>
            <p:cNvSpPr/>
            <p:nvPr/>
          </p:nvSpPr>
          <p:spPr>
            <a:xfrm>
              <a:off x="576276" y="4680277"/>
              <a:ext cx="101460" cy="108615"/>
            </a:xfrm>
            <a:custGeom>
              <a:avLst/>
              <a:gdLst/>
              <a:ahLst/>
              <a:cxnLst/>
              <a:rect l="l" t="t" r="r" b="b"/>
              <a:pathLst>
                <a:path w="2517" h="2695" extrusionOk="0">
                  <a:moveTo>
                    <a:pt x="2517" y="2694"/>
                  </a:moveTo>
                  <a:lnTo>
                    <a:pt x="1" y="2694"/>
                  </a:lnTo>
                  <a:lnTo>
                    <a:pt x="1" y="0"/>
                  </a:lnTo>
                  <a:lnTo>
                    <a:pt x="2517" y="0"/>
                  </a:lnTo>
                  <a:close/>
                  <a:moveTo>
                    <a:pt x="229" y="2465"/>
                  </a:moveTo>
                  <a:lnTo>
                    <a:pt x="2288" y="2465"/>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8"/>
            <p:cNvSpPr/>
            <p:nvPr/>
          </p:nvSpPr>
          <p:spPr>
            <a:xfrm>
              <a:off x="485094" y="4680277"/>
              <a:ext cx="100453" cy="108615"/>
            </a:xfrm>
            <a:custGeom>
              <a:avLst/>
              <a:gdLst/>
              <a:ahLst/>
              <a:cxnLst/>
              <a:rect l="l" t="t" r="r" b="b"/>
              <a:pathLst>
                <a:path w="2492" h="2695" extrusionOk="0">
                  <a:moveTo>
                    <a:pt x="2491" y="2694"/>
                  </a:moveTo>
                  <a:lnTo>
                    <a:pt x="1" y="2694"/>
                  </a:lnTo>
                  <a:lnTo>
                    <a:pt x="1" y="0"/>
                  </a:lnTo>
                  <a:lnTo>
                    <a:pt x="2491" y="0"/>
                  </a:lnTo>
                  <a:close/>
                  <a:moveTo>
                    <a:pt x="229" y="2465"/>
                  </a:moveTo>
                  <a:lnTo>
                    <a:pt x="2263" y="2465"/>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8"/>
            <p:cNvSpPr/>
            <p:nvPr/>
          </p:nvSpPr>
          <p:spPr>
            <a:xfrm>
              <a:off x="392906" y="4680277"/>
              <a:ext cx="101460" cy="108615"/>
            </a:xfrm>
            <a:custGeom>
              <a:avLst/>
              <a:gdLst/>
              <a:ahLst/>
              <a:cxnLst/>
              <a:rect l="l" t="t" r="r" b="b"/>
              <a:pathLst>
                <a:path w="2517" h="2695" extrusionOk="0">
                  <a:moveTo>
                    <a:pt x="2516" y="2694"/>
                  </a:moveTo>
                  <a:lnTo>
                    <a:pt x="0" y="2694"/>
                  </a:lnTo>
                  <a:lnTo>
                    <a:pt x="0" y="0"/>
                  </a:lnTo>
                  <a:lnTo>
                    <a:pt x="2516" y="0"/>
                  </a:lnTo>
                  <a:close/>
                  <a:moveTo>
                    <a:pt x="229" y="2465"/>
                  </a:moveTo>
                  <a:lnTo>
                    <a:pt x="2288" y="2465"/>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8"/>
            <p:cNvSpPr/>
            <p:nvPr/>
          </p:nvSpPr>
          <p:spPr>
            <a:xfrm>
              <a:off x="300676" y="4680277"/>
              <a:ext cx="101460" cy="108615"/>
            </a:xfrm>
            <a:custGeom>
              <a:avLst/>
              <a:gdLst/>
              <a:ahLst/>
              <a:cxnLst/>
              <a:rect l="l" t="t" r="r" b="b"/>
              <a:pathLst>
                <a:path w="2517" h="2695" extrusionOk="0">
                  <a:moveTo>
                    <a:pt x="2517" y="2694"/>
                  </a:moveTo>
                  <a:lnTo>
                    <a:pt x="1" y="2694"/>
                  </a:lnTo>
                  <a:lnTo>
                    <a:pt x="1" y="0"/>
                  </a:lnTo>
                  <a:lnTo>
                    <a:pt x="2517" y="0"/>
                  </a:lnTo>
                  <a:close/>
                  <a:moveTo>
                    <a:pt x="229" y="2465"/>
                  </a:moveTo>
                  <a:lnTo>
                    <a:pt x="2288" y="2465"/>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8"/>
            <p:cNvSpPr/>
            <p:nvPr/>
          </p:nvSpPr>
          <p:spPr>
            <a:xfrm>
              <a:off x="209495" y="4680277"/>
              <a:ext cx="100453" cy="108615"/>
            </a:xfrm>
            <a:custGeom>
              <a:avLst/>
              <a:gdLst/>
              <a:ahLst/>
              <a:cxnLst/>
              <a:rect l="l" t="t" r="r" b="b"/>
              <a:pathLst>
                <a:path w="2492" h="2695" extrusionOk="0">
                  <a:moveTo>
                    <a:pt x="2491" y="2694"/>
                  </a:moveTo>
                  <a:lnTo>
                    <a:pt x="1" y="2694"/>
                  </a:lnTo>
                  <a:lnTo>
                    <a:pt x="1" y="0"/>
                  </a:lnTo>
                  <a:lnTo>
                    <a:pt x="2491" y="0"/>
                  </a:lnTo>
                  <a:close/>
                  <a:moveTo>
                    <a:pt x="229" y="2465"/>
                  </a:moveTo>
                  <a:lnTo>
                    <a:pt x="2263" y="2465"/>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8"/>
            <p:cNvSpPr/>
            <p:nvPr/>
          </p:nvSpPr>
          <p:spPr>
            <a:xfrm>
              <a:off x="117306" y="4680277"/>
              <a:ext cx="101460" cy="108615"/>
            </a:xfrm>
            <a:custGeom>
              <a:avLst/>
              <a:gdLst/>
              <a:ahLst/>
              <a:cxnLst/>
              <a:rect l="l" t="t" r="r" b="b"/>
              <a:pathLst>
                <a:path w="2517" h="2695" extrusionOk="0">
                  <a:moveTo>
                    <a:pt x="2516" y="2694"/>
                  </a:moveTo>
                  <a:lnTo>
                    <a:pt x="0" y="2694"/>
                  </a:lnTo>
                  <a:lnTo>
                    <a:pt x="0" y="0"/>
                  </a:lnTo>
                  <a:lnTo>
                    <a:pt x="2516" y="0"/>
                  </a:lnTo>
                  <a:close/>
                  <a:moveTo>
                    <a:pt x="229" y="2465"/>
                  </a:moveTo>
                  <a:lnTo>
                    <a:pt x="2288" y="2465"/>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8"/>
            <p:cNvSpPr/>
            <p:nvPr/>
          </p:nvSpPr>
          <p:spPr>
            <a:xfrm>
              <a:off x="25077" y="4680277"/>
              <a:ext cx="101501" cy="108615"/>
            </a:xfrm>
            <a:custGeom>
              <a:avLst/>
              <a:gdLst/>
              <a:ahLst/>
              <a:cxnLst/>
              <a:rect l="l" t="t" r="r" b="b"/>
              <a:pathLst>
                <a:path w="2518" h="2695" extrusionOk="0">
                  <a:moveTo>
                    <a:pt x="2517" y="2694"/>
                  </a:moveTo>
                  <a:lnTo>
                    <a:pt x="1" y="2694"/>
                  </a:lnTo>
                  <a:lnTo>
                    <a:pt x="1" y="0"/>
                  </a:lnTo>
                  <a:lnTo>
                    <a:pt x="2517" y="0"/>
                  </a:lnTo>
                  <a:close/>
                  <a:moveTo>
                    <a:pt x="230" y="2465"/>
                  </a:moveTo>
                  <a:lnTo>
                    <a:pt x="2288" y="2465"/>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8"/>
            <p:cNvSpPr/>
            <p:nvPr/>
          </p:nvSpPr>
          <p:spPr>
            <a:xfrm>
              <a:off x="-67112" y="4680277"/>
              <a:ext cx="101460" cy="108615"/>
            </a:xfrm>
            <a:custGeom>
              <a:avLst/>
              <a:gdLst/>
              <a:ahLst/>
              <a:cxnLst/>
              <a:rect l="l" t="t" r="r" b="b"/>
              <a:pathLst>
                <a:path w="2517" h="2695" extrusionOk="0">
                  <a:moveTo>
                    <a:pt x="2517" y="2694"/>
                  </a:moveTo>
                  <a:lnTo>
                    <a:pt x="0" y="2694"/>
                  </a:lnTo>
                  <a:lnTo>
                    <a:pt x="0" y="0"/>
                  </a:lnTo>
                  <a:lnTo>
                    <a:pt x="2517" y="0"/>
                  </a:lnTo>
                  <a:close/>
                  <a:moveTo>
                    <a:pt x="229" y="2465"/>
                  </a:moveTo>
                  <a:lnTo>
                    <a:pt x="2288" y="2465"/>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8"/>
            <p:cNvSpPr/>
            <p:nvPr/>
          </p:nvSpPr>
          <p:spPr>
            <a:xfrm>
              <a:off x="-159341" y="4680277"/>
              <a:ext cx="101501" cy="108615"/>
            </a:xfrm>
            <a:custGeom>
              <a:avLst/>
              <a:gdLst/>
              <a:ahLst/>
              <a:cxnLst/>
              <a:rect l="l" t="t" r="r" b="b"/>
              <a:pathLst>
                <a:path w="2518" h="2695" extrusionOk="0">
                  <a:moveTo>
                    <a:pt x="2517" y="2694"/>
                  </a:moveTo>
                  <a:lnTo>
                    <a:pt x="1" y="2694"/>
                  </a:lnTo>
                  <a:lnTo>
                    <a:pt x="1" y="0"/>
                  </a:lnTo>
                  <a:lnTo>
                    <a:pt x="2517" y="0"/>
                  </a:lnTo>
                  <a:close/>
                  <a:moveTo>
                    <a:pt x="255" y="2465"/>
                  </a:moveTo>
                  <a:lnTo>
                    <a:pt x="2288" y="2465"/>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8"/>
            <p:cNvSpPr/>
            <p:nvPr/>
          </p:nvSpPr>
          <p:spPr>
            <a:xfrm>
              <a:off x="-249475" y="4680277"/>
              <a:ext cx="101460" cy="108615"/>
            </a:xfrm>
            <a:custGeom>
              <a:avLst/>
              <a:gdLst/>
              <a:ahLst/>
              <a:cxnLst/>
              <a:rect l="l" t="t" r="r" b="b"/>
              <a:pathLst>
                <a:path w="2517" h="2695" extrusionOk="0">
                  <a:moveTo>
                    <a:pt x="2491" y="2694"/>
                  </a:moveTo>
                  <a:lnTo>
                    <a:pt x="0" y="2694"/>
                  </a:lnTo>
                  <a:lnTo>
                    <a:pt x="0" y="0"/>
                  </a:lnTo>
                  <a:lnTo>
                    <a:pt x="2517" y="0"/>
                  </a:lnTo>
                  <a:close/>
                  <a:moveTo>
                    <a:pt x="204" y="2465"/>
                  </a:moveTo>
                  <a:lnTo>
                    <a:pt x="2262" y="2465"/>
                  </a:lnTo>
                  <a:lnTo>
                    <a:pt x="2262" y="229"/>
                  </a:lnTo>
                  <a:lnTo>
                    <a:pt x="204"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8"/>
            <p:cNvSpPr/>
            <p:nvPr/>
          </p:nvSpPr>
          <p:spPr>
            <a:xfrm>
              <a:off x="-342712" y="4680277"/>
              <a:ext cx="101460" cy="108615"/>
            </a:xfrm>
            <a:custGeom>
              <a:avLst/>
              <a:gdLst/>
              <a:ahLst/>
              <a:cxnLst/>
              <a:rect l="l" t="t" r="r" b="b"/>
              <a:pathLst>
                <a:path w="2517" h="2695" extrusionOk="0">
                  <a:moveTo>
                    <a:pt x="2517" y="2694"/>
                  </a:moveTo>
                  <a:lnTo>
                    <a:pt x="1" y="2694"/>
                  </a:lnTo>
                  <a:lnTo>
                    <a:pt x="1" y="0"/>
                  </a:lnTo>
                  <a:lnTo>
                    <a:pt x="2517" y="0"/>
                  </a:lnTo>
                  <a:close/>
                  <a:moveTo>
                    <a:pt x="229" y="2465"/>
                  </a:moveTo>
                  <a:lnTo>
                    <a:pt x="2313" y="2465"/>
                  </a:lnTo>
                  <a:lnTo>
                    <a:pt x="231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8"/>
            <p:cNvSpPr/>
            <p:nvPr/>
          </p:nvSpPr>
          <p:spPr>
            <a:xfrm>
              <a:off x="-433893" y="4680277"/>
              <a:ext cx="100453" cy="108615"/>
            </a:xfrm>
            <a:custGeom>
              <a:avLst/>
              <a:gdLst/>
              <a:ahLst/>
              <a:cxnLst/>
              <a:rect l="l" t="t" r="r" b="b"/>
              <a:pathLst>
                <a:path w="2492" h="2695" extrusionOk="0">
                  <a:moveTo>
                    <a:pt x="2491" y="2694"/>
                  </a:moveTo>
                  <a:lnTo>
                    <a:pt x="1" y="2694"/>
                  </a:lnTo>
                  <a:lnTo>
                    <a:pt x="1" y="0"/>
                  </a:lnTo>
                  <a:lnTo>
                    <a:pt x="2491" y="0"/>
                  </a:lnTo>
                  <a:close/>
                  <a:moveTo>
                    <a:pt x="229" y="2465"/>
                  </a:moveTo>
                  <a:lnTo>
                    <a:pt x="2263" y="2465"/>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8"/>
            <p:cNvSpPr/>
            <p:nvPr/>
          </p:nvSpPr>
          <p:spPr>
            <a:xfrm>
              <a:off x="-526082" y="4680277"/>
              <a:ext cx="101460" cy="108615"/>
            </a:xfrm>
            <a:custGeom>
              <a:avLst/>
              <a:gdLst/>
              <a:ahLst/>
              <a:cxnLst/>
              <a:rect l="l" t="t" r="r" b="b"/>
              <a:pathLst>
                <a:path w="2517" h="2695" extrusionOk="0">
                  <a:moveTo>
                    <a:pt x="2516" y="2694"/>
                  </a:moveTo>
                  <a:lnTo>
                    <a:pt x="0" y="2694"/>
                  </a:lnTo>
                  <a:lnTo>
                    <a:pt x="0" y="0"/>
                  </a:lnTo>
                  <a:lnTo>
                    <a:pt x="2516" y="0"/>
                  </a:lnTo>
                  <a:close/>
                  <a:moveTo>
                    <a:pt x="229" y="2465"/>
                  </a:moveTo>
                  <a:lnTo>
                    <a:pt x="2288" y="2465"/>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8"/>
            <p:cNvSpPr/>
            <p:nvPr/>
          </p:nvSpPr>
          <p:spPr>
            <a:xfrm>
              <a:off x="944064" y="4779623"/>
              <a:ext cx="101460" cy="109623"/>
            </a:xfrm>
            <a:custGeom>
              <a:avLst/>
              <a:gdLst/>
              <a:ahLst/>
              <a:cxnLst/>
              <a:rect l="l" t="t" r="r" b="b"/>
              <a:pathLst>
                <a:path w="2517" h="2720" extrusionOk="0">
                  <a:moveTo>
                    <a:pt x="2517" y="2720"/>
                  </a:moveTo>
                  <a:lnTo>
                    <a:pt x="1" y="2720"/>
                  </a:lnTo>
                  <a:lnTo>
                    <a:pt x="1" y="0"/>
                  </a:lnTo>
                  <a:lnTo>
                    <a:pt x="2517" y="0"/>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8"/>
            <p:cNvSpPr/>
            <p:nvPr/>
          </p:nvSpPr>
          <p:spPr>
            <a:xfrm>
              <a:off x="852883" y="4779623"/>
              <a:ext cx="101460" cy="109623"/>
            </a:xfrm>
            <a:custGeom>
              <a:avLst/>
              <a:gdLst/>
              <a:ahLst/>
              <a:cxnLst/>
              <a:rect l="l" t="t" r="r" b="b"/>
              <a:pathLst>
                <a:path w="2517" h="2720" extrusionOk="0">
                  <a:moveTo>
                    <a:pt x="2517" y="2720"/>
                  </a:moveTo>
                  <a:lnTo>
                    <a:pt x="1" y="2720"/>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8"/>
            <p:cNvSpPr/>
            <p:nvPr/>
          </p:nvSpPr>
          <p:spPr>
            <a:xfrm>
              <a:off x="760694" y="4779623"/>
              <a:ext cx="101460" cy="109623"/>
            </a:xfrm>
            <a:custGeom>
              <a:avLst/>
              <a:gdLst/>
              <a:ahLst/>
              <a:cxnLst/>
              <a:rect l="l" t="t" r="r" b="b"/>
              <a:pathLst>
                <a:path w="2517" h="2720" extrusionOk="0">
                  <a:moveTo>
                    <a:pt x="2517" y="2720"/>
                  </a:moveTo>
                  <a:lnTo>
                    <a:pt x="0" y="2720"/>
                  </a:lnTo>
                  <a:lnTo>
                    <a:pt x="0"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8"/>
            <p:cNvSpPr/>
            <p:nvPr/>
          </p:nvSpPr>
          <p:spPr>
            <a:xfrm>
              <a:off x="668465" y="4779623"/>
              <a:ext cx="101501" cy="109623"/>
            </a:xfrm>
            <a:custGeom>
              <a:avLst/>
              <a:gdLst/>
              <a:ahLst/>
              <a:cxnLst/>
              <a:rect l="l" t="t" r="r" b="b"/>
              <a:pathLst>
                <a:path w="2518" h="2720" extrusionOk="0">
                  <a:moveTo>
                    <a:pt x="2517" y="2720"/>
                  </a:moveTo>
                  <a:lnTo>
                    <a:pt x="1" y="2720"/>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8"/>
            <p:cNvSpPr/>
            <p:nvPr/>
          </p:nvSpPr>
          <p:spPr>
            <a:xfrm>
              <a:off x="576276" y="4779623"/>
              <a:ext cx="101460" cy="109623"/>
            </a:xfrm>
            <a:custGeom>
              <a:avLst/>
              <a:gdLst/>
              <a:ahLst/>
              <a:cxnLst/>
              <a:rect l="l" t="t" r="r" b="b"/>
              <a:pathLst>
                <a:path w="2517" h="2720" extrusionOk="0">
                  <a:moveTo>
                    <a:pt x="2517" y="2720"/>
                  </a:moveTo>
                  <a:lnTo>
                    <a:pt x="1" y="2720"/>
                  </a:lnTo>
                  <a:lnTo>
                    <a:pt x="1"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8"/>
            <p:cNvSpPr/>
            <p:nvPr/>
          </p:nvSpPr>
          <p:spPr>
            <a:xfrm>
              <a:off x="485094" y="4779623"/>
              <a:ext cx="100453" cy="109623"/>
            </a:xfrm>
            <a:custGeom>
              <a:avLst/>
              <a:gdLst/>
              <a:ahLst/>
              <a:cxnLst/>
              <a:rect l="l" t="t" r="r" b="b"/>
              <a:pathLst>
                <a:path w="2492" h="2720" extrusionOk="0">
                  <a:moveTo>
                    <a:pt x="2491" y="2720"/>
                  </a:moveTo>
                  <a:lnTo>
                    <a:pt x="1" y="2720"/>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8"/>
            <p:cNvSpPr/>
            <p:nvPr/>
          </p:nvSpPr>
          <p:spPr>
            <a:xfrm>
              <a:off x="392906" y="4779623"/>
              <a:ext cx="101460" cy="109623"/>
            </a:xfrm>
            <a:custGeom>
              <a:avLst/>
              <a:gdLst/>
              <a:ahLst/>
              <a:cxnLst/>
              <a:rect l="l" t="t" r="r" b="b"/>
              <a:pathLst>
                <a:path w="2517" h="2720" extrusionOk="0">
                  <a:moveTo>
                    <a:pt x="2516" y="2720"/>
                  </a:moveTo>
                  <a:lnTo>
                    <a:pt x="0" y="2720"/>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8"/>
            <p:cNvSpPr/>
            <p:nvPr/>
          </p:nvSpPr>
          <p:spPr>
            <a:xfrm>
              <a:off x="300676" y="4779623"/>
              <a:ext cx="101460" cy="109623"/>
            </a:xfrm>
            <a:custGeom>
              <a:avLst/>
              <a:gdLst/>
              <a:ahLst/>
              <a:cxnLst/>
              <a:rect l="l" t="t" r="r" b="b"/>
              <a:pathLst>
                <a:path w="2517" h="2720" extrusionOk="0">
                  <a:moveTo>
                    <a:pt x="2517" y="2720"/>
                  </a:moveTo>
                  <a:lnTo>
                    <a:pt x="1" y="2720"/>
                  </a:lnTo>
                  <a:lnTo>
                    <a:pt x="1"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8"/>
            <p:cNvSpPr/>
            <p:nvPr/>
          </p:nvSpPr>
          <p:spPr>
            <a:xfrm>
              <a:off x="209495" y="4779623"/>
              <a:ext cx="100453" cy="109623"/>
            </a:xfrm>
            <a:custGeom>
              <a:avLst/>
              <a:gdLst/>
              <a:ahLst/>
              <a:cxnLst/>
              <a:rect l="l" t="t" r="r" b="b"/>
              <a:pathLst>
                <a:path w="2492" h="2720" extrusionOk="0">
                  <a:moveTo>
                    <a:pt x="2491" y="2720"/>
                  </a:moveTo>
                  <a:lnTo>
                    <a:pt x="1" y="2720"/>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8"/>
            <p:cNvSpPr/>
            <p:nvPr/>
          </p:nvSpPr>
          <p:spPr>
            <a:xfrm>
              <a:off x="117306" y="4779623"/>
              <a:ext cx="101460" cy="109623"/>
            </a:xfrm>
            <a:custGeom>
              <a:avLst/>
              <a:gdLst/>
              <a:ahLst/>
              <a:cxnLst/>
              <a:rect l="l" t="t" r="r" b="b"/>
              <a:pathLst>
                <a:path w="2517" h="2720" extrusionOk="0">
                  <a:moveTo>
                    <a:pt x="2516" y="2720"/>
                  </a:moveTo>
                  <a:lnTo>
                    <a:pt x="0" y="2720"/>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8"/>
            <p:cNvSpPr/>
            <p:nvPr/>
          </p:nvSpPr>
          <p:spPr>
            <a:xfrm>
              <a:off x="25077" y="4779623"/>
              <a:ext cx="101501" cy="109623"/>
            </a:xfrm>
            <a:custGeom>
              <a:avLst/>
              <a:gdLst/>
              <a:ahLst/>
              <a:cxnLst/>
              <a:rect l="l" t="t" r="r" b="b"/>
              <a:pathLst>
                <a:path w="2518" h="2720" extrusionOk="0">
                  <a:moveTo>
                    <a:pt x="2517" y="2720"/>
                  </a:moveTo>
                  <a:lnTo>
                    <a:pt x="1" y="2720"/>
                  </a:lnTo>
                  <a:lnTo>
                    <a:pt x="1" y="0"/>
                  </a:lnTo>
                  <a:lnTo>
                    <a:pt x="2517" y="0"/>
                  </a:lnTo>
                  <a:close/>
                  <a:moveTo>
                    <a:pt x="230" y="2466"/>
                  </a:moveTo>
                  <a:lnTo>
                    <a:pt x="2288" y="2466"/>
                  </a:lnTo>
                  <a:lnTo>
                    <a:pt x="2288" y="229"/>
                  </a:lnTo>
                  <a:lnTo>
                    <a:pt x="230"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8"/>
            <p:cNvSpPr/>
            <p:nvPr/>
          </p:nvSpPr>
          <p:spPr>
            <a:xfrm>
              <a:off x="-67112" y="4779623"/>
              <a:ext cx="101460" cy="109623"/>
            </a:xfrm>
            <a:custGeom>
              <a:avLst/>
              <a:gdLst/>
              <a:ahLst/>
              <a:cxnLst/>
              <a:rect l="l" t="t" r="r" b="b"/>
              <a:pathLst>
                <a:path w="2517" h="2720" extrusionOk="0">
                  <a:moveTo>
                    <a:pt x="2517" y="2720"/>
                  </a:moveTo>
                  <a:lnTo>
                    <a:pt x="0" y="2720"/>
                  </a:lnTo>
                  <a:lnTo>
                    <a:pt x="0" y="0"/>
                  </a:lnTo>
                  <a:lnTo>
                    <a:pt x="2517"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8"/>
            <p:cNvSpPr/>
            <p:nvPr/>
          </p:nvSpPr>
          <p:spPr>
            <a:xfrm>
              <a:off x="-159341" y="4779623"/>
              <a:ext cx="101501" cy="109623"/>
            </a:xfrm>
            <a:custGeom>
              <a:avLst/>
              <a:gdLst/>
              <a:ahLst/>
              <a:cxnLst/>
              <a:rect l="l" t="t" r="r" b="b"/>
              <a:pathLst>
                <a:path w="2518" h="2720" extrusionOk="0">
                  <a:moveTo>
                    <a:pt x="2517" y="2720"/>
                  </a:moveTo>
                  <a:lnTo>
                    <a:pt x="1" y="2720"/>
                  </a:lnTo>
                  <a:lnTo>
                    <a:pt x="1" y="0"/>
                  </a:lnTo>
                  <a:lnTo>
                    <a:pt x="2517" y="0"/>
                  </a:lnTo>
                  <a:close/>
                  <a:moveTo>
                    <a:pt x="255" y="2466"/>
                  </a:moveTo>
                  <a:lnTo>
                    <a:pt x="2288" y="2466"/>
                  </a:lnTo>
                  <a:lnTo>
                    <a:pt x="2288" y="229"/>
                  </a:lnTo>
                  <a:lnTo>
                    <a:pt x="255"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8"/>
            <p:cNvSpPr/>
            <p:nvPr/>
          </p:nvSpPr>
          <p:spPr>
            <a:xfrm>
              <a:off x="-249475" y="4779623"/>
              <a:ext cx="101460" cy="109623"/>
            </a:xfrm>
            <a:custGeom>
              <a:avLst/>
              <a:gdLst/>
              <a:ahLst/>
              <a:cxnLst/>
              <a:rect l="l" t="t" r="r" b="b"/>
              <a:pathLst>
                <a:path w="2517" h="2720" extrusionOk="0">
                  <a:moveTo>
                    <a:pt x="2491" y="2720"/>
                  </a:moveTo>
                  <a:lnTo>
                    <a:pt x="0" y="2720"/>
                  </a:lnTo>
                  <a:lnTo>
                    <a:pt x="0" y="0"/>
                  </a:lnTo>
                  <a:lnTo>
                    <a:pt x="2517" y="0"/>
                  </a:lnTo>
                  <a:close/>
                  <a:moveTo>
                    <a:pt x="204" y="2466"/>
                  </a:moveTo>
                  <a:lnTo>
                    <a:pt x="2262" y="2466"/>
                  </a:lnTo>
                  <a:lnTo>
                    <a:pt x="2262" y="229"/>
                  </a:lnTo>
                  <a:lnTo>
                    <a:pt x="204"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8"/>
            <p:cNvSpPr/>
            <p:nvPr/>
          </p:nvSpPr>
          <p:spPr>
            <a:xfrm>
              <a:off x="-342712" y="4779623"/>
              <a:ext cx="101460" cy="109623"/>
            </a:xfrm>
            <a:custGeom>
              <a:avLst/>
              <a:gdLst/>
              <a:ahLst/>
              <a:cxnLst/>
              <a:rect l="l" t="t" r="r" b="b"/>
              <a:pathLst>
                <a:path w="2517" h="2720" extrusionOk="0">
                  <a:moveTo>
                    <a:pt x="2517" y="2720"/>
                  </a:moveTo>
                  <a:lnTo>
                    <a:pt x="1" y="2720"/>
                  </a:lnTo>
                  <a:lnTo>
                    <a:pt x="1" y="0"/>
                  </a:lnTo>
                  <a:lnTo>
                    <a:pt x="2517" y="0"/>
                  </a:lnTo>
                  <a:close/>
                  <a:moveTo>
                    <a:pt x="229" y="2466"/>
                  </a:moveTo>
                  <a:lnTo>
                    <a:pt x="2313" y="2466"/>
                  </a:lnTo>
                  <a:lnTo>
                    <a:pt x="231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8"/>
            <p:cNvSpPr/>
            <p:nvPr/>
          </p:nvSpPr>
          <p:spPr>
            <a:xfrm>
              <a:off x="-433893" y="4779623"/>
              <a:ext cx="100453" cy="109623"/>
            </a:xfrm>
            <a:custGeom>
              <a:avLst/>
              <a:gdLst/>
              <a:ahLst/>
              <a:cxnLst/>
              <a:rect l="l" t="t" r="r" b="b"/>
              <a:pathLst>
                <a:path w="2492" h="2720" extrusionOk="0">
                  <a:moveTo>
                    <a:pt x="2491" y="2720"/>
                  </a:moveTo>
                  <a:lnTo>
                    <a:pt x="1" y="2720"/>
                  </a:lnTo>
                  <a:lnTo>
                    <a:pt x="1" y="0"/>
                  </a:lnTo>
                  <a:lnTo>
                    <a:pt x="2491" y="0"/>
                  </a:lnTo>
                  <a:close/>
                  <a:moveTo>
                    <a:pt x="229" y="2466"/>
                  </a:moveTo>
                  <a:lnTo>
                    <a:pt x="2263" y="2466"/>
                  </a:lnTo>
                  <a:lnTo>
                    <a:pt x="2263"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8"/>
            <p:cNvSpPr/>
            <p:nvPr/>
          </p:nvSpPr>
          <p:spPr>
            <a:xfrm>
              <a:off x="-526082" y="4779623"/>
              <a:ext cx="101460" cy="109623"/>
            </a:xfrm>
            <a:custGeom>
              <a:avLst/>
              <a:gdLst/>
              <a:ahLst/>
              <a:cxnLst/>
              <a:rect l="l" t="t" r="r" b="b"/>
              <a:pathLst>
                <a:path w="2517" h="2720" extrusionOk="0">
                  <a:moveTo>
                    <a:pt x="2516" y="2720"/>
                  </a:moveTo>
                  <a:lnTo>
                    <a:pt x="0" y="2720"/>
                  </a:lnTo>
                  <a:lnTo>
                    <a:pt x="0" y="0"/>
                  </a:lnTo>
                  <a:lnTo>
                    <a:pt x="2516" y="0"/>
                  </a:lnTo>
                  <a:close/>
                  <a:moveTo>
                    <a:pt x="229" y="2466"/>
                  </a:moveTo>
                  <a:lnTo>
                    <a:pt x="2288" y="2466"/>
                  </a:lnTo>
                  <a:lnTo>
                    <a:pt x="2288" y="229"/>
                  </a:lnTo>
                  <a:lnTo>
                    <a:pt x="229" y="22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8"/>
            <p:cNvSpPr/>
            <p:nvPr/>
          </p:nvSpPr>
          <p:spPr>
            <a:xfrm>
              <a:off x="5970318" y="4758101"/>
              <a:ext cx="1293991" cy="993618"/>
            </a:xfrm>
            <a:custGeom>
              <a:avLst/>
              <a:gdLst/>
              <a:ahLst/>
              <a:cxnLst/>
              <a:rect l="l" t="t" r="r" b="b"/>
              <a:pathLst>
                <a:path w="32101" h="24654" extrusionOk="0">
                  <a:moveTo>
                    <a:pt x="1" y="1"/>
                  </a:moveTo>
                  <a:lnTo>
                    <a:pt x="32101" y="1"/>
                  </a:lnTo>
                  <a:lnTo>
                    <a:pt x="32101" y="24654"/>
                  </a:lnTo>
                  <a:lnTo>
                    <a:pt x="1" y="24654"/>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8"/>
            <p:cNvSpPr/>
            <p:nvPr/>
          </p:nvSpPr>
          <p:spPr>
            <a:xfrm>
              <a:off x="6045133" y="4831855"/>
              <a:ext cx="1145449" cy="845103"/>
            </a:xfrm>
            <a:custGeom>
              <a:avLst/>
              <a:gdLst/>
              <a:ahLst/>
              <a:cxnLst/>
              <a:rect l="l" t="t" r="r" b="b"/>
              <a:pathLst>
                <a:path w="28416" h="20969" extrusionOk="0">
                  <a:moveTo>
                    <a:pt x="28415" y="1"/>
                  </a:moveTo>
                  <a:lnTo>
                    <a:pt x="28415" y="20969"/>
                  </a:lnTo>
                  <a:lnTo>
                    <a:pt x="0" y="20969"/>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8"/>
            <p:cNvSpPr/>
            <p:nvPr/>
          </p:nvSpPr>
          <p:spPr>
            <a:xfrm>
              <a:off x="7264269" y="4227519"/>
              <a:ext cx="530762" cy="1524200"/>
            </a:xfrm>
            <a:custGeom>
              <a:avLst/>
              <a:gdLst/>
              <a:ahLst/>
              <a:cxnLst/>
              <a:rect l="l" t="t" r="r" b="b"/>
              <a:pathLst>
                <a:path w="13167" h="37819" extrusionOk="0">
                  <a:moveTo>
                    <a:pt x="1" y="13166"/>
                  </a:moveTo>
                  <a:lnTo>
                    <a:pt x="13166" y="0"/>
                  </a:lnTo>
                  <a:lnTo>
                    <a:pt x="13090" y="24755"/>
                  </a:lnTo>
                  <a:lnTo>
                    <a:pt x="1" y="37819"/>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8"/>
            <p:cNvSpPr/>
            <p:nvPr/>
          </p:nvSpPr>
          <p:spPr>
            <a:xfrm>
              <a:off x="6157800" y="5564232"/>
              <a:ext cx="372988" cy="18499"/>
            </a:xfrm>
            <a:custGeom>
              <a:avLst/>
              <a:gdLst/>
              <a:ahLst/>
              <a:cxnLst/>
              <a:rect l="l" t="t" r="r" b="b"/>
              <a:pathLst>
                <a:path w="9253" h="459" extrusionOk="0">
                  <a:moveTo>
                    <a:pt x="1" y="1"/>
                  </a:moveTo>
                  <a:lnTo>
                    <a:pt x="9252" y="1"/>
                  </a:lnTo>
                  <a:lnTo>
                    <a:pt x="9252" y="458"/>
                  </a:lnTo>
                  <a:lnTo>
                    <a:pt x="1" y="4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8"/>
            <p:cNvSpPr/>
            <p:nvPr/>
          </p:nvSpPr>
          <p:spPr>
            <a:xfrm>
              <a:off x="6157800" y="5484352"/>
              <a:ext cx="372988" cy="18459"/>
            </a:xfrm>
            <a:custGeom>
              <a:avLst/>
              <a:gdLst/>
              <a:ahLst/>
              <a:cxnLst/>
              <a:rect l="l" t="t" r="r" b="b"/>
              <a:pathLst>
                <a:path w="9253" h="458" extrusionOk="0">
                  <a:moveTo>
                    <a:pt x="1" y="0"/>
                  </a:moveTo>
                  <a:lnTo>
                    <a:pt x="9252" y="0"/>
                  </a:lnTo>
                  <a:lnTo>
                    <a:pt x="9252" y="458"/>
                  </a:lnTo>
                  <a:lnTo>
                    <a:pt x="1" y="4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8"/>
            <p:cNvSpPr/>
            <p:nvPr/>
          </p:nvSpPr>
          <p:spPr>
            <a:xfrm>
              <a:off x="6157800" y="5405480"/>
              <a:ext cx="372988" cy="18459"/>
            </a:xfrm>
            <a:custGeom>
              <a:avLst/>
              <a:gdLst/>
              <a:ahLst/>
              <a:cxnLst/>
              <a:rect l="l" t="t" r="r" b="b"/>
              <a:pathLst>
                <a:path w="9253" h="458" extrusionOk="0">
                  <a:moveTo>
                    <a:pt x="1" y="0"/>
                  </a:moveTo>
                  <a:lnTo>
                    <a:pt x="9252" y="0"/>
                  </a:lnTo>
                  <a:lnTo>
                    <a:pt x="9252" y="458"/>
                  </a:lnTo>
                  <a:lnTo>
                    <a:pt x="1" y="4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8"/>
            <p:cNvSpPr/>
            <p:nvPr/>
          </p:nvSpPr>
          <p:spPr>
            <a:xfrm>
              <a:off x="6157800" y="5324553"/>
              <a:ext cx="372988" cy="19506"/>
            </a:xfrm>
            <a:custGeom>
              <a:avLst/>
              <a:gdLst/>
              <a:ahLst/>
              <a:cxnLst/>
              <a:rect l="l" t="t" r="r" b="b"/>
              <a:pathLst>
                <a:path w="9253" h="484" extrusionOk="0">
                  <a:moveTo>
                    <a:pt x="1" y="1"/>
                  </a:moveTo>
                  <a:lnTo>
                    <a:pt x="9252" y="1"/>
                  </a:lnTo>
                  <a:lnTo>
                    <a:pt x="9252" y="484"/>
                  </a:lnTo>
                  <a:lnTo>
                    <a:pt x="1" y="484"/>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8"/>
            <p:cNvSpPr/>
            <p:nvPr/>
          </p:nvSpPr>
          <p:spPr>
            <a:xfrm>
              <a:off x="6157800" y="5245681"/>
              <a:ext cx="372988" cy="18499"/>
            </a:xfrm>
            <a:custGeom>
              <a:avLst/>
              <a:gdLst/>
              <a:ahLst/>
              <a:cxnLst/>
              <a:rect l="l" t="t" r="r" b="b"/>
              <a:pathLst>
                <a:path w="9253" h="459" extrusionOk="0">
                  <a:moveTo>
                    <a:pt x="1" y="1"/>
                  </a:moveTo>
                  <a:lnTo>
                    <a:pt x="9252" y="1"/>
                  </a:lnTo>
                  <a:lnTo>
                    <a:pt x="9252" y="458"/>
                  </a:lnTo>
                  <a:lnTo>
                    <a:pt x="1" y="45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8"/>
            <p:cNvSpPr/>
            <p:nvPr/>
          </p:nvSpPr>
          <p:spPr>
            <a:xfrm>
              <a:off x="6157800" y="5165801"/>
              <a:ext cx="372988" cy="18459"/>
            </a:xfrm>
            <a:custGeom>
              <a:avLst/>
              <a:gdLst/>
              <a:ahLst/>
              <a:cxnLst/>
              <a:rect l="l" t="t" r="r" b="b"/>
              <a:pathLst>
                <a:path w="9253" h="458" extrusionOk="0">
                  <a:moveTo>
                    <a:pt x="1" y="0"/>
                  </a:moveTo>
                  <a:lnTo>
                    <a:pt x="9252" y="0"/>
                  </a:lnTo>
                  <a:lnTo>
                    <a:pt x="9252" y="458"/>
                  </a:lnTo>
                  <a:lnTo>
                    <a:pt x="1" y="45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8"/>
            <p:cNvSpPr/>
            <p:nvPr/>
          </p:nvSpPr>
          <p:spPr>
            <a:xfrm>
              <a:off x="6157800" y="5085882"/>
              <a:ext cx="372988" cy="18499"/>
            </a:xfrm>
            <a:custGeom>
              <a:avLst/>
              <a:gdLst/>
              <a:ahLst/>
              <a:cxnLst/>
              <a:rect l="l" t="t" r="r" b="b"/>
              <a:pathLst>
                <a:path w="9253" h="459" extrusionOk="0">
                  <a:moveTo>
                    <a:pt x="1" y="1"/>
                  </a:moveTo>
                  <a:lnTo>
                    <a:pt x="9252" y="1"/>
                  </a:lnTo>
                  <a:lnTo>
                    <a:pt x="9252" y="458"/>
                  </a:lnTo>
                  <a:lnTo>
                    <a:pt x="1" y="45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8"/>
            <p:cNvSpPr/>
            <p:nvPr/>
          </p:nvSpPr>
          <p:spPr>
            <a:xfrm>
              <a:off x="6157800" y="5006002"/>
              <a:ext cx="372988" cy="18459"/>
            </a:xfrm>
            <a:custGeom>
              <a:avLst/>
              <a:gdLst/>
              <a:ahLst/>
              <a:cxnLst/>
              <a:rect l="l" t="t" r="r" b="b"/>
              <a:pathLst>
                <a:path w="9253" h="458" extrusionOk="0">
                  <a:moveTo>
                    <a:pt x="1" y="0"/>
                  </a:moveTo>
                  <a:lnTo>
                    <a:pt x="9252" y="0"/>
                  </a:lnTo>
                  <a:lnTo>
                    <a:pt x="9252" y="458"/>
                  </a:lnTo>
                  <a:lnTo>
                    <a:pt x="1" y="45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8"/>
            <p:cNvSpPr/>
            <p:nvPr/>
          </p:nvSpPr>
          <p:spPr>
            <a:xfrm>
              <a:off x="6157800" y="4926082"/>
              <a:ext cx="372988" cy="18499"/>
            </a:xfrm>
            <a:custGeom>
              <a:avLst/>
              <a:gdLst/>
              <a:ahLst/>
              <a:cxnLst/>
              <a:rect l="l" t="t" r="r" b="b"/>
              <a:pathLst>
                <a:path w="9253" h="459" extrusionOk="0">
                  <a:moveTo>
                    <a:pt x="1" y="1"/>
                  </a:moveTo>
                  <a:lnTo>
                    <a:pt x="9252" y="1"/>
                  </a:lnTo>
                  <a:lnTo>
                    <a:pt x="9252" y="458"/>
                  </a:lnTo>
                  <a:lnTo>
                    <a:pt x="1" y="45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8"/>
            <p:cNvSpPr/>
            <p:nvPr/>
          </p:nvSpPr>
          <p:spPr>
            <a:xfrm>
              <a:off x="6664940" y="4906616"/>
              <a:ext cx="442644" cy="695581"/>
            </a:xfrm>
            <a:custGeom>
              <a:avLst/>
              <a:gdLst/>
              <a:ahLst/>
              <a:cxnLst/>
              <a:rect l="l" t="t" r="r" b="b"/>
              <a:pathLst>
                <a:path w="10981" h="17259" extrusionOk="0">
                  <a:moveTo>
                    <a:pt x="1" y="1"/>
                  </a:moveTo>
                  <a:lnTo>
                    <a:pt x="10980" y="1"/>
                  </a:lnTo>
                  <a:lnTo>
                    <a:pt x="10980" y="17258"/>
                  </a:lnTo>
                  <a:lnTo>
                    <a:pt x="1" y="17258"/>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8"/>
            <p:cNvSpPr/>
            <p:nvPr/>
          </p:nvSpPr>
          <p:spPr>
            <a:xfrm>
              <a:off x="6699768" y="5400362"/>
              <a:ext cx="373996" cy="72746"/>
            </a:xfrm>
            <a:custGeom>
              <a:avLst/>
              <a:gdLst/>
              <a:ahLst/>
              <a:cxnLst/>
              <a:rect l="l" t="t" r="r" b="b"/>
              <a:pathLst>
                <a:path w="9278" h="1805" extrusionOk="0">
                  <a:moveTo>
                    <a:pt x="1" y="0"/>
                  </a:moveTo>
                  <a:lnTo>
                    <a:pt x="9278" y="0"/>
                  </a:lnTo>
                  <a:lnTo>
                    <a:pt x="9278" y="1805"/>
                  </a:lnTo>
                  <a:lnTo>
                    <a:pt x="1" y="1805"/>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8"/>
            <p:cNvSpPr/>
            <p:nvPr/>
          </p:nvSpPr>
          <p:spPr>
            <a:xfrm>
              <a:off x="6699768" y="5254910"/>
              <a:ext cx="373996" cy="72746"/>
            </a:xfrm>
            <a:custGeom>
              <a:avLst/>
              <a:gdLst/>
              <a:ahLst/>
              <a:cxnLst/>
              <a:rect l="l" t="t" r="r" b="b"/>
              <a:pathLst>
                <a:path w="9278" h="1805" extrusionOk="0">
                  <a:moveTo>
                    <a:pt x="1" y="0"/>
                  </a:moveTo>
                  <a:lnTo>
                    <a:pt x="9278" y="0"/>
                  </a:lnTo>
                  <a:lnTo>
                    <a:pt x="9278" y="1805"/>
                  </a:lnTo>
                  <a:lnTo>
                    <a:pt x="1" y="1805"/>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8"/>
            <p:cNvSpPr/>
            <p:nvPr/>
          </p:nvSpPr>
          <p:spPr>
            <a:xfrm>
              <a:off x="6699768" y="5109458"/>
              <a:ext cx="373996" cy="72746"/>
            </a:xfrm>
            <a:custGeom>
              <a:avLst/>
              <a:gdLst/>
              <a:ahLst/>
              <a:cxnLst/>
              <a:rect l="l" t="t" r="r" b="b"/>
              <a:pathLst>
                <a:path w="9278" h="1805" extrusionOk="0">
                  <a:moveTo>
                    <a:pt x="1" y="0"/>
                  </a:moveTo>
                  <a:lnTo>
                    <a:pt x="9278" y="0"/>
                  </a:lnTo>
                  <a:lnTo>
                    <a:pt x="9278" y="1805"/>
                  </a:lnTo>
                  <a:lnTo>
                    <a:pt x="1" y="180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8"/>
            <p:cNvSpPr/>
            <p:nvPr/>
          </p:nvSpPr>
          <p:spPr>
            <a:xfrm>
              <a:off x="6699768" y="4962959"/>
              <a:ext cx="373996" cy="72786"/>
            </a:xfrm>
            <a:custGeom>
              <a:avLst/>
              <a:gdLst/>
              <a:ahLst/>
              <a:cxnLst/>
              <a:rect l="l" t="t" r="r" b="b"/>
              <a:pathLst>
                <a:path w="9278" h="1806" extrusionOk="0">
                  <a:moveTo>
                    <a:pt x="1" y="1"/>
                  </a:moveTo>
                  <a:lnTo>
                    <a:pt x="9278" y="1"/>
                  </a:lnTo>
                  <a:lnTo>
                    <a:pt x="9278" y="1805"/>
                  </a:lnTo>
                  <a:lnTo>
                    <a:pt x="1" y="1805"/>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8"/>
            <p:cNvSpPr/>
            <p:nvPr/>
          </p:nvSpPr>
          <p:spPr>
            <a:xfrm>
              <a:off x="1879458" y="4758101"/>
              <a:ext cx="1292984" cy="993618"/>
            </a:xfrm>
            <a:custGeom>
              <a:avLst/>
              <a:gdLst/>
              <a:ahLst/>
              <a:cxnLst/>
              <a:rect l="l" t="t" r="r" b="b"/>
              <a:pathLst>
                <a:path w="32076" h="24654" extrusionOk="0">
                  <a:moveTo>
                    <a:pt x="32075" y="24654"/>
                  </a:moveTo>
                  <a:lnTo>
                    <a:pt x="0" y="24654"/>
                  </a:lnTo>
                  <a:lnTo>
                    <a:pt x="0" y="1"/>
                  </a:lnTo>
                  <a:lnTo>
                    <a:pt x="320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8"/>
            <p:cNvSpPr/>
            <p:nvPr/>
          </p:nvSpPr>
          <p:spPr>
            <a:xfrm>
              <a:off x="1953225" y="4831855"/>
              <a:ext cx="1145449" cy="845103"/>
            </a:xfrm>
            <a:custGeom>
              <a:avLst/>
              <a:gdLst/>
              <a:ahLst/>
              <a:cxnLst/>
              <a:rect l="l" t="t" r="r" b="b"/>
              <a:pathLst>
                <a:path w="28416" h="20969" extrusionOk="0">
                  <a:moveTo>
                    <a:pt x="28415" y="1"/>
                  </a:moveTo>
                  <a:lnTo>
                    <a:pt x="28415" y="20969"/>
                  </a:lnTo>
                  <a:lnTo>
                    <a:pt x="0" y="20969"/>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8"/>
            <p:cNvSpPr/>
            <p:nvPr/>
          </p:nvSpPr>
          <p:spPr>
            <a:xfrm>
              <a:off x="1348777" y="4227519"/>
              <a:ext cx="530721" cy="1524200"/>
            </a:xfrm>
            <a:custGeom>
              <a:avLst/>
              <a:gdLst/>
              <a:ahLst/>
              <a:cxnLst/>
              <a:rect l="l" t="t" r="r" b="b"/>
              <a:pathLst>
                <a:path w="13166" h="37819" extrusionOk="0">
                  <a:moveTo>
                    <a:pt x="13165" y="13166"/>
                  </a:moveTo>
                  <a:lnTo>
                    <a:pt x="0" y="0"/>
                  </a:lnTo>
                  <a:lnTo>
                    <a:pt x="76" y="24755"/>
                  </a:lnTo>
                  <a:lnTo>
                    <a:pt x="13165" y="37819"/>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8"/>
            <p:cNvSpPr/>
            <p:nvPr/>
          </p:nvSpPr>
          <p:spPr>
            <a:xfrm>
              <a:off x="2585326" y="5009065"/>
              <a:ext cx="203928" cy="203890"/>
            </a:xfrm>
            <a:custGeom>
              <a:avLst/>
              <a:gdLst/>
              <a:ahLst/>
              <a:cxnLst/>
              <a:rect l="l" t="t" r="r" b="b"/>
              <a:pathLst>
                <a:path w="5059" h="5059" extrusionOk="0">
                  <a:moveTo>
                    <a:pt x="2898" y="5058"/>
                  </a:moveTo>
                  <a:cubicBezTo>
                    <a:pt x="967" y="5058"/>
                    <a:pt x="1" y="2720"/>
                    <a:pt x="1373" y="1373"/>
                  </a:cubicBezTo>
                  <a:cubicBezTo>
                    <a:pt x="2720" y="1"/>
                    <a:pt x="5059" y="966"/>
                    <a:pt x="5059" y="2898"/>
                  </a:cubicBezTo>
                  <a:cubicBezTo>
                    <a:pt x="5059" y="4092"/>
                    <a:pt x="4093" y="5058"/>
                    <a:pt x="2898" y="5058"/>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8"/>
            <p:cNvSpPr/>
            <p:nvPr/>
          </p:nvSpPr>
          <p:spPr>
            <a:xfrm>
              <a:off x="2611971" y="5059242"/>
              <a:ext cx="157814" cy="156777"/>
            </a:xfrm>
            <a:custGeom>
              <a:avLst/>
              <a:gdLst/>
              <a:ahLst/>
              <a:cxnLst/>
              <a:rect l="l" t="t" r="r" b="b"/>
              <a:pathLst>
                <a:path w="3915" h="3890" extrusionOk="0">
                  <a:moveTo>
                    <a:pt x="3915" y="1653"/>
                  </a:moveTo>
                  <a:cubicBezTo>
                    <a:pt x="3915" y="3152"/>
                    <a:pt x="2110" y="3890"/>
                    <a:pt x="1043" y="2847"/>
                  </a:cubicBezTo>
                  <a:cubicBezTo>
                    <a:pt x="1" y="1780"/>
                    <a:pt x="738" y="1"/>
                    <a:pt x="2237" y="1"/>
                  </a:cubicBezTo>
                  <a:cubicBezTo>
                    <a:pt x="3152" y="1"/>
                    <a:pt x="3915" y="738"/>
                    <a:pt x="3915" y="1653"/>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8"/>
            <p:cNvSpPr/>
            <p:nvPr/>
          </p:nvSpPr>
          <p:spPr>
            <a:xfrm>
              <a:off x="2828154" y="5009065"/>
              <a:ext cx="203928" cy="203890"/>
            </a:xfrm>
            <a:custGeom>
              <a:avLst/>
              <a:gdLst/>
              <a:ahLst/>
              <a:cxnLst/>
              <a:rect l="l" t="t" r="r" b="b"/>
              <a:pathLst>
                <a:path w="5059" h="5059" extrusionOk="0">
                  <a:moveTo>
                    <a:pt x="2898" y="5058"/>
                  </a:moveTo>
                  <a:cubicBezTo>
                    <a:pt x="966" y="5058"/>
                    <a:pt x="1" y="2720"/>
                    <a:pt x="1373" y="1373"/>
                  </a:cubicBezTo>
                  <a:cubicBezTo>
                    <a:pt x="2745" y="1"/>
                    <a:pt x="5058" y="966"/>
                    <a:pt x="5058" y="2898"/>
                  </a:cubicBezTo>
                  <a:cubicBezTo>
                    <a:pt x="5058" y="4092"/>
                    <a:pt x="4092" y="5058"/>
                    <a:pt x="2898" y="5058"/>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8"/>
            <p:cNvSpPr/>
            <p:nvPr/>
          </p:nvSpPr>
          <p:spPr>
            <a:xfrm>
              <a:off x="2854798" y="5059242"/>
              <a:ext cx="157814" cy="156777"/>
            </a:xfrm>
            <a:custGeom>
              <a:avLst/>
              <a:gdLst/>
              <a:ahLst/>
              <a:cxnLst/>
              <a:rect l="l" t="t" r="r" b="b"/>
              <a:pathLst>
                <a:path w="3915" h="3890" extrusionOk="0">
                  <a:moveTo>
                    <a:pt x="3914" y="1653"/>
                  </a:moveTo>
                  <a:cubicBezTo>
                    <a:pt x="3914" y="3152"/>
                    <a:pt x="2110" y="3890"/>
                    <a:pt x="1068" y="2847"/>
                  </a:cubicBezTo>
                  <a:cubicBezTo>
                    <a:pt x="0" y="1780"/>
                    <a:pt x="763" y="1"/>
                    <a:pt x="2237" y="1"/>
                  </a:cubicBezTo>
                  <a:cubicBezTo>
                    <a:pt x="3152" y="1"/>
                    <a:pt x="3914" y="738"/>
                    <a:pt x="3914" y="1653"/>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8"/>
            <p:cNvSpPr/>
            <p:nvPr/>
          </p:nvSpPr>
          <p:spPr>
            <a:xfrm>
              <a:off x="2585326" y="5266155"/>
              <a:ext cx="203928" cy="203890"/>
            </a:xfrm>
            <a:custGeom>
              <a:avLst/>
              <a:gdLst/>
              <a:ahLst/>
              <a:cxnLst/>
              <a:rect l="l" t="t" r="r" b="b"/>
              <a:pathLst>
                <a:path w="5059" h="5059" extrusionOk="0">
                  <a:moveTo>
                    <a:pt x="2898" y="5059"/>
                  </a:moveTo>
                  <a:cubicBezTo>
                    <a:pt x="967" y="5059"/>
                    <a:pt x="1" y="2746"/>
                    <a:pt x="1373" y="1373"/>
                  </a:cubicBezTo>
                  <a:cubicBezTo>
                    <a:pt x="2720" y="1"/>
                    <a:pt x="5059" y="967"/>
                    <a:pt x="5059" y="2898"/>
                  </a:cubicBezTo>
                  <a:cubicBezTo>
                    <a:pt x="5059" y="4093"/>
                    <a:pt x="4093" y="5059"/>
                    <a:pt x="2898" y="5059"/>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8"/>
            <p:cNvSpPr/>
            <p:nvPr/>
          </p:nvSpPr>
          <p:spPr>
            <a:xfrm>
              <a:off x="2611971" y="5316372"/>
              <a:ext cx="157814" cy="156736"/>
            </a:xfrm>
            <a:custGeom>
              <a:avLst/>
              <a:gdLst/>
              <a:ahLst/>
              <a:cxnLst/>
              <a:rect l="l" t="t" r="r" b="b"/>
              <a:pathLst>
                <a:path w="3915" h="3889" extrusionOk="0">
                  <a:moveTo>
                    <a:pt x="3915" y="1652"/>
                  </a:moveTo>
                  <a:cubicBezTo>
                    <a:pt x="3915" y="3152"/>
                    <a:pt x="2110" y="3889"/>
                    <a:pt x="1043" y="2847"/>
                  </a:cubicBezTo>
                  <a:cubicBezTo>
                    <a:pt x="1" y="1779"/>
                    <a:pt x="738" y="0"/>
                    <a:pt x="2237" y="0"/>
                  </a:cubicBezTo>
                  <a:cubicBezTo>
                    <a:pt x="3152" y="0"/>
                    <a:pt x="3915" y="737"/>
                    <a:pt x="3915" y="165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8"/>
            <p:cNvSpPr/>
            <p:nvPr/>
          </p:nvSpPr>
          <p:spPr>
            <a:xfrm>
              <a:off x="2828154" y="5266155"/>
              <a:ext cx="203928" cy="203890"/>
            </a:xfrm>
            <a:custGeom>
              <a:avLst/>
              <a:gdLst/>
              <a:ahLst/>
              <a:cxnLst/>
              <a:rect l="l" t="t" r="r" b="b"/>
              <a:pathLst>
                <a:path w="5059" h="5059" extrusionOk="0">
                  <a:moveTo>
                    <a:pt x="2898" y="5059"/>
                  </a:moveTo>
                  <a:cubicBezTo>
                    <a:pt x="966" y="5059"/>
                    <a:pt x="1" y="2746"/>
                    <a:pt x="1373" y="1373"/>
                  </a:cubicBezTo>
                  <a:cubicBezTo>
                    <a:pt x="2720" y="1"/>
                    <a:pt x="5058" y="967"/>
                    <a:pt x="5058" y="2898"/>
                  </a:cubicBezTo>
                  <a:cubicBezTo>
                    <a:pt x="5058" y="4093"/>
                    <a:pt x="4092" y="5059"/>
                    <a:pt x="2898" y="5059"/>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8"/>
            <p:cNvSpPr/>
            <p:nvPr/>
          </p:nvSpPr>
          <p:spPr>
            <a:xfrm>
              <a:off x="2854798" y="5316372"/>
              <a:ext cx="157814" cy="156736"/>
            </a:xfrm>
            <a:custGeom>
              <a:avLst/>
              <a:gdLst/>
              <a:ahLst/>
              <a:cxnLst/>
              <a:rect l="l" t="t" r="r" b="b"/>
              <a:pathLst>
                <a:path w="3915" h="3889" extrusionOk="0">
                  <a:moveTo>
                    <a:pt x="3914" y="1652"/>
                  </a:moveTo>
                  <a:cubicBezTo>
                    <a:pt x="3914" y="3152"/>
                    <a:pt x="2110" y="3889"/>
                    <a:pt x="1068" y="2847"/>
                  </a:cubicBezTo>
                  <a:cubicBezTo>
                    <a:pt x="0" y="1779"/>
                    <a:pt x="763" y="0"/>
                    <a:pt x="2237" y="0"/>
                  </a:cubicBezTo>
                  <a:cubicBezTo>
                    <a:pt x="3152" y="0"/>
                    <a:pt x="3914" y="737"/>
                    <a:pt x="3914" y="165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8"/>
            <p:cNvSpPr/>
            <p:nvPr/>
          </p:nvSpPr>
          <p:spPr>
            <a:xfrm>
              <a:off x="2035175" y="4906616"/>
              <a:ext cx="442644" cy="695581"/>
            </a:xfrm>
            <a:custGeom>
              <a:avLst/>
              <a:gdLst/>
              <a:ahLst/>
              <a:cxnLst/>
              <a:rect l="l" t="t" r="r" b="b"/>
              <a:pathLst>
                <a:path w="10981" h="17259" extrusionOk="0">
                  <a:moveTo>
                    <a:pt x="10980" y="17258"/>
                  </a:moveTo>
                  <a:lnTo>
                    <a:pt x="1" y="17258"/>
                  </a:lnTo>
                  <a:lnTo>
                    <a:pt x="1" y="1"/>
                  </a:lnTo>
                  <a:lnTo>
                    <a:pt x="1098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8"/>
            <p:cNvSpPr/>
            <p:nvPr/>
          </p:nvSpPr>
          <p:spPr>
            <a:xfrm>
              <a:off x="2070003" y="5400362"/>
              <a:ext cx="373996" cy="72746"/>
            </a:xfrm>
            <a:custGeom>
              <a:avLst/>
              <a:gdLst/>
              <a:ahLst/>
              <a:cxnLst/>
              <a:rect l="l" t="t" r="r" b="b"/>
              <a:pathLst>
                <a:path w="9278" h="1805" extrusionOk="0">
                  <a:moveTo>
                    <a:pt x="1" y="0"/>
                  </a:moveTo>
                  <a:lnTo>
                    <a:pt x="9278" y="0"/>
                  </a:lnTo>
                  <a:lnTo>
                    <a:pt x="9278" y="1805"/>
                  </a:lnTo>
                  <a:lnTo>
                    <a:pt x="1" y="1805"/>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8"/>
            <p:cNvSpPr/>
            <p:nvPr/>
          </p:nvSpPr>
          <p:spPr>
            <a:xfrm>
              <a:off x="2070003" y="5254910"/>
              <a:ext cx="373996" cy="72746"/>
            </a:xfrm>
            <a:custGeom>
              <a:avLst/>
              <a:gdLst/>
              <a:ahLst/>
              <a:cxnLst/>
              <a:rect l="l" t="t" r="r" b="b"/>
              <a:pathLst>
                <a:path w="9278" h="1805" extrusionOk="0">
                  <a:moveTo>
                    <a:pt x="1" y="0"/>
                  </a:moveTo>
                  <a:lnTo>
                    <a:pt x="9278" y="0"/>
                  </a:lnTo>
                  <a:lnTo>
                    <a:pt x="9278" y="1805"/>
                  </a:lnTo>
                  <a:lnTo>
                    <a:pt x="1" y="1805"/>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8"/>
            <p:cNvSpPr/>
            <p:nvPr/>
          </p:nvSpPr>
          <p:spPr>
            <a:xfrm>
              <a:off x="2070003" y="5109458"/>
              <a:ext cx="373996" cy="72746"/>
            </a:xfrm>
            <a:custGeom>
              <a:avLst/>
              <a:gdLst/>
              <a:ahLst/>
              <a:cxnLst/>
              <a:rect l="l" t="t" r="r" b="b"/>
              <a:pathLst>
                <a:path w="9278" h="1805" extrusionOk="0">
                  <a:moveTo>
                    <a:pt x="1" y="0"/>
                  </a:moveTo>
                  <a:lnTo>
                    <a:pt x="9278" y="0"/>
                  </a:lnTo>
                  <a:lnTo>
                    <a:pt x="9278" y="1805"/>
                  </a:lnTo>
                  <a:lnTo>
                    <a:pt x="1" y="180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8"/>
            <p:cNvSpPr/>
            <p:nvPr/>
          </p:nvSpPr>
          <p:spPr>
            <a:xfrm>
              <a:off x="2070003" y="4962959"/>
              <a:ext cx="373996" cy="72786"/>
            </a:xfrm>
            <a:custGeom>
              <a:avLst/>
              <a:gdLst/>
              <a:ahLst/>
              <a:cxnLst/>
              <a:rect l="l" t="t" r="r" b="b"/>
              <a:pathLst>
                <a:path w="9278" h="1806" extrusionOk="0">
                  <a:moveTo>
                    <a:pt x="1" y="1"/>
                  </a:moveTo>
                  <a:lnTo>
                    <a:pt x="9278" y="1"/>
                  </a:lnTo>
                  <a:lnTo>
                    <a:pt x="9278" y="1805"/>
                  </a:lnTo>
                  <a:lnTo>
                    <a:pt x="1" y="1805"/>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8"/>
            <p:cNvSpPr/>
            <p:nvPr/>
          </p:nvSpPr>
          <p:spPr>
            <a:xfrm>
              <a:off x="105012" y="3918157"/>
              <a:ext cx="901614" cy="926031"/>
            </a:xfrm>
            <a:custGeom>
              <a:avLst/>
              <a:gdLst/>
              <a:ahLst/>
              <a:cxnLst/>
              <a:rect l="l" t="t" r="r" b="b"/>
              <a:pathLst>
                <a:path w="22367" h="22977" extrusionOk="0">
                  <a:moveTo>
                    <a:pt x="11615" y="22367"/>
                  </a:moveTo>
                  <a:cubicBezTo>
                    <a:pt x="7244" y="22367"/>
                    <a:pt x="3330" y="19749"/>
                    <a:pt x="1678" y="15733"/>
                  </a:cubicBezTo>
                  <a:cubicBezTo>
                    <a:pt x="0" y="11717"/>
                    <a:pt x="915" y="7092"/>
                    <a:pt x="3991" y="4016"/>
                  </a:cubicBezTo>
                  <a:cubicBezTo>
                    <a:pt x="7066" y="916"/>
                    <a:pt x="11692" y="1"/>
                    <a:pt x="15733" y="1678"/>
                  </a:cubicBezTo>
                  <a:cubicBezTo>
                    <a:pt x="19748" y="3330"/>
                    <a:pt x="22366" y="7244"/>
                    <a:pt x="22366" y="11616"/>
                  </a:cubicBezTo>
                  <a:cubicBezTo>
                    <a:pt x="22366" y="17538"/>
                    <a:pt x="17537" y="22367"/>
                    <a:pt x="11615" y="22367"/>
                  </a:cubicBezTo>
                  <a:close/>
                  <a:moveTo>
                    <a:pt x="11615" y="1094"/>
                  </a:moveTo>
                  <a:cubicBezTo>
                    <a:pt x="7345" y="1094"/>
                    <a:pt x="3508" y="3661"/>
                    <a:pt x="1881" y="7575"/>
                  </a:cubicBezTo>
                  <a:cubicBezTo>
                    <a:pt x="254" y="11514"/>
                    <a:pt x="1144" y="16038"/>
                    <a:pt x="4168" y="19063"/>
                  </a:cubicBezTo>
                  <a:cubicBezTo>
                    <a:pt x="7193" y="22062"/>
                    <a:pt x="11717" y="22977"/>
                    <a:pt x="15631" y="21325"/>
                  </a:cubicBezTo>
                  <a:cubicBezTo>
                    <a:pt x="19570" y="19698"/>
                    <a:pt x="22137" y="15860"/>
                    <a:pt x="22137" y="11616"/>
                  </a:cubicBezTo>
                  <a:cubicBezTo>
                    <a:pt x="22137" y="5796"/>
                    <a:pt x="17410" y="1094"/>
                    <a:pt x="11615" y="109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8"/>
            <p:cNvSpPr/>
            <p:nvPr/>
          </p:nvSpPr>
          <p:spPr>
            <a:xfrm>
              <a:off x="91669" y="3905865"/>
              <a:ext cx="841189" cy="858443"/>
            </a:xfrm>
            <a:custGeom>
              <a:avLst/>
              <a:gdLst/>
              <a:ahLst/>
              <a:cxnLst/>
              <a:rect l="l" t="t" r="r" b="b"/>
              <a:pathLst>
                <a:path w="20868" h="21300" extrusionOk="0">
                  <a:moveTo>
                    <a:pt x="11946" y="20842"/>
                  </a:moveTo>
                  <a:cubicBezTo>
                    <a:pt x="3991" y="20842"/>
                    <a:pt x="1" y="11235"/>
                    <a:pt x="5618" y="5618"/>
                  </a:cubicBezTo>
                  <a:cubicBezTo>
                    <a:pt x="11235" y="1"/>
                    <a:pt x="20842" y="3966"/>
                    <a:pt x="20867" y="11921"/>
                  </a:cubicBezTo>
                  <a:cubicBezTo>
                    <a:pt x="20842" y="16826"/>
                    <a:pt x="16852" y="20816"/>
                    <a:pt x="11946" y="20842"/>
                  </a:cubicBezTo>
                  <a:close/>
                  <a:moveTo>
                    <a:pt x="11946" y="3229"/>
                  </a:moveTo>
                  <a:cubicBezTo>
                    <a:pt x="4194" y="3229"/>
                    <a:pt x="306" y="12582"/>
                    <a:pt x="5796" y="18071"/>
                  </a:cubicBezTo>
                  <a:cubicBezTo>
                    <a:pt x="8286" y="20537"/>
                    <a:pt x="12023" y="21299"/>
                    <a:pt x="15276" y="19952"/>
                  </a:cubicBezTo>
                  <a:cubicBezTo>
                    <a:pt x="18504" y="18605"/>
                    <a:pt x="20639" y="15428"/>
                    <a:pt x="20639" y="11921"/>
                  </a:cubicBezTo>
                  <a:cubicBezTo>
                    <a:pt x="20613" y="7117"/>
                    <a:pt x="16724" y="3229"/>
                    <a:pt x="11946" y="3229"/>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8"/>
            <p:cNvSpPr/>
            <p:nvPr/>
          </p:nvSpPr>
          <p:spPr>
            <a:xfrm>
              <a:off x="191073" y="4004203"/>
              <a:ext cx="666969" cy="750876"/>
            </a:xfrm>
            <a:custGeom>
              <a:avLst/>
              <a:gdLst/>
              <a:ahLst/>
              <a:cxnLst/>
              <a:rect l="l" t="t" r="r" b="b"/>
              <a:pathLst>
                <a:path w="16546" h="18631" extrusionOk="0">
                  <a:moveTo>
                    <a:pt x="9480" y="16572"/>
                  </a:moveTo>
                  <a:cubicBezTo>
                    <a:pt x="3152" y="16546"/>
                    <a:pt x="0" y="8922"/>
                    <a:pt x="4448" y="4474"/>
                  </a:cubicBezTo>
                  <a:cubicBezTo>
                    <a:pt x="8921" y="1"/>
                    <a:pt x="16546" y="3152"/>
                    <a:pt x="16546" y="9481"/>
                  </a:cubicBezTo>
                  <a:cubicBezTo>
                    <a:pt x="16546" y="13369"/>
                    <a:pt x="13394" y="16546"/>
                    <a:pt x="9480" y="16572"/>
                  </a:cubicBezTo>
                  <a:close/>
                  <a:moveTo>
                    <a:pt x="9480" y="2618"/>
                  </a:moveTo>
                  <a:cubicBezTo>
                    <a:pt x="3355" y="2618"/>
                    <a:pt x="305" y="10014"/>
                    <a:pt x="4626" y="14335"/>
                  </a:cubicBezTo>
                  <a:cubicBezTo>
                    <a:pt x="8947" y="18630"/>
                    <a:pt x="16343" y="15581"/>
                    <a:pt x="16317" y="9481"/>
                  </a:cubicBezTo>
                  <a:cubicBezTo>
                    <a:pt x="16317" y="5694"/>
                    <a:pt x="13242" y="2618"/>
                    <a:pt x="9480" y="2618"/>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8"/>
            <p:cNvSpPr/>
            <p:nvPr/>
          </p:nvSpPr>
          <p:spPr>
            <a:xfrm>
              <a:off x="290438" y="4103548"/>
              <a:ext cx="493838" cy="553192"/>
            </a:xfrm>
            <a:custGeom>
              <a:avLst/>
              <a:gdLst/>
              <a:ahLst/>
              <a:cxnLst/>
              <a:rect l="l" t="t" r="r" b="b"/>
              <a:pathLst>
                <a:path w="12251" h="13726" extrusionOk="0">
                  <a:moveTo>
                    <a:pt x="7015" y="12251"/>
                  </a:moveTo>
                  <a:cubicBezTo>
                    <a:pt x="2339" y="12251"/>
                    <a:pt x="1" y="6609"/>
                    <a:pt x="3305" y="3305"/>
                  </a:cubicBezTo>
                  <a:cubicBezTo>
                    <a:pt x="6609" y="1"/>
                    <a:pt x="12251" y="2339"/>
                    <a:pt x="12251" y="7016"/>
                  </a:cubicBezTo>
                  <a:cubicBezTo>
                    <a:pt x="12251" y="9913"/>
                    <a:pt x="9913" y="12251"/>
                    <a:pt x="7015" y="12251"/>
                  </a:cubicBezTo>
                  <a:close/>
                  <a:moveTo>
                    <a:pt x="7015" y="1983"/>
                  </a:moveTo>
                  <a:cubicBezTo>
                    <a:pt x="2542" y="1983"/>
                    <a:pt x="280" y="7397"/>
                    <a:pt x="3457" y="10549"/>
                  </a:cubicBezTo>
                  <a:cubicBezTo>
                    <a:pt x="6609" y="13726"/>
                    <a:pt x="12022" y="11463"/>
                    <a:pt x="12022" y="7016"/>
                  </a:cubicBezTo>
                  <a:cubicBezTo>
                    <a:pt x="11997" y="4245"/>
                    <a:pt x="9760" y="2009"/>
                    <a:pt x="7015" y="198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8"/>
            <p:cNvSpPr/>
            <p:nvPr/>
          </p:nvSpPr>
          <p:spPr>
            <a:xfrm>
              <a:off x="115250" y="3928394"/>
              <a:ext cx="914916" cy="914786"/>
            </a:xfrm>
            <a:custGeom>
              <a:avLst/>
              <a:gdLst/>
              <a:ahLst/>
              <a:cxnLst/>
              <a:rect l="l" t="t" r="r" b="b"/>
              <a:pathLst>
                <a:path w="22697" h="22698" extrusionOk="0">
                  <a:moveTo>
                    <a:pt x="0" y="153"/>
                  </a:moveTo>
                  <a:lnTo>
                    <a:pt x="153" y="1"/>
                  </a:lnTo>
                  <a:lnTo>
                    <a:pt x="22697" y="22545"/>
                  </a:lnTo>
                  <a:lnTo>
                    <a:pt x="22544" y="22697"/>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8"/>
            <p:cNvSpPr/>
            <p:nvPr/>
          </p:nvSpPr>
          <p:spPr>
            <a:xfrm>
              <a:off x="8177129" y="3938671"/>
              <a:ext cx="397537" cy="399519"/>
            </a:xfrm>
            <a:custGeom>
              <a:avLst/>
              <a:gdLst/>
              <a:ahLst/>
              <a:cxnLst/>
              <a:rect l="l" t="t" r="r" b="b"/>
              <a:pathLst>
                <a:path w="9862" h="9913" extrusionOk="0">
                  <a:moveTo>
                    <a:pt x="4957" y="9912"/>
                  </a:moveTo>
                  <a:lnTo>
                    <a:pt x="4931" y="9912"/>
                  </a:lnTo>
                  <a:cubicBezTo>
                    <a:pt x="4626" y="9912"/>
                    <a:pt x="4321" y="9861"/>
                    <a:pt x="4042" y="9811"/>
                  </a:cubicBezTo>
                  <a:lnTo>
                    <a:pt x="4067" y="9582"/>
                  </a:lnTo>
                  <a:cubicBezTo>
                    <a:pt x="4347" y="9633"/>
                    <a:pt x="4652" y="9683"/>
                    <a:pt x="4931" y="9683"/>
                  </a:cubicBezTo>
                  <a:close/>
                  <a:moveTo>
                    <a:pt x="5872" y="9811"/>
                  </a:moveTo>
                  <a:lnTo>
                    <a:pt x="5821" y="9582"/>
                  </a:lnTo>
                  <a:cubicBezTo>
                    <a:pt x="6100" y="9531"/>
                    <a:pt x="6380" y="9455"/>
                    <a:pt x="6659" y="9353"/>
                  </a:cubicBezTo>
                  <a:lnTo>
                    <a:pt x="6736" y="9556"/>
                  </a:lnTo>
                  <a:cubicBezTo>
                    <a:pt x="6456" y="9683"/>
                    <a:pt x="6177" y="9760"/>
                    <a:pt x="5872" y="9836"/>
                  </a:cubicBezTo>
                  <a:close/>
                  <a:moveTo>
                    <a:pt x="3177" y="9582"/>
                  </a:moveTo>
                  <a:cubicBezTo>
                    <a:pt x="2898" y="9455"/>
                    <a:pt x="2618" y="9328"/>
                    <a:pt x="2364" y="9150"/>
                  </a:cubicBezTo>
                  <a:lnTo>
                    <a:pt x="2466" y="8972"/>
                  </a:lnTo>
                  <a:cubicBezTo>
                    <a:pt x="2720" y="9124"/>
                    <a:pt x="2974" y="9251"/>
                    <a:pt x="3254" y="9353"/>
                  </a:cubicBezTo>
                  <a:close/>
                  <a:moveTo>
                    <a:pt x="7574" y="9150"/>
                  </a:moveTo>
                  <a:lnTo>
                    <a:pt x="7447" y="8946"/>
                  </a:lnTo>
                  <a:cubicBezTo>
                    <a:pt x="7701" y="8794"/>
                    <a:pt x="7930" y="8616"/>
                    <a:pt x="8134" y="8438"/>
                  </a:cubicBezTo>
                  <a:lnTo>
                    <a:pt x="8286" y="8591"/>
                  </a:lnTo>
                  <a:cubicBezTo>
                    <a:pt x="8057" y="8794"/>
                    <a:pt x="7829" y="8997"/>
                    <a:pt x="7549" y="9150"/>
                  </a:cubicBezTo>
                  <a:close/>
                  <a:moveTo>
                    <a:pt x="1627" y="8616"/>
                  </a:moveTo>
                  <a:cubicBezTo>
                    <a:pt x="1398" y="8413"/>
                    <a:pt x="1195" y="8184"/>
                    <a:pt x="1017" y="7930"/>
                  </a:cubicBezTo>
                  <a:lnTo>
                    <a:pt x="1195" y="7803"/>
                  </a:lnTo>
                  <a:cubicBezTo>
                    <a:pt x="1373" y="8031"/>
                    <a:pt x="1576" y="8235"/>
                    <a:pt x="1780" y="8438"/>
                  </a:cubicBezTo>
                  <a:close/>
                  <a:moveTo>
                    <a:pt x="8896" y="7930"/>
                  </a:moveTo>
                  <a:lnTo>
                    <a:pt x="8718" y="7777"/>
                  </a:lnTo>
                  <a:cubicBezTo>
                    <a:pt x="8871" y="7549"/>
                    <a:pt x="9023" y="7294"/>
                    <a:pt x="9176" y="7040"/>
                  </a:cubicBezTo>
                  <a:lnTo>
                    <a:pt x="9379" y="7142"/>
                  </a:lnTo>
                  <a:cubicBezTo>
                    <a:pt x="9226" y="7421"/>
                    <a:pt x="9074" y="7676"/>
                    <a:pt x="8896" y="7930"/>
                  </a:cubicBezTo>
                  <a:close/>
                  <a:moveTo>
                    <a:pt x="509" y="7167"/>
                  </a:moveTo>
                  <a:cubicBezTo>
                    <a:pt x="382" y="6888"/>
                    <a:pt x="280" y="6608"/>
                    <a:pt x="204" y="6303"/>
                  </a:cubicBezTo>
                  <a:lnTo>
                    <a:pt x="433" y="6252"/>
                  </a:lnTo>
                  <a:cubicBezTo>
                    <a:pt x="509" y="6532"/>
                    <a:pt x="610" y="6786"/>
                    <a:pt x="738" y="7066"/>
                  </a:cubicBezTo>
                  <a:close/>
                  <a:moveTo>
                    <a:pt x="9684" y="6303"/>
                  </a:moveTo>
                  <a:lnTo>
                    <a:pt x="9481" y="6227"/>
                  </a:lnTo>
                  <a:cubicBezTo>
                    <a:pt x="9557" y="5947"/>
                    <a:pt x="9608" y="5668"/>
                    <a:pt x="9633" y="5363"/>
                  </a:cubicBezTo>
                  <a:lnTo>
                    <a:pt x="9862" y="5388"/>
                  </a:lnTo>
                  <a:cubicBezTo>
                    <a:pt x="9836" y="5693"/>
                    <a:pt x="9786" y="5998"/>
                    <a:pt x="9684" y="6303"/>
                  </a:cubicBezTo>
                  <a:close/>
                  <a:moveTo>
                    <a:pt x="26" y="5414"/>
                  </a:moveTo>
                  <a:cubicBezTo>
                    <a:pt x="26" y="5261"/>
                    <a:pt x="0" y="5109"/>
                    <a:pt x="0" y="4956"/>
                  </a:cubicBezTo>
                  <a:cubicBezTo>
                    <a:pt x="0" y="4804"/>
                    <a:pt x="0" y="4651"/>
                    <a:pt x="26" y="4499"/>
                  </a:cubicBezTo>
                  <a:lnTo>
                    <a:pt x="255" y="4524"/>
                  </a:lnTo>
                  <a:cubicBezTo>
                    <a:pt x="229" y="4677"/>
                    <a:pt x="229" y="4804"/>
                    <a:pt x="229" y="4956"/>
                  </a:cubicBezTo>
                  <a:cubicBezTo>
                    <a:pt x="229" y="5109"/>
                    <a:pt x="229" y="5261"/>
                    <a:pt x="255" y="5388"/>
                  </a:cubicBezTo>
                  <a:close/>
                  <a:moveTo>
                    <a:pt x="9633" y="4499"/>
                  </a:moveTo>
                  <a:cubicBezTo>
                    <a:pt x="9608" y="4219"/>
                    <a:pt x="9557" y="3939"/>
                    <a:pt x="9455" y="3660"/>
                  </a:cubicBezTo>
                  <a:lnTo>
                    <a:pt x="9684" y="3584"/>
                  </a:lnTo>
                  <a:cubicBezTo>
                    <a:pt x="9760" y="3889"/>
                    <a:pt x="9836" y="4168"/>
                    <a:pt x="9862" y="4473"/>
                  </a:cubicBezTo>
                  <a:close/>
                  <a:moveTo>
                    <a:pt x="407" y="3660"/>
                  </a:moveTo>
                  <a:lnTo>
                    <a:pt x="178" y="3609"/>
                  </a:lnTo>
                  <a:cubicBezTo>
                    <a:pt x="280" y="3304"/>
                    <a:pt x="382" y="3025"/>
                    <a:pt x="509" y="2770"/>
                  </a:cubicBezTo>
                  <a:lnTo>
                    <a:pt x="712" y="2872"/>
                  </a:lnTo>
                  <a:cubicBezTo>
                    <a:pt x="585" y="3126"/>
                    <a:pt x="483" y="3406"/>
                    <a:pt x="407" y="3685"/>
                  </a:cubicBezTo>
                  <a:close/>
                  <a:moveTo>
                    <a:pt x="9150" y="2847"/>
                  </a:moveTo>
                  <a:cubicBezTo>
                    <a:pt x="9023" y="2592"/>
                    <a:pt x="8871" y="2338"/>
                    <a:pt x="8693" y="2110"/>
                  </a:cubicBezTo>
                  <a:lnTo>
                    <a:pt x="8871" y="1957"/>
                  </a:lnTo>
                  <a:cubicBezTo>
                    <a:pt x="9074" y="2211"/>
                    <a:pt x="9226" y="2465"/>
                    <a:pt x="9354" y="2745"/>
                  </a:cubicBezTo>
                  <a:close/>
                  <a:moveTo>
                    <a:pt x="1195" y="2110"/>
                  </a:moveTo>
                  <a:lnTo>
                    <a:pt x="992" y="1982"/>
                  </a:lnTo>
                  <a:cubicBezTo>
                    <a:pt x="1195" y="1728"/>
                    <a:pt x="1398" y="1525"/>
                    <a:pt x="1602" y="1322"/>
                  </a:cubicBezTo>
                  <a:lnTo>
                    <a:pt x="1780" y="1474"/>
                  </a:lnTo>
                  <a:cubicBezTo>
                    <a:pt x="1551" y="1677"/>
                    <a:pt x="1348" y="1881"/>
                    <a:pt x="1170" y="2135"/>
                  </a:cubicBezTo>
                  <a:close/>
                  <a:moveTo>
                    <a:pt x="8108" y="1474"/>
                  </a:moveTo>
                  <a:cubicBezTo>
                    <a:pt x="7905" y="1271"/>
                    <a:pt x="7651" y="1093"/>
                    <a:pt x="7422" y="940"/>
                  </a:cubicBezTo>
                  <a:lnTo>
                    <a:pt x="7524" y="737"/>
                  </a:lnTo>
                  <a:cubicBezTo>
                    <a:pt x="7803" y="915"/>
                    <a:pt x="8032" y="1093"/>
                    <a:pt x="8261" y="1296"/>
                  </a:cubicBezTo>
                  <a:close/>
                  <a:moveTo>
                    <a:pt x="2466" y="966"/>
                  </a:moveTo>
                  <a:lnTo>
                    <a:pt x="2339" y="762"/>
                  </a:lnTo>
                  <a:cubicBezTo>
                    <a:pt x="2593" y="585"/>
                    <a:pt x="2872" y="458"/>
                    <a:pt x="3152" y="356"/>
                  </a:cubicBezTo>
                  <a:lnTo>
                    <a:pt x="3228" y="559"/>
                  </a:lnTo>
                  <a:cubicBezTo>
                    <a:pt x="2974" y="661"/>
                    <a:pt x="2695" y="813"/>
                    <a:pt x="2466" y="966"/>
                  </a:cubicBezTo>
                  <a:close/>
                  <a:moveTo>
                    <a:pt x="6634" y="559"/>
                  </a:moveTo>
                  <a:cubicBezTo>
                    <a:pt x="6354" y="458"/>
                    <a:pt x="6075" y="381"/>
                    <a:pt x="5795" y="330"/>
                  </a:cubicBezTo>
                  <a:lnTo>
                    <a:pt x="5846" y="102"/>
                  </a:lnTo>
                  <a:cubicBezTo>
                    <a:pt x="6151" y="153"/>
                    <a:pt x="6431" y="229"/>
                    <a:pt x="6710" y="330"/>
                  </a:cubicBezTo>
                  <a:close/>
                  <a:moveTo>
                    <a:pt x="4067" y="330"/>
                  </a:moveTo>
                  <a:lnTo>
                    <a:pt x="4016" y="102"/>
                  </a:lnTo>
                  <a:cubicBezTo>
                    <a:pt x="4321" y="51"/>
                    <a:pt x="4626" y="25"/>
                    <a:pt x="4931" y="0"/>
                  </a:cubicBezTo>
                  <a:lnTo>
                    <a:pt x="4931" y="254"/>
                  </a:lnTo>
                  <a:cubicBezTo>
                    <a:pt x="4652" y="254"/>
                    <a:pt x="4347" y="280"/>
                    <a:pt x="4067" y="33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8"/>
            <p:cNvSpPr/>
            <p:nvPr/>
          </p:nvSpPr>
          <p:spPr>
            <a:xfrm>
              <a:off x="8230419" y="3924323"/>
              <a:ext cx="770445" cy="769294"/>
            </a:xfrm>
            <a:custGeom>
              <a:avLst/>
              <a:gdLst/>
              <a:ahLst/>
              <a:cxnLst/>
              <a:rect l="l" t="t" r="r" b="b"/>
              <a:pathLst>
                <a:path w="19113" h="19088" extrusionOk="0">
                  <a:moveTo>
                    <a:pt x="9607" y="19087"/>
                  </a:moveTo>
                  <a:lnTo>
                    <a:pt x="9556" y="19087"/>
                  </a:lnTo>
                  <a:cubicBezTo>
                    <a:pt x="9251" y="19087"/>
                    <a:pt x="8921" y="19087"/>
                    <a:pt x="8616" y="19037"/>
                  </a:cubicBezTo>
                  <a:lnTo>
                    <a:pt x="8641" y="18808"/>
                  </a:lnTo>
                  <a:cubicBezTo>
                    <a:pt x="8946" y="18859"/>
                    <a:pt x="9251" y="18859"/>
                    <a:pt x="9556" y="18859"/>
                  </a:cubicBezTo>
                  <a:lnTo>
                    <a:pt x="9607" y="18859"/>
                  </a:lnTo>
                  <a:close/>
                  <a:moveTo>
                    <a:pt x="10548" y="19037"/>
                  </a:moveTo>
                  <a:lnTo>
                    <a:pt x="10522" y="18808"/>
                  </a:lnTo>
                  <a:cubicBezTo>
                    <a:pt x="10827" y="18782"/>
                    <a:pt x="11132" y="18732"/>
                    <a:pt x="11437" y="18681"/>
                  </a:cubicBezTo>
                  <a:lnTo>
                    <a:pt x="11488" y="18910"/>
                  </a:lnTo>
                  <a:cubicBezTo>
                    <a:pt x="11158" y="18960"/>
                    <a:pt x="10853" y="19011"/>
                    <a:pt x="10548" y="19037"/>
                  </a:cubicBezTo>
                  <a:close/>
                  <a:moveTo>
                    <a:pt x="7727" y="18910"/>
                  </a:moveTo>
                  <a:cubicBezTo>
                    <a:pt x="7422" y="18859"/>
                    <a:pt x="7117" y="18782"/>
                    <a:pt x="6812" y="18681"/>
                  </a:cubicBezTo>
                  <a:lnTo>
                    <a:pt x="6888" y="18452"/>
                  </a:lnTo>
                  <a:cubicBezTo>
                    <a:pt x="7167" y="18554"/>
                    <a:pt x="7472" y="18630"/>
                    <a:pt x="7752" y="18681"/>
                  </a:cubicBezTo>
                  <a:close/>
                  <a:moveTo>
                    <a:pt x="12378" y="18681"/>
                  </a:moveTo>
                  <a:lnTo>
                    <a:pt x="12327" y="18452"/>
                  </a:lnTo>
                  <a:cubicBezTo>
                    <a:pt x="12606" y="18350"/>
                    <a:pt x="12911" y="18249"/>
                    <a:pt x="13191" y="18122"/>
                  </a:cubicBezTo>
                  <a:lnTo>
                    <a:pt x="13267" y="18350"/>
                  </a:lnTo>
                  <a:cubicBezTo>
                    <a:pt x="12962" y="18477"/>
                    <a:pt x="12657" y="18579"/>
                    <a:pt x="12378" y="18681"/>
                  </a:cubicBezTo>
                  <a:close/>
                  <a:moveTo>
                    <a:pt x="5922" y="18350"/>
                  </a:moveTo>
                  <a:cubicBezTo>
                    <a:pt x="5642" y="18223"/>
                    <a:pt x="5363" y="18096"/>
                    <a:pt x="5083" y="17944"/>
                  </a:cubicBezTo>
                  <a:lnTo>
                    <a:pt x="5185" y="17740"/>
                  </a:lnTo>
                  <a:cubicBezTo>
                    <a:pt x="5465" y="17893"/>
                    <a:pt x="5744" y="18020"/>
                    <a:pt x="6024" y="18147"/>
                  </a:cubicBezTo>
                  <a:close/>
                  <a:moveTo>
                    <a:pt x="14106" y="17944"/>
                  </a:moveTo>
                  <a:lnTo>
                    <a:pt x="14004" y="17740"/>
                  </a:lnTo>
                  <a:cubicBezTo>
                    <a:pt x="14258" y="17588"/>
                    <a:pt x="14538" y="17410"/>
                    <a:pt x="14792" y="17258"/>
                  </a:cubicBezTo>
                  <a:lnTo>
                    <a:pt x="14919" y="17461"/>
                  </a:lnTo>
                  <a:cubicBezTo>
                    <a:pt x="14640" y="17639"/>
                    <a:pt x="14360" y="17817"/>
                    <a:pt x="14106" y="17944"/>
                  </a:cubicBezTo>
                  <a:close/>
                  <a:moveTo>
                    <a:pt x="4270" y="17461"/>
                  </a:moveTo>
                  <a:cubicBezTo>
                    <a:pt x="4016" y="17308"/>
                    <a:pt x="3762" y="17105"/>
                    <a:pt x="3507" y="16902"/>
                  </a:cubicBezTo>
                  <a:lnTo>
                    <a:pt x="3660" y="16724"/>
                  </a:lnTo>
                  <a:cubicBezTo>
                    <a:pt x="3889" y="16927"/>
                    <a:pt x="4143" y="17105"/>
                    <a:pt x="4397" y="17283"/>
                  </a:cubicBezTo>
                  <a:close/>
                  <a:moveTo>
                    <a:pt x="15656" y="16876"/>
                  </a:moveTo>
                  <a:lnTo>
                    <a:pt x="15504" y="16698"/>
                  </a:lnTo>
                  <a:cubicBezTo>
                    <a:pt x="15732" y="16520"/>
                    <a:pt x="15961" y="16317"/>
                    <a:pt x="16190" y="16088"/>
                  </a:cubicBezTo>
                  <a:lnTo>
                    <a:pt x="16342" y="16266"/>
                  </a:lnTo>
                  <a:cubicBezTo>
                    <a:pt x="16114" y="16495"/>
                    <a:pt x="15885" y="16698"/>
                    <a:pt x="15656" y="16902"/>
                  </a:cubicBezTo>
                  <a:close/>
                  <a:moveTo>
                    <a:pt x="2796" y="16292"/>
                  </a:moveTo>
                  <a:cubicBezTo>
                    <a:pt x="2593" y="16063"/>
                    <a:pt x="2364" y="15834"/>
                    <a:pt x="2160" y="15606"/>
                  </a:cubicBezTo>
                  <a:lnTo>
                    <a:pt x="2338" y="15453"/>
                  </a:lnTo>
                  <a:cubicBezTo>
                    <a:pt x="2542" y="15682"/>
                    <a:pt x="2745" y="15910"/>
                    <a:pt x="2948" y="16139"/>
                  </a:cubicBezTo>
                  <a:close/>
                  <a:moveTo>
                    <a:pt x="16952" y="15580"/>
                  </a:moveTo>
                  <a:lnTo>
                    <a:pt x="16800" y="15428"/>
                  </a:lnTo>
                  <a:cubicBezTo>
                    <a:pt x="16978" y="15199"/>
                    <a:pt x="17156" y="14945"/>
                    <a:pt x="17334" y="14691"/>
                  </a:cubicBezTo>
                  <a:lnTo>
                    <a:pt x="17512" y="14818"/>
                  </a:lnTo>
                  <a:cubicBezTo>
                    <a:pt x="17334" y="15072"/>
                    <a:pt x="17156" y="15326"/>
                    <a:pt x="16952" y="15580"/>
                  </a:cubicBezTo>
                  <a:close/>
                  <a:moveTo>
                    <a:pt x="1627" y="14843"/>
                  </a:moveTo>
                  <a:cubicBezTo>
                    <a:pt x="1449" y="14589"/>
                    <a:pt x="1296" y="14335"/>
                    <a:pt x="1144" y="14055"/>
                  </a:cubicBezTo>
                  <a:lnTo>
                    <a:pt x="1347" y="13928"/>
                  </a:lnTo>
                  <a:cubicBezTo>
                    <a:pt x="1500" y="14208"/>
                    <a:pt x="1652" y="14462"/>
                    <a:pt x="1830" y="14716"/>
                  </a:cubicBezTo>
                  <a:close/>
                  <a:moveTo>
                    <a:pt x="17995" y="14004"/>
                  </a:moveTo>
                  <a:lnTo>
                    <a:pt x="17791" y="13903"/>
                  </a:lnTo>
                  <a:cubicBezTo>
                    <a:pt x="17944" y="13648"/>
                    <a:pt x="18071" y="13369"/>
                    <a:pt x="18198" y="13089"/>
                  </a:cubicBezTo>
                  <a:lnTo>
                    <a:pt x="18401" y="13166"/>
                  </a:lnTo>
                  <a:cubicBezTo>
                    <a:pt x="18274" y="13445"/>
                    <a:pt x="18147" y="13750"/>
                    <a:pt x="17995" y="14004"/>
                  </a:cubicBezTo>
                  <a:close/>
                  <a:moveTo>
                    <a:pt x="737" y="13216"/>
                  </a:moveTo>
                  <a:cubicBezTo>
                    <a:pt x="610" y="12911"/>
                    <a:pt x="508" y="12632"/>
                    <a:pt x="432" y="12327"/>
                  </a:cubicBezTo>
                  <a:lnTo>
                    <a:pt x="635" y="12251"/>
                  </a:lnTo>
                  <a:cubicBezTo>
                    <a:pt x="737" y="12556"/>
                    <a:pt x="839" y="12835"/>
                    <a:pt x="966" y="13115"/>
                  </a:cubicBezTo>
                  <a:close/>
                  <a:moveTo>
                    <a:pt x="18706" y="12276"/>
                  </a:moveTo>
                  <a:lnTo>
                    <a:pt x="18503" y="12225"/>
                  </a:lnTo>
                  <a:cubicBezTo>
                    <a:pt x="18579" y="11920"/>
                    <a:pt x="18655" y="11641"/>
                    <a:pt x="18706" y="11336"/>
                  </a:cubicBezTo>
                  <a:lnTo>
                    <a:pt x="18935" y="11386"/>
                  </a:lnTo>
                  <a:cubicBezTo>
                    <a:pt x="18884" y="11691"/>
                    <a:pt x="18808" y="11971"/>
                    <a:pt x="18706" y="12276"/>
                  </a:cubicBezTo>
                  <a:close/>
                  <a:moveTo>
                    <a:pt x="203" y="11412"/>
                  </a:moveTo>
                  <a:cubicBezTo>
                    <a:pt x="127" y="11107"/>
                    <a:pt x="102" y="10802"/>
                    <a:pt x="51" y="10497"/>
                  </a:cubicBezTo>
                  <a:lnTo>
                    <a:pt x="280" y="10472"/>
                  </a:lnTo>
                  <a:cubicBezTo>
                    <a:pt x="331" y="10777"/>
                    <a:pt x="356" y="11081"/>
                    <a:pt x="432" y="11361"/>
                  </a:cubicBezTo>
                  <a:close/>
                  <a:moveTo>
                    <a:pt x="19062" y="10472"/>
                  </a:moveTo>
                  <a:lnTo>
                    <a:pt x="18833" y="10446"/>
                  </a:lnTo>
                  <a:cubicBezTo>
                    <a:pt x="18859" y="10141"/>
                    <a:pt x="18884" y="9862"/>
                    <a:pt x="18884" y="9557"/>
                  </a:cubicBezTo>
                  <a:lnTo>
                    <a:pt x="18884" y="9531"/>
                  </a:lnTo>
                  <a:lnTo>
                    <a:pt x="19113" y="9531"/>
                  </a:lnTo>
                  <a:lnTo>
                    <a:pt x="19113" y="9557"/>
                  </a:lnTo>
                  <a:cubicBezTo>
                    <a:pt x="19113" y="9836"/>
                    <a:pt x="19087" y="10141"/>
                    <a:pt x="19062" y="10446"/>
                  </a:cubicBezTo>
                  <a:close/>
                  <a:moveTo>
                    <a:pt x="0" y="9557"/>
                  </a:moveTo>
                  <a:lnTo>
                    <a:pt x="0" y="9557"/>
                  </a:lnTo>
                  <a:cubicBezTo>
                    <a:pt x="0" y="9252"/>
                    <a:pt x="0" y="8947"/>
                    <a:pt x="51" y="8642"/>
                  </a:cubicBezTo>
                  <a:lnTo>
                    <a:pt x="280" y="8667"/>
                  </a:lnTo>
                  <a:cubicBezTo>
                    <a:pt x="254" y="8972"/>
                    <a:pt x="229" y="9252"/>
                    <a:pt x="229" y="9557"/>
                  </a:cubicBezTo>
                  <a:close/>
                  <a:moveTo>
                    <a:pt x="18833" y="8616"/>
                  </a:moveTo>
                  <a:cubicBezTo>
                    <a:pt x="18808" y="8311"/>
                    <a:pt x="18757" y="8006"/>
                    <a:pt x="18681" y="7701"/>
                  </a:cubicBezTo>
                  <a:lnTo>
                    <a:pt x="18909" y="7650"/>
                  </a:lnTo>
                  <a:cubicBezTo>
                    <a:pt x="18986" y="7955"/>
                    <a:pt x="19037" y="8286"/>
                    <a:pt x="19062" y="8591"/>
                  </a:cubicBezTo>
                  <a:close/>
                  <a:moveTo>
                    <a:pt x="407" y="7752"/>
                  </a:moveTo>
                  <a:lnTo>
                    <a:pt x="178" y="7701"/>
                  </a:lnTo>
                  <a:cubicBezTo>
                    <a:pt x="229" y="7371"/>
                    <a:pt x="305" y="7091"/>
                    <a:pt x="407" y="6786"/>
                  </a:cubicBezTo>
                  <a:lnTo>
                    <a:pt x="610" y="6862"/>
                  </a:lnTo>
                  <a:cubicBezTo>
                    <a:pt x="534" y="7142"/>
                    <a:pt x="483" y="7447"/>
                    <a:pt x="432" y="7727"/>
                  </a:cubicBezTo>
                  <a:close/>
                  <a:moveTo>
                    <a:pt x="18452" y="6812"/>
                  </a:moveTo>
                  <a:cubicBezTo>
                    <a:pt x="18376" y="6532"/>
                    <a:pt x="18274" y="6252"/>
                    <a:pt x="18147" y="5973"/>
                  </a:cubicBezTo>
                  <a:lnTo>
                    <a:pt x="18350" y="5871"/>
                  </a:lnTo>
                  <a:cubicBezTo>
                    <a:pt x="18477" y="6151"/>
                    <a:pt x="18579" y="6456"/>
                    <a:pt x="18681" y="6761"/>
                  </a:cubicBezTo>
                  <a:close/>
                  <a:moveTo>
                    <a:pt x="940" y="5998"/>
                  </a:moveTo>
                  <a:lnTo>
                    <a:pt x="712" y="5922"/>
                  </a:lnTo>
                  <a:cubicBezTo>
                    <a:pt x="839" y="5617"/>
                    <a:pt x="966" y="5338"/>
                    <a:pt x="1118" y="5058"/>
                  </a:cubicBezTo>
                  <a:lnTo>
                    <a:pt x="1322" y="5185"/>
                  </a:lnTo>
                  <a:cubicBezTo>
                    <a:pt x="1169" y="5439"/>
                    <a:pt x="1068" y="5719"/>
                    <a:pt x="940" y="5998"/>
                  </a:cubicBezTo>
                  <a:close/>
                  <a:moveTo>
                    <a:pt x="17766" y="5134"/>
                  </a:moveTo>
                  <a:cubicBezTo>
                    <a:pt x="17613" y="4880"/>
                    <a:pt x="17461" y="4600"/>
                    <a:pt x="17283" y="4346"/>
                  </a:cubicBezTo>
                  <a:lnTo>
                    <a:pt x="17486" y="4219"/>
                  </a:lnTo>
                  <a:cubicBezTo>
                    <a:pt x="17664" y="4473"/>
                    <a:pt x="17817" y="4753"/>
                    <a:pt x="17969" y="5033"/>
                  </a:cubicBezTo>
                  <a:close/>
                  <a:moveTo>
                    <a:pt x="1805" y="4397"/>
                  </a:moveTo>
                  <a:lnTo>
                    <a:pt x="1627" y="4270"/>
                  </a:lnTo>
                  <a:cubicBezTo>
                    <a:pt x="1779" y="3990"/>
                    <a:pt x="1983" y="3736"/>
                    <a:pt x="2160" y="3508"/>
                  </a:cubicBezTo>
                  <a:lnTo>
                    <a:pt x="2338" y="3660"/>
                  </a:lnTo>
                  <a:cubicBezTo>
                    <a:pt x="2160" y="3889"/>
                    <a:pt x="1983" y="4118"/>
                    <a:pt x="1805" y="4372"/>
                  </a:cubicBezTo>
                  <a:close/>
                  <a:moveTo>
                    <a:pt x="16749" y="3635"/>
                  </a:moveTo>
                  <a:cubicBezTo>
                    <a:pt x="16546" y="3381"/>
                    <a:pt x="16342" y="3152"/>
                    <a:pt x="16114" y="2948"/>
                  </a:cubicBezTo>
                  <a:lnTo>
                    <a:pt x="16292" y="2796"/>
                  </a:lnTo>
                  <a:cubicBezTo>
                    <a:pt x="16495" y="2999"/>
                    <a:pt x="16724" y="3228"/>
                    <a:pt x="16927" y="3482"/>
                  </a:cubicBezTo>
                  <a:close/>
                  <a:moveTo>
                    <a:pt x="2948" y="2999"/>
                  </a:moveTo>
                  <a:lnTo>
                    <a:pt x="2796" y="2821"/>
                  </a:lnTo>
                  <a:cubicBezTo>
                    <a:pt x="2999" y="2593"/>
                    <a:pt x="3253" y="2389"/>
                    <a:pt x="3482" y="2186"/>
                  </a:cubicBezTo>
                  <a:lnTo>
                    <a:pt x="3635" y="2364"/>
                  </a:lnTo>
                  <a:cubicBezTo>
                    <a:pt x="3406" y="2567"/>
                    <a:pt x="3177" y="2745"/>
                    <a:pt x="2974" y="2974"/>
                  </a:cubicBezTo>
                  <a:close/>
                  <a:moveTo>
                    <a:pt x="15428" y="2364"/>
                  </a:moveTo>
                  <a:cubicBezTo>
                    <a:pt x="15199" y="2161"/>
                    <a:pt x="14970" y="1983"/>
                    <a:pt x="14716" y="1805"/>
                  </a:cubicBezTo>
                  <a:lnTo>
                    <a:pt x="14843" y="1627"/>
                  </a:lnTo>
                  <a:cubicBezTo>
                    <a:pt x="15097" y="1805"/>
                    <a:pt x="15351" y="1983"/>
                    <a:pt x="15580" y="2186"/>
                  </a:cubicBezTo>
                  <a:close/>
                  <a:moveTo>
                    <a:pt x="4397" y="1805"/>
                  </a:moveTo>
                  <a:lnTo>
                    <a:pt x="4270" y="1601"/>
                  </a:lnTo>
                  <a:cubicBezTo>
                    <a:pt x="4524" y="1449"/>
                    <a:pt x="4778" y="1271"/>
                    <a:pt x="5058" y="1118"/>
                  </a:cubicBezTo>
                  <a:lnTo>
                    <a:pt x="5185" y="1322"/>
                  </a:lnTo>
                  <a:cubicBezTo>
                    <a:pt x="4880" y="1474"/>
                    <a:pt x="4626" y="1627"/>
                    <a:pt x="4397" y="1805"/>
                  </a:cubicBezTo>
                  <a:close/>
                  <a:moveTo>
                    <a:pt x="13928" y="1322"/>
                  </a:moveTo>
                  <a:cubicBezTo>
                    <a:pt x="13648" y="1169"/>
                    <a:pt x="13369" y="1042"/>
                    <a:pt x="13089" y="915"/>
                  </a:cubicBezTo>
                  <a:lnTo>
                    <a:pt x="13191" y="712"/>
                  </a:lnTo>
                  <a:cubicBezTo>
                    <a:pt x="13470" y="814"/>
                    <a:pt x="13750" y="966"/>
                    <a:pt x="14030" y="1118"/>
                  </a:cubicBezTo>
                  <a:close/>
                  <a:moveTo>
                    <a:pt x="5973" y="941"/>
                  </a:moveTo>
                  <a:lnTo>
                    <a:pt x="5897" y="712"/>
                  </a:lnTo>
                  <a:cubicBezTo>
                    <a:pt x="6176" y="610"/>
                    <a:pt x="6481" y="509"/>
                    <a:pt x="6761" y="407"/>
                  </a:cubicBezTo>
                  <a:lnTo>
                    <a:pt x="6837" y="636"/>
                  </a:lnTo>
                  <a:cubicBezTo>
                    <a:pt x="6557" y="712"/>
                    <a:pt x="6252" y="814"/>
                    <a:pt x="5973" y="941"/>
                  </a:cubicBezTo>
                  <a:close/>
                  <a:moveTo>
                    <a:pt x="12251" y="610"/>
                  </a:moveTo>
                  <a:cubicBezTo>
                    <a:pt x="11946" y="534"/>
                    <a:pt x="11666" y="458"/>
                    <a:pt x="11361" y="407"/>
                  </a:cubicBezTo>
                  <a:lnTo>
                    <a:pt x="11412" y="178"/>
                  </a:lnTo>
                  <a:cubicBezTo>
                    <a:pt x="11717" y="229"/>
                    <a:pt x="12022" y="305"/>
                    <a:pt x="12301" y="407"/>
                  </a:cubicBezTo>
                  <a:close/>
                  <a:moveTo>
                    <a:pt x="7727" y="407"/>
                  </a:moveTo>
                  <a:lnTo>
                    <a:pt x="7676" y="178"/>
                  </a:lnTo>
                  <a:cubicBezTo>
                    <a:pt x="7981" y="127"/>
                    <a:pt x="8286" y="76"/>
                    <a:pt x="8616" y="51"/>
                  </a:cubicBezTo>
                  <a:lnTo>
                    <a:pt x="8616" y="280"/>
                  </a:lnTo>
                  <a:cubicBezTo>
                    <a:pt x="8336" y="305"/>
                    <a:pt x="8032" y="331"/>
                    <a:pt x="7727" y="407"/>
                  </a:cubicBezTo>
                  <a:close/>
                  <a:moveTo>
                    <a:pt x="10446" y="280"/>
                  </a:moveTo>
                  <a:cubicBezTo>
                    <a:pt x="10166" y="254"/>
                    <a:pt x="9861" y="229"/>
                    <a:pt x="9556" y="229"/>
                  </a:cubicBezTo>
                  <a:lnTo>
                    <a:pt x="9531" y="0"/>
                  </a:lnTo>
                  <a:lnTo>
                    <a:pt x="9556" y="0"/>
                  </a:lnTo>
                  <a:cubicBezTo>
                    <a:pt x="9887" y="0"/>
                    <a:pt x="10166" y="0"/>
                    <a:pt x="10471" y="5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8"/>
            <p:cNvSpPr/>
            <p:nvPr/>
          </p:nvSpPr>
          <p:spPr>
            <a:xfrm>
              <a:off x="7922007" y="3676422"/>
              <a:ext cx="1279681" cy="1419736"/>
            </a:xfrm>
            <a:custGeom>
              <a:avLst/>
              <a:gdLst/>
              <a:ahLst/>
              <a:cxnLst/>
              <a:rect l="l" t="t" r="r" b="b"/>
              <a:pathLst>
                <a:path w="31746" h="35227" extrusionOk="0">
                  <a:moveTo>
                    <a:pt x="1" y="1"/>
                  </a:moveTo>
                  <a:lnTo>
                    <a:pt x="1" y="35227"/>
                  </a:lnTo>
                  <a:lnTo>
                    <a:pt x="31745" y="35227"/>
                  </a:lnTo>
                  <a:lnTo>
                    <a:pt x="31745" y="34312"/>
                  </a:lnTo>
                  <a:lnTo>
                    <a:pt x="916" y="34312"/>
                  </a:lnTo>
                  <a:lnTo>
                    <a:pt x="916" y="916"/>
                  </a:lnTo>
                  <a:lnTo>
                    <a:pt x="31745" y="916"/>
                  </a:lnTo>
                  <a:lnTo>
                    <a:pt x="317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8"/>
            <p:cNvSpPr/>
            <p:nvPr/>
          </p:nvSpPr>
          <p:spPr>
            <a:xfrm>
              <a:off x="-57881" y="3676422"/>
              <a:ext cx="1279641" cy="1419736"/>
            </a:xfrm>
            <a:custGeom>
              <a:avLst/>
              <a:gdLst/>
              <a:ahLst/>
              <a:cxnLst/>
              <a:rect l="l" t="t" r="r" b="b"/>
              <a:pathLst>
                <a:path w="31745" h="35227" extrusionOk="0">
                  <a:moveTo>
                    <a:pt x="0" y="1"/>
                  </a:moveTo>
                  <a:lnTo>
                    <a:pt x="0" y="916"/>
                  </a:lnTo>
                  <a:lnTo>
                    <a:pt x="30830" y="916"/>
                  </a:lnTo>
                  <a:lnTo>
                    <a:pt x="30830" y="34312"/>
                  </a:lnTo>
                  <a:lnTo>
                    <a:pt x="0" y="34312"/>
                  </a:lnTo>
                  <a:lnTo>
                    <a:pt x="0" y="35227"/>
                  </a:lnTo>
                  <a:lnTo>
                    <a:pt x="31745" y="35227"/>
                  </a:lnTo>
                  <a:lnTo>
                    <a:pt x="317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78"/>
        <p:cNvGrpSpPr/>
        <p:nvPr/>
      </p:nvGrpSpPr>
      <p:grpSpPr>
        <a:xfrm>
          <a:off x="0" y="0"/>
          <a:ext cx="0" cy="0"/>
          <a:chOff x="0" y="0"/>
          <a:chExt cx="0" cy="0"/>
        </a:xfrm>
      </p:grpSpPr>
      <p:sp>
        <p:nvSpPr>
          <p:cNvPr id="979" name="Google Shape;979;p9"/>
          <p:cNvSpPr/>
          <p:nvPr/>
        </p:nvSpPr>
        <p:spPr>
          <a:xfrm>
            <a:off x="871" y="2366835"/>
            <a:ext cx="9142269" cy="2776672"/>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9"/>
          <p:cNvSpPr txBox="1">
            <a:spLocks noGrp="1"/>
          </p:cNvSpPr>
          <p:nvPr>
            <p:ph type="title"/>
          </p:nvPr>
        </p:nvSpPr>
        <p:spPr>
          <a:xfrm>
            <a:off x="833325" y="1648340"/>
            <a:ext cx="3677700" cy="977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6000">
                <a:solidFill>
                  <a:schemeClr val="accent2"/>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981" name="Google Shape;981;p9"/>
          <p:cNvSpPr txBox="1">
            <a:spLocks noGrp="1"/>
          </p:cNvSpPr>
          <p:nvPr>
            <p:ph type="body" idx="1"/>
          </p:nvPr>
        </p:nvSpPr>
        <p:spPr>
          <a:xfrm>
            <a:off x="833325" y="2551190"/>
            <a:ext cx="3677700" cy="977100"/>
          </a:xfrm>
          <a:prstGeom prst="rect">
            <a:avLst/>
          </a:prstGeom>
        </p:spPr>
        <p:txBody>
          <a:bodyPr spcFirstLastPara="1" wrap="square" lIns="91425" tIns="91425" rIns="91425" bIns="91425" anchor="t" anchorCtr="0">
            <a:noAutofit/>
          </a:bodyPr>
          <a:lstStyle>
            <a:lvl1pPr marL="457200" lvl="0" indent="-304800" algn="ctr" rtl="0">
              <a:spcBef>
                <a:spcPts val="0"/>
              </a:spcBef>
              <a:spcAft>
                <a:spcPts val="0"/>
              </a:spcAft>
              <a:buSzPts val="1200"/>
              <a:buChar char="●"/>
              <a:defRPr/>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82"/>
        <p:cNvGrpSpPr/>
        <p:nvPr/>
      </p:nvGrpSpPr>
      <p:grpSpPr>
        <a:xfrm>
          <a:off x="0" y="0"/>
          <a:ext cx="0" cy="0"/>
          <a:chOff x="0" y="0"/>
          <a:chExt cx="0" cy="0"/>
        </a:xfrm>
      </p:grpSpPr>
      <p:sp>
        <p:nvSpPr>
          <p:cNvPr id="983" name="Google Shape;983;p10"/>
          <p:cNvSpPr txBox="1">
            <a:spLocks noGrp="1"/>
          </p:cNvSpPr>
          <p:nvPr>
            <p:ph type="title"/>
          </p:nvPr>
        </p:nvSpPr>
        <p:spPr>
          <a:xfrm>
            <a:off x="2218125" y="1679725"/>
            <a:ext cx="4707900" cy="1204200"/>
          </a:xfrm>
          <a:prstGeom prst="rect">
            <a:avLst/>
          </a:prstGeom>
        </p:spPr>
        <p:txBody>
          <a:bodyPr spcFirstLastPara="1" wrap="square" lIns="91425" tIns="91425" rIns="91425" bIns="91425" anchor="ctr" anchorCtr="0">
            <a:noAutofit/>
          </a:bodyPr>
          <a:lstStyle>
            <a:lvl1pPr lvl="0">
              <a:spcBef>
                <a:spcPts val="0"/>
              </a:spcBef>
              <a:spcAft>
                <a:spcPts val="0"/>
              </a:spcAft>
              <a:buSzPts val="2800"/>
              <a:buNone/>
              <a:defRPr sz="2400"/>
            </a:lvl1pPr>
            <a:lvl2pPr lvl="1">
              <a:spcBef>
                <a:spcPts val="0"/>
              </a:spcBef>
              <a:spcAft>
                <a:spcPts val="0"/>
              </a:spcAft>
              <a:buSzPts val="2800"/>
              <a:buNone/>
              <a:defRPr>
                <a:latin typeface="Barlow"/>
                <a:ea typeface="Barlow"/>
                <a:cs typeface="Barlow"/>
                <a:sym typeface="Barlow"/>
              </a:defRPr>
            </a:lvl2pPr>
            <a:lvl3pPr lvl="2">
              <a:spcBef>
                <a:spcPts val="0"/>
              </a:spcBef>
              <a:spcAft>
                <a:spcPts val="0"/>
              </a:spcAft>
              <a:buSzPts val="2800"/>
              <a:buNone/>
              <a:defRPr>
                <a:latin typeface="Barlow"/>
                <a:ea typeface="Barlow"/>
                <a:cs typeface="Barlow"/>
                <a:sym typeface="Barlow"/>
              </a:defRPr>
            </a:lvl3pPr>
            <a:lvl4pPr lvl="3">
              <a:spcBef>
                <a:spcPts val="0"/>
              </a:spcBef>
              <a:spcAft>
                <a:spcPts val="0"/>
              </a:spcAft>
              <a:buSzPts val="2800"/>
              <a:buNone/>
              <a:defRPr>
                <a:latin typeface="Barlow"/>
                <a:ea typeface="Barlow"/>
                <a:cs typeface="Barlow"/>
                <a:sym typeface="Barlow"/>
              </a:defRPr>
            </a:lvl4pPr>
            <a:lvl5pPr lvl="4">
              <a:spcBef>
                <a:spcPts val="0"/>
              </a:spcBef>
              <a:spcAft>
                <a:spcPts val="0"/>
              </a:spcAft>
              <a:buSzPts val="2800"/>
              <a:buNone/>
              <a:defRPr>
                <a:latin typeface="Barlow"/>
                <a:ea typeface="Barlow"/>
                <a:cs typeface="Barlow"/>
                <a:sym typeface="Barlow"/>
              </a:defRPr>
            </a:lvl5pPr>
            <a:lvl6pPr lvl="5">
              <a:spcBef>
                <a:spcPts val="0"/>
              </a:spcBef>
              <a:spcAft>
                <a:spcPts val="0"/>
              </a:spcAft>
              <a:buSzPts val="2800"/>
              <a:buNone/>
              <a:defRPr>
                <a:latin typeface="Barlow"/>
                <a:ea typeface="Barlow"/>
                <a:cs typeface="Barlow"/>
                <a:sym typeface="Barlow"/>
              </a:defRPr>
            </a:lvl6pPr>
            <a:lvl7pPr lvl="6">
              <a:spcBef>
                <a:spcPts val="0"/>
              </a:spcBef>
              <a:spcAft>
                <a:spcPts val="0"/>
              </a:spcAft>
              <a:buSzPts val="2800"/>
              <a:buNone/>
              <a:defRPr>
                <a:latin typeface="Barlow"/>
                <a:ea typeface="Barlow"/>
                <a:cs typeface="Barlow"/>
                <a:sym typeface="Barlow"/>
              </a:defRPr>
            </a:lvl7pPr>
            <a:lvl8pPr lvl="7">
              <a:spcBef>
                <a:spcPts val="0"/>
              </a:spcBef>
              <a:spcAft>
                <a:spcPts val="0"/>
              </a:spcAft>
              <a:buSzPts val="2800"/>
              <a:buNone/>
              <a:defRPr>
                <a:latin typeface="Barlow"/>
                <a:ea typeface="Barlow"/>
                <a:cs typeface="Barlow"/>
                <a:sym typeface="Barlow"/>
              </a:defRPr>
            </a:lvl8pPr>
            <a:lvl9pPr lvl="8">
              <a:spcBef>
                <a:spcPts val="0"/>
              </a:spcBef>
              <a:spcAft>
                <a:spcPts val="0"/>
              </a:spcAft>
              <a:buSzPts val="2800"/>
              <a:buNone/>
              <a:defRPr>
                <a:latin typeface="Barlow"/>
                <a:ea typeface="Barlow"/>
                <a:cs typeface="Barlow"/>
                <a:sym typeface="Barlow"/>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84"/>
        <p:cNvGrpSpPr/>
        <p:nvPr/>
      </p:nvGrpSpPr>
      <p:grpSpPr>
        <a:xfrm>
          <a:off x="0" y="0"/>
          <a:ext cx="0" cy="0"/>
          <a:chOff x="0" y="0"/>
          <a:chExt cx="0" cy="0"/>
        </a:xfrm>
      </p:grpSpPr>
      <p:sp>
        <p:nvSpPr>
          <p:cNvPr id="985" name="Google Shape;985;p11"/>
          <p:cNvSpPr/>
          <p:nvPr/>
        </p:nvSpPr>
        <p:spPr>
          <a:xfrm rot="10800000">
            <a:off x="868" y="-12"/>
            <a:ext cx="9142269" cy="2776672"/>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86" name="Google Shape;986;p11"/>
          <p:cNvPicPr preferRelativeResize="0"/>
          <p:nvPr/>
        </p:nvPicPr>
        <p:blipFill>
          <a:blip r:embed="rId2">
            <a:alphaModFix/>
          </a:blip>
          <a:stretch>
            <a:fillRect/>
          </a:stretch>
        </p:blipFill>
        <p:spPr>
          <a:xfrm>
            <a:off x="2237" y="0"/>
            <a:ext cx="9139524" cy="5143499"/>
          </a:xfrm>
          <a:prstGeom prst="rect">
            <a:avLst/>
          </a:prstGeom>
          <a:noFill/>
          <a:ln>
            <a:noFill/>
          </a:ln>
        </p:spPr>
      </p:pic>
      <p:sp>
        <p:nvSpPr>
          <p:cNvPr id="987" name="Google Shape;987;p11"/>
          <p:cNvSpPr txBox="1">
            <a:spLocks noGrp="1"/>
          </p:cNvSpPr>
          <p:nvPr>
            <p:ph type="title" hasCustomPrompt="1"/>
          </p:nvPr>
        </p:nvSpPr>
        <p:spPr>
          <a:xfrm>
            <a:off x="1633450" y="1088800"/>
            <a:ext cx="5877000" cy="10899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6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88" name="Google Shape;988;p11"/>
          <p:cNvSpPr txBox="1">
            <a:spLocks noGrp="1"/>
          </p:cNvSpPr>
          <p:nvPr>
            <p:ph type="body" idx="1"/>
          </p:nvPr>
        </p:nvSpPr>
        <p:spPr>
          <a:xfrm>
            <a:off x="1633450" y="2178700"/>
            <a:ext cx="5877000" cy="370500"/>
          </a:xfrm>
          <a:prstGeom prst="rect">
            <a:avLst/>
          </a:prstGeom>
        </p:spPr>
        <p:txBody>
          <a:bodyPr spcFirstLastPara="1" wrap="square" lIns="91425" tIns="91425" rIns="91425" bIns="91425" anchor="ctr" anchorCtr="0">
            <a:noAutofit/>
          </a:bodyPr>
          <a:lstStyle>
            <a:lvl1pPr marL="457200" lvl="0" indent="-330200" algn="ctr">
              <a:spcBef>
                <a:spcPts val="0"/>
              </a:spcBef>
              <a:spcAft>
                <a:spcPts val="0"/>
              </a:spcAft>
              <a:buSzPts val="1600"/>
              <a:buChar char="●"/>
              <a:defRPr/>
            </a:lvl1pPr>
            <a:lvl2pPr marL="914400" lvl="1" indent="-330200" algn="ctr">
              <a:spcBef>
                <a:spcPts val="0"/>
              </a:spcBef>
              <a:spcAft>
                <a:spcPts val="0"/>
              </a:spcAft>
              <a:buSzPts val="1600"/>
              <a:buChar char="○"/>
              <a:defRPr/>
            </a:lvl2pPr>
            <a:lvl3pPr marL="1371600" lvl="2" indent="-330200" algn="ctr">
              <a:spcBef>
                <a:spcPts val="0"/>
              </a:spcBef>
              <a:spcAft>
                <a:spcPts val="0"/>
              </a:spcAft>
              <a:buSzPts val="1600"/>
              <a:buChar char="■"/>
              <a:defRPr/>
            </a:lvl3pPr>
            <a:lvl4pPr marL="1828800" lvl="3" indent="-330200" algn="ctr">
              <a:spcBef>
                <a:spcPts val="0"/>
              </a:spcBef>
              <a:spcAft>
                <a:spcPts val="0"/>
              </a:spcAft>
              <a:buSzPts val="1600"/>
              <a:buChar char="●"/>
              <a:defRPr/>
            </a:lvl4pPr>
            <a:lvl5pPr marL="2286000" lvl="4" indent="-330200" algn="ctr">
              <a:spcBef>
                <a:spcPts val="0"/>
              </a:spcBef>
              <a:spcAft>
                <a:spcPts val="0"/>
              </a:spcAft>
              <a:buSzPts val="1600"/>
              <a:buChar char="○"/>
              <a:defRPr/>
            </a:lvl5pPr>
            <a:lvl6pPr marL="2743200" lvl="5" indent="-330200" algn="ctr">
              <a:spcBef>
                <a:spcPts val="0"/>
              </a:spcBef>
              <a:spcAft>
                <a:spcPts val="0"/>
              </a:spcAft>
              <a:buSzPts val="1600"/>
              <a:buChar char="■"/>
              <a:defRPr/>
            </a:lvl6pPr>
            <a:lvl7pPr marL="3200400" lvl="6" indent="-330200" algn="ctr">
              <a:spcBef>
                <a:spcPts val="0"/>
              </a:spcBef>
              <a:spcAft>
                <a:spcPts val="0"/>
              </a:spcAft>
              <a:buSzPts val="1600"/>
              <a:buChar char="●"/>
              <a:defRPr/>
            </a:lvl7pPr>
            <a:lvl8pPr marL="3657600" lvl="7" indent="-330200" algn="ctr">
              <a:spcBef>
                <a:spcPts val="0"/>
              </a:spcBef>
              <a:spcAft>
                <a:spcPts val="0"/>
              </a:spcAft>
              <a:buSzPts val="1600"/>
              <a:buChar char="○"/>
              <a:defRPr/>
            </a:lvl8pPr>
            <a:lvl9pPr marL="4114800" lvl="8" indent="-330200" algn="ctr">
              <a:spcBef>
                <a:spcPts val="0"/>
              </a:spcBef>
              <a:spcAft>
                <a:spcPts val="0"/>
              </a:spcAft>
              <a:buSzPts val="16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98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990"/>
        <p:cNvGrpSpPr/>
        <p:nvPr/>
      </p:nvGrpSpPr>
      <p:grpSpPr>
        <a:xfrm>
          <a:off x="0" y="0"/>
          <a:ext cx="0" cy="0"/>
          <a:chOff x="0" y="0"/>
          <a:chExt cx="0" cy="0"/>
        </a:xfrm>
      </p:grpSpPr>
      <p:grpSp>
        <p:nvGrpSpPr>
          <p:cNvPr id="991" name="Google Shape;991;p13"/>
          <p:cNvGrpSpPr/>
          <p:nvPr/>
        </p:nvGrpSpPr>
        <p:grpSpPr>
          <a:xfrm>
            <a:off x="50" y="377672"/>
            <a:ext cx="9143899" cy="4765829"/>
            <a:chOff x="0" y="995725"/>
            <a:chExt cx="9100218" cy="4147806"/>
          </a:xfrm>
        </p:grpSpPr>
        <p:sp>
          <p:nvSpPr>
            <p:cNvPr id="992" name="Google Shape;992;p13"/>
            <p:cNvSpPr/>
            <p:nvPr/>
          </p:nvSpPr>
          <p:spPr>
            <a:xfrm>
              <a:off x="0" y="995725"/>
              <a:ext cx="9100218" cy="4147806"/>
            </a:xfrm>
            <a:custGeom>
              <a:avLst/>
              <a:gdLst/>
              <a:ahLst/>
              <a:cxnLst/>
              <a:rect l="l" t="t" r="r" b="b"/>
              <a:pathLst>
                <a:path w="172214" h="149148" extrusionOk="0">
                  <a:moveTo>
                    <a:pt x="59597" y="0"/>
                  </a:moveTo>
                  <a:cubicBezTo>
                    <a:pt x="53773" y="0"/>
                    <a:pt x="47747" y="958"/>
                    <a:pt x="42599" y="2532"/>
                  </a:cubicBezTo>
                  <a:cubicBezTo>
                    <a:pt x="32321" y="5673"/>
                    <a:pt x="24358" y="10798"/>
                    <a:pt x="15403" y="15097"/>
                  </a:cubicBezTo>
                  <a:cubicBezTo>
                    <a:pt x="11435" y="16998"/>
                    <a:pt x="6723" y="18844"/>
                    <a:pt x="1626" y="19450"/>
                  </a:cubicBezTo>
                  <a:cubicBezTo>
                    <a:pt x="1350" y="19478"/>
                    <a:pt x="1075" y="19491"/>
                    <a:pt x="803" y="19491"/>
                  </a:cubicBezTo>
                  <a:cubicBezTo>
                    <a:pt x="530" y="19491"/>
                    <a:pt x="262" y="19478"/>
                    <a:pt x="0" y="19450"/>
                  </a:cubicBezTo>
                  <a:lnTo>
                    <a:pt x="0" y="149148"/>
                  </a:lnTo>
                  <a:lnTo>
                    <a:pt x="172214" y="149148"/>
                  </a:lnTo>
                  <a:lnTo>
                    <a:pt x="172214" y="13416"/>
                  </a:lnTo>
                  <a:cubicBezTo>
                    <a:pt x="165208" y="12298"/>
                    <a:pt x="158041" y="11441"/>
                    <a:pt x="151041" y="11441"/>
                  </a:cubicBezTo>
                  <a:cubicBezTo>
                    <a:pt x="145788" y="11441"/>
                    <a:pt x="140630" y="11924"/>
                    <a:pt x="135704" y="13140"/>
                  </a:cubicBezTo>
                  <a:cubicBezTo>
                    <a:pt x="128954" y="14793"/>
                    <a:pt x="123195" y="17714"/>
                    <a:pt x="116196" y="18982"/>
                  </a:cubicBezTo>
                  <a:cubicBezTo>
                    <a:pt x="113783" y="19421"/>
                    <a:pt x="111262" y="19633"/>
                    <a:pt x="108736" y="19633"/>
                  </a:cubicBezTo>
                  <a:cubicBezTo>
                    <a:pt x="101281" y="19633"/>
                    <a:pt x="93781" y="17790"/>
                    <a:pt x="88862" y="14518"/>
                  </a:cubicBezTo>
                  <a:cubicBezTo>
                    <a:pt x="83655" y="11046"/>
                    <a:pt x="81285" y="6252"/>
                    <a:pt x="75333" y="3193"/>
                  </a:cubicBezTo>
                  <a:cubicBezTo>
                    <a:pt x="71001" y="951"/>
                    <a:pt x="65399" y="0"/>
                    <a:pt x="59597"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13"/>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4" name="Google Shape;994;p13"/>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5" name="Google Shape;995;p13"/>
          <p:cNvSpPr txBox="1">
            <a:spLocks noGrp="1"/>
          </p:cNvSpPr>
          <p:nvPr>
            <p:ph type="title" idx="2"/>
          </p:nvPr>
        </p:nvSpPr>
        <p:spPr>
          <a:xfrm>
            <a:off x="713250" y="1865500"/>
            <a:ext cx="2829000" cy="613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800"/>
              <a:buNone/>
              <a:defRPr>
                <a:latin typeface="Barlow"/>
                <a:ea typeface="Barlow"/>
                <a:cs typeface="Barlow"/>
                <a:sym typeface="Barlow"/>
              </a:defRPr>
            </a:lvl2pPr>
            <a:lvl3pPr lvl="2">
              <a:spcBef>
                <a:spcPts val="0"/>
              </a:spcBef>
              <a:spcAft>
                <a:spcPts val="0"/>
              </a:spcAft>
              <a:buSzPts val="2800"/>
              <a:buNone/>
              <a:defRPr>
                <a:latin typeface="Barlow"/>
                <a:ea typeface="Barlow"/>
                <a:cs typeface="Barlow"/>
                <a:sym typeface="Barlow"/>
              </a:defRPr>
            </a:lvl3pPr>
            <a:lvl4pPr lvl="3">
              <a:spcBef>
                <a:spcPts val="0"/>
              </a:spcBef>
              <a:spcAft>
                <a:spcPts val="0"/>
              </a:spcAft>
              <a:buSzPts val="2800"/>
              <a:buNone/>
              <a:defRPr>
                <a:latin typeface="Barlow"/>
                <a:ea typeface="Barlow"/>
                <a:cs typeface="Barlow"/>
                <a:sym typeface="Barlow"/>
              </a:defRPr>
            </a:lvl4pPr>
            <a:lvl5pPr lvl="4">
              <a:spcBef>
                <a:spcPts val="0"/>
              </a:spcBef>
              <a:spcAft>
                <a:spcPts val="0"/>
              </a:spcAft>
              <a:buSzPts val="2800"/>
              <a:buNone/>
              <a:defRPr>
                <a:latin typeface="Barlow"/>
                <a:ea typeface="Barlow"/>
                <a:cs typeface="Barlow"/>
                <a:sym typeface="Barlow"/>
              </a:defRPr>
            </a:lvl5pPr>
            <a:lvl6pPr lvl="5">
              <a:spcBef>
                <a:spcPts val="0"/>
              </a:spcBef>
              <a:spcAft>
                <a:spcPts val="0"/>
              </a:spcAft>
              <a:buSzPts val="2800"/>
              <a:buNone/>
              <a:defRPr>
                <a:latin typeface="Barlow"/>
                <a:ea typeface="Barlow"/>
                <a:cs typeface="Barlow"/>
                <a:sym typeface="Barlow"/>
              </a:defRPr>
            </a:lvl6pPr>
            <a:lvl7pPr lvl="6">
              <a:spcBef>
                <a:spcPts val="0"/>
              </a:spcBef>
              <a:spcAft>
                <a:spcPts val="0"/>
              </a:spcAft>
              <a:buSzPts val="2800"/>
              <a:buNone/>
              <a:defRPr>
                <a:latin typeface="Barlow"/>
                <a:ea typeface="Barlow"/>
                <a:cs typeface="Barlow"/>
                <a:sym typeface="Barlow"/>
              </a:defRPr>
            </a:lvl7pPr>
            <a:lvl8pPr lvl="7">
              <a:spcBef>
                <a:spcPts val="0"/>
              </a:spcBef>
              <a:spcAft>
                <a:spcPts val="0"/>
              </a:spcAft>
              <a:buSzPts val="2800"/>
              <a:buNone/>
              <a:defRPr>
                <a:latin typeface="Barlow"/>
                <a:ea typeface="Barlow"/>
                <a:cs typeface="Barlow"/>
                <a:sym typeface="Barlow"/>
              </a:defRPr>
            </a:lvl8pPr>
            <a:lvl9pPr lvl="8">
              <a:spcBef>
                <a:spcPts val="0"/>
              </a:spcBef>
              <a:spcAft>
                <a:spcPts val="0"/>
              </a:spcAft>
              <a:buSzPts val="2800"/>
              <a:buNone/>
              <a:defRPr>
                <a:latin typeface="Barlow"/>
                <a:ea typeface="Barlow"/>
                <a:cs typeface="Barlow"/>
                <a:sym typeface="Barlow"/>
              </a:defRPr>
            </a:lvl9pPr>
          </a:lstStyle>
          <a:p>
            <a:endParaRPr/>
          </a:p>
        </p:txBody>
      </p:sp>
      <p:sp>
        <p:nvSpPr>
          <p:cNvPr id="996" name="Google Shape;996;p13"/>
          <p:cNvSpPr txBox="1">
            <a:spLocks noGrp="1"/>
          </p:cNvSpPr>
          <p:nvPr>
            <p:ph type="subTitle" idx="1"/>
          </p:nvPr>
        </p:nvSpPr>
        <p:spPr>
          <a:xfrm>
            <a:off x="713250" y="2225549"/>
            <a:ext cx="2829000" cy="613500"/>
          </a:xfrm>
          <a:prstGeom prst="rect">
            <a:avLst/>
          </a:prstGeom>
        </p:spPr>
        <p:txBody>
          <a:bodyPr spcFirstLastPara="1" wrap="square" lIns="91425" tIns="91425" rIns="91425" bIns="91425" anchor="t" anchorCtr="0">
            <a:noAutofit/>
          </a:bodyPr>
          <a:lstStyle>
            <a:lvl1pPr lvl="0" algn="ctr">
              <a:spcBef>
                <a:spcPts val="0"/>
              </a:spcBef>
              <a:spcAft>
                <a:spcPts val="0"/>
              </a:spcAft>
              <a:buSzPts val="1600"/>
              <a:buNone/>
              <a:defRPr sz="1600"/>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997" name="Google Shape;997;p13"/>
          <p:cNvSpPr txBox="1">
            <a:spLocks noGrp="1"/>
          </p:cNvSpPr>
          <p:nvPr>
            <p:ph type="title" idx="3" hasCustomPrompt="1"/>
          </p:nvPr>
        </p:nvSpPr>
        <p:spPr>
          <a:xfrm>
            <a:off x="1514900" y="1359870"/>
            <a:ext cx="1225800" cy="5727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98" name="Google Shape;998;p13"/>
          <p:cNvSpPr txBox="1">
            <a:spLocks noGrp="1"/>
          </p:cNvSpPr>
          <p:nvPr>
            <p:ph type="title" idx="4"/>
          </p:nvPr>
        </p:nvSpPr>
        <p:spPr>
          <a:xfrm>
            <a:off x="4155560" y="1865500"/>
            <a:ext cx="28290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999" name="Google Shape;999;p13"/>
          <p:cNvSpPr txBox="1">
            <a:spLocks noGrp="1"/>
          </p:cNvSpPr>
          <p:nvPr>
            <p:ph type="subTitle" idx="5"/>
          </p:nvPr>
        </p:nvSpPr>
        <p:spPr>
          <a:xfrm>
            <a:off x="4155555" y="2225549"/>
            <a:ext cx="28290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00" name="Google Shape;1000;p13"/>
          <p:cNvSpPr txBox="1">
            <a:spLocks noGrp="1"/>
          </p:cNvSpPr>
          <p:nvPr>
            <p:ph type="title" idx="6" hasCustomPrompt="1"/>
          </p:nvPr>
        </p:nvSpPr>
        <p:spPr>
          <a:xfrm>
            <a:off x="4957221" y="1359870"/>
            <a:ext cx="1225800" cy="5727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01" name="Google Shape;1001;p13"/>
          <p:cNvSpPr txBox="1">
            <a:spLocks noGrp="1"/>
          </p:cNvSpPr>
          <p:nvPr>
            <p:ph type="title" idx="7"/>
          </p:nvPr>
        </p:nvSpPr>
        <p:spPr>
          <a:xfrm>
            <a:off x="2159427" y="3537675"/>
            <a:ext cx="28290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02" name="Google Shape;1002;p13"/>
          <p:cNvSpPr txBox="1">
            <a:spLocks noGrp="1"/>
          </p:cNvSpPr>
          <p:nvPr>
            <p:ph type="subTitle" idx="8"/>
          </p:nvPr>
        </p:nvSpPr>
        <p:spPr>
          <a:xfrm>
            <a:off x="2159425" y="3914300"/>
            <a:ext cx="28290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03" name="Google Shape;1003;p13"/>
          <p:cNvSpPr txBox="1">
            <a:spLocks noGrp="1"/>
          </p:cNvSpPr>
          <p:nvPr>
            <p:ph type="title" idx="9" hasCustomPrompt="1"/>
          </p:nvPr>
        </p:nvSpPr>
        <p:spPr>
          <a:xfrm>
            <a:off x="2961075" y="3040327"/>
            <a:ext cx="1225800" cy="5727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04" name="Google Shape;1004;p13"/>
          <p:cNvSpPr txBox="1">
            <a:spLocks noGrp="1"/>
          </p:cNvSpPr>
          <p:nvPr>
            <p:ph type="title" idx="13"/>
          </p:nvPr>
        </p:nvSpPr>
        <p:spPr>
          <a:xfrm>
            <a:off x="5601738" y="3537675"/>
            <a:ext cx="28290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05" name="Google Shape;1005;p13"/>
          <p:cNvSpPr txBox="1">
            <a:spLocks noGrp="1"/>
          </p:cNvSpPr>
          <p:nvPr>
            <p:ph type="subTitle" idx="14"/>
          </p:nvPr>
        </p:nvSpPr>
        <p:spPr>
          <a:xfrm>
            <a:off x="5601625" y="3914300"/>
            <a:ext cx="28290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06" name="Google Shape;1006;p13"/>
          <p:cNvSpPr txBox="1">
            <a:spLocks noGrp="1"/>
          </p:cNvSpPr>
          <p:nvPr>
            <p:ph type="title" idx="15" hasCustomPrompt="1"/>
          </p:nvPr>
        </p:nvSpPr>
        <p:spPr>
          <a:xfrm>
            <a:off x="6403396" y="3040327"/>
            <a:ext cx="1225800" cy="5727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pic>
        <p:nvPicPr>
          <p:cNvPr id="1007" name="Google Shape;1007;p13"/>
          <p:cNvPicPr preferRelativeResize="0"/>
          <p:nvPr/>
        </p:nvPicPr>
        <p:blipFill>
          <a:blip r:embed="rId2">
            <a:alphaModFix/>
          </a:blip>
          <a:stretch>
            <a:fillRect/>
          </a:stretch>
        </p:blipFill>
        <p:spPr>
          <a:xfrm flipH="1">
            <a:off x="1439" y="0"/>
            <a:ext cx="9141126" cy="514350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1">
  <p:cSld name="CUSTOM_8">
    <p:spTree>
      <p:nvGrpSpPr>
        <p:cNvPr id="1" name="Shape 1008"/>
        <p:cNvGrpSpPr/>
        <p:nvPr/>
      </p:nvGrpSpPr>
      <p:grpSpPr>
        <a:xfrm>
          <a:off x="0" y="0"/>
          <a:ext cx="0" cy="0"/>
          <a:chOff x="0" y="0"/>
          <a:chExt cx="0" cy="0"/>
        </a:xfrm>
      </p:grpSpPr>
      <p:sp>
        <p:nvSpPr>
          <p:cNvPr id="1009" name="Google Shape;1009;p14"/>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10" name="Google Shape;1010;p14"/>
          <p:cNvSpPr txBox="1">
            <a:spLocks noGrp="1"/>
          </p:cNvSpPr>
          <p:nvPr>
            <p:ph type="subTitle" idx="1"/>
          </p:nvPr>
        </p:nvSpPr>
        <p:spPr>
          <a:xfrm>
            <a:off x="3892625" y="1309975"/>
            <a:ext cx="4538100" cy="3294000"/>
          </a:xfrm>
          <a:prstGeom prst="rect">
            <a:avLst/>
          </a:prstGeom>
        </p:spPr>
        <p:txBody>
          <a:bodyPr spcFirstLastPara="1" wrap="square" lIns="91425" tIns="91425" rIns="91425" bIns="91425" anchor="ctr" anchorCtr="0">
            <a:noAutofit/>
          </a:bodyPr>
          <a:lstStyle>
            <a:lvl1pPr lvl="0" rtl="0">
              <a:spcBef>
                <a:spcPts val="0"/>
              </a:spcBef>
              <a:spcAft>
                <a:spcPts val="0"/>
              </a:spcAft>
              <a:buSzPts val="1600"/>
              <a:buChar char="●"/>
              <a:defRPr sz="1600"/>
            </a:lvl1pPr>
            <a:lvl2pPr lvl="1" rtl="0">
              <a:spcBef>
                <a:spcPts val="0"/>
              </a:spcBef>
              <a:spcAft>
                <a:spcPts val="0"/>
              </a:spcAft>
              <a:buSzPts val="1600"/>
              <a:buChar char="○"/>
              <a:defRPr/>
            </a:lvl2pPr>
            <a:lvl3pPr lvl="2" rtl="0">
              <a:spcBef>
                <a:spcPts val="0"/>
              </a:spcBef>
              <a:spcAft>
                <a:spcPts val="0"/>
              </a:spcAft>
              <a:buSzPts val="1600"/>
              <a:buChar char="■"/>
              <a:defRPr/>
            </a:lvl3pPr>
            <a:lvl4pPr lvl="3" rtl="0">
              <a:spcBef>
                <a:spcPts val="0"/>
              </a:spcBef>
              <a:spcAft>
                <a:spcPts val="0"/>
              </a:spcAft>
              <a:buSzPts val="1600"/>
              <a:buChar char="●"/>
              <a:defRPr/>
            </a:lvl4pPr>
            <a:lvl5pPr lvl="4" rtl="0">
              <a:spcBef>
                <a:spcPts val="0"/>
              </a:spcBef>
              <a:spcAft>
                <a:spcPts val="0"/>
              </a:spcAft>
              <a:buSzPts val="1600"/>
              <a:buChar char="○"/>
              <a:defRPr/>
            </a:lvl5pPr>
            <a:lvl6pPr lvl="5" rtl="0">
              <a:spcBef>
                <a:spcPts val="0"/>
              </a:spcBef>
              <a:spcAft>
                <a:spcPts val="0"/>
              </a:spcAft>
              <a:buSzPts val="1600"/>
              <a:buChar char="■"/>
              <a:defRPr/>
            </a:lvl6pPr>
            <a:lvl7pPr lvl="6" rtl="0">
              <a:spcBef>
                <a:spcPts val="0"/>
              </a:spcBef>
              <a:spcAft>
                <a:spcPts val="0"/>
              </a:spcAft>
              <a:buSzPts val="1600"/>
              <a:buChar char="●"/>
              <a:defRPr/>
            </a:lvl7pPr>
            <a:lvl8pPr lvl="7" rtl="0">
              <a:spcBef>
                <a:spcPts val="0"/>
              </a:spcBef>
              <a:spcAft>
                <a:spcPts val="0"/>
              </a:spcAft>
              <a:buSzPts val="1600"/>
              <a:buChar char="○"/>
              <a:defRPr/>
            </a:lvl8pPr>
            <a:lvl9pPr lvl="8" rtl="0">
              <a:spcBef>
                <a:spcPts val="0"/>
              </a:spcBef>
              <a:spcAft>
                <a:spcPts val="0"/>
              </a:spcAft>
              <a:buSzPts val="1600"/>
              <a:buChar char="■"/>
              <a:defRPr/>
            </a:lvl9pPr>
          </a:lstStyle>
          <a:p>
            <a:endParaRPr/>
          </a:p>
        </p:txBody>
      </p:sp>
      <p:pic>
        <p:nvPicPr>
          <p:cNvPr id="1011" name="Google Shape;1011;p14"/>
          <p:cNvPicPr preferRelativeResize="0"/>
          <p:nvPr/>
        </p:nvPicPr>
        <p:blipFill>
          <a:blip r:embed="rId2">
            <a:alphaModFix/>
          </a:blip>
          <a:stretch>
            <a:fillRect/>
          </a:stretch>
        </p:blipFill>
        <p:spPr>
          <a:xfrm>
            <a:off x="1426" y="0"/>
            <a:ext cx="9141126" cy="5143502"/>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wo columns 1">
  <p:cSld name="CUSTOM_9">
    <p:spTree>
      <p:nvGrpSpPr>
        <p:cNvPr id="1" name="Shape 1012"/>
        <p:cNvGrpSpPr/>
        <p:nvPr/>
      </p:nvGrpSpPr>
      <p:grpSpPr>
        <a:xfrm>
          <a:off x="0" y="0"/>
          <a:ext cx="0" cy="0"/>
          <a:chOff x="0" y="0"/>
          <a:chExt cx="0" cy="0"/>
        </a:xfrm>
      </p:grpSpPr>
      <p:grpSp>
        <p:nvGrpSpPr>
          <p:cNvPr id="1013" name="Google Shape;1013;p15"/>
          <p:cNvGrpSpPr/>
          <p:nvPr/>
        </p:nvGrpSpPr>
        <p:grpSpPr>
          <a:xfrm>
            <a:off x="0" y="1230541"/>
            <a:ext cx="9143899" cy="3912953"/>
            <a:chOff x="0" y="1737996"/>
            <a:chExt cx="9100218" cy="3405529"/>
          </a:xfrm>
        </p:grpSpPr>
        <p:sp>
          <p:nvSpPr>
            <p:cNvPr id="1014" name="Google Shape;1014;p15"/>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5"/>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16" name="Google Shape;1016;p15"/>
          <p:cNvPicPr preferRelativeResize="0"/>
          <p:nvPr/>
        </p:nvPicPr>
        <p:blipFill>
          <a:blip r:embed="rId2">
            <a:alphaModFix/>
          </a:blip>
          <a:stretch>
            <a:fillRect/>
          </a:stretch>
        </p:blipFill>
        <p:spPr>
          <a:xfrm flipH="1">
            <a:off x="1439" y="0"/>
            <a:ext cx="9141126" cy="5143502"/>
          </a:xfrm>
          <a:prstGeom prst="rect">
            <a:avLst/>
          </a:prstGeom>
          <a:noFill/>
          <a:ln>
            <a:noFill/>
          </a:ln>
        </p:spPr>
      </p:pic>
      <p:sp>
        <p:nvSpPr>
          <p:cNvPr id="1017" name="Google Shape;1017;p1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18" name="Google Shape;1018;p15"/>
          <p:cNvSpPr txBox="1">
            <a:spLocks noGrp="1"/>
          </p:cNvSpPr>
          <p:nvPr>
            <p:ph type="title" idx="2"/>
          </p:nvPr>
        </p:nvSpPr>
        <p:spPr>
          <a:xfrm>
            <a:off x="5069591" y="3325646"/>
            <a:ext cx="2523900" cy="3600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19" name="Google Shape;1019;p15"/>
          <p:cNvSpPr txBox="1">
            <a:spLocks noGrp="1"/>
          </p:cNvSpPr>
          <p:nvPr>
            <p:ph type="subTitle" idx="1"/>
          </p:nvPr>
        </p:nvSpPr>
        <p:spPr>
          <a:xfrm>
            <a:off x="5069580" y="3685693"/>
            <a:ext cx="25239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1020" name="Google Shape;1020;p15"/>
          <p:cNvSpPr txBox="1">
            <a:spLocks noGrp="1"/>
          </p:cNvSpPr>
          <p:nvPr>
            <p:ph type="title" idx="3"/>
          </p:nvPr>
        </p:nvSpPr>
        <p:spPr>
          <a:xfrm>
            <a:off x="1550461" y="3325646"/>
            <a:ext cx="2523900" cy="3600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21" name="Google Shape;1021;p15"/>
          <p:cNvSpPr txBox="1">
            <a:spLocks noGrp="1"/>
          </p:cNvSpPr>
          <p:nvPr>
            <p:ph type="subTitle" idx="4"/>
          </p:nvPr>
        </p:nvSpPr>
        <p:spPr>
          <a:xfrm>
            <a:off x="1550449" y="3685693"/>
            <a:ext cx="25239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2">
  <p:cSld name="CUSTOM_9_2">
    <p:spTree>
      <p:nvGrpSpPr>
        <p:cNvPr id="1" name="Shape 1022"/>
        <p:cNvGrpSpPr/>
        <p:nvPr/>
      </p:nvGrpSpPr>
      <p:grpSpPr>
        <a:xfrm>
          <a:off x="0" y="0"/>
          <a:ext cx="0" cy="0"/>
          <a:chOff x="0" y="0"/>
          <a:chExt cx="0" cy="0"/>
        </a:xfrm>
      </p:grpSpPr>
      <p:grpSp>
        <p:nvGrpSpPr>
          <p:cNvPr id="1023" name="Google Shape;1023;p16"/>
          <p:cNvGrpSpPr/>
          <p:nvPr/>
        </p:nvGrpSpPr>
        <p:grpSpPr>
          <a:xfrm>
            <a:off x="0" y="1230541"/>
            <a:ext cx="9143899" cy="3912953"/>
            <a:chOff x="0" y="1737996"/>
            <a:chExt cx="9100218" cy="3405529"/>
          </a:xfrm>
        </p:grpSpPr>
        <p:sp>
          <p:nvSpPr>
            <p:cNvPr id="1024" name="Google Shape;1024;p16"/>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16"/>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26" name="Google Shape;1026;p16"/>
          <p:cNvPicPr preferRelativeResize="0"/>
          <p:nvPr/>
        </p:nvPicPr>
        <p:blipFill>
          <a:blip r:embed="rId2">
            <a:alphaModFix/>
          </a:blip>
          <a:stretch>
            <a:fillRect/>
          </a:stretch>
        </p:blipFill>
        <p:spPr>
          <a:xfrm flipH="1">
            <a:off x="1439" y="0"/>
            <a:ext cx="9141126" cy="5143502"/>
          </a:xfrm>
          <a:prstGeom prst="rect">
            <a:avLst/>
          </a:prstGeom>
          <a:noFill/>
          <a:ln>
            <a:noFill/>
          </a:ln>
        </p:spPr>
      </p:pic>
      <p:sp>
        <p:nvSpPr>
          <p:cNvPr id="1027" name="Google Shape;1027;p16"/>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28" name="Google Shape;1028;p16"/>
          <p:cNvSpPr txBox="1">
            <a:spLocks noGrp="1"/>
          </p:cNvSpPr>
          <p:nvPr>
            <p:ph type="subTitle" idx="1"/>
          </p:nvPr>
        </p:nvSpPr>
        <p:spPr>
          <a:xfrm>
            <a:off x="5207450" y="1383900"/>
            <a:ext cx="3223200" cy="3220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1029" name="Google Shape;1029;p16"/>
          <p:cNvSpPr txBox="1">
            <a:spLocks noGrp="1"/>
          </p:cNvSpPr>
          <p:nvPr>
            <p:ph type="subTitle" idx="2"/>
          </p:nvPr>
        </p:nvSpPr>
        <p:spPr>
          <a:xfrm>
            <a:off x="713200" y="1383900"/>
            <a:ext cx="3223200" cy="3220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Numbers and text 1">
  <p:cSld name="CUSTOM_9_1">
    <p:spTree>
      <p:nvGrpSpPr>
        <p:cNvPr id="1" name="Shape 1030"/>
        <p:cNvGrpSpPr/>
        <p:nvPr/>
      </p:nvGrpSpPr>
      <p:grpSpPr>
        <a:xfrm>
          <a:off x="0" y="0"/>
          <a:ext cx="0" cy="0"/>
          <a:chOff x="0" y="0"/>
          <a:chExt cx="0" cy="0"/>
        </a:xfrm>
      </p:grpSpPr>
      <p:sp>
        <p:nvSpPr>
          <p:cNvPr id="1031" name="Google Shape;1031;p17"/>
          <p:cNvSpPr/>
          <p:nvPr/>
        </p:nvSpPr>
        <p:spPr>
          <a:xfrm>
            <a:off x="1434" y="2366710"/>
            <a:ext cx="9142269" cy="2776672"/>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32" name="Google Shape;1032;p17"/>
          <p:cNvPicPr preferRelativeResize="0"/>
          <p:nvPr/>
        </p:nvPicPr>
        <p:blipFill>
          <a:blip r:embed="rId2">
            <a:alphaModFix/>
          </a:blip>
          <a:stretch>
            <a:fillRect/>
          </a:stretch>
        </p:blipFill>
        <p:spPr>
          <a:xfrm flipH="1">
            <a:off x="1439" y="0"/>
            <a:ext cx="9141126" cy="5143502"/>
          </a:xfrm>
          <a:prstGeom prst="rect">
            <a:avLst/>
          </a:prstGeom>
          <a:noFill/>
          <a:ln>
            <a:noFill/>
          </a:ln>
        </p:spPr>
      </p:pic>
      <p:sp>
        <p:nvSpPr>
          <p:cNvPr id="1033" name="Google Shape;1033;p17"/>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34" name="Google Shape;1034;p17"/>
          <p:cNvSpPr txBox="1">
            <a:spLocks noGrp="1"/>
          </p:cNvSpPr>
          <p:nvPr>
            <p:ph type="title" idx="2"/>
          </p:nvPr>
        </p:nvSpPr>
        <p:spPr>
          <a:xfrm>
            <a:off x="4624666" y="1495375"/>
            <a:ext cx="3590100" cy="3600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000"/>
              <a:buNone/>
              <a:defRPr sz="2000"/>
            </a:lvl1pPr>
            <a:lvl2pPr lvl="1" algn="l" rtl="0">
              <a:spcBef>
                <a:spcPts val="0"/>
              </a:spcBef>
              <a:spcAft>
                <a:spcPts val="0"/>
              </a:spcAft>
              <a:buSzPts val="2800"/>
              <a:buNone/>
              <a:defRPr>
                <a:latin typeface="Barlow"/>
                <a:ea typeface="Barlow"/>
                <a:cs typeface="Barlow"/>
                <a:sym typeface="Barlow"/>
              </a:defRPr>
            </a:lvl2pPr>
            <a:lvl3pPr lvl="2" algn="l" rtl="0">
              <a:spcBef>
                <a:spcPts val="0"/>
              </a:spcBef>
              <a:spcAft>
                <a:spcPts val="0"/>
              </a:spcAft>
              <a:buSzPts val="2800"/>
              <a:buNone/>
              <a:defRPr>
                <a:latin typeface="Barlow"/>
                <a:ea typeface="Barlow"/>
                <a:cs typeface="Barlow"/>
                <a:sym typeface="Barlow"/>
              </a:defRPr>
            </a:lvl3pPr>
            <a:lvl4pPr lvl="3" algn="l" rtl="0">
              <a:spcBef>
                <a:spcPts val="0"/>
              </a:spcBef>
              <a:spcAft>
                <a:spcPts val="0"/>
              </a:spcAft>
              <a:buSzPts val="2800"/>
              <a:buNone/>
              <a:defRPr>
                <a:latin typeface="Barlow"/>
                <a:ea typeface="Barlow"/>
                <a:cs typeface="Barlow"/>
                <a:sym typeface="Barlow"/>
              </a:defRPr>
            </a:lvl4pPr>
            <a:lvl5pPr lvl="4" algn="l" rtl="0">
              <a:spcBef>
                <a:spcPts val="0"/>
              </a:spcBef>
              <a:spcAft>
                <a:spcPts val="0"/>
              </a:spcAft>
              <a:buSzPts val="2800"/>
              <a:buNone/>
              <a:defRPr>
                <a:latin typeface="Barlow"/>
                <a:ea typeface="Barlow"/>
                <a:cs typeface="Barlow"/>
                <a:sym typeface="Barlow"/>
              </a:defRPr>
            </a:lvl5pPr>
            <a:lvl6pPr lvl="5" algn="l" rtl="0">
              <a:spcBef>
                <a:spcPts val="0"/>
              </a:spcBef>
              <a:spcAft>
                <a:spcPts val="0"/>
              </a:spcAft>
              <a:buSzPts val="2800"/>
              <a:buNone/>
              <a:defRPr>
                <a:latin typeface="Barlow"/>
                <a:ea typeface="Barlow"/>
                <a:cs typeface="Barlow"/>
                <a:sym typeface="Barlow"/>
              </a:defRPr>
            </a:lvl6pPr>
            <a:lvl7pPr lvl="6" algn="l" rtl="0">
              <a:spcBef>
                <a:spcPts val="0"/>
              </a:spcBef>
              <a:spcAft>
                <a:spcPts val="0"/>
              </a:spcAft>
              <a:buSzPts val="2800"/>
              <a:buNone/>
              <a:defRPr>
                <a:latin typeface="Barlow"/>
                <a:ea typeface="Barlow"/>
                <a:cs typeface="Barlow"/>
                <a:sym typeface="Barlow"/>
              </a:defRPr>
            </a:lvl7pPr>
            <a:lvl8pPr lvl="7" algn="l" rtl="0">
              <a:spcBef>
                <a:spcPts val="0"/>
              </a:spcBef>
              <a:spcAft>
                <a:spcPts val="0"/>
              </a:spcAft>
              <a:buSzPts val="2800"/>
              <a:buNone/>
              <a:defRPr>
                <a:latin typeface="Barlow"/>
                <a:ea typeface="Barlow"/>
                <a:cs typeface="Barlow"/>
                <a:sym typeface="Barlow"/>
              </a:defRPr>
            </a:lvl8pPr>
            <a:lvl9pPr lvl="8" algn="l" rtl="0">
              <a:spcBef>
                <a:spcPts val="0"/>
              </a:spcBef>
              <a:spcAft>
                <a:spcPts val="0"/>
              </a:spcAft>
              <a:buSzPts val="2800"/>
              <a:buNone/>
              <a:defRPr>
                <a:latin typeface="Barlow"/>
                <a:ea typeface="Barlow"/>
                <a:cs typeface="Barlow"/>
                <a:sym typeface="Barlow"/>
              </a:defRPr>
            </a:lvl9pPr>
          </a:lstStyle>
          <a:p>
            <a:endParaRPr/>
          </a:p>
        </p:txBody>
      </p:sp>
      <p:sp>
        <p:nvSpPr>
          <p:cNvPr id="1035" name="Google Shape;1035;p17"/>
          <p:cNvSpPr txBox="1">
            <a:spLocks noGrp="1"/>
          </p:cNvSpPr>
          <p:nvPr>
            <p:ph type="subTitle" idx="1"/>
          </p:nvPr>
        </p:nvSpPr>
        <p:spPr>
          <a:xfrm>
            <a:off x="4624650" y="1855422"/>
            <a:ext cx="35901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36" name="Google Shape;1036;p17"/>
          <p:cNvSpPr txBox="1">
            <a:spLocks noGrp="1"/>
          </p:cNvSpPr>
          <p:nvPr>
            <p:ph type="title" idx="3"/>
          </p:nvPr>
        </p:nvSpPr>
        <p:spPr>
          <a:xfrm>
            <a:off x="4624666" y="3212153"/>
            <a:ext cx="3590100" cy="3600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000"/>
              <a:buNone/>
              <a:defRPr sz="2000"/>
            </a:lvl1pPr>
            <a:lvl2pPr lvl="1" algn="l" rtl="0">
              <a:spcBef>
                <a:spcPts val="0"/>
              </a:spcBef>
              <a:spcAft>
                <a:spcPts val="0"/>
              </a:spcAft>
              <a:buSzPts val="2800"/>
              <a:buNone/>
              <a:defRPr>
                <a:latin typeface="Barlow"/>
                <a:ea typeface="Barlow"/>
                <a:cs typeface="Barlow"/>
                <a:sym typeface="Barlow"/>
              </a:defRPr>
            </a:lvl2pPr>
            <a:lvl3pPr lvl="2" algn="l" rtl="0">
              <a:spcBef>
                <a:spcPts val="0"/>
              </a:spcBef>
              <a:spcAft>
                <a:spcPts val="0"/>
              </a:spcAft>
              <a:buSzPts val="2800"/>
              <a:buNone/>
              <a:defRPr>
                <a:latin typeface="Barlow"/>
                <a:ea typeface="Barlow"/>
                <a:cs typeface="Barlow"/>
                <a:sym typeface="Barlow"/>
              </a:defRPr>
            </a:lvl3pPr>
            <a:lvl4pPr lvl="3" algn="l" rtl="0">
              <a:spcBef>
                <a:spcPts val="0"/>
              </a:spcBef>
              <a:spcAft>
                <a:spcPts val="0"/>
              </a:spcAft>
              <a:buSzPts val="2800"/>
              <a:buNone/>
              <a:defRPr>
                <a:latin typeface="Barlow"/>
                <a:ea typeface="Barlow"/>
                <a:cs typeface="Barlow"/>
                <a:sym typeface="Barlow"/>
              </a:defRPr>
            </a:lvl4pPr>
            <a:lvl5pPr lvl="4" algn="l" rtl="0">
              <a:spcBef>
                <a:spcPts val="0"/>
              </a:spcBef>
              <a:spcAft>
                <a:spcPts val="0"/>
              </a:spcAft>
              <a:buSzPts val="2800"/>
              <a:buNone/>
              <a:defRPr>
                <a:latin typeface="Barlow"/>
                <a:ea typeface="Barlow"/>
                <a:cs typeface="Barlow"/>
                <a:sym typeface="Barlow"/>
              </a:defRPr>
            </a:lvl5pPr>
            <a:lvl6pPr lvl="5" algn="l" rtl="0">
              <a:spcBef>
                <a:spcPts val="0"/>
              </a:spcBef>
              <a:spcAft>
                <a:spcPts val="0"/>
              </a:spcAft>
              <a:buSzPts val="2800"/>
              <a:buNone/>
              <a:defRPr>
                <a:latin typeface="Barlow"/>
                <a:ea typeface="Barlow"/>
                <a:cs typeface="Barlow"/>
                <a:sym typeface="Barlow"/>
              </a:defRPr>
            </a:lvl6pPr>
            <a:lvl7pPr lvl="6" algn="l" rtl="0">
              <a:spcBef>
                <a:spcPts val="0"/>
              </a:spcBef>
              <a:spcAft>
                <a:spcPts val="0"/>
              </a:spcAft>
              <a:buSzPts val="2800"/>
              <a:buNone/>
              <a:defRPr>
                <a:latin typeface="Barlow"/>
                <a:ea typeface="Barlow"/>
                <a:cs typeface="Barlow"/>
                <a:sym typeface="Barlow"/>
              </a:defRPr>
            </a:lvl7pPr>
            <a:lvl8pPr lvl="7" algn="l" rtl="0">
              <a:spcBef>
                <a:spcPts val="0"/>
              </a:spcBef>
              <a:spcAft>
                <a:spcPts val="0"/>
              </a:spcAft>
              <a:buSzPts val="2800"/>
              <a:buNone/>
              <a:defRPr>
                <a:latin typeface="Barlow"/>
                <a:ea typeface="Barlow"/>
                <a:cs typeface="Barlow"/>
                <a:sym typeface="Barlow"/>
              </a:defRPr>
            </a:lvl8pPr>
            <a:lvl9pPr lvl="8" algn="l" rtl="0">
              <a:spcBef>
                <a:spcPts val="0"/>
              </a:spcBef>
              <a:spcAft>
                <a:spcPts val="0"/>
              </a:spcAft>
              <a:buSzPts val="2800"/>
              <a:buNone/>
              <a:defRPr>
                <a:latin typeface="Barlow"/>
                <a:ea typeface="Barlow"/>
                <a:cs typeface="Barlow"/>
                <a:sym typeface="Barlow"/>
              </a:defRPr>
            </a:lvl9pPr>
          </a:lstStyle>
          <a:p>
            <a:endParaRPr/>
          </a:p>
        </p:txBody>
      </p:sp>
      <p:sp>
        <p:nvSpPr>
          <p:cNvPr id="1037" name="Google Shape;1037;p17"/>
          <p:cNvSpPr txBox="1">
            <a:spLocks noGrp="1"/>
          </p:cNvSpPr>
          <p:nvPr>
            <p:ph type="subTitle" idx="4"/>
          </p:nvPr>
        </p:nvSpPr>
        <p:spPr>
          <a:xfrm>
            <a:off x="4624650" y="3572200"/>
            <a:ext cx="35901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38" name="Google Shape;1038;p17"/>
          <p:cNvSpPr txBox="1">
            <a:spLocks noGrp="1"/>
          </p:cNvSpPr>
          <p:nvPr>
            <p:ph type="title" idx="5" hasCustomPrompt="1"/>
          </p:nvPr>
        </p:nvSpPr>
        <p:spPr>
          <a:xfrm>
            <a:off x="3398850" y="1495379"/>
            <a:ext cx="1225800" cy="9735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39" name="Google Shape;1039;p17"/>
          <p:cNvSpPr txBox="1">
            <a:spLocks noGrp="1"/>
          </p:cNvSpPr>
          <p:nvPr>
            <p:ph type="title" idx="6" hasCustomPrompt="1"/>
          </p:nvPr>
        </p:nvSpPr>
        <p:spPr>
          <a:xfrm>
            <a:off x="3398850" y="3212154"/>
            <a:ext cx="1225800" cy="9735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hree columns">
  <p:cSld name="CUSTOM_3">
    <p:spTree>
      <p:nvGrpSpPr>
        <p:cNvPr id="1" name="Shape 1040"/>
        <p:cNvGrpSpPr/>
        <p:nvPr/>
      </p:nvGrpSpPr>
      <p:grpSpPr>
        <a:xfrm>
          <a:off x="0" y="0"/>
          <a:ext cx="0" cy="0"/>
          <a:chOff x="0" y="0"/>
          <a:chExt cx="0" cy="0"/>
        </a:xfrm>
      </p:grpSpPr>
      <p:grpSp>
        <p:nvGrpSpPr>
          <p:cNvPr id="1041" name="Google Shape;1041;p18"/>
          <p:cNvGrpSpPr/>
          <p:nvPr/>
        </p:nvGrpSpPr>
        <p:grpSpPr>
          <a:xfrm>
            <a:off x="0" y="1230541"/>
            <a:ext cx="9143899" cy="3912953"/>
            <a:chOff x="0" y="1737996"/>
            <a:chExt cx="9100218" cy="3405529"/>
          </a:xfrm>
        </p:grpSpPr>
        <p:sp>
          <p:nvSpPr>
            <p:cNvPr id="1042" name="Google Shape;1042;p18"/>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18"/>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44" name="Google Shape;1044;p18"/>
          <p:cNvPicPr preferRelativeResize="0"/>
          <p:nvPr/>
        </p:nvPicPr>
        <p:blipFill>
          <a:blip r:embed="rId2">
            <a:alphaModFix/>
          </a:blip>
          <a:stretch>
            <a:fillRect/>
          </a:stretch>
        </p:blipFill>
        <p:spPr>
          <a:xfrm rot="10800000" flipH="1">
            <a:off x="1439" y="0"/>
            <a:ext cx="9141126" cy="5143502"/>
          </a:xfrm>
          <a:prstGeom prst="rect">
            <a:avLst/>
          </a:prstGeom>
          <a:noFill/>
          <a:ln>
            <a:noFill/>
          </a:ln>
        </p:spPr>
      </p:pic>
      <p:sp>
        <p:nvSpPr>
          <p:cNvPr id="1045" name="Google Shape;1045;p18"/>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46" name="Google Shape;1046;p18"/>
          <p:cNvSpPr txBox="1">
            <a:spLocks noGrp="1"/>
          </p:cNvSpPr>
          <p:nvPr>
            <p:ph type="title" idx="2"/>
          </p:nvPr>
        </p:nvSpPr>
        <p:spPr>
          <a:xfrm>
            <a:off x="713225" y="2673453"/>
            <a:ext cx="2399700" cy="4491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47" name="Google Shape;1047;p18"/>
          <p:cNvSpPr txBox="1">
            <a:spLocks noGrp="1"/>
          </p:cNvSpPr>
          <p:nvPr>
            <p:ph type="subTitle" idx="1"/>
          </p:nvPr>
        </p:nvSpPr>
        <p:spPr>
          <a:xfrm>
            <a:off x="713225" y="3033523"/>
            <a:ext cx="2399700" cy="911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48" name="Google Shape;1048;p18"/>
          <p:cNvSpPr txBox="1">
            <a:spLocks noGrp="1"/>
          </p:cNvSpPr>
          <p:nvPr>
            <p:ph type="title" idx="3"/>
          </p:nvPr>
        </p:nvSpPr>
        <p:spPr>
          <a:xfrm>
            <a:off x="3372098" y="2673450"/>
            <a:ext cx="2399700" cy="4491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49" name="Google Shape;1049;p18"/>
          <p:cNvSpPr txBox="1">
            <a:spLocks noGrp="1"/>
          </p:cNvSpPr>
          <p:nvPr>
            <p:ph type="subTitle" idx="4"/>
          </p:nvPr>
        </p:nvSpPr>
        <p:spPr>
          <a:xfrm>
            <a:off x="3372099" y="3033505"/>
            <a:ext cx="2399700" cy="911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50" name="Google Shape;1050;p18"/>
          <p:cNvSpPr txBox="1">
            <a:spLocks noGrp="1"/>
          </p:cNvSpPr>
          <p:nvPr>
            <p:ph type="title" idx="5"/>
          </p:nvPr>
        </p:nvSpPr>
        <p:spPr>
          <a:xfrm>
            <a:off x="6030971" y="2673453"/>
            <a:ext cx="2399700" cy="4491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51" name="Google Shape;1051;p18"/>
          <p:cNvSpPr txBox="1">
            <a:spLocks noGrp="1"/>
          </p:cNvSpPr>
          <p:nvPr>
            <p:ph type="subTitle" idx="6"/>
          </p:nvPr>
        </p:nvSpPr>
        <p:spPr>
          <a:xfrm>
            <a:off x="6030974" y="3033524"/>
            <a:ext cx="2399700" cy="911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hree columns 1">
  <p:cSld name="CUSTOM_3_2">
    <p:spTree>
      <p:nvGrpSpPr>
        <p:cNvPr id="1" name="Shape 1052"/>
        <p:cNvGrpSpPr/>
        <p:nvPr/>
      </p:nvGrpSpPr>
      <p:grpSpPr>
        <a:xfrm>
          <a:off x="0" y="0"/>
          <a:ext cx="0" cy="0"/>
          <a:chOff x="0" y="0"/>
          <a:chExt cx="0" cy="0"/>
        </a:xfrm>
      </p:grpSpPr>
      <p:grpSp>
        <p:nvGrpSpPr>
          <p:cNvPr id="1053" name="Google Shape;1053;p19"/>
          <p:cNvGrpSpPr/>
          <p:nvPr/>
        </p:nvGrpSpPr>
        <p:grpSpPr>
          <a:xfrm>
            <a:off x="0" y="1230541"/>
            <a:ext cx="9143899" cy="3912953"/>
            <a:chOff x="0" y="1737996"/>
            <a:chExt cx="9100218" cy="3405529"/>
          </a:xfrm>
        </p:grpSpPr>
        <p:sp>
          <p:nvSpPr>
            <p:cNvPr id="1054" name="Google Shape;1054;p19"/>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19"/>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56" name="Google Shape;1056;p19"/>
          <p:cNvPicPr preferRelativeResize="0"/>
          <p:nvPr/>
        </p:nvPicPr>
        <p:blipFill>
          <a:blip r:embed="rId2">
            <a:alphaModFix/>
          </a:blip>
          <a:stretch>
            <a:fillRect/>
          </a:stretch>
        </p:blipFill>
        <p:spPr>
          <a:xfrm flipH="1">
            <a:off x="1439" y="0"/>
            <a:ext cx="9141126" cy="5143502"/>
          </a:xfrm>
          <a:prstGeom prst="rect">
            <a:avLst/>
          </a:prstGeom>
          <a:noFill/>
          <a:ln>
            <a:noFill/>
          </a:ln>
        </p:spPr>
      </p:pic>
      <p:sp>
        <p:nvSpPr>
          <p:cNvPr id="1057" name="Google Shape;1057;p19"/>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58" name="Google Shape;1058;p19"/>
          <p:cNvSpPr txBox="1">
            <a:spLocks noGrp="1"/>
          </p:cNvSpPr>
          <p:nvPr>
            <p:ph type="title" idx="2"/>
          </p:nvPr>
        </p:nvSpPr>
        <p:spPr>
          <a:xfrm>
            <a:off x="2095050" y="1423475"/>
            <a:ext cx="4191900" cy="4491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59" name="Google Shape;1059;p19"/>
          <p:cNvSpPr txBox="1">
            <a:spLocks noGrp="1"/>
          </p:cNvSpPr>
          <p:nvPr>
            <p:ph type="subTitle" idx="1"/>
          </p:nvPr>
        </p:nvSpPr>
        <p:spPr>
          <a:xfrm>
            <a:off x="2095050" y="1783549"/>
            <a:ext cx="4191900" cy="5373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60" name="Google Shape;1060;p19"/>
          <p:cNvSpPr txBox="1">
            <a:spLocks noGrp="1"/>
          </p:cNvSpPr>
          <p:nvPr>
            <p:ph type="title" idx="3"/>
          </p:nvPr>
        </p:nvSpPr>
        <p:spPr>
          <a:xfrm>
            <a:off x="2857050" y="2488551"/>
            <a:ext cx="4191900" cy="4491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61" name="Google Shape;1061;p19"/>
          <p:cNvSpPr txBox="1">
            <a:spLocks noGrp="1"/>
          </p:cNvSpPr>
          <p:nvPr>
            <p:ph type="subTitle" idx="4"/>
          </p:nvPr>
        </p:nvSpPr>
        <p:spPr>
          <a:xfrm>
            <a:off x="2857050" y="2848624"/>
            <a:ext cx="4191900" cy="5373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62" name="Google Shape;1062;p19"/>
          <p:cNvSpPr txBox="1">
            <a:spLocks noGrp="1"/>
          </p:cNvSpPr>
          <p:nvPr>
            <p:ph type="title" idx="5"/>
          </p:nvPr>
        </p:nvSpPr>
        <p:spPr>
          <a:xfrm>
            <a:off x="2095050" y="3553626"/>
            <a:ext cx="4191900" cy="4491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63" name="Google Shape;1063;p19"/>
          <p:cNvSpPr txBox="1">
            <a:spLocks noGrp="1"/>
          </p:cNvSpPr>
          <p:nvPr>
            <p:ph type="subTitle" idx="6"/>
          </p:nvPr>
        </p:nvSpPr>
        <p:spPr>
          <a:xfrm>
            <a:off x="2095050" y="3913700"/>
            <a:ext cx="4191900" cy="5373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four columns">
  <p:cSld name="CUSTOM_3_1">
    <p:spTree>
      <p:nvGrpSpPr>
        <p:cNvPr id="1" name="Shape 1064"/>
        <p:cNvGrpSpPr/>
        <p:nvPr/>
      </p:nvGrpSpPr>
      <p:grpSpPr>
        <a:xfrm>
          <a:off x="0" y="0"/>
          <a:ext cx="0" cy="0"/>
          <a:chOff x="0" y="0"/>
          <a:chExt cx="0" cy="0"/>
        </a:xfrm>
      </p:grpSpPr>
      <p:grpSp>
        <p:nvGrpSpPr>
          <p:cNvPr id="1065" name="Google Shape;1065;p20"/>
          <p:cNvGrpSpPr/>
          <p:nvPr/>
        </p:nvGrpSpPr>
        <p:grpSpPr>
          <a:xfrm>
            <a:off x="0" y="1230541"/>
            <a:ext cx="9143899" cy="3912953"/>
            <a:chOff x="0" y="1737996"/>
            <a:chExt cx="9100218" cy="3405529"/>
          </a:xfrm>
        </p:grpSpPr>
        <p:sp>
          <p:nvSpPr>
            <p:cNvPr id="1066" name="Google Shape;1066;p20"/>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20"/>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68" name="Google Shape;1068;p20"/>
          <p:cNvPicPr preferRelativeResize="0"/>
          <p:nvPr/>
        </p:nvPicPr>
        <p:blipFill>
          <a:blip r:embed="rId2">
            <a:alphaModFix/>
          </a:blip>
          <a:stretch>
            <a:fillRect/>
          </a:stretch>
        </p:blipFill>
        <p:spPr>
          <a:xfrm>
            <a:off x="1426" y="0"/>
            <a:ext cx="9141126" cy="5143502"/>
          </a:xfrm>
          <a:prstGeom prst="rect">
            <a:avLst/>
          </a:prstGeom>
          <a:noFill/>
          <a:ln>
            <a:noFill/>
          </a:ln>
        </p:spPr>
      </p:pic>
      <p:sp>
        <p:nvSpPr>
          <p:cNvPr id="1069" name="Google Shape;1069;p20"/>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70" name="Google Shape;1070;p20"/>
          <p:cNvSpPr txBox="1">
            <a:spLocks noGrp="1"/>
          </p:cNvSpPr>
          <p:nvPr>
            <p:ph type="title" idx="2"/>
          </p:nvPr>
        </p:nvSpPr>
        <p:spPr>
          <a:xfrm>
            <a:off x="5388528" y="1585025"/>
            <a:ext cx="2523900" cy="3600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71" name="Google Shape;1071;p20"/>
          <p:cNvSpPr txBox="1">
            <a:spLocks noGrp="1"/>
          </p:cNvSpPr>
          <p:nvPr>
            <p:ph type="subTitle" idx="1"/>
          </p:nvPr>
        </p:nvSpPr>
        <p:spPr>
          <a:xfrm>
            <a:off x="5388517" y="1945072"/>
            <a:ext cx="2523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72" name="Google Shape;1072;p20"/>
          <p:cNvSpPr txBox="1">
            <a:spLocks noGrp="1"/>
          </p:cNvSpPr>
          <p:nvPr>
            <p:ph type="title" idx="3"/>
          </p:nvPr>
        </p:nvSpPr>
        <p:spPr>
          <a:xfrm>
            <a:off x="5388528" y="3298325"/>
            <a:ext cx="2523900" cy="3600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73" name="Google Shape;1073;p20"/>
          <p:cNvSpPr txBox="1">
            <a:spLocks noGrp="1"/>
          </p:cNvSpPr>
          <p:nvPr>
            <p:ph type="subTitle" idx="4"/>
          </p:nvPr>
        </p:nvSpPr>
        <p:spPr>
          <a:xfrm>
            <a:off x="5388517" y="3658376"/>
            <a:ext cx="2523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74" name="Google Shape;1074;p20"/>
          <p:cNvSpPr txBox="1">
            <a:spLocks noGrp="1"/>
          </p:cNvSpPr>
          <p:nvPr>
            <p:ph type="title" idx="5"/>
          </p:nvPr>
        </p:nvSpPr>
        <p:spPr>
          <a:xfrm>
            <a:off x="1869398" y="1585025"/>
            <a:ext cx="2523900" cy="3600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75" name="Google Shape;1075;p20"/>
          <p:cNvSpPr txBox="1">
            <a:spLocks noGrp="1"/>
          </p:cNvSpPr>
          <p:nvPr>
            <p:ph type="subTitle" idx="6"/>
          </p:nvPr>
        </p:nvSpPr>
        <p:spPr>
          <a:xfrm>
            <a:off x="1869387" y="1945072"/>
            <a:ext cx="2523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76" name="Google Shape;1076;p20"/>
          <p:cNvSpPr txBox="1">
            <a:spLocks noGrp="1"/>
          </p:cNvSpPr>
          <p:nvPr>
            <p:ph type="title" idx="7"/>
          </p:nvPr>
        </p:nvSpPr>
        <p:spPr>
          <a:xfrm>
            <a:off x="1869398" y="3298325"/>
            <a:ext cx="2523900" cy="3600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77" name="Google Shape;1077;p20"/>
          <p:cNvSpPr txBox="1">
            <a:spLocks noGrp="1"/>
          </p:cNvSpPr>
          <p:nvPr>
            <p:ph type="subTitle" idx="8"/>
          </p:nvPr>
        </p:nvSpPr>
        <p:spPr>
          <a:xfrm>
            <a:off x="1869387" y="3658376"/>
            <a:ext cx="2523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six columns">
  <p:cSld name="CUSTOM_3_1_1">
    <p:spTree>
      <p:nvGrpSpPr>
        <p:cNvPr id="1" name="Shape 1078"/>
        <p:cNvGrpSpPr/>
        <p:nvPr/>
      </p:nvGrpSpPr>
      <p:grpSpPr>
        <a:xfrm>
          <a:off x="0" y="0"/>
          <a:ext cx="0" cy="0"/>
          <a:chOff x="0" y="0"/>
          <a:chExt cx="0" cy="0"/>
        </a:xfrm>
      </p:grpSpPr>
      <p:grpSp>
        <p:nvGrpSpPr>
          <p:cNvPr id="1079" name="Google Shape;1079;p21"/>
          <p:cNvGrpSpPr/>
          <p:nvPr/>
        </p:nvGrpSpPr>
        <p:grpSpPr>
          <a:xfrm>
            <a:off x="0" y="1230541"/>
            <a:ext cx="9143899" cy="3912953"/>
            <a:chOff x="0" y="1737996"/>
            <a:chExt cx="9100218" cy="3405529"/>
          </a:xfrm>
        </p:grpSpPr>
        <p:sp>
          <p:nvSpPr>
            <p:cNvPr id="1080" name="Google Shape;1080;p21"/>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82" name="Google Shape;1082;p21"/>
          <p:cNvPicPr preferRelativeResize="0"/>
          <p:nvPr/>
        </p:nvPicPr>
        <p:blipFill>
          <a:blip r:embed="rId2">
            <a:alphaModFix/>
          </a:blip>
          <a:stretch>
            <a:fillRect/>
          </a:stretch>
        </p:blipFill>
        <p:spPr>
          <a:xfrm flipH="1">
            <a:off x="1439" y="0"/>
            <a:ext cx="9141126" cy="5143502"/>
          </a:xfrm>
          <a:prstGeom prst="rect">
            <a:avLst/>
          </a:prstGeom>
          <a:noFill/>
          <a:ln>
            <a:noFill/>
          </a:ln>
        </p:spPr>
      </p:pic>
      <p:sp>
        <p:nvSpPr>
          <p:cNvPr id="1083" name="Google Shape;1083;p21"/>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84" name="Google Shape;1084;p21"/>
          <p:cNvSpPr txBox="1">
            <a:spLocks noGrp="1"/>
          </p:cNvSpPr>
          <p:nvPr>
            <p:ph type="title" idx="2"/>
          </p:nvPr>
        </p:nvSpPr>
        <p:spPr>
          <a:xfrm>
            <a:off x="3353538" y="1737425"/>
            <a:ext cx="2436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85" name="Google Shape;1085;p21"/>
          <p:cNvSpPr txBox="1">
            <a:spLocks noGrp="1"/>
          </p:cNvSpPr>
          <p:nvPr>
            <p:ph type="subTitle" idx="1"/>
          </p:nvPr>
        </p:nvSpPr>
        <p:spPr>
          <a:xfrm>
            <a:off x="3353538" y="2097472"/>
            <a:ext cx="24369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86" name="Google Shape;1086;p21"/>
          <p:cNvSpPr txBox="1">
            <a:spLocks noGrp="1"/>
          </p:cNvSpPr>
          <p:nvPr>
            <p:ph type="title" idx="3"/>
          </p:nvPr>
        </p:nvSpPr>
        <p:spPr>
          <a:xfrm>
            <a:off x="3353538" y="3450729"/>
            <a:ext cx="2436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87" name="Google Shape;1087;p21"/>
          <p:cNvSpPr txBox="1">
            <a:spLocks noGrp="1"/>
          </p:cNvSpPr>
          <p:nvPr>
            <p:ph type="subTitle" idx="4"/>
          </p:nvPr>
        </p:nvSpPr>
        <p:spPr>
          <a:xfrm>
            <a:off x="3353538" y="3810776"/>
            <a:ext cx="24369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88" name="Google Shape;1088;p21"/>
          <p:cNvSpPr txBox="1">
            <a:spLocks noGrp="1"/>
          </p:cNvSpPr>
          <p:nvPr>
            <p:ph type="title" idx="5"/>
          </p:nvPr>
        </p:nvSpPr>
        <p:spPr>
          <a:xfrm>
            <a:off x="743449" y="1737425"/>
            <a:ext cx="2436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89" name="Google Shape;1089;p21"/>
          <p:cNvSpPr txBox="1">
            <a:spLocks noGrp="1"/>
          </p:cNvSpPr>
          <p:nvPr>
            <p:ph type="subTitle" idx="6"/>
          </p:nvPr>
        </p:nvSpPr>
        <p:spPr>
          <a:xfrm>
            <a:off x="743449" y="2097472"/>
            <a:ext cx="24369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90" name="Google Shape;1090;p21"/>
          <p:cNvSpPr txBox="1">
            <a:spLocks noGrp="1"/>
          </p:cNvSpPr>
          <p:nvPr>
            <p:ph type="title" idx="7"/>
          </p:nvPr>
        </p:nvSpPr>
        <p:spPr>
          <a:xfrm>
            <a:off x="743449" y="3450729"/>
            <a:ext cx="2436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91" name="Google Shape;1091;p21"/>
          <p:cNvSpPr txBox="1">
            <a:spLocks noGrp="1"/>
          </p:cNvSpPr>
          <p:nvPr>
            <p:ph type="subTitle" idx="8"/>
          </p:nvPr>
        </p:nvSpPr>
        <p:spPr>
          <a:xfrm>
            <a:off x="743449" y="3810776"/>
            <a:ext cx="24369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92" name="Google Shape;1092;p21"/>
          <p:cNvSpPr txBox="1">
            <a:spLocks noGrp="1"/>
          </p:cNvSpPr>
          <p:nvPr>
            <p:ph type="title" idx="9"/>
          </p:nvPr>
        </p:nvSpPr>
        <p:spPr>
          <a:xfrm>
            <a:off x="5963638" y="1737425"/>
            <a:ext cx="2436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93" name="Google Shape;1093;p21"/>
          <p:cNvSpPr txBox="1">
            <a:spLocks noGrp="1"/>
          </p:cNvSpPr>
          <p:nvPr>
            <p:ph type="subTitle" idx="13"/>
          </p:nvPr>
        </p:nvSpPr>
        <p:spPr>
          <a:xfrm>
            <a:off x="5963638" y="2097472"/>
            <a:ext cx="24369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94" name="Google Shape;1094;p21"/>
          <p:cNvSpPr txBox="1">
            <a:spLocks noGrp="1"/>
          </p:cNvSpPr>
          <p:nvPr>
            <p:ph type="title" idx="14"/>
          </p:nvPr>
        </p:nvSpPr>
        <p:spPr>
          <a:xfrm>
            <a:off x="5963638" y="3450729"/>
            <a:ext cx="2436900" cy="613500"/>
          </a:xfrm>
          <a:prstGeom prst="rect">
            <a:avLst/>
          </a:prstGeom>
        </p:spPr>
        <p:txBody>
          <a:bodyPr spcFirstLastPara="1" wrap="square" lIns="91425" tIns="91425" rIns="91425" bIns="91425" anchor="t" anchorCtr="0">
            <a:noAutofit/>
          </a:bodyPr>
          <a:lstStyle>
            <a:lvl1pPr lvl="0" rtl="0">
              <a:spcBef>
                <a:spcPts val="0"/>
              </a:spcBef>
              <a:spcAft>
                <a:spcPts val="0"/>
              </a:spcAft>
              <a:buSzPts val="2000"/>
              <a:buNone/>
              <a:defRPr sz="2000"/>
            </a:lvl1pPr>
            <a:lvl2pPr lvl="1" rtl="0">
              <a:spcBef>
                <a:spcPts val="0"/>
              </a:spcBef>
              <a:spcAft>
                <a:spcPts val="0"/>
              </a:spcAft>
              <a:buSzPts val="2800"/>
              <a:buNone/>
              <a:defRPr>
                <a:latin typeface="Barlow"/>
                <a:ea typeface="Barlow"/>
                <a:cs typeface="Barlow"/>
                <a:sym typeface="Barlow"/>
              </a:defRPr>
            </a:lvl2pPr>
            <a:lvl3pPr lvl="2" rtl="0">
              <a:spcBef>
                <a:spcPts val="0"/>
              </a:spcBef>
              <a:spcAft>
                <a:spcPts val="0"/>
              </a:spcAft>
              <a:buSzPts val="2800"/>
              <a:buNone/>
              <a:defRPr>
                <a:latin typeface="Barlow"/>
                <a:ea typeface="Barlow"/>
                <a:cs typeface="Barlow"/>
                <a:sym typeface="Barlow"/>
              </a:defRPr>
            </a:lvl3pPr>
            <a:lvl4pPr lvl="3" rtl="0">
              <a:spcBef>
                <a:spcPts val="0"/>
              </a:spcBef>
              <a:spcAft>
                <a:spcPts val="0"/>
              </a:spcAft>
              <a:buSzPts val="2800"/>
              <a:buNone/>
              <a:defRPr>
                <a:latin typeface="Barlow"/>
                <a:ea typeface="Barlow"/>
                <a:cs typeface="Barlow"/>
                <a:sym typeface="Barlow"/>
              </a:defRPr>
            </a:lvl4pPr>
            <a:lvl5pPr lvl="4" rtl="0">
              <a:spcBef>
                <a:spcPts val="0"/>
              </a:spcBef>
              <a:spcAft>
                <a:spcPts val="0"/>
              </a:spcAft>
              <a:buSzPts val="2800"/>
              <a:buNone/>
              <a:defRPr>
                <a:latin typeface="Barlow"/>
                <a:ea typeface="Barlow"/>
                <a:cs typeface="Barlow"/>
                <a:sym typeface="Barlow"/>
              </a:defRPr>
            </a:lvl5pPr>
            <a:lvl6pPr lvl="5" rtl="0">
              <a:spcBef>
                <a:spcPts val="0"/>
              </a:spcBef>
              <a:spcAft>
                <a:spcPts val="0"/>
              </a:spcAft>
              <a:buSzPts val="2800"/>
              <a:buNone/>
              <a:defRPr>
                <a:latin typeface="Barlow"/>
                <a:ea typeface="Barlow"/>
                <a:cs typeface="Barlow"/>
                <a:sym typeface="Barlow"/>
              </a:defRPr>
            </a:lvl6pPr>
            <a:lvl7pPr lvl="6" rtl="0">
              <a:spcBef>
                <a:spcPts val="0"/>
              </a:spcBef>
              <a:spcAft>
                <a:spcPts val="0"/>
              </a:spcAft>
              <a:buSzPts val="2800"/>
              <a:buNone/>
              <a:defRPr>
                <a:latin typeface="Barlow"/>
                <a:ea typeface="Barlow"/>
                <a:cs typeface="Barlow"/>
                <a:sym typeface="Barlow"/>
              </a:defRPr>
            </a:lvl7pPr>
            <a:lvl8pPr lvl="7" rtl="0">
              <a:spcBef>
                <a:spcPts val="0"/>
              </a:spcBef>
              <a:spcAft>
                <a:spcPts val="0"/>
              </a:spcAft>
              <a:buSzPts val="2800"/>
              <a:buNone/>
              <a:defRPr>
                <a:latin typeface="Barlow"/>
                <a:ea typeface="Barlow"/>
                <a:cs typeface="Barlow"/>
                <a:sym typeface="Barlow"/>
              </a:defRPr>
            </a:lvl8pPr>
            <a:lvl9pPr lvl="8" rtl="0">
              <a:spcBef>
                <a:spcPts val="0"/>
              </a:spcBef>
              <a:spcAft>
                <a:spcPts val="0"/>
              </a:spcAft>
              <a:buSzPts val="2800"/>
              <a:buNone/>
              <a:defRPr>
                <a:latin typeface="Barlow"/>
                <a:ea typeface="Barlow"/>
                <a:cs typeface="Barlow"/>
                <a:sym typeface="Barlow"/>
              </a:defRPr>
            </a:lvl9pPr>
          </a:lstStyle>
          <a:p>
            <a:endParaRPr/>
          </a:p>
        </p:txBody>
      </p:sp>
      <p:sp>
        <p:nvSpPr>
          <p:cNvPr id="1095" name="Google Shape;1095;p21"/>
          <p:cNvSpPr txBox="1">
            <a:spLocks noGrp="1"/>
          </p:cNvSpPr>
          <p:nvPr>
            <p:ph type="subTitle" idx="15"/>
          </p:nvPr>
        </p:nvSpPr>
        <p:spPr>
          <a:xfrm>
            <a:off x="5963638" y="3810776"/>
            <a:ext cx="2436900" cy="613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p:cSld name="CUSTOM_5">
    <p:spTree>
      <p:nvGrpSpPr>
        <p:cNvPr id="1" name="Shape 1096"/>
        <p:cNvGrpSpPr/>
        <p:nvPr/>
      </p:nvGrpSpPr>
      <p:grpSpPr>
        <a:xfrm>
          <a:off x="0" y="0"/>
          <a:ext cx="0" cy="0"/>
          <a:chOff x="0" y="0"/>
          <a:chExt cx="0" cy="0"/>
        </a:xfrm>
      </p:grpSpPr>
      <p:grpSp>
        <p:nvGrpSpPr>
          <p:cNvPr id="1097" name="Google Shape;1097;p22"/>
          <p:cNvGrpSpPr/>
          <p:nvPr/>
        </p:nvGrpSpPr>
        <p:grpSpPr>
          <a:xfrm>
            <a:off x="0" y="1230541"/>
            <a:ext cx="9143899" cy="3912953"/>
            <a:chOff x="0" y="1737996"/>
            <a:chExt cx="9100218" cy="3405529"/>
          </a:xfrm>
        </p:grpSpPr>
        <p:sp>
          <p:nvSpPr>
            <p:cNvPr id="1098" name="Google Shape;1098;p22"/>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2"/>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00" name="Google Shape;1100;p22"/>
          <p:cNvPicPr preferRelativeResize="0"/>
          <p:nvPr/>
        </p:nvPicPr>
        <p:blipFill>
          <a:blip r:embed="rId2">
            <a:alphaModFix/>
          </a:blip>
          <a:stretch>
            <a:fillRect/>
          </a:stretch>
        </p:blipFill>
        <p:spPr>
          <a:xfrm flipH="1">
            <a:off x="1439" y="0"/>
            <a:ext cx="9141126" cy="5143502"/>
          </a:xfrm>
          <a:prstGeom prst="rect">
            <a:avLst/>
          </a:prstGeom>
          <a:noFill/>
          <a:ln>
            <a:noFill/>
          </a:ln>
        </p:spPr>
      </p:pic>
      <p:sp>
        <p:nvSpPr>
          <p:cNvPr id="1101" name="Google Shape;1101;p22"/>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02" name="Google Shape;1102;p22"/>
          <p:cNvSpPr txBox="1">
            <a:spLocks noGrp="1"/>
          </p:cNvSpPr>
          <p:nvPr>
            <p:ph type="subTitle" idx="1"/>
          </p:nvPr>
        </p:nvSpPr>
        <p:spPr>
          <a:xfrm>
            <a:off x="1421161" y="1861200"/>
            <a:ext cx="2217900" cy="1310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1">
  <p:cSld name="CUSTOM_5_1">
    <p:spTree>
      <p:nvGrpSpPr>
        <p:cNvPr id="1" name="Shape 1103"/>
        <p:cNvGrpSpPr/>
        <p:nvPr/>
      </p:nvGrpSpPr>
      <p:grpSpPr>
        <a:xfrm>
          <a:off x="0" y="0"/>
          <a:ext cx="0" cy="0"/>
          <a:chOff x="0" y="0"/>
          <a:chExt cx="0" cy="0"/>
        </a:xfrm>
      </p:grpSpPr>
      <p:grpSp>
        <p:nvGrpSpPr>
          <p:cNvPr id="1104" name="Google Shape;1104;p23"/>
          <p:cNvGrpSpPr/>
          <p:nvPr/>
        </p:nvGrpSpPr>
        <p:grpSpPr>
          <a:xfrm>
            <a:off x="0" y="1230541"/>
            <a:ext cx="9143899" cy="3912953"/>
            <a:chOff x="0" y="1737996"/>
            <a:chExt cx="9100218" cy="3405529"/>
          </a:xfrm>
        </p:grpSpPr>
        <p:sp>
          <p:nvSpPr>
            <p:cNvPr id="1105" name="Google Shape;1105;p23"/>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3"/>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07" name="Google Shape;1107;p23"/>
          <p:cNvPicPr preferRelativeResize="0"/>
          <p:nvPr/>
        </p:nvPicPr>
        <p:blipFill>
          <a:blip r:embed="rId2">
            <a:alphaModFix/>
          </a:blip>
          <a:stretch>
            <a:fillRect/>
          </a:stretch>
        </p:blipFill>
        <p:spPr>
          <a:xfrm>
            <a:off x="1439" y="0"/>
            <a:ext cx="9141126" cy="5143502"/>
          </a:xfrm>
          <a:prstGeom prst="rect">
            <a:avLst/>
          </a:prstGeom>
          <a:noFill/>
          <a:ln>
            <a:noFill/>
          </a:ln>
        </p:spPr>
      </p:pic>
      <p:sp>
        <p:nvSpPr>
          <p:cNvPr id="1108" name="Google Shape;1108;p23"/>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09" name="Google Shape;1109;p23"/>
          <p:cNvSpPr txBox="1">
            <a:spLocks noGrp="1"/>
          </p:cNvSpPr>
          <p:nvPr>
            <p:ph type="subTitle" idx="1"/>
          </p:nvPr>
        </p:nvSpPr>
        <p:spPr>
          <a:xfrm flipH="1">
            <a:off x="5211975" y="2454713"/>
            <a:ext cx="2541900" cy="1180800"/>
          </a:xfrm>
          <a:prstGeom prst="rect">
            <a:avLst/>
          </a:prstGeom>
        </p:spPr>
        <p:txBody>
          <a:bodyPr spcFirstLastPara="1" wrap="square" lIns="91425" tIns="91425" rIns="91425" bIns="91425" anchor="ctr" anchorCtr="0">
            <a:noAutofit/>
          </a:bodyPr>
          <a:lstStyle>
            <a:lvl1pPr lvl="0"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2">
  <p:cSld name="CUSTOM_5_1_1">
    <p:spTree>
      <p:nvGrpSpPr>
        <p:cNvPr id="1" name="Shape 1110"/>
        <p:cNvGrpSpPr/>
        <p:nvPr/>
      </p:nvGrpSpPr>
      <p:grpSpPr>
        <a:xfrm>
          <a:off x="0" y="0"/>
          <a:ext cx="0" cy="0"/>
          <a:chOff x="0" y="0"/>
          <a:chExt cx="0" cy="0"/>
        </a:xfrm>
      </p:grpSpPr>
      <p:grpSp>
        <p:nvGrpSpPr>
          <p:cNvPr id="1111" name="Google Shape;1111;p24"/>
          <p:cNvGrpSpPr/>
          <p:nvPr/>
        </p:nvGrpSpPr>
        <p:grpSpPr>
          <a:xfrm>
            <a:off x="0" y="1230541"/>
            <a:ext cx="9143899" cy="3912953"/>
            <a:chOff x="0" y="1737996"/>
            <a:chExt cx="9100218" cy="3405529"/>
          </a:xfrm>
        </p:grpSpPr>
        <p:sp>
          <p:nvSpPr>
            <p:cNvPr id="1112" name="Google Shape;1112;p24"/>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4"/>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14" name="Google Shape;1114;p24"/>
          <p:cNvPicPr preferRelativeResize="0"/>
          <p:nvPr/>
        </p:nvPicPr>
        <p:blipFill>
          <a:blip r:embed="rId2">
            <a:alphaModFix/>
          </a:blip>
          <a:stretch>
            <a:fillRect/>
          </a:stretch>
        </p:blipFill>
        <p:spPr>
          <a:xfrm rot="10800000">
            <a:off x="1439" y="0"/>
            <a:ext cx="9141126" cy="5143502"/>
          </a:xfrm>
          <a:prstGeom prst="rect">
            <a:avLst/>
          </a:prstGeom>
          <a:noFill/>
          <a:ln>
            <a:noFill/>
          </a:ln>
        </p:spPr>
      </p:pic>
      <p:sp>
        <p:nvSpPr>
          <p:cNvPr id="1115" name="Google Shape;1115;p24"/>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16" name="Google Shape;1116;p24"/>
          <p:cNvSpPr txBox="1">
            <a:spLocks noGrp="1"/>
          </p:cNvSpPr>
          <p:nvPr>
            <p:ph type="subTitle" idx="1"/>
          </p:nvPr>
        </p:nvSpPr>
        <p:spPr>
          <a:xfrm>
            <a:off x="1223971" y="2416975"/>
            <a:ext cx="2574000" cy="1255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117"/>
        <p:cNvGrpSpPr/>
        <p:nvPr/>
      </p:nvGrpSpPr>
      <p:grpSpPr>
        <a:xfrm>
          <a:off x="0" y="0"/>
          <a:ext cx="0" cy="0"/>
          <a:chOff x="0" y="0"/>
          <a:chExt cx="0" cy="0"/>
        </a:xfrm>
      </p:grpSpPr>
      <p:grpSp>
        <p:nvGrpSpPr>
          <p:cNvPr id="1118" name="Google Shape;1118;p25"/>
          <p:cNvGrpSpPr/>
          <p:nvPr/>
        </p:nvGrpSpPr>
        <p:grpSpPr>
          <a:xfrm>
            <a:off x="0" y="1230541"/>
            <a:ext cx="9143899" cy="3912953"/>
            <a:chOff x="0" y="1737996"/>
            <a:chExt cx="9100218" cy="3405529"/>
          </a:xfrm>
        </p:grpSpPr>
        <p:sp>
          <p:nvSpPr>
            <p:cNvPr id="1119" name="Google Shape;1119;p25"/>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25"/>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21" name="Google Shape;1121;p25"/>
          <p:cNvPicPr preferRelativeResize="0"/>
          <p:nvPr/>
        </p:nvPicPr>
        <p:blipFill>
          <a:blip r:embed="rId2">
            <a:alphaModFix/>
          </a:blip>
          <a:stretch>
            <a:fillRect/>
          </a:stretch>
        </p:blipFill>
        <p:spPr>
          <a:xfrm rot="10800000" flipH="1">
            <a:off x="1439" y="0"/>
            <a:ext cx="9141126" cy="5143502"/>
          </a:xfrm>
          <a:prstGeom prst="rect">
            <a:avLst/>
          </a:prstGeom>
          <a:noFill/>
          <a:ln>
            <a:noFill/>
          </a:ln>
        </p:spPr>
      </p:pic>
      <p:sp>
        <p:nvSpPr>
          <p:cNvPr id="1122" name="Google Shape;1122;p2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3">
  <p:cSld name="CUSTOM_6">
    <p:spTree>
      <p:nvGrpSpPr>
        <p:cNvPr id="1" name="Shape 1123"/>
        <p:cNvGrpSpPr/>
        <p:nvPr/>
      </p:nvGrpSpPr>
      <p:grpSpPr>
        <a:xfrm>
          <a:off x="0" y="0"/>
          <a:ext cx="0" cy="0"/>
          <a:chOff x="0" y="0"/>
          <a:chExt cx="0" cy="0"/>
        </a:xfrm>
      </p:grpSpPr>
      <p:sp>
        <p:nvSpPr>
          <p:cNvPr id="1124" name="Google Shape;1124;p26"/>
          <p:cNvSpPr/>
          <p:nvPr/>
        </p:nvSpPr>
        <p:spPr>
          <a:xfrm>
            <a:off x="1434" y="2366710"/>
            <a:ext cx="9142269" cy="2776672"/>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25" name="Google Shape;1125;p26"/>
          <p:cNvPicPr preferRelativeResize="0"/>
          <p:nvPr/>
        </p:nvPicPr>
        <p:blipFill>
          <a:blip r:embed="rId2">
            <a:alphaModFix/>
          </a:blip>
          <a:stretch>
            <a:fillRect/>
          </a:stretch>
        </p:blipFill>
        <p:spPr>
          <a:xfrm>
            <a:off x="1426" y="0"/>
            <a:ext cx="9141126" cy="5143502"/>
          </a:xfrm>
          <a:prstGeom prst="rect">
            <a:avLst/>
          </a:prstGeom>
          <a:noFill/>
          <a:ln>
            <a:noFill/>
          </a:ln>
        </p:spPr>
      </p:pic>
      <p:sp>
        <p:nvSpPr>
          <p:cNvPr id="1126" name="Google Shape;1126;p26"/>
          <p:cNvSpPr txBox="1">
            <a:spLocks noGrp="1"/>
          </p:cNvSpPr>
          <p:nvPr>
            <p:ph type="title"/>
          </p:nvPr>
        </p:nvSpPr>
        <p:spPr>
          <a:xfrm>
            <a:off x="713225" y="1351875"/>
            <a:ext cx="3256200" cy="18774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27" name="Google Shape;1127;p26"/>
          <p:cNvSpPr txBox="1">
            <a:spLocks noGrp="1"/>
          </p:cNvSpPr>
          <p:nvPr>
            <p:ph type="subTitle" idx="1"/>
          </p:nvPr>
        </p:nvSpPr>
        <p:spPr>
          <a:xfrm>
            <a:off x="713225" y="3153075"/>
            <a:ext cx="3256200" cy="8829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Quote">
  <p:cSld name="CUSTOM_1">
    <p:spTree>
      <p:nvGrpSpPr>
        <p:cNvPr id="1" name="Shape 1128"/>
        <p:cNvGrpSpPr/>
        <p:nvPr/>
      </p:nvGrpSpPr>
      <p:grpSpPr>
        <a:xfrm>
          <a:off x="0" y="0"/>
          <a:ext cx="0" cy="0"/>
          <a:chOff x="0" y="0"/>
          <a:chExt cx="0" cy="0"/>
        </a:xfrm>
      </p:grpSpPr>
      <p:grpSp>
        <p:nvGrpSpPr>
          <p:cNvPr id="1129" name="Google Shape;1129;p27"/>
          <p:cNvGrpSpPr/>
          <p:nvPr/>
        </p:nvGrpSpPr>
        <p:grpSpPr>
          <a:xfrm>
            <a:off x="0" y="377672"/>
            <a:ext cx="9143899" cy="4765829"/>
            <a:chOff x="0" y="995725"/>
            <a:chExt cx="9100218" cy="4147806"/>
          </a:xfrm>
        </p:grpSpPr>
        <p:sp>
          <p:nvSpPr>
            <p:cNvPr id="1130" name="Google Shape;1130;p27"/>
            <p:cNvSpPr/>
            <p:nvPr/>
          </p:nvSpPr>
          <p:spPr>
            <a:xfrm>
              <a:off x="0" y="995725"/>
              <a:ext cx="9100218" cy="4147806"/>
            </a:xfrm>
            <a:custGeom>
              <a:avLst/>
              <a:gdLst/>
              <a:ahLst/>
              <a:cxnLst/>
              <a:rect l="l" t="t" r="r" b="b"/>
              <a:pathLst>
                <a:path w="172214" h="149148" extrusionOk="0">
                  <a:moveTo>
                    <a:pt x="59597" y="0"/>
                  </a:moveTo>
                  <a:cubicBezTo>
                    <a:pt x="53773" y="0"/>
                    <a:pt x="47747" y="958"/>
                    <a:pt x="42599" y="2532"/>
                  </a:cubicBezTo>
                  <a:cubicBezTo>
                    <a:pt x="32321" y="5673"/>
                    <a:pt x="24358" y="10798"/>
                    <a:pt x="15403" y="15097"/>
                  </a:cubicBezTo>
                  <a:cubicBezTo>
                    <a:pt x="11435" y="16998"/>
                    <a:pt x="6723" y="18844"/>
                    <a:pt x="1626" y="19450"/>
                  </a:cubicBezTo>
                  <a:cubicBezTo>
                    <a:pt x="1350" y="19478"/>
                    <a:pt x="1075" y="19491"/>
                    <a:pt x="803" y="19491"/>
                  </a:cubicBezTo>
                  <a:cubicBezTo>
                    <a:pt x="530" y="19491"/>
                    <a:pt x="262" y="19478"/>
                    <a:pt x="0" y="19450"/>
                  </a:cubicBezTo>
                  <a:lnTo>
                    <a:pt x="0" y="149148"/>
                  </a:lnTo>
                  <a:lnTo>
                    <a:pt x="172214" y="149148"/>
                  </a:lnTo>
                  <a:lnTo>
                    <a:pt x="172214" y="13416"/>
                  </a:lnTo>
                  <a:cubicBezTo>
                    <a:pt x="165208" y="12298"/>
                    <a:pt x="158041" y="11441"/>
                    <a:pt x="151041" y="11441"/>
                  </a:cubicBezTo>
                  <a:cubicBezTo>
                    <a:pt x="145788" y="11441"/>
                    <a:pt x="140630" y="11924"/>
                    <a:pt x="135704" y="13140"/>
                  </a:cubicBezTo>
                  <a:cubicBezTo>
                    <a:pt x="128954" y="14793"/>
                    <a:pt x="123195" y="17714"/>
                    <a:pt x="116196" y="18982"/>
                  </a:cubicBezTo>
                  <a:cubicBezTo>
                    <a:pt x="113783" y="19421"/>
                    <a:pt x="111262" y="19633"/>
                    <a:pt x="108736" y="19633"/>
                  </a:cubicBezTo>
                  <a:cubicBezTo>
                    <a:pt x="101281" y="19633"/>
                    <a:pt x="93781" y="17790"/>
                    <a:pt x="88862" y="14518"/>
                  </a:cubicBezTo>
                  <a:cubicBezTo>
                    <a:pt x="83655" y="11046"/>
                    <a:pt x="81285" y="6252"/>
                    <a:pt x="75333" y="3193"/>
                  </a:cubicBezTo>
                  <a:cubicBezTo>
                    <a:pt x="71001" y="951"/>
                    <a:pt x="65399" y="0"/>
                    <a:pt x="59597"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7"/>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7"/>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7"/>
          <p:cNvSpPr txBox="1">
            <a:spLocks noGrp="1"/>
          </p:cNvSpPr>
          <p:nvPr>
            <p:ph type="title"/>
          </p:nvPr>
        </p:nvSpPr>
        <p:spPr>
          <a:xfrm>
            <a:off x="2177075" y="3104783"/>
            <a:ext cx="4789800" cy="5205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34" name="Google Shape;1134;p27"/>
          <p:cNvSpPr txBox="1">
            <a:spLocks noGrp="1"/>
          </p:cNvSpPr>
          <p:nvPr>
            <p:ph type="subTitle" idx="1"/>
          </p:nvPr>
        </p:nvSpPr>
        <p:spPr>
          <a:xfrm>
            <a:off x="2177125" y="1823108"/>
            <a:ext cx="4789800" cy="1028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20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pic>
        <p:nvPicPr>
          <p:cNvPr id="1135" name="Google Shape;1135;p27"/>
          <p:cNvPicPr preferRelativeResize="0"/>
          <p:nvPr/>
        </p:nvPicPr>
        <p:blipFill>
          <a:blip r:embed="rId2">
            <a:alphaModFix/>
          </a:blip>
          <a:stretch>
            <a:fillRect/>
          </a:stretch>
        </p:blipFill>
        <p:spPr>
          <a:xfrm rot="10800000" flipH="1">
            <a:off x="1439" y="0"/>
            <a:ext cx="9141126" cy="5143502"/>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s and text">
  <p:cSld name="CUSTOM_4">
    <p:spTree>
      <p:nvGrpSpPr>
        <p:cNvPr id="1" name="Shape 1136"/>
        <p:cNvGrpSpPr/>
        <p:nvPr/>
      </p:nvGrpSpPr>
      <p:grpSpPr>
        <a:xfrm>
          <a:off x="0" y="0"/>
          <a:ext cx="0" cy="0"/>
          <a:chOff x="0" y="0"/>
          <a:chExt cx="0" cy="0"/>
        </a:xfrm>
      </p:grpSpPr>
      <p:grpSp>
        <p:nvGrpSpPr>
          <p:cNvPr id="1137" name="Google Shape;1137;p28"/>
          <p:cNvGrpSpPr/>
          <p:nvPr/>
        </p:nvGrpSpPr>
        <p:grpSpPr>
          <a:xfrm>
            <a:off x="0" y="1230541"/>
            <a:ext cx="9143899" cy="3912953"/>
            <a:chOff x="0" y="1737996"/>
            <a:chExt cx="9100218" cy="3405529"/>
          </a:xfrm>
        </p:grpSpPr>
        <p:sp>
          <p:nvSpPr>
            <p:cNvPr id="1138" name="Google Shape;1138;p28"/>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28"/>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40" name="Google Shape;1140;p28"/>
          <p:cNvPicPr preferRelativeResize="0"/>
          <p:nvPr/>
        </p:nvPicPr>
        <p:blipFill>
          <a:blip r:embed="rId2">
            <a:alphaModFix/>
          </a:blip>
          <a:stretch>
            <a:fillRect/>
          </a:stretch>
        </p:blipFill>
        <p:spPr>
          <a:xfrm flipH="1">
            <a:off x="1439" y="0"/>
            <a:ext cx="9141126" cy="5143502"/>
          </a:xfrm>
          <a:prstGeom prst="rect">
            <a:avLst/>
          </a:prstGeom>
          <a:noFill/>
          <a:ln>
            <a:noFill/>
          </a:ln>
        </p:spPr>
      </p:pic>
      <p:sp>
        <p:nvSpPr>
          <p:cNvPr id="1141" name="Google Shape;1141;p28"/>
          <p:cNvSpPr txBox="1">
            <a:spLocks noGrp="1"/>
          </p:cNvSpPr>
          <p:nvPr>
            <p:ph type="title" hasCustomPrompt="1"/>
          </p:nvPr>
        </p:nvSpPr>
        <p:spPr>
          <a:xfrm>
            <a:off x="2553775" y="539500"/>
            <a:ext cx="5877000" cy="915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000"/>
              <a:buNone/>
              <a:defRPr sz="5000"/>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r>
              <a:t>xx%</a:t>
            </a:r>
          </a:p>
        </p:txBody>
      </p:sp>
      <p:sp>
        <p:nvSpPr>
          <p:cNvPr id="1142" name="Google Shape;1142;p28"/>
          <p:cNvSpPr txBox="1">
            <a:spLocks noGrp="1"/>
          </p:cNvSpPr>
          <p:nvPr>
            <p:ph type="subTitle" idx="1"/>
          </p:nvPr>
        </p:nvSpPr>
        <p:spPr>
          <a:xfrm>
            <a:off x="2553775" y="1454325"/>
            <a:ext cx="5877000" cy="365400"/>
          </a:xfrm>
          <a:prstGeom prst="rect">
            <a:avLst/>
          </a:prstGeom>
        </p:spPr>
        <p:txBody>
          <a:bodyPr spcFirstLastPara="1" wrap="square" lIns="91425" tIns="91425" rIns="91425" bIns="91425" anchor="ctr" anchorCtr="0">
            <a:noAutofit/>
          </a:bodyPr>
          <a:lstStyle>
            <a:lvl1pPr lvl="0" algn="r">
              <a:spcBef>
                <a:spcPts val="0"/>
              </a:spcBef>
              <a:spcAft>
                <a:spcPts val="0"/>
              </a:spcAft>
              <a:buSzPts val="1600"/>
              <a:buNone/>
              <a:defRPr/>
            </a:lvl1pPr>
            <a:lvl2pPr lvl="1" algn="ctr">
              <a:spcBef>
                <a:spcPts val="0"/>
              </a:spcBef>
              <a:spcAft>
                <a:spcPts val="0"/>
              </a:spcAft>
              <a:buSzPts val="1600"/>
              <a:buNone/>
              <a:defRPr/>
            </a:lvl2pPr>
            <a:lvl3pPr lvl="2" algn="ctr">
              <a:spcBef>
                <a:spcPts val="0"/>
              </a:spcBef>
              <a:spcAft>
                <a:spcPts val="0"/>
              </a:spcAft>
              <a:buSzPts val="1600"/>
              <a:buNone/>
              <a:defRPr/>
            </a:lvl3pPr>
            <a:lvl4pPr lvl="3" algn="ctr">
              <a:spcBef>
                <a:spcPts val="0"/>
              </a:spcBef>
              <a:spcAft>
                <a:spcPts val="0"/>
              </a:spcAft>
              <a:buSzPts val="1600"/>
              <a:buNone/>
              <a:defRPr/>
            </a:lvl4pPr>
            <a:lvl5pPr lvl="4" algn="ctr">
              <a:spcBef>
                <a:spcPts val="0"/>
              </a:spcBef>
              <a:spcAft>
                <a:spcPts val="0"/>
              </a:spcAft>
              <a:buSzPts val="1600"/>
              <a:buNone/>
              <a:defRPr/>
            </a:lvl5pPr>
            <a:lvl6pPr lvl="5" algn="ctr">
              <a:spcBef>
                <a:spcPts val="0"/>
              </a:spcBef>
              <a:spcAft>
                <a:spcPts val="0"/>
              </a:spcAft>
              <a:buSzPts val="1600"/>
              <a:buNone/>
              <a:defRPr/>
            </a:lvl6pPr>
            <a:lvl7pPr lvl="6" algn="ctr">
              <a:spcBef>
                <a:spcPts val="0"/>
              </a:spcBef>
              <a:spcAft>
                <a:spcPts val="0"/>
              </a:spcAft>
              <a:buSzPts val="1600"/>
              <a:buNone/>
              <a:defRPr/>
            </a:lvl7pPr>
            <a:lvl8pPr lvl="7" algn="ctr">
              <a:spcBef>
                <a:spcPts val="0"/>
              </a:spcBef>
              <a:spcAft>
                <a:spcPts val="0"/>
              </a:spcAft>
              <a:buSzPts val="1600"/>
              <a:buNone/>
              <a:defRPr/>
            </a:lvl8pPr>
            <a:lvl9pPr lvl="8" algn="ctr">
              <a:spcBef>
                <a:spcPts val="0"/>
              </a:spcBef>
              <a:spcAft>
                <a:spcPts val="0"/>
              </a:spcAft>
              <a:buSzPts val="1600"/>
              <a:buNone/>
              <a:defRPr/>
            </a:lvl9pPr>
          </a:lstStyle>
          <a:p>
            <a:endParaRPr/>
          </a:p>
        </p:txBody>
      </p:sp>
      <p:sp>
        <p:nvSpPr>
          <p:cNvPr id="1143" name="Google Shape;1143;p28"/>
          <p:cNvSpPr txBox="1">
            <a:spLocks noGrp="1"/>
          </p:cNvSpPr>
          <p:nvPr>
            <p:ph type="title" idx="2" hasCustomPrompt="1"/>
          </p:nvPr>
        </p:nvSpPr>
        <p:spPr>
          <a:xfrm>
            <a:off x="2553775" y="1931655"/>
            <a:ext cx="5877000" cy="915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000"/>
              <a:buNone/>
              <a:defRPr sz="5000"/>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r>
              <a:t>xx%</a:t>
            </a:r>
          </a:p>
        </p:txBody>
      </p:sp>
      <p:sp>
        <p:nvSpPr>
          <p:cNvPr id="1144" name="Google Shape;1144;p28"/>
          <p:cNvSpPr txBox="1">
            <a:spLocks noGrp="1"/>
          </p:cNvSpPr>
          <p:nvPr>
            <p:ph type="subTitle" idx="3"/>
          </p:nvPr>
        </p:nvSpPr>
        <p:spPr>
          <a:xfrm>
            <a:off x="2553775" y="2846480"/>
            <a:ext cx="5877000" cy="365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1145" name="Google Shape;1145;p28"/>
          <p:cNvSpPr txBox="1">
            <a:spLocks noGrp="1"/>
          </p:cNvSpPr>
          <p:nvPr>
            <p:ph type="title" idx="4" hasCustomPrompt="1"/>
          </p:nvPr>
        </p:nvSpPr>
        <p:spPr>
          <a:xfrm>
            <a:off x="2553775" y="3323809"/>
            <a:ext cx="5877000" cy="915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000"/>
              <a:buNone/>
              <a:defRPr sz="5000"/>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r>
              <a:t>xx%</a:t>
            </a:r>
          </a:p>
        </p:txBody>
      </p:sp>
      <p:sp>
        <p:nvSpPr>
          <p:cNvPr id="1146" name="Google Shape;1146;p28"/>
          <p:cNvSpPr txBox="1">
            <a:spLocks noGrp="1"/>
          </p:cNvSpPr>
          <p:nvPr>
            <p:ph type="subTitle" idx="5"/>
          </p:nvPr>
        </p:nvSpPr>
        <p:spPr>
          <a:xfrm>
            <a:off x="2553775" y="4238634"/>
            <a:ext cx="5877000" cy="365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header 2">
  <p:cSld name="CUSTOM_7">
    <p:spTree>
      <p:nvGrpSpPr>
        <p:cNvPr id="1" name="Shape 1147"/>
        <p:cNvGrpSpPr/>
        <p:nvPr/>
      </p:nvGrpSpPr>
      <p:grpSpPr>
        <a:xfrm>
          <a:off x="0" y="0"/>
          <a:ext cx="0" cy="0"/>
          <a:chOff x="0" y="0"/>
          <a:chExt cx="0" cy="0"/>
        </a:xfrm>
      </p:grpSpPr>
      <p:sp>
        <p:nvSpPr>
          <p:cNvPr id="1148" name="Google Shape;1148;p29"/>
          <p:cNvSpPr/>
          <p:nvPr/>
        </p:nvSpPr>
        <p:spPr>
          <a:xfrm rot="10800000">
            <a:off x="0" y="-1"/>
            <a:ext cx="9143702" cy="3347627"/>
          </a:xfrm>
          <a:custGeom>
            <a:avLst/>
            <a:gdLst/>
            <a:ahLst/>
            <a:cxnLst/>
            <a:rect l="l" t="t" r="r" b="b"/>
            <a:pathLst>
              <a:path w="172214" h="149148" extrusionOk="0">
                <a:moveTo>
                  <a:pt x="59597" y="0"/>
                </a:moveTo>
                <a:cubicBezTo>
                  <a:pt x="53773" y="0"/>
                  <a:pt x="47747" y="958"/>
                  <a:pt x="42599" y="2532"/>
                </a:cubicBezTo>
                <a:cubicBezTo>
                  <a:pt x="32321" y="5673"/>
                  <a:pt x="24358" y="10798"/>
                  <a:pt x="15403" y="15097"/>
                </a:cubicBezTo>
                <a:cubicBezTo>
                  <a:pt x="11435" y="16998"/>
                  <a:pt x="6723" y="18844"/>
                  <a:pt x="1626" y="19450"/>
                </a:cubicBezTo>
                <a:cubicBezTo>
                  <a:pt x="1350" y="19478"/>
                  <a:pt x="1075" y="19491"/>
                  <a:pt x="803" y="19491"/>
                </a:cubicBezTo>
                <a:cubicBezTo>
                  <a:pt x="530" y="19491"/>
                  <a:pt x="262" y="19478"/>
                  <a:pt x="0" y="19450"/>
                </a:cubicBezTo>
                <a:lnTo>
                  <a:pt x="0" y="149148"/>
                </a:lnTo>
                <a:lnTo>
                  <a:pt x="172214" y="149148"/>
                </a:lnTo>
                <a:lnTo>
                  <a:pt x="172214" y="13416"/>
                </a:lnTo>
                <a:cubicBezTo>
                  <a:pt x="165208" y="12298"/>
                  <a:pt x="158041" y="11441"/>
                  <a:pt x="151041" y="11441"/>
                </a:cubicBezTo>
                <a:cubicBezTo>
                  <a:pt x="145788" y="11441"/>
                  <a:pt x="140630" y="11924"/>
                  <a:pt x="135704" y="13140"/>
                </a:cubicBezTo>
                <a:cubicBezTo>
                  <a:pt x="128954" y="14793"/>
                  <a:pt x="123195" y="17714"/>
                  <a:pt x="116196" y="18982"/>
                </a:cubicBezTo>
                <a:cubicBezTo>
                  <a:pt x="113783" y="19421"/>
                  <a:pt x="111262" y="19633"/>
                  <a:pt x="108736" y="19633"/>
                </a:cubicBezTo>
                <a:cubicBezTo>
                  <a:pt x="101281" y="19633"/>
                  <a:pt x="93781" y="17790"/>
                  <a:pt x="88862" y="14518"/>
                </a:cubicBezTo>
                <a:cubicBezTo>
                  <a:pt x="83655" y="11046"/>
                  <a:pt x="81285" y="6252"/>
                  <a:pt x="75333" y="3193"/>
                </a:cubicBezTo>
                <a:cubicBezTo>
                  <a:pt x="71001" y="951"/>
                  <a:pt x="65399" y="0"/>
                  <a:pt x="59597"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49" name="Google Shape;1149;p29"/>
          <p:cNvPicPr preferRelativeResize="0"/>
          <p:nvPr/>
        </p:nvPicPr>
        <p:blipFill>
          <a:blip r:embed="rId2">
            <a:alphaModFix/>
          </a:blip>
          <a:stretch>
            <a:fillRect/>
          </a:stretch>
        </p:blipFill>
        <p:spPr>
          <a:xfrm>
            <a:off x="2237" y="0"/>
            <a:ext cx="9139524" cy="5143499"/>
          </a:xfrm>
          <a:prstGeom prst="rect">
            <a:avLst/>
          </a:prstGeom>
          <a:noFill/>
          <a:ln>
            <a:noFill/>
          </a:ln>
        </p:spPr>
      </p:pic>
      <p:sp>
        <p:nvSpPr>
          <p:cNvPr id="1150" name="Google Shape;1150;p29"/>
          <p:cNvSpPr txBox="1">
            <a:spLocks noGrp="1"/>
          </p:cNvSpPr>
          <p:nvPr>
            <p:ph type="title"/>
          </p:nvPr>
        </p:nvSpPr>
        <p:spPr>
          <a:xfrm flipH="1">
            <a:off x="2269973" y="1414725"/>
            <a:ext cx="4102800" cy="837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4200"/>
              <a:buNone/>
              <a:defRPr sz="36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51" name="Google Shape;1151;p29"/>
          <p:cNvSpPr txBox="1">
            <a:spLocks noGrp="1"/>
          </p:cNvSpPr>
          <p:nvPr>
            <p:ph type="subTitle" idx="1"/>
          </p:nvPr>
        </p:nvSpPr>
        <p:spPr>
          <a:xfrm flipH="1">
            <a:off x="2269973" y="2254376"/>
            <a:ext cx="4102800" cy="3783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52" name="Google Shape;1152;p29"/>
          <p:cNvSpPr txBox="1">
            <a:spLocks noGrp="1"/>
          </p:cNvSpPr>
          <p:nvPr>
            <p:ph type="title" idx="2" hasCustomPrompt="1"/>
          </p:nvPr>
        </p:nvSpPr>
        <p:spPr>
          <a:xfrm flipH="1">
            <a:off x="6372850" y="1507024"/>
            <a:ext cx="2159400" cy="1218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2000"/>
              <a:buNone/>
              <a:defRPr sz="8800">
                <a:solidFill>
                  <a:schemeClr val="accent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header 3">
  <p:cSld name="CUSTOM_7_1">
    <p:spTree>
      <p:nvGrpSpPr>
        <p:cNvPr id="1" name="Shape 1153"/>
        <p:cNvGrpSpPr/>
        <p:nvPr/>
      </p:nvGrpSpPr>
      <p:grpSpPr>
        <a:xfrm>
          <a:off x="0" y="0"/>
          <a:ext cx="0" cy="0"/>
          <a:chOff x="0" y="0"/>
          <a:chExt cx="0" cy="0"/>
        </a:xfrm>
      </p:grpSpPr>
      <p:sp>
        <p:nvSpPr>
          <p:cNvPr id="1154" name="Google Shape;1154;p30"/>
          <p:cNvSpPr/>
          <p:nvPr/>
        </p:nvSpPr>
        <p:spPr>
          <a:xfrm>
            <a:off x="0" y="1795724"/>
            <a:ext cx="9143702" cy="3347627"/>
          </a:xfrm>
          <a:custGeom>
            <a:avLst/>
            <a:gdLst/>
            <a:ahLst/>
            <a:cxnLst/>
            <a:rect l="l" t="t" r="r" b="b"/>
            <a:pathLst>
              <a:path w="172214" h="149148" extrusionOk="0">
                <a:moveTo>
                  <a:pt x="59597" y="0"/>
                </a:moveTo>
                <a:cubicBezTo>
                  <a:pt x="53773" y="0"/>
                  <a:pt x="47747" y="958"/>
                  <a:pt x="42599" y="2532"/>
                </a:cubicBezTo>
                <a:cubicBezTo>
                  <a:pt x="32321" y="5673"/>
                  <a:pt x="24358" y="10798"/>
                  <a:pt x="15403" y="15097"/>
                </a:cubicBezTo>
                <a:cubicBezTo>
                  <a:pt x="11435" y="16998"/>
                  <a:pt x="6723" y="18844"/>
                  <a:pt x="1626" y="19450"/>
                </a:cubicBezTo>
                <a:cubicBezTo>
                  <a:pt x="1350" y="19478"/>
                  <a:pt x="1075" y="19491"/>
                  <a:pt x="803" y="19491"/>
                </a:cubicBezTo>
                <a:cubicBezTo>
                  <a:pt x="530" y="19491"/>
                  <a:pt x="262" y="19478"/>
                  <a:pt x="0" y="19450"/>
                </a:cubicBezTo>
                <a:lnTo>
                  <a:pt x="0" y="149148"/>
                </a:lnTo>
                <a:lnTo>
                  <a:pt x="172214" y="149148"/>
                </a:lnTo>
                <a:lnTo>
                  <a:pt x="172214" y="13416"/>
                </a:lnTo>
                <a:cubicBezTo>
                  <a:pt x="165208" y="12298"/>
                  <a:pt x="158041" y="11441"/>
                  <a:pt x="151041" y="11441"/>
                </a:cubicBezTo>
                <a:cubicBezTo>
                  <a:pt x="145788" y="11441"/>
                  <a:pt x="140630" y="11924"/>
                  <a:pt x="135704" y="13140"/>
                </a:cubicBezTo>
                <a:cubicBezTo>
                  <a:pt x="128954" y="14793"/>
                  <a:pt x="123195" y="17714"/>
                  <a:pt x="116196" y="18982"/>
                </a:cubicBezTo>
                <a:cubicBezTo>
                  <a:pt x="113783" y="19421"/>
                  <a:pt x="111262" y="19633"/>
                  <a:pt x="108736" y="19633"/>
                </a:cubicBezTo>
                <a:cubicBezTo>
                  <a:pt x="101281" y="19633"/>
                  <a:pt x="93781" y="17790"/>
                  <a:pt x="88862" y="14518"/>
                </a:cubicBezTo>
                <a:cubicBezTo>
                  <a:pt x="83655" y="11046"/>
                  <a:pt x="81285" y="6252"/>
                  <a:pt x="75333" y="3193"/>
                </a:cubicBezTo>
                <a:cubicBezTo>
                  <a:pt x="71001" y="951"/>
                  <a:pt x="65399" y="0"/>
                  <a:pt x="59597"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55" name="Google Shape;1155;p30"/>
          <p:cNvPicPr preferRelativeResize="0"/>
          <p:nvPr/>
        </p:nvPicPr>
        <p:blipFill>
          <a:blip r:embed="rId2">
            <a:alphaModFix/>
          </a:blip>
          <a:stretch>
            <a:fillRect/>
          </a:stretch>
        </p:blipFill>
        <p:spPr>
          <a:xfrm>
            <a:off x="2237" y="0"/>
            <a:ext cx="9139524" cy="5143499"/>
          </a:xfrm>
          <a:prstGeom prst="rect">
            <a:avLst/>
          </a:prstGeom>
          <a:noFill/>
          <a:ln>
            <a:noFill/>
          </a:ln>
        </p:spPr>
      </p:pic>
      <p:sp>
        <p:nvSpPr>
          <p:cNvPr id="1156" name="Google Shape;1156;p30"/>
          <p:cNvSpPr txBox="1">
            <a:spLocks noGrp="1"/>
          </p:cNvSpPr>
          <p:nvPr>
            <p:ph type="title"/>
          </p:nvPr>
        </p:nvSpPr>
        <p:spPr>
          <a:xfrm>
            <a:off x="2879475" y="2316250"/>
            <a:ext cx="4690500" cy="83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4200"/>
              <a:buNone/>
              <a:defRPr sz="36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57" name="Google Shape;1157;p30"/>
          <p:cNvSpPr txBox="1">
            <a:spLocks noGrp="1"/>
          </p:cNvSpPr>
          <p:nvPr>
            <p:ph type="subTitle" idx="1"/>
          </p:nvPr>
        </p:nvSpPr>
        <p:spPr>
          <a:xfrm>
            <a:off x="2879477" y="3155901"/>
            <a:ext cx="4102800" cy="378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58" name="Google Shape;1158;p30"/>
          <p:cNvSpPr txBox="1">
            <a:spLocks noGrp="1"/>
          </p:cNvSpPr>
          <p:nvPr>
            <p:ph type="title" idx="2" hasCustomPrompt="1"/>
          </p:nvPr>
        </p:nvSpPr>
        <p:spPr>
          <a:xfrm>
            <a:off x="720000" y="2408549"/>
            <a:ext cx="2159400" cy="1218000"/>
          </a:xfrm>
          <a:prstGeom prst="rect">
            <a:avLst/>
          </a:prstGeom>
        </p:spPr>
        <p:txBody>
          <a:bodyPr spcFirstLastPara="1" wrap="square" lIns="91425" tIns="91425" rIns="91425" bIns="91425" anchor="ctr" anchorCtr="0">
            <a:noAutofit/>
          </a:bodyPr>
          <a:lstStyle>
            <a:lvl1pPr lvl="0" algn="l" rtl="0">
              <a:spcBef>
                <a:spcPts val="0"/>
              </a:spcBef>
              <a:spcAft>
                <a:spcPts val="0"/>
              </a:spcAft>
              <a:buSzPts val="12000"/>
              <a:buNone/>
              <a:defRPr sz="8800">
                <a:solidFill>
                  <a:schemeClr val="accent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anks">
  <p:cSld name="CUSTOM_2">
    <p:spTree>
      <p:nvGrpSpPr>
        <p:cNvPr id="1" name="Shape 1159"/>
        <p:cNvGrpSpPr/>
        <p:nvPr/>
      </p:nvGrpSpPr>
      <p:grpSpPr>
        <a:xfrm>
          <a:off x="0" y="0"/>
          <a:ext cx="0" cy="0"/>
          <a:chOff x="0" y="0"/>
          <a:chExt cx="0" cy="0"/>
        </a:xfrm>
      </p:grpSpPr>
      <p:pic>
        <p:nvPicPr>
          <p:cNvPr id="1160" name="Google Shape;1160;p31"/>
          <p:cNvPicPr preferRelativeResize="0"/>
          <p:nvPr/>
        </p:nvPicPr>
        <p:blipFill>
          <a:blip r:embed="rId2">
            <a:alphaModFix/>
          </a:blip>
          <a:stretch>
            <a:fillRect/>
          </a:stretch>
        </p:blipFill>
        <p:spPr>
          <a:xfrm>
            <a:off x="2237" y="0"/>
            <a:ext cx="9139524" cy="5143499"/>
          </a:xfrm>
          <a:prstGeom prst="rect">
            <a:avLst/>
          </a:prstGeom>
          <a:noFill/>
          <a:ln>
            <a:noFill/>
          </a:ln>
        </p:spPr>
      </p:pic>
      <p:sp>
        <p:nvSpPr>
          <p:cNvPr id="1161" name="Google Shape;1161;p31"/>
          <p:cNvSpPr/>
          <p:nvPr/>
        </p:nvSpPr>
        <p:spPr>
          <a:xfrm>
            <a:off x="871" y="2366835"/>
            <a:ext cx="9142269" cy="2776672"/>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31"/>
          <p:cNvGrpSpPr/>
          <p:nvPr/>
        </p:nvGrpSpPr>
        <p:grpSpPr>
          <a:xfrm>
            <a:off x="-648008" y="2177950"/>
            <a:ext cx="13298883" cy="3047654"/>
            <a:chOff x="-648008" y="2177950"/>
            <a:chExt cx="13298883" cy="3047654"/>
          </a:xfrm>
        </p:grpSpPr>
        <p:grpSp>
          <p:nvGrpSpPr>
            <p:cNvPr id="1163" name="Google Shape;1163;p31"/>
            <p:cNvGrpSpPr/>
            <p:nvPr/>
          </p:nvGrpSpPr>
          <p:grpSpPr>
            <a:xfrm flipH="1">
              <a:off x="4506971" y="2649284"/>
              <a:ext cx="8143904" cy="2575779"/>
              <a:chOff x="-1911860" y="1619575"/>
              <a:chExt cx="8798513" cy="2782820"/>
            </a:xfrm>
          </p:grpSpPr>
          <p:sp>
            <p:nvSpPr>
              <p:cNvPr id="1164" name="Google Shape;1164;p31"/>
              <p:cNvSpPr/>
              <p:nvPr/>
            </p:nvSpPr>
            <p:spPr>
              <a:xfrm>
                <a:off x="-1911860" y="2008284"/>
                <a:ext cx="7109200" cy="2394111"/>
              </a:xfrm>
              <a:custGeom>
                <a:avLst/>
                <a:gdLst/>
                <a:ahLst/>
                <a:cxnLst/>
                <a:rect l="l" t="t" r="r" b="b"/>
                <a:pathLst>
                  <a:path w="284368" h="114853" extrusionOk="0">
                    <a:moveTo>
                      <a:pt x="250447" y="0"/>
                    </a:moveTo>
                    <a:lnTo>
                      <a:pt x="250447" y="27741"/>
                    </a:lnTo>
                    <a:lnTo>
                      <a:pt x="239817" y="27741"/>
                    </a:lnTo>
                    <a:lnTo>
                      <a:pt x="239817" y="13006"/>
                    </a:lnTo>
                    <a:lnTo>
                      <a:pt x="228410" y="24371"/>
                    </a:lnTo>
                    <a:lnTo>
                      <a:pt x="228410" y="55223"/>
                    </a:lnTo>
                    <a:lnTo>
                      <a:pt x="199113" y="55223"/>
                    </a:lnTo>
                    <a:lnTo>
                      <a:pt x="199113" y="73371"/>
                    </a:lnTo>
                    <a:lnTo>
                      <a:pt x="193107" y="73371"/>
                    </a:lnTo>
                    <a:lnTo>
                      <a:pt x="193107" y="37074"/>
                    </a:lnTo>
                    <a:lnTo>
                      <a:pt x="179150" y="37074"/>
                    </a:lnTo>
                    <a:lnTo>
                      <a:pt x="179150" y="57167"/>
                    </a:lnTo>
                    <a:lnTo>
                      <a:pt x="172928" y="57167"/>
                    </a:lnTo>
                    <a:lnTo>
                      <a:pt x="172928" y="49000"/>
                    </a:lnTo>
                    <a:lnTo>
                      <a:pt x="165150" y="49000"/>
                    </a:lnTo>
                    <a:lnTo>
                      <a:pt x="165150" y="39667"/>
                    </a:lnTo>
                    <a:lnTo>
                      <a:pt x="158409" y="39667"/>
                    </a:lnTo>
                    <a:lnTo>
                      <a:pt x="158409" y="57815"/>
                    </a:lnTo>
                    <a:lnTo>
                      <a:pt x="144668" y="57815"/>
                    </a:lnTo>
                    <a:lnTo>
                      <a:pt x="144668" y="51075"/>
                    </a:lnTo>
                    <a:lnTo>
                      <a:pt x="129631" y="51075"/>
                    </a:lnTo>
                    <a:lnTo>
                      <a:pt x="129631" y="65118"/>
                    </a:lnTo>
                    <a:lnTo>
                      <a:pt x="119261" y="65118"/>
                    </a:lnTo>
                    <a:lnTo>
                      <a:pt x="119261" y="59155"/>
                    </a:lnTo>
                    <a:lnTo>
                      <a:pt x="105563" y="59155"/>
                    </a:lnTo>
                    <a:lnTo>
                      <a:pt x="105563" y="36556"/>
                    </a:lnTo>
                    <a:lnTo>
                      <a:pt x="92297" y="36556"/>
                    </a:lnTo>
                    <a:lnTo>
                      <a:pt x="92297" y="47186"/>
                    </a:lnTo>
                    <a:lnTo>
                      <a:pt x="84260" y="47186"/>
                    </a:lnTo>
                    <a:lnTo>
                      <a:pt x="84260" y="82964"/>
                    </a:lnTo>
                    <a:lnTo>
                      <a:pt x="70779" y="82964"/>
                    </a:lnTo>
                    <a:lnTo>
                      <a:pt x="70779" y="48223"/>
                    </a:lnTo>
                    <a:lnTo>
                      <a:pt x="44593" y="48223"/>
                    </a:lnTo>
                    <a:lnTo>
                      <a:pt x="44593" y="70519"/>
                    </a:lnTo>
                    <a:lnTo>
                      <a:pt x="35000" y="70519"/>
                    </a:lnTo>
                    <a:lnTo>
                      <a:pt x="35000" y="43556"/>
                    </a:lnTo>
                    <a:lnTo>
                      <a:pt x="20482" y="43556"/>
                    </a:lnTo>
                    <a:lnTo>
                      <a:pt x="20482" y="55482"/>
                    </a:lnTo>
                    <a:lnTo>
                      <a:pt x="9074" y="55482"/>
                    </a:lnTo>
                    <a:lnTo>
                      <a:pt x="9074" y="35000"/>
                    </a:lnTo>
                    <a:lnTo>
                      <a:pt x="0" y="35000"/>
                    </a:lnTo>
                    <a:lnTo>
                      <a:pt x="0" y="114853"/>
                    </a:lnTo>
                    <a:lnTo>
                      <a:pt x="284367" y="114853"/>
                    </a:lnTo>
                    <a:lnTo>
                      <a:pt x="284367" y="25667"/>
                    </a:lnTo>
                    <a:lnTo>
                      <a:pt x="269589" y="25667"/>
                    </a:lnTo>
                    <a:lnTo>
                      <a:pt x="269589" y="17630"/>
                    </a:lnTo>
                    <a:lnTo>
                      <a:pt x="259003" y="17630"/>
                    </a:lnTo>
                    <a:lnTo>
                      <a:pt x="25900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31"/>
              <p:cNvSpPr/>
              <p:nvPr/>
            </p:nvSpPr>
            <p:spPr>
              <a:xfrm>
                <a:off x="-162072" y="1619575"/>
                <a:ext cx="7048725" cy="2782750"/>
              </a:xfrm>
              <a:custGeom>
                <a:avLst/>
                <a:gdLst/>
                <a:ahLst/>
                <a:cxnLst/>
                <a:rect l="l" t="t" r="r" b="b"/>
                <a:pathLst>
                  <a:path w="281949" h="111310" extrusionOk="0">
                    <a:moveTo>
                      <a:pt x="53798" y="41914"/>
                    </a:moveTo>
                    <a:lnTo>
                      <a:pt x="53798" y="50988"/>
                    </a:lnTo>
                    <a:lnTo>
                      <a:pt x="34915" y="50988"/>
                    </a:lnTo>
                    <a:lnTo>
                      <a:pt x="34872" y="41914"/>
                    </a:lnTo>
                    <a:lnTo>
                      <a:pt x="34872" y="41914"/>
                    </a:lnTo>
                    <a:cubicBezTo>
                      <a:pt x="37918" y="43102"/>
                      <a:pt x="41018" y="43696"/>
                      <a:pt x="44173" y="43696"/>
                    </a:cubicBezTo>
                    <a:cubicBezTo>
                      <a:pt x="47327" y="43696"/>
                      <a:pt x="50535" y="43102"/>
                      <a:pt x="53798" y="41914"/>
                    </a:cubicBezTo>
                    <a:close/>
                    <a:moveTo>
                      <a:pt x="220071" y="0"/>
                    </a:moveTo>
                    <a:cubicBezTo>
                      <a:pt x="220158" y="2420"/>
                      <a:pt x="220287" y="4148"/>
                      <a:pt x="220374" y="5142"/>
                    </a:cubicBezTo>
                    <a:lnTo>
                      <a:pt x="220374" y="5401"/>
                    </a:lnTo>
                    <a:cubicBezTo>
                      <a:pt x="218818" y="5401"/>
                      <a:pt x="216614" y="5488"/>
                      <a:pt x="213806" y="5617"/>
                    </a:cubicBezTo>
                    <a:cubicBezTo>
                      <a:pt x="210694" y="5747"/>
                      <a:pt x="208620" y="5877"/>
                      <a:pt x="207670" y="6050"/>
                    </a:cubicBezTo>
                    <a:cubicBezTo>
                      <a:pt x="207410" y="6698"/>
                      <a:pt x="206417" y="8729"/>
                      <a:pt x="204688" y="12185"/>
                    </a:cubicBezTo>
                    <a:cubicBezTo>
                      <a:pt x="203349" y="14778"/>
                      <a:pt x="202139" y="17111"/>
                      <a:pt x="201059" y="19229"/>
                    </a:cubicBezTo>
                    <a:lnTo>
                      <a:pt x="205898" y="19229"/>
                    </a:lnTo>
                    <a:lnTo>
                      <a:pt x="205898" y="24846"/>
                    </a:lnTo>
                    <a:lnTo>
                      <a:pt x="204861" y="24846"/>
                    </a:lnTo>
                    <a:lnTo>
                      <a:pt x="204861" y="38155"/>
                    </a:lnTo>
                    <a:lnTo>
                      <a:pt x="205898" y="38155"/>
                    </a:lnTo>
                    <a:lnTo>
                      <a:pt x="205898" y="67495"/>
                    </a:lnTo>
                    <a:lnTo>
                      <a:pt x="190126" y="67495"/>
                    </a:lnTo>
                    <a:lnTo>
                      <a:pt x="190126" y="57124"/>
                    </a:lnTo>
                    <a:lnTo>
                      <a:pt x="188398" y="57124"/>
                    </a:lnTo>
                    <a:lnTo>
                      <a:pt x="188398" y="53797"/>
                    </a:lnTo>
                    <a:lnTo>
                      <a:pt x="195873" y="53797"/>
                    </a:lnTo>
                    <a:lnTo>
                      <a:pt x="184898" y="39192"/>
                    </a:lnTo>
                    <a:lnTo>
                      <a:pt x="136329" y="39192"/>
                    </a:lnTo>
                    <a:lnTo>
                      <a:pt x="136329" y="55007"/>
                    </a:lnTo>
                    <a:lnTo>
                      <a:pt x="127903" y="55007"/>
                    </a:lnTo>
                    <a:lnTo>
                      <a:pt x="127903" y="52846"/>
                    </a:lnTo>
                    <a:lnTo>
                      <a:pt x="123021" y="52846"/>
                    </a:lnTo>
                    <a:lnTo>
                      <a:pt x="123021" y="51204"/>
                    </a:lnTo>
                    <a:lnTo>
                      <a:pt x="118527" y="51204"/>
                    </a:lnTo>
                    <a:lnTo>
                      <a:pt x="118527" y="42865"/>
                    </a:lnTo>
                    <a:lnTo>
                      <a:pt x="98650" y="42865"/>
                    </a:lnTo>
                    <a:cubicBezTo>
                      <a:pt x="98693" y="39019"/>
                      <a:pt x="98607" y="35735"/>
                      <a:pt x="98434" y="33056"/>
                    </a:cubicBezTo>
                    <a:lnTo>
                      <a:pt x="88323" y="33056"/>
                    </a:lnTo>
                    <a:lnTo>
                      <a:pt x="88323" y="28303"/>
                    </a:lnTo>
                    <a:lnTo>
                      <a:pt x="89576" y="28000"/>
                    </a:lnTo>
                    <a:lnTo>
                      <a:pt x="89922" y="28821"/>
                    </a:lnTo>
                    <a:cubicBezTo>
                      <a:pt x="89965" y="28865"/>
                      <a:pt x="90008" y="28908"/>
                      <a:pt x="90094" y="28951"/>
                    </a:cubicBezTo>
                    <a:lnTo>
                      <a:pt x="90310" y="28951"/>
                    </a:lnTo>
                    <a:cubicBezTo>
                      <a:pt x="90354" y="28908"/>
                      <a:pt x="90397" y="28865"/>
                      <a:pt x="90440" y="28778"/>
                    </a:cubicBezTo>
                    <a:cubicBezTo>
                      <a:pt x="90440" y="28735"/>
                      <a:pt x="90440" y="28649"/>
                      <a:pt x="90440" y="28605"/>
                    </a:cubicBezTo>
                    <a:lnTo>
                      <a:pt x="90094" y="27871"/>
                    </a:lnTo>
                    <a:lnTo>
                      <a:pt x="91434" y="27568"/>
                    </a:lnTo>
                    <a:lnTo>
                      <a:pt x="91736" y="28389"/>
                    </a:lnTo>
                    <a:cubicBezTo>
                      <a:pt x="91780" y="28432"/>
                      <a:pt x="91823" y="28476"/>
                      <a:pt x="91909" y="28519"/>
                    </a:cubicBezTo>
                    <a:cubicBezTo>
                      <a:pt x="91931" y="28540"/>
                      <a:pt x="91963" y="28551"/>
                      <a:pt x="91996" y="28551"/>
                    </a:cubicBezTo>
                    <a:cubicBezTo>
                      <a:pt x="92028" y="28551"/>
                      <a:pt x="92060" y="28540"/>
                      <a:pt x="92082" y="28519"/>
                    </a:cubicBezTo>
                    <a:cubicBezTo>
                      <a:pt x="92169" y="28519"/>
                      <a:pt x="92212" y="28476"/>
                      <a:pt x="92255" y="28389"/>
                    </a:cubicBezTo>
                    <a:cubicBezTo>
                      <a:pt x="92298" y="28346"/>
                      <a:pt x="92298" y="28260"/>
                      <a:pt x="92255" y="28173"/>
                    </a:cubicBezTo>
                    <a:lnTo>
                      <a:pt x="91866" y="27136"/>
                    </a:lnTo>
                    <a:cubicBezTo>
                      <a:pt x="91866" y="27136"/>
                      <a:pt x="91823" y="27093"/>
                      <a:pt x="91823" y="27093"/>
                    </a:cubicBezTo>
                    <a:lnTo>
                      <a:pt x="91434" y="26229"/>
                    </a:lnTo>
                    <a:cubicBezTo>
                      <a:pt x="91434" y="26142"/>
                      <a:pt x="91391" y="26099"/>
                      <a:pt x="91304" y="26056"/>
                    </a:cubicBezTo>
                    <a:lnTo>
                      <a:pt x="91088" y="26056"/>
                    </a:lnTo>
                    <a:cubicBezTo>
                      <a:pt x="91045" y="26099"/>
                      <a:pt x="91002" y="26142"/>
                      <a:pt x="90959" y="26229"/>
                    </a:cubicBezTo>
                    <a:cubicBezTo>
                      <a:pt x="90915" y="26272"/>
                      <a:pt x="90915" y="26358"/>
                      <a:pt x="90959" y="26445"/>
                    </a:cubicBezTo>
                    <a:lnTo>
                      <a:pt x="91218" y="27093"/>
                    </a:lnTo>
                    <a:lnTo>
                      <a:pt x="89878" y="27395"/>
                    </a:lnTo>
                    <a:lnTo>
                      <a:pt x="89576" y="26747"/>
                    </a:lnTo>
                    <a:cubicBezTo>
                      <a:pt x="89533" y="26661"/>
                      <a:pt x="89489" y="26618"/>
                      <a:pt x="89403" y="26574"/>
                    </a:cubicBezTo>
                    <a:lnTo>
                      <a:pt x="89230" y="26574"/>
                    </a:lnTo>
                    <a:cubicBezTo>
                      <a:pt x="89144" y="26618"/>
                      <a:pt x="89101" y="26661"/>
                      <a:pt x="89057" y="26704"/>
                    </a:cubicBezTo>
                    <a:cubicBezTo>
                      <a:pt x="89014" y="26790"/>
                      <a:pt x="89057" y="26877"/>
                      <a:pt x="89057" y="26920"/>
                    </a:cubicBezTo>
                    <a:lnTo>
                      <a:pt x="89360" y="27482"/>
                    </a:lnTo>
                    <a:lnTo>
                      <a:pt x="88150" y="27784"/>
                    </a:lnTo>
                    <a:lnTo>
                      <a:pt x="88064" y="27784"/>
                    </a:lnTo>
                    <a:cubicBezTo>
                      <a:pt x="87977" y="27784"/>
                      <a:pt x="87934" y="27828"/>
                      <a:pt x="87891" y="27871"/>
                    </a:cubicBezTo>
                    <a:lnTo>
                      <a:pt x="86205" y="28303"/>
                    </a:lnTo>
                    <a:lnTo>
                      <a:pt x="85817" y="27655"/>
                    </a:lnTo>
                    <a:cubicBezTo>
                      <a:pt x="85773" y="27568"/>
                      <a:pt x="85730" y="27525"/>
                      <a:pt x="85644" y="27525"/>
                    </a:cubicBezTo>
                    <a:cubicBezTo>
                      <a:pt x="85622" y="27503"/>
                      <a:pt x="85590" y="27493"/>
                      <a:pt x="85557" y="27493"/>
                    </a:cubicBezTo>
                    <a:cubicBezTo>
                      <a:pt x="85525" y="27493"/>
                      <a:pt x="85493" y="27503"/>
                      <a:pt x="85471" y="27525"/>
                    </a:cubicBezTo>
                    <a:cubicBezTo>
                      <a:pt x="85384" y="27525"/>
                      <a:pt x="85341" y="27611"/>
                      <a:pt x="85341" y="27655"/>
                    </a:cubicBezTo>
                    <a:cubicBezTo>
                      <a:pt x="85298" y="27741"/>
                      <a:pt x="85298" y="27828"/>
                      <a:pt x="85341" y="27871"/>
                    </a:cubicBezTo>
                    <a:lnTo>
                      <a:pt x="85601" y="28346"/>
                    </a:lnTo>
                    <a:lnTo>
                      <a:pt x="84607" y="28605"/>
                    </a:lnTo>
                    <a:lnTo>
                      <a:pt x="83959" y="27439"/>
                    </a:lnTo>
                    <a:cubicBezTo>
                      <a:pt x="83915" y="27395"/>
                      <a:pt x="83872" y="27352"/>
                      <a:pt x="83829" y="27309"/>
                    </a:cubicBezTo>
                    <a:lnTo>
                      <a:pt x="83613" y="27309"/>
                    </a:lnTo>
                    <a:cubicBezTo>
                      <a:pt x="83526" y="27352"/>
                      <a:pt x="83483" y="27395"/>
                      <a:pt x="83440" y="27482"/>
                    </a:cubicBezTo>
                    <a:cubicBezTo>
                      <a:pt x="83440" y="27525"/>
                      <a:pt x="83440" y="27611"/>
                      <a:pt x="83440" y="27655"/>
                    </a:cubicBezTo>
                    <a:lnTo>
                      <a:pt x="85125" y="30766"/>
                    </a:lnTo>
                    <a:cubicBezTo>
                      <a:pt x="85168" y="30852"/>
                      <a:pt x="85212" y="30895"/>
                      <a:pt x="85298" y="30895"/>
                    </a:cubicBezTo>
                    <a:cubicBezTo>
                      <a:pt x="85320" y="30917"/>
                      <a:pt x="85352" y="30928"/>
                      <a:pt x="85384" y="30928"/>
                    </a:cubicBezTo>
                    <a:cubicBezTo>
                      <a:pt x="85417" y="30928"/>
                      <a:pt x="85449" y="30917"/>
                      <a:pt x="85471" y="30895"/>
                    </a:cubicBezTo>
                    <a:cubicBezTo>
                      <a:pt x="85557" y="30895"/>
                      <a:pt x="85601" y="30809"/>
                      <a:pt x="85601" y="30766"/>
                    </a:cubicBezTo>
                    <a:cubicBezTo>
                      <a:pt x="85644" y="30679"/>
                      <a:pt x="85644" y="30593"/>
                      <a:pt x="85601" y="30507"/>
                    </a:cubicBezTo>
                    <a:lnTo>
                      <a:pt x="84909" y="29167"/>
                    </a:lnTo>
                    <a:lnTo>
                      <a:pt x="85903" y="28908"/>
                    </a:lnTo>
                    <a:lnTo>
                      <a:pt x="86292" y="29686"/>
                    </a:lnTo>
                    <a:cubicBezTo>
                      <a:pt x="86335" y="29729"/>
                      <a:pt x="86378" y="29772"/>
                      <a:pt x="86465" y="29815"/>
                    </a:cubicBezTo>
                    <a:lnTo>
                      <a:pt x="86638" y="29815"/>
                    </a:lnTo>
                    <a:cubicBezTo>
                      <a:pt x="86724" y="29772"/>
                      <a:pt x="86767" y="29729"/>
                      <a:pt x="86767" y="29642"/>
                    </a:cubicBezTo>
                    <a:cubicBezTo>
                      <a:pt x="86810" y="29556"/>
                      <a:pt x="86810" y="29470"/>
                      <a:pt x="86767" y="29426"/>
                    </a:cubicBezTo>
                    <a:lnTo>
                      <a:pt x="86465" y="28865"/>
                    </a:lnTo>
                    <a:lnTo>
                      <a:pt x="87761" y="28476"/>
                    </a:lnTo>
                    <a:lnTo>
                      <a:pt x="87761" y="33056"/>
                    </a:lnTo>
                    <a:lnTo>
                      <a:pt x="85687" y="33056"/>
                    </a:lnTo>
                    <a:lnTo>
                      <a:pt x="85687" y="41698"/>
                    </a:lnTo>
                    <a:lnTo>
                      <a:pt x="77607" y="41698"/>
                    </a:lnTo>
                    <a:lnTo>
                      <a:pt x="77607" y="48914"/>
                    </a:lnTo>
                    <a:lnTo>
                      <a:pt x="76440" y="48914"/>
                    </a:lnTo>
                    <a:lnTo>
                      <a:pt x="76440" y="58031"/>
                    </a:lnTo>
                    <a:lnTo>
                      <a:pt x="70002" y="58031"/>
                    </a:lnTo>
                    <a:lnTo>
                      <a:pt x="70002" y="60711"/>
                    </a:lnTo>
                    <a:lnTo>
                      <a:pt x="77607" y="60711"/>
                    </a:lnTo>
                    <a:lnTo>
                      <a:pt x="77607" y="74322"/>
                    </a:lnTo>
                    <a:lnTo>
                      <a:pt x="60711" y="74322"/>
                    </a:lnTo>
                    <a:lnTo>
                      <a:pt x="60711" y="50988"/>
                    </a:lnTo>
                    <a:lnTo>
                      <a:pt x="55137" y="50988"/>
                    </a:lnTo>
                    <a:lnTo>
                      <a:pt x="55137" y="38760"/>
                    </a:lnTo>
                    <a:lnTo>
                      <a:pt x="53798" y="38760"/>
                    </a:lnTo>
                    <a:lnTo>
                      <a:pt x="53798" y="41352"/>
                    </a:lnTo>
                    <a:lnTo>
                      <a:pt x="53711" y="41352"/>
                    </a:lnTo>
                    <a:cubicBezTo>
                      <a:pt x="50471" y="42541"/>
                      <a:pt x="47295" y="43135"/>
                      <a:pt x="44173" y="43135"/>
                    </a:cubicBezTo>
                    <a:cubicBezTo>
                      <a:pt x="41051" y="43135"/>
                      <a:pt x="37983" y="42541"/>
                      <a:pt x="34958" y="41352"/>
                    </a:cubicBezTo>
                    <a:lnTo>
                      <a:pt x="34872" y="41352"/>
                    </a:lnTo>
                    <a:lnTo>
                      <a:pt x="34872" y="31241"/>
                    </a:lnTo>
                    <a:lnTo>
                      <a:pt x="40359" y="31241"/>
                    </a:lnTo>
                    <a:lnTo>
                      <a:pt x="40359" y="28951"/>
                    </a:lnTo>
                    <a:lnTo>
                      <a:pt x="1" y="28951"/>
                    </a:lnTo>
                    <a:lnTo>
                      <a:pt x="1" y="111310"/>
                    </a:lnTo>
                    <a:lnTo>
                      <a:pt x="281948" y="111310"/>
                    </a:lnTo>
                    <a:lnTo>
                      <a:pt x="281948" y="4321"/>
                    </a:lnTo>
                    <a:lnTo>
                      <a:pt x="281646" y="4321"/>
                    </a:lnTo>
                    <a:lnTo>
                      <a:pt x="2816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 name="Google Shape;1166;p31"/>
            <p:cNvGrpSpPr/>
            <p:nvPr/>
          </p:nvGrpSpPr>
          <p:grpSpPr>
            <a:xfrm>
              <a:off x="-648008" y="2177950"/>
              <a:ext cx="6547284" cy="3047654"/>
              <a:chOff x="238118" y="1369450"/>
              <a:chExt cx="7073557" cy="3292625"/>
            </a:xfrm>
          </p:grpSpPr>
          <p:sp>
            <p:nvSpPr>
              <p:cNvPr id="1167" name="Google Shape;1167;p31"/>
              <p:cNvSpPr/>
              <p:nvPr/>
            </p:nvSpPr>
            <p:spPr>
              <a:xfrm>
                <a:off x="238118" y="1369450"/>
                <a:ext cx="7003984" cy="2782601"/>
              </a:xfrm>
              <a:custGeom>
                <a:avLst/>
                <a:gdLst/>
                <a:ahLst/>
                <a:cxnLst/>
                <a:rect l="l" t="t" r="r" b="b"/>
                <a:pathLst>
                  <a:path w="284368" h="114853" extrusionOk="0">
                    <a:moveTo>
                      <a:pt x="250447" y="0"/>
                    </a:moveTo>
                    <a:lnTo>
                      <a:pt x="250447" y="27741"/>
                    </a:lnTo>
                    <a:lnTo>
                      <a:pt x="239817" y="27741"/>
                    </a:lnTo>
                    <a:lnTo>
                      <a:pt x="239817" y="13006"/>
                    </a:lnTo>
                    <a:lnTo>
                      <a:pt x="228410" y="24371"/>
                    </a:lnTo>
                    <a:lnTo>
                      <a:pt x="228410" y="55223"/>
                    </a:lnTo>
                    <a:lnTo>
                      <a:pt x="199113" y="55223"/>
                    </a:lnTo>
                    <a:lnTo>
                      <a:pt x="199113" y="73371"/>
                    </a:lnTo>
                    <a:lnTo>
                      <a:pt x="193107" y="73371"/>
                    </a:lnTo>
                    <a:lnTo>
                      <a:pt x="193107" y="37074"/>
                    </a:lnTo>
                    <a:lnTo>
                      <a:pt x="179150" y="37074"/>
                    </a:lnTo>
                    <a:lnTo>
                      <a:pt x="179150" y="57167"/>
                    </a:lnTo>
                    <a:lnTo>
                      <a:pt x="172928" y="57167"/>
                    </a:lnTo>
                    <a:lnTo>
                      <a:pt x="172928" y="49000"/>
                    </a:lnTo>
                    <a:lnTo>
                      <a:pt x="165150" y="49000"/>
                    </a:lnTo>
                    <a:lnTo>
                      <a:pt x="165150" y="39667"/>
                    </a:lnTo>
                    <a:lnTo>
                      <a:pt x="158409" y="39667"/>
                    </a:lnTo>
                    <a:lnTo>
                      <a:pt x="158409" y="57815"/>
                    </a:lnTo>
                    <a:lnTo>
                      <a:pt x="144668" y="57815"/>
                    </a:lnTo>
                    <a:lnTo>
                      <a:pt x="144668" y="51075"/>
                    </a:lnTo>
                    <a:lnTo>
                      <a:pt x="129631" y="51075"/>
                    </a:lnTo>
                    <a:lnTo>
                      <a:pt x="129631" y="65118"/>
                    </a:lnTo>
                    <a:lnTo>
                      <a:pt x="119261" y="65118"/>
                    </a:lnTo>
                    <a:lnTo>
                      <a:pt x="119261" y="59155"/>
                    </a:lnTo>
                    <a:lnTo>
                      <a:pt x="105563" y="59155"/>
                    </a:lnTo>
                    <a:lnTo>
                      <a:pt x="105563" y="36556"/>
                    </a:lnTo>
                    <a:lnTo>
                      <a:pt x="92297" y="36556"/>
                    </a:lnTo>
                    <a:lnTo>
                      <a:pt x="92297" y="47186"/>
                    </a:lnTo>
                    <a:lnTo>
                      <a:pt x="84260" y="47186"/>
                    </a:lnTo>
                    <a:lnTo>
                      <a:pt x="84260" y="82964"/>
                    </a:lnTo>
                    <a:lnTo>
                      <a:pt x="70779" y="82964"/>
                    </a:lnTo>
                    <a:lnTo>
                      <a:pt x="70779" y="48223"/>
                    </a:lnTo>
                    <a:lnTo>
                      <a:pt x="44593" y="48223"/>
                    </a:lnTo>
                    <a:lnTo>
                      <a:pt x="44593" y="70519"/>
                    </a:lnTo>
                    <a:lnTo>
                      <a:pt x="35000" y="70519"/>
                    </a:lnTo>
                    <a:lnTo>
                      <a:pt x="35000" y="43556"/>
                    </a:lnTo>
                    <a:lnTo>
                      <a:pt x="20482" y="43556"/>
                    </a:lnTo>
                    <a:lnTo>
                      <a:pt x="20482" y="55482"/>
                    </a:lnTo>
                    <a:lnTo>
                      <a:pt x="9074" y="55482"/>
                    </a:lnTo>
                    <a:lnTo>
                      <a:pt x="9074" y="35000"/>
                    </a:lnTo>
                    <a:lnTo>
                      <a:pt x="0" y="35000"/>
                    </a:lnTo>
                    <a:lnTo>
                      <a:pt x="0" y="114853"/>
                    </a:lnTo>
                    <a:lnTo>
                      <a:pt x="284367" y="114853"/>
                    </a:lnTo>
                    <a:lnTo>
                      <a:pt x="284367" y="25667"/>
                    </a:lnTo>
                    <a:lnTo>
                      <a:pt x="269589" y="25667"/>
                    </a:lnTo>
                    <a:lnTo>
                      <a:pt x="269589" y="17630"/>
                    </a:lnTo>
                    <a:lnTo>
                      <a:pt x="259003" y="17630"/>
                    </a:lnTo>
                    <a:lnTo>
                      <a:pt x="25900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31"/>
              <p:cNvSpPr/>
              <p:nvPr/>
            </p:nvSpPr>
            <p:spPr>
              <a:xfrm>
                <a:off x="262950" y="1879325"/>
                <a:ext cx="7048725" cy="2782750"/>
              </a:xfrm>
              <a:custGeom>
                <a:avLst/>
                <a:gdLst/>
                <a:ahLst/>
                <a:cxnLst/>
                <a:rect l="l" t="t" r="r" b="b"/>
                <a:pathLst>
                  <a:path w="281949" h="111310" extrusionOk="0">
                    <a:moveTo>
                      <a:pt x="53798" y="41914"/>
                    </a:moveTo>
                    <a:lnTo>
                      <a:pt x="53798" y="50988"/>
                    </a:lnTo>
                    <a:lnTo>
                      <a:pt x="34915" y="50988"/>
                    </a:lnTo>
                    <a:lnTo>
                      <a:pt x="34872" y="41914"/>
                    </a:lnTo>
                    <a:lnTo>
                      <a:pt x="34872" y="41914"/>
                    </a:lnTo>
                    <a:cubicBezTo>
                      <a:pt x="37918" y="43102"/>
                      <a:pt x="41018" y="43696"/>
                      <a:pt x="44173" y="43696"/>
                    </a:cubicBezTo>
                    <a:cubicBezTo>
                      <a:pt x="47327" y="43696"/>
                      <a:pt x="50535" y="43102"/>
                      <a:pt x="53798" y="41914"/>
                    </a:cubicBezTo>
                    <a:close/>
                    <a:moveTo>
                      <a:pt x="220071" y="0"/>
                    </a:moveTo>
                    <a:cubicBezTo>
                      <a:pt x="220158" y="2420"/>
                      <a:pt x="220287" y="4148"/>
                      <a:pt x="220374" y="5142"/>
                    </a:cubicBezTo>
                    <a:lnTo>
                      <a:pt x="220374" y="5401"/>
                    </a:lnTo>
                    <a:cubicBezTo>
                      <a:pt x="218818" y="5401"/>
                      <a:pt x="216614" y="5488"/>
                      <a:pt x="213806" y="5617"/>
                    </a:cubicBezTo>
                    <a:cubicBezTo>
                      <a:pt x="210694" y="5747"/>
                      <a:pt x="208620" y="5877"/>
                      <a:pt x="207670" y="6050"/>
                    </a:cubicBezTo>
                    <a:cubicBezTo>
                      <a:pt x="207410" y="6698"/>
                      <a:pt x="206417" y="8729"/>
                      <a:pt x="204688" y="12185"/>
                    </a:cubicBezTo>
                    <a:cubicBezTo>
                      <a:pt x="203349" y="14778"/>
                      <a:pt x="202139" y="17111"/>
                      <a:pt x="201059" y="19229"/>
                    </a:cubicBezTo>
                    <a:lnTo>
                      <a:pt x="205898" y="19229"/>
                    </a:lnTo>
                    <a:lnTo>
                      <a:pt x="205898" y="24846"/>
                    </a:lnTo>
                    <a:lnTo>
                      <a:pt x="204861" y="24846"/>
                    </a:lnTo>
                    <a:lnTo>
                      <a:pt x="204861" y="38155"/>
                    </a:lnTo>
                    <a:lnTo>
                      <a:pt x="205898" y="38155"/>
                    </a:lnTo>
                    <a:lnTo>
                      <a:pt x="205898" y="67495"/>
                    </a:lnTo>
                    <a:lnTo>
                      <a:pt x="190126" y="67495"/>
                    </a:lnTo>
                    <a:lnTo>
                      <a:pt x="190126" y="57124"/>
                    </a:lnTo>
                    <a:lnTo>
                      <a:pt x="188398" y="57124"/>
                    </a:lnTo>
                    <a:lnTo>
                      <a:pt x="188398" y="53797"/>
                    </a:lnTo>
                    <a:lnTo>
                      <a:pt x="195873" y="53797"/>
                    </a:lnTo>
                    <a:lnTo>
                      <a:pt x="184898" y="39192"/>
                    </a:lnTo>
                    <a:lnTo>
                      <a:pt x="136329" y="39192"/>
                    </a:lnTo>
                    <a:lnTo>
                      <a:pt x="136329" y="55007"/>
                    </a:lnTo>
                    <a:lnTo>
                      <a:pt x="127903" y="55007"/>
                    </a:lnTo>
                    <a:lnTo>
                      <a:pt x="127903" y="52846"/>
                    </a:lnTo>
                    <a:lnTo>
                      <a:pt x="123021" y="52846"/>
                    </a:lnTo>
                    <a:lnTo>
                      <a:pt x="123021" y="51204"/>
                    </a:lnTo>
                    <a:lnTo>
                      <a:pt x="118527" y="51204"/>
                    </a:lnTo>
                    <a:lnTo>
                      <a:pt x="118527" y="42865"/>
                    </a:lnTo>
                    <a:lnTo>
                      <a:pt x="98650" y="42865"/>
                    </a:lnTo>
                    <a:cubicBezTo>
                      <a:pt x="98693" y="39019"/>
                      <a:pt x="98607" y="35735"/>
                      <a:pt x="98434" y="33056"/>
                    </a:cubicBezTo>
                    <a:lnTo>
                      <a:pt x="88323" y="33056"/>
                    </a:lnTo>
                    <a:lnTo>
                      <a:pt x="88323" y="28303"/>
                    </a:lnTo>
                    <a:lnTo>
                      <a:pt x="89576" y="28000"/>
                    </a:lnTo>
                    <a:lnTo>
                      <a:pt x="89922" y="28821"/>
                    </a:lnTo>
                    <a:cubicBezTo>
                      <a:pt x="89965" y="28865"/>
                      <a:pt x="90008" y="28908"/>
                      <a:pt x="90094" y="28951"/>
                    </a:cubicBezTo>
                    <a:lnTo>
                      <a:pt x="90310" y="28951"/>
                    </a:lnTo>
                    <a:cubicBezTo>
                      <a:pt x="90354" y="28908"/>
                      <a:pt x="90397" y="28865"/>
                      <a:pt x="90440" y="28778"/>
                    </a:cubicBezTo>
                    <a:cubicBezTo>
                      <a:pt x="90440" y="28735"/>
                      <a:pt x="90440" y="28649"/>
                      <a:pt x="90440" y="28605"/>
                    </a:cubicBezTo>
                    <a:lnTo>
                      <a:pt x="90094" y="27871"/>
                    </a:lnTo>
                    <a:lnTo>
                      <a:pt x="91434" y="27568"/>
                    </a:lnTo>
                    <a:lnTo>
                      <a:pt x="91736" y="28389"/>
                    </a:lnTo>
                    <a:cubicBezTo>
                      <a:pt x="91780" y="28432"/>
                      <a:pt x="91823" y="28476"/>
                      <a:pt x="91909" y="28519"/>
                    </a:cubicBezTo>
                    <a:cubicBezTo>
                      <a:pt x="91931" y="28540"/>
                      <a:pt x="91963" y="28551"/>
                      <a:pt x="91996" y="28551"/>
                    </a:cubicBezTo>
                    <a:cubicBezTo>
                      <a:pt x="92028" y="28551"/>
                      <a:pt x="92060" y="28540"/>
                      <a:pt x="92082" y="28519"/>
                    </a:cubicBezTo>
                    <a:cubicBezTo>
                      <a:pt x="92169" y="28519"/>
                      <a:pt x="92212" y="28476"/>
                      <a:pt x="92255" y="28389"/>
                    </a:cubicBezTo>
                    <a:cubicBezTo>
                      <a:pt x="92298" y="28346"/>
                      <a:pt x="92298" y="28260"/>
                      <a:pt x="92255" y="28173"/>
                    </a:cubicBezTo>
                    <a:lnTo>
                      <a:pt x="91866" y="27136"/>
                    </a:lnTo>
                    <a:cubicBezTo>
                      <a:pt x="91866" y="27136"/>
                      <a:pt x="91823" y="27093"/>
                      <a:pt x="91823" y="27093"/>
                    </a:cubicBezTo>
                    <a:lnTo>
                      <a:pt x="91434" y="26229"/>
                    </a:lnTo>
                    <a:cubicBezTo>
                      <a:pt x="91434" y="26142"/>
                      <a:pt x="91391" y="26099"/>
                      <a:pt x="91304" y="26056"/>
                    </a:cubicBezTo>
                    <a:lnTo>
                      <a:pt x="91088" y="26056"/>
                    </a:lnTo>
                    <a:cubicBezTo>
                      <a:pt x="91045" y="26099"/>
                      <a:pt x="91002" y="26142"/>
                      <a:pt x="90959" y="26229"/>
                    </a:cubicBezTo>
                    <a:cubicBezTo>
                      <a:pt x="90915" y="26272"/>
                      <a:pt x="90915" y="26358"/>
                      <a:pt x="90959" y="26445"/>
                    </a:cubicBezTo>
                    <a:lnTo>
                      <a:pt x="91218" y="27093"/>
                    </a:lnTo>
                    <a:lnTo>
                      <a:pt x="89878" y="27395"/>
                    </a:lnTo>
                    <a:lnTo>
                      <a:pt x="89576" y="26747"/>
                    </a:lnTo>
                    <a:cubicBezTo>
                      <a:pt x="89533" y="26661"/>
                      <a:pt x="89489" y="26618"/>
                      <a:pt x="89403" y="26574"/>
                    </a:cubicBezTo>
                    <a:lnTo>
                      <a:pt x="89230" y="26574"/>
                    </a:lnTo>
                    <a:cubicBezTo>
                      <a:pt x="89144" y="26618"/>
                      <a:pt x="89101" y="26661"/>
                      <a:pt x="89057" y="26704"/>
                    </a:cubicBezTo>
                    <a:cubicBezTo>
                      <a:pt x="89014" y="26790"/>
                      <a:pt x="89057" y="26877"/>
                      <a:pt x="89057" y="26920"/>
                    </a:cubicBezTo>
                    <a:lnTo>
                      <a:pt x="89360" y="27482"/>
                    </a:lnTo>
                    <a:lnTo>
                      <a:pt x="88150" y="27784"/>
                    </a:lnTo>
                    <a:lnTo>
                      <a:pt x="88064" y="27784"/>
                    </a:lnTo>
                    <a:cubicBezTo>
                      <a:pt x="87977" y="27784"/>
                      <a:pt x="87934" y="27828"/>
                      <a:pt x="87891" y="27871"/>
                    </a:cubicBezTo>
                    <a:lnTo>
                      <a:pt x="86205" y="28303"/>
                    </a:lnTo>
                    <a:lnTo>
                      <a:pt x="85817" y="27655"/>
                    </a:lnTo>
                    <a:cubicBezTo>
                      <a:pt x="85773" y="27568"/>
                      <a:pt x="85730" y="27525"/>
                      <a:pt x="85644" y="27525"/>
                    </a:cubicBezTo>
                    <a:cubicBezTo>
                      <a:pt x="85622" y="27503"/>
                      <a:pt x="85590" y="27493"/>
                      <a:pt x="85557" y="27493"/>
                    </a:cubicBezTo>
                    <a:cubicBezTo>
                      <a:pt x="85525" y="27493"/>
                      <a:pt x="85493" y="27503"/>
                      <a:pt x="85471" y="27525"/>
                    </a:cubicBezTo>
                    <a:cubicBezTo>
                      <a:pt x="85384" y="27525"/>
                      <a:pt x="85341" y="27611"/>
                      <a:pt x="85341" y="27655"/>
                    </a:cubicBezTo>
                    <a:cubicBezTo>
                      <a:pt x="85298" y="27741"/>
                      <a:pt x="85298" y="27828"/>
                      <a:pt x="85341" y="27871"/>
                    </a:cubicBezTo>
                    <a:lnTo>
                      <a:pt x="85601" y="28346"/>
                    </a:lnTo>
                    <a:lnTo>
                      <a:pt x="84607" y="28605"/>
                    </a:lnTo>
                    <a:lnTo>
                      <a:pt x="83959" y="27439"/>
                    </a:lnTo>
                    <a:cubicBezTo>
                      <a:pt x="83915" y="27395"/>
                      <a:pt x="83872" y="27352"/>
                      <a:pt x="83829" y="27309"/>
                    </a:cubicBezTo>
                    <a:lnTo>
                      <a:pt x="83613" y="27309"/>
                    </a:lnTo>
                    <a:cubicBezTo>
                      <a:pt x="83526" y="27352"/>
                      <a:pt x="83483" y="27395"/>
                      <a:pt x="83440" y="27482"/>
                    </a:cubicBezTo>
                    <a:cubicBezTo>
                      <a:pt x="83440" y="27525"/>
                      <a:pt x="83440" y="27611"/>
                      <a:pt x="83440" y="27655"/>
                    </a:cubicBezTo>
                    <a:lnTo>
                      <a:pt x="85125" y="30766"/>
                    </a:lnTo>
                    <a:cubicBezTo>
                      <a:pt x="85168" y="30852"/>
                      <a:pt x="85212" y="30895"/>
                      <a:pt x="85298" y="30895"/>
                    </a:cubicBezTo>
                    <a:cubicBezTo>
                      <a:pt x="85320" y="30917"/>
                      <a:pt x="85352" y="30928"/>
                      <a:pt x="85384" y="30928"/>
                    </a:cubicBezTo>
                    <a:cubicBezTo>
                      <a:pt x="85417" y="30928"/>
                      <a:pt x="85449" y="30917"/>
                      <a:pt x="85471" y="30895"/>
                    </a:cubicBezTo>
                    <a:cubicBezTo>
                      <a:pt x="85557" y="30895"/>
                      <a:pt x="85601" y="30809"/>
                      <a:pt x="85601" y="30766"/>
                    </a:cubicBezTo>
                    <a:cubicBezTo>
                      <a:pt x="85644" y="30679"/>
                      <a:pt x="85644" y="30593"/>
                      <a:pt x="85601" y="30507"/>
                    </a:cubicBezTo>
                    <a:lnTo>
                      <a:pt x="84909" y="29167"/>
                    </a:lnTo>
                    <a:lnTo>
                      <a:pt x="85903" y="28908"/>
                    </a:lnTo>
                    <a:lnTo>
                      <a:pt x="86292" y="29686"/>
                    </a:lnTo>
                    <a:cubicBezTo>
                      <a:pt x="86335" y="29729"/>
                      <a:pt x="86378" y="29772"/>
                      <a:pt x="86465" y="29815"/>
                    </a:cubicBezTo>
                    <a:lnTo>
                      <a:pt x="86638" y="29815"/>
                    </a:lnTo>
                    <a:cubicBezTo>
                      <a:pt x="86724" y="29772"/>
                      <a:pt x="86767" y="29729"/>
                      <a:pt x="86767" y="29642"/>
                    </a:cubicBezTo>
                    <a:cubicBezTo>
                      <a:pt x="86810" y="29556"/>
                      <a:pt x="86810" y="29470"/>
                      <a:pt x="86767" y="29426"/>
                    </a:cubicBezTo>
                    <a:lnTo>
                      <a:pt x="86465" y="28865"/>
                    </a:lnTo>
                    <a:lnTo>
                      <a:pt x="87761" y="28476"/>
                    </a:lnTo>
                    <a:lnTo>
                      <a:pt x="87761" y="33056"/>
                    </a:lnTo>
                    <a:lnTo>
                      <a:pt x="85687" y="33056"/>
                    </a:lnTo>
                    <a:lnTo>
                      <a:pt x="85687" y="41698"/>
                    </a:lnTo>
                    <a:lnTo>
                      <a:pt x="77607" y="41698"/>
                    </a:lnTo>
                    <a:lnTo>
                      <a:pt x="77607" y="48914"/>
                    </a:lnTo>
                    <a:lnTo>
                      <a:pt x="76440" y="48914"/>
                    </a:lnTo>
                    <a:lnTo>
                      <a:pt x="76440" y="58031"/>
                    </a:lnTo>
                    <a:lnTo>
                      <a:pt x="70002" y="58031"/>
                    </a:lnTo>
                    <a:lnTo>
                      <a:pt x="70002" y="60711"/>
                    </a:lnTo>
                    <a:lnTo>
                      <a:pt x="77607" y="60711"/>
                    </a:lnTo>
                    <a:lnTo>
                      <a:pt x="77607" y="74322"/>
                    </a:lnTo>
                    <a:lnTo>
                      <a:pt x="60711" y="74322"/>
                    </a:lnTo>
                    <a:lnTo>
                      <a:pt x="60711" y="50988"/>
                    </a:lnTo>
                    <a:lnTo>
                      <a:pt x="55137" y="50988"/>
                    </a:lnTo>
                    <a:lnTo>
                      <a:pt x="55137" y="38760"/>
                    </a:lnTo>
                    <a:lnTo>
                      <a:pt x="53798" y="38760"/>
                    </a:lnTo>
                    <a:lnTo>
                      <a:pt x="53798" y="41352"/>
                    </a:lnTo>
                    <a:lnTo>
                      <a:pt x="53711" y="41352"/>
                    </a:lnTo>
                    <a:cubicBezTo>
                      <a:pt x="50471" y="42541"/>
                      <a:pt x="47295" y="43135"/>
                      <a:pt x="44173" y="43135"/>
                    </a:cubicBezTo>
                    <a:cubicBezTo>
                      <a:pt x="41051" y="43135"/>
                      <a:pt x="37983" y="42541"/>
                      <a:pt x="34958" y="41352"/>
                    </a:cubicBezTo>
                    <a:lnTo>
                      <a:pt x="34872" y="41352"/>
                    </a:lnTo>
                    <a:lnTo>
                      <a:pt x="34872" y="31241"/>
                    </a:lnTo>
                    <a:lnTo>
                      <a:pt x="40359" y="31241"/>
                    </a:lnTo>
                    <a:lnTo>
                      <a:pt x="40359" y="28951"/>
                    </a:lnTo>
                    <a:lnTo>
                      <a:pt x="1" y="28951"/>
                    </a:lnTo>
                    <a:lnTo>
                      <a:pt x="1" y="111310"/>
                    </a:lnTo>
                    <a:lnTo>
                      <a:pt x="281948" y="111310"/>
                    </a:lnTo>
                    <a:lnTo>
                      <a:pt x="281948" y="4321"/>
                    </a:lnTo>
                    <a:lnTo>
                      <a:pt x="281646" y="4321"/>
                    </a:lnTo>
                    <a:lnTo>
                      <a:pt x="2816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 name="Google Shape;1169;p31"/>
            <p:cNvGrpSpPr/>
            <p:nvPr/>
          </p:nvGrpSpPr>
          <p:grpSpPr>
            <a:xfrm rot="4587335">
              <a:off x="7175898" y="3001439"/>
              <a:ext cx="283365" cy="1104220"/>
              <a:chOff x="2131889" y="2016042"/>
              <a:chExt cx="391758" cy="1526608"/>
            </a:xfrm>
          </p:grpSpPr>
          <p:sp>
            <p:nvSpPr>
              <p:cNvPr id="1170" name="Google Shape;1170;p31"/>
              <p:cNvSpPr/>
              <p:nvPr/>
            </p:nvSpPr>
            <p:spPr>
              <a:xfrm>
                <a:off x="2303240" y="2016042"/>
                <a:ext cx="220407" cy="778651"/>
              </a:xfrm>
              <a:custGeom>
                <a:avLst/>
                <a:gdLst/>
                <a:ahLst/>
                <a:cxnLst/>
                <a:rect l="l" t="t" r="r" b="b"/>
                <a:pathLst>
                  <a:path w="5383" h="19017" extrusionOk="0">
                    <a:moveTo>
                      <a:pt x="5176" y="0"/>
                    </a:moveTo>
                    <a:cubicBezTo>
                      <a:pt x="5112" y="0"/>
                      <a:pt x="5050" y="35"/>
                      <a:pt x="5030" y="118"/>
                    </a:cubicBezTo>
                    <a:cubicBezTo>
                      <a:pt x="3506" y="6399"/>
                      <a:pt x="1849" y="12626"/>
                      <a:pt x="32" y="18799"/>
                    </a:cubicBezTo>
                    <a:cubicBezTo>
                      <a:pt x="0" y="18927"/>
                      <a:pt x="111" y="19017"/>
                      <a:pt x="218" y="19017"/>
                    </a:cubicBezTo>
                    <a:cubicBezTo>
                      <a:pt x="289" y="19017"/>
                      <a:pt x="358" y="18976"/>
                      <a:pt x="379" y="18879"/>
                    </a:cubicBezTo>
                    <a:cubicBezTo>
                      <a:pt x="2197" y="12706"/>
                      <a:pt x="3854" y="6479"/>
                      <a:pt x="5350" y="199"/>
                    </a:cubicBezTo>
                    <a:cubicBezTo>
                      <a:pt x="5383" y="85"/>
                      <a:pt x="5276" y="0"/>
                      <a:pt x="517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31"/>
              <p:cNvSpPr/>
              <p:nvPr/>
            </p:nvSpPr>
            <p:spPr>
              <a:xfrm>
                <a:off x="2282645" y="2882294"/>
                <a:ext cx="13184" cy="22765"/>
              </a:xfrm>
              <a:custGeom>
                <a:avLst/>
                <a:gdLst/>
                <a:ahLst/>
                <a:cxnLst/>
                <a:rect l="l" t="t" r="r" b="b"/>
                <a:pathLst>
                  <a:path w="322" h="556" extrusionOk="0">
                    <a:moveTo>
                      <a:pt x="161" y="1"/>
                    </a:moveTo>
                    <a:cubicBezTo>
                      <a:pt x="81" y="1"/>
                      <a:pt x="1" y="61"/>
                      <a:pt x="1" y="181"/>
                    </a:cubicBezTo>
                    <a:lnTo>
                      <a:pt x="1" y="395"/>
                    </a:lnTo>
                    <a:cubicBezTo>
                      <a:pt x="1" y="502"/>
                      <a:pt x="81" y="555"/>
                      <a:pt x="161" y="555"/>
                    </a:cubicBezTo>
                    <a:cubicBezTo>
                      <a:pt x="241" y="555"/>
                      <a:pt x="321" y="502"/>
                      <a:pt x="321" y="395"/>
                    </a:cubicBezTo>
                    <a:lnTo>
                      <a:pt x="321" y="181"/>
                    </a:lnTo>
                    <a:cubicBezTo>
                      <a:pt x="321" y="61"/>
                      <a:pt x="241" y="1"/>
                      <a:pt x="16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31"/>
              <p:cNvSpPr/>
              <p:nvPr/>
            </p:nvSpPr>
            <p:spPr>
              <a:xfrm>
                <a:off x="2261846" y="3010039"/>
                <a:ext cx="17565" cy="14290"/>
              </a:xfrm>
              <a:custGeom>
                <a:avLst/>
                <a:gdLst/>
                <a:ahLst/>
                <a:cxnLst/>
                <a:rect l="l" t="t" r="r" b="b"/>
                <a:pathLst>
                  <a:path w="429" h="349" extrusionOk="0">
                    <a:moveTo>
                      <a:pt x="215" y="1"/>
                    </a:moveTo>
                    <a:cubicBezTo>
                      <a:pt x="1" y="1"/>
                      <a:pt x="1" y="348"/>
                      <a:pt x="215" y="348"/>
                    </a:cubicBezTo>
                    <a:cubicBezTo>
                      <a:pt x="428" y="348"/>
                      <a:pt x="428" y="1"/>
                      <a:pt x="21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31"/>
              <p:cNvSpPr/>
              <p:nvPr/>
            </p:nvSpPr>
            <p:spPr>
              <a:xfrm>
                <a:off x="2131889" y="3111048"/>
                <a:ext cx="121893" cy="431601"/>
              </a:xfrm>
              <a:custGeom>
                <a:avLst/>
                <a:gdLst/>
                <a:ahLst/>
                <a:cxnLst/>
                <a:rect l="l" t="t" r="r" b="b"/>
                <a:pathLst>
                  <a:path w="2977" h="10541" extrusionOk="0">
                    <a:moveTo>
                      <a:pt x="2771" y="0"/>
                    </a:moveTo>
                    <a:cubicBezTo>
                      <a:pt x="2702" y="0"/>
                      <a:pt x="2635" y="39"/>
                      <a:pt x="2614" y="126"/>
                    </a:cubicBezTo>
                    <a:cubicBezTo>
                      <a:pt x="2026" y="3574"/>
                      <a:pt x="1144" y="6994"/>
                      <a:pt x="48" y="10335"/>
                    </a:cubicBezTo>
                    <a:cubicBezTo>
                      <a:pt x="1" y="10461"/>
                      <a:pt x="93" y="10541"/>
                      <a:pt x="193" y="10541"/>
                    </a:cubicBezTo>
                    <a:cubicBezTo>
                      <a:pt x="263" y="10541"/>
                      <a:pt x="336" y="10503"/>
                      <a:pt x="369" y="10415"/>
                    </a:cubicBezTo>
                    <a:cubicBezTo>
                      <a:pt x="1491" y="7075"/>
                      <a:pt x="2346" y="3681"/>
                      <a:pt x="2961" y="206"/>
                    </a:cubicBezTo>
                    <a:cubicBezTo>
                      <a:pt x="2977" y="80"/>
                      <a:pt x="2871" y="0"/>
                      <a:pt x="27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 name="Google Shape;1174;p31"/>
            <p:cNvSpPr/>
            <p:nvPr/>
          </p:nvSpPr>
          <p:spPr>
            <a:xfrm rot="8472118">
              <a:off x="6271803" y="2776826"/>
              <a:ext cx="88171" cy="312196"/>
            </a:xfrm>
            <a:custGeom>
              <a:avLst/>
              <a:gdLst/>
              <a:ahLst/>
              <a:cxnLst/>
              <a:rect l="l" t="t" r="r" b="b"/>
              <a:pathLst>
                <a:path w="2977" h="10541" extrusionOk="0">
                  <a:moveTo>
                    <a:pt x="2771" y="0"/>
                  </a:moveTo>
                  <a:cubicBezTo>
                    <a:pt x="2702" y="0"/>
                    <a:pt x="2635" y="39"/>
                    <a:pt x="2614" y="126"/>
                  </a:cubicBezTo>
                  <a:cubicBezTo>
                    <a:pt x="2026" y="3574"/>
                    <a:pt x="1144" y="6994"/>
                    <a:pt x="48" y="10335"/>
                  </a:cubicBezTo>
                  <a:cubicBezTo>
                    <a:pt x="1" y="10461"/>
                    <a:pt x="93" y="10541"/>
                    <a:pt x="193" y="10541"/>
                  </a:cubicBezTo>
                  <a:cubicBezTo>
                    <a:pt x="263" y="10541"/>
                    <a:pt x="336" y="10503"/>
                    <a:pt x="369" y="10415"/>
                  </a:cubicBezTo>
                  <a:cubicBezTo>
                    <a:pt x="1491" y="7075"/>
                    <a:pt x="2346" y="3681"/>
                    <a:pt x="2961" y="206"/>
                  </a:cubicBezTo>
                  <a:cubicBezTo>
                    <a:pt x="2977" y="80"/>
                    <a:pt x="2871" y="0"/>
                    <a:pt x="27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31"/>
            <p:cNvSpPr/>
            <p:nvPr/>
          </p:nvSpPr>
          <p:spPr>
            <a:xfrm rot="8472394">
              <a:off x="6248891" y="2837130"/>
              <a:ext cx="66785" cy="236469"/>
            </a:xfrm>
            <a:custGeom>
              <a:avLst/>
              <a:gdLst/>
              <a:ahLst/>
              <a:cxnLst/>
              <a:rect l="l" t="t" r="r" b="b"/>
              <a:pathLst>
                <a:path w="2977" h="10541" extrusionOk="0">
                  <a:moveTo>
                    <a:pt x="2771" y="0"/>
                  </a:moveTo>
                  <a:cubicBezTo>
                    <a:pt x="2702" y="0"/>
                    <a:pt x="2635" y="39"/>
                    <a:pt x="2614" y="126"/>
                  </a:cubicBezTo>
                  <a:cubicBezTo>
                    <a:pt x="2026" y="3574"/>
                    <a:pt x="1144" y="6994"/>
                    <a:pt x="48" y="10335"/>
                  </a:cubicBezTo>
                  <a:cubicBezTo>
                    <a:pt x="1" y="10461"/>
                    <a:pt x="93" y="10541"/>
                    <a:pt x="193" y="10541"/>
                  </a:cubicBezTo>
                  <a:cubicBezTo>
                    <a:pt x="263" y="10541"/>
                    <a:pt x="336" y="10503"/>
                    <a:pt x="369" y="10415"/>
                  </a:cubicBezTo>
                  <a:cubicBezTo>
                    <a:pt x="1491" y="7075"/>
                    <a:pt x="2346" y="3681"/>
                    <a:pt x="2961" y="206"/>
                  </a:cubicBezTo>
                  <a:cubicBezTo>
                    <a:pt x="2977" y="80"/>
                    <a:pt x="2871" y="0"/>
                    <a:pt x="27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31"/>
            <p:cNvSpPr/>
            <p:nvPr/>
          </p:nvSpPr>
          <p:spPr>
            <a:xfrm rot="8472394">
              <a:off x="6211888" y="2837130"/>
              <a:ext cx="66785" cy="236469"/>
            </a:xfrm>
            <a:custGeom>
              <a:avLst/>
              <a:gdLst/>
              <a:ahLst/>
              <a:cxnLst/>
              <a:rect l="l" t="t" r="r" b="b"/>
              <a:pathLst>
                <a:path w="2977" h="10541" extrusionOk="0">
                  <a:moveTo>
                    <a:pt x="2771" y="0"/>
                  </a:moveTo>
                  <a:cubicBezTo>
                    <a:pt x="2702" y="0"/>
                    <a:pt x="2635" y="39"/>
                    <a:pt x="2614" y="126"/>
                  </a:cubicBezTo>
                  <a:cubicBezTo>
                    <a:pt x="2026" y="3574"/>
                    <a:pt x="1144" y="6994"/>
                    <a:pt x="48" y="10335"/>
                  </a:cubicBezTo>
                  <a:cubicBezTo>
                    <a:pt x="1" y="10461"/>
                    <a:pt x="93" y="10541"/>
                    <a:pt x="193" y="10541"/>
                  </a:cubicBezTo>
                  <a:cubicBezTo>
                    <a:pt x="263" y="10541"/>
                    <a:pt x="336" y="10503"/>
                    <a:pt x="369" y="10415"/>
                  </a:cubicBezTo>
                  <a:cubicBezTo>
                    <a:pt x="1491" y="7075"/>
                    <a:pt x="2346" y="3681"/>
                    <a:pt x="2961" y="206"/>
                  </a:cubicBezTo>
                  <a:cubicBezTo>
                    <a:pt x="2977" y="80"/>
                    <a:pt x="2871" y="0"/>
                    <a:pt x="27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31"/>
            <p:cNvSpPr/>
            <p:nvPr/>
          </p:nvSpPr>
          <p:spPr>
            <a:xfrm rot="4587561">
              <a:off x="6835606" y="3465058"/>
              <a:ext cx="65736" cy="232733"/>
            </a:xfrm>
            <a:custGeom>
              <a:avLst/>
              <a:gdLst/>
              <a:ahLst/>
              <a:cxnLst/>
              <a:rect l="l" t="t" r="r" b="b"/>
              <a:pathLst>
                <a:path w="2977" h="10541" extrusionOk="0">
                  <a:moveTo>
                    <a:pt x="2771" y="0"/>
                  </a:moveTo>
                  <a:cubicBezTo>
                    <a:pt x="2702" y="0"/>
                    <a:pt x="2635" y="39"/>
                    <a:pt x="2614" y="126"/>
                  </a:cubicBezTo>
                  <a:cubicBezTo>
                    <a:pt x="2026" y="3574"/>
                    <a:pt x="1144" y="6994"/>
                    <a:pt x="48" y="10335"/>
                  </a:cubicBezTo>
                  <a:cubicBezTo>
                    <a:pt x="1" y="10461"/>
                    <a:pt x="93" y="10541"/>
                    <a:pt x="193" y="10541"/>
                  </a:cubicBezTo>
                  <a:cubicBezTo>
                    <a:pt x="263" y="10541"/>
                    <a:pt x="336" y="10503"/>
                    <a:pt x="369" y="10415"/>
                  </a:cubicBezTo>
                  <a:cubicBezTo>
                    <a:pt x="1491" y="7075"/>
                    <a:pt x="2346" y="3681"/>
                    <a:pt x="2961" y="206"/>
                  </a:cubicBezTo>
                  <a:cubicBezTo>
                    <a:pt x="2977" y="80"/>
                    <a:pt x="2871" y="0"/>
                    <a:pt x="27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31"/>
            <p:cNvSpPr/>
            <p:nvPr/>
          </p:nvSpPr>
          <p:spPr>
            <a:xfrm rot="4587561">
              <a:off x="6833413" y="3500836"/>
              <a:ext cx="65736" cy="232733"/>
            </a:xfrm>
            <a:custGeom>
              <a:avLst/>
              <a:gdLst/>
              <a:ahLst/>
              <a:cxnLst/>
              <a:rect l="l" t="t" r="r" b="b"/>
              <a:pathLst>
                <a:path w="2977" h="10541" extrusionOk="0">
                  <a:moveTo>
                    <a:pt x="2771" y="0"/>
                  </a:moveTo>
                  <a:cubicBezTo>
                    <a:pt x="2702" y="0"/>
                    <a:pt x="2635" y="39"/>
                    <a:pt x="2614" y="126"/>
                  </a:cubicBezTo>
                  <a:cubicBezTo>
                    <a:pt x="2026" y="3574"/>
                    <a:pt x="1144" y="6994"/>
                    <a:pt x="48" y="10335"/>
                  </a:cubicBezTo>
                  <a:cubicBezTo>
                    <a:pt x="1" y="10461"/>
                    <a:pt x="93" y="10541"/>
                    <a:pt x="193" y="10541"/>
                  </a:cubicBezTo>
                  <a:cubicBezTo>
                    <a:pt x="263" y="10541"/>
                    <a:pt x="336" y="10503"/>
                    <a:pt x="369" y="10415"/>
                  </a:cubicBezTo>
                  <a:cubicBezTo>
                    <a:pt x="1491" y="7075"/>
                    <a:pt x="2346" y="3681"/>
                    <a:pt x="2961" y="206"/>
                  </a:cubicBezTo>
                  <a:cubicBezTo>
                    <a:pt x="2977" y="80"/>
                    <a:pt x="2871" y="0"/>
                    <a:pt x="27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31"/>
            <p:cNvSpPr/>
            <p:nvPr/>
          </p:nvSpPr>
          <p:spPr>
            <a:xfrm rot="5125253">
              <a:off x="5287805" y="2082782"/>
              <a:ext cx="154069" cy="1135352"/>
            </a:xfrm>
            <a:custGeom>
              <a:avLst/>
              <a:gdLst/>
              <a:ahLst/>
              <a:cxnLst/>
              <a:rect l="l" t="t" r="r" b="b"/>
              <a:pathLst>
                <a:path w="5383" h="19017" extrusionOk="0">
                  <a:moveTo>
                    <a:pt x="5176" y="0"/>
                  </a:moveTo>
                  <a:cubicBezTo>
                    <a:pt x="5112" y="0"/>
                    <a:pt x="5050" y="35"/>
                    <a:pt x="5030" y="118"/>
                  </a:cubicBezTo>
                  <a:cubicBezTo>
                    <a:pt x="3506" y="6399"/>
                    <a:pt x="1849" y="12626"/>
                    <a:pt x="32" y="18799"/>
                  </a:cubicBezTo>
                  <a:cubicBezTo>
                    <a:pt x="0" y="18927"/>
                    <a:pt x="111" y="19017"/>
                    <a:pt x="218" y="19017"/>
                  </a:cubicBezTo>
                  <a:cubicBezTo>
                    <a:pt x="289" y="19017"/>
                    <a:pt x="358" y="18976"/>
                    <a:pt x="379" y="18879"/>
                  </a:cubicBezTo>
                  <a:cubicBezTo>
                    <a:pt x="2197" y="12706"/>
                    <a:pt x="3854" y="6479"/>
                    <a:pt x="5350" y="199"/>
                  </a:cubicBezTo>
                  <a:cubicBezTo>
                    <a:pt x="5383" y="85"/>
                    <a:pt x="5276" y="0"/>
                    <a:pt x="517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31"/>
            <p:cNvSpPr/>
            <p:nvPr/>
          </p:nvSpPr>
          <p:spPr>
            <a:xfrm rot="5187596">
              <a:off x="5412234" y="2260785"/>
              <a:ext cx="153871" cy="880800"/>
            </a:xfrm>
            <a:custGeom>
              <a:avLst/>
              <a:gdLst/>
              <a:ahLst/>
              <a:cxnLst/>
              <a:rect l="l" t="t" r="r" b="b"/>
              <a:pathLst>
                <a:path w="5383" h="19017" extrusionOk="0">
                  <a:moveTo>
                    <a:pt x="5176" y="0"/>
                  </a:moveTo>
                  <a:cubicBezTo>
                    <a:pt x="5112" y="0"/>
                    <a:pt x="5050" y="35"/>
                    <a:pt x="5030" y="118"/>
                  </a:cubicBezTo>
                  <a:cubicBezTo>
                    <a:pt x="3506" y="6399"/>
                    <a:pt x="1849" y="12626"/>
                    <a:pt x="32" y="18799"/>
                  </a:cubicBezTo>
                  <a:cubicBezTo>
                    <a:pt x="0" y="18927"/>
                    <a:pt x="111" y="19017"/>
                    <a:pt x="218" y="19017"/>
                  </a:cubicBezTo>
                  <a:cubicBezTo>
                    <a:pt x="289" y="19017"/>
                    <a:pt x="358" y="18976"/>
                    <a:pt x="379" y="18879"/>
                  </a:cubicBezTo>
                  <a:cubicBezTo>
                    <a:pt x="2197" y="12706"/>
                    <a:pt x="3854" y="6479"/>
                    <a:pt x="5350" y="199"/>
                  </a:cubicBezTo>
                  <a:cubicBezTo>
                    <a:pt x="5383" y="85"/>
                    <a:pt x="5276" y="0"/>
                    <a:pt x="517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31"/>
            <p:cNvSpPr/>
            <p:nvPr/>
          </p:nvSpPr>
          <p:spPr>
            <a:xfrm rot="5187596">
              <a:off x="5412234" y="2318021"/>
              <a:ext cx="153871" cy="880800"/>
            </a:xfrm>
            <a:custGeom>
              <a:avLst/>
              <a:gdLst/>
              <a:ahLst/>
              <a:cxnLst/>
              <a:rect l="l" t="t" r="r" b="b"/>
              <a:pathLst>
                <a:path w="5383" h="19017" extrusionOk="0">
                  <a:moveTo>
                    <a:pt x="5176" y="0"/>
                  </a:moveTo>
                  <a:cubicBezTo>
                    <a:pt x="5112" y="0"/>
                    <a:pt x="5050" y="35"/>
                    <a:pt x="5030" y="118"/>
                  </a:cubicBezTo>
                  <a:cubicBezTo>
                    <a:pt x="3506" y="6399"/>
                    <a:pt x="1849" y="12626"/>
                    <a:pt x="32" y="18799"/>
                  </a:cubicBezTo>
                  <a:cubicBezTo>
                    <a:pt x="0" y="18927"/>
                    <a:pt x="111" y="19017"/>
                    <a:pt x="218" y="19017"/>
                  </a:cubicBezTo>
                  <a:cubicBezTo>
                    <a:pt x="289" y="19017"/>
                    <a:pt x="358" y="18976"/>
                    <a:pt x="379" y="18879"/>
                  </a:cubicBezTo>
                  <a:cubicBezTo>
                    <a:pt x="2197" y="12706"/>
                    <a:pt x="3854" y="6479"/>
                    <a:pt x="5350" y="199"/>
                  </a:cubicBezTo>
                  <a:cubicBezTo>
                    <a:pt x="5383" y="85"/>
                    <a:pt x="5276" y="0"/>
                    <a:pt x="517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2" name="Google Shape;1182;p31"/>
          <p:cNvSpPr txBox="1"/>
          <p:nvPr/>
        </p:nvSpPr>
        <p:spPr>
          <a:xfrm>
            <a:off x="4268975" y="3152425"/>
            <a:ext cx="1876200" cy="131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a:solidFill>
                  <a:schemeClr val="accent3"/>
                </a:solidFill>
                <a:latin typeface="Barlow"/>
                <a:ea typeface="Barlow"/>
                <a:cs typeface="Barlow"/>
                <a:sym typeface="Barlow"/>
              </a:rPr>
              <a:t>CREDITS</a:t>
            </a:r>
            <a:r>
              <a:rPr lang="en" sz="1200">
                <a:solidFill>
                  <a:schemeClr val="accent3"/>
                </a:solidFill>
                <a:latin typeface="Barlow"/>
                <a:ea typeface="Barlow"/>
                <a:cs typeface="Barlow"/>
                <a:sym typeface="Barlow"/>
              </a:rPr>
              <a:t>: This presentation template was created by </a:t>
            </a:r>
            <a:r>
              <a:rPr lang="en" sz="1200" b="1">
                <a:solidFill>
                  <a:schemeClr val="accent3"/>
                </a:solidFill>
                <a:uFill>
                  <a:noFill/>
                </a:uFill>
                <a:latin typeface="Barlow"/>
                <a:ea typeface="Barlow"/>
                <a:cs typeface="Barlow"/>
                <a:sym typeface="Barlow"/>
                <a:hlinkClick r:id="rId3">
                  <a:extLst>
                    <a:ext uri="{A12FA001-AC4F-418D-AE19-62706E023703}">
                      <ahyp:hlinkClr xmlns:ahyp="http://schemas.microsoft.com/office/drawing/2018/hyperlinkcolor" val="tx"/>
                    </a:ext>
                  </a:extLst>
                </a:hlinkClick>
              </a:rPr>
              <a:t>Slidesgo</a:t>
            </a:r>
            <a:r>
              <a:rPr lang="en" sz="1200" b="1">
                <a:solidFill>
                  <a:schemeClr val="accent3"/>
                </a:solidFill>
                <a:latin typeface="Barlow"/>
                <a:ea typeface="Barlow"/>
                <a:cs typeface="Barlow"/>
                <a:sym typeface="Barlow"/>
              </a:rPr>
              <a:t>,</a:t>
            </a:r>
            <a:r>
              <a:rPr lang="en" sz="1200">
                <a:solidFill>
                  <a:schemeClr val="accent3"/>
                </a:solidFill>
                <a:latin typeface="Barlow"/>
                <a:ea typeface="Barlow"/>
                <a:cs typeface="Barlow"/>
                <a:sym typeface="Barlow"/>
              </a:rPr>
              <a:t> including icons by </a:t>
            </a:r>
            <a:r>
              <a:rPr lang="en" sz="1200" b="1">
                <a:solidFill>
                  <a:schemeClr val="accent3"/>
                </a:solidFill>
                <a:uFill>
                  <a:noFill/>
                </a:uFill>
                <a:latin typeface="Barlow"/>
                <a:ea typeface="Barlow"/>
                <a:cs typeface="Barlow"/>
                <a:sym typeface="Barlow"/>
                <a:hlinkClick r:id="rId4">
                  <a:extLst>
                    <a:ext uri="{A12FA001-AC4F-418D-AE19-62706E023703}">
                      <ahyp:hlinkClr xmlns:ahyp="http://schemas.microsoft.com/office/drawing/2018/hyperlinkcolor" val="tx"/>
                    </a:ext>
                  </a:extLst>
                </a:hlinkClick>
              </a:rPr>
              <a:t>Flaticon</a:t>
            </a:r>
            <a:r>
              <a:rPr lang="en" sz="1200">
                <a:solidFill>
                  <a:schemeClr val="accent3"/>
                </a:solidFill>
                <a:latin typeface="Barlow"/>
                <a:ea typeface="Barlow"/>
                <a:cs typeface="Barlow"/>
                <a:sym typeface="Barlow"/>
              </a:rPr>
              <a:t> and infographics &amp; images by </a:t>
            </a:r>
            <a:r>
              <a:rPr lang="en" sz="1200" b="1">
                <a:solidFill>
                  <a:schemeClr val="accent3"/>
                </a:solidFill>
                <a:uFill>
                  <a:noFill/>
                </a:uFill>
                <a:latin typeface="Barlow"/>
                <a:ea typeface="Barlow"/>
                <a:cs typeface="Barlow"/>
                <a:sym typeface="Barlow"/>
                <a:hlinkClick r:id="rId5">
                  <a:extLst>
                    <a:ext uri="{A12FA001-AC4F-418D-AE19-62706E023703}">
                      <ahyp:hlinkClr xmlns:ahyp="http://schemas.microsoft.com/office/drawing/2018/hyperlinkcolor" val="tx"/>
                    </a:ext>
                  </a:extLst>
                </a:hlinkClick>
              </a:rPr>
              <a:t>Freepik</a:t>
            </a:r>
            <a:r>
              <a:rPr lang="en" sz="1200">
                <a:solidFill>
                  <a:schemeClr val="accent3"/>
                </a:solidFill>
                <a:latin typeface="Barlow"/>
                <a:ea typeface="Barlow"/>
                <a:cs typeface="Barlow"/>
                <a:sym typeface="Barlow"/>
              </a:rPr>
              <a:t>.</a:t>
            </a:r>
            <a:endParaRPr sz="1200">
              <a:solidFill>
                <a:schemeClr val="accent3"/>
              </a:solidFill>
              <a:latin typeface="Barlow"/>
              <a:ea typeface="Barlow"/>
              <a:cs typeface="Barlow"/>
              <a:sym typeface="Barlow"/>
            </a:endParaRPr>
          </a:p>
        </p:txBody>
      </p:sp>
      <p:sp>
        <p:nvSpPr>
          <p:cNvPr id="1183" name="Google Shape;1183;p31"/>
          <p:cNvSpPr txBox="1">
            <a:spLocks noGrp="1"/>
          </p:cNvSpPr>
          <p:nvPr>
            <p:ph type="title"/>
          </p:nvPr>
        </p:nvSpPr>
        <p:spPr>
          <a:xfrm>
            <a:off x="713250" y="768100"/>
            <a:ext cx="3838800" cy="881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5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84" name="Google Shape;1184;p31"/>
          <p:cNvSpPr txBox="1">
            <a:spLocks noGrp="1"/>
          </p:cNvSpPr>
          <p:nvPr>
            <p:ph type="subTitle" idx="1"/>
          </p:nvPr>
        </p:nvSpPr>
        <p:spPr>
          <a:xfrm>
            <a:off x="713250" y="1649800"/>
            <a:ext cx="3838800" cy="1143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ackground">
  <p:cSld name="CUSTOM_11">
    <p:spTree>
      <p:nvGrpSpPr>
        <p:cNvPr id="1" name="Shape 1185"/>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ackground 2">
  <p:cSld name="CUSTOM_11_1">
    <p:spTree>
      <p:nvGrpSpPr>
        <p:cNvPr id="1" name="Shape 1186"/>
        <p:cNvGrpSpPr/>
        <p:nvPr/>
      </p:nvGrpSpPr>
      <p:grpSpPr>
        <a:xfrm>
          <a:off x="0" y="0"/>
          <a:ext cx="0" cy="0"/>
          <a:chOff x="0" y="0"/>
          <a:chExt cx="0" cy="0"/>
        </a:xfrm>
      </p:grpSpPr>
      <p:grpSp>
        <p:nvGrpSpPr>
          <p:cNvPr id="1187" name="Google Shape;1187;p33"/>
          <p:cNvGrpSpPr/>
          <p:nvPr/>
        </p:nvGrpSpPr>
        <p:grpSpPr>
          <a:xfrm>
            <a:off x="0" y="1230541"/>
            <a:ext cx="9143899" cy="3912953"/>
            <a:chOff x="0" y="1737996"/>
            <a:chExt cx="9100218" cy="3405529"/>
          </a:xfrm>
        </p:grpSpPr>
        <p:sp>
          <p:nvSpPr>
            <p:cNvPr id="1188" name="Google Shape;1188;p33"/>
            <p:cNvSpPr/>
            <p:nvPr/>
          </p:nvSpPr>
          <p:spPr>
            <a:xfrm>
              <a:off x="0" y="1737996"/>
              <a:ext cx="9100218" cy="3405529"/>
            </a:xfrm>
            <a:custGeom>
              <a:avLst/>
              <a:gdLst/>
              <a:ahLst/>
              <a:cxnLst/>
              <a:rect l="l" t="t" r="r" b="b"/>
              <a:pathLst>
                <a:path w="172214" h="122457" extrusionOk="0">
                  <a:moveTo>
                    <a:pt x="83214" y="8452"/>
                  </a:moveTo>
                  <a:cubicBezTo>
                    <a:pt x="84502" y="8452"/>
                    <a:pt x="85749" y="9449"/>
                    <a:pt x="85749" y="10972"/>
                  </a:cubicBezTo>
                  <a:cubicBezTo>
                    <a:pt x="85804" y="12295"/>
                    <a:pt x="84757" y="13425"/>
                    <a:pt x="83434" y="13480"/>
                  </a:cubicBezTo>
                  <a:cubicBezTo>
                    <a:pt x="83367" y="13485"/>
                    <a:pt x="83300" y="13487"/>
                    <a:pt x="83235" y="13487"/>
                  </a:cubicBezTo>
                  <a:cubicBezTo>
                    <a:pt x="81073" y="13487"/>
                    <a:pt x="79897" y="10895"/>
                    <a:pt x="81395" y="9264"/>
                  </a:cubicBezTo>
                  <a:cubicBezTo>
                    <a:pt x="81910" y="8703"/>
                    <a:pt x="82567" y="8452"/>
                    <a:pt x="83214" y="8452"/>
                  </a:cubicBezTo>
                  <a:close/>
                  <a:moveTo>
                    <a:pt x="68114" y="6591"/>
                  </a:moveTo>
                  <a:cubicBezTo>
                    <a:pt x="73707" y="6591"/>
                    <a:pt x="78254" y="9980"/>
                    <a:pt x="78254" y="14141"/>
                  </a:cubicBezTo>
                  <a:cubicBezTo>
                    <a:pt x="78254" y="18302"/>
                    <a:pt x="73707" y="21663"/>
                    <a:pt x="68114" y="21663"/>
                  </a:cubicBezTo>
                  <a:cubicBezTo>
                    <a:pt x="62493" y="21663"/>
                    <a:pt x="57946" y="18302"/>
                    <a:pt x="57946" y="14141"/>
                  </a:cubicBezTo>
                  <a:cubicBezTo>
                    <a:pt x="57946" y="9980"/>
                    <a:pt x="62493" y="6591"/>
                    <a:pt x="68114" y="6591"/>
                  </a:cubicBezTo>
                  <a:close/>
                  <a:moveTo>
                    <a:pt x="152072" y="13480"/>
                  </a:moveTo>
                  <a:cubicBezTo>
                    <a:pt x="158933" y="13480"/>
                    <a:pt x="164471" y="15298"/>
                    <a:pt x="164471" y="17558"/>
                  </a:cubicBezTo>
                  <a:cubicBezTo>
                    <a:pt x="164471" y="19817"/>
                    <a:pt x="158933" y="21663"/>
                    <a:pt x="152072" y="21663"/>
                  </a:cubicBezTo>
                  <a:cubicBezTo>
                    <a:pt x="145238" y="21663"/>
                    <a:pt x="139672" y="19817"/>
                    <a:pt x="139672" y="17558"/>
                  </a:cubicBezTo>
                  <a:cubicBezTo>
                    <a:pt x="139672" y="15298"/>
                    <a:pt x="145238" y="13480"/>
                    <a:pt x="152072" y="13480"/>
                  </a:cubicBezTo>
                  <a:close/>
                  <a:moveTo>
                    <a:pt x="68389" y="0"/>
                  </a:moveTo>
                  <a:cubicBezTo>
                    <a:pt x="66007" y="0"/>
                    <a:pt x="63626" y="292"/>
                    <a:pt x="61308" y="888"/>
                  </a:cubicBezTo>
                  <a:cubicBezTo>
                    <a:pt x="52243" y="3230"/>
                    <a:pt x="44665" y="9815"/>
                    <a:pt x="36096" y="13755"/>
                  </a:cubicBezTo>
                  <a:cubicBezTo>
                    <a:pt x="30013" y="16564"/>
                    <a:pt x="23888" y="17746"/>
                    <a:pt x="17722" y="17746"/>
                  </a:cubicBezTo>
                  <a:cubicBezTo>
                    <a:pt x="11850" y="17746"/>
                    <a:pt x="5941" y="16674"/>
                    <a:pt x="0" y="14913"/>
                  </a:cubicBezTo>
                  <a:lnTo>
                    <a:pt x="0" y="122457"/>
                  </a:lnTo>
                  <a:lnTo>
                    <a:pt x="172214" y="122457"/>
                  </a:lnTo>
                  <a:lnTo>
                    <a:pt x="172214" y="11441"/>
                  </a:lnTo>
                  <a:cubicBezTo>
                    <a:pt x="165763" y="9835"/>
                    <a:pt x="159205" y="8740"/>
                    <a:pt x="152593" y="8740"/>
                  </a:cubicBezTo>
                  <a:cubicBezTo>
                    <a:pt x="152511" y="8740"/>
                    <a:pt x="152429" y="8740"/>
                    <a:pt x="152347" y="8741"/>
                  </a:cubicBezTo>
                  <a:cubicBezTo>
                    <a:pt x="139176" y="8796"/>
                    <a:pt x="126364" y="13067"/>
                    <a:pt x="113386" y="15298"/>
                  </a:cubicBezTo>
                  <a:cubicBezTo>
                    <a:pt x="110831" y="15729"/>
                    <a:pt x="108206" y="16071"/>
                    <a:pt x="105621" y="16071"/>
                  </a:cubicBezTo>
                  <a:cubicBezTo>
                    <a:pt x="102574" y="16071"/>
                    <a:pt x="99583" y="15595"/>
                    <a:pt x="96825" y="14224"/>
                  </a:cubicBezTo>
                  <a:cubicBezTo>
                    <a:pt x="93051" y="12323"/>
                    <a:pt x="90130" y="8961"/>
                    <a:pt x="86768" y="6316"/>
                  </a:cubicBezTo>
                  <a:cubicBezTo>
                    <a:pt x="81477" y="2196"/>
                    <a:pt x="74927" y="0"/>
                    <a:pt x="68389"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3"/>
            <p:cNvSpPr/>
            <p:nvPr/>
          </p:nvSpPr>
          <p:spPr>
            <a:xfrm>
              <a:off x="1427" y="2726829"/>
              <a:ext cx="9098792" cy="2416689"/>
            </a:xfrm>
            <a:custGeom>
              <a:avLst/>
              <a:gdLst/>
              <a:ahLst/>
              <a:cxnLst/>
              <a:rect l="l" t="t" r="r" b="b"/>
              <a:pathLst>
                <a:path w="172187" h="86900" extrusionOk="0">
                  <a:moveTo>
                    <a:pt x="94157" y="1"/>
                  </a:moveTo>
                  <a:cubicBezTo>
                    <a:pt x="91210" y="1"/>
                    <a:pt x="88097" y="334"/>
                    <a:pt x="85749" y="820"/>
                  </a:cubicBezTo>
                  <a:cubicBezTo>
                    <a:pt x="77511" y="2474"/>
                    <a:pt x="71283" y="4733"/>
                    <a:pt x="63182" y="6937"/>
                  </a:cubicBezTo>
                  <a:cubicBezTo>
                    <a:pt x="55081" y="9142"/>
                    <a:pt x="46870" y="11677"/>
                    <a:pt x="38411" y="11952"/>
                  </a:cubicBezTo>
                  <a:cubicBezTo>
                    <a:pt x="29291" y="11952"/>
                    <a:pt x="20721" y="10051"/>
                    <a:pt x="12180" y="6882"/>
                  </a:cubicBezTo>
                  <a:cubicBezTo>
                    <a:pt x="8157" y="5394"/>
                    <a:pt x="4106" y="2942"/>
                    <a:pt x="1" y="1702"/>
                  </a:cubicBezTo>
                  <a:lnTo>
                    <a:pt x="1" y="86900"/>
                  </a:lnTo>
                  <a:lnTo>
                    <a:pt x="172187" y="86900"/>
                  </a:lnTo>
                  <a:lnTo>
                    <a:pt x="172187" y="4403"/>
                  </a:lnTo>
                  <a:cubicBezTo>
                    <a:pt x="166621" y="6221"/>
                    <a:pt x="161110" y="9610"/>
                    <a:pt x="155654" y="11870"/>
                  </a:cubicBezTo>
                  <a:cubicBezTo>
                    <a:pt x="150123" y="14161"/>
                    <a:pt x="144147" y="15287"/>
                    <a:pt x="138167" y="15287"/>
                  </a:cubicBezTo>
                  <a:cubicBezTo>
                    <a:pt x="129401" y="15287"/>
                    <a:pt x="120624" y="12867"/>
                    <a:pt x="113221" y="8150"/>
                  </a:cubicBezTo>
                  <a:cubicBezTo>
                    <a:pt x="108729" y="5284"/>
                    <a:pt x="104569" y="1564"/>
                    <a:pt x="99389" y="462"/>
                  </a:cubicBezTo>
                  <a:cubicBezTo>
                    <a:pt x="97879" y="139"/>
                    <a:pt x="96052" y="1"/>
                    <a:pt x="94157" y="1"/>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90" name="Google Shape;1190;p33"/>
          <p:cNvPicPr preferRelativeResize="0"/>
          <p:nvPr/>
        </p:nvPicPr>
        <p:blipFill>
          <a:blip r:embed="rId2">
            <a:alphaModFix/>
          </a:blip>
          <a:stretch>
            <a:fillRect/>
          </a:stretch>
        </p:blipFill>
        <p:spPr>
          <a:xfrm>
            <a:off x="152400" y="152400"/>
            <a:ext cx="8839198" cy="3055685"/>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ackground 3">
  <p:cSld name="CUSTOM_11_1_1">
    <p:spTree>
      <p:nvGrpSpPr>
        <p:cNvPr id="1" name="Shape 1191"/>
        <p:cNvGrpSpPr/>
        <p:nvPr/>
      </p:nvGrpSpPr>
      <p:grpSpPr>
        <a:xfrm>
          <a:off x="0" y="0"/>
          <a:ext cx="0" cy="0"/>
          <a:chOff x="0" y="0"/>
          <a:chExt cx="0" cy="0"/>
        </a:xfrm>
      </p:grpSpPr>
      <p:sp>
        <p:nvSpPr>
          <p:cNvPr id="1192" name="Google Shape;1192;p34"/>
          <p:cNvSpPr/>
          <p:nvPr/>
        </p:nvSpPr>
        <p:spPr>
          <a:xfrm>
            <a:off x="0" y="1795724"/>
            <a:ext cx="9143702" cy="3347627"/>
          </a:xfrm>
          <a:custGeom>
            <a:avLst/>
            <a:gdLst/>
            <a:ahLst/>
            <a:cxnLst/>
            <a:rect l="l" t="t" r="r" b="b"/>
            <a:pathLst>
              <a:path w="172214" h="149148" extrusionOk="0">
                <a:moveTo>
                  <a:pt x="59597" y="0"/>
                </a:moveTo>
                <a:cubicBezTo>
                  <a:pt x="53773" y="0"/>
                  <a:pt x="47747" y="958"/>
                  <a:pt x="42599" y="2532"/>
                </a:cubicBezTo>
                <a:cubicBezTo>
                  <a:pt x="32321" y="5673"/>
                  <a:pt x="24358" y="10798"/>
                  <a:pt x="15403" y="15097"/>
                </a:cubicBezTo>
                <a:cubicBezTo>
                  <a:pt x="11435" y="16998"/>
                  <a:pt x="6723" y="18844"/>
                  <a:pt x="1626" y="19450"/>
                </a:cubicBezTo>
                <a:cubicBezTo>
                  <a:pt x="1350" y="19478"/>
                  <a:pt x="1075" y="19491"/>
                  <a:pt x="803" y="19491"/>
                </a:cubicBezTo>
                <a:cubicBezTo>
                  <a:pt x="530" y="19491"/>
                  <a:pt x="262" y="19478"/>
                  <a:pt x="0" y="19450"/>
                </a:cubicBezTo>
                <a:lnTo>
                  <a:pt x="0" y="149148"/>
                </a:lnTo>
                <a:lnTo>
                  <a:pt x="172214" y="149148"/>
                </a:lnTo>
                <a:lnTo>
                  <a:pt x="172214" y="13416"/>
                </a:lnTo>
                <a:cubicBezTo>
                  <a:pt x="165208" y="12298"/>
                  <a:pt x="158041" y="11441"/>
                  <a:pt x="151041" y="11441"/>
                </a:cubicBezTo>
                <a:cubicBezTo>
                  <a:pt x="145788" y="11441"/>
                  <a:pt x="140630" y="11924"/>
                  <a:pt x="135704" y="13140"/>
                </a:cubicBezTo>
                <a:cubicBezTo>
                  <a:pt x="128954" y="14793"/>
                  <a:pt x="123195" y="17714"/>
                  <a:pt x="116196" y="18982"/>
                </a:cubicBezTo>
                <a:cubicBezTo>
                  <a:pt x="113783" y="19421"/>
                  <a:pt x="111262" y="19633"/>
                  <a:pt x="108736" y="19633"/>
                </a:cubicBezTo>
                <a:cubicBezTo>
                  <a:pt x="101281" y="19633"/>
                  <a:pt x="93781" y="17790"/>
                  <a:pt x="88862" y="14518"/>
                </a:cubicBezTo>
                <a:cubicBezTo>
                  <a:pt x="83655" y="11046"/>
                  <a:pt x="81285" y="6252"/>
                  <a:pt x="75333" y="3193"/>
                </a:cubicBezTo>
                <a:cubicBezTo>
                  <a:pt x="71001" y="951"/>
                  <a:pt x="65399" y="0"/>
                  <a:pt x="59597"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93" name="Google Shape;1193;p34"/>
          <p:cNvPicPr preferRelativeResize="0"/>
          <p:nvPr/>
        </p:nvPicPr>
        <p:blipFill>
          <a:blip r:embed="rId2">
            <a:alphaModFix/>
          </a:blip>
          <a:stretch>
            <a:fillRect/>
          </a:stretch>
        </p:blipFill>
        <p:spPr>
          <a:xfrm>
            <a:off x="4616575" y="152400"/>
            <a:ext cx="4479375" cy="483870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4">
  <p:cSld name="CUSTOM_11_1_1_1">
    <p:spTree>
      <p:nvGrpSpPr>
        <p:cNvPr id="1" name="Shape 1194"/>
        <p:cNvGrpSpPr/>
        <p:nvPr/>
      </p:nvGrpSpPr>
      <p:grpSpPr>
        <a:xfrm>
          <a:off x="0" y="0"/>
          <a:ext cx="0" cy="0"/>
          <a:chOff x="0" y="0"/>
          <a:chExt cx="0" cy="0"/>
        </a:xfrm>
      </p:grpSpPr>
      <p:sp>
        <p:nvSpPr>
          <p:cNvPr id="1195" name="Google Shape;1195;p35"/>
          <p:cNvSpPr/>
          <p:nvPr/>
        </p:nvSpPr>
        <p:spPr>
          <a:xfrm rot="10800000">
            <a:off x="0" y="-1"/>
            <a:ext cx="9143702" cy="3347627"/>
          </a:xfrm>
          <a:custGeom>
            <a:avLst/>
            <a:gdLst/>
            <a:ahLst/>
            <a:cxnLst/>
            <a:rect l="l" t="t" r="r" b="b"/>
            <a:pathLst>
              <a:path w="172214" h="149148" extrusionOk="0">
                <a:moveTo>
                  <a:pt x="59597" y="0"/>
                </a:moveTo>
                <a:cubicBezTo>
                  <a:pt x="53773" y="0"/>
                  <a:pt x="47747" y="958"/>
                  <a:pt x="42599" y="2532"/>
                </a:cubicBezTo>
                <a:cubicBezTo>
                  <a:pt x="32321" y="5673"/>
                  <a:pt x="24358" y="10798"/>
                  <a:pt x="15403" y="15097"/>
                </a:cubicBezTo>
                <a:cubicBezTo>
                  <a:pt x="11435" y="16998"/>
                  <a:pt x="6723" y="18844"/>
                  <a:pt x="1626" y="19450"/>
                </a:cubicBezTo>
                <a:cubicBezTo>
                  <a:pt x="1350" y="19478"/>
                  <a:pt x="1075" y="19491"/>
                  <a:pt x="803" y="19491"/>
                </a:cubicBezTo>
                <a:cubicBezTo>
                  <a:pt x="530" y="19491"/>
                  <a:pt x="262" y="19478"/>
                  <a:pt x="0" y="19450"/>
                </a:cubicBezTo>
                <a:lnTo>
                  <a:pt x="0" y="149148"/>
                </a:lnTo>
                <a:lnTo>
                  <a:pt x="172214" y="149148"/>
                </a:lnTo>
                <a:lnTo>
                  <a:pt x="172214" y="13416"/>
                </a:lnTo>
                <a:cubicBezTo>
                  <a:pt x="165208" y="12298"/>
                  <a:pt x="158041" y="11441"/>
                  <a:pt x="151041" y="11441"/>
                </a:cubicBezTo>
                <a:cubicBezTo>
                  <a:pt x="145788" y="11441"/>
                  <a:pt x="140630" y="11924"/>
                  <a:pt x="135704" y="13140"/>
                </a:cubicBezTo>
                <a:cubicBezTo>
                  <a:pt x="128954" y="14793"/>
                  <a:pt x="123195" y="17714"/>
                  <a:pt x="116196" y="18982"/>
                </a:cubicBezTo>
                <a:cubicBezTo>
                  <a:pt x="113783" y="19421"/>
                  <a:pt x="111262" y="19633"/>
                  <a:pt x="108736" y="19633"/>
                </a:cubicBezTo>
                <a:cubicBezTo>
                  <a:pt x="101281" y="19633"/>
                  <a:pt x="93781" y="17790"/>
                  <a:pt x="88862" y="14518"/>
                </a:cubicBezTo>
                <a:cubicBezTo>
                  <a:pt x="83655" y="11046"/>
                  <a:pt x="81285" y="6252"/>
                  <a:pt x="75333" y="3193"/>
                </a:cubicBezTo>
                <a:cubicBezTo>
                  <a:pt x="71001" y="951"/>
                  <a:pt x="65399" y="0"/>
                  <a:pt x="59597" y="0"/>
                </a:cubicBezTo>
                <a:close/>
              </a:path>
            </a:pathLst>
          </a:cu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96" name="Google Shape;1196;p35"/>
          <p:cNvPicPr preferRelativeResize="0"/>
          <p:nvPr/>
        </p:nvPicPr>
        <p:blipFill>
          <a:blip r:embed="rId2">
            <a:alphaModFix/>
          </a:blip>
          <a:stretch>
            <a:fillRect/>
          </a:stretch>
        </p:blipFill>
        <p:spPr>
          <a:xfrm>
            <a:off x="152400" y="152400"/>
            <a:ext cx="4485923" cy="483869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20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539500"/>
            <a:ext cx="7717500" cy="5727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1pPr>
            <a:lvl2pPr lvl="1"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2pPr>
            <a:lvl3pPr lvl="2"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3pPr>
            <a:lvl4pPr lvl="3"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4pPr>
            <a:lvl5pPr lvl="4"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5pPr>
            <a:lvl6pPr lvl="5"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6pPr>
            <a:lvl7pPr lvl="6"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7pPr>
            <a:lvl8pPr lvl="7"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8pPr>
            <a:lvl9pPr lvl="8" algn="ctr">
              <a:spcBef>
                <a:spcPts val="0"/>
              </a:spcBef>
              <a:spcAft>
                <a:spcPts val="0"/>
              </a:spcAft>
              <a:buClr>
                <a:schemeClr val="accent3"/>
              </a:buClr>
              <a:buSzPts val="2800"/>
              <a:buFont typeface="Orbitron"/>
              <a:buNone/>
              <a:defRPr sz="2800" b="1">
                <a:solidFill>
                  <a:schemeClr val="accent3"/>
                </a:solidFill>
                <a:latin typeface="Orbitron"/>
                <a:ea typeface="Orbitron"/>
                <a:cs typeface="Orbitron"/>
                <a:sym typeface="Orbitron"/>
              </a:defRPr>
            </a:lvl9pPr>
          </a:lstStyle>
          <a:p>
            <a:endParaRPr/>
          </a:p>
        </p:txBody>
      </p:sp>
      <p:sp>
        <p:nvSpPr>
          <p:cNvPr id="7" name="Google Shape;7;p1"/>
          <p:cNvSpPr txBox="1">
            <a:spLocks noGrp="1"/>
          </p:cNvSpPr>
          <p:nvPr>
            <p:ph type="body" idx="1"/>
          </p:nvPr>
        </p:nvSpPr>
        <p:spPr>
          <a:xfrm>
            <a:off x="713225" y="1246950"/>
            <a:ext cx="7717500" cy="3357000"/>
          </a:xfrm>
          <a:prstGeom prst="rect">
            <a:avLst/>
          </a:prstGeom>
          <a:noFill/>
          <a:ln>
            <a:noFill/>
          </a:ln>
        </p:spPr>
        <p:txBody>
          <a:bodyPr spcFirstLastPara="1" wrap="square" lIns="91425" tIns="91425" rIns="91425" bIns="91425" anchor="ctr" anchorCtr="0">
            <a:noAutofit/>
          </a:bodyPr>
          <a:lstStyle>
            <a:lvl1pPr marL="457200" lvl="0"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1pPr>
            <a:lvl2pPr marL="914400" lvl="1"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2pPr>
            <a:lvl3pPr marL="1371600" lvl="2"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3pPr>
            <a:lvl4pPr marL="1828800" lvl="3"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4pPr>
            <a:lvl5pPr marL="2286000" lvl="4"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5pPr>
            <a:lvl6pPr marL="2743200" lvl="5"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6pPr>
            <a:lvl7pPr marL="3200400" lvl="6"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7pPr>
            <a:lvl8pPr marL="3657600" lvl="7"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8pPr>
            <a:lvl9pPr marL="4114800" lvl="8" indent="-330200">
              <a:lnSpc>
                <a:spcPct val="100000"/>
              </a:lnSpc>
              <a:spcBef>
                <a:spcPts val="0"/>
              </a:spcBef>
              <a:spcAft>
                <a:spcPts val="0"/>
              </a:spcAft>
              <a:buClr>
                <a:schemeClr val="accent3"/>
              </a:buClr>
              <a:buSzPts val="1600"/>
              <a:buFont typeface="Barlow"/>
              <a:buChar char="■"/>
              <a:defRPr sz="1600">
                <a:solidFill>
                  <a:schemeClr val="accent3"/>
                </a:solidFill>
                <a:latin typeface="Barlow"/>
                <a:ea typeface="Barlow"/>
                <a:cs typeface="Barlow"/>
                <a:sym typeface="Barlow"/>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197"/>
        <p:cNvGrpSpPr/>
        <p:nvPr/>
      </p:nvGrpSpPr>
      <p:grpSpPr>
        <a:xfrm>
          <a:off x="0" y="0"/>
          <a:ext cx="0" cy="0"/>
          <a:chOff x="0" y="0"/>
          <a:chExt cx="0" cy="0"/>
        </a:xfrm>
      </p:grpSpPr>
      <p:sp>
        <p:nvSpPr>
          <p:cNvPr id="1198" name="Google Shape;1198;p36"/>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199" name="Google Shape;1199;p36"/>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2"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hyperlink" Target="https://docs.google.com/spreadsheets/d/1gIOQcaxMiiSLtwxi_iOpUTCRoU9d-91VhbVz_mWrYxI/copy" TargetMode="External"/><Relationship Id="rId2" Type="http://schemas.openxmlformats.org/officeDocument/2006/relationships/notesSlide" Target="../notesSlides/notesSlide22.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21.xml"/></Relationships>
</file>

<file path=ppt/slides/_rels/slide3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2.xml"/><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8" Type="http://schemas.openxmlformats.org/officeDocument/2006/relationships/hyperlink" Target="https://www.freepik.com/free-vector/hand-drawn-ufo-abduction-concept_2934540.htm#page=1&amp;query=Abduction&amp;position=27/?utm_source=slidesgo_template&amp;utm_medium=referral-link&amp;utm_campaign=sg_resources&amp;utm_content=freepik" TargetMode="External"/><Relationship Id="rId13" Type="http://schemas.openxmlformats.org/officeDocument/2006/relationships/hyperlink" Target="https://www.freepik.com/free-photo/cloudy-starry-night-with-evergreen-trees_5451231.htm/?utm_source=slidesgo_template&amp;utm_medium=referral-link&amp;utm_campaign=sg_resources&amp;utm_content=freepik" TargetMode="External"/><Relationship Id="rId3" Type="http://schemas.openxmlformats.org/officeDocument/2006/relationships/hyperlink" Target="https://www.freepik.com/free-vector/ufo-abduction-concept-with-hand-drawn-style_2795877.htm#page=1&amp;query=science%20fiction&amp;position=1/?utm_source=slidesgo_template&amp;utm_medium=referral-link&amp;utm_campaign=sg_resources&amp;utm_content=freepik" TargetMode="External"/><Relationship Id="rId7" Type="http://schemas.openxmlformats.org/officeDocument/2006/relationships/hyperlink" Target="https://www.freepik.com/free-vector/hand-drawn-ufo-abduction-concept_2838746.htm#page=2&amp;query=alien+hand+drawn&amp;position=45/?utm_source=slidesgo_template&amp;utm_medium=referral-link&amp;utm_campaign=sg_resources&amp;utm_content=freepik" TargetMode="External"/><Relationship Id="rId12" Type="http://schemas.openxmlformats.org/officeDocument/2006/relationships/hyperlink" Target="https://www.flaticon.com/packs/ufo-and-aliens-14?k=1605186658609/?utm_source=slidesgo_template&amp;utm_medium=referral-link&amp;utm_campaign=sg_resources&amp;utm_content=flaticon" TargetMode="External"/><Relationship Id="rId2" Type="http://schemas.openxmlformats.org/officeDocument/2006/relationships/notesSlide" Target="../notesSlides/notesSlide38.xml"/><Relationship Id="rId1" Type="http://schemas.openxmlformats.org/officeDocument/2006/relationships/slideLayout" Target="../slideLayouts/slideLayout15.xml"/><Relationship Id="rId6" Type="http://schemas.openxmlformats.org/officeDocument/2006/relationships/hyperlink" Target="https://www.freepik.com/free-vector/hand-drawn-spaceship-background_2788014.htm/?utm_source=slidesgo_template&amp;utm_medium=referral-link&amp;utm_campaign=sg_resources&amp;utm_content=freepik" TargetMode="External"/><Relationship Id="rId11" Type="http://schemas.openxmlformats.org/officeDocument/2006/relationships/hyperlink" Target="https://www.freepik.com/free-vector/hand-drawn-ufo-abduction-concept_2934543.htm#page=2&amp;query=ufo&amp;position=3/?utm_source=slidesgo_template&amp;utm_medium=referral-link&amp;utm_campaign=sg_resources&amp;utm_content=freepik" TargetMode="External"/><Relationship Id="rId5" Type="http://schemas.openxmlformats.org/officeDocument/2006/relationships/hyperlink" Target="https://www.freepik.com/free-vector/lovely-hand-drawn-galaxy-background_2943078.htm#page=3&amp;query=alien&amp;position=3/?utm_source=slidesgo_template&amp;utm_medium=referral-link&amp;utm_campaign=sg_resources&amp;utm_content=freepik" TargetMode="External"/><Relationship Id="rId10" Type="http://schemas.openxmlformats.org/officeDocument/2006/relationships/hyperlink" Target="https://www.freepik.com/free-vector/modern-hand-drawn-ufo-abduction-concept_2889319.htm#page=6&amp;query=alien&amp;position=45/?utm_source=slidesgo_template&amp;utm_medium=referral-link&amp;utm_campaign=sg_resources&amp;utm_content=freepik" TargetMode="External"/><Relationship Id="rId4" Type="http://schemas.openxmlformats.org/officeDocument/2006/relationships/hyperlink" Target="https://www.freepik.com/free-vector/ufo-abduction-concept-with-hand-drawn-style_2795879.htm#page=1&amp;query=science%20fiction&amp;position=18/?utm_source=slidesgo_template&amp;utm_medium=referral-link&amp;utm_campaign=sg_resources&amp;utm_content=freepik" TargetMode="External"/><Relationship Id="rId9" Type="http://schemas.openxmlformats.org/officeDocument/2006/relationships/hyperlink" Target="https://www.freepik.com/free-vector/hand-drawn-modern-spaceship-collection_2797170.htm/?utm_source=slidesgo_template&amp;utm_medium=referral-link&amp;utm_campaign=sg_resources&amp;utm_content=freepik" TargetMode="External"/><Relationship Id="rId14" Type="http://schemas.openxmlformats.org/officeDocument/2006/relationships/hyperlink" Target="https://www.freepik.com/free-photo/gradient-smooth-soap-bubble-black-background_5116281.htm/?utm_source=slidesgo_template&amp;utm_medium=referral-link&amp;utm_campaign=sg_resources&amp;utm_content=freepi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9.xml"/><Relationship Id="rId1" Type="http://schemas.openxmlformats.org/officeDocument/2006/relationships/slideLayout" Target="../slideLayouts/slideLayout35.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0.xml"/><Relationship Id="rId1" Type="http://schemas.openxmlformats.org/officeDocument/2006/relationships/slideLayout" Target="../slideLayouts/slideLayout35.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onts.google.com/specimen/Orbitron" TargetMode="External"/><Relationship Id="rId2" Type="http://schemas.openxmlformats.org/officeDocument/2006/relationships/notesSlide" Target="../notesSlides/notesSlide41.xml"/><Relationship Id="rId1" Type="http://schemas.openxmlformats.org/officeDocument/2006/relationships/slideLayout" Target="../slideLayouts/slideLayout35.xml"/><Relationship Id="rId4" Type="http://schemas.openxmlformats.org/officeDocument/2006/relationships/hyperlink" Target="https://fonts.google.com/specimen/Barlow"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stories.freepik.com/rafiki?utm_source=slidesgo_template&amp;utm_medium=referral-link&amp;utm_campaign=slidesgo_final_slides&amp;utm_term=rafiki&amp;utm_content=stories" TargetMode="External"/><Relationship Id="rId13" Type="http://schemas.openxmlformats.org/officeDocument/2006/relationships/hyperlink" Target="https://stories.freepik.com/cuate?utm_source=slidesgo_template&amp;utm_medium=referral-link&amp;utm_campaign=slidesgo_final_slides&amp;utm_term=cuate&amp;utm_content=stories" TargetMode="External"/><Relationship Id="rId3" Type="http://schemas.openxmlformats.org/officeDocument/2006/relationships/hyperlink" Target="https://stories.freepik.com/how-it-works?utm_source=slidesgo_template&amp;utm_medium=referral-link&amp;utm_campaign=slidesgo_final_slides&amp;utm_term=how%20it%20works&amp;utm_content=stories" TargetMode="External"/><Relationship Id="rId7" Type="http://schemas.openxmlformats.org/officeDocument/2006/relationships/hyperlink" Target="https://stories.freepik.com/bro?utm_source=slidesgo_template&amp;utm_medium=referral-link&amp;utm_campaign=slidesgo_final_slides&amp;utm_term=bro&amp;utm_content=stories" TargetMode="External"/><Relationship Id="rId12" Type="http://schemas.openxmlformats.org/officeDocument/2006/relationships/image" Target="../media/image17.gif"/><Relationship Id="rId2" Type="http://schemas.openxmlformats.org/officeDocument/2006/relationships/notesSlide" Target="../notesSlides/notesSlide42.xml"/><Relationship Id="rId1" Type="http://schemas.openxmlformats.org/officeDocument/2006/relationships/slideLayout" Target="../slideLayouts/slideLayout35.xml"/><Relationship Id="rId6" Type="http://schemas.openxmlformats.org/officeDocument/2006/relationships/hyperlink" Target="https://stories.freepik.com/amico?utm_source=slidesgo_template&amp;utm_medium=referral-link&amp;utm_campaign=slidesgo_final_slides&amp;utm_term=amico&amp;utm_content=stories" TargetMode="External"/><Relationship Id="rId11" Type="http://schemas.openxmlformats.org/officeDocument/2006/relationships/image" Target="../media/image16.gif"/><Relationship Id="rId5" Type="http://schemas.openxmlformats.org/officeDocument/2006/relationships/hyperlink" Target="https://stories.freepik.com/pana?utm_source=slidesgo_template&amp;utm_medium=referral-link&amp;utm_campaign=slidesgo_final_slides&amp;utm_term=pana&amp;utm_content=stories" TargetMode="External"/><Relationship Id="rId10" Type="http://schemas.openxmlformats.org/officeDocument/2006/relationships/image" Target="../media/image15.gif"/><Relationship Id="rId4" Type="http://schemas.openxmlformats.org/officeDocument/2006/relationships/image" Target="../media/image13.gif"/><Relationship Id="rId9" Type="http://schemas.openxmlformats.org/officeDocument/2006/relationships/image" Target="../media/image14.gif"/></Relationships>
</file>

<file path=ppt/slides/_rels/slide43.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3.xml"/><Relationship Id="rId1" Type="http://schemas.openxmlformats.org/officeDocument/2006/relationships/slideLayout" Target="../slideLayouts/slideLayout3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5.xml"/></Relationships>
</file>

<file path=ppt/slides/_rels/slide49.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49.xml"/><Relationship Id="rId1" Type="http://schemas.openxmlformats.org/officeDocument/2006/relationships/slideLayout" Target="../slideLayouts/slideLayout3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5.xml"/></Relationships>
</file>

<file path=ppt/slides/_rels/slide5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6.xml"/><Relationship Id="rId1" Type="http://schemas.openxmlformats.org/officeDocument/2006/relationships/slideLayout" Target="../slideLayouts/slideLayout35.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grpSp>
        <p:nvGrpSpPr>
          <p:cNvPr id="1205" name="Google Shape;1205;p38"/>
          <p:cNvGrpSpPr/>
          <p:nvPr/>
        </p:nvGrpSpPr>
        <p:grpSpPr>
          <a:xfrm>
            <a:off x="65479" y="1657759"/>
            <a:ext cx="4956977" cy="4100438"/>
            <a:chOff x="632925" y="238075"/>
            <a:chExt cx="6322675" cy="5230150"/>
          </a:xfrm>
        </p:grpSpPr>
        <p:sp>
          <p:nvSpPr>
            <p:cNvPr id="1206" name="Google Shape;1206;p38"/>
            <p:cNvSpPr/>
            <p:nvPr/>
          </p:nvSpPr>
          <p:spPr>
            <a:xfrm>
              <a:off x="3214525" y="253050"/>
              <a:ext cx="955725" cy="609650"/>
            </a:xfrm>
            <a:custGeom>
              <a:avLst/>
              <a:gdLst/>
              <a:ahLst/>
              <a:cxnLst/>
              <a:rect l="l" t="t" r="r" b="b"/>
              <a:pathLst>
                <a:path w="38229" h="24386" extrusionOk="0">
                  <a:moveTo>
                    <a:pt x="19130" y="1"/>
                  </a:moveTo>
                  <a:cubicBezTo>
                    <a:pt x="8559" y="1"/>
                    <a:pt x="0" y="5444"/>
                    <a:pt x="0" y="12209"/>
                  </a:cubicBezTo>
                  <a:cubicBezTo>
                    <a:pt x="0" y="18942"/>
                    <a:pt x="8559" y="24385"/>
                    <a:pt x="19130" y="24385"/>
                  </a:cubicBezTo>
                  <a:cubicBezTo>
                    <a:pt x="29671" y="24385"/>
                    <a:pt x="38229" y="18942"/>
                    <a:pt x="38229" y="12209"/>
                  </a:cubicBezTo>
                  <a:cubicBezTo>
                    <a:pt x="38229" y="5444"/>
                    <a:pt x="29671" y="1"/>
                    <a:pt x="19130"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38"/>
            <p:cNvSpPr/>
            <p:nvPr/>
          </p:nvSpPr>
          <p:spPr>
            <a:xfrm>
              <a:off x="1622450" y="408800"/>
              <a:ext cx="4140675" cy="532550"/>
            </a:xfrm>
            <a:custGeom>
              <a:avLst/>
              <a:gdLst/>
              <a:ahLst/>
              <a:cxnLst/>
              <a:rect l="l" t="t" r="r" b="b"/>
              <a:pathLst>
                <a:path w="165627" h="21302" extrusionOk="0">
                  <a:moveTo>
                    <a:pt x="82813" y="1"/>
                  </a:moveTo>
                  <a:cubicBezTo>
                    <a:pt x="45686" y="1"/>
                    <a:pt x="1" y="21050"/>
                    <a:pt x="1" y="21050"/>
                  </a:cubicBezTo>
                  <a:lnTo>
                    <a:pt x="1039" y="21302"/>
                  </a:lnTo>
                  <a:lnTo>
                    <a:pt x="164588" y="21302"/>
                  </a:lnTo>
                  <a:lnTo>
                    <a:pt x="165626" y="21050"/>
                  </a:lnTo>
                  <a:cubicBezTo>
                    <a:pt x="165626" y="21050"/>
                    <a:pt x="119909" y="1"/>
                    <a:pt x="8281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38"/>
            <p:cNvSpPr/>
            <p:nvPr/>
          </p:nvSpPr>
          <p:spPr>
            <a:xfrm>
              <a:off x="1622450" y="441850"/>
              <a:ext cx="4140675" cy="499500"/>
            </a:xfrm>
            <a:custGeom>
              <a:avLst/>
              <a:gdLst/>
              <a:ahLst/>
              <a:cxnLst/>
              <a:rect l="l" t="t" r="r" b="b"/>
              <a:pathLst>
                <a:path w="165627" h="19980" extrusionOk="0">
                  <a:moveTo>
                    <a:pt x="82813" y="0"/>
                  </a:moveTo>
                  <a:cubicBezTo>
                    <a:pt x="45686" y="0"/>
                    <a:pt x="1" y="19728"/>
                    <a:pt x="1" y="19728"/>
                  </a:cubicBezTo>
                  <a:lnTo>
                    <a:pt x="1039" y="19980"/>
                  </a:lnTo>
                  <a:lnTo>
                    <a:pt x="164588" y="19980"/>
                  </a:lnTo>
                  <a:lnTo>
                    <a:pt x="165626" y="19728"/>
                  </a:lnTo>
                  <a:cubicBezTo>
                    <a:pt x="165626" y="19728"/>
                    <a:pt x="119909" y="0"/>
                    <a:pt x="82813" y="0"/>
                  </a:cubicBezTo>
                  <a:close/>
                </a:path>
              </a:pathLst>
            </a:custGeom>
            <a:solidFill>
              <a:srgbClr val="0C31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38"/>
            <p:cNvSpPr/>
            <p:nvPr/>
          </p:nvSpPr>
          <p:spPr>
            <a:xfrm>
              <a:off x="1615375" y="823350"/>
              <a:ext cx="4154825" cy="184875"/>
            </a:xfrm>
            <a:custGeom>
              <a:avLst/>
              <a:gdLst/>
              <a:ahLst/>
              <a:cxnLst/>
              <a:rect l="l" t="t" r="r" b="b"/>
              <a:pathLst>
                <a:path w="166193" h="7395" extrusionOk="0">
                  <a:moveTo>
                    <a:pt x="83096" y="0"/>
                  </a:moveTo>
                  <a:cubicBezTo>
                    <a:pt x="37191" y="0"/>
                    <a:pt x="0" y="3241"/>
                    <a:pt x="0" y="4720"/>
                  </a:cubicBezTo>
                  <a:cubicBezTo>
                    <a:pt x="0" y="6199"/>
                    <a:pt x="37191" y="7394"/>
                    <a:pt x="83096" y="7394"/>
                  </a:cubicBezTo>
                  <a:cubicBezTo>
                    <a:pt x="128971" y="7394"/>
                    <a:pt x="166192" y="6199"/>
                    <a:pt x="166192" y="4720"/>
                  </a:cubicBezTo>
                  <a:cubicBezTo>
                    <a:pt x="166192" y="3241"/>
                    <a:pt x="128971" y="0"/>
                    <a:pt x="83096" y="0"/>
                  </a:cubicBezTo>
                  <a:close/>
                </a:path>
              </a:pathLst>
            </a:custGeom>
            <a:solidFill>
              <a:srgbClr val="96924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38"/>
            <p:cNvSpPr/>
            <p:nvPr/>
          </p:nvSpPr>
          <p:spPr>
            <a:xfrm>
              <a:off x="2575025" y="921675"/>
              <a:ext cx="2234750" cy="72375"/>
            </a:xfrm>
            <a:custGeom>
              <a:avLst/>
              <a:gdLst/>
              <a:ahLst/>
              <a:cxnLst/>
              <a:rect l="l" t="t" r="r" b="b"/>
              <a:pathLst>
                <a:path w="89390" h="2895" extrusionOk="0">
                  <a:moveTo>
                    <a:pt x="44710" y="0"/>
                  </a:moveTo>
                  <a:cubicBezTo>
                    <a:pt x="20011" y="0"/>
                    <a:pt x="0" y="661"/>
                    <a:pt x="0" y="1448"/>
                  </a:cubicBezTo>
                  <a:cubicBezTo>
                    <a:pt x="0" y="2234"/>
                    <a:pt x="20011" y="2895"/>
                    <a:pt x="44710" y="2895"/>
                  </a:cubicBezTo>
                  <a:cubicBezTo>
                    <a:pt x="69378" y="2895"/>
                    <a:pt x="89389" y="2234"/>
                    <a:pt x="89389" y="1448"/>
                  </a:cubicBezTo>
                  <a:cubicBezTo>
                    <a:pt x="89389" y="661"/>
                    <a:pt x="69378" y="0"/>
                    <a:pt x="44710" y="0"/>
                  </a:cubicBezTo>
                  <a:close/>
                </a:path>
              </a:pathLst>
            </a:custGeom>
            <a:solidFill>
              <a:srgbClr val="C1BF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38"/>
            <p:cNvSpPr/>
            <p:nvPr/>
          </p:nvSpPr>
          <p:spPr>
            <a:xfrm>
              <a:off x="3093375" y="938175"/>
              <a:ext cx="1198025" cy="39375"/>
            </a:xfrm>
            <a:custGeom>
              <a:avLst/>
              <a:gdLst/>
              <a:ahLst/>
              <a:cxnLst/>
              <a:rect l="l" t="t" r="r" b="b"/>
              <a:pathLst>
                <a:path w="47921" h="1575" extrusionOk="0">
                  <a:moveTo>
                    <a:pt x="23976" y="1"/>
                  </a:moveTo>
                  <a:cubicBezTo>
                    <a:pt x="10730" y="1"/>
                    <a:pt x="1" y="378"/>
                    <a:pt x="1" y="788"/>
                  </a:cubicBezTo>
                  <a:cubicBezTo>
                    <a:pt x="1" y="1228"/>
                    <a:pt x="10730" y="1574"/>
                    <a:pt x="23976" y="1574"/>
                  </a:cubicBezTo>
                  <a:cubicBezTo>
                    <a:pt x="37191" y="1574"/>
                    <a:pt x="47920" y="1228"/>
                    <a:pt x="47920" y="788"/>
                  </a:cubicBezTo>
                  <a:cubicBezTo>
                    <a:pt x="47920" y="378"/>
                    <a:pt x="37191" y="1"/>
                    <a:pt x="2397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38"/>
            <p:cNvSpPr/>
            <p:nvPr/>
          </p:nvSpPr>
          <p:spPr>
            <a:xfrm>
              <a:off x="1676725" y="2332825"/>
              <a:ext cx="926625" cy="1891800"/>
            </a:xfrm>
            <a:custGeom>
              <a:avLst/>
              <a:gdLst/>
              <a:ahLst/>
              <a:cxnLst/>
              <a:rect l="l" t="t" r="r" b="b"/>
              <a:pathLst>
                <a:path w="37065" h="75672" extrusionOk="0">
                  <a:moveTo>
                    <a:pt x="4311" y="1"/>
                  </a:moveTo>
                  <a:lnTo>
                    <a:pt x="4311" y="1"/>
                  </a:lnTo>
                  <a:cubicBezTo>
                    <a:pt x="4815" y="4311"/>
                    <a:pt x="5035" y="8685"/>
                    <a:pt x="4909" y="13027"/>
                  </a:cubicBezTo>
                  <a:cubicBezTo>
                    <a:pt x="4877" y="15544"/>
                    <a:pt x="4657" y="18029"/>
                    <a:pt x="4248" y="20515"/>
                  </a:cubicBezTo>
                  <a:cubicBezTo>
                    <a:pt x="3902" y="22497"/>
                    <a:pt x="3619" y="26116"/>
                    <a:pt x="2360" y="27752"/>
                  </a:cubicBezTo>
                  <a:cubicBezTo>
                    <a:pt x="3524" y="26241"/>
                    <a:pt x="4531" y="24637"/>
                    <a:pt x="5412" y="22938"/>
                  </a:cubicBezTo>
                  <a:lnTo>
                    <a:pt x="5412" y="22938"/>
                  </a:lnTo>
                  <a:cubicBezTo>
                    <a:pt x="5192" y="27343"/>
                    <a:pt x="4280" y="31685"/>
                    <a:pt x="2738" y="35807"/>
                  </a:cubicBezTo>
                  <a:cubicBezTo>
                    <a:pt x="3871" y="33887"/>
                    <a:pt x="5003" y="31968"/>
                    <a:pt x="6136" y="30049"/>
                  </a:cubicBezTo>
                  <a:lnTo>
                    <a:pt x="6136" y="30049"/>
                  </a:lnTo>
                  <a:cubicBezTo>
                    <a:pt x="5286" y="35712"/>
                    <a:pt x="3210" y="41124"/>
                    <a:pt x="1" y="45906"/>
                  </a:cubicBezTo>
                  <a:cubicBezTo>
                    <a:pt x="2675" y="43484"/>
                    <a:pt x="5098" y="40809"/>
                    <a:pt x="7237" y="37915"/>
                  </a:cubicBezTo>
                  <a:lnTo>
                    <a:pt x="7237" y="37915"/>
                  </a:lnTo>
                  <a:cubicBezTo>
                    <a:pt x="6167" y="42477"/>
                    <a:pt x="4343" y="46819"/>
                    <a:pt x="1857" y="50783"/>
                  </a:cubicBezTo>
                  <a:lnTo>
                    <a:pt x="6923" y="44648"/>
                  </a:lnTo>
                  <a:lnTo>
                    <a:pt x="5286" y="49116"/>
                  </a:lnTo>
                  <a:cubicBezTo>
                    <a:pt x="6451" y="47857"/>
                    <a:pt x="7646" y="46599"/>
                    <a:pt x="8810" y="45340"/>
                  </a:cubicBezTo>
                  <a:lnTo>
                    <a:pt x="8810" y="45340"/>
                  </a:lnTo>
                  <a:cubicBezTo>
                    <a:pt x="7489" y="51255"/>
                    <a:pt x="4028" y="56447"/>
                    <a:pt x="661" y="61481"/>
                  </a:cubicBezTo>
                  <a:cubicBezTo>
                    <a:pt x="4091" y="59090"/>
                    <a:pt x="7206" y="56227"/>
                    <a:pt x="9880" y="52986"/>
                  </a:cubicBezTo>
                  <a:lnTo>
                    <a:pt x="9880" y="52986"/>
                  </a:lnTo>
                  <a:cubicBezTo>
                    <a:pt x="8276" y="56730"/>
                    <a:pt x="6356" y="60317"/>
                    <a:pt x="4122" y="63747"/>
                  </a:cubicBezTo>
                  <a:cubicBezTo>
                    <a:pt x="6419" y="61418"/>
                    <a:pt x="8685" y="59058"/>
                    <a:pt x="10887" y="56667"/>
                  </a:cubicBezTo>
                  <a:lnTo>
                    <a:pt x="10887" y="56667"/>
                  </a:lnTo>
                  <a:cubicBezTo>
                    <a:pt x="8905" y="61985"/>
                    <a:pt x="6167" y="66987"/>
                    <a:pt x="2706" y="71487"/>
                  </a:cubicBezTo>
                  <a:lnTo>
                    <a:pt x="12460" y="63841"/>
                  </a:lnTo>
                  <a:lnTo>
                    <a:pt x="12460" y="63841"/>
                  </a:lnTo>
                  <a:cubicBezTo>
                    <a:pt x="10163" y="67868"/>
                    <a:pt x="7741" y="71801"/>
                    <a:pt x="5129" y="75671"/>
                  </a:cubicBezTo>
                  <a:cubicBezTo>
                    <a:pt x="9345" y="72022"/>
                    <a:pt x="13467" y="68277"/>
                    <a:pt x="17494" y="64439"/>
                  </a:cubicBezTo>
                  <a:cubicBezTo>
                    <a:pt x="18847" y="65068"/>
                    <a:pt x="20389" y="65131"/>
                    <a:pt x="21868" y="65162"/>
                  </a:cubicBezTo>
                  <a:lnTo>
                    <a:pt x="37065" y="65603"/>
                  </a:lnTo>
                  <a:cubicBezTo>
                    <a:pt x="32125" y="63998"/>
                    <a:pt x="27531" y="61544"/>
                    <a:pt x="23473" y="58335"/>
                  </a:cubicBezTo>
                  <a:lnTo>
                    <a:pt x="23473" y="58335"/>
                  </a:lnTo>
                  <a:cubicBezTo>
                    <a:pt x="26304" y="59562"/>
                    <a:pt x="29293" y="60380"/>
                    <a:pt x="32345" y="60757"/>
                  </a:cubicBezTo>
                  <a:cubicBezTo>
                    <a:pt x="29230" y="60097"/>
                    <a:pt x="26304" y="58744"/>
                    <a:pt x="23756" y="56824"/>
                  </a:cubicBezTo>
                  <a:lnTo>
                    <a:pt x="23756" y="56824"/>
                  </a:lnTo>
                  <a:cubicBezTo>
                    <a:pt x="27154" y="58366"/>
                    <a:pt x="30867" y="59153"/>
                    <a:pt x="34611" y="59184"/>
                  </a:cubicBezTo>
                  <a:cubicBezTo>
                    <a:pt x="30426" y="57139"/>
                    <a:pt x="26462" y="54685"/>
                    <a:pt x="22749" y="51916"/>
                  </a:cubicBezTo>
                  <a:lnTo>
                    <a:pt x="22749" y="51916"/>
                  </a:lnTo>
                  <a:cubicBezTo>
                    <a:pt x="24840" y="52121"/>
                    <a:pt x="26931" y="52219"/>
                    <a:pt x="29022" y="52219"/>
                  </a:cubicBezTo>
                  <a:cubicBezTo>
                    <a:pt x="30140" y="52219"/>
                    <a:pt x="31258" y="52191"/>
                    <a:pt x="32377" y="52136"/>
                  </a:cubicBezTo>
                  <a:cubicBezTo>
                    <a:pt x="28507" y="50437"/>
                    <a:pt x="25046" y="47983"/>
                    <a:pt x="22183" y="44868"/>
                  </a:cubicBezTo>
                  <a:lnTo>
                    <a:pt x="22183" y="44868"/>
                  </a:lnTo>
                  <a:cubicBezTo>
                    <a:pt x="23692" y="45756"/>
                    <a:pt x="25370" y="46227"/>
                    <a:pt x="27109" y="46227"/>
                  </a:cubicBezTo>
                  <a:cubicBezTo>
                    <a:pt x="27218" y="46227"/>
                    <a:pt x="27327" y="46225"/>
                    <a:pt x="27437" y="46221"/>
                  </a:cubicBezTo>
                  <a:cubicBezTo>
                    <a:pt x="25612" y="45655"/>
                    <a:pt x="23945" y="44711"/>
                    <a:pt x="22497" y="43484"/>
                  </a:cubicBezTo>
                  <a:lnTo>
                    <a:pt x="22497" y="43484"/>
                  </a:lnTo>
                  <a:cubicBezTo>
                    <a:pt x="25769" y="44113"/>
                    <a:pt x="29105" y="44459"/>
                    <a:pt x="32440" y="44522"/>
                  </a:cubicBezTo>
                  <a:cubicBezTo>
                    <a:pt x="27783" y="42508"/>
                    <a:pt x="23441" y="39834"/>
                    <a:pt x="19540" y="36593"/>
                  </a:cubicBezTo>
                  <a:lnTo>
                    <a:pt x="19540" y="36593"/>
                  </a:lnTo>
                  <a:lnTo>
                    <a:pt x="27783" y="37569"/>
                  </a:lnTo>
                  <a:lnTo>
                    <a:pt x="17935" y="32251"/>
                  </a:lnTo>
                  <a:lnTo>
                    <a:pt x="17935" y="32251"/>
                  </a:lnTo>
                  <a:cubicBezTo>
                    <a:pt x="20198" y="32539"/>
                    <a:pt x="22461" y="32686"/>
                    <a:pt x="24731" y="32686"/>
                  </a:cubicBezTo>
                  <a:cubicBezTo>
                    <a:pt x="26185" y="32686"/>
                    <a:pt x="27643" y="32626"/>
                    <a:pt x="29105" y="32503"/>
                  </a:cubicBezTo>
                  <a:cubicBezTo>
                    <a:pt x="24070" y="31811"/>
                    <a:pt x="19414" y="29545"/>
                    <a:pt x="15764" y="26053"/>
                  </a:cubicBezTo>
                  <a:lnTo>
                    <a:pt x="15764" y="26053"/>
                  </a:lnTo>
                  <a:lnTo>
                    <a:pt x="20326" y="26839"/>
                  </a:lnTo>
                  <a:cubicBezTo>
                    <a:pt x="18753" y="26304"/>
                    <a:pt x="17337" y="25455"/>
                    <a:pt x="16173" y="24291"/>
                  </a:cubicBezTo>
                  <a:lnTo>
                    <a:pt x="16173" y="24291"/>
                  </a:lnTo>
                  <a:cubicBezTo>
                    <a:pt x="17878" y="25193"/>
                    <a:pt x="19762" y="25676"/>
                    <a:pt x="21683" y="25676"/>
                  </a:cubicBezTo>
                  <a:cubicBezTo>
                    <a:pt x="22173" y="25676"/>
                    <a:pt x="22665" y="25645"/>
                    <a:pt x="23158" y="25581"/>
                  </a:cubicBezTo>
                  <a:cubicBezTo>
                    <a:pt x="19068" y="23945"/>
                    <a:pt x="15292" y="21585"/>
                    <a:pt x="12020" y="18627"/>
                  </a:cubicBezTo>
                  <a:lnTo>
                    <a:pt x="12020" y="18627"/>
                  </a:lnTo>
                  <a:cubicBezTo>
                    <a:pt x="14474" y="20043"/>
                    <a:pt x="17243" y="20830"/>
                    <a:pt x="20106" y="20987"/>
                  </a:cubicBezTo>
                  <a:cubicBezTo>
                    <a:pt x="16771" y="20358"/>
                    <a:pt x="13687" y="18722"/>
                    <a:pt x="11359" y="16267"/>
                  </a:cubicBezTo>
                  <a:lnTo>
                    <a:pt x="11359" y="16267"/>
                  </a:lnTo>
                  <a:cubicBezTo>
                    <a:pt x="14075" y="17779"/>
                    <a:pt x="17153" y="18565"/>
                    <a:pt x="20298" y="18565"/>
                  </a:cubicBezTo>
                  <a:cubicBezTo>
                    <a:pt x="20360" y="18565"/>
                    <a:pt x="20422" y="18565"/>
                    <a:pt x="20484" y="18564"/>
                  </a:cubicBezTo>
                  <a:cubicBezTo>
                    <a:pt x="17715" y="18407"/>
                    <a:pt x="15449" y="16362"/>
                    <a:pt x="13624" y="14285"/>
                  </a:cubicBezTo>
                  <a:cubicBezTo>
                    <a:pt x="9817" y="10038"/>
                    <a:pt x="6671" y="5192"/>
                    <a:pt x="4311" y="1"/>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38"/>
            <p:cNvSpPr/>
            <p:nvPr/>
          </p:nvSpPr>
          <p:spPr>
            <a:xfrm>
              <a:off x="4340925" y="2435875"/>
              <a:ext cx="1419825" cy="1803700"/>
            </a:xfrm>
            <a:custGeom>
              <a:avLst/>
              <a:gdLst/>
              <a:ahLst/>
              <a:cxnLst/>
              <a:rect l="l" t="t" r="r" b="b"/>
              <a:pathLst>
                <a:path w="56793" h="72148" extrusionOk="0">
                  <a:moveTo>
                    <a:pt x="20567" y="18688"/>
                  </a:moveTo>
                  <a:cubicBezTo>
                    <a:pt x="20518" y="18710"/>
                    <a:pt x="20470" y="18732"/>
                    <a:pt x="20421" y="18753"/>
                  </a:cubicBezTo>
                  <a:cubicBezTo>
                    <a:pt x="20470" y="18732"/>
                    <a:pt x="20518" y="18710"/>
                    <a:pt x="20567" y="18688"/>
                  </a:cubicBezTo>
                  <a:close/>
                  <a:moveTo>
                    <a:pt x="31527" y="0"/>
                  </a:moveTo>
                  <a:cubicBezTo>
                    <a:pt x="30029" y="5807"/>
                    <a:pt x="26765" y="15888"/>
                    <a:pt x="20567" y="18688"/>
                  </a:cubicBezTo>
                  <a:lnTo>
                    <a:pt x="20567" y="18688"/>
                  </a:lnTo>
                  <a:cubicBezTo>
                    <a:pt x="22242" y="17942"/>
                    <a:pt x="23796" y="16989"/>
                    <a:pt x="25172" y="15827"/>
                  </a:cubicBezTo>
                  <a:lnTo>
                    <a:pt x="25172" y="15827"/>
                  </a:lnTo>
                  <a:cubicBezTo>
                    <a:pt x="22718" y="19571"/>
                    <a:pt x="19445" y="22749"/>
                    <a:pt x="15575" y="25014"/>
                  </a:cubicBezTo>
                  <a:lnTo>
                    <a:pt x="23504" y="21176"/>
                  </a:lnTo>
                  <a:lnTo>
                    <a:pt x="23504" y="21176"/>
                  </a:lnTo>
                  <a:cubicBezTo>
                    <a:pt x="20672" y="24983"/>
                    <a:pt x="16771" y="27909"/>
                    <a:pt x="12334" y="29545"/>
                  </a:cubicBezTo>
                  <a:cubicBezTo>
                    <a:pt x="16393" y="28664"/>
                    <a:pt x="20358" y="27280"/>
                    <a:pt x="24102" y="25486"/>
                  </a:cubicBezTo>
                  <a:lnTo>
                    <a:pt x="24102" y="25486"/>
                  </a:lnTo>
                  <a:cubicBezTo>
                    <a:pt x="19760" y="29608"/>
                    <a:pt x="14663" y="32849"/>
                    <a:pt x="9125" y="35083"/>
                  </a:cubicBezTo>
                  <a:cubicBezTo>
                    <a:pt x="13499" y="33887"/>
                    <a:pt x="17778" y="32377"/>
                    <a:pt x="21899" y="30552"/>
                  </a:cubicBezTo>
                  <a:lnTo>
                    <a:pt x="21899" y="30552"/>
                  </a:lnTo>
                  <a:cubicBezTo>
                    <a:pt x="19288" y="32566"/>
                    <a:pt x="16551" y="34390"/>
                    <a:pt x="13687" y="36027"/>
                  </a:cubicBezTo>
                  <a:lnTo>
                    <a:pt x="20609" y="34202"/>
                  </a:lnTo>
                  <a:lnTo>
                    <a:pt x="22151" y="33163"/>
                  </a:lnTo>
                  <a:lnTo>
                    <a:pt x="22151" y="33163"/>
                  </a:lnTo>
                  <a:cubicBezTo>
                    <a:pt x="18501" y="36970"/>
                    <a:pt x="14128" y="40022"/>
                    <a:pt x="9282" y="42131"/>
                  </a:cubicBezTo>
                  <a:lnTo>
                    <a:pt x="20547" y="37694"/>
                  </a:lnTo>
                  <a:lnTo>
                    <a:pt x="20547" y="37694"/>
                  </a:lnTo>
                  <a:cubicBezTo>
                    <a:pt x="16330" y="41627"/>
                    <a:pt x="11705" y="45120"/>
                    <a:pt x="6797" y="48172"/>
                  </a:cubicBezTo>
                  <a:lnTo>
                    <a:pt x="17180" y="43672"/>
                  </a:lnTo>
                  <a:lnTo>
                    <a:pt x="17180" y="43672"/>
                  </a:lnTo>
                  <a:cubicBezTo>
                    <a:pt x="12492" y="48644"/>
                    <a:pt x="6577" y="52293"/>
                    <a:pt x="1" y="54244"/>
                  </a:cubicBezTo>
                  <a:cubicBezTo>
                    <a:pt x="140" y="54247"/>
                    <a:pt x="279" y="54248"/>
                    <a:pt x="418" y="54248"/>
                  </a:cubicBezTo>
                  <a:cubicBezTo>
                    <a:pt x="5490" y="54248"/>
                    <a:pt x="10358" y="52595"/>
                    <a:pt x="15166" y="50972"/>
                  </a:cubicBezTo>
                  <a:lnTo>
                    <a:pt x="15166" y="50972"/>
                  </a:lnTo>
                  <a:cubicBezTo>
                    <a:pt x="10919" y="54936"/>
                    <a:pt x="5916" y="58020"/>
                    <a:pt x="441" y="59971"/>
                  </a:cubicBezTo>
                  <a:lnTo>
                    <a:pt x="14002" y="57328"/>
                  </a:lnTo>
                  <a:lnTo>
                    <a:pt x="14002" y="57328"/>
                  </a:lnTo>
                  <a:cubicBezTo>
                    <a:pt x="10101" y="59813"/>
                    <a:pt x="6105" y="62110"/>
                    <a:pt x="1983" y="64281"/>
                  </a:cubicBezTo>
                  <a:cubicBezTo>
                    <a:pt x="10510" y="63935"/>
                    <a:pt x="18910" y="62330"/>
                    <a:pt x="26965" y="59499"/>
                  </a:cubicBezTo>
                  <a:lnTo>
                    <a:pt x="26965" y="59499"/>
                  </a:lnTo>
                  <a:cubicBezTo>
                    <a:pt x="26367" y="60380"/>
                    <a:pt x="27185" y="61544"/>
                    <a:pt x="28003" y="62268"/>
                  </a:cubicBezTo>
                  <a:cubicBezTo>
                    <a:pt x="34705" y="68183"/>
                    <a:pt x="43924" y="70259"/>
                    <a:pt x="52671" y="72147"/>
                  </a:cubicBezTo>
                  <a:cubicBezTo>
                    <a:pt x="47700" y="68151"/>
                    <a:pt x="43138" y="63652"/>
                    <a:pt x="39047" y="58744"/>
                  </a:cubicBezTo>
                  <a:lnTo>
                    <a:pt x="39047" y="58744"/>
                  </a:lnTo>
                  <a:cubicBezTo>
                    <a:pt x="42603" y="62330"/>
                    <a:pt x="47637" y="63935"/>
                    <a:pt x="52482" y="65382"/>
                  </a:cubicBezTo>
                  <a:lnTo>
                    <a:pt x="39205" y="55440"/>
                  </a:lnTo>
                  <a:lnTo>
                    <a:pt x="39205" y="55440"/>
                  </a:lnTo>
                  <a:cubicBezTo>
                    <a:pt x="42760" y="57674"/>
                    <a:pt x="46756" y="59090"/>
                    <a:pt x="50941" y="59593"/>
                  </a:cubicBezTo>
                  <a:cubicBezTo>
                    <a:pt x="46945" y="57737"/>
                    <a:pt x="43295" y="55220"/>
                    <a:pt x="40180" y="52168"/>
                  </a:cubicBezTo>
                  <a:lnTo>
                    <a:pt x="40180" y="52168"/>
                  </a:lnTo>
                  <a:cubicBezTo>
                    <a:pt x="43930" y="54446"/>
                    <a:pt x="48216" y="55632"/>
                    <a:pt x="52554" y="55632"/>
                  </a:cubicBezTo>
                  <a:cubicBezTo>
                    <a:pt x="53967" y="55632"/>
                    <a:pt x="55386" y="55506"/>
                    <a:pt x="56793" y="55251"/>
                  </a:cubicBezTo>
                  <a:cubicBezTo>
                    <a:pt x="48738" y="49745"/>
                    <a:pt x="40432" y="44050"/>
                    <a:pt x="35397" y="35712"/>
                  </a:cubicBezTo>
                  <a:lnTo>
                    <a:pt x="35397" y="35712"/>
                  </a:lnTo>
                  <a:cubicBezTo>
                    <a:pt x="38481" y="38261"/>
                    <a:pt x="42131" y="40054"/>
                    <a:pt x="46032" y="40998"/>
                  </a:cubicBezTo>
                  <a:cubicBezTo>
                    <a:pt x="42445" y="38575"/>
                    <a:pt x="39079" y="35869"/>
                    <a:pt x="35901" y="32912"/>
                  </a:cubicBezTo>
                  <a:lnTo>
                    <a:pt x="35901" y="32912"/>
                  </a:lnTo>
                  <a:cubicBezTo>
                    <a:pt x="38638" y="34737"/>
                    <a:pt x="41753" y="35932"/>
                    <a:pt x="45025" y="36373"/>
                  </a:cubicBezTo>
                  <a:cubicBezTo>
                    <a:pt x="41501" y="34737"/>
                    <a:pt x="38324" y="32408"/>
                    <a:pt x="35744" y="29514"/>
                  </a:cubicBezTo>
                  <a:lnTo>
                    <a:pt x="35744" y="29514"/>
                  </a:lnTo>
                  <a:cubicBezTo>
                    <a:pt x="39614" y="32156"/>
                    <a:pt x="44019" y="34013"/>
                    <a:pt x="48644" y="34894"/>
                  </a:cubicBezTo>
                  <a:cubicBezTo>
                    <a:pt x="42791" y="32314"/>
                    <a:pt x="37789" y="28129"/>
                    <a:pt x="34139" y="22875"/>
                  </a:cubicBezTo>
                  <a:lnTo>
                    <a:pt x="34139" y="22875"/>
                  </a:lnTo>
                  <a:cubicBezTo>
                    <a:pt x="38324" y="25549"/>
                    <a:pt x="42886" y="27531"/>
                    <a:pt x="47700" y="28758"/>
                  </a:cubicBezTo>
                  <a:cubicBezTo>
                    <a:pt x="41250" y="26556"/>
                    <a:pt x="36153" y="21522"/>
                    <a:pt x="33824" y="15134"/>
                  </a:cubicBezTo>
                  <a:lnTo>
                    <a:pt x="33824" y="15134"/>
                  </a:lnTo>
                  <a:cubicBezTo>
                    <a:pt x="36687" y="18438"/>
                    <a:pt x="40526" y="20704"/>
                    <a:pt x="44805" y="21553"/>
                  </a:cubicBezTo>
                  <a:cubicBezTo>
                    <a:pt x="40337" y="19823"/>
                    <a:pt x="36625" y="16519"/>
                    <a:pt x="34391" y="12271"/>
                  </a:cubicBezTo>
                  <a:lnTo>
                    <a:pt x="34391" y="12271"/>
                  </a:lnTo>
                  <a:cubicBezTo>
                    <a:pt x="36845" y="13970"/>
                    <a:pt x="39551" y="15229"/>
                    <a:pt x="42445" y="16047"/>
                  </a:cubicBezTo>
                  <a:cubicBezTo>
                    <a:pt x="36153" y="13058"/>
                    <a:pt x="31999" y="6922"/>
                    <a:pt x="31527" y="0"/>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38"/>
            <p:cNvSpPr/>
            <p:nvPr/>
          </p:nvSpPr>
          <p:spPr>
            <a:xfrm>
              <a:off x="4857725" y="2164500"/>
              <a:ext cx="1518150" cy="1518200"/>
            </a:xfrm>
            <a:custGeom>
              <a:avLst/>
              <a:gdLst/>
              <a:ahLst/>
              <a:cxnLst/>
              <a:rect l="l" t="t" r="r" b="b"/>
              <a:pathLst>
                <a:path w="60726" h="60728" extrusionOk="0">
                  <a:moveTo>
                    <a:pt x="20629" y="22004"/>
                  </a:moveTo>
                  <a:lnTo>
                    <a:pt x="20578" y="22025"/>
                  </a:lnTo>
                  <a:cubicBezTo>
                    <a:pt x="20595" y="22018"/>
                    <a:pt x="20612" y="22011"/>
                    <a:pt x="20629" y="22004"/>
                  </a:cubicBezTo>
                  <a:close/>
                  <a:moveTo>
                    <a:pt x="15101" y="32755"/>
                  </a:moveTo>
                  <a:lnTo>
                    <a:pt x="15101" y="32755"/>
                  </a:lnTo>
                  <a:cubicBezTo>
                    <a:pt x="14986" y="32817"/>
                    <a:pt x="14871" y="32880"/>
                    <a:pt x="14757" y="32943"/>
                  </a:cubicBezTo>
                  <a:cubicBezTo>
                    <a:pt x="14872" y="32881"/>
                    <a:pt x="14987" y="32818"/>
                    <a:pt x="15101" y="32755"/>
                  </a:cubicBezTo>
                  <a:close/>
                  <a:moveTo>
                    <a:pt x="7421" y="44547"/>
                  </a:moveTo>
                  <a:cubicBezTo>
                    <a:pt x="7083" y="44685"/>
                    <a:pt x="6749" y="44834"/>
                    <a:pt x="6419" y="44994"/>
                  </a:cubicBezTo>
                  <a:cubicBezTo>
                    <a:pt x="6755" y="44848"/>
                    <a:pt x="7089" y="44699"/>
                    <a:pt x="7421" y="44547"/>
                  </a:cubicBezTo>
                  <a:close/>
                  <a:moveTo>
                    <a:pt x="33100" y="0"/>
                  </a:moveTo>
                  <a:cubicBezTo>
                    <a:pt x="32565" y="3650"/>
                    <a:pt x="31401" y="8338"/>
                    <a:pt x="29639" y="11642"/>
                  </a:cubicBezTo>
                  <a:cubicBezTo>
                    <a:pt x="27917" y="14899"/>
                    <a:pt x="24200" y="20493"/>
                    <a:pt x="20629" y="22004"/>
                  </a:cubicBezTo>
                  <a:lnTo>
                    <a:pt x="20629" y="22004"/>
                  </a:lnTo>
                  <a:lnTo>
                    <a:pt x="25549" y="19948"/>
                  </a:lnTo>
                  <a:lnTo>
                    <a:pt x="25549" y="19948"/>
                  </a:lnTo>
                  <a:lnTo>
                    <a:pt x="20924" y="25392"/>
                  </a:lnTo>
                  <a:lnTo>
                    <a:pt x="25580" y="22245"/>
                  </a:lnTo>
                  <a:lnTo>
                    <a:pt x="25580" y="22245"/>
                  </a:lnTo>
                  <a:cubicBezTo>
                    <a:pt x="23127" y="26662"/>
                    <a:pt x="19507" y="30301"/>
                    <a:pt x="15101" y="32755"/>
                  </a:cubicBezTo>
                  <a:lnTo>
                    <a:pt x="15101" y="32755"/>
                  </a:lnTo>
                  <a:cubicBezTo>
                    <a:pt x="18077" y="31137"/>
                    <a:pt x="21141" y="29751"/>
                    <a:pt x="24322" y="28570"/>
                  </a:cubicBezTo>
                  <a:lnTo>
                    <a:pt x="24322" y="28570"/>
                  </a:lnTo>
                  <a:cubicBezTo>
                    <a:pt x="22277" y="30835"/>
                    <a:pt x="20043" y="32880"/>
                    <a:pt x="17652" y="34768"/>
                  </a:cubicBezTo>
                  <a:cubicBezTo>
                    <a:pt x="19539" y="33415"/>
                    <a:pt x="21710" y="32440"/>
                    <a:pt x="24007" y="31936"/>
                  </a:cubicBezTo>
                  <a:lnTo>
                    <a:pt x="24007" y="31936"/>
                  </a:lnTo>
                  <a:cubicBezTo>
                    <a:pt x="19462" y="37319"/>
                    <a:pt x="13780" y="41621"/>
                    <a:pt x="7421" y="44547"/>
                  </a:cubicBezTo>
                  <a:lnTo>
                    <a:pt x="7421" y="44547"/>
                  </a:lnTo>
                  <a:cubicBezTo>
                    <a:pt x="12339" y="42527"/>
                    <a:pt x="18062" y="42572"/>
                    <a:pt x="22654" y="39834"/>
                  </a:cubicBezTo>
                  <a:lnTo>
                    <a:pt x="22654" y="39834"/>
                  </a:lnTo>
                  <a:cubicBezTo>
                    <a:pt x="17966" y="44176"/>
                    <a:pt x="12712" y="47888"/>
                    <a:pt x="7017" y="50815"/>
                  </a:cubicBezTo>
                  <a:lnTo>
                    <a:pt x="20767" y="47133"/>
                  </a:lnTo>
                  <a:lnTo>
                    <a:pt x="20767" y="47133"/>
                  </a:lnTo>
                  <a:cubicBezTo>
                    <a:pt x="17054" y="49871"/>
                    <a:pt x="13058" y="52262"/>
                    <a:pt x="8905" y="54307"/>
                  </a:cubicBezTo>
                  <a:cubicBezTo>
                    <a:pt x="12114" y="53174"/>
                    <a:pt x="15449" y="52514"/>
                    <a:pt x="18847" y="52325"/>
                  </a:cubicBezTo>
                  <a:lnTo>
                    <a:pt x="18847" y="52325"/>
                  </a:lnTo>
                  <a:cubicBezTo>
                    <a:pt x="13404" y="56635"/>
                    <a:pt x="6891" y="59404"/>
                    <a:pt x="0" y="60254"/>
                  </a:cubicBezTo>
                  <a:cubicBezTo>
                    <a:pt x="2228" y="60545"/>
                    <a:pt x="4467" y="60690"/>
                    <a:pt x="6700" y="60690"/>
                  </a:cubicBezTo>
                  <a:cubicBezTo>
                    <a:pt x="14118" y="60690"/>
                    <a:pt x="21484" y="59094"/>
                    <a:pt x="28255" y="55975"/>
                  </a:cubicBezTo>
                  <a:cubicBezTo>
                    <a:pt x="29141" y="55561"/>
                    <a:pt x="30028" y="55119"/>
                    <a:pt x="30993" y="55119"/>
                  </a:cubicBezTo>
                  <a:cubicBezTo>
                    <a:pt x="31055" y="55119"/>
                    <a:pt x="31118" y="55121"/>
                    <a:pt x="31181" y="55125"/>
                  </a:cubicBezTo>
                  <a:cubicBezTo>
                    <a:pt x="32125" y="55188"/>
                    <a:pt x="32974" y="55723"/>
                    <a:pt x="33824" y="56163"/>
                  </a:cubicBezTo>
                  <a:cubicBezTo>
                    <a:pt x="40860" y="60066"/>
                    <a:pt x="49097" y="60728"/>
                    <a:pt x="57214" y="60728"/>
                  </a:cubicBezTo>
                  <a:cubicBezTo>
                    <a:pt x="58388" y="60728"/>
                    <a:pt x="59560" y="60714"/>
                    <a:pt x="60726" y="60694"/>
                  </a:cubicBezTo>
                  <a:cubicBezTo>
                    <a:pt x="54468" y="57031"/>
                    <a:pt x="48507" y="52924"/>
                    <a:pt x="42900" y="48373"/>
                  </a:cubicBezTo>
                  <a:lnTo>
                    <a:pt x="42900" y="48373"/>
                  </a:lnTo>
                  <a:cubicBezTo>
                    <a:pt x="45430" y="50340"/>
                    <a:pt x="48549" y="51387"/>
                    <a:pt x="51724" y="51387"/>
                  </a:cubicBezTo>
                  <a:cubicBezTo>
                    <a:pt x="52290" y="51387"/>
                    <a:pt x="52859" y="51354"/>
                    <a:pt x="53426" y="51287"/>
                  </a:cubicBezTo>
                  <a:cubicBezTo>
                    <a:pt x="49115" y="50028"/>
                    <a:pt x="45120" y="47920"/>
                    <a:pt x="41627" y="45057"/>
                  </a:cubicBezTo>
                  <a:lnTo>
                    <a:pt x="41627" y="45057"/>
                  </a:lnTo>
                  <a:cubicBezTo>
                    <a:pt x="44301" y="46001"/>
                    <a:pt x="47039" y="46598"/>
                    <a:pt x="49839" y="46913"/>
                  </a:cubicBezTo>
                  <a:lnTo>
                    <a:pt x="42162" y="42414"/>
                  </a:lnTo>
                  <a:lnTo>
                    <a:pt x="42162" y="42414"/>
                  </a:lnTo>
                  <a:cubicBezTo>
                    <a:pt x="46898" y="44886"/>
                    <a:pt x="52169" y="46202"/>
                    <a:pt x="57523" y="46202"/>
                  </a:cubicBezTo>
                  <a:cubicBezTo>
                    <a:pt x="57824" y="46202"/>
                    <a:pt x="58126" y="46198"/>
                    <a:pt x="58429" y="46189"/>
                  </a:cubicBezTo>
                  <a:cubicBezTo>
                    <a:pt x="51129" y="43200"/>
                    <a:pt x="44396" y="39016"/>
                    <a:pt x="38512" y="33793"/>
                  </a:cubicBezTo>
                  <a:lnTo>
                    <a:pt x="38512" y="33793"/>
                  </a:lnTo>
                  <a:cubicBezTo>
                    <a:pt x="41736" y="35208"/>
                    <a:pt x="45221" y="35924"/>
                    <a:pt x="48750" y="35924"/>
                  </a:cubicBezTo>
                  <a:cubicBezTo>
                    <a:pt x="49458" y="35924"/>
                    <a:pt x="50168" y="35896"/>
                    <a:pt x="50877" y="35838"/>
                  </a:cubicBezTo>
                  <a:cubicBezTo>
                    <a:pt x="46881" y="34925"/>
                    <a:pt x="43200" y="33037"/>
                    <a:pt x="40148" y="30300"/>
                  </a:cubicBezTo>
                  <a:lnTo>
                    <a:pt x="40148" y="30300"/>
                  </a:lnTo>
                  <a:cubicBezTo>
                    <a:pt x="41644" y="31269"/>
                    <a:pt x="43359" y="31776"/>
                    <a:pt x="45122" y="31776"/>
                  </a:cubicBezTo>
                  <a:cubicBezTo>
                    <a:pt x="45361" y="31776"/>
                    <a:pt x="45602" y="31766"/>
                    <a:pt x="45843" y="31747"/>
                  </a:cubicBezTo>
                  <a:cubicBezTo>
                    <a:pt x="43358" y="30300"/>
                    <a:pt x="41061" y="28475"/>
                    <a:pt x="39016" y="26399"/>
                  </a:cubicBezTo>
                  <a:lnTo>
                    <a:pt x="39016" y="26399"/>
                  </a:lnTo>
                  <a:cubicBezTo>
                    <a:pt x="42927" y="27543"/>
                    <a:pt x="46974" y="28124"/>
                    <a:pt x="51022" y="28124"/>
                  </a:cubicBezTo>
                  <a:cubicBezTo>
                    <a:pt x="51761" y="28124"/>
                    <a:pt x="52499" y="28105"/>
                    <a:pt x="53237" y="28066"/>
                  </a:cubicBezTo>
                  <a:cubicBezTo>
                    <a:pt x="50280" y="26367"/>
                    <a:pt x="46661" y="26336"/>
                    <a:pt x="43483" y="25077"/>
                  </a:cubicBezTo>
                  <a:cubicBezTo>
                    <a:pt x="40306" y="23787"/>
                    <a:pt x="37820" y="21396"/>
                    <a:pt x="35397" y="19036"/>
                  </a:cubicBezTo>
                  <a:lnTo>
                    <a:pt x="35397" y="19036"/>
                  </a:lnTo>
                  <a:cubicBezTo>
                    <a:pt x="38890" y="19319"/>
                    <a:pt x="42414" y="19476"/>
                    <a:pt x="45906" y="19508"/>
                  </a:cubicBezTo>
                  <a:cubicBezTo>
                    <a:pt x="42382" y="19099"/>
                    <a:pt x="38984" y="17966"/>
                    <a:pt x="35932" y="16173"/>
                  </a:cubicBezTo>
                  <a:lnTo>
                    <a:pt x="35932" y="16173"/>
                  </a:lnTo>
                  <a:cubicBezTo>
                    <a:pt x="39456" y="16362"/>
                    <a:pt x="42980" y="16487"/>
                    <a:pt x="46504" y="16519"/>
                  </a:cubicBezTo>
                  <a:cubicBezTo>
                    <a:pt x="42351" y="16236"/>
                    <a:pt x="38386" y="14725"/>
                    <a:pt x="35051" y="12240"/>
                  </a:cubicBezTo>
                  <a:lnTo>
                    <a:pt x="35051" y="12240"/>
                  </a:lnTo>
                  <a:cubicBezTo>
                    <a:pt x="36374" y="12404"/>
                    <a:pt x="37705" y="12485"/>
                    <a:pt x="39036" y="12485"/>
                  </a:cubicBezTo>
                  <a:cubicBezTo>
                    <a:pt x="41282" y="12485"/>
                    <a:pt x="43524" y="12254"/>
                    <a:pt x="45717" y="11799"/>
                  </a:cubicBezTo>
                  <a:lnTo>
                    <a:pt x="45717" y="11799"/>
                  </a:lnTo>
                  <a:cubicBezTo>
                    <a:pt x="45481" y="11832"/>
                    <a:pt x="45248" y="11848"/>
                    <a:pt x="45017" y="11848"/>
                  </a:cubicBezTo>
                  <a:cubicBezTo>
                    <a:pt x="42142" y="11848"/>
                    <a:pt x="39689" y="9407"/>
                    <a:pt x="37883" y="7048"/>
                  </a:cubicBezTo>
                  <a:cubicBezTo>
                    <a:pt x="36152" y="4783"/>
                    <a:pt x="34548" y="2423"/>
                    <a:pt x="33100" y="0"/>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38"/>
            <p:cNvSpPr/>
            <p:nvPr/>
          </p:nvSpPr>
          <p:spPr>
            <a:xfrm>
              <a:off x="2350050" y="957850"/>
              <a:ext cx="2685475" cy="3119675"/>
            </a:xfrm>
            <a:custGeom>
              <a:avLst/>
              <a:gdLst/>
              <a:ahLst/>
              <a:cxnLst/>
              <a:rect l="l" t="t" r="r" b="b"/>
              <a:pathLst>
                <a:path w="107419" h="124787" extrusionOk="0">
                  <a:moveTo>
                    <a:pt x="29734" y="1"/>
                  </a:moveTo>
                  <a:lnTo>
                    <a:pt x="1" y="124787"/>
                  </a:lnTo>
                  <a:lnTo>
                    <a:pt x="107418" y="124787"/>
                  </a:lnTo>
                  <a:lnTo>
                    <a:pt x="77653" y="1"/>
                  </a:lnTo>
                  <a:close/>
                </a:path>
              </a:pathLst>
            </a:custGeom>
            <a:solidFill>
              <a:srgbClr val="FEFF97">
                <a:alpha val="391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38"/>
            <p:cNvSpPr/>
            <p:nvPr/>
          </p:nvSpPr>
          <p:spPr>
            <a:xfrm>
              <a:off x="2518375" y="957850"/>
              <a:ext cx="2348025" cy="3119675"/>
            </a:xfrm>
            <a:custGeom>
              <a:avLst/>
              <a:gdLst/>
              <a:ahLst/>
              <a:cxnLst/>
              <a:rect l="l" t="t" r="r" b="b"/>
              <a:pathLst>
                <a:path w="93921" h="124787" extrusionOk="0">
                  <a:moveTo>
                    <a:pt x="26021" y="1"/>
                  </a:moveTo>
                  <a:lnTo>
                    <a:pt x="1" y="124787"/>
                  </a:lnTo>
                  <a:lnTo>
                    <a:pt x="93920" y="124787"/>
                  </a:lnTo>
                  <a:lnTo>
                    <a:pt x="67931" y="1"/>
                  </a:lnTo>
                  <a:close/>
                </a:path>
              </a:pathLst>
            </a:custGeom>
            <a:solidFill>
              <a:srgbClr val="FEFF97">
                <a:alpha val="391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38"/>
            <p:cNvSpPr/>
            <p:nvPr/>
          </p:nvSpPr>
          <p:spPr>
            <a:xfrm>
              <a:off x="2712675" y="957850"/>
              <a:ext cx="1959425" cy="3119675"/>
            </a:xfrm>
            <a:custGeom>
              <a:avLst/>
              <a:gdLst/>
              <a:ahLst/>
              <a:cxnLst/>
              <a:rect l="l" t="t" r="r" b="b"/>
              <a:pathLst>
                <a:path w="78377" h="124787" extrusionOk="0">
                  <a:moveTo>
                    <a:pt x="21710" y="1"/>
                  </a:moveTo>
                  <a:lnTo>
                    <a:pt x="0" y="124787"/>
                  </a:lnTo>
                  <a:lnTo>
                    <a:pt x="78377" y="124787"/>
                  </a:lnTo>
                  <a:lnTo>
                    <a:pt x="56667" y="1"/>
                  </a:lnTo>
                  <a:close/>
                </a:path>
              </a:pathLst>
            </a:custGeom>
            <a:solidFill>
              <a:srgbClr val="FEFF97">
                <a:alpha val="391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38"/>
            <p:cNvSpPr/>
            <p:nvPr/>
          </p:nvSpPr>
          <p:spPr>
            <a:xfrm>
              <a:off x="2082600" y="2436650"/>
              <a:ext cx="1467025" cy="2951350"/>
            </a:xfrm>
            <a:custGeom>
              <a:avLst/>
              <a:gdLst/>
              <a:ahLst/>
              <a:cxnLst/>
              <a:rect l="l" t="t" r="r" b="b"/>
              <a:pathLst>
                <a:path w="58681" h="118054" extrusionOk="0">
                  <a:moveTo>
                    <a:pt x="4658" y="1"/>
                  </a:moveTo>
                  <a:lnTo>
                    <a:pt x="4658" y="1"/>
                  </a:lnTo>
                  <a:cubicBezTo>
                    <a:pt x="5664" y="6734"/>
                    <a:pt x="6168" y="13530"/>
                    <a:pt x="6168" y="20327"/>
                  </a:cubicBezTo>
                  <a:cubicBezTo>
                    <a:pt x="6231" y="24228"/>
                    <a:pt x="5979" y="28130"/>
                    <a:pt x="5444" y="32000"/>
                  </a:cubicBezTo>
                  <a:cubicBezTo>
                    <a:pt x="5004" y="35177"/>
                    <a:pt x="4720" y="40810"/>
                    <a:pt x="2864" y="43421"/>
                  </a:cubicBezTo>
                  <a:cubicBezTo>
                    <a:pt x="4595" y="40998"/>
                    <a:pt x="6105" y="38450"/>
                    <a:pt x="7395" y="35807"/>
                  </a:cubicBezTo>
                  <a:lnTo>
                    <a:pt x="7395" y="35807"/>
                  </a:lnTo>
                  <a:cubicBezTo>
                    <a:pt x="7238" y="42666"/>
                    <a:pt x="6042" y="49462"/>
                    <a:pt x="3808" y="55975"/>
                  </a:cubicBezTo>
                  <a:lnTo>
                    <a:pt x="8811" y="46851"/>
                  </a:lnTo>
                  <a:lnTo>
                    <a:pt x="8811" y="46851"/>
                  </a:lnTo>
                  <a:cubicBezTo>
                    <a:pt x="7772" y="55723"/>
                    <a:pt x="4752" y="64282"/>
                    <a:pt x="1" y="71864"/>
                  </a:cubicBezTo>
                  <a:cubicBezTo>
                    <a:pt x="4028" y="67931"/>
                    <a:pt x="7678" y="63652"/>
                    <a:pt x="10919" y="59090"/>
                  </a:cubicBezTo>
                  <a:lnTo>
                    <a:pt x="10919" y="59090"/>
                  </a:lnTo>
                  <a:cubicBezTo>
                    <a:pt x="9440" y="66232"/>
                    <a:pt x="6797" y="73092"/>
                    <a:pt x="3116" y="79416"/>
                  </a:cubicBezTo>
                  <a:lnTo>
                    <a:pt x="10730" y="69599"/>
                  </a:lnTo>
                  <a:lnTo>
                    <a:pt x="8370" y="76647"/>
                  </a:lnTo>
                  <a:cubicBezTo>
                    <a:pt x="10132" y="74633"/>
                    <a:pt x="11926" y="72620"/>
                    <a:pt x="13688" y="70574"/>
                  </a:cubicBezTo>
                  <a:lnTo>
                    <a:pt x="13688" y="70574"/>
                  </a:lnTo>
                  <a:cubicBezTo>
                    <a:pt x="11926" y="79888"/>
                    <a:pt x="6766" y="88131"/>
                    <a:pt x="1700" y="96155"/>
                  </a:cubicBezTo>
                  <a:cubicBezTo>
                    <a:pt x="6954" y="92253"/>
                    <a:pt x="11674" y="87691"/>
                    <a:pt x="15701" y="82499"/>
                  </a:cubicBezTo>
                  <a:lnTo>
                    <a:pt x="15701" y="82499"/>
                  </a:lnTo>
                  <a:cubicBezTo>
                    <a:pt x="13342" y="88415"/>
                    <a:pt x="10510" y="94110"/>
                    <a:pt x="7238" y="99553"/>
                  </a:cubicBezTo>
                  <a:cubicBezTo>
                    <a:pt x="10699" y="95840"/>
                    <a:pt x="14097" y="92033"/>
                    <a:pt x="17463" y="88194"/>
                  </a:cubicBezTo>
                  <a:lnTo>
                    <a:pt x="17463" y="88194"/>
                  </a:lnTo>
                  <a:cubicBezTo>
                    <a:pt x="14632" y="96595"/>
                    <a:pt x="10541" y="104493"/>
                    <a:pt x="5318" y="111635"/>
                  </a:cubicBezTo>
                  <a:lnTo>
                    <a:pt x="20201" y="99270"/>
                  </a:lnTo>
                  <a:lnTo>
                    <a:pt x="20201" y="99270"/>
                  </a:lnTo>
                  <a:cubicBezTo>
                    <a:pt x="16834" y="105688"/>
                    <a:pt x="13184" y="111950"/>
                    <a:pt x="9314" y="118054"/>
                  </a:cubicBezTo>
                  <a:cubicBezTo>
                    <a:pt x="15733" y="112201"/>
                    <a:pt x="21994" y="106192"/>
                    <a:pt x="28130" y="100025"/>
                  </a:cubicBezTo>
                  <a:cubicBezTo>
                    <a:pt x="30238" y="100937"/>
                    <a:pt x="32629" y="100937"/>
                    <a:pt x="34957" y="100937"/>
                  </a:cubicBezTo>
                  <a:lnTo>
                    <a:pt x="58681" y="100937"/>
                  </a:lnTo>
                  <a:cubicBezTo>
                    <a:pt x="50941" y="98640"/>
                    <a:pt x="43641" y="95022"/>
                    <a:pt x="37128" y="90239"/>
                  </a:cubicBezTo>
                  <a:lnTo>
                    <a:pt x="37128" y="90239"/>
                  </a:lnTo>
                  <a:cubicBezTo>
                    <a:pt x="41628" y="92001"/>
                    <a:pt x="46316" y="93134"/>
                    <a:pt x="51130" y="93638"/>
                  </a:cubicBezTo>
                  <a:cubicBezTo>
                    <a:pt x="46221" y="92694"/>
                    <a:pt x="41596" y="90743"/>
                    <a:pt x="37506" y="87880"/>
                  </a:cubicBezTo>
                  <a:lnTo>
                    <a:pt x="37506" y="87880"/>
                  </a:lnTo>
                  <a:cubicBezTo>
                    <a:pt x="42632" y="89966"/>
                    <a:pt x="48126" y="91036"/>
                    <a:pt x="53639" y="91036"/>
                  </a:cubicBezTo>
                  <a:cubicBezTo>
                    <a:pt x="53946" y="91036"/>
                    <a:pt x="54252" y="91033"/>
                    <a:pt x="54559" y="91026"/>
                  </a:cubicBezTo>
                  <a:cubicBezTo>
                    <a:pt x="47983" y="88005"/>
                    <a:pt x="41659" y="84387"/>
                    <a:pt x="35744" y="80234"/>
                  </a:cubicBezTo>
                  <a:lnTo>
                    <a:pt x="35744" y="80234"/>
                  </a:lnTo>
                  <a:cubicBezTo>
                    <a:pt x="38053" y="80408"/>
                    <a:pt x="40362" y="80495"/>
                    <a:pt x="42671" y="80495"/>
                  </a:cubicBezTo>
                  <a:cubicBezTo>
                    <a:pt x="45364" y="80495"/>
                    <a:pt x="48058" y="80377"/>
                    <a:pt x="50752" y="80140"/>
                  </a:cubicBezTo>
                  <a:cubicBezTo>
                    <a:pt x="44648" y="77717"/>
                    <a:pt x="39110" y="74004"/>
                    <a:pt x="34548" y="69284"/>
                  </a:cubicBezTo>
                  <a:lnTo>
                    <a:pt x="34548" y="69284"/>
                  </a:lnTo>
                  <a:cubicBezTo>
                    <a:pt x="36822" y="70535"/>
                    <a:pt x="39378" y="71195"/>
                    <a:pt x="41985" y="71195"/>
                  </a:cubicBezTo>
                  <a:cubicBezTo>
                    <a:pt x="42264" y="71195"/>
                    <a:pt x="42543" y="71187"/>
                    <a:pt x="42823" y="71172"/>
                  </a:cubicBezTo>
                  <a:cubicBezTo>
                    <a:pt x="39929" y="70354"/>
                    <a:pt x="37254" y="68970"/>
                    <a:pt x="34957" y="67113"/>
                  </a:cubicBezTo>
                  <a:lnTo>
                    <a:pt x="34957" y="67113"/>
                  </a:lnTo>
                  <a:cubicBezTo>
                    <a:pt x="39889" y="67900"/>
                    <a:pt x="44908" y="68279"/>
                    <a:pt x="49902" y="68279"/>
                  </a:cubicBezTo>
                  <a:cubicBezTo>
                    <a:pt x="50102" y="68279"/>
                    <a:pt x="50301" y="68279"/>
                    <a:pt x="50500" y="68278"/>
                  </a:cubicBezTo>
                  <a:cubicBezTo>
                    <a:pt x="43169" y="65351"/>
                    <a:pt x="36247" y="61387"/>
                    <a:pt x="30017" y="56479"/>
                  </a:cubicBezTo>
                  <a:lnTo>
                    <a:pt x="30017" y="56479"/>
                  </a:lnTo>
                  <a:lnTo>
                    <a:pt x="42981" y="57674"/>
                  </a:lnTo>
                  <a:lnTo>
                    <a:pt x="27374" y="49777"/>
                  </a:lnTo>
                  <a:lnTo>
                    <a:pt x="27374" y="49777"/>
                  </a:lnTo>
                  <a:cubicBezTo>
                    <a:pt x="30117" y="50045"/>
                    <a:pt x="32866" y="50179"/>
                    <a:pt x="35616" y="50179"/>
                  </a:cubicBezTo>
                  <a:cubicBezTo>
                    <a:pt x="38671" y="50179"/>
                    <a:pt x="41727" y="50014"/>
                    <a:pt x="44774" y="49682"/>
                  </a:cubicBezTo>
                  <a:cubicBezTo>
                    <a:pt x="36908" y="48833"/>
                    <a:pt x="29545" y="45498"/>
                    <a:pt x="23693" y="40212"/>
                  </a:cubicBezTo>
                  <a:lnTo>
                    <a:pt x="23693" y="40212"/>
                  </a:lnTo>
                  <a:lnTo>
                    <a:pt x="30835" y="41250"/>
                  </a:lnTo>
                  <a:cubicBezTo>
                    <a:pt x="28381" y="40495"/>
                    <a:pt x="26116" y="39173"/>
                    <a:pt x="24228" y="37443"/>
                  </a:cubicBezTo>
                  <a:lnTo>
                    <a:pt x="24228" y="37443"/>
                  </a:lnTo>
                  <a:cubicBezTo>
                    <a:pt x="26768" y="38713"/>
                    <a:pt x="29554" y="39368"/>
                    <a:pt x="32376" y="39368"/>
                  </a:cubicBezTo>
                  <a:cubicBezTo>
                    <a:pt x="33330" y="39368"/>
                    <a:pt x="34287" y="39293"/>
                    <a:pt x="35240" y="39142"/>
                  </a:cubicBezTo>
                  <a:cubicBezTo>
                    <a:pt x="28759" y="36782"/>
                    <a:pt x="22749" y="33258"/>
                    <a:pt x="17526" y="28759"/>
                  </a:cubicBezTo>
                  <a:lnTo>
                    <a:pt x="17526" y="28759"/>
                  </a:lnTo>
                  <a:cubicBezTo>
                    <a:pt x="21428" y="30867"/>
                    <a:pt x="25801" y="32031"/>
                    <a:pt x="30238" y="32094"/>
                  </a:cubicBezTo>
                  <a:cubicBezTo>
                    <a:pt x="24983" y="31276"/>
                    <a:pt x="20138" y="28853"/>
                    <a:pt x="16362" y="25109"/>
                  </a:cubicBezTo>
                  <a:lnTo>
                    <a:pt x="16362" y="25109"/>
                  </a:lnTo>
                  <a:cubicBezTo>
                    <a:pt x="20427" y="27214"/>
                    <a:pt x="24915" y="28314"/>
                    <a:pt x="29487" y="28314"/>
                  </a:cubicBezTo>
                  <a:cubicBezTo>
                    <a:pt x="29904" y="28314"/>
                    <a:pt x="30323" y="28305"/>
                    <a:pt x="30741" y="28287"/>
                  </a:cubicBezTo>
                  <a:cubicBezTo>
                    <a:pt x="26399" y="28161"/>
                    <a:pt x="22812" y="25078"/>
                    <a:pt x="19823" y="21931"/>
                  </a:cubicBezTo>
                  <a:cubicBezTo>
                    <a:pt x="13688" y="15450"/>
                    <a:pt x="8559" y="8024"/>
                    <a:pt x="4658" y="1"/>
                  </a:cubicBezTo>
                  <a:close/>
                </a:path>
              </a:pathLst>
            </a:custGeom>
            <a:solidFill>
              <a:srgbClr val="0617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38"/>
            <p:cNvSpPr/>
            <p:nvPr/>
          </p:nvSpPr>
          <p:spPr>
            <a:xfrm>
              <a:off x="4629600" y="2412275"/>
              <a:ext cx="2326000" cy="3055950"/>
            </a:xfrm>
            <a:custGeom>
              <a:avLst/>
              <a:gdLst/>
              <a:ahLst/>
              <a:cxnLst/>
              <a:rect l="l" t="t" r="r" b="b"/>
              <a:pathLst>
                <a:path w="93040" h="122238" extrusionOk="0">
                  <a:moveTo>
                    <a:pt x="41320" y="28270"/>
                  </a:moveTo>
                  <a:lnTo>
                    <a:pt x="41320" y="28270"/>
                  </a:lnTo>
                  <a:cubicBezTo>
                    <a:pt x="41265" y="28286"/>
                    <a:pt x="41210" y="28302"/>
                    <a:pt x="41156" y="28318"/>
                  </a:cubicBezTo>
                  <a:cubicBezTo>
                    <a:pt x="41210" y="28302"/>
                    <a:pt x="41265" y="28286"/>
                    <a:pt x="41320" y="28270"/>
                  </a:cubicBezTo>
                  <a:close/>
                  <a:moveTo>
                    <a:pt x="63180" y="0"/>
                  </a:moveTo>
                  <a:lnTo>
                    <a:pt x="63180" y="0"/>
                  </a:lnTo>
                  <a:cubicBezTo>
                    <a:pt x="59486" y="9204"/>
                    <a:pt x="51993" y="25072"/>
                    <a:pt x="41320" y="28270"/>
                  </a:cubicBezTo>
                  <a:lnTo>
                    <a:pt x="41320" y="28270"/>
                  </a:lnTo>
                  <a:cubicBezTo>
                    <a:pt x="44188" y="27421"/>
                    <a:pt x="46962" y="26178"/>
                    <a:pt x="49493" y="24511"/>
                  </a:cubicBezTo>
                  <a:lnTo>
                    <a:pt x="49493" y="24511"/>
                  </a:lnTo>
                  <a:cubicBezTo>
                    <a:pt x="44711" y="30174"/>
                    <a:pt x="38701" y="34642"/>
                    <a:pt x="31905" y="37568"/>
                  </a:cubicBezTo>
                  <a:lnTo>
                    <a:pt x="45623" y="32912"/>
                  </a:lnTo>
                  <a:lnTo>
                    <a:pt x="45623" y="32912"/>
                  </a:lnTo>
                  <a:cubicBezTo>
                    <a:pt x="40243" y="38575"/>
                    <a:pt x="33290" y="42540"/>
                    <a:pt x="25675" y="44333"/>
                  </a:cubicBezTo>
                  <a:cubicBezTo>
                    <a:pt x="32503" y="43704"/>
                    <a:pt x="39236" y="42288"/>
                    <a:pt x="45749" y="40085"/>
                  </a:cubicBezTo>
                  <a:lnTo>
                    <a:pt x="45749" y="40085"/>
                  </a:lnTo>
                  <a:cubicBezTo>
                    <a:pt x="37789" y="45938"/>
                    <a:pt x="28822" y="50217"/>
                    <a:pt x="19288" y="52671"/>
                  </a:cubicBezTo>
                  <a:cubicBezTo>
                    <a:pt x="26682" y="51633"/>
                    <a:pt x="33982" y="50060"/>
                    <a:pt x="41124" y="47951"/>
                  </a:cubicBezTo>
                  <a:lnTo>
                    <a:pt x="41124" y="47951"/>
                  </a:lnTo>
                  <a:cubicBezTo>
                    <a:pt x="36436" y="50689"/>
                    <a:pt x="31591" y="53112"/>
                    <a:pt x="26556" y="55188"/>
                  </a:cubicBezTo>
                  <a:lnTo>
                    <a:pt x="38292" y="53615"/>
                  </a:lnTo>
                  <a:lnTo>
                    <a:pt x="40998" y="52262"/>
                  </a:lnTo>
                  <a:lnTo>
                    <a:pt x="40998" y="52262"/>
                  </a:lnTo>
                  <a:cubicBezTo>
                    <a:pt x="34234" y="57737"/>
                    <a:pt x="26462" y="61796"/>
                    <a:pt x="18124" y="64281"/>
                  </a:cubicBezTo>
                  <a:lnTo>
                    <a:pt x="37474" y="59310"/>
                  </a:lnTo>
                  <a:lnTo>
                    <a:pt x="37474" y="59310"/>
                  </a:lnTo>
                  <a:cubicBezTo>
                    <a:pt x="29734" y="64848"/>
                    <a:pt x="21459" y="69662"/>
                    <a:pt x="12807" y="73626"/>
                  </a:cubicBezTo>
                  <a:lnTo>
                    <a:pt x="30710" y="68403"/>
                  </a:lnTo>
                  <a:lnTo>
                    <a:pt x="30710" y="68403"/>
                  </a:lnTo>
                  <a:cubicBezTo>
                    <a:pt x="22026" y="75577"/>
                    <a:pt x="11611" y="80328"/>
                    <a:pt x="473" y="82153"/>
                  </a:cubicBezTo>
                  <a:cubicBezTo>
                    <a:pt x="2460" y="82432"/>
                    <a:pt x="4452" y="82554"/>
                    <a:pt x="6445" y="82554"/>
                  </a:cubicBezTo>
                  <a:cubicBezTo>
                    <a:pt x="12974" y="82554"/>
                    <a:pt x="19515" y="81252"/>
                    <a:pt x="25927" y="79950"/>
                  </a:cubicBezTo>
                  <a:lnTo>
                    <a:pt x="25927" y="79950"/>
                  </a:lnTo>
                  <a:cubicBezTo>
                    <a:pt x="18187" y="85551"/>
                    <a:pt x="9346" y="89515"/>
                    <a:pt x="1" y="91592"/>
                  </a:cubicBezTo>
                  <a:lnTo>
                    <a:pt x="22686" y="90050"/>
                  </a:lnTo>
                  <a:lnTo>
                    <a:pt x="22686" y="90050"/>
                  </a:lnTo>
                  <a:cubicBezTo>
                    <a:pt x="15796" y="93323"/>
                    <a:pt x="8779" y="96280"/>
                    <a:pt x="1605" y="98923"/>
                  </a:cubicBezTo>
                  <a:cubicBezTo>
                    <a:pt x="5636" y="99267"/>
                    <a:pt x="9675" y="99439"/>
                    <a:pt x="13710" y="99439"/>
                  </a:cubicBezTo>
                  <a:cubicBezTo>
                    <a:pt x="23691" y="99439"/>
                    <a:pt x="33652" y="98386"/>
                    <a:pt x="43421" y="96280"/>
                  </a:cubicBezTo>
                  <a:lnTo>
                    <a:pt x="43421" y="96280"/>
                  </a:lnTo>
                  <a:cubicBezTo>
                    <a:pt x="42257" y="97602"/>
                    <a:pt x="43358" y="99678"/>
                    <a:pt x="44522" y="101000"/>
                  </a:cubicBezTo>
                  <a:cubicBezTo>
                    <a:pt x="54307" y="112075"/>
                    <a:pt x="68907" y="117361"/>
                    <a:pt x="82845" y="122238"/>
                  </a:cubicBezTo>
                  <a:cubicBezTo>
                    <a:pt x="75514" y="114687"/>
                    <a:pt x="68970" y="106412"/>
                    <a:pt x="63338" y="97507"/>
                  </a:cubicBezTo>
                  <a:lnTo>
                    <a:pt x="63338" y="97507"/>
                  </a:lnTo>
                  <a:cubicBezTo>
                    <a:pt x="68372" y="104115"/>
                    <a:pt x="76332" y="107764"/>
                    <a:pt x="83915" y="111131"/>
                  </a:cubicBezTo>
                  <a:lnTo>
                    <a:pt x="64250" y="92158"/>
                  </a:lnTo>
                  <a:lnTo>
                    <a:pt x="64250" y="92158"/>
                  </a:lnTo>
                  <a:cubicBezTo>
                    <a:pt x="69599" y="96563"/>
                    <a:pt x="75860" y="99678"/>
                    <a:pt x="82593" y="101314"/>
                  </a:cubicBezTo>
                  <a:cubicBezTo>
                    <a:pt x="76458" y="97507"/>
                    <a:pt x="71015" y="92630"/>
                    <a:pt x="66515" y="86967"/>
                  </a:cubicBezTo>
                  <a:lnTo>
                    <a:pt x="66515" y="86967"/>
                  </a:lnTo>
                  <a:cubicBezTo>
                    <a:pt x="73409" y="92499"/>
                    <a:pt x="81955" y="95498"/>
                    <a:pt x="90755" y="95498"/>
                  </a:cubicBezTo>
                  <a:cubicBezTo>
                    <a:pt x="91515" y="95498"/>
                    <a:pt x="92277" y="95476"/>
                    <a:pt x="93039" y="95431"/>
                  </a:cubicBezTo>
                  <a:cubicBezTo>
                    <a:pt x="80989" y="84859"/>
                    <a:pt x="68592" y="73815"/>
                    <a:pt x="62079" y="59153"/>
                  </a:cubicBezTo>
                  <a:lnTo>
                    <a:pt x="62079" y="59153"/>
                  </a:lnTo>
                  <a:cubicBezTo>
                    <a:pt x="66641" y="63935"/>
                    <a:pt x="72210" y="67648"/>
                    <a:pt x="78409" y="69976"/>
                  </a:cubicBezTo>
                  <a:cubicBezTo>
                    <a:pt x="73060" y="65257"/>
                    <a:pt x="68089" y="60160"/>
                    <a:pt x="63526" y="54685"/>
                  </a:cubicBezTo>
                  <a:lnTo>
                    <a:pt x="63526" y="54685"/>
                  </a:lnTo>
                  <a:cubicBezTo>
                    <a:pt x="67617" y="58209"/>
                    <a:pt x="72462" y="60789"/>
                    <a:pt x="77685" y="62173"/>
                  </a:cubicBezTo>
                  <a:cubicBezTo>
                    <a:pt x="72242" y="58807"/>
                    <a:pt x="67554" y="54339"/>
                    <a:pt x="63935" y="49053"/>
                  </a:cubicBezTo>
                  <a:lnTo>
                    <a:pt x="63935" y="49053"/>
                  </a:lnTo>
                  <a:cubicBezTo>
                    <a:pt x="69725" y="54213"/>
                    <a:pt x="76489" y="58146"/>
                    <a:pt x="83883" y="60569"/>
                  </a:cubicBezTo>
                  <a:cubicBezTo>
                    <a:pt x="74853" y="55094"/>
                    <a:pt x="67522" y="47228"/>
                    <a:pt x="62677" y="37883"/>
                  </a:cubicBezTo>
                  <a:lnTo>
                    <a:pt x="62677" y="37883"/>
                  </a:lnTo>
                  <a:cubicBezTo>
                    <a:pt x="68938" y="43106"/>
                    <a:pt x="76018" y="47322"/>
                    <a:pt x="83632" y="50311"/>
                  </a:cubicBezTo>
                  <a:cubicBezTo>
                    <a:pt x="73563" y="45340"/>
                    <a:pt x="66264" y="36121"/>
                    <a:pt x="63778" y="25172"/>
                  </a:cubicBezTo>
                  <a:lnTo>
                    <a:pt x="63778" y="25172"/>
                  </a:lnTo>
                  <a:cubicBezTo>
                    <a:pt x="67743" y="31150"/>
                    <a:pt x="73595" y="35618"/>
                    <a:pt x="80422" y="37946"/>
                  </a:cubicBezTo>
                  <a:cubicBezTo>
                    <a:pt x="73437" y="34170"/>
                    <a:pt x="68057" y="28035"/>
                    <a:pt x="65257" y="20641"/>
                  </a:cubicBezTo>
                  <a:lnTo>
                    <a:pt x="65257" y="20641"/>
                  </a:lnTo>
                  <a:cubicBezTo>
                    <a:pt x="68938" y="23913"/>
                    <a:pt x="73123" y="26556"/>
                    <a:pt x="77685" y="28507"/>
                  </a:cubicBezTo>
                  <a:cubicBezTo>
                    <a:pt x="68152" y="22592"/>
                    <a:pt x="62331" y="11202"/>
                    <a:pt x="63180" y="0"/>
                  </a:cubicBezTo>
                  <a:close/>
                </a:path>
              </a:pathLst>
            </a:custGeom>
            <a:solidFill>
              <a:srgbClr val="0617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38"/>
            <p:cNvSpPr/>
            <p:nvPr/>
          </p:nvSpPr>
          <p:spPr>
            <a:xfrm>
              <a:off x="632925" y="2164500"/>
              <a:ext cx="2542300" cy="3223500"/>
            </a:xfrm>
            <a:custGeom>
              <a:avLst/>
              <a:gdLst/>
              <a:ahLst/>
              <a:cxnLst/>
              <a:rect l="l" t="t" r="r" b="b"/>
              <a:pathLst>
                <a:path w="101692" h="128940" extrusionOk="0">
                  <a:moveTo>
                    <a:pt x="20137" y="0"/>
                  </a:moveTo>
                  <a:cubicBezTo>
                    <a:pt x="21175" y="11044"/>
                    <a:pt x="21867" y="30646"/>
                    <a:pt x="12806" y="39173"/>
                  </a:cubicBezTo>
                  <a:cubicBezTo>
                    <a:pt x="15291" y="36845"/>
                    <a:pt x="17400" y="34139"/>
                    <a:pt x="19099" y="31181"/>
                  </a:cubicBezTo>
                  <a:lnTo>
                    <a:pt x="19099" y="31181"/>
                  </a:lnTo>
                  <a:cubicBezTo>
                    <a:pt x="17242" y="39173"/>
                    <a:pt x="13592" y="46661"/>
                    <a:pt x="8369" y="53017"/>
                  </a:cubicBezTo>
                  <a:lnTo>
                    <a:pt x="19571" y="41438"/>
                  </a:lnTo>
                  <a:lnTo>
                    <a:pt x="19571" y="41438"/>
                  </a:lnTo>
                  <a:cubicBezTo>
                    <a:pt x="17085" y="49745"/>
                    <a:pt x="12271" y="57202"/>
                    <a:pt x="5632" y="62834"/>
                  </a:cubicBezTo>
                  <a:lnTo>
                    <a:pt x="5632" y="62834"/>
                  </a:lnTo>
                  <a:cubicBezTo>
                    <a:pt x="12082" y="58743"/>
                    <a:pt x="17997" y="53929"/>
                    <a:pt x="23283" y="48455"/>
                  </a:cubicBezTo>
                  <a:lnTo>
                    <a:pt x="23283" y="48455"/>
                  </a:lnTo>
                  <a:cubicBezTo>
                    <a:pt x="18438" y="58240"/>
                    <a:pt x="11736" y="67018"/>
                    <a:pt x="3587" y="74318"/>
                  </a:cubicBezTo>
                  <a:cubicBezTo>
                    <a:pt x="10352" y="69536"/>
                    <a:pt x="16770" y="64250"/>
                    <a:pt x="22748" y="58523"/>
                  </a:cubicBezTo>
                  <a:lnTo>
                    <a:pt x="22748" y="58523"/>
                  </a:lnTo>
                  <a:cubicBezTo>
                    <a:pt x="19508" y="63620"/>
                    <a:pt x="15921" y="68497"/>
                    <a:pt x="12019" y="73091"/>
                  </a:cubicBezTo>
                  <a:lnTo>
                    <a:pt x="22811" y="65603"/>
                  </a:lnTo>
                  <a:lnTo>
                    <a:pt x="24825" y="62897"/>
                  </a:lnTo>
                  <a:lnTo>
                    <a:pt x="24825" y="62897"/>
                  </a:lnTo>
                  <a:cubicBezTo>
                    <a:pt x="20923" y="71738"/>
                    <a:pt x="15323" y="79698"/>
                    <a:pt x="8338" y="86369"/>
                  </a:cubicBezTo>
                  <a:lnTo>
                    <a:pt x="24888" y="71612"/>
                  </a:lnTo>
                  <a:lnTo>
                    <a:pt x="24888" y="71612"/>
                  </a:lnTo>
                  <a:cubicBezTo>
                    <a:pt x="20074" y="81020"/>
                    <a:pt x="14379" y="89956"/>
                    <a:pt x="7835" y="98262"/>
                  </a:cubicBezTo>
                  <a:lnTo>
                    <a:pt x="22843" y="84009"/>
                  </a:lnTo>
                  <a:lnTo>
                    <a:pt x="22843" y="84009"/>
                  </a:lnTo>
                  <a:cubicBezTo>
                    <a:pt x="17934" y="95525"/>
                    <a:pt x="10037" y="105499"/>
                    <a:pt x="0" y="112956"/>
                  </a:cubicBezTo>
                  <a:cubicBezTo>
                    <a:pt x="8967" y="109841"/>
                    <a:pt x="16581" y="103800"/>
                    <a:pt x="24007" y="97853"/>
                  </a:cubicBezTo>
                  <a:lnTo>
                    <a:pt x="24007" y="97853"/>
                  </a:lnTo>
                  <a:cubicBezTo>
                    <a:pt x="19193" y="107324"/>
                    <a:pt x="12491" y="115725"/>
                    <a:pt x="4342" y="122521"/>
                  </a:cubicBezTo>
                  <a:lnTo>
                    <a:pt x="25958" y="109463"/>
                  </a:lnTo>
                  <a:lnTo>
                    <a:pt x="25958" y="109463"/>
                  </a:lnTo>
                  <a:cubicBezTo>
                    <a:pt x="20798" y="116197"/>
                    <a:pt x="15386" y="122678"/>
                    <a:pt x="9659" y="128940"/>
                  </a:cubicBezTo>
                  <a:cubicBezTo>
                    <a:pt x="24070" y="123024"/>
                    <a:pt x="37536" y="114970"/>
                    <a:pt x="49587" y="105090"/>
                  </a:cubicBezTo>
                  <a:lnTo>
                    <a:pt x="49587" y="105090"/>
                  </a:lnTo>
                  <a:cubicBezTo>
                    <a:pt x="49115" y="107009"/>
                    <a:pt x="51255" y="108488"/>
                    <a:pt x="53080" y="109180"/>
                  </a:cubicBezTo>
                  <a:cubicBezTo>
                    <a:pt x="60411" y="112052"/>
                    <a:pt x="68170" y="113043"/>
                    <a:pt x="76054" y="113043"/>
                  </a:cubicBezTo>
                  <a:cubicBezTo>
                    <a:pt x="84582" y="113043"/>
                    <a:pt x="93255" y="111884"/>
                    <a:pt x="101691" y="110690"/>
                  </a:cubicBezTo>
                  <a:cubicBezTo>
                    <a:pt x="90616" y="106978"/>
                    <a:pt x="79950" y="102101"/>
                    <a:pt x="69881" y="96186"/>
                  </a:cubicBezTo>
                  <a:lnTo>
                    <a:pt x="69881" y="96186"/>
                  </a:lnTo>
                  <a:cubicBezTo>
                    <a:pt x="75448" y="98863"/>
                    <a:pt x="81636" y="99535"/>
                    <a:pt x="87888" y="99535"/>
                  </a:cubicBezTo>
                  <a:cubicBezTo>
                    <a:pt x="90965" y="99535"/>
                    <a:pt x="94057" y="99372"/>
                    <a:pt x="97097" y="99206"/>
                  </a:cubicBezTo>
                  <a:lnTo>
                    <a:pt x="68056" y="90459"/>
                  </a:lnTo>
                  <a:lnTo>
                    <a:pt x="68056" y="90459"/>
                  </a:lnTo>
                  <a:cubicBezTo>
                    <a:pt x="71593" y="91217"/>
                    <a:pt x="75192" y="91596"/>
                    <a:pt x="78795" y="91596"/>
                  </a:cubicBezTo>
                  <a:cubicBezTo>
                    <a:pt x="82821" y="91596"/>
                    <a:pt x="86852" y="91123"/>
                    <a:pt x="90805" y="90176"/>
                  </a:cubicBezTo>
                  <a:cubicBezTo>
                    <a:pt x="82781" y="89547"/>
                    <a:pt x="74947" y="87502"/>
                    <a:pt x="67647" y="84198"/>
                  </a:cubicBezTo>
                  <a:lnTo>
                    <a:pt x="67647" y="84198"/>
                  </a:lnTo>
                  <a:cubicBezTo>
                    <a:pt x="70503" y="84783"/>
                    <a:pt x="73390" y="85071"/>
                    <a:pt x="76264" y="85071"/>
                  </a:cubicBezTo>
                  <a:cubicBezTo>
                    <a:pt x="83902" y="85071"/>
                    <a:pt x="91452" y="83033"/>
                    <a:pt x="98104" y="79101"/>
                  </a:cubicBezTo>
                  <a:cubicBezTo>
                    <a:pt x="80862" y="74759"/>
                    <a:pt x="62991" y="70133"/>
                    <a:pt x="49147" y="58964"/>
                  </a:cubicBezTo>
                  <a:lnTo>
                    <a:pt x="49147" y="58964"/>
                  </a:lnTo>
                  <a:cubicBezTo>
                    <a:pt x="54278" y="60791"/>
                    <a:pt x="59688" y="61712"/>
                    <a:pt x="65131" y="61712"/>
                  </a:cubicBezTo>
                  <a:cubicBezTo>
                    <a:pt x="66997" y="61712"/>
                    <a:pt x="68867" y="61603"/>
                    <a:pt x="70731" y="61386"/>
                  </a:cubicBezTo>
                  <a:cubicBezTo>
                    <a:pt x="63054" y="59467"/>
                    <a:pt x="55565" y="56950"/>
                    <a:pt x="48297" y="53867"/>
                  </a:cubicBezTo>
                  <a:lnTo>
                    <a:pt x="48297" y="53867"/>
                  </a:lnTo>
                  <a:cubicBezTo>
                    <a:pt x="51362" y="54592"/>
                    <a:pt x="54488" y="54954"/>
                    <a:pt x="57616" y="54954"/>
                  </a:cubicBezTo>
                  <a:cubicBezTo>
                    <a:pt x="60459" y="54954"/>
                    <a:pt x="63304" y="54655"/>
                    <a:pt x="66106" y="54055"/>
                  </a:cubicBezTo>
                  <a:cubicBezTo>
                    <a:pt x="58995" y="53489"/>
                    <a:pt x="52104" y="51475"/>
                    <a:pt x="45811" y="48109"/>
                  </a:cubicBezTo>
                  <a:lnTo>
                    <a:pt x="45811" y="48109"/>
                  </a:lnTo>
                  <a:cubicBezTo>
                    <a:pt x="50956" y="49424"/>
                    <a:pt x="56220" y="50085"/>
                    <a:pt x="61486" y="50085"/>
                  </a:cubicBezTo>
                  <a:cubicBezTo>
                    <a:pt x="64786" y="50085"/>
                    <a:pt x="68087" y="49826"/>
                    <a:pt x="71360" y="49304"/>
                  </a:cubicBezTo>
                  <a:cubicBezTo>
                    <a:pt x="59687" y="48486"/>
                    <a:pt x="48486" y="44427"/>
                    <a:pt x="38952" y="37663"/>
                  </a:cubicBezTo>
                  <a:lnTo>
                    <a:pt x="38952" y="37663"/>
                  </a:lnTo>
                  <a:cubicBezTo>
                    <a:pt x="45007" y="39020"/>
                    <a:pt x="51179" y="39699"/>
                    <a:pt x="57369" y="39699"/>
                  </a:cubicBezTo>
                  <a:cubicBezTo>
                    <a:pt x="60218" y="39699"/>
                    <a:pt x="63070" y="39555"/>
                    <a:pt x="65917" y="39267"/>
                  </a:cubicBezTo>
                  <a:lnTo>
                    <a:pt x="65917" y="39267"/>
                  </a:lnTo>
                  <a:cubicBezTo>
                    <a:pt x="65673" y="39272"/>
                    <a:pt x="65428" y="39274"/>
                    <a:pt x="65185" y="39274"/>
                  </a:cubicBezTo>
                  <a:cubicBezTo>
                    <a:pt x="52992" y="39274"/>
                    <a:pt x="41406" y="33889"/>
                    <a:pt x="33540" y="24542"/>
                  </a:cubicBezTo>
                  <a:lnTo>
                    <a:pt x="33540" y="24542"/>
                  </a:lnTo>
                  <a:cubicBezTo>
                    <a:pt x="38921" y="27537"/>
                    <a:pt x="44979" y="29099"/>
                    <a:pt x="51089" y="29099"/>
                  </a:cubicBezTo>
                  <a:cubicBezTo>
                    <a:pt x="52876" y="29099"/>
                    <a:pt x="54667" y="28966"/>
                    <a:pt x="56446" y="28695"/>
                  </a:cubicBezTo>
                  <a:cubicBezTo>
                    <a:pt x="47668" y="28538"/>
                    <a:pt x="39204" y="25203"/>
                    <a:pt x="32691" y="19319"/>
                  </a:cubicBezTo>
                  <a:lnTo>
                    <a:pt x="32691" y="19319"/>
                  </a:lnTo>
                  <a:cubicBezTo>
                    <a:pt x="36783" y="20366"/>
                    <a:pt x="41007" y="20905"/>
                    <a:pt x="45231" y="20905"/>
                  </a:cubicBezTo>
                  <a:cubicBezTo>
                    <a:pt x="46464" y="20905"/>
                    <a:pt x="47697" y="20859"/>
                    <a:pt x="48926" y="20766"/>
                  </a:cubicBezTo>
                  <a:cubicBezTo>
                    <a:pt x="36530" y="19760"/>
                    <a:pt x="25014" y="11453"/>
                    <a:pt x="20137" y="0"/>
                  </a:cubicBezTo>
                  <a:close/>
                </a:path>
              </a:pathLst>
            </a:custGeom>
            <a:solidFill>
              <a:srgbClr val="0617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38"/>
            <p:cNvSpPr/>
            <p:nvPr/>
          </p:nvSpPr>
          <p:spPr>
            <a:xfrm>
              <a:off x="2708750" y="3047850"/>
              <a:ext cx="1389925" cy="1753350"/>
            </a:xfrm>
            <a:custGeom>
              <a:avLst/>
              <a:gdLst/>
              <a:ahLst/>
              <a:cxnLst/>
              <a:rect l="l" t="t" r="r" b="b"/>
              <a:pathLst>
                <a:path w="55597" h="70134" extrusionOk="0">
                  <a:moveTo>
                    <a:pt x="14127" y="0"/>
                  </a:moveTo>
                  <a:lnTo>
                    <a:pt x="14127" y="0"/>
                  </a:lnTo>
                  <a:cubicBezTo>
                    <a:pt x="14379" y="6041"/>
                    <a:pt x="14190" y="16771"/>
                    <a:pt x="8999" y="21176"/>
                  </a:cubicBezTo>
                  <a:cubicBezTo>
                    <a:pt x="10415" y="19980"/>
                    <a:pt x="11673" y="18564"/>
                    <a:pt x="12680" y="17022"/>
                  </a:cubicBezTo>
                  <a:lnTo>
                    <a:pt x="12680" y="17022"/>
                  </a:lnTo>
                  <a:cubicBezTo>
                    <a:pt x="11453" y="21333"/>
                    <a:pt x="9250" y="25297"/>
                    <a:pt x="6230" y="28632"/>
                  </a:cubicBezTo>
                  <a:lnTo>
                    <a:pt x="12649" y="22623"/>
                  </a:lnTo>
                  <a:lnTo>
                    <a:pt x="12649" y="22623"/>
                  </a:lnTo>
                  <a:cubicBezTo>
                    <a:pt x="11075" y="27091"/>
                    <a:pt x="8212" y="31024"/>
                    <a:pt x="4468" y="33918"/>
                  </a:cubicBezTo>
                  <a:cubicBezTo>
                    <a:pt x="8086" y="31873"/>
                    <a:pt x="11453" y="29388"/>
                    <a:pt x="14505" y="26556"/>
                  </a:cubicBezTo>
                  <a:lnTo>
                    <a:pt x="14505" y="26556"/>
                  </a:lnTo>
                  <a:cubicBezTo>
                    <a:pt x="11579" y="31747"/>
                    <a:pt x="7677" y="36373"/>
                    <a:pt x="3021" y="40117"/>
                  </a:cubicBezTo>
                  <a:cubicBezTo>
                    <a:pt x="6859" y="37694"/>
                    <a:pt x="10478" y="34988"/>
                    <a:pt x="13907" y="32031"/>
                  </a:cubicBezTo>
                  <a:lnTo>
                    <a:pt x="13907" y="32031"/>
                  </a:lnTo>
                  <a:cubicBezTo>
                    <a:pt x="12019" y="34737"/>
                    <a:pt x="9911" y="37285"/>
                    <a:pt x="7677" y="39676"/>
                  </a:cubicBezTo>
                  <a:lnTo>
                    <a:pt x="13750" y="35901"/>
                  </a:lnTo>
                  <a:lnTo>
                    <a:pt x="14914" y="34453"/>
                  </a:lnTo>
                  <a:lnTo>
                    <a:pt x="14914" y="34453"/>
                  </a:lnTo>
                  <a:cubicBezTo>
                    <a:pt x="12554" y="39173"/>
                    <a:pt x="9282" y="43389"/>
                    <a:pt x="5255" y="46819"/>
                  </a:cubicBezTo>
                  <a:lnTo>
                    <a:pt x="14725" y="39236"/>
                  </a:lnTo>
                  <a:lnTo>
                    <a:pt x="14725" y="39236"/>
                  </a:lnTo>
                  <a:cubicBezTo>
                    <a:pt x="11831" y="44239"/>
                    <a:pt x="8464" y="48958"/>
                    <a:pt x="4688" y="53332"/>
                  </a:cubicBezTo>
                  <a:lnTo>
                    <a:pt x="13278" y="45938"/>
                  </a:lnTo>
                  <a:lnTo>
                    <a:pt x="13278" y="45938"/>
                  </a:lnTo>
                  <a:cubicBezTo>
                    <a:pt x="10257" y="52105"/>
                    <a:pt x="5695" y="57328"/>
                    <a:pt x="0" y="61135"/>
                  </a:cubicBezTo>
                  <a:cubicBezTo>
                    <a:pt x="4971" y="59687"/>
                    <a:pt x="9313" y="56572"/>
                    <a:pt x="13498" y="53552"/>
                  </a:cubicBezTo>
                  <a:lnTo>
                    <a:pt x="13498" y="53552"/>
                  </a:lnTo>
                  <a:cubicBezTo>
                    <a:pt x="10635" y="58586"/>
                    <a:pt x="6733" y="62991"/>
                    <a:pt x="2077" y="66484"/>
                  </a:cubicBezTo>
                  <a:lnTo>
                    <a:pt x="14253" y="59939"/>
                  </a:lnTo>
                  <a:lnTo>
                    <a:pt x="14253" y="59939"/>
                  </a:lnTo>
                  <a:cubicBezTo>
                    <a:pt x="11264" y="63463"/>
                    <a:pt x="8118" y="66861"/>
                    <a:pt x="4814" y="70133"/>
                  </a:cubicBezTo>
                  <a:cubicBezTo>
                    <a:pt x="12837" y="67270"/>
                    <a:pt x="20420" y="63274"/>
                    <a:pt x="27279" y="58209"/>
                  </a:cubicBezTo>
                  <a:lnTo>
                    <a:pt x="27279" y="58209"/>
                  </a:lnTo>
                  <a:cubicBezTo>
                    <a:pt x="26965" y="59247"/>
                    <a:pt x="28066" y="60096"/>
                    <a:pt x="29073" y="60537"/>
                  </a:cubicBezTo>
                  <a:cubicBezTo>
                    <a:pt x="33888" y="62704"/>
                    <a:pt x="39128" y="63345"/>
                    <a:pt x="44447" y="63345"/>
                  </a:cubicBezTo>
                  <a:cubicBezTo>
                    <a:pt x="48165" y="63345"/>
                    <a:pt x="51921" y="63032"/>
                    <a:pt x="55597" y="62708"/>
                  </a:cubicBezTo>
                  <a:cubicBezTo>
                    <a:pt x="49619" y="60348"/>
                    <a:pt x="43955" y="57422"/>
                    <a:pt x="38606" y="53898"/>
                  </a:cubicBezTo>
                  <a:lnTo>
                    <a:pt x="38606" y="53898"/>
                  </a:lnTo>
                  <a:cubicBezTo>
                    <a:pt x="42631" y="56067"/>
                    <a:pt x="47355" y="56295"/>
                    <a:pt x="51979" y="56295"/>
                  </a:cubicBezTo>
                  <a:cubicBezTo>
                    <a:pt x="52452" y="56295"/>
                    <a:pt x="52924" y="56292"/>
                    <a:pt x="53394" y="56289"/>
                  </a:cubicBezTo>
                  <a:lnTo>
                    <a:pt x="37757" y="50720"/>
                  </a:lnTo>
                  <a:lnTo>
                    <a:pt x="37757" y="50720"/>
                  </a:lnTo>
                  <a:cubicBezTo>
                    <a:pt x="40124" y="51363"/>
                    <a:pt x="42556" y="51684"/>
                    <a:pt x="44996" y="51684"/>
                  </a:cubicBezTo>
                  <a:cubicBezTo>
                    <a:pt x="46739" y="51684"/>
                    <a:pt x="48486" y="51520"/>
                    <a:pt x="50216" y="51192"/>
                  </a:cubicBezTo>
                  <a:cubicBezTo>
                    <a:pt x="45843" y="50626"/>
                    <a:pt x="41627" y="49304"/>
                    <a:pt x="37725" y="47291"/>
                  </a:cubicBezTo>
                  <a:lnTo>
                    <a:pt x="37725" y="47291"/>
                  </a:lnTo>
                  <a:cubicBezTo>
                    <a:pt x="39650" y="47785"/>
                    <a:pt x="41614" y="48030"/>
                    <a:pt x="43573" y="48030"/>
                  </a:cubicBezTo>
                  <a:cubicBezTo>
                    <a:pt x="47347" y="48030"/>
                    <a:pt x="51098" y="47121"/>
                    <a:pt x="54496" y="45340"/>
                  </a:cubicBezTo>
                  <a:cubicBezTo>
                    <a:pt x="45182" y="42477"/>
                    <a:pt x="35586" y="39456"/>
                    <a:pt x="28318" y="33006"/>
                  </a:cubicBezTo>
                  <a:lnTo>
                    <a:pt x="28318" y="33006"/>
                  </a:lnTo>
                  <a:cubicBezTo>
                    <a:pt x="31469" y="34288"/>
                    <a:pt x="34825" y="34958"/>
                    <a:pt x="38231" y="34958"/>
                  </a:cubicBezTo>
                  <a:cubicBezTo>
                    <a:pt x="38837" y="34958"/>
                    <a:pt x="39445" y="34937"/>
                    <a:pt x="40054" y="34894"/>
                  </a:cubicBezTo>
                  <a:cubicBezTo>
                    <a:pt x="35900" y="33635"/>
                    <a:pt x="31873" y="32062"/>
                    <a:pt x="28003" y="30174"/>
                  </a:cubicBezTo>
                  <a:lnTo>
                    <a:pt x="28003" y="30174"/>
                  </a:lnTo>
                  <a:cubicBezTo>
                    <a:pt x="29996" y="30772"/>
                    <a:pt x="32052" y="31067"/>
                    <a:pt x="34123" y="31067"/>
                  </a:cubicBezTo>
                  <a:cubicBezTo>
                    <a:pt x="35322" y="31067"/>
                    <a:pt x="36526" y="30968"/>
                    <a:pt x="37725" y="30772"/>
                  </a:cubicBezTo>
                  <a:cubicBezTo>
                    <a:pt x="33855" y="30269"/>
                    <a:pt x="30142" y="28979"/>
                    <a:pt x="26807" y="26965"/>
                  </a:cubicBezTo>
                  <a:lnTo>
                    <a:pt x="26807" y="26965"/>
                  </a:lnTo>
                  <a:cubicBezTo>
                    <a:pt x="30136" y="27989"/>
                    <a:pt x="33585" y="28514"/>
                    <a:pt x="37052" y="28514"/>
                  </a:cubicBezTo>
                  <a:cubicBezTo>
                    <a:pt x="38272" y="28514"/>
                    <a:pt x="39494" y="28449"/>
                    <a:pt x="40714" y="28318"/>
                  </a:cubicBezTo>
                  <a:cubicBezTo>
                    <a:pt x="34359" y="27563"/>
                    <a:pt x="28349" y="25046"/>
                    <a:pt x="23315" y="21081"/>
                  </a:cubicBezTo>
                  <a:lnTo>
                    <a:pt x="23315" y="21081"/>
                  </a:lnTo>
                  <a:cubicBezTo>
                    <a:pt x="27357" y="22198"/>
                    <a:pt x="31534" y="22776"/>
                    <a:pt x="35713" y="22776"/>
                  </a:cubicBezTo>
                  <a:cubicBezTo>
                    <a:pt x="36479" y="22776"/>
                    <a:pt x="37244" y="22756"/>
                    <a:pt x="38008" y="22717"/>
                  </a:cubicBezTo>
                  <a:cubicBezTo>
                    <a:pt x="31212" y="22497"/>
                    <a:pt x="24857" y="19193"/>
                    <a:pt x="20735" y="13782"/>
                  </a:cubicBezTo>
                  <a:lnTo>
                    <a:pt x="20735" y="13782"/>
                  </a:lnTo>
                  <a:cubicBezTo>
                    <a:pt x="23888" y="15732"/>
                    <a:pt x="27496" y="16775"/>
                    <a:pt x="31172" y="16775"/>
                  </a:cubicBezTo>
                  <a:cubicBezTo>
                    <a:pt x="31824" y="16775"/>
                    <a:pt x="32478" y="16743"/>
                    <a:pt x="33132" y="16676"/>
                  </a:cubicBezTo>
                  <a:cubicBezTo>
                    <a:pt x="28318" y="16330"/>
                    <a:pt x="23818" y="14285"/>
                    <a:pt x="20420" y="10887"/>
                  </a:cubicBezTo>
                  <a:lnTo>
                    <a:pt x="20420" y="10887"/>
                  </a:lnTo>
                  <a:cubicBezTo>
                    <a:pt x="23000" y="11689"/>
                    <a:pt x="25711" y="12126"/>
                    <a:pt x="28433" y="12126"/>
                  </a:cubicBezTo>
                  <a:cubicBezTo>
                    <a:pt x="28698" y="12126"/>
                    <a:pt x="28964" y="12122"/>
                    <a:pt x="29230" y="12114"/>
                  </a:cubicBezTo>
                  <a:cubicBezTo>
                    <a:pt x="22371" y="11107"/>
                    <a:pt x="16582" y="6482"/>
                    <a:pt x="14127" y="0"/>
                  </a:cubicBezTo>
                  <a:close/>
                </a:path>
              </a:pathLst>
            </a:custGeom>
            <a:solidFill>
              <a:srgbClr val="0617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38"/>
            <p:cNvSpPr/>
            <p:nvPr/>
          </p:nvSpPr>
          <p:spPr>
            <a:xfrm>
              <a:off x="4166300" y="2615225"/>
              <a:ext cx="1846175" cy="2470725"/>
            </a:xfrm>
            <a:custGeom>
              <a:avLst/>
              <a:gdLst/>
              <a:ahLst/>
              <a:cxnLst/>
              <a:rect l="l" t="t" r="r" b="b"/>
              <a:pathLst>
                <a:path w="73847" h="98829" extrusionOk="0">
                  <a:moveTo>
                    <a:pt x="40715" y="19099"/>
                  </a:moveTo>
                  <a:cubicBezTo>
                    <a:pt x="40736" y="19099"/>
                    <a:pt x="40758" y="19100"/>
                    <a:pt x="40779" y="19100"/>
                  </a:cubicBezTo>
                  <a:lnTo>
                    <a:pt x="40779" y="19100"/>
                  </a:lnTo>
                  <a:cubicBezTo>
                    <a:pt x="40758" y="19099"/>
                    <a:pt x="40736" y="19099"/>
                    <a:pt x="40715" y="19099"/>
                  </a:cubicBezTo>
                  <a:close/>
                  <a:moveTo>
                    <a:pt x="57894" y="0"/>
                  </a:moveTo>
                  <a:cubicBezTo>
                    <a:pt x="56258" y="3933"/>
                    <a:pt x="54307" y="7803"/>
                    <a:pt x="51538" y="11044"/>
                  </a:cubicBezTo>
                  <a:cubicBezTo>
                    <a:pt x="49479" y="13416"/>
                    <a:pt x="44354" y="19100"/>
                    <a:pt x="40802" y="19100"/>
                  </a:cubicBezTo>
                  <a:cubicBezTo>
                    <a:pt x="40794" y="19100"/>
                    <a:pt x="40787" y="19100"/>
                    <a:pt x="40779" y="19100"/>
                  </a:cubicBezTo>
                  <a:lnTo>
                    <a:pt x="40779" y="19100"/>
                  </a:lnTo>
                  <a:cubicBezTo>
                    <a:pt x="40864" y="19101"/>
                    <a:pt x="40949" y="19102"/>
                    <a:pt x="41033" y="19102"/>
                  </a:cubicBezTo>
                  <a:cubicBezTo>
                    <a:pt x="42626" y="19102"/>
                    <a:pt x="44215" y="18880"/>
                    <a:pt x="45749" y="18438"/>
                  </a:cubicBezTo>
                  <a:lnTo>
                    <a:pt x="45749" y="18438"/>
                  </a:lnTo>
                  <a:cubicBezTo>
                    <a:pt x="40432" y="24448"/>
                    <a:pt x="33698" y="29010"/>
                    <a:pt x="26147" y="31716"/>
                  </a:cubicBezTo>
                  <a:lnTo>
                    <a:pt x="37222" y="29891"/>
                  </a:lnTo>
                  <a:lnTo>
                    <a:pt x="37222" y="29891"/>
                  </a:lnTo>
                  <a:cubicBezTo>
                    <a:pt x="32314" y="37096"/>
                    <a:pt x="25675" y="42948"/>
                    <a:pt x="17904" y="46944"/>
                  </a:cubicBezTo>
                  <a:lnTo>
                    <a:pt x="29986" y="44616"/>
                  </a:lnTo>
                  <a:lnTo>
                    <a:pt x="29986" y="44616"/>
                  </a:lnTo>
                  <a:cubicBezTo>
                    <a:pt x="27657" y="47007"/>
                    <a:pt x="24951" y="48958"/>
                    <a:pt x="21994" y="50374"/>
                  </a:cubicBezTo>
                  <a:cubicBezTo>
                    <a:pt x="23913" y="49776"/>
                    <a:pt x="25895" y="49367"/>
                    <a:pt x="27941" y="49178"/>
                  </a:cubicBezTo>
                  <a:lnTo>
                    <a:pt x="27941" y="49178"/>
                  </a:lnTo>
                  <a:cubicBezTo>
                    <a:pt x="26462" y="50122"/>
                    <a:pt x="25172" y="51318"/>
                    <a:pt x="24133" y="52702"/>
                  </a:cubicBezTo>
                  <a:cubicBezTo>
                    <a:pt x="26053" y="52293"/>
                    <a:pt x="27941" y="51821"/>
                    <a:pt x="29828" y="51286"/>
                  </a:cubicBezTo>
                  <a:lnTo>
                    <a:pt x="29828" y="51286"/>
                  </a:lnTo>
                  <a:cubicBezTo>
                    <a:pt x="23410" y="57925"/>
                    <a:pt x="15135" y="62488"/>
                    <a:pt x="6105" y="64375"/>
                  </a:cubicBezTo>
                  <a:cubicBezTo>
                    <a:pt x="7063" y="64396"/>
                    <a:pt x="8022" y="64407"/>
                    <a:pt x="8982" y="64407"/>
                  </a:cubicBezTo>
                  <a:cubicBezTo>
                    <a:pt x="13820" y="64407"/>
                    <a:pt x="18673" y="64140"/>
                    <a:pt x="23504" y="63589"/>
                  </a:cubicBezTo>
                  <a:lnTo>
                    <a:pt x="23504" y="63589"/>
                  </a:lnTo>
                  <a:lnTo>
                    <a:pt x="14443" y="68529"/>
                  </a:lnTo>
                  <a:lnTo>
                    <a:pt x="22497" y="68277"/>
                  </a:lnTo>
                  <a:lnTo>
                    <a:pt x="22497" y="68277"/>
                  </a:lnTo>
                  <a:cubicBezTo>
                    <a:pt x="21207" y="68623"/>
                    <a:pt x="19980" y="69252"/>
                    <a:pt x="18973" y="70133"/>
                  </a:cubicBezTo>
                  <a:lnTo>
                    <a:pt x="22843" y="70888"/>
                  </a:lnTo>
                  <a:cubicBezTo>
                    <a:pt x="16393" y="76772"/>
                    <a:pt x="8527" y="80831"/>
                    <a:pt x="1" y="82656"/>
                  </a:cubicBezTo>
                  <a:cubicBezTo>
                    <a:pt x="3868" y="83006"/>
                    <a:pt x="7743" y="83181"/>
                    <a:pt x="11614" y="83181"/>
                  </a:cubicBezTo>
                  <a:cubicBezTo>
                    <a:pt x="19584" y="83181"/>
                    <a:pt x="27541" y="82439"/>
                    <a:pt x="35397" y="80957"/>
                  </a:cubicBezTo>
                  <a:cubicBezTo>
                    <a:pt x="39268" y="86589"/>
                    <a:pt x="44711" y="90994"/>
                    <a:pt x="51066" y="93542"/>
                  </a:cubicBezTo>
                  <a:cubicBezTo>
                    <a:pt x="54999" y="95116"/>
                    <a:pt x="59341" y="96028"/>
                    <a:pt x="62488" y="98828"/>
                  </a:cubicBezTo>
                  <a:cubicBezTo>
                    <a:pt x="58051" y="92536"/>
                    <a:pt x="53898" y="86023"/>
                    <a:pt x="50028" y="79352"/>
                  </a:cubicBezTo>
                  <a:lnTo>
                    <a:pt x="50028" y="79352"/>
                  </a:lnTo>
                  <a:cubicBezTo>
                    <a:pt x="54339" y="82939"/>
                    <a:pt x="59247" y="85739"/>
                    <a:pt x="64533" y="87596"/>
                  </a:cubicBezTo>
                  <a:cubicBezTo>
                    <a:pt x="59656" y="84355"/>
                    <a:pt x="55503" y="80170"/>
                    <a:pt x="52294" y="75262"/>
                  </a:cubicBezTo>
                  <a:lnTo>
                    <a:pt x="52294" y="75262"/>
                  </a:lnTo>
                  <a:cubicBezTo>
                    <a:pt x="56573" y="79384"/>
                    <a:pt x="61544" y="82719"/>
                    <a:pt x="66987" y="85079"/>
                  </a:cubicBezTo>
                  <a:cubicBezTo>
                    <a:pt x="61418" y="80642"/>
                    <a:pt x="56604" y="75325"/>
                    <a:pt x="52766" y="69315"/>
                  </a:cubicBezTo>
                  <a:lnTo>
                    <a:pt x="52766" y="69315"/>
                  </a:lnTo>
                  <a:cubicBezTo>
                    <a:pt x="54087" y="70291"/>
                    <a:pt x="55692" y="70857"/>
                    <a:pt x="57328" y="70983"/>
                  </a:cubicBezTo>
                  <a:cubicBezTo>
                    <a:pt x="55503" y="69850"/>
                    <a:pt x="53930" y="68403"/>
                    <a:pt x="52703" y="66641"/>
                  </a:cubicBezTo>
                  <a:lnTo>
                    <a:pt x="52703" y="66641"/>
                  </a:lnTo>
                  <a:lnTo>
                    <a:pt x="57359" y="69944"/>
                  </a:lnTo>
                  <a:cubicBezTo>
                    <a:pt x="54811" y="66137"/>
                    <a:pt x="52828" y="62016"/>
                    <a:pt x="51444" y="57674"/>
                  </a:cubicBezTo>
                  <a:lnTo>
                    <a:pt x="51444" y="57674"/>
                  </a:lnTo>
                  <a:cubicBezTo>
                    <a:pt x="57076" y="63369"/>
                    <a:pt x="63935" y="67648"/>
                    <a:pt x="71518" y="70259"/>
                  </a:cubicBezTo>
                  <a:cubicBezTo>
                    <a:pt x="63652" y="63683"/>
                    <a:pt x="55471" y="56698"/>
                    <a:pt x="51696" y="47165"/>
                  </a:cubicBezTo>
                  <a:lnTo>
                    <a:pt x="51696" y="47165"/>
                  </a:lnTo>
                  <a:cubicBezTo>
                    <a:pt x="54999" y="49524"/>
                    <a:pt x="58618" y="51412"/>
                    <a:pt x="62456" y="52797"/>
                  </a:cubicBezTo>
                  <a:cubicBezTo>
                    <a:pt x="59247" y="50720"/>
                    <a:pt x="56478" y="48109"/>
                    <a:pt x="54276" y="45025"/>
                  </a:cubicBezTo>
                  <a:lnTo>
                    <a:pt x="54276" y="45025"/>
                  </a:lnTo>
                  <a:cubicBezTo>
                    <a:pt x="55880" y="46221"/>
                    <a:pt x="57674" y="47133"/>
                    <a:pt x="59562" y="47731"/>
                  </a:cubicBezTo>
                  <a:cubicBezTo>
                    <a:pt x="57202" y="45686"/>
                    <a:pt x="55377" y="43137"/>
                    <a:pt x="54244" y="40243"/>
                  </a:cubicBezTo>
                  <a:lnTo>
                    <a:pt x="54244" y="40243"/>
                  </a:lnTo>
                  <a:cubicBezTo>
                    <a:pt x="59845" y="44931"/>
                    <a:pt x="66641" y="47951"/>
                    <a:pt x="73846" y="49021"/>
                  </a:cubicBezTo>
                  <a:cubicBezTo>
                    <a:pt x="66106" y="43766"/>
                    <a:pt x="59971" y="36530"/>
                    <a:pt x="56069" y="28066"/>
                  </a:cubicBezTo>
                  <a:lnTo>
                    <a:pt x="56069" y="28066"/>
                  </a:lnTo>
                  <a:cubicBezTo>
                    <a:pt x="58303" y="30803"/>
                    <a:pt x="61387" y="32723"/>
                    <a:pt x="64879" y="33509"/>
                  </a:cubicBezTo>
                  <a:cubicBezTo>
                    <a:pt x="60946" y="30677"/>
                    <a:pt x="57831" y="26870"/>
                    <a:pt x="55880" y="22434"/>
                  </a:cubicBezTo>
                  <a:lnTo>
                    <a:pt x="55880" y="22434"/>
                  </a:lnTo>
                  <a:cubicBezTo>
                    <a:pt x="57548" y="25234"/>
                    <a:pt x="60254" y="27248"/>
                    <a:pt x="63432" y="28003"/>
                  </a:cubicBezTo>
                  <a:cubicBezTo>
                    <a:pt x="60789" y="25612"/>
                    <a:pt x="58492" y="22874"/>
                    <a:pt x="56604" y="19854"/>
                  </a:cubicBezTo>
                  <a:lnTo>
                    <a:pt x="56604" y="19854"/>
                  </a:lnTo>
                  <a:cubicBezTo>
                    <a:pt x="61166" y="23126"/>
                    <a:pt x="66138" y="25769"/>
                    <a:pt x="71424" y="27720"/>
                  </a:cubicBezTo>
                  <a:cubicBezTo>
                    <a:pt x="62456" y="21930"/>
                    <a:pt x="58492" y="10666"/>
                    <a:pt x="57894" y="0"/>
                  </a:cubicBezTo>
                  <a:close/>
                </a:path>
              </a:pathLst>
            </a:custGeom>
            <a:solidFill>
              <a:srgbClr val="0617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38"/>
            <p:cNvSpPr/>
            <p:nvPr/>
          </p:nvSpPr>
          <p:spPr>
            <a:xfrm>
              <a:off x="3691975" y="2983350"/>
              <a:ext cx="1397025" cy="1882350"/>
            </a:xfrm>
            <a:custGeom>
              <a:avLst/>
              <a:gdLst/>
              <a:ahLst/>
              <a:cxnLst/>
              <a:rect l="l" t="t" r="r" b="b"/>
              <a:pathLst>
                <a:path w="55881" h="75294" extrusionOk="0">
                  <a:moveTo>
                    <a:pt x="43075" y="0"/>
                  </a:moveTo>
                  <a:cubicBezTo>
                    <a:pt x="41879" y="3021"/>
                    <a:pt x="40432" y="6010"/>
                    <a:pt x="38355" y="8527"/>
                  </a:cubicBezTo>
                  <a:cubicBezTo>
                    <a:pt x="36819" y="10377"/>
                    <a:pt x="32971" y="14788"/>
                    <a:pt x="30266" y="14788"/>
                  </a:cubicBezTo>
                  <a:cubicBezTo>
                    <a:pt x="30257" y="14788"/>
                    <a:pt x="30247" y="14788"/>
                    <a:pt x="30238" y="14788"/>
                  </a:cubicBezTo>
                  <a:lnTo>
                    <a:pt x="30238" y="14788"/>
                  </a:lnTo>
                  <a:cubicBezTo>
                    <a:pt x="30330" y="14791"/>
                    <a:pt x="30422" y="14792"/>
                    <a:pt x="30514" y="14792"/>
                  </a:cubicBezTo>
                  <a:cubicBezTo>
                    <a:pt x="31712" y="14792"/>
                    <a:pt x="32905" y="14602"/>
                    <a:pt x="34045" y="14222"/>
                  </a:cubicBezTo>
                  <a:lnTo>
                    <a:pt x="34045" y="14222"/>
                  </a:lnTo>
                  <a:cubicBezTo>
                    <a:pt x="30080" y="18879"/>
                    <a:pt x="25015" y="22466"/>
                    <a:pt x="19288" y="24605"/>
                  </a:cubicBezTo>
                  <a:lnTo>
                    <a:pt x="27721" y="23063"/>
                  </a:lnTo>
                  <a:lnTo>
                    <a:pt x="27721" y="23063"/>
                  </a:lnTo>
                  <a:cubicBezTo>
                    <a:pt x="24071" y="28632"/>
                    <a:pt x="19068" y="33195"/>
                    <a:pt x="13216" y="36341"/>
                  </a:cubicBezTo>
                  <a:lnTo>
                    <a:pt x="22372" y="34422"/>
                  </a:lnTo>
                  <a:lnTo>
                    <a:pt x="22372" y="34422"/>
                  </a:lnTo>
                  <a:cubicBezTo>
                    <a:pt x="20641" y="36247"/>
                    <a:pt x="18628" y="37788"/>
                    <a:pt x="16362" y="38890"/>
                  </a:cubicBezTo>
                  <a:cubicBezTo>
                    <a:pt x="17841" y="38418"/>
                    <a:pt x="19351" y="38072"/>
                    <a:pt x="20861" y="37914"/>
                  </a:cubicBezTo>
                  <a:lnTo>
                    <a:pt x="20861" y="37914"/>
                  </a:lnTo>
                  <a:cubicBezTo>
                    <a:pt x="19760" y="38638"/>
                    <a:pt x="18816" y="39582"/>
                    <a:pt x="18030" y="40652"/>
                  </a:cubicBezTo>
                  <a:cubicBezTo>
                    <a:pt x="19477" y="40306"/>
                    <a:pt x="20924" y="39928"/>
                    <a:pt x="22340" y="39519"/>
                  </a:cubicBezTo>
                  <a:lnTo>
                    <a:pt x="22340" y="39519"/>
                  </a:lnTo>
                  <a:cubicBezTo>
                    <a:pt x="17526" y="44648"/>
                    <a:pt x="11296" y="48234"/>
                    <a:pt x="4437" y="49808"/>
                  </a:cubicBezTo>
                  <a:cubicBezTo>
                    <a:pt x="8874" y="49808"/>
                    <a:pt x="13279" y="49525"/>
                    <a:pt x="17684" y="48958"/>
                  </a:cubicBezTo>
                  <a:lnTo>
                    <a:pt x="17684" y="48958"/>
                  </a:lnTo>
                  <a:lnTo>
                    <a:pt x="10856" y="52828"/>
                  </a:lnTo>
                  <a:lnTo>
                    <a:pt x="16991" y="52545"/>
                  </a:lnTo>
                  <a:lnTo>
                    <a:pt x="16991" y="52545"/>
                  </a:lnTo>
                  <a:cubicBezTo>
                    <a:pt x="15985" y="52828"/>
                    <a:pt x="15072" y="53332"/>
                    <a:pt x="14317" y="53992"/>
                  </a:cubicBezTo>
                  <a:lnTo>
                    <a:pt x="17275" y="54527"/>
                  </a:lnTo>
                  <a:cubicBezTo>
                    <a:pt x="12429" y="59090"/>
                    <a:pt x="6482" y="62299"/>
                    <a:pt x="1" y="63809"/>
                  </a:cubicBezTo>
                  <a:cubicBezTo>
                    <a:pt x="2371" y="63983"/>
                    <a:pt x="4744" y="64069"/>
                    <a:pt x="7115" y="64069"/>
                  </a:cubicBezTo>
                  <a:cubicBezTo>
                    <a:pt x="13775" y="64069"/>
                    <a:pt x="20422" y="63385"/>
                    <a:pt x="26965" y="62016"/>
                  </a:cubicBezTo>
                  <a:cubicBezTo>
                    <a:pt x="29986" y="66295"/>
                    <a:pt x="34202" y="69567"/>
                    <a:pt x="39079" y="71423"/>
                  </a:cubicBezTo>
                  <a:cubicBezTo>
                    <a:pt x="42100" y="72556"/>
                    <a:pt x="45403" y="73217"/>
                    <a:pt x="47857" y="75294"/>
                  </a:cubicBezTo>
                  <a:cubicBezTo>
                    <a:pt x="44396" y="70542"/>
                    <a:pt x="41156" y="65666"/>
                    <a:pt x="38104" y="60600"/>
                  </a:cubicBezTo>
                  <a:lnTo>
                    <a:pt x="38104" y="60600"/>
                  </a:lnTo>
                  <a:cubicBezTo>
                    <a:pt x="41439" y="63306"/>
                    <a:pt x="45214" y="65382"/>
                    <a:pt x="49273" y="66735"/>
                  </a:cubicBezTo>
                  <a:cubicBezTo>
                    <a:pt x="45498" y="64313"/>
                    <a:pt x="42288" y="61166"/>
                    <a:pt x="39771" y="57485"/>
                  </a:cubicBezTo>
                  <a:lnTo>
                    <a:pt x="39771" y="57485"/>
                  </a:lnTo>
                  <a:cubicBezTo>
                    <a:pt x="43106" y="60568"/>
                    <a:pt x="46945" y="63023"/>
                    <a:pt x="51130" y="64753"/>
                  </a:cubicBezTo>
                  <a:cubicBezTo>
                    <a:pt x="46819" y="61449"/>
                    <a:pt x="43075" y="57453"/>
                    <a:pt x="40086" y="52923"/>
                  </a:cubicBezTo>
                  <a:lnTo>
                    <a:pt x="40086" y="52923"/>
                  </a:lnTo>
                  <a:cubicBezTo>
                    <a:pt x="41093" y="53646"/>
                    <a:pt x="42320" y="54055"/>
                    <a:pt x="43578" y="54118"/>
                  </a:cubicBezTo>
                  <a:cubicBezTo>
                    <a:pt x="42162" y="53300"/>
                    <a:pt x="40935" y="52199"/>
                    <a:pt x="39991" y="50877"/>
                  </a:cubicBezTo>
                  <a:lnTo>
                    <a:pt x="39991" y="50877"/>
                  </a:lnTo>
                  <a:lnTo>
                    <a:pt x="43578" y="53332"/>
                  </a:lnTo>
                  <a:cubicBezTo>
                    <a:pt x="41596" y="50468"/>
                    <a:pt x="40023" y="47354"/>
                    <a:pt x="38890" y="44050"/>
                  </a:cubicBezTo>
                  <a:lnTo>
                    <a:pt x="38890" y="44050"/>
                  </a:lnTo>
                  <a:cubicBezTo>
                    <a:pt x="43264" y="48297"/>
                    <a:pt x="48550" y="51507"/>
                    <a:pt x="54370" y="53363"/>
                  </a:cubicBezTo>
                  <a:cubicBezTo>
                    <a:pt x="48266" y="48455"/>
                    <a:pt x="41942" y="43232"/>
                    <a:pt x="38922" y="36026"/>
                  </a:cubicBezTo>
                  <a:lnTo>
                    <a:pt x="38922" y="36026"/>
                  </a:lnTo>
                  <a:cubicBezTo>
                    <a:pt x="41502" y="37788"/>
                    <a:pt x="44271" y="39204"/>
                    <a:pt x="47228" y="40211"/>
                  </a:cubicBezTo>
                  <a:cubicBezTo>
                    <a:pt x="44774" y="38669"/>
                    <a:pt x="42634" y="36687"/>
                    <a:pt x="40872" y="34390"/>
                  </a:cubicBezTo>
                  <a:lnTo>
                    <a:pt x="40872" y="34390"/>
                  </a:lnTo>
                  <a:cubicBezTo>
                    <a:pt x="42131" y="35271"/>
                    <a:pt x="43515" y="35932"/>
                    <a:pt x="44963" y="36373"/>
                  </a:cubicBezTo>
                  <a:cubicBezTo>
                    <a:pt x="43138" y="34862"/>
                    <a:pt x="41722" y="32943"/>
                    <a:pt x="40810" y="30772"/>
                  </a:cubicBezTo>
                  <a:lnTo>
                    <a:pt x="40810" y="30772"/>
                  </a:lnTo>
                  <a:cubicBezTo>
                    <a:pt x="45152" y="34233"/>
                    <a:pt x="50343" y="36467"/>
                    <a:pt x="55881" y="37159"/>
                  </a:cubicBezTo>
                  <a:cubicBezTo>
                    <a:pt x="49903" y="33289"/>
                    <a:pt x="45120" y="27846"/>
                    <a:pt x="42037" y="21427"/>
                  </a:cubicBezTo>
                  <a:lnTo>
                    <a:pt x="42037" y="21427"/>
                  </a:lnTo>
                  <a:cubicBezTo>
                    <a:pt x="43767" y="23504"/>
                    <a:pt x="46158" y="24920"/>
                    <a:pt x="48833" y="25455"/>
                  </a:cubicBezTo>
                  <a:cubicBezTo>
                    <a:pt x="45781" y="23378"/>
                    <a:pt x="43390" y="20483"/>
                    <a:pt x="41848" y="17148"/>
                  </a:cubicBezTo>
                  <a:lnTo>
                    <a:pt x="41848" y="17148"/>
                  </a:lnTo>
                  <a:cubicBezTo>
                    <a:pt x="43138" y="19256"/>
                    <a:pt x="45246" y="20735"/>
                    <a:pt x="47669" y="21270"/>
                  </a:cubicBezTo>
                  <a:cubicBezTo>
                    <a:pt x="45624" y="19508"/>
                    <a:pt x="43830" y="17431"/>
                    <a:pt x="42351" y="15166"/>
                  </a:cubicBezTo>
                  <a:lnTo>
                    <a:pt x="42351" y="15166"/>
                  </a:lnTo>
                  <a:cubicBezTo>
                    <a:pt x="45875" y="17620"/>
                    <a:pt x="49714" y="19539"/>
                    <a:pt x="53741" y="20955"/>
                  </a:cubicBezTo>
                  <a:cubicBezTo>
                    <a:pt x="46819" y="16676"/>
                    <a:pt x="43673" y="8118"/>
                    <a:pt x="43075" y="0"/>
                  </a:cubicBezTo>
                  <a:close/>
                </a:path>
              </a:pathLst>
            </a:custGeom>
            <a:solidFill>
              <a:srgbClr val="0617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38"/>
            <p:cNvSpPr/>
            <p:nvPr/>
          </p:nvSpPr>
          <p:spPr>
            <a:xfrm>
              <a:off x="3064275" y="3085600"/>
              <a:ext cx="1257000" cy="1806050"/>
            </a:xfrm>
            <a:custGeom>
              <a:avLst/>
              <a:gdLst/>
              <a:ahLst/>
              <a:cxnLst/>
              <a:rect l="l" t="t" r="r" b="b"/>
              <a:pathLst>
                <a:path w="50280" h="72242" extrusionOk="0">
                  <a:moveTo>
                    <a:pt x="26619" y="1"/>
                  </a:moveTo>
                  <a:cubicBezTo>
                    <a:pt x="26179" y="3241"/>
                    <a:pt x="25486" y="6482"/>
                    <a:pt x="24071" y="9408"/>
                  </a:cubicBezTo>
                  <a:cubicBezTo>
                    <a:pt x="23001" y="11579"/>
                    <a:pt x="20295" y="16834"/>
                    <a:pt x="17652" y="17432"/>
                  </a:cubicBezTo>
                  <a:cubicBezTo>
                    <a:pt x="18911" y="17148"/>
                    <a:pt x="20138" y="16645"/>
                    <a:pt x="21239" y="15984"/>
                  </a:cubicBezTo>
                  <a:lnTo>
                    <a:pt x="21239" y="15984"/>
                  </a:lnTo>
                  <a:cubicBezTo>
                    <a:pt x="18502" y="21459"/>
                    <a:pt x="14411" y="26116"/>
                    <a:pt x="9346" y="29577"/>
                  </a:cubicBezTo>
                  <a:lnTo>
                    <a:pt x="17212" y="26084"/>
                  </a:lnTo>
                  <a:lnTo>
                    <a:pt x="17212" y="26084"/>
                  </a:lnTo>
                  <a:cubicBezTo>
                    <a:pt x="14978" y="32346"/>
                    <a:pt x="11202" y="37978"/>
                    <a:pt x="6262" y="42414"/>
                  </a:cubicBezTo>
                  <a:lnTo>
                    <a:pt x="14726" y="38355"/>
                  </a:lnTo>
                  <a:lnTo>
                    <a:pt x="14726" y="38355"/>
                  </a:lnTo>
                  <a:cubicBezTo>
                    <a:pt x="13467" y="40558"/>
                    <a:pt x="11863" y="42508"/>
                    <a:pt x="9943" y="44144"/>
                  </a:cubicBezTo>
                  <a:cubicBezTo>
                    <a:pt x="11265" y="43326"/>
                    <a:pt x="12649" y="42634"/>
                    <a:pt x="14097" y="42099"/>
                  </a:cubicBezTo>
                  <a:lnTo>
                    <a:pt x="14097" y="42099"/>
                  </a:lnTo>
                  <a:cubicBezTo>
                    <a:pt x="13184" y="43106"/>
                    <a:pt x="12492" y="44239"/>
                    <a:pt x="11957" y="45466"/>
                  </a:cubicBezTo>
                  <a:cubicBezTo>
                    <a:pt x="13310" y="44774"/>
                    <a:pt x="14631" y="44050"/>
                    <a:pt x="15890" y="43295"/>
                  </a:cubicBezTo>
                  <a:lnTo>
                    <a:pt x="15890" y="43295"/>
                  </a:lnTo>
                  <a:cubicBezTo>
                    <a:pt x="12460" y="49462"/>
                    <a:pt x="7269" y="54433"/>
                    <a:pt x="945" y="57580"/>
                  </a:cubicBezTo>
                  <a:cubicBezTo>
                    <a:pt x="5255" y="56541"/>
                    <a:pt x="9503" y="55220"/>
                    <a:pt x="13625" y="53584"/>
                  </a:cubicBezTo>
                  <a:lnTo>
                    <a:pt x="13625" y="53584"/>
                  </a:lnTo>
                  <a:lnTo>
                    <a:pt x="7898" y="58995"/>
                  </a:lnTo>
                  <a:lnTo>
                    <a:pt x="7898" y="58995"/>
                  </a:lnTo>
                  <a:lnTo>
                    <a:pt x="13813" y="57234"/>
                  </a:lnTo>
                  <a:lnTo>
                    <a:pt x="13813" y="57234"/>
                  </a:lnTo>
                  <a:cubicBezTo>
                    <a:pt x="12901" y="57737"/>
                    <a:pt x="12146" y="58461"/>
                    <a:pt x="11548" y="59310"/>
                  </a:cubicBezTo>
                  <a:lnTo>
                    <a:pt x="14537" y="59090"/>
                  </a:lnTo>
                  <a:lnTo>
                    <a:pt x="14537" y="59090"/>
                  </a:lnTo>
                  <a:cubicBezTo>
                    <a:pt x="10950" y="64690"/>
                    <a:pt x="5916" y="69221"/>
                    <a:pt x="1" y="72242"/>
                  </a:cubicBezTo>
                  <a:cubicBezTo>
                    <a:pt x="8905" y="70732"/>
                    <a:pt x="17589" y="67994"/>
                    <a:pt x="25770" y="64093"/>
                  </a:cubicBezTo>
                  <a:cubicBezTo>
                    <a:pt x="29703" y="67491"/>
                    <a:pt x="34580" y="69662"/>
                    <a:pt x="39771" y="70323"/>
                  </a:cubicBezTo>
                  <a:cubicBezTo>
                    <a:pt x="42949" y="70732"/>
                    <a:pt x="46316" y="70543"/>
                    <a:pt x="49210" y="71990"/>
                  </a:cubicBezTo>
                  <a:cubicBezTo>
                    <a:pt x="44711" y="68214"/>
                    <a:pt x="40369" y="64219"/>
                    <a:pt x="36247" y="60065"/>
                  </a:cubicBezTo>
                  <a:lnTo>
                    <a:pt x="36247" y="60065"/>
                  </a:lnTo>
                  <a:cubicBezTo>
                    <a:pt x="40117" y="61890"/>
                    <a:pt x="44270" y="62991"/>
                    <a:pt x="48518" y="63338"/>
                  </a:cubicBezTo>
                  <a:cubicBezTo>
                    <a:pt x="44302" y="61890"/>
                    <a:pt x="40432" y="59625"/>
                    <a:pt x="37128" y="56636"/>
                  </a:cubicBezTo>
                  <a:lnTo>
                    <a:pt x="37128" y="56636"/>
                  </a:lnTo>
                  <a:cubicBezTo>
                    <a:pt x="41061" y="58838"/>
                    <a:pt x="45372" y="60317"/>
                    <a:pt x="49840" y="61009"/>
                  </a:cubicBezTo>
                  <a:cubicBezTo>
                    <a:pt x="44868" y="58807"/>
                    <a:pt x="40306" y="55818"/>
                    <a:pt x="36310" y="52136"/>
                  </a:cubicBezTo>
                  <a:lnTo>
                    <a:pt x="36310" y="52136"/>
                  </a:lnTo>
                  <a:cubicBezTo>
                    <a:pt x="37098" y="52435"/>
                    <a:pt x="37944" y="52589"/>
                    <a:pt x="38799" y="52589"/>
                  </a:cubicBezTo>
                  <a:cubicBezTo>
                    <a:pt x="39207" y="52589"/>
                    <a:pt x="39616" y="52554"/>
                    <a:pt x="40023" y="52482"/>
                  </a:cubicBezTo>
                  <a:cubicBezTo>
                    <a:pt x="38450" y="52010"/>
                    <a:pt x="37002" y="51224"/>
                    <a:pt x="35775" y="50154"/>
                  </a:cubicBezTo>
                  <a:lnTo>
                    <a:pt x="35775" y="50154"/>
                  </a:lnTo>
                  <a:lnTo>
                    <a:pt x="39803" y="51696"/>
                  </a:lnTo>
                  <a:cubicBezTo>
                    <a:pt x="37191" y="49368"/>
                    <a:pt x="34926" y="46693"/>
                    <a:pt x="33069" y="43767"/>
                  </a:cubicBezTo>
                  <a:lnTo>
                    <a:pt x="33069" y="43767"/>
                  </a:lnTo>
                  <a:cubicBezTo>
                    <a:pt x="38324" y="46882"/>
                    <a:pt x="44207" y="48707"/>
                    <a:pt x="50280" y="49147"/>
                  </a:cubicBezTo>
                  <a:cubicBezTo>
                    <a:pt x="43201" y="45812"/>
                    <a:pt x="35838" y="42257"/>
                    <a:pt x="31181" y="35995"/>
                  </a:cubicBezTo>
                  <a:lnTo>
                    <a:pt x="31181" y="35995"/>
                  </a:lnTo>
                  <a:cubicBezTo>
                    <a:pt x="34076" y="37097"/>
                    <a:pt x="37128" y="37789"/>
                    <a:pt x="40212" y="38072"/>
                  </a:cubicBezTo>
                  <a:cubicBezTo>
                    <a:pt x="37474" y="37159"/>
                    <a:pt x="34926" y="35744"/>
                    <a:pt x="32692" y="33919"/>
                  </a:cubicBezTo>
                  <a:lnTo>
                    <a:pt x="32692" y="33919"/>
                  </a:lnTo>
                  <a:cubicBezTo>
                    <a:pt x="34108" y="34485"/>
                    <a:pt x="35586" y="34800"/>
                    <a:pt x="37128" y="34894"/>
                  </a:cubicBezTo>
                  <a:cubicBezTo>
                    <a:pt x="34989" y="33856"/>
                    <a:pt x="33164" y="32314"/>
                    <a:pt x="31748" y="30426"/>
                  </a:cubicBezTo>
                  <a:lnTo>
                    <a:pt x="31748" y="30426"/>
                  </a:lnTo>
                  <a:cubicBezTo>
                    <a:pt x="35748" y="32301"/>
                    <a:pt x="40106" y="33263"/>
                    <a:pt x="44506" y="33263"/>
                  </a:cubicBezTo>
                  <a:cubicBezTo>
                    <a:pt x="45643" y="33263"/>
                    <a:pt x="46783" y="33198"/>
                    <a:pt x="47920" y="33069"/>
                  </a:cubicBezTo>
                  <a:cubicBezTo>
                    <a:pt x="41187" y="30709"/>
                    <a:pt x="35240" y="26556"/>
                    <a:pt x="30709" y="21081"/>
                  </a:cubicBezTo>
                  <a:lnTo>
                    <a:pt x="30709" y="21081"/>
                  </a:lnTo>
                  <a:cubicBezTo>
                    <a:pt x="32798" y="22573"/>
                    <a:pt x="35281" y="23386"/>
                    <a:pt x="37840" y="23386"/>
                  </a:cubicBezTo>
                  <a:cubicBezTo>
                    <a:pt x="37980" y="23386"/>
                    <a:pt x="38120" y="23383"/>
                    <a:pt x="38261" y="23378"/>
                  </a:cubicBezTo>
                  <a:cubicBezTo>
                    <a:pt x="34831" y="22057"/>
                    <a:pt x="31779" y="19854"/>
                    <a:pt x="29482" y="16960"/>
                  </a:cubicBezTo>
                  <a:lnTo>
                    <a:pt x="29482" y="16960"/>
                  </a:lnTo>
                  <a:cubicBezTo>
                    <a:pt x="31220" y="18636"/>
                    <a:pt x="33518" y="19574"/>
                    <a:pt x="35919" y="19574"/>
                  </a:cubicBezTo>
                  <a:cubicBezTo>
                    <a:pt x="35997" y="19574"/>
                    <a:pt x="36075" y="19573"/>
                    <a:pt x="36153" y="19571"/>
                  </a:cubicBezTo>
                  <a:cubicBezTo>
                    <a:pt x="33730" y="18344"/>
                    <a:pt x="31496" y="16771"/>
                    <a:pt x="29514" y="14914"/>
                  </a:cubicBezTo>
                  <a:lnTo>
                    <a:pt x="29514" y="14914"/>
                  </a:lnTo>
                  <a:cubicBezTo>
                    <a:pt x="33510" y="16456"/>
                    <a:pt x="37694" y="17432"/>
                    <a:pt x="41974" y="17841"/>
                  </a:cubicBezTo>
                  <a:cubicBezTo>
                    <a:pt x="34233" y="15324"/>
                    <a:pt x="29136" y="7772"/>
                    <a:pt x="26619" y="1"/>
                  </a:cubicBezTo>
                  <a:close/>
                </a:path>
              </a:pathLst>
            </a:custGeom>
            <a:solidFill>
              <a:srgbClr val="0617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38"/>
            <p:cNvSpPr/>
            <p:nvPr/>
          </p:nvSpPr>
          <p:spPr>
            <a:xfrm>
              <a:off x="3614900" y="3165050"/>
              <a:ext cx="1150025" cy="1518500"/>
            </a:xfrm>
            <a:custGeom>
              <a:avLst/>
              <a:gdLst/>
              <a:ahLst/>
              <a:cxnLst/>
              <a:rect l="l" t="t" r="r" b="b"/>
              <a:pathLst>
                <a:path w="46001" h="60740" extrusionOk="0">
                  <a:moveTo>
                    <a:pt x="30418" y="22021"/>
                  </a:moveTo>
                  <a:cubicBezTo>
                    <a:pt x="30421" y="22022"/>
                    <a:pt x="30423" y="22024"/>
                    <a:pt x="30426" y="22025"/>
                  </a:cubicBezTo>
                  <a:lnTo>
                    <a:pt x="30418" y="22021"/>
                  </a:lnTo>
                  <a:close/>
                  <a:moveTo>
                    <a:pt x="34320" y="32620"/>
                  </a:moveTo>
                  <a:cubicBezTo>
                    <a:pt x="34479" y="32741"/>
                    <a:pt x="34638" y="32859"/>
                    <a:pt x="34799" y="32975"/>
                  </a:cubicBezTo>
                  <a:cubicBezTo>
                    <a:pt x="34640" y="32855"/>
                    <a:pt x="34481" y="32737"/>
                    <a:pt x="34320" y="32620"/>
                  </a:cubicBezTo>
                  <a:close/>
                  <a:moveTo>
                    <a:pt x="40412" y="44586"/>
                  </a:moveTo>
                  <a:cubicBezTo>
                    <a:pt x="40659" y="44736"/>
                    <a:pt x="40906" y="44882"/>
                    <a:pt x="41155" y="45025"/>
                  </a:cubicBezTo>
                  <a:cubicBezTo>
                    <a:pt x="40911" y="44868"/>
                    <a:pt x="40663" y="44722"/>
                    <a:pt x="40412" y="44586"/>
                  </a:cubicBezTo>
                  <a:close/>
                  <a:moveTo>
                    <a:pt x="20924" y="0"/>
                  </a:moveTo>
                  <a:cubicBezTo>
                    <a:pt x="19823" y="2392"/>
                    <a:pt x="18627" y="4751"/>
                    <a:pt x="17274" y="7048"/>
                  </a:cubicBezTo>
                  <a:cubicBezTo>
                    <a:pt x="15905" y="9408"/>
                    <a:pt x="14051" y="11848"/>
                    <a:pt x="11886" y="11848"/>
                  </a:cubicBezTo>
                  <a:cubicBezTo>
                    <a:pt x="11712" y="11848"/>
                    <a:pt x="11537" y="11832"/>
                    <a:pt x="11359" y="11799"/>
                  </a:cubicBezTo>
                  <a:lnTo>
                    <a:pt x="11359" y="11799"/>
                  </a:lnTo>
                  <a:cubicBezTo>
                    <a:pt x="12999" y="12254"/>
                    <a:pt x="14701" y="12485"/>
                    <a:pt x="16410" y="12485"/>
                  </a:cubicBezTo>
                  <a:cubicBezTo>
                    <a:pt x="17423" y="12485"/>
                    <a:pt x="18438" y="12404"/>
                    <a:pt x="19445" y="12240"/>
                  </a:cubicBezTo>
                  <a:lnTo>
                    <a:pt x="19445" y="12240"/>
                  </a:lnTo>
                  <a:cubicBezTo>
                    <a:pt x="16928" y="14726"/>
                    <a:pt x="13876" y="16236"/>
                    <a:pt x="10761" y="16519"/>
                  </a:cubicBezTo>
                  <a:cubicBezTo>
                    <a:pt x="13436" y="16488"/>
                    <a:pt x="16110" y="16362"/>
                    <a:pt x="18784" y="16173"/>
                  </a:cubicBezTo>
                  <a:lnTo>
                    <a:pt x="18784" y="16173"/>
                  </a:lnTo>
                  <a:cubicBezTo>
                    <a:pt x="16582" y="17903"/>
                    <a:pt x="13970" y="19068"/>
                    <a:pt x="11202" y="19477"/>
                  </a:cubicBezTo>
                  <a:cubicBezTo>
                    <a:pt x="13876" y="19445"/>
                    <a:pt x="16519" y="19288"/>
                    <a:pt x="19162" y="19005"/>
                  </a:cubicBezTo>
                  <a:lnTo>
                    <a:pt x="19162" y="19005"/>
                  </a:lnTo>
                  <a:cubicBezTo>
                    <a:pt x="17337" y="21364"/>
                    <a:pt x="15449" y="23787"/>
                    <a:pt x="13027" y="25046"/>
                  </a:cubicBezTo>
                  <a:cubicBezTo>
                    <a:pt x="10635" y="26336"/>
                    <a:pt x="7866" y="26336"/>
                    <a:pt x="5633" y="28066"/>
                  </a:cubicBezTo>
                  <a:cubicBezTo>
                    <a:pt x="6148" y="28097"/>
                    <a:pt x="6663" y="28113"/>
                    <a:pt x="7178" y="28113"/>
                  </a:cubicBezTo>
                  <a:cubicBezTo>
                    <a:pt x="10340" y="28113"/>
                    <a:pt x="13475" y="27531"/>
                    <a:pt x="16425" y="26367"/>
                  </a:cubicBezTo>
                  <a:lnTo>
                    <a:pt x="16425" y="26367"/>
                  </a:lnTo>
                  <a:cubicBezTo>
                    <a:pt x="14946" y="28412"/>
                    <a:pt x="13215" y="30206"/>
                    <a:pt x="11265" y="31748"/>
                  </a:cubicBezTo>
                  <a:cubicBezTo>
                    <a:pt x="11446" y="31766"/>
                    <a:pt x="11627" y="31775"/>
                    <a:pt x="11807" y="31775"/>
                  </a:cubicBezTo>
                  <a:cubicBezTo>
                    <a:pt x="13195" y="31775"/>
                    <a:pt x="14545" y="31247"/>
                    <a:pt x="15575" y="30300"/>
                  </a:cubicBezTo>
                  <a:lnTo>
                    <a:pt x="15575" y="30300"/>
                  </a:lnTo>
                  <a:cubicBezTo>
                    <a:pt x="13467" y="32880"/>
                    <a:pt x="10635" y="34831"/>
                    <a:pt x="7457" y="35838"/>
                  </a:cubicBezTo>
                  <a:cubicBezTo>
                    <a:pt x="8006" y="35896"/>
                    <a:pt x="8554" y="35925"/>
                    <a:pt x="9100" y="35925"/>
                  </a:cubicBezTo>
                  <a:cubicBezTo>
                    <a:pt x="11814" y="35925"/>
                    <a:pt x="14476" y="35212"/>
                    <a:pt x="16834" y="33824"/>
                  </a:cubicBezTo>
                  <a:lnTo>
                    <a:pt x="16834" y="33824"/>
                  </a:lnTo>
                  <a:cubicBezTo>
                    <a:pt x="12586" y="38827"/>
                    <a:pt x="7457" y="43043"/>
                    <a:pt x="1731" y="46190"/>
                  </a:cubicBezTo>
                  <a:cubicBezTo>
                    <a:pt x="1923" y="46195"/>
                    <a:pt x="2115" y="46198"/>
                    <a:pt x="2307" y="46198"/>
                  </a:cubicBezTo>
                  <a:cubicBezTo>
                    <a:pt x="6511" y="46198"/>
                    <a:pt x="10604" y="44881"/>
                    <a:pt x="14065" y="42414"/>
                  </a:cubicBezTo>
                  <a:lnTo>
                    <a:pt x="14065" y="42414"/>
                  </a:lnTo>
                  <a:lnTo>
                    <a:pt x="8244" y="46913"/>
                  </a:lnTo>
                  <a:cubicBezTo>
                    <a:pt x="10384" y="46630"/>
                    <a:pt x="12492" y="46001"/>
                    <a:pt x="14442" y="45088"/>
                  </a:cubicBezTo>
                  <a:lnTo>
                    <a:pt x="14442" y="45088"/>
                  </a:lnTo>
                  <a:cubicBezTo>
                    <a:pt x="11988" y="47794"/>
                    <a:pt x="8936" y="49934"/>
                    <a:pt x="5507" y="51287"/>
                  </a:cubicBezTo>
                  <a:cubicBezTo>
                    <a:pt x="5948" y="51361"/>
                    <a:pt x="6392" y="51398"/>
                    <a:pt x="6836" y="51398"/>
                  </a:cubicBezTo>
                  <a:cubicBezTo>
                    <a:pt x="9186" y="51398"/>
                    <a:pt x="11524" y="50371"/>
                    <a:pt x="13386" y="48482"/>
                  </a:cubicBezTo>
                  <a:lnTo>
                    <a:pt x="13386" y="48482"/>
                  </a:lnTo>
                  <a:cubicBezTo>
                    <a:pt x="9271" y="52904"/>
                    <a:pt x="4781" y="57003"/>
                    <a:pt x="0" y="60694"/>
                  </a:cubicBezTo>
                  <a:cubicBezTo>
                    <a:pt x="975" y="60721"/>
                    <a:pt x="1955" y="60739"/>
                    <a:pt x="2938" y="60739"/>
                  </a:cubicBezTo>
                  <a:cubicBezTo>
                    <a:pt x="8998" y="60739"/>
                    <a:pt x="15136" y="60040"/>
                    <a:pt x="20389" y="56195"/>
                  </a:cubicBezTo>
                  <a:cubicBezTo>
                    <a:pt x="21018" y="55755"/>
                    <a:pt x="21585" y="55220"/>
                    <a:pt x="22371" y="55157"/>
                  </a:cubicBezTo>
                  <a:cubicBezTo>
                    <a:pt x="22419" y="55153"/>
                    <a:pt x="22467" y="55151"/>
                    <a:pt x="22514" y="55151"/>
                  </a:cubicBezTo>
                  <a:cubicBezTo>
                    <a:pt x="23246" y="55151"/>
                    <a:pt x="23924" y="55593"/>
                    <a:pt x="24574" y="56006"/>
                  </a:cubicBezTo>
                  <a:cubicBezTo>
                    <a:pt x="29688" y="59109"/>
                    <a:pt x="35325" y="60717"/>
                    <a:pt x="40967" y="60717"/>
                  </a:cubicBezTo>
                  <a:cubicBezTo>
                    <a:pt x="42649" y="60717"/>
                    <a:pt x="44331" y="60574"/>
                    <a:pt x="46001" y="60285"/>
                  </a:cubicBezTo>
                  <a:cubicBezTo>
                    <a:pt x="40809" y="59404"/>
                    <a:pt x="35806" y="56667"/>
                    <a:pt x="31716" y="52325"/>
                  </a:cubicBezTo>
                  <a:lnTo>
                    <a:pt x="31716" y="52325"/>
                  </a:lnTo>
                  <a:cubicBezTo>
                    <a:pt x="34328" y="52545"/>
                    <a:pt x="36876" y="53206"/>
                    <a:pt x="39236" y="54339"/>
                  </a:cubicBezTo>
                  <a:cubicBezTo>
                    <a:pt x="36027" y="52231"/>
                    <a:pt x="33006" y="49839"/>
                    <a:pt x="30269" y="47165"/>
                  </a:cubicBezTo>
                  <a:lnTo>
                    <a:pt x="30269" y="47165"/>
                  </a:lnTo>
                  <a:lnTo>
                    <a:pt x="40715" y="50846"/>
                  </a:lnTo>
                  <a:cubicBezTo>
                    <a:pt x="36247" y="47763"/>
                    <a:pt x="32251" y="44081"/>
                    <a:pt x="28853" y="39865"/>
                  </a:cubicBezTo>
                  <a:lnTo>
                    <a:pt x="28853" y="39865"/>
                  </a:lnTo>
                  <a:cubicBezTo>
                    <a:pt x="32331" y="42607"/>
                    <a:pt x="36693" y="42559"/>
                    <a:pt x="40412" y="44586"/>
                  </a:cubicBezTo>
                  <a:lnTo>
                    <a:pt x="40412" y="44586"/>
                  </a:lnTo>
                  <a:cubicBezTo>
                    <a:pt x="35609" y="41657"/>
                    <a:pt x="31258" y="37326"/>
                    <a:pt x="27846" y="31999"/>
                  </a:cubicBezTo>
                  <a:lnTo>
                    <a:pt x="27846" y="31999"/>
                  </a:lnTo>
                  <a:cubicBezTo>
                    <a:pt x="29639" y="32534"/>
                    <a:pt x="31276" y="33478"/>
                    <a:pt x="32628" y="34768"/>
                  </a:cubicBezTo>
                  <a:cubicBezTo>
                    <a:pt x="30772" y="32849"/>
                    <a:pt x="29073" y="30772"/>
                    <a:pt x="27563" y="28601"/>
                  </a:cubicBezTo>
                  <a:lnTo>
                    <a:pt x="27563" y="28601"/>
                  </a:lnTo>
                  <a:cubicBezTo>
                    <a:pt x="29932" y="29742"/>
                    <a:pt x="32193" y="31073"/>
                    <a:pt x="34320" y="32620"/>
                  </a:cubicBezTo>
                  <a:lnTo>
                    <a:pt x="34320" y="32620"/>
                  </a:lnTo>
                  <a:cubicBezTo>
                    <a:pt x="31100" y="30167"/>
                    <a:pt x="28387" y="26565"/>
                    <a:pt x="26587" y="22277"/>
                  </a:cubicBezTo>
                  <a:lnTo>
                    <a:pt x="26587" y="22277"/>
                  </a:lnTo>
                  <a:lnTo>
                    <a:pt x="30143" y="25423"/>
                  </a:lnTo>
                  <a:cubicBezTo>
                    <a:pt x="28979" y="23598"/>
                    <a:pt x="27815" y="21773"/>
                    <a:pt x="26650" y="19980"/>
                  </a:cubicBezTo>
                  <a:lnTo>
                    <a:pt x="26650" y="19980"/>
                  </a:lnTo>
                  <a:lnTo>
                    <a:pt x="30418" y="22021"/>
                  </a:lnTo>
                  <a:lnTo>
                    <a:pt x="30418" y="22021"/>
                  </a:lnTo>
                  <a:cubicBezTo>
                    <a:pt x="27683" y="20536"/>
                    <a:pt x="24856" y="14911"/>
                    <a:pt x="23535" y="11642"/>
                  </a:cubicBezTo>
                  <a:cubicBezTo>
                    <a:pt x="22214" y="8338"/>
                    <a:pt x="21302" y="3650"/>
                    <a:pt x="20924" y="0"/>
                  </a:cubicBezTo>
                  <a:close/>
                </a:path>
              </a:pathLst>
            </a:custGeom>
            <a:solidFill>
              <a:srgbClr val="0617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38"/>
            <p:cNvSpPr/>
            <p:nvPr/>
          </p:nvSpPr>
          <p:spPr>
            <a:xfrm>
              <a:off x="3577925" y="2192025"/>
              <a:ext cx="79475" cy="88125"/>
            </a:xfrm>
            <a:custGeom>
              <a:avLst/>
              <a:gdLst/>
              <a:ahLst/>
              <a:cxnLst/>
              <a:rect l="l" t="t" r="r" b="b"/>
              <a:pathLst>
                <a:path w="3179" h="3525" extrusionOk="0">
                  <a:moveTo>
                    <a:pt x="3179" y="0"/>
                  </a:moveTo>
                  <a:lnTo>
                    <a:pt x="3179" y="0"/>
                  </a:lnTo>
                  <a:cubicBezTo>
                    <a:pt x="2644" y="535"/>
                    <a:pt x="2109" y="1039"/>
                    <a:pt x="1542" y="1542"/>
                  </a:cubicBezTo>
                  <a:cubicBezTo>
                    <a:pt x="1542" y="1668"/>
                    <a:pt x="1511" y="1762"/>
                    <a:pt x="1448" y="1888"/>
                  </a:cubicBezTo>
                  <a:cubicBezTo>
                    <a:pt x="1417" y="1983"/>
                    <a:pt x="1354" y="2109"/>
                    <a:pt x="1291" y="2203"/>
                  </a:cubicBezTo>
                  <a:cubicBezTo>
                    <a:pt x="1259" y="2172"/>
                    <a:pt x="1228" y="2140"/>
                    <a:pt x="1196" y="2109"/>
                  </a:cubicBezTo>
                  <a:cubicBezTo>
                    <a:pt x="1178" y="2099"/>
                    <a:pt x="1159" y="2096"/>
                    <a:pt x="1142" y="2096"/>
                  </a:cubicBezTo>
                  <a:cubicBezTo>
                    <a:pt x="1099" y="2096"/>
                    <a:pt x="1061" y="2118"/>
                    <a:pt x="1039" y="2140"/>
                  </a:cubicBezTo>
                  <a:cubicBezTo>
                    <a:pt x="976" y="2486"/>
                    <a:pt x="661" y="2675"/>
                    <a:pt x="473" y="2927"/>
                  </a:cubicBezTo>
                  <a:cubicBezTo>
                    <a:pt x="315" y="3147"/>
                    <a:pt x="189" y="3336"/>
                    <a:pt x="1" y="3524"/>
                  </a:cubicBezTo>
                  <a:cubicBezTo>
                    <a:pt x="976" y="2612"/>
                    <a:pt x="1983" y="1731"/>
                    <a:pt x="3053" y="913"/>
                  </a:cubicBezTo>
                  <a:cubicBezTo>
                    <a:pt x="3053" y="850"/>
                    <a:pt x="3084" y="819"/>
                    <a:pt x="3084" y="756"/>
                  </a:cubicBezTo>
                  <a:cubicBezTo>
                    <a:pt x="3116" y="504"/>
                    <a:pt x="3147" y="252"/>
                    <a:pt x="3179" y="0"/>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38"/>
            <p:cNvSpPr/>
            <p:nvPr/>
          </p:nvSpPr>
          <p:spPr>
            <a:xfrm>
              <a:off x="3618050" y="2174725"/>
              <a:ext cx="40125" cy="41700"/>
            </a:xfrm>
            <a:custGeom>
              <a:avLst/>
              <a:gdLst/>
              <a:ahLst/>
              <a:cxnLst/>
              <a:rect l="l" t="t" r="r" b="b"/>
              <a:pathLst>
                <a:path w="1605" h="1668" extrusionOk="0">
                  <a:moveTo>
                    <a:pt x="1605" y="0"/>
                  </a:moveTo>
                  <a:cubicBezTo>
                    <a:pt x="1102" y="378"/>
                    <a:pt x="598" y="787"/>
                    <a:pt x="95" y="1164"/>
                  </a:cubicBezTo>
                  <a:cubicBezTo>
                    <a:pt x="32" y="1353"/>
                    <a:pt x="0" y="1511"/>
                    <a:pt x="0" y="1668"/>
                  </a:cubicBezTo>
                  <a:cubicBezTo>
                    <a:pt x="535" y="1133"/>
                    <a:pt x="1070" y="630"/>
                    <a:pt x="1605" y="95"/>
                  </a:cubicBezTo>
                  <a:lnTo>
                    <a:pt x="1605" y="0"/>
                  </a:ln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38"/>
            <p:cNvSpPr/>
            <p:nvPr/>
          </p:nvSpPr>
          <p:spPr>
            <a:xfrm>
              <a:off x="3625900" y="2151125"/>
              <a:ext cx="33075" cy="36200"/>
            </a:xfrm>
            <a:custGeom>
              <a:avLst/>
              <a:gdLst/>
              <a:ahLst/>
              <a:cxnLst/>
              <a:rect l="l" t="t" r="r" b="b"/>
              <a:pathLst>
                <a:path w="1323" h="1448" extrusionOk="0">
                  <a:moveTo>
                    <a:pt x="1322" y="0"/>
                  </a:moveTo>
                  <a:cubicBezTo>
                    <a:pt x="945" y="315"/>
                    <a:pt x="536" y="661"/>
                    <a:pt x="158" y="976"/>
                  </a:cubicBezTo>
                  <a:cubicBezTo>
                    <a:pt x="95" y="1133"/>
                    <a:pt x="64" y="1290"/>
                    <a:pt x="1" y="1448"/>
                  </a:cubicBezTo>
                  <a:cubicBezTo>
                    <a:pt x="441" y="1102"/>
                    <a:pt x="882" y="755"/>
                    <a:pt x="1322" y="441"/>
                  </a:cubicBezTo>
                  <a:cubicBezTo>
                    <a:pt x="1322" y="284"/>
                    <a:pt x="1322" y="126"/>
                    <a:pt x="1322" y="0"/>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38"/>
            <p:cNvSpPr/>
            <p:nvPr/>
          </p:nvSpPr>
          <p:spPr>
            <a:xfrm>
              <a:off x="3511075" y="2260450"/>
              <a:ext cx="176225" cy="203775"/>
            </a:xfrm>
            <a:custGeom>
              <a:avLst/>
              <a:gdLst/>
              <a:ahLst/>
              <a:cxnLst/>
              <a:rect l="l" t="t" r="r" b="b"/>
              <a:pathLst>
                <a:path w="7049" h="8151" extrusionOk="0">
                  <a:moveTo>
                    <a:pt x="7017" y="1"/>
                  </a:moveTo>
                  <a:lnTo>
                    <a:pt x="5884" y="1165"/>
                  </a:lnTo>
                  <a:cubicBezTo>
                    <a:pt x="5853" y="1196"/>
                    <a:pt x="5853" y="1228"/>
                    <a:pt x="5821" y="1259"/>
                  </a:cubicBezTo>
                  <a:cubicBezTo>
                    <a:pt x="5695" y="1385"/>
                    <a:pt x="5569" y="1480"/>
                    <a:pt x="5475" y="1606"/>
                  </a:cubicBezTo>
                  <a:cubicBezTo>
                    <a:pt x="4342" y="2770"/>
                    <a:pt x="3210" y="3965"/>
                    <a:pt x="2077" y="5192"/>
                  </a:cubicBezTo>
                  <a:cubicBezTo>
                    <a:pt x="1385" y="5948"/>
                    <a:pt x="661" y="6671"/>
                    <a:pt x="0" y="7458"/>
                  </a:cubicBezTo>
                  <a:lnTo>
                    <a:pt x="95" y="7615"/>
                  </a:lnTo>
                  <a:cubicBezTo>
                    <a:pt x="220" y="7804"/>
                    <a:pt x="346" y="7993"/>
                    <a:pt x="472" y="8150"/>
                  </a:cubicBezTo>
                  <a:cubicBezTo>
                    <a:pt x="1353" y="7238"/>
                    <a:pt x="2266" y="6357"/>
                    <a:pt x="3115" y="5444"/>
                  </a:cubicBezTo>
                  <a:cubicBezTo>
                    <a:pt x="3870" y="4658"/>
                    <a:pt x="4594" y="3871"/>
                    <a:pt x="5381" y="3084"/>
                  </a:cubicBezTo>
                  <a:cubicBezTo>
                    <a:pt x="5632" y="2738"/>
                    <a:pt x="5853" y="2392"/>
                    <a:pt x="6104" y="2046"/>
                  </a:cubicBezTo>
                  <a:lnTo>
                    <a:pt x="6199" y="1920"/>
                  </a:lnTo>
                  <a:cubicBezTo>
                    <a:pt x="6293" y="1857"/>
                    <a:pt x="6356" y="1763"/>
                    <a:pt x="6450" y="1700"/>
                  </a:cubicBezTo>
                  <a:cubicBezTo>
                    <a:pt x="6608" y="1574"/>
                    <a:pt x="6765" y="1417"/>
                    <a:pt x="6891" y="1259"/>
                  </a:cubicBezTo>
                  <a:cubicBezTo>
                    <a:pt x="7017" y="945"/>
                    <a:pt x="7048" y="567"/>
                    <a:pt x="6954" y="253"/>
                  </a:cubicBezTo>
                  <a:cubicBezTo>
                    <a:pt x="6985" y="158"/>
                    <a:pt x="6985" y="95"/>
                    <a:pt x="7017" y="1"/>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38"/>
            <p:cNvSpPr/>
            <p:nvPr/>
          </p:nvSpPr>
          <p:spPr>
            <a:xfrm>
              <a:off x="3475675" y="2280900"/>
              <a:ext cx="101500" cy="92850"/>
            </a:xfrm>
            <a:custGeom>
              <a:avLst/>
              <a:gdLst/>
              <a:ahLst/>
              <a:cxnLst/>
              <a:rect l="l" t="t" r="r" b="b"/>
              <a:pathLst>
                <a:path w="4060" h="3714" extrusionOk="0">
                  <a:moveTo>
                    <a:pt x="4059" y="1"/>
                  </a:moveTo>
                  <a:cubicBezTo>
                    <a:pt x="3745" y="284"/>
                    <a:pt x="3367" y="504"/>
                    <a:pt x="3084" y="819"/>
                  </a:cubicBezTo>
                  <a:lnTo>
                    <a:pt x="2927" y="662"/>
                  </a:lnTo>
                  <a:cubicBezTo>
                    <a:pt x="2927" y="599"/>
                    <a:pt x="2927" y="504"/>
                    <a:pt x="2927" y="441"/>
                  </a:cubicBezTo>
                  <a:cubicBezTo>
                    <a:pt x="1920" y="1322"/>
                    <a:pt x="913" y="2235"/>
                    <a:pt x="0" y="3210"/>
                  </a:cubicBezTo>
                  <a:cubicBezTo>
                    <a:pt x="0" y="3368"/>
                    <a:pt x="0" y="3556"/>
                    <a:pt x="32" y="3714"/>
                  </a:cubicBezTo>
                  <a:cubicBezTo>
                    <a:pt x="881" y="2959"/>
                    <a:pt x="1731" y="2172"/>
                    <a:pt x="2580" y="1385"/>
                  </a:cubicBezTo>
                  <a:lnTo>
                    <a:pt x="4059" y="1"/>
                  </a:ln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38"/>
            <p:cNvSpPr/>
            <p:nvPr/>
          </p:nvSpPr>
          <p:spPr>
            <a:xfrm>
              <a:off x="3635350" y="2074025"/>
              <a:ext cx="32275" cy="29150"/>
            </a:xfrm>
            <a:custGeom>
              <a:avLst/>
              <a:gdLst/>
              <a:ahLst/>
              <a:cxnLst/>
              <a:rect l="l" t="t" r="r" b="b"/>
              <a:pathLst>
                <a:path w="1291" h="1166" extrusionOk="0">
                  <a:moveTo>
                    <a:pt x="1291" y="1"/>
                  </a:moveTo>
                  <a:cubicBezTo>
                    <a:pt x="850" y="253"/>
                    <a:pt x="441" y="536"/>
                    <a:pt x="1" y="787"/>
                  </a:cubicBezTo>
                  <a:cubicBezTo>
                    <a:pt x="1" y="850"/>
                    <a:pt x="1" y="913"/>
                    <a:pt x="1" y="945"/>
                  </a:cubicBezTo>
                  <a:cubicBezTo>
                    <a:pt x="32" y="1008"/>
                    <a:pt x="32" y="1102"/>
                    <a:pt x="32" y="1165"/>
                  </a:cubicBezTo>
                  <a:lnTo>
                    <a:pt x="1228" y="253"/>
                  </a:lnTo>
                  <a:lnTo>
                    <a:pt x="1291" y="1"/>
                  </a:ln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38"/>
            <p:cNvSpPr/>
            <p:nvPr/>
          </p:nvSpPr>
          <p:spPr>
            <a:xfrm>
              <a:off x="3459950" y="2258100"/>
              <a:ext cx="71600" cy="66100"/>
            </a:xfrm>
            <a:custGeom>
              <a:avLst/>
              <a:gdLst/>
              <a:ahLst/>
              <a:cxnLst/>
              <a:rect l="l" t="t" r="r" b="b"/>
              <a:pathLst>
                <a:path w="2864" h="2644" extrusionOk="0">
                  <a:moveTo>
                    <a:pt x="2675" y="0"/>
                  </a:moveTo>
                  <a:cubicBezTo>
                    <a:pt x="1731" y="787"/>
                    <a:pt x="850" y="1574"/>
                    <a:pt x="0" y="2423"/>
                  </a:cubicBezTo>
                  <a:cubicBezTo>
                    <a:pt x="32" y="2486"/>
                    <a:pt x="94" y="2581"/>
                    <a:pt x="126" y="2643"/>
                  </a:cubicBezTo>
                  <a:cubicBezTo>
                    <a:pt x="1038" y="1857"/>
                    <a:pt x="1951" y="1039"/>
                    <a:pt x="2863" y="252"/>
                  </a:cubicBezTo>
                  <a:lnTo>
                    <a:pt x="2800" y="126"/>
                  </a:lnTo>
                  <a:cubicBezTo>
                    <a:pt x="2769" y="63"/>
                    <a:pt x="2706" y="32"/>
                    <a:pt x="2675" y="0"/>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38"/>
            <p:cNvSpPr/>
            <p:nvPr/>
          </p:nvSpPr>
          <p:spPr>
            <a:xfrm>
              <a:off x="3469375" y="2272250"/>
              <a:ext cx="76325" cy="69250"/>
            </a:xfrm>
            <a:custGeom>
              <a:avLst/>
              <a:gdLst/>
              <a:ahLst/>
              <a:cxnLst/>
              <a:rect l="l" t="t" r="r" b="b"/>
              <a:pathLst>
                <a:path w="3053" h="2770" extrusionOk="0">
                  <a:moveTo>
                    <a:pt x="2707" y="1"/>
                  </a:moveTo>
                  <a:cubicBezTo>
                    <a:pt x="1794" y="787"/>
                    <a:pt x="882" y="1574"/>
                    <a:pt x="1" y="2392"/>
                  </a:cubicBezTo>
                  <a:cubicBezTo>
                    <a:pt x="127" y="2549"/>
                    <a:pt x="284" y="2675"/>
                    <a:pt x="441" y="2770"/>
                  </a:cubicBezTo>
                  <a:cubicBezTo>
                    <a:pt x="1291" y="1952"/>
                    <a:pt x="2172" y="1165"/>
                    <a:pt x="3053" y="347"/>
                  </a:cubicBezTo>
                  <a:cubicBezTo>
                    <a:pt x="2927" y="221"/>
                    <a:pt x="2832" y="127"/>
                    <a:pt x="2707" y="1"/>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38"/>
            <p:cNvSpPr/>
            <p:nvPr/>
          </p:nvSpPr>
          <p:spPr>
            <a:xfrm>
              <a:off x="3529950" y="2376875"/>
              <a:ext cx="100700" cy="107800"/>
            </a:xfrm>
            <a:custGeom>
              <a:avLst/>
              <a:gdLst/>
              <a:ahLst/>
              <a:cxnLst/>
              <a:rect l="l" t="t" r="r" b="b"/>
              <a:pathLst>
                <a:path w="4028" h="4312" extrusionOk="0">
                  <a:moveTo>
                    <a:pt x="3619" y="1"/>
                  </a:moveTo>
                  <a:cubicBezTo>
                    <a:pt x="3084" y="598"/>
                    <a:pt x="2517" y="1196"/>
                    <a:pt x="1951" y="1763"/>
                  </a:cubicBezTo>
                  <a:cubicBezTo>
                    <a:pt x="1290" y="2423"/>
                    <a:pt x="661" y="3115"/>
                    <a:pt x="0" y="3776"/>
                  </a:cubicBezTo>
                  <a:cubicBezTo>
                    <a:pt x="158" y="3965"/>
                    <a:pt x="346" y="4154"/>
                    <a:pt x="535" y="4311"/>
                  </a:cubicBezTo>
                  <a:cubicBezTo>
                    <a:pt x="1007" y="3776"/>
                    <a:pt x="1479" y="3210"/>
                    <a:pt x="1951" y="2675"/>
                  </a:cubicBezTo>
                  <a:cubicBezTo>
                    <a:pt x="2612" y="1920"/>
                    <a:pt x="3304" y="1196"/>
                    <a:pt x="4028" y="441"/>
                  </a:cubicBezTo>
                  <a:cubicBezTo>
                    <a:pt x="3933" y="347"/>
                    <a:pt x="3839" y="221"/>
                    <a:pt x="3745" y="126"/>
                  </a:cubicBezTo>
                  <a:cubicBezTo>
                    <a:pt x="3650" y="63"/>
                    <a:pt x="3682" y="63"/>
                    <a:pt x="3619" y="1"/>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38"/>
            <p:cNvSpPr/>
            <p:nvPr/>
          </p:nvSpPr>
          <p:spPr>
            <a:xfrm>
              <a:off x="3550400" y="2172575"/>
              <a:ext cx="435800" cy="359375"/>
            </a:xfrm>
            <a:custGeom>
              <a:avLst/>
              <a:gdLst/>
              <a:ahLst/>
              <a:cxnLst/>
              <a:rect l="l" t="t" r="r" b="b"/>
              <a:pathLst>
                <a:path w="17432" h="14375" extrusionOk="0">
                  <a:moveTo>
                    <a:pt x="10411" y="0"/>
                  </a:moveTo>
                  <a:cubicBezTo>
                    <a:pt x="10331" y="0"/>
                    <a:pt x="10256" y="25"/>
                    <a:pt x="10195" y="86"/>
                  </a:cubicBezTo>
                  <a:cubicBezTo>
                    <a:pt x="9974" y="307"/>
                    <a:pt x="10163" y="621"/>
                    <a:pt x="10289" y="810"/>
                  </a:cubicBezTo>
                  <a:cubicBezTo>
                    <a:pt x="10509" y="1030"/>
                    <a:pt x="10635" y="1282"/>
                    <a:pt x="10761" y="1534"/>
                  </a:cubicBezTo>
                  <a:cubicBezTo>
                    <a:pt x="10824" y="1817"/>
                    <a:pt x="10824" y="2100"/>
                    <a:pt x="10761" y="2383"/>
                  </a:cubicBezTo>
                  <a:cubicBezTo>
                    <a:pt x="10698" y="2540"/>
                    <a:pt x="10667" y="2761"/>
                    <a:pt x="10667" y="2950"/>
                  </a:cubicBezTo>
                  <a:cubicBezTo>
                    <a:pt x="10667" y="2981"/>
                    <a:pt x="10667" y="3012"/>
                    <a:pt x="10667" y="3044"/>
                  </a:cubicBezTo>
                  <a:cubicBezTo>
                    <a:pt x="10651" y="3028"/>
                    <a:pt x="10643" y="3020"/>
                    <a:pt x="10635" y="3020"/>
                  </a:cubicBezTo>
                  <a:cubicBezTo>
                    <a:pt x="10627" y="3020"/>
                    <a:pt x="10619" y="3028"/>
                    <a:pt x="10604" y="3044"/>
                  </a:cubicBezTo>
                  <a:cubicBezTo>
                    <a:pt x="10226" y="3233"/>
                    <a:pt x="9912" y="3516"/>
                    <a:pt x="9534" y="3736"/>
                  </a:cubicBezTo>
                  <a:cubicBezTo>
                    <a:pt x="9188" y="3956"/>
                    <a:pt x="8810" y="4208"/>
                    <a:pt x="8433" y="4397"/>
                  </a:cubicBezTo>
                  <a:lnTo>
                    <a:pt x="6639" y="5467"/>
                  </a:lnTo>
                  <a:cubicBezTo>
                    <a:pt x="6010" y="6253"/>
                    <a:pt x="5286" y="6977"/>
                    <a:pt x="4563" y="7701"/>
                  </a:cubicBezTo>
                  <a:cubicBezTo>
                    <a:pt x="4405" y="8141"/>
                    <a:pt x="4248" y="8582"/>
                    <a:pt x="4122" y="9022"/>
                  </a:cubicBezTo>
                  <a:lnTo>
                    <a:pt x="3870" y="9022"/>
                  </a:lnTo>
                  <a:cubicBezTo>
                    <a:pt x="3713" y="8991"/>
                    <a:pt x="3587" y="8928"/>
                    <a:pt x="3461" y="8833"/>
                  </a:cubicBezTo>
                  <a:cubicBezTo>
                    <a:pt x="2958" y="9368"/>
                    <a:pt x="2455" y="9903"/>
                    <a:pt x="1983" y="10469"/>
                  </a:cubicBezTo>
                  <a:cubicBezTo>
                    <a:pt x="1353" y="11225"/>
                    <a:pt x="661" y="11948"/>
                    <a:pt x="0" y="12735"/>
                  </a:cubicBezTo>
                  <a:lnTo>
                    <a:pt x="221" y="12892"/>
                  </a:lnTo>
                  <a:cubicBezTo>
                    <a:pt x="567" y="13144"/>
                    <a:pt x="944" y="13333"/>
                    <a:pt x="1322" y="13521"/>
                  </a:cubicBezTo>
                  <a:cubicBezTo>
                    <a:pt x="1762" y="13836"/>
                    <a:pt x="2297" y="14056"/>
                    <a:pt x="2864" y="14182"/>
                  </a:cubicBezTo>
                  <a:cubicBezTo>
                    <a:pt x="3330" y="14279"/>
                    <a:pt x="3894" y="14375"/>
                    <a:pt x="4448" y="14375"/>
                  </a:cubicBezTo>
                  <a:cubicBezTo>
                    <a:pt x="4979" y="14375"/>
                    <a:pt x="5500" y="14287"/>
                    <a:pt x="5916" y="14025"/>
                  </a:cubicBezTo>
                  <a:cubicBezTo>
                    <a:pt x="6325" y="13742"/>
                    <a:pt x="6639" y="13364"/>
                    <a:pt x="6828" y="12924"/>
                  </a:cubicBezTo>
                  <a:cubicBezTo>
                    <a:pt x="7143" y="12389"/>
                    <a:pt x="7394" y="11822"/>
                    <a:pt x="7709" y="11287"/>
                  </a:cubicBezTo>
                  <a:cubicBezTo>
                    <a:pt x="8055" y="10721"/>
                    <a:pt x="8433" y="10155"/>
                    <a:pt x="8842" y="9651"/>
                  </a:cubicBezTo>
                  <a:cubicBezTo>
                    <a:pt x="9156" y="9337"/>
                    <a:pt x="9408" y="8991"/>
                    <a:pt x="9534" y="8582"/>
                  </a:cubicBezTo>
                  <a:lnTo>
                    <a:pt x="9691" y="8676"/>
                  </a:lnTo>
                  <a:cubicBezTo>
                    <a:pt x="9708" y="8684"/>
                    <a:pt x="9727" y="8688"/>
                    <a:pt x="9747" y="8688"/>
                  </a:cubicBezTo>
                  <a:cubicBezTo>
                    <a:pt x="9800" y="8688"/>
                    <a:pt x="9857" y="8659"/>
                    <a:pt x="9880" y="8613"/>
                  </a:cubicBezTo>
                  <a:cubicBezTo>
                    <a:pt x="10053" y="8377"/>
                    <a:pt x="10297" y="8314"/>
                    <a:pt x="10557" y="8314"/>
                  </a:cubicBezTo>
                  <a:cubicBezTo>
                    <a:pt x="10816" y="8314"/>
                    <a:pt x="11091" y="8377"/>
                    <a:pt x="11327" y="8393"/>
                  </a:cubicBezTo>
                  <a:cubicBezTo>
                    <a:pt x="11495" y="8414"/>
                    <a:pt x="11663" y="8424"/>
                    <a:pt x="11830" y="8424"/>
                  </a:cubicBezTo>
                  <a:cubicBezTo>
                    <a:pt x="12163" y="8424"/>
                    <a:pt x="12492" y="8382"/>
                    <a:pt x="12806" y="8298"/>
                  </a:cubicBezTo>
                  <a:lnTo>
                    <a:pt x="14411" y="8015"/>
                  </a:lnTo>
                  <a:cubicBezTo>
                    <a:pt x="14788" y="7921"/>
                    <a:pt x="15292" y="7921"/>
                    <a:pt x="15607" y="7701"/>
                  </a:cubicBezTo>
                  <a:cubicBezTo>
                    <a:pt x="15870" y="7823"/>
                    <a:pt x="16162" y="7887"/>
                    <a:pt x="16457" y="7887"/>
                  </a:cubicBezTo>
                  <a:cubicBezTo>
                    <a:pt x="16690" y="7887"/>
                    <a:pt x="16925" y="7847"/>
                    <a:pt x="17148" y="7763"/>
                  </a:cubicBezTo>
                  <a:cubicBezTo>
                    <a:pt x="17211" y="7763"/>
                    <a:pt x="17243" y="7732"/>
                    <a:pt x="17243" y="7669"/>
                  </a:cubicBezTo>
                  <a:cubicBezTo>
                    <a:pt x="17337" y="6882"/>
                    <a:pt x="17368" y="6064"/>
                    <a:pt x="17400" y="5278"/>
                  </a:cubicBezTo>
                  <a:cubicBezTo>
                    <a:pt x="17431" y="4869"/>
                    <a:pt x="17431" y="4460"/>
                    <a:pt x="17431" y="4051"/>
                  </a:cubicBezTo>
                  <a:cubicBezTo>
                    <a:pt x="17431" y="3830"/>
                    <a:pt x="17400" y="3610"/>
                    <a:pt x="17274" y="3390"/>
                  </a:cubicBezTo>
                  <a:cubicBezTo>
                    <a:pt x="17180" y="3264"/>
                    <a:pt x="17022" y="3201"/>
                    <a:pt x="16865" y="3201"/>
                  </a:cubicBezTo>
                  <a:cubicBezTo>
                    <a:pt x="16645" y="3233"/>
                    <a:pt x="16645" y="3359"/>
                    <a:pt x="16645" y="3547"/>
                  </a:cubicBezTo>
                  <a:cubicBezTo>
                    <a:pt x="16613" y="3956"/>
                    <a:pt x="16487" y="4365"/>
                    <a:pt x="16299" y="4743"/>
                  </a:cubicBezTo>
                  <a:cubicBezTo>
                    <a:pt x="16110" y="5058"/>
                    <a:pt x="15858" y="5530"/>
                    <a:pt x="15449" y="5687"/>
                  </a:cubicBezTo>
                  <a:cubicBezTo>
                    <a:pt x="15418" y="5561"/>
                    <a:pt x="15386" y="5435"/>
                    <a:pt x="15355" y="5309"/>
                  </a:cubicBezTo>
                  <a:cubicBezTo>
                    <a:pt x="15355" y="5246"/>
                    <a:pt x="15292" y="5215"/>
                    <a:pt x="15229" y="5215"/>
                  </a:cubicBezTo>
                  <a:cubicBezTo>
                    <a:pt x="14285" y="5341"/>
                    <a:pt x="13341" y="5498"/>
                    <a:pt x="12397" y="5655"/>
                  </a:cubicBezTo>
                  <a:cubicBezTo>
                    <a:pt x="11925" y="5750"/>
                    <a:pt x="11485" y="5844"/>
                    <a:pt x="11044" y="5939"/>
                  </a:cubicBezTo>
                  <a:cubicBezTo>
                    <a:pt x="10761" y="6002"/>
                    <a:pt x="10509" y="6064"/>
                    <a:pt x="10258" y="6064"/>
                  </a:cubicBezTo>
                  <a:cubicBezTo>
                    <a:pt x="10100" y="6064"/>
                    <a:pt x="9974" y="6064"/>
                    <a:pt x="9817" y="6096"/>
                  </a:cubicBezTo>
                  <a:cubicBezTo>
                    <a:pt x="10132" y="5844"/>
                    <a:pt x="10446" y="5624"/>
                    <a:pt x="10793" y="5372"/>
                  </a:cubicBezTo>
                  <a:cubicBezTo>
                    <a:pt x="11107" y="5152"/>
                    <a:pt x="11485" y="4963"/>
                    <a:pt x="11799" y="4711"/>
                  </a:cubicBezTo>
                  <a:cubicBezTo>
                    <a:pt x="11957" y="4586"/>
                    <a:pt x="12083" y="4428"/>
                    <a:pt x="12020" y="4240"/>
                  </a:cubicBezTo>
                  <a:cubicBezTo>
                    <a:pt x="12083" y="4208"/>
                    <a:pt x="12145" y="4177"/>
                    <a:pt x="12177" y="4114"/>
                  </a:cubicBezTo>
                  <a:cubicBezTo>
                    <a:pt x="12240" y="4177"/>
                    <a:pt x="12303" y="4208"/>
                    <a:pt x="12334" y="4271"/>
                  </a:cubicBezTo>
                  <a:cubicBezTo>
                    <a:pt x="12366" y="4302"/>
                    <a:pt x="12429" y="4302"/>
                    <a:pt x="12460" y="4302"/>
                  </a:cubicBezTo>
                  <a:cubicBezTo>
                    <a:pt x="12743" y="4114"/>
                    <a:pt x="13278" y="3768"/>
                    <a:pt x="13310" y="3421"/>
                  </a:cubicBezTo>
                  <a:cubicBezTo>
                    <a:pt x="13373" y="3044"/>
                    <a:pt x="12995" y="2698"/>
                    <a:pt x="12838" y="2446"/>
                  </a:cubicBezTo>
                  <a:cubicBezTo>
                    <a:pt x="12334" y="1597"/>
                    <a:pt x="11642" y="841"/>
                    <a:pt x="10887" y="212"/>
                  </a:cubicBezTo>
                  <a:cubicBezTo>
                    <a:pt x="10760" y="106"/>
                    <a:pt x="10575" y="0"/>
                    <a:pt x="10411" y="0"/>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38"/>
            <p:cNvSpPr/>
            <p:nvPr/>
          </p:nvSpPr>
          <p:spPr>
            <a:xfrm>
              <a:off x="3658150" y="2222800"/>
              <a:ext cx="26525" cy="45550"/>
            </a:xfrm>
            <a:custGeom>
              <a:avLst/>
              <a:gdLst/>
              <a:ahLst/>
              <a:cxnLst/>
              <a:rect l="l" t="t" r="r" b="b"/>
              <a:pathLst>
                <a:path w="1061" h="1822" extrusionOk="0">
                  <a:moveTo>
                    <a:pt x="911" y="0"/>
                  </a:moveTo>
                  <a:cubicBezTo>
                    <a:pt x="875" y="0"/>
                    <a:pt x="840" y="18"/>
                    <a:pt x="819" y="60"/>
                  </a:cubicBezTo>
                  <a:cubicBezTo>
                    <a:pt x="693" y="311"/>
                    <a:pt x="630" y="563"/>
                    <a:pt x="599" y="846"/>
                  </a:cubicBezTo>
                  <a:lnTo>
                    <a:pt x="599" y="720"/>
                  </a:lnTo>
                  <a:lnTo>
                    <a:pt x="599" y="469"/>
                  </a:lnTo>
                  <a:cubicBezTo>
                    <a:pt x="630" y="343"/>
                    <a:pt x="662" y="217"/>
                    <a:pt x="693" y="60"/>
                  </a:cubicBezTo>
                  <a:lnTo>
                    <a:pt x="693" y="60"/>
                  </a:lnTo>
                  <a:lnTo>
                    <a:pt x="64" y="626"/>
                  </a:lnTo>
                  <a:cubicBezTo>
                    <a:pt x="64" y="815"/>
                    <a:pt x="32" y="972"/>
                    <a:pt x="1" y="1129"/>
                  </a:cubicBezTo>
                  <a:cubicBezTo>
                    <a:pt x="1" y="1381"/>
                    <a:pt x="1" y="1601"/>
                    <a:pt x="64" y="1821"/>
                  </a:cubicBezTo>
                  <a:cubicBezTo>
                    <a:pt x="316" y="1570"/>
                    <a:pt x="567" y="1350"/>
                    <a:pt x="851" y="1098"/>
                  </a:cubicBezTo>
                  <a:cubicBezTo>
                    <a:pt x="882" y="783"/>
                    <a:pt x="945" y="469"/>
                    <a:pt x="1039" y="154"/>
                  </a:cubicBezTo>
                  <a:cubicBezTo>
                    <a:pt x="1060" y="70"/>
                    <a:pt x="983" y="0"/>
                    <a:pt x="911" y="0"/>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38"/>
            <p:cNvSpPr/>
            <p:nvPr/>
          </p:nvSpPr>
          <p:spPr>
            <a:xfrm>
              <a:off x="3487475" y="2266750"/>
              <a:ext cx="147125" cy="156550"/>
            </a:xfrm>
            <a:custGeom>
              <a:avLst/>
              <a:gdLst/>
              <a:ahLst/>
              <a:cxnLst/>
              <a:rect l="l" t="t" r="r" b="b"/>
              <a:pathLst>
                <a:path w="5885" h="6262" extrusionOk="0">
                  <a:moveTo>
                    <a:pt x="5727" y="1"/>
                  </a:moveTo>
                  <a:lnTo>
                    <a:pt x="5727" y="1"/>
                  </a:lnTo>
                  <a:cubicBezTo>
                    <a:pt x="4720" y="913"/>
                    <a:pt x="3745" y="1857"/>
                    <a:pt x="2801" y="2801"/>
                  </a:cubicBezTo>
                  <a:cubicBezTo>
                    <a:pt x="1951" y="3713"/>
                    <a:pt x="913" y="4563"/>
                    <a:pt x="0" y="5538"/>
                  </a:cubicBezTo>
                  <a:cubicBezTo>
                    <a:pt x="95" y="5758"/>
                    <a:pt x="221" y="6010"/>
                    <a:pt x="346" y="6262"/>
                  </a:cubicBezTo>
                  <a:cubicBezTo>
                    <a:pt x="2108" y="4689"/>
                    <a:pt x="3776" y="3021"/>
                    <a:pt x="5475" y="1416"/>
                  </a:cubicBezTo>
                  <a:cubicBezTo>
                    <a:pt x="5569" y="1228"/>
                    <a:pt x="5695" y="1007"/>
                    <a:pt x="5758" y="819"/>
                  </a:cubicBezTo>
                  <a:cubicBezTo>
                    <a:pt x="5884" y="598"/>
                    <a:pt x="5821" y="315"/>
                    <a:pt x="5632" y="158"/>
                  </a:cubicBezTo>
                  <a:lnTo>
                    <a:pt x="5664" y="95"/>
                  </a:lnTo>
                  <a:lnTo>
                    <a:pt x="5727" y="1"/>
                  </a:ln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38"/>
            <p:cNvSpPr/>
            <p:nvPr/>
          </p:nvSpPr>
          <p:spPr>
            <a:xfrm>
              <a:off x="3501625" y="2360350"/>
              <a:ext cx="75550" cy="78700"/>
            </a:xfrm>
            <a:custGeom>
              <a:avLst/>
              <a:gdLst/>
              <a:ahLst/>
              <a:cxnLst/>
              <a:rect l="l" t="t" r="r" b="b"/>
              <a:pathLst>
                <a:path w="3022" h="3148" extrusionOk="0">
                  <a:moveTo>
                    <a:pt x="3021" y="1"/>
                  </a:moveTo>
                  <a:cubicBezTo>
                    <a:pt x="2046" y="976"/>
                    <a:pt x="1039" y="1952"/>
                    <a:pt x="1" y="2864"/>
                  </a:cubicBezTo>
                  <a:cubicBezTo>
                    <a:pt x="32" y="2958"/>
                    <a:pt x="95" y="3053"/>
                    <a:pt x="158" y="3147"/>
                  </a:cubicBezTo>
                  <a:cubicBezTo>
                    <a:pt x="693" y="2518"/>
                    <a:pt x="1228" y="1952"/>
                    <a:pt x="1763" y="1354"/>
                  </a:cubicBezTo>
                  <a:lnTo>
                    <a:pt x="3021" y="1"/>
                  </a:ln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38"/>
            <p:cNvSpPr/>
            <p:nvPr/>
          </p:nvSpPr>
          <p:spPr>
            <a:xfrm>
              <a:off x="3478825" y="2230575"/>
              <a:ext cx="171500" cy="165200"/>
            </a:xfrm>
            <a:custGeom>
              <a:avLst/>
              <a:gdLst/>
              <a:ahLst/>
              <a:cxnLst/>
              <a:rect l="l" t="t" r="r" b="b"/>
              <a:pathLst>
                <a:path w="6860" h="6608" extrusionOk="0">
                  <a:moveTo>
                    <a:pt x="6859" y="0"/>
                  </a:moveTo>
                  <a:lnTo>
                    <a:pt x="6859" y="0"/>
                  </a:lnTo>
                  <a:cubicBezTo>
                    <a:pt x="5192" y="1353"/>
                    <a:pt x="3619" y="2863"/>
                    <a:pt x="2045" y="4279"/>
                  </a:cubicBezTo>
                  <a:cubicBezTo>
                    <a:pt x="1385" y="4909"/>
                    <a:pt x="692" y="5538"/>
                    <a:pt x="0" y="6167"/>
                  </a:cubicBezTo>
                  <a:cubicBezTo>
                    <a:pt x="32" y="6293"/>
                    <a:pt x="95" y="6387"/>
                    <a:pt x="126" y="6513"/>
                  </a:cubicBezTo>
                  <a:cubicBezTo>
                    <a:pt x="158" y="6545"/>
                    <a:pt x="158" y="6576"/>
                    <a:pt x="189" y="6608"/>
                  </a:cubicBezTo>
                  <a:cubicBezTo>
                    <a:pt x="913" y="5884"/>
                    <a:pt x="1699" y="5192"/>
                    <a:pt x="2391" y="4468"/>
                  </a:cubicBezTo>
                  <a:cubicBezTo>
                    <a:pt x="3807" y="3052"/>
                    <a:pt x="5255" y="1668"/>
                    <a:pt x="6733" y="315"/>
                  </a:cubicBezTo>
                  <a:cubicBezTo>
                    <a:pt x="6765" y="220"/>
                    <a:pt x="6828" y="95"/>
                    <a:pt x="6859" y="0"/>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38"/>
            <p:cNvSpPr/>
            <p:nvPr/>
          </p:nvSpPr>
          <p:spPr>
            <a:xfrm>
              <a:off x="3457575" y="2253375"/>
              <a:ext cx="56675" cy="54300"/>
            </a:xfrm>
            <a:custGeom>
              <a:avLst/>
              <a:gdLst/>
              <a:ahLst/>
              <a:cxnLst/>
              <a:rect l="l" t="t" r="r" b="b"/>
              <a:pathLst>
                <a:path w="2267" h="2172" extrusionOk="0">
                  <a:moveTo>
                    <a:pt x="1951" y="1"/>
                  </a:moveTo>
                  <a:cubicBezTo>
                    <a:pt x="1322" y="567"/>
                    <a:pt x="693" y="1102"/>
                    <a:pt x="64" y="1637"/>
                  </a:cubicBezTo>
                  <a:cubicBezTo>
                    <a:pt x="32" y="1826"/>
                    <a:pt x="1" y="2014"/>
                    <a:pt x="1" y="2172"/>
                  </a:cubicBezTo>
                  <a:cubicBezTo>
                    <a:pt x="724" y="1448"/>
                    <a:pt x="1480" y="756"/>
                    <a:pt x="2266" y="95"/>
                  </a:cubicBezTo>
                  <a:lnTo>
                    <a:pt x="2140" y="95"/>
                  </a:lnTo>
                  <a:cubicBezTo>
                    <a:pt x="2077" y="64"/>
                    <a:pt x="2014" y="32"/>
                    <a:pt x="1951" y="1"/>
                  </a:cubicBezTo>
                  <a:close/>
                </a:path>
              </a:pathLst>
            </a:custGeom>
            <a:solidFill>
              <a:srgbClr val="0E2E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38"/>
            <p:cNvSpPr/>
            <p:nvPr/>
          </p:nvSpPr>
          <p:spPr>
            <a:xfrm>
              <a:off x="1605800" y="396425"/>
              <a:ext cx="4172250" cy="550725"/>
            </a:xfrm>
            <a:custGeom>
              <a:avLst/>
              <a:gdLst/>
              <a:ahLst/>
              <a:cxnLst/>
              <a:rect l="l" t="t" r="r" b="b"/>
              <a:pathLst>
                <a:path w="166890" h="22029" extrusionOk="0">
                  <a:moveTo>
                    <a:pt x="85490" y="0"/>
                  </a:moveTo>
                  <a:cubicBezTo>
                    <a:pt x="68514" y="0"/>
                    <a:pt x="51479" y="3512"/>
                    <a:pt x="35277" y="8141"/>
                  </a:cubicBezTo>
                  <a:cubicBezTo>
                    <a:pt x="23352" y="11571"/>
                    <a:pt x="11679" y="15882"/>
                    <a:pt x="415" y="21073"/>
                  </a:cubicBezTo>
                  <a:cubicBezTo>
                    <a:pt x="1" y="21266"/>
                    <a:pt x="265" y="21799"/>
                    <a:pt x="655" y="21799"/>
                  </a:cubicBezTo>
                  <a:cubicBezTo>
                    <a:pt x="709" y="21799"/>
                    <a:pt x="766" y="21788"/>
                    <a:pt x="824" y="21765"/>
                  </a:cubicBezTo>
                  <a:cubicBezTo>
                    <a:pt x="20866" y="12483"/>
                    <a:pt x="42104" y="6033"/>
                    <a:pt x="63909" y="2572"/>
                  </a:cubicBezTo>
                  <a:cubicBezTo>
                    <a:pt x="71179" y="1454"/>
                    <a:pt x="78538" y="754"/>
                    <a:pt x="85889" y="754"/>
                  </a:cubicBezTo>
                  <a:cubicBezTo>
                    <a:pt x="90118" y="754"/>
                    <a:pt x="94345" y="985"/>
                    <a:pt x="98551" y="1503"/>
                  </a:cubicBezTo>
                  <a:cubicBezTo>
                    <a:pt x="109657" y="2855"/>
                    <a:pt x="120701" y="5593"/>
                    <a:pt x="131430" y="8802"/>
                  </a:cubicBezTo>
                  <a:cubicBezTo>
                    <a:pt x="143292" y="12326"/>
                    <a:pt x="154871" y="16731"/>
                    <a:pt x="166103" y="21986"/>
                  </a:cubicBezTo>
                  <a:cubicBezTo>
                    <a:pt x="166163" y="22015"/>
                    <a:pt x="166221" y="22028"/>
                    <a:pt x="166277" y="22028"/>
                  </a:cubicBezTo>
                  <a:cubicBezTo>
                    <a:pt x="166638" y="22028"/>
                    <a:pt x="166890" y="21484"/>
                    <a:pt x="166481" y="21293"/>
                  </a:cubicBezTo>
                  <a:cubicBezTo>
                    <a:pt x="146250" y="11854"/>
                    <a:pt x="124477" y="4680"/>
                    <a:pt x="102358" y="1251"/>
                  </a:cubicBezTo>
                  <a:cubicBezTo>
                    <a:pt x="96763" y="388"/>
                    <a:pt x="91130" y="0"/>
                    <a:pt x="8549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38"/>
            <p:cNvSpPr/>
            <p:nvPr/>
          </p:nvSpPr>
          <p:spPr>
            <a:xfrm>
              <a:off x="1606725" y="925425"/>
              <a:ext cx="1521300" cy="97025"/>
            </a:xfrm>
            <a:custGeom>
              <a:avLst/>
              <a:gdLst/>
              <a:ahLst/>
              <a:cxnLst/>
              <a:rect l="l" t="t" r="r" b="b"/>
              <a:pathLst>
                <a:path w="60852" h="3881" extrusionOk="0">
                  <a:moveTo>
                    <a:pt x="743" y="1"/>
                  </a:moveTo>
                  <a:cubicBezTo>
                    <a:pt x="624" y="1"/>
                    <a:pt x="510" y="59"/>
                    <a:pt x="441" y="196"/>
                  </a:cubicBezTo>
                  <a:cubicBezTo>
                    <a:pt x="0" y="1046"/>
                    <a:pt x="535" y="1486"/>
                    <a:pt x="1385" y="1644"/>
                  </a:cubicBezTo>
                  <a:cubicBezTo>
                    <a:pt x="3902" y="2147"/>
                    <a:pt x="6671" y="2053"/>
                    <a:pt x="9219" y="2210"/>
                  </a:cubicBezTo>
                  <a:cubicBezTo>
                    <a:pt x="14883" y="2619"/>
                    <a:pt x="20578" y="2934"/>
                    <a:pt x="26241" y="3185"/>
                  </a:cubicBezTo>
                  <a:cubicBezTo>
                    <a:pt x="36892" y="3657"/>
                    <a:pt x="47544" y="3881"/>
                    <a:pt x="58221" y="3881"/>
                  </a:cubicBezTo>
                  <a:cubicBezTo>
                    <a:pt x="58930" y="3881"/>
                    <a:pt x="59639" y="3880"/>
                    <a:pt x="60348" y="3878"/>
                  </a:cubicBezTo>
                  <a:cubicBezTo>
                    <a:pt x="60851" y="3878"/>
                    <a:pt x="60851" y="3091"/>
                    <a:pt x="60348" y="3091"/>
                  </a:cubicBezTo>
                  <a:cubicBezTo>
                    <a:pt x="59535" y="3094"/>
                    <a:pt x="58723" y="3095"/>
                    <a:pt x="57911" y="3095"/>
                  </a:cubicBezTo>
                  <a:cubicBezTo>
                    <a:pt x="48906" y="3095"/>
                    <a:pt x="39902" y="2934"/>
                    <a:pt x="30898" y="2588"/>
                  </a:cubicBezTo>
                  <a:cubicBezTo>
                    <a:pt x="26115" y="2399"/>
                    <a:pt x="21333" y="2179"/>
                    <a:pt x="16582" y="1895"/>
                  </a:cubicBezTo>
                  <a:cubicBezTo>
                    <a:pt x="14128" y="1769"/>
                    <a:pt x="11673" y="1612"/>
                    <a:pt x="9219" y="1423"/>
                  </a:cubicBezTo>
                  <a:cubicBezTo>
                    <a:pt x="7929" y="1360"/>
                    <a:pt x="6639" y="1266"/>
                    <a:pt x="5349" y="1172"/>
                  </a:cubicBezTo>
                  <a:cubicBezTo>
                    <a:pt x="4940" y="1140"/>
                    <a:pt x="1070" y="731"/>
                    <a:pt x="1133" y="605"/>
                  </a:cubicBezTo>
                  <a:cubicBezTo>
                    <a:pt x="1284" y="281"/>
                    <a:pt x="1004" y="1"/>
                    <a:pt x="74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38"/>
            <p:cNvSpPr/>
            <p:nvPr/>
          </p:nvSpPr>
          <p:spPr>
            <a:xfrm>
              <a:off x="3138225" y="999550"/>
              <a:ext cx="25975" cy="19675"/>
            </a:xfrm>
            <a:custGeom>
              <a:avLst/>
              <a:gdLst/>
              <a:ahLst/>
              <a:cxnLst/>
              <a:rect l="l" t="t" r="r" b="b"/>
              <a:pathLst>
                <a:path w="1039" h="787" extrusionOk="0">
                  <a:moveTo>
                    <a:pt x="504" y="0"/>
                  </a:moveTo>
                  <a:cubicBezTo>
                    <a:pt x="0" y="0"/>
                    <a:pt x="0" y="787"/>
                    <a:pt x="504" y="787"/>
                  </a:cubicBezTo>
                  <a:cubicBezTo>
                    <a:pt x="1039" y="787"/>
                    <a:pt x="1039" y="0"/>
                    <a:pt x="50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38"/>
            <p:cNvSpPr/>
            <p:nvPr/>
          </p:nvSpPr>
          <p:spPr>
            <a:xfrm>
              <a:off x="3173625" y="999550"/>
              <a:ext cx="26775" cy="19675"/>
            </a:xfrm>
            <a:custGeom>
              <a:avLst/>
              <a:gdLst/>
              <a:ahLst/>
              <a:cxnLst/>
              <a:rect l="l" t="t" r="r" b="b"/>
              <a:pathLst>
                <a:path w="1071" h="787" extrusionOk="0">
                  <a:moveTo>
                    <a:pt x="535" y="0"/>
                  </a:moveTo>
                  <a:cubicBezTo>
                    <a:pt x="0" y="0"/>
                    <a:pt x="0" y="787"/>
                    <a:pt x="535" y="787"/>
                  </a:cubicBezTo>
                  <a:cubicBezTo>
                    <a:pt x="1070" y="787"/>
                    <a:pt x="1070" y="0"/>
                    <a:pt x="53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38"/>
            <p:cNvSpPr/>
            <p:nvPr/>
          </p:nvSpPr>
          <p:spPr>
            <a:xfrm>
              <a:off x="3203500" y="999550"/>
              <a:ext cx="26000" cy="19675"/>
            </a:xfrm>
            <a:custGeom>
              <a:avLst/>
              <a:gdLst/>
              <a:ahLst/>
              <a:cxnLst/>
              <a:rect l="l" t="t" r="r" b="b"/>
              <a:pathLst>
                <a:path w="1040" h="787" extrusionOk="0">
                  <a:moveTo>
                    <a:pt x="536" y="0"/>
                  </a:moveTo>
                  <a:cubicBezTo>
                    <a:pt x="1" y="0"/>
                    <a:pt x="1" y="787"/>
                    <a:pt x="536" y="787"/>
                  </a:cubicBezTo>
                  <a:cubicBezTo>
                    <a:pt x="1039" y="787"/>
                    <a:pt x="1039" y="0"/>
                    <a:pt x="53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38"/>
            <p:cNvSpPr/>
            <p:nvPr/>
          </p:nvSpPr>
          <p:spPr>
            <a:xfrm>
              <a:off x="4259125" y="932025"/>
              <a:ext cx="1514525" cy="89575"/>
            </a:xfrm>
            <a:custGeom>
              <a:avLst/>
              <a:gdLst/>
              <a:ahLst/>
              <a:cxnLst/>
              <a:rect l="l" t="t" r="r" b="b"/>
              <a:pathLst>
                <a:path w="60581" h="3583" extrusionOk="0">
                  <a:moveTo>
                    <a:pt x="60113" y="0"/>
                  </a:moveTo>
                  <a:cubicBezTo>
                    <a:pt x="59956" y="0"/>
                    <a:pt x="59801" y="93"/>
                    <a:pt x="59750" y="310"/>
                  </a:cubicBezTo>
                  <a:lnTo>
                    <a:pt x="59750" y="278"/>
                  </a:lnTo>
                  <a:cubicBezTo>
                    <a:pt x="59467" y="1191"/>
                    <a:pt x="52797" y="1034"/>
                    <a:pt x="51790" y="1065"/>
                  </a:cubicBezTo>
                  <a:cubicBezTo>
                    <a:pt x="49430" y="1191"/>
                    <a:pt x="47102" y="1317"/>
                    <a:pt x="44742" y="1443"/>
                  </a:cubicBezTo>
                  <a:cubicBezTo>
                    <a:pt x="39802" y="1663"/>
                    <a:pt x="34831" y="1883"/>
                    <a:pt x="29891" y="2072"/>
                  </a:cubicBezTo>
                  <a:cubicBezTo>
                    <a:pt x="20106" y="2418"/>
                    <a:pt x="10289" y="2670"/>
                    <a:pt x="504" y="2796"/>
                  </a:cubicBezTo>
                  <a:cubicBezTo>
                    <a:pt x="0" y="2796"/>
                    <a:pt x="0" y="3582"/>
                    <a:pt x="504" y="3582"/>
                  </a:cubicBezTo>
                  <a:cubicBezTo>
                    <a:pt x="11359" y="3425"/>
                    <a:pt x="22182" y="3142"/>
                    <a:pt x="33006" y="2733"/>
                  </a:cubicBezTo>
                  <a:cubicBezTo>
                    <a:pt x="38355" y="2512"/>
                    <a:pt x="43704" y="2292"/>
                    <a:pt x="49053" y="2009"/>
                  </a:cubicBezTo>
                  <a:cubicBezTo>
                    <a:pt x="51664" y="1883"/>
                    <a:pt x="54244" y="1726"/>
                    <a:pt x="56856" y="1568"/>
                  </a:cubicBezTo>
                  <a:cubicBezTo>
                    <a:pt x="56961" y="1563"/>
                    <a:pt x="57075" y="1561"/>
                    <a:pt x="57195" y="1561"/>
                  </a:cubicBezTo>
                  <a:cubicBezTo>
                    <a:pt x="57471" y="1561"/>
                    <a:pt x="57780" y="1571"/>
                    <a:pt x="58097" y="1571"/>
                  </a:cubicBezTo>
                  <a:cubicBezTo>
                    <a:pt x="59122" y="1571"/>
                    <a:pt x="60222" y="1458"/>
                    <a:pt x="60505" y="499"/>
                  </a:cubicBezTo>
                  <a:cubicBezTo>
                    <a:pt x="60580" y="199"/>
                    <a:pt x="60344" y="0"/>
                    <a:pt x="6011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38"/>
            <p:cNvSpPr/>
            <p:nvPr/>
          </p:nvSpPr>
          <p:spPr>
            <a:xfrm>
              <a:off x="4219800" y="996400"/>
              <a:ext cx="25975" cy="19675"/>
            </a:xfrm>
            <a:custGeom>
              <a:avLst/>
              <a:gdLst/>
              <a:ahLst/>
              <a:cxnLst/>
              <a:rect l="l" t="t" r="r" b="b"/>
              <a:pathLst>
                <a:path w="1039" h="787" extrusionOk="0">
                  <a:moveTo>
                    <a:pt x="504" y="0"/>
                  </a:moveTo>
                  <a:cubicBezTo>
                    <a:pt x="0" y="0"/>
                    <a:pt x="0" y="787"/>
                    <a:pt x="504" y="787"/>
                  </a:cubicBezTo>
                  <a:cubicBezTo>
                    <a:pt x="1038" y="787"/>
                    <a:pt x="1038" y="0"/>
                    <a:pt x="50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38"/>
            <p:cNvSpPr/>
            <p:nvPr/>
          </p:nvSpPr>
          <p:spPr>
            <a:xfrm>
              <a:off x="4183600" y="996600"/>
              <a:ext cx="19700" cy="23225"/>
            </a:xfrm>
            <a:custGeom>
              <a:avLst/>
              <a:gdLst/>
              <a:ahLst/>
              <a:cxnLst/>
              <a:rect l="l" t="t" r="r" b="b"/>
              <a:pathLst>
                <a:path w="788" h="929" extrusionOk="0">
                  <a:moveTo>
                    <a:pt x="394" y="0"/>
                  </a:moveTo>
                  <a:cubicBezTo>
                    <a:pt x="197" y="0"/>
                    <a:pt x="1" y="134"/>
                    <a:pt x="1" y="401"/>
                  </a:cubicBezTo>
                  <a:lnTo>
                    <a:pt x="1" y="527"/>
                  </a:lnTo>
                  <a:cubicBezTo>
                    <a:pt x="1" y="795"/>
                    <a:pt x="197" y="928"/>
                    <a:pt x="394" y="928"/>
                  </a:cubicBezTo>
                  <a:cubicBezTo>
                    <a:pt x="591" y="928"/>
                    <a:pt x="787" y="795"/>
                    <a:pt x="787" y="527"/>
                  </a:cubicBezTo>
                  <a:lnTo>
                    <a:pt x="787" y="401"/>
                  </a:lnTo>
                  <a:cubicBezTo>
                    <a:pt x="787" y="134"/>
                    <a:pt x="591" y="0"/>
                    <a:pt x="39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38"/>
            <p:cNvSpPr/>
            <p:nvPr/>
          </p:nvSpPr>
          <p:spPr>
            <a:xfrm>
              <a:off x="3240825" y="238075"/>
              <a:ext cx="899950" cy="211700"/>
            </a:xfrm>
            <a:custGeom>
              <a:avLst/>
              <a:gdLst/>
              <a:ahLst/>
              <a:cxnLst/>
              <a:rect l="l" t="t" r="r" b="b"/>
              <a:pathLst>
                <a:path w="35998" h="8468" extrusionOk="0">
                  <a:moveTo>
                    <a:pt x="17619" y="1"/>
                  </a:moveTo>
                  <a:cubicBezTo>
                    <a:pt x="17531" y="1"/>
                    <a:pt x="17443" y="1"/>
                    <a:pt x="17355" y="2"/>
                  </a:cubicBezTo>
                  <a:cubicBezTo>
                    <a:pt x="10936" y="65"/>
                    <a:pt x="3825" y="2204"/>
                    <a:pt x="175" y="7899"/>
                  </a:cubicBezTo>
                  <a:cubicBezTo>
                    <a:pt x="1" y="8183"/>
                    <a:pt x="265" y="8467"/>
                    <a:pt x="538" y="8467"/>
                  </a:cubicBezTo>
                  <a:cubicBezTo>
                    <a:pt x="659" y="8467"/>
                    <a:pt x="781" y="8412"/>
                    <a:pt x="868" y="8277"/>
                  </a:cubicBezTo>
                  <a:cubicBezTo>
                    <a:pt x="4399" y="2763"/>
                    <a:pt x="11406" y="787"/>
                    <a:pt x="17657" y="787"/>
                  </a:cubicBezTo>
                  <a:cubicBezTo>
                    <a:pt x="17756" y="787"/>
                    <a:pt x="17854" y="788"/>
                    <a:pt x="17953" y="789"/>
                  </a:cubicBezTo>
                  <a:cubicBezTo>
                    <a:pt x="24371" y="852"/>
                    <a:pt x="30632" y="3148"/>
                    <a:pt x="35163" y="7711"/>
                  </a:cubicBezTo>
                  <a:cubicBezTo>
                    <a:pt x="35242" y="7789"/>
                    <a:pt x="35332" y="7822"/>
                    <a:pt x="35419" y="7822"/>
                  </a:cubicBezTo>
                  <a:cubicBezTo>
                    <a:pt x="35719" y="7822"/>
                    <a:pt x="35997" y="7436"/>
                    <a:pt x="35730" y="7144"/>
                  </a:cubicBezTo>
                  <a:cubicBezTo>
                    <a:pt x="30978" y="2362"/>
                    <a:pt x="24326" y="1"/>
                    <a:pt x="1761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38"/>
            <p:cNvSpPr/>
            <p:nvPr/>
          </p:nvSpPr>
          <p:spPr>
            <a:xfrm>
              <a:off x="3058925" y="3042350"/>
              <a:ext cx="377750" cy="307750"/>
            </a:xfrm>
            <a:custGeom>
              <a:avLst/>
              <a:gdLst/>
              <a:ahLst/>
              <a:cxnLst/>
              <a:rect l="l" t="t" r="r" b="b"/>
              <a:pathLst>
                <a:path w="15110" h="12310" extrusionOk="0">
                  <a:moveTo>
                    <a:pt x="236" y="1"/>
                  </a:moveTo>
                  <a:cubicBezTo>
                    <a:pt x="115" y="1"/>
                    <a:pt x="1" y="88"/>
                    <a:pt x="57" y="220"/>
                  </a:cubicBezTo>
                  <a:lnTo>
                    <a:pt x="57" y="252"/>
                  </a:lnTo>
                  <a:cubicBezTo>
                    <a:pt x="2637" y="6482"/>
                    <a:pt x="8175" y="11012"/>
                    <a:pt x="14783" y="12302"/>
                  </a:cubicBezTo>
                  <a:cubicBezTo>
                    <a:pt x="14802" y="12307"/>
                    <a:pt x="14820" y="12309"/>
                    <a:pt x="14837" y="12309"/>
                  </a:cubicBezTo>
                  <a:cubicBezTo>
                    <a:pt x="15047" y="12309"/>
                    <a:pt x="15109" y="11983"/>
                    <a:pt x="14877" y="11925"/>
                  </a:cubicBezTo>
                  <a:cubicBezTo>
                    <a:pt x="8395" y="10666"/>
                    <a:pt x="2984" y="6230"/>
                    <a:pt x="435" y="126"/>
                  </a:cubicBezTo>
                  <a:cubicBezTo>
                    <a:pt x="398" y="38"/>
                    <a:pt x="315" y="1"/>
                    <a:pt x="23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38"/>
            <p:cNvSpPr/>
            <p:nvPr/>
          </p:nvSpPr>
          <p:spPr>
            <a:xfrm>
              <a:off x="2202375" y="2436225"/>
              <a:ext cx="628625" cy="708575"/>
            </a:xfrm>
            <a:custGeom>
              <a:avLst/>
              <a:gdLst/>
              <a:ahLst/>
              <a:cxnLst/>
              <a:rect l="l" t="t" r="r" b="b"/>
              <a:pathLst>
                <a:path w="25145" h="28343" extrusionOk="0">
                  <a:moveTo>
                    <a:pt x="259" y="0"/>
                  </a:moveTo>
                  <a:cubicBezTo>
                    <a:pt x="135" y="0"/>
                    <a:pt x="1" y="151"/>
                    <a:pt x="87" y="301"/>
                  </a:cubicBezTo>
                  <a:cubicBezTo>
                    <a:pt x="2981" y="6531"/>
                    <a:pt x="6600" y="12415"/>
                    <a:pt x="10847" y="17826"/>
                  </a:cubicBezTo>
                  <a:cubicBezTo>
                    <a:pt x="14497" y="22420"/>
                    <a:pt x="18934" y="26857"/>
                    <a:pt x="24817" y="28335"/>
                  </a:cubicBezTo>
                  <a:cubicBezTo>
                    <a:pt x="24837" y="28340"/>
                    <a:pt x="24855" y="28342"/>
                    <a:pt x="24872" y="28342"/>
                  </a:cubicBezTo>
                  <a:cubicBezTo>
                    <a:pt x="25081" y="28342"/>
                    <a:pt x="25144" y="28016"/>
                    <a:pt x="24912" y="27958"/>
                  </a:cubicBezTo>
                  <a:cubicBezTo>
                    <a:pt x="18965" y="26479"/>
                    <a:pt x="14560" y="21917"/>
                    <a:pt x="10910" y="17260"/>
                  </a:cubicBezTo>
                  <a:cubicBezTo>
                    <a:pt x="6757" y="11943"/>
                    <a:pt x="3233" y="6185"/>
                    <a:pt x="401" y="112"/>
                  </a:cubicBezTo>
                  <a:cubicBezTo>
                    <a:pt x="372" y="32"/>
                    <a:pt x="316" y="0"/>
                    <a:pt x="25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38"/>
            <p:cNvSpPr/>
            <p:nvPr/>
          </p:nvSpPr>
          <p:spPr>
            <a:xfrm>
              <a:off x="2455000" y="3024250"/>
              <a:ext cx="382525" cy="215600"/>
            </a:xfrm>
            <a:custGeom>
              <a:avLst/>
              <a:gdLst/>
              <a:ahLst/>
              <a:cxnLst/>
              <a:rect l="l" t="t" r="r" b="b"/>
              <a:pathLst>
                <a:path w="15301" h="8624" extrusionOk="0">
                  <a:moveTo>
                    <a:pt x="272" y="1"/>
                  </a:moveTo>
                  <a:cubicBezTo>
                    <a:pt x="132" y="1"/>
                    <a:pt x="0" y="195"/>
                    <a:pt x="145" y="315"/>
                  </a:cubicBezTo>
                  <a:lnTo>
                    <a:pt x="145" y="346"/>
                  </a:lnTo>
                  <a:cubicBezTo>
                    <a:pt x="4015" y="4688"/>
                    <a:pt x="9238" y="7583"/>
                    <a:pt x="14933" y="8621"/>
                  </a:cubicBezTo>
                  <a:cubicBezTo>
                    <a:pt x="14943" y="8623"/>
                    <a:pt x="14952" y="8623"/>
                    <a:pt x="14962" y="8623"/>
                  </a:cubicBezTo>
                  <a:cubicBezTo>
                    <a:pt x="15194" y="8623"/>
                    <a:pt x="15300" y="8273"/>
                    <a:pt x="15058" y="8212"/>
                  </a:cubicBezTo>
                  <a:cubicBezTo>
                    <a:pt x="9395" y="7206"/>
                    <a:pt x="4235" y="4342"/>
                    <a:pt x="396" y="63"/>
                  </a:cubicBezTo>
                  <a:cubicBezTo>
                    <a:pt x="359" y="19"/>
                    <a:pt x="315" y="1"/>
                    <a:pt x="27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38"/>
            <p:cNvSpPr/>
            <p:nvPr/>
          </p:nvSpPr>
          <p:spPr>
            <a:xfrm>
              <a:off x="3503250" y="3087950"/>
              <a:ext cx="231225" cy="438075"/>
            </a:xfrm>
            <a:custGeom>
              <a:avLst/>
              <a:gdLst/>
              <a:ahLst/>
              <a:cxnLst/>
              <a:rect l="l" t="t" r="r" b="b"/>
              <a:pathLst>
                <a:path w="9249" h="17523" extrusionOk="0">
                  <a:moveTo>
                    <a:pt x="9056" y="1"/>
                  </a:moveTo>
                  <a:cubicBezTo>
                    <a:pt x="8958" y="1"/>
                    <a:pt x="8856" y="64"/>
                    <a:pt x="8840" y="190"/>
                  </a:cubicBezTo>
                  <a:cubicBezTo>
                    <a:pt x="8494" y="3525"/>
                    <a:pt x="7518" y="6734"/>
                    <a:pt x="5977" y="9723"/>
                  </a:cubicBezTo>
                  <a:cubicBezTo>
                    <a:pt x="4561" y="12492"/>
                    <a:pt x="2830" y="15355"/>
                    <a:pt x="187" y="17149"/>
                  </a:cubicBezTo>
                  <a:cubicBezTo>
                    <a:pt x="0" y="17256"/>
                    <a:pt x="131" y="17522"/>
                    <a:pt x="291" y="17522"/>
                  </a:cubicBezTo>
                  <a:cubicBezTo>
                    <a:pt x="319" y="17522"/>
                    <a:pt x="348" y="17514"/>
                    <a:pt x="376" y="17495"/>
                  </a:cubicBezTo>
                  <a:cubicBezTo>
                    <a:pt x="3082" y="15670"/>
                    <a:pt x="4876" y="12744"/>
                    <a:pt x="6323" y="9912"/>
                  </a:cubicBezTo>
                  <a:cubicBezTo>
                    <a:pt x="7896" y="6892"/>
                    <a:pt x="8871" y="3588"/>
                    <a:pt x="9249" y="190"/>
                  </a:cubicBezTo>
                  <a:cubicBezTo>
                    <a:pt x="9249" y="64"/>
                    <a:pt x="9155" y="1"/>
                    <a:pt x="905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38"/>
            <p:cNvSpPr/>
            <p:nvPr/>
          </p:nvSpPr>
          <p:spPr>
            <a:xfrm>
              <a:off x="3725675" y="3087400"/>
              <a:ext cx="62350" cy="144625"/>
            </a:xfrm>
            <a:custGeom>
              <a:avLst/>
              <a:gdLst/>
              <a:ahLst/>
              <a:cxnLst/>
              <a:rect l="l" t="t" r="r" b="b"/>
              <a:pathLst>
                <a:path w="2494" h="5785" extrusionOk="0">
                  <a:moveTo>
                    <a:pt x="231" y="1"/>
                  </a:moveTo>
                  <a:cubicBezTo>
                    <a:pt x="117" y="1"/>
                    <a:pt x="0" y="95"/>
                    <a:pt x="37" y="243"/>
                  </a:cubicBezTo>
                  <a:cubicBezTo>
                    <a:pt x="572" y="2131"/>
                    <a:pt x="1233" y="3924"/>
                    <a:pt x="2082" y="5686"/>
                  </a:cubicBezTo>
                  <a:cubicBezTo>
                    <a:pt x="2112" y="5756"/>
                    <a:pt x="2167" y="5785"/>
                    <a:pt x="2225" y="5785"/>
                  </a:cubicBezTo>
                  <a:cubicBezTo>
                    <a:pt x="2351" y="5785"/>
                    <a:pt x="2493" y="5649"/>
                    <a:pt x="2429" y="5498"/>
                  </a:cubicBezTo>
                  <a:cubicBezTo>
                    <a:pt x="1611" y="3767"/>
                    <a:pt x="918" y="1974"/>
                    <a:pt x="415" y="149"/>
                  </a:cubicBezTo>
                  <a:cubicBezTo>
                    <a:pt x="389" y="46"/>
                    <a:pt x="311" y="1"/>
                    <a:pt x="23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38"/>
            <p:cNvSpPr/>
            <p:nvPr/>
          </p:nvSpPr>
          <p:spPr>
            <a:xfrm>
              <a:off x="3785600" y="3239775"/>
              <a:ext cx="12600" cy="10250"/>
            </a:xfrm>
            <a:custGeom>
              <a:avLst/>
              <a:gdLst/>
              <a:ahLst/>
              <a:cxnLst/>
              <a:rect l="l" t="t" r="r" b="b"/>
              <a:pathLst>
                <a:path w="504" h="410" extrusionOk="0">
                  <a:moveTo>
                    <a:pt x="252" y="0"/>
                  </a:moveTo>
                  <a:cubicBezTo>
                    <a:pt x="0" y="0"/>
                    <a:pt x="0" y="410"/>
                    <a:pt x="252" y="410"/>
                  </a:cubicBezTo>
                  <a:cubicBezTo>
                    <a:pt x="504" y="410"/>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38"/>
            <p:cNvSpPr/>
            <p:nvPr/>
          </p:nvSpPr>
          <p:spPr>
            <a:xfrm>
              <a:off x="3795025" y="3253150"/>
              <a:ext cx="10250" cy="11625"/>
            </a:xfrm>
            <a:custGeom>
              <a:avLst/>
              <a:gdLst/>
              <a:ahLst/>
              <a:cxnLst/>
              <a:rect l="l" t="t" r="r" b="b"/>
              <a:pathLst>
                <a:path w="410" h="465" extrusionOk="0">
                  <a:moveTo>
                    <a:pt x="205" y="0"/>
                  </a:moveTo>
                  <a:cubicBezTo>
                    <a:pt x="103" y="0"/>
                    <a:pt x="1" y="63"/>
                    <a:pt x="1" y="189"/>
                  </a:cubicBezTo>
                  <a:lnTo>
                    <a:pt x="1" y="252"/>
                  </a:lnTo>
                  <a:cubicBezTo>
                    <a:pt x="1" y="394"/>
                    <a:pt x="103" y="464"/>
                    <a:pt x="205" y="464"/>
                  </a:cubicBezTo>
                  <a:cubicBezTo>
                    <a:pt x="307" y="464"/>
                    <a:pt x="410" y="394"/>
                    <a:pt x="410" y="252"/>
                  </a:cubicBezTo>
                  <a:lnTo>
                    <a:pt x="410" y="189"/>
                  </a:lnTo>
                  <a:cubicBezTo>
                    <a:pt x="410" y="63"/>
                    <a:pt x="307" y="0"/>
                    <a:pt x="20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38"/>
            <p:cNvSpPr/>
            <p:nvPr/>
          </p:nvSpPr>
          <p:spPr>
            <a:xfrm>
              <a:off x="3805200" y="3268350"/>
              <a:ext cx="110875" cy="141350"/>
            </a:xfrm>
            <a:custGeom>
              <a:avLst/>
              <a:gdLst/>
              <a:ahLst/>
              <a:cxnLst/>
              <a:rect l="l" t="t" r="r" b="b"/>
              <a:pathLst>
                <a:path w="4435" h="5654" extrusionOk="0">
                  <a:moveTo>
                    <a:pt x="257" y="0"/>
                  </a:moveTo>
                  <a:cubicBezTo>
                    <a:pt x="129" y="0"/>
                    <a:pt x="1" y="122"/>
                    <a:pt x="66" y="273"/>
                  </a:cubicBezTo>
                  <a:lnTo>
                    <a:pt x="97" y="273"/>
                  </a:lnTo>
                  <a:cubicBezTo>
                    <a:pt x="1198" y="2256"/>
                    <a:pt x="2583" y="3860"/>
                    <a:pt x="4030" y="5591"/>
                  </a:cubicBezTo>
                  <a:cubicBezTo>
                    <a:pt x="4067" y="5635"/>
                    <a:pt x="4110" y="5653"/>
                    <a:pt x="4153" y="5653"/>
                  </a:cubicBezTo>
                  <a:cubicBezTo>
                    <a:pt x="4295" y="5653"/>
                    <a:pt x="4434" y="5453"/>
                    <a:pt x="4313" y="5308"/>
                  </a:cubicBezTo>
                  <a:cubicBezTo>
                    <a:pt x="2897" y="3609"/>
                    <a:pt x="1513" y="2004"/>
                    <a:pt x="412" y="85"/>
                  </a:cubicBezTo>
                  <a:cubicBezTo>
                    <a:pt x="372" y="26"/>
                    <a:pt x="315" y="0"/>
                    <a:pt x="257"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38"/>
            <p:cNvSpPr/>
            <p:nvPr/>
          </p:nvSpPr>
          <p:spPr>
            <a:xfrm>
              <a:off x="3916175" y="3410475"/>
              <a:ext cx="13375" cy="10250"/>
            </a:xfrm>
            <a:custGeom>
              <a:avLst/>
              <a:gdLst/>
              <a:ahLst/>
              <a:cxnLst/>
              <a:rect l="l" t="t" r="r" b="b"/>
              <a:pathLst>
                <a:path w="535" h="410" extrusionOk="0">
                  <a:moveTo>
                    <a:pt x="283" y="0"/>
                  </a:moveTo>
                  <a:cubicBezTo>
                    <a:pt x="0" y="0"/>
                    <a:pt x="0" y="409"/>
                    <a:pt x="283" y="409"/>
                  </a:cubicBezTo>
                  <a:cubicBezTo>
                    <a:pt x="535" y="409"/>
                    <a:pt x="535" y="0"/>
                    <a:pt x="28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38"/>
            <p:cNvSpPr/>
            <p:nvPr/>
          </p:nvSpPr>
          <p:spPr>
            <a:xfrm>
              <a:off x="3931300" y="3424250"/>
              <a:ext cx="172625" cy="104275"/>
            </a:xfrm>
            <a:custGeom>
              <a:avLst/>
              <a:gdLst/>
              <a:ahLst/>
              <a:cxnLst/>
              <a:rect l="l" t="t" r="r" b="b"/>
              <a:pathLst>
                <a:path w="6905" h="4171" extrusionOk="0">
                  <a:moveTo>
                    <a:pt x="310" y="1"/>
                  </a:moveTo>
                  <a:cubicBezTo>
                    <a:pt x="148" y="1"/>
                    <a:pt x="0" y="205"/>
                    <a:pt x="150" y="330"/>
                  </a:cubicBezTo>
                  <a:lnTo>
                    <a:pt x="150" y="362"/>
                  </a:lnTo>
                  <a:cubicBezTo>
                    <a:pt x="2007" y="1872"/>
                    <a:pt x="4178" y="3634"/>
                    <a:pt x="6569" y="4169"/>
                  </a:cubicBezTo>
                  <a:cubicBezTo>
                    <a:pt x="6579" y="4170"/>
                    <a:pt x="6589" y="4171"/>
                    <a:pt x="6598" y="4171"/>
                  </a:cubicBezTo>
                  <a:cubicBezTo>
                    <a:pt x="6828" y="4171"/>
                    <a:pt x="6905" y="3820"/>
                    <a:pt x="6663" y="3760"/>
                  </a:cubicBezTo>
                  <a:cubicBezTo>
                    <a:pt x="4366" y="3288"/>
                    <a:pt x="2195" y="1526"/>
                    <a:pt x="433" y="47"/>
                  </a:cubicBezTo>
                  <a:cubicBezTo>
                    <a:pt x="395" y="15"/>
                    <a:pt x="352" y="1"/>
                    <a:pt x="310"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38"/>
            <p:cNvSpPr/>
            <p:nvPr/>
          </p:nvSpPr>
          <p:spPr>
            <a:xfrm>
              <a:off x="3954900" y="3161825"/>
              <a:ext cx="185275" cy="286000"/>
            </a:xfrm>
            <a:custGeom>
              <a:avLst/>
              <a:gdLst/>
              <a:ahLst/>
              <a:cxnLst/>
              <a:rect l="l" t="t" r="r" b="b"/>
              <a:pathLst>
                <a:path w="7411" h="11440" extrusionOk="0">
                  <a:moveTo>
                    <a:pt x="7138" y="1"/>
                  </a:moveTo>
                  <a:cubicBezTo>
                    <a:pt x="7077" y="1"/>
                    <a:pt x="7017" y="30"/>
                    <a:pt x="6978" y="98"/>
                  </a:cubicBezTo>
                  <a:cubicBezTo>
                    <a:pt x="5940" y="2143"/>
                    <a:pt x="4870" y="4188"/>
                    <a:pt x="3800" y="6233"/>
                  </a:cubicBezTo>
                  <a:cubicBezTo>
                    <a:pt x="2856" y="8058"/>
                    <a:pt x="1818" y="9852"/>
                    <a:pt x="150" y="11110"/>
                  </a:cubicBezTo>
                  <a:cubicBezTo>
                    <a:pt x="0" y="11235"/>
                    <a:pt x="148" y="11440"/>
                    <a:pt x="310" y="11440"/>
                  </a:cubicBezTo>
                  <a:cubicBezTo>
                    <a:pt x="352" y="11440"/>
                    <a:pt x="394" y="11426"/>
                    <a:pt x="433" y="11394"/>
                  </a:cubicBezTo>
                  <a:lnTo>
                    <a:pt x="465" y="11394"/>
                  </a:lnTo>
                  <a:cubicBezTo>
                    <a:pt x="2038" y="10166"/>
                    <a:pt x="3076" y="8467"/>
                    <a:pt x="3989" y="6737"/>
                  </a:cubicBezTo>
                  <a:cubicBezTo>
                    <a:pt x="5121" y="4597"/>
                    <a:pt x="6223" y="2458"/>
                    <a:pt x="7324" y="318"/>
                  </a:cubicBezTo>
                  <a:cubicBezTo>
                    <a:pt x="7411" y="144"/>
                    <a:pt x="7273" y="1"/>
                    <a:pt x="713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38"/>
            <p:cNvSpPr/>
            <p:nvPr/>
          </p:nvSpPr>
          <p:spPr>
            <a:xfrm>
              <a:off x="4133650" y="3160325"/>
              <a:ext cx="121600" cy="400850"/>
            </a:xfrm>
            <a:custGeom>
              <a:avLst/>
              <a:gdLst/>
              <a:ahLst/>
              <a:cxnLst/>
              <a:rect l="l" t="t" r="r" b="b"/>
              <a:pathLst>
                <a:path w="4864" h="16034" extrusionOk="0">
                  <a:moveTo>
                    <a:pt x="198" y="1"/>
                  </a:moveTo>
                  <a:cubicBezTo>
                    <a:pt x="95" y="1"/>
                    <a:pt x="1" y="64"/>
                    <a:pt x="17" y="189"/>
                  </a:cubicBezTo>
                  <a:cubicBezTo>
                    <a:pt x="457" y="5664"/>
                    <a:pt x="1967" y="11013"/>
                    <a:pt x="4453" y="15921"/>
                  </a:cubicBezTo>
                  <a:cubicBezTo>
                    <a:pt x="4493" y="16001"/>
                    <a:pt x="4552" y="16034"/>
                    <a:pt x="4611" y="16034"/>
                  </a:cubicBezTo>
                  <a:cubicBezTo>
                    <a:pt x="4737" y="16034"/>
                    <a:pt x="4864" y="15883"/>
                    <a:pt x="4799" y="15733"/>
                  </a:cubicBezTo>
                  <a:cubicBezTo>
                    <a:pt x="2345" y="10887"/>
                    <a:pt x="835" y="5601"/>
                    <a:pt x="426" y="189"/>
                  </a:cubicBezTo>
                  <a:cubicBezTo>
                    <a:pt x="410" y="64"/>
                    <a:pt x="300" y="1"/>
                    <a:pt x="19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38"/>
            <p:cNvSpPr/>
            <p:nvPr/>
          </p:nvSpPr>
          <p:spPr>
            <a:xfrm>
              <a:off x="4168350" y="3334975"/>
              <a:ext cx="380925" cy="262900"/>
            </a:xfrm>
            <a:custGeom>
              <a:avLst/>
              <a:gdLst/>
              <a:ahLst/>
              <a:cxnLst/>
              <a:rect l="l" t="t" r="r" b="b"/>
              <a:pathLst>
                <a:path w="15237" h="10516" extrusionOk="0">
                  <a:moveTo>
                    <a:pt x="14955" y="0"/>
                  </a:moveTo>
                  <a:cubicBezTo>
                    <a:pt x="14912" y="0"/>
                    <a:pt x="14869" y="19"/>
                    <a:pt x="14832" y="63"/>
                  </a:cubicBezTo>
                  <a:cubicBezTo>
                    <a:pt x="10962" y="4656"/>
                    <a:pt x="5897" y="8149"/>
                    <a:pt x="233" y="10100"/>
                  </a:cubicBezTo>
                  <a:cubicBezTo>
                    <a:pt x="1" y="10187"/>
                    <a:pt x="64" y="10516"/>
                    <a:pt x="273" y="10516"/>
                  </a:cubicBezTo>
                  <a:cubicBezTo>
                    <a:pt x="290" y="10516"/>
                    <a:pt x="308" y="10513"/>
                    <a:pt x="328" y="10509"/>
                  </a:cubicBezTo>
                  <a:cubicBezTo>
                    <a:pt x="6086" y="8495"/>
                    <a:pt x="11183" y="5002"/>
                    <a:pt x="15116" y="346"/>
                  </a:cubicBezTo>
                  <a:cubicBezTo>
                    <a:pt x="15236" y="201"/>
                    <a:pt x="15098" y="0"/>
                    <a:pt x="1495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38"/>
            <p:cNvSpPr/>
            <p:nvPr/>
          </p:nvSpPr>
          <p:spPr>
            <a:xfrm>
              <a:off x="4443100" y="2993475"/>
              <a:ext cx="330525" cy="367825"/>
            </a:xfrm>
            <a:custGeom>
              <a:avLst/>
              <a:gdLst/>
              <a:ahLst/>
              <a:cxnLst/>
              <a:rect l="l" t="t" r="r" b="b"/>
              <a:pathLst>
                <a:path w="13221" h="14713" extrusionOk="0">
                  <a:moveTo>
                    <a:pt x="12952" y="0"/>
                  </a:moveTo>
                  <a:cubicBezTo>
                    <a:pt x="12894" y="0"/>
                    <a:pt x="12839" y="29"/>
                    <a:pt x="12810" y="99"/>
                  </a:cubicBezTo>
                  <a:cubicBezTo>
                    <a:pt x="9884" y="5762"/>
                    <a:pt x="6548" y="11961"/>
                    <a:pt x="224" y="14320"/>
                  </a:cubicBezTo>
                  <a:cubicBezTo>
                    <a:pt x="0" y="14404"/>
                    <a:pt x="50" y="14713"/>
                    <a:pt x="242" y="14713"/>
                  </a:cubicBezTo>
                  <a:cubicBezTo>
                    <a:pt x="265" y="14713"/>
                    <a:pt x="291" y="14708"/>
                    <a:pt x="319" y="14698"/>
                  </a:cubicBezTo>
                  <a:cubicBezTo>
                    <a:pt x="6737" y="12307"/>
                    <a:pt x="10135" y="6045"/>
                    <a:pt x="13156" y="287"/>
                  </a:cubicBezTo>
                  <a:cubicBezTo>
                    <a:pt x="13220" y="137"/>
                    <a:pt x="13078" y="0"/>
                    <a:pt x="129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38"/>
            <p:cNvSpPr/>
            <p:nvPr/>
          </p:nvSpPr>
          <p:spPr>
            <a:xfrm>
              <a:off x="5175225" y="2935000"/>
              <a:ext cx="246175" cy="164150"/>
            </a:xfrm>
            <a:custGeom>
              <a:avLst/>
              <a:gdLst/>
              <a:ahLst/>
              <a:cxnLst/>
              <a:rect l="l" t="t" r="r" b="b"/>
              <a:pathLst>
                <a:path w="9847" h="6566" extrusionOk="0">
                  <a:moveTo>
                    <a:pt x="9554" y="0"/>
                  </a:moveTo>
                  <a:cubicBezTo>
                    <a:pt x="9494" y="0"/>
                    <a:pt x="9433" y="23"/>
                    <a:pt x="9388" y="78"/>
                  </a:cubicBezTo>
                  <a:cubicBezTo>
                    <a:pt x="7091" y="3067"/>
                    <a:pt x="3882" y="5206"/>
                    <a:pt x="263" y="6150"/>
                  </a:cubicBezTo>
                  <a:cubicBezTo>
                    <a:pt x="0" y="6209"/>
                    <a:pt x="90" y="6566"/>
                    <a:pt x="306" y="6566"/>
                  </a:cubicBezTo>
                  <a:cubicBezTo>
                    <a:pt x="323" y="6566"/>
                    <a:pt x="340" y="6564"/>
                    <a:pt x="358" y="6559"/>
                  </a:cubicBezTo>
                  <a:lnTo>
                    <a:pt x="358" y="6528"/>
                  </a:lnTo>
                  <a:cubicBezTo>
                    <a:pt x="4071" y="5521"/>
                    <a:pt x="7374" y="3350"/>
                    <a:pt x="9734" y="298"/>
                  </a:cubicBezTo>
                  <a:cubicBezTo>
                    <a:pt x="9846" y="141"/>
                    <a:pt x="9703" y="0"/>
                    <a:pt x="955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38"/>
            <p:cNvSpPr/>
            <p:nvPr/>
          </p:nvSpPr>
          <p:spPr>
            <a:xfrm>
              <a:off x="5426425" y="2912550"/>
              <a:ext cx="10250" cy="11825"/>
            </a:xfrm>
            <a:custGeom>
              <a:avLst/>
              <a:gdLst/>
              <a:ahLst/>
              <a:cxnLst/>
              <a:rect l="l" t="t" r="r" b="b"/>
              <a:pathLst>
                <a:path w="410" h="473" extrusionOk="0">
                  <a:moveTo>
                    <a:pt x="205" y="0"/>
                  </a:moveTo>
                  <a:cubicBezTo>
                    <a:pt x="103" y="0"/>
                    <a:pt x="1" y="63"/>
                    <a:pt x="1" y="189"/>
                  </a:cubicBezTo>
                  <a:lnTo>
                    <a:pt x="1" y="284"/>
                  </a:lnTo>
                  <a:cubicBezTo>
                    <a:pt x="1" y="410"/>
                    <a:pt x="103" y="472"/>
                    <a:pt x="205" y="472"/>
                  </a:cubicBezTo>
                  <a:cubicBezTo>
                    <a:pt x="307" y="472"/>
                    <a:pt x="410" y="410"/>
                    <a:pt x="410" y="284"/>
                  </a:cubicBezTo>
                  <a:lnTo>
                    <a:pt x="410" y="189"/>
                  </a:lnTo>
                  <a:cubicBezTo>
                    <a:pt x="410" y="63"/>
                    <a:pt x="307" y="0"/>
                    <a:pt x="20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38"/>
            <p:cNvSpPr/>
            <p:nvPr/>
          </p:nvSpPr>
          <p:spPr>
            <a:xfrm>
              <a:off x="5444525" y="2885025"/>
              <a:ext cx="12600" cy="10250"/>
            </a:xfrm>
            <a:custGeom>
              <a:avLst/>
              <a:gdLst/>
              <a:ahLst/>
              <a:cxnLst/>
              <a:rect l="l" t="t" r="r" b="b"/>
              <a:pathLst>
                <a:path w="504" h="410" extrusionOk="0">
                  <a:moveTo>
                    <a:pt x="252" y="0"/>
                  </a:moveTo>
                  <a:cubicBezTo>
                    <a:pt x="0" y="0"/>
                    <a:pt x="0" y="409"/>
                    <a:pt x="252" y="409"/>
                  </a:cubicBezTo>
                  <a:cubicBezTo>
                    <a:pt x="504" y="409"/>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38"/>
            <p:cNvSpPr/>
            <p:nvPr/>
          </p:nvSpPr>
          <p:spPr>
            <a:xfrm>
              <a:off x="5445175" y="2875575"/>
              <a:ext cx="22650" cy="19500"/>
            </a:xfrm>
            <a:custGeom>
              <a:avLst/>
              <a:gdLst/>
              <a:ahLst/>
              <a:cxnLst/>
              <a:rect l="l" t="t" r="r" b="b"/>
              <a:pathLst>
                <a:path w="906" h="780" extrusionOk="0">
                  <a:moveTo>
                    <a:pt x="619" y="1"/>
                  </a:moveTo>
                  <a:cubicBezTo>
                    <a:pt x="572" y="1"/>
                    <a:pt x="522" y="19"/>
                    <a:pt x="478" y="64"/>
                  </a:cubicBezTo>
                  <a:cubicBezTo>
                    <a:pt x="320" y="221"/>
                    <a:pt x="226" y="315"/>
                    <a:pt x="100" y="441"/>
                  </a:cubicBezTo>
                  <a:cubicBezTo>
                    <a:pt x="0" y="541"/>
                    <a:pt x="118" y="780"/>
                    <a:pt x="266" y="780"/>
                  </a:cubicBezTo>
                  <a:cubicBezTo>
                    <a:pt x="304" y="780"/>
                    <a:pt x="344" y="763"/>
                    <a:pt x="383" y="724"/>
                  </a:cubicBezTo>
                  <a:lnTo>
                    <a:pt x="761" y="315"/>
                  </a:lnTo>
                  <a:cubicBezTo>
                    <a:pt x="905" y="195"/>
                    <a:pt x="774" y="1"/>
                    <a:pt x="61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38"/>
            <p:cNvSpPr/>
            <p:nvPr/>
          </p:nvSpPr>
          <p:spPr>
            <a:xfrm>
              <a:off x="5478475" y="2821200"/>
              <a:ext cx="30375" cy="39375"/>
            </a:xfrm>
            <a:custGeom>
              <a:avLst/>
              <a:gdLst/>
              <a:ahLst/>
              <a:cxnLst/>
              <a:rect l="l" t="t" r="r" b="b"/>
              <a:pathLst>
                <a:path w="1215" h="1575" extrusionOk="0">
                  <a:moveTo>
                    <a:pt x="945" y="1"/>
                  </a:moveTo>
                  <a:cubicBezTo>
                    <a:pt x="883" y="1"/>
                    <a:pt x="822" y="30"/>
                    <a:pt x="782" y="99"/>
                  </a:cubicBezTo>
                  <a:lnTo>
                    <a:pt x="90" y="1263"/>
                  </a:lnTo>
                  <a:cubicBezTo>
                    <a:pt x="1" y="1419"/>
                    <a:pt x="148" y="1575"/>
                    <a:pt x="286" y="1575"/>
                  </a:cubicBezTo>
                  <a:cubicBezTo>
                    <a:pt x="343" y="1575"/>
                    <a:pt x="399" y="1548"/>
                    <a:pt x="436" y="1483"/>
                  </a:cubicBezTo>
                  <a:lnTo>
                    <a:pt x="1128" y="288"/>
                  </a:lnTo>
                  <a:cubicBezTo>
                    <a:pt x="1214" y="137"/>
                    <a:pt x="1079" y="1"/>
                    <a:pt x="94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38"/>
            <p:cNvSpPr/>
            <p:nvPr/>
          </p:nvSpPr>
          <p:spPr>
            <a:xfrm>
              <a:off x="5516100" y="2779625"/>
              <a:ext cx="12625" cy="9450"/>
            </a:xfrm>
            <a:custGeom>
              <a:avLst/>
              <a:gdLst/>
              <a:ahLst/>
              <a:cxnLst/>
              <a:rect l="l" t="t" r="r" b="b"/>
              <a:pathLst>
                <a:path w="505" h="378" extrusionOk="0">
                  <a:moveTo>
                    <a:pt x="252" y="0"/>
                  </a:moveTo>
                  <a:cubicBezTo>
                    <a:pt x="1" y="0"/>
                    <a:pt x="1" y="378"/>
                    <a:pt x="252" y="378"/>
                  </a:cubicBezTo>
                  <a:cubicBezTo>
                    <a:pt x="504" y="378"/>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38"/>
            <p:cNvSpPr/>
            <p:nvPr/>
          </p:nvSpPr>
          <p:spPr>
            <a:xfrm>
              <a:off x="4807975" y="3071450"/>
              <a:ext cx="508225" cy="348075"/>
            </a:xfrm>
            <a:custGeom>
              <a:avLst/>
              <a:gdLst/>
              <a:ahLst/>
              <a:cxnLst/>
              <a:rect l="l" t="t" r="r" b="b"/>
              <a:pathLst>
                <a:path w="20329" h="13923" extrusionOk="0">
                  <a:moveTo>
                    <a:pt x="20061" y="1"/>
                  </a:moveTo>
                  <a:cubicBezTo>
                    <a:pt x="20016" y="1"/>
                    <a:pt x="19969" y="19"/>
                    <a:pt x="19925" y="63"/>
                  </a:cubicBezTo>
                  <a:cubicBezTo>
                    <a:pt x="14576" y="6104"/>
                    <a:pt x="7780" y="10729"/>
                    <a:pt x="197" y="13530"/>
                  </a:cubicBezTo>
                  <a:cubicBezTo>
                    <a:pt x="1" y="13614"/>
                    <a:pt x="54" y="13922"/>
                    <a:pt x="246" y="13922"/>
                  </a:cubicBezTo>
                  <a:cubicBezTo>
                    <a:pt x="269" y="13922"/>
                    <a:pt x="295" y="13918"/>
                    <a:pt x="323" y="13907"/>
                  </a:cubicBezTo>
                  <a:lnTo>
                    <a:pt x="323" y="13876"/>
                  </a:lnTo>
                  <a:cubicBezTo>
                    <a:pt x="7968" y="11076"/>
                    <a:pt x="14796" y="6419"/>
                    <a:pt x="20208" y="346"/>
                  </a:cubicBezTo>
                  <a:cubicBezTo>
                    <a:pt x="20329" y="201"/>
                    <a:pt x="20208" y="1"/>
                    <a:pt x="2006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38"/>
            <p:cNvSpPr/>
            <p:nvPr/>
          </p:nvSpPr>
          <p:spPr>
            <a:xfrm>
              <a:off x="4610775" y="3625000"/>
              <a:ext cx="249925" cy="164525"/>
            </a:xfrm>
            <a:custGeom>
              <a:avLst/>
              <a:gdLst/>
              <a:ahLst/>
              <a:cxnLst/>
              <a:rect l="l" t="t" r="r" b="b"/>
              <a:pathLst>
                <a:path w="9997" h="6581" extrusionOk="0">
                  <a:moveTo>
                    <a:pt x="9728" y="0"/>
                  </a:moveTo>
                  <a:cubicBezTo>
                    <a:pt x="9695" y="0"/>
                    <a:pt x="9660" y="12"/>
                    <a:pt x="9627" y="40"/>
                  </a:cubicBezTo>
                  <a:cubicBezTo>
                    <a:pt x="6575" y="2243"/>
                    <a:pt x="3428" y="4288"/>
                    <a:pt x="187" y="6207"/>
                  </a:cubicBezTo>
                  <a:cubicBezTo>
                    <a:pt x="0" y="6314"/>
                    <a:pt x="109" y="6580"/>
                    <a:pt x="281" y="6580"/>
                  </a:cubicBezTo>
                  <a:cubicBezTo>
                    <a:pt x="311" y="6580"/>
                    <a:pt x="343" y="6572"/>
                    <a:pt x="376" y="6553"/>
                  </a:cubicBezTo>
                  <a:cubicBezTo>
                    <a:pt x="3617" y="4634"/>
                    <a:pt x="6763" y="2589"/>
                    <a:pt x="9815" y="386"/>
                  </a:cubicBezTo>
                  <a:cubicBezTo>
                    <a:pt x="9996" y="257"/>
                    <a:pt x="9880" y="0"/>
                    <a:pt x="972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38"/>
            <p:cNvSpPr/>
            <p:nvPr/>
          </p:nvSpPr>
          <p:spPr>
            <a:xfrm>
              <a:off x="4868250" y="3582750"/>
              <a:ext cx="41100" cy="36950"/>
            </a:xfrm>
            <a:custGeom>
              <a:avLst/>
              <a:gdLst/>
              <a:ahLst/>
              <a:cxnLst/>
              <a:rect l="l" t="t" r="r" b="b"/>
              <a:pathLst>
                <a:path w="1644" h="1478" extrusionOk="0">
                  <a:moveTo>
                    <a:pt x="1355" y="0"/>
                  </a:moveTo>
                  <a:cubicBezTo>
                    <a:pt x="1308" y="0"/>
                    <a:pt x="1259" y="19"/>
                    <a:pt x="1215" y="63"/>
                  </a:cubicBezTo>
                  <a:lnTo>
                    <a:pt x="146" y="1132"/>
                  </a:lnTo>
                  <a:cubicBezTo>
                    <a:pt x="1" y="1277"/>
                    <a:pt x="134" y="1478"/>
                    <a:pt x="289" y="1478"/>
                  </a:cubicBezTo>
                  <a:cubicBezTo>
                    <a:pt x="336" y="1478"/>
                    <a:pt x="385" y="1460"/>
                    <a:pt x="429" y="1416"/>
                  </a:cubicBezTo>
                  <a:lnTo>
                    <a:pt x="1499" y="346"/>
                  </a:lnTo>
                  <a:cubicBezTo>
                    <a:pt x="1644" y="201"/>
                    <a:pt x="1510" y="0"/>
                    <a:pt x="135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38"/>
            <p:cNvSpPr/>
            <p:nvPr/>
          </p:nvSpPr>
          <p:spPr>
            <a:xfrm>
              <a:off x="4919875" y="3561500"/>
              <a:ext cx="10250" cy="11825"/>
            </a:xfrm>
            <a:custGeom>
              <a:avLst/>
              <a:gdLst/>
              <a:ahLst/>
              <a:cxnLst/>
              <a:rect l="l" t="t" r="r" b="b"/>
              <a:pathLst>
                <a:path w="410" h="473" extrusionOk="0">
                  <a:moveTo>
                    <a:pt x="205" y="0"/>
                  </a:moveTo>
                  <a:cubicBezTo>
                    <a:pt x="102" y="0"/>
                    <a:pt x="0" y="63"/>
                    <a:pt x="0" y="189"/>
                  </a:cubicBezTo>
                  <a:lnTo>
                    <a:pt x="0" y="283"/>
                  </a:lnTo>
                  <a:cubicBezTo>
                    <a:pt x="0" y="409"/>
                    <a:pt x="102" y="472"/>
                    <a:pt x="205" y="472"/>
                  </a:cubicBezTo>
                  <a:cubicBezTo>
                    <a:pt x="307" y="472"/>
                    <a:pt x="409" y="409"/>
                    <a:pt x="409" y="283"/>
                  </a:cubicBezTo>
                  <a:lnTo>
                    <a:pt x="409" y="189"/>
                  </a:lnTo>
                  <a:cubicBezTo>
                    <a:pt x="409" y="63"/>
                    <a:pt x="307" y="0"/>
                    <a:pt x="20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38"/>
            <p:cNvSpPr/>
            <p:nvPr/>
          </p:nvSpPr>
          <p:spPr>
            <a:xfrm>
              <a:off x="4949225" y="3360475"/>
              <a:ext cx="151375" cy="177900"/>
            </a:xfrm>
            <a:custGeom>
              <a:avLst/>
              <a:gdLst/>
              <a:ahLst/>
              <a:cxnLst/>
              <a:rect l="l" t="t" r="r" b="b"/>
              <a:pathLst>
                <a:path w="6055" h="7116" extrusionOk="0">
                  <a:moveTo>
                    <a:pt x="5786" y="0"/>
                  </a:moveTo>
                  <a:cubicBezTo>
                    <a:pt x="5724" y="0"/>
                    <a:pt x="5662" y="33"/>
                    <a:pt x="5622" y="112"/>
                  </a:cubicBezTo>
                  <a:cubicBezTo>
                    <a:pt x="4175" y="2598"/>
                    <a:pt x="2318" y="4863"/>
                    <a:pt x="147" y="6783"/>
                  </a:cubicBezTo>
                  <a:cubicBezTo>
                    <a:pt x="0" y="6930"/>
                    <a:pt x="140" y="7115"/>
                    <a:pt x="298" y="7115"/>
                  </a:cubicBezTo>
                  <a:cubicBezTo>
                    <a:pt x="343" y="7115"/>
                    <a:pt x="389" y="7101"/>
                    <a:pt x="431" y="7066"/>
                  </a:cubicBezTo>
                  <a:cubicBezTo>
                    <a:pt x="2633" y="5115"/>
                    <a:pt x="4489" y="2850"/>
                    <a:pt x="5968" y="301"/>
                  </a:cubicBezTo>
                  <a:cubicBezTo>
                    <a:pt x="6054" y="151"/>
                    <a:pt x="5920" y="0"/>
                    <a:pt x="578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38"/>
            <p:cNvSpPr/>
            <p:nvPr/>
          </p:nvSpPr>
          <p:spPr>
            <a:xfrm>
              <a:off x="4709100" y="3794100"/>
              <a:ext cx="133650" cy="87450"/>
            </a:xfrm>
            <a:custGeom>
              <a:avLst/>
              <a:gdLst/>
              <a:ahLst/>
              <a:cxnLst/>
              <a:rect l="l" t="t" r="r" b="b"/>
              <a:pathLst>
                <a:path w="5346" h="3498" extrusionOk="0">
                  <a:moveTo>
                    <a:pt x="5100" y="1"/>
                  </a:moveTo>
                  <a:cubicBezTo>
                    <a:pt x="5069" y="1"/>
                    <a:pt x="5035" y="13"/>
                    <a:pt x="5001" y="41"/>
                  </a:cubicBezTo>
                  <a:cubicBezTo>
                    <a:pt x="3491" y="1205"/>
                    <a:pt x="1887" y="2212"/>
                    <a:pt x="187" y="3125"/>
                  </a:cubicBezTo>
                  <a:cubicBezTo>
                    <a:pt x="0" y="3232"/>
                    <a:pt x="109" y="3498"/>
                    <a:pt x="281" y="3498"/>
                  </a:cubicBezTo>
                  <a:cubicBezTo>
                    <a:pt x="311" y="3498"/>
                    <a:pt x="343" y="3489"/>
                    <a:pt x="376" y="3471"/>
                  </a:cubicBezTo>
                  <a:cubicBezTo>
                    <a:pt x="2075" y="2558"/>
                    <a:pt x="3680" y="1551"/>
                    <a:pt x="5190" y="387"/>
                  </a:cubicBezTo>
                  <a:cubicBezTo>
                    <a:pt x="5345" y="258"/>
                    <a:pt x="5245" y="1"/>
                    <a:pt x="5100"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38"/>
            <p:cNvSpPr/>
            <p:nvPr/>
          </p:nvSpPr>
          <p:spPr>
            <a:xfrm>
              <a:off x="4856925" y="3775450"/>
              <a:ext cx="13400" cy="9475"/>
            </a:xfrm>
            <a:custGeom>
              <a:avLst/>
              <a:gdLst/>
              <a:ahLst/>
              <a:cxnLst/>
              <a:rect l="l" t="t" r="r" b="b"/>
              <a:pathLst>
                <a:path w="536" h="379" extrusionOk="0">
                  <a:moveTo>
                    <a:pt x="253" y="0"/>
                  </a:moveTo>
                  <a:cubicBezTo>
                    <a:pt x="1" y="0"/>
                    <a:pt x="1" y="378"/>
                    <a:pt x="253" y="378"/>
                  </a:cubicBezTo>
                  <a:cubicBezTo>
                    <a:pt x="536" y="378"/>
                    <a:pt x="536" y="0"/>
                    <a:pt x="25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38"/>
            <p:cNvSpPr/>
            <p:nvPr/>
          </p:nvSpPr>
          <p:spPr>
            <a:xfrm>
              <a:off x="4693350" y="4006350"/>
              <a:ext cx="104425" cy="72650"/>
            </a:xfrm>
            <a:custGeom>
              <a:avLst/>
              <a:gdLst/>
              <a:ahLst/>
              <a:cxnLst/>
              <a:rect l="l" t="t" r="r" b="b"/>
              <a:pathLst>
                <a:path w="4177" h="2906" extrusionOk="0">
                  <a:moveTo>
                    <a:pt x="3867" y="0"/>
                  </a:moveTo>
                  <a:cubicBezTo>
                    <a:pt x="3825" y="0"/>
                    <a:pt x="3782" y="14"/>
                    <a:pt x="3744" y="46"/>
                  </a:cubicBezTo>
                  <a:cubicBezTo>
                    <a:pt x="2611" y="990"/>
                    <a:pt x="1447" y="1808"/>
                    <a:pt x="188" y="2532"/>
                  </a:cubicBezTo>
                  <a:cubicBezTo>
                    <a:pt x="1" y="2639"/>
                    <a:pt x="132" y="2905"/>
                    <a:pt x="311" y="2905"/>
                  </a:cubicBezTo>
                  <a:cubicBezTo>
                    <a:pt x="342" y="2905"/>
                    <a:pt x="375" y="2897"/>
                    <a:pt x="408" y="2878"/>
                  </a:cubicBezTo>
                  <a:cubicBezTo>
                    <a:pt x="1667" y="2123"/>
                    <a:pt x="2894" y="1273"/>
                    <a:pt x="4027" y="329"/>
                  </a:cubicBezTo>
                  <a:cubicBezTo>
                    <a:pt x="4177" y="205"/>
                    <a:pt x="4029" y="0"/>
                    <a:pt x="3867"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38"/>
            <p:cNvSpPr/>
            <p:nvPr/>
          </p:nvSpPr>
          <p:spPr>
            <a:xfrm>
              <a:off x="4807375" y="3989400"/>
              <a:ext cx="9475" cy="11825"/>
            </a:xfrm>
            <a:custGeom>
              <a:avLst/>
              <a:gdLst/>
              <a:ahLst/>
              <a:cxnLst/>
              <a:rect l="l" t="t" r="r" b="b"/>
              <a:pathLst>
                <a:path w="379" h="473" extrusionOk="0">
                  <a:moveTo>
                    <a:pt x="189" y="1"/>
                  </a:moveTo>
                  <a:cubicBezTo>
                    <a:pt x="95" y="1"/>
                    <a:pt x="1" y="64"/>
                    <a:pt x="1" y="189"/>
                  </a:cubicBezTo>
                  <a:lnTo>
                    <a:pt x="1" y="284"/>
                  </a:lnTo>
                  <a:cubicBezTo>
                    <a:pt x="1" y="410"/>
                    <a:pt x="95" y="473"/>
                    <a:pt x="189" y="473"/>
                  </a:cubicBezTo>
                  <a:cubicBezTo>
                    <a:pt x="284" y="473"/>
                    <a:pt x="378" y="410"/>
                    <a:pt x="378" y="284"/>
                  </a:cubicBezTo>
                  <a:lnTo>
                    <a:pt x="378" y="189"/>
                  </a:lnTo>
                  <a:cubicBezTo>
                    <a:pt x="378" y="64"/>
                    <a:pt x="284" y="1"/>
                    <a:pt x="1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38"/>
            <p:cNvSpPr/>
            <p:nvPr/>
          </p:nvSpPr>
          <p:spPr>
            <a:xfrm>
              <a:off x="4827225" y="3895025"/>
              <a:ext cx="89200" cy="84550"/>
            </a:xfrm>
            <a:custGeom>
              <a:avLst/>
              <a:gdLst/>
              <a:ahLst/>
              <a:cxnLst/>
              <a:rect l="l" t="t" r="r" b="b"/>
              <a:pathLst>
                <a:path w="3568" h="3382" extrusionOk="0">
                  <a:moveTo>
                    <a:pt x="3294" y="1"/>
                  </a:moveTo>
                  <a:cubicBezTo>
                    <a:pt x="3251" y="1"/>
                    <a:pt x="3208" y="19"/>
                    <a:pt x="3171" y="63"/>
                  </a:cubicBezTo>
                  <a:cubicBezTo>
                    <a:pt x="2196" y="1101"/>
                    <a:pt x="1189" y="2077"/>
                    <a:pt x="151" y="3052"/>
                  </a:cubicBezTo>
                  <a:cubicBezTo>
                    <a:pt x="1" y="3177"/>
                    <a:pt x="148" y="3381"/>
                    <a:pt x="310" y="3381"/>
                  </a:cubicBezTo>
                  <a:cubicBezTo>
                    <a:pt x="352" y="3381"/>
                    <a:pt x="395" y="3368"/>
                    <a:pt x="434" y="3335"/>
                  </a:cubicBezTo>
                  <a:cubicBezTo>
                    <a:pt x="1472" y="2360"/>
                    <a:pt x="2479" y="1384"/>
                    <a:pt x="3423" y="346"/>
                  </a:cubicBezTo>
                  <a:cubicBezTo>
                    <a:pt x="3568" y="201"/>
                    <a:pt x="3435" y="1"/>
                    <a:pt x="329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38"/>
            <p:cNvSpPr/>
            <p:nvPr/>
          </p:nvSpPr>
          <p:spPr>
            <a:xfrm>
              <a:off x="3214050" y="3313725"/>
              <a:ext cx="107425" cy="89125"/>
            </a:xfrm>
            <a:custGeom>
              <a:avLst/>
              <a:gdLst/>
              <a:ahLst/>
              <a:cxnLst/>
              <a:rect l="l" t="t" r="r" b="b"/>
              <a:pathLst>
                <a:path w="4297" h="3565" extrusionOk="0">
                  <a:moveTo>
                    <a:pt x="289" y="1"/>
                  </a:moveTo>
                  <a:cubicBezTo>
                    <a:pt x="133" y="1"/>
                    <a:pt x="0" y="201"/>
                    <a:pt x="145" y="346"/>
                  </a:cubicBezTo>
                  <a:cubicBezTo>
                    <a:pt x="1309" y="1510"/>
                    <a:pt x="2599" y="2580"/>
                    <a:pt x="3921" y="3524"/>
                  </a:cubicBezTo>
                  <a:cubicBezTo>
                    <a:pt x="3960" y="3552"/>
                    <a:pt x="3998" y="3564"/>
                    <a:pt x="4034" y="3564"/>
                  </a:cubicBezTo>
                  <a:cubicBezTo>
                    <a:pt x="4196" y="3564"/>
                    <a:pt x="4296" y="3307"/>
                    <a:pt x="4141" y="3178"/>
                  </a:cubicBezTo>
                  <a:cubicBezTo>
                    <a:pt x="2820" y="2266"/>
                    <a:pt x="1561" y="1196"/>
                    <a:pt x="428" y="63"/>
                  </a:cubicBezTo>
                  <a:cubicBezTo>
                    <a:pt x="385" y="19"/>
                    <a:pt x="336" y="1"/>
                    <a:pt x="2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38"/>
            <p:cNvSpPr/>
            <p:nvPr/>
          </p:nvSpPr>
          <p:spPr>
            <a:xfrm>
              <a:off x="3326225" y="3398675"/>
              <a:ext cx="13400" cy="10250"/>
            </a:xfrm>
            <a:custGeom>
              <a:avLst/>
              <a:gdLst/>
              <a:ahLst/>
              <a:cxnLst/>
              <a:rect l="l" t="t" r="r" b="b"/>
              <a:pathLst>
                <a:path w="536" h="410" extrusionOk="0">
                  <a:moveTo>
                    <a:pt x="283" y="0"/>
                  </a:moveTo>
                  <a:cubicBezTo>
                    <a:pt x="0" y="0"/>
                    <a:pt x="0" y="409"/>
                    <a:pt x="283" y="409"/>
                  </a:cubicBezTo>
                  <a:cubicBezTo>
                    <a:pt x="535" y="409"/>
                    <a:pt x="535" y="0"/>
                    <a:pt x="28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38"/>
            <p:cNvSpPr/>
            <p:nvPr/>
          </p:nvSpPr>
          <p:spPr>
            <a:xfrm>
              <a:off x="3342725" y="3410475"/>
              <a:ext cx="14975" cy="10250"/>
            </a:xfrm>
            <a:custGeom>
              <a:avLst/>
              <a:gdLst/>
              <a:ahLst/>
              <a:cxnLst/>
              <a:rect l="l" t="t" r="r" b="b"/>
              <a:pathLst>
                <a:path w="599" h="410" extrusionOk="0">
                  <a:moveTo>
                    <a:pt x="253" y="0"/>
                  </a:moveTo>
                  <a:cubicBezTo>
                    <a:pt x="1" y="0"/>
                    <a:pt x="1" y="409"/>
                    <a:pt x="253" y="409"/>
                  </a:cubicBezTo>
                  <a:lnTo>
                    <a:pt x="347" y="409"/>
                  </a:lnTo>
                  <a:cubicBezTo>
                    <a:pt x="599" y="409"/>
                    <a:pt x="599" y="0"/>
                    <a:pt x="347"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38"/>
            <p:cNvSpPr/>
            <p:nvPr/>
          </p:nvSpPr>
          <p:spPr>
            <a:xfrm>
              <a:off x="3371750" y="3421900"/>
              <a:ext cx="160875" cy="47775"/>
            </a:xfrm>
            <a:custGeom>
              <a:avLst/>
              <a:gdLst/>
              <a:ahLst/>
              <a:cxnLst/>
              <a:rect l="l" t="t" r="r" b="b"/>
              <a:pathLst>
                <a:path w="6435" h="1911" extrusionOk="0">
                  <a:moveTo>
                    <a:pt x="242" y="0"/>
                  </a:moveTo>
                  <a:cubicBezTo>
                    <a:pt x="51" y="0"/>
                    <a:pt x="0" y="309"/>
                    <a:pt x="224" y="393"/>
                  </a:cubicBezTo>
                  <a:cubicBezTo>
                    <a:pt x="2144" y="1053"/>
                    <a:pt x="4126" y="1557"/>
                    <a:pt x="6108" y="1903"/>
                  </a:cubicBezTo>
                  <a:cubicBezTo>
                    <a:pt x="6127" y="1908"/>
                    <a:pt x="6146" y="1910"/>
                    <a:pt x="6163" y="1910"/>
                  </a:cubicBezTo>
                  <a:cubicBezTo>
                    <a:pt x="6372" y="1910"/>
                    <a:pt x="6435" y="1584"/>
                    <a:pt x="6203" y="1525"/>
                  </a:cubicBezTo>
                  <a:cubicBezTo>
                    <a:pt x="4220" y="1148"/>
                    <a:pt x="2238" y="644"/>
                    <a:pt x="319" y="15"/>
                  </a:cubicBezTo>
                  <a:cubicBezTo>
                    <a:pt x="291" y="5"/>
                    <a:pt x="265" y="0"/>
                    <a:pt x="24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38"/>
            <p:cNvSpPr/>
            <p:nvPr/>
          </p:nvSpPr>
          <p:spPr>
            <a:xfrm>
              <a:off x="3217000" y="3388450"/>
              <a:ext cx="150900" cy="135200"/>
            </a:xfrm>
            <a:custGeom>
              <a:avLst/>
              <a:gdLst/>
              <a:ahLst/>
              <a:cxnLst/>
              <a:rect l="l" t="t" r="r" b="b"/>
              <a:pathLst>
                <a:path w="6036" h="5408" extrusionOk="0">
                  <a:moveTo>
                    <a:pt x="269" y="1"/>
                  </a:moveTo>
                  <a:cubicBezTo>
                    <a:pt x="121" y="1"/>
                    <a:pt x="1" y="201"/>
                    <a:pt x="122" y="346"/>
                  </a:cubicBezTo>
                  <a:cubicBezTo>
                    <a:pt x="1726" y="2266"/>
                    <a:pt x="3394" y="4185"/>
                    <a:pt x="5659" y="5381"/>
                  </a:cubicBezTo>
                  <a:cubicBezTo>
                    <a:pt x="5692" y="5399"/>
                    <a:pt x="5725" y="5408"/>
                    <a:pt x="5755" y="5408"/>
                  </a:cubicBezTo>
                  <a:cubicBezTo>
                    <a:pt x="5927" y="5408"/>
                    <a:pt x="6035" y="5141"/>
                    <a:pt x="5848" y="5034"/>
                  </a:cubicBezTo>
                  <a:cubicBezTo>
                    <a:pt x="3614" y="3870"/>
                    <a:pt x="1978" y="1982"/>
                    <a:pt x="405" y="63"/>
                  </a:cubicBezTo>
                  <a:cubicBezTo>
                    <a:pt x="361" y="19"/>
                    <a:pt x="314" y="1"/>
                    <a:pt x="26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38"/>
            <p:cNvSpPr/>
            <p:nvPr/>
          </p:nvSpPr>
          <p:spPr>
            <a:xfrm>
              <a:off x="3371050" y="3523725"/>
              <a:ext cx="14200" cy="9475"/>
            </a:xfrm>
            <a:custGeom>
              <a:avLst/>
              <a:gdLst/>
              <a:ahLst/>
              <a:cxnLst/>
              <a:rect l="l" t="t" r="r" b="b"/>
              <a:pathLst>
                <a:path w="568" h="379" extrusionOk="0">
                  <a:moveTo>
                    <a:pt x="252" y="1"/>
                  </a:moveTo>
                  <a:cubicBezTo>
                    <a:pt x="1" y="1"/>
                    <a:pt x="1" y="379"/>
                    <a:pt x="252" y="379"/>
                  </a:cubicBezTo>
                  <a:lnTo>
                    <a:pt x="315" y="379"/>
                  </a:lnTo>
                  <a:cubicBezTo>
                    <a:pt x="567" y="379"/>
                    <a:pt x="567" y="1"/>
                    <a:pt x="31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38"/>
            <p:cNvSpPr/>
            <p:nvPr/>
          </p:nvSpPr>
          <p:spPr>
            <a:xfrm>
              <a:off x="3390725" y="3534750"/>
              <a:ext cx="12600" cy="10250"/>
            </a:xfrm>
            <a:custGeom>
              <a:avLst/>
              <a:gdLst/>
              <a:ahLst/>
              <a:cxnLst/>
              <a:rect l="l" t="t" r="r" b="b"/>
              <a:pathLst>
                <a:path w="504" h="410" extrusionOk="0">
                  <a:moveTo>
                    <a:pt x="252" y="0"/>
                  </a:moveTo>
                  <a:cubicBezTo>
                    <a:pt x="0" y="0"/>
                    <a:pt x="0" y="410"/>
                    <a:pt x="252" y="410"/>
                  </a:cubicBezTo>
                  <a:cubicBezTo>
                    <a:pt x="504" y="410"/>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38"/>
            <p:cNvSpPr/>
            <p:nvPr/>
          </p:nvSpPr>
          <p:spPr>
            <a:xfrm>
              <a:off x="3416500" y="3550100"/>
              <a:ext cx="179325" cy="61025"/>
            </a:xfrm>
            <a:custGeom>
              <a:avLst/>
              <a:gdLst/>
              <a:ahLst/>
              <a:cxnLst/>
              <a:rect l="l" t="t" r="r" b="b"/>
              <a:pathLst>
                <a:path w="7173" h="2441" extrusionOk="0">
                  <a:moveTo>
                    <a:pt x="245" y="1"/>
                  </a:moveTo>
                  <a:cubicBezTo>
                    <a:pt x="54" y="1"/>
                    <a:pt x="0" y="309"/>
                    <a:pt x="196" y="393"/>
                  </a:cubicBezTo>
                  <a:cubicBezTo>
                    <a:pt x="2336" y="1274"/>
                    <a:pt x="4570" y="1967"/>
                    <a:pt x="6835" y="2438"/>
                  </a:cubicBezTo>
                  <a:cubicBezTo>
                    <a:pt x="6845" y="2440"/>
                    <a:pt x="6855" y="2440"/>
                    <a:pt x="6865" y="2440"/>
                  </a:cubicBezTo>
                  <a:cubicBezTo>
                    <a:pt x="7094" y="2440"/>
                    <a:pt x="7173" y="2090"/>
                    <a:pt x="6961" y="2029"/>
                  </a:cubicBezTo>
                  <a:cubicBezTo>
                    <a:pt x="4664" y="1557"/>
                    <a:pt x="2462" y="897"/>
                    <a:pt x="322" y="16"/>
                  </a:cubicBezTo>
                  <a:cubicBezTo>
                    <a:pt x="295" y="5"/>
                    <a:pt x="269" y="1"/>
                    <a:pt x="24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38"/>
            <p:cNvSpPr/>
            <p:nvPr/>
          </p:nvSpPr>
          <p:spPr>
            <a:xfrm>
              <a:off x="3283200" y="3566550"/>
              <a:ext cx="248450" cy="146375"/>
            </a:xfrm>
            <a:custGeom>
              <a:avLst/>
              <a:gdLst/>
              <a:ahLst/>
              <a:cxnLst/>
              <a:rect l="l" t="t" r="r" b="b"/>
              <a:pathLst>
                <a:path w="9938" h="5855" extrusionOk="0">
                  <a:moveTo>
                    <a:pt x="299" y="1"/>
                  </a:moveTo>
                  <a:cubicBezTo>
                    <a:pt x="141" y="1"/>
                    <a:pt x="1" y="186"/>
                    <a:pt x="148" y="333"/>
                  </a:cubicBezTo>
                  <a:cubicBezTo>
                    <a:pt x="2917" y="2787"/>
                    <a:pt x="6126" y="4644"/>
                    <a:pt x="9619" y="5839"/>
                  </a:cubicBezTo>
                  <a:cubicBezTo>
                    <a:pt x="9646" y="5850"/>
                    <a:pt x="9672" y="5854"/>
                    <a:pt x="9696" y="5854"/>
                  </a:cubicBezTo>
                  <a:cubicBezTo>
                    <a:pt x="9887" y="5854"/>
                    <a:pt x="9937" y="5546"/>
                    <a:pt x="9713" y="5462"/>
                  </a:cubicBezTo>
                  <a:cubicBezTo>
                    <a:pt x="6283" y="4298"/>
                    <a:pt x="3137" y="2441"/>
                    <a:pt x="431" y="50"/>
                  </a:cubicBezTo>
                  <a:cubicBezTo>
                    <a:pt x="390" y="15"/>
                    <a:pt x="343" y="1"/>
                    <a:pt x="29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38"/>
            <p:cNvSpPr/>
            <p:nvPr/>
          </p:nvSpPr>
          <p:spPr>
            <a:xfrm>
              <a:off x="3533925" y="3705550"/>
              <a:ext cx="17250" cy="11600"/>
            </a:xfrm>
            <a:custGeom>
              <a:avLst/>
              <a:gdLst/>
              <a:ahLst/>
              <a:cxnLst/>
              <a:rect l="l" t="t" r="r" b="b"/>
              <a:pathLst>
                <a:path w="690" h="464" extrusionOk="0">
                  <a:moveTo>
                    <a:pt x="281" y="1"/>
                  </a:moveTo>
                  <a:cubicBezTo>
                    <a:pt x="109" y="1"/>
                    <a:pt x="0" y="267"/>
                    <a:pt x="187" y="374"/>
                  </a:cubicBezTo>
                  <a:lnTo>
                    <a:pt x="313" y="437"/>
                  </a:lnTo>
                  <a:cubicBezTo>
                    <a:pt x="346" y="456"/>
                    <a:pt x="379" y="464"/>
                    <a:pt x="409" y="464"/>
                  </a:cubicBezTo>
                  <a:cubicBezTo>
                    <a:pt x="581" y="464"/>
                    <a:pt x="689" y="198"/>
                    <a:pt x="502" y="91"/>
                  </a:cubicBezTo>
                  <a:lnTo>
                    <a:pt x="376" y="28"/>
                  </a:lnTo>
                  <a:cubicBezTo>
                    <a:pt x="343" y="9"/>
                    <a:pt x="311" y="1"/>
                    <a:pt x="28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38"/>
            <p:cNvSpPr/>
            <p:nvPr/>
          </p:nvSpPr>
          <p:spPr>
            <a:xfrm>
              <a:off x="3563775" y="3713300"/>
              <a:ext cx="13400" cy="10250"/>
            </a:xfrm>
            <a:custGeom>
              <a:avLst/>
              <a:gdLst/>
              <a:ahLst/>
              <a:cxnLst/>
              <a:rect l="l" t="t" r="r" b="b"/>
              <a:pathLst>
                <a:path w="536" h="410" extrusionOk="0">
                  <a:moveTo>
                    <a:pt x="283" y="1"/>
                  </a:moveTo>
                  <a:cubicBezTo>
                    <a:pt x="0" y="1"/>
                    <a:pt x="0" y="410"/>
                    <a:pt x="283" y="410"/>
                  </a:cubicBezTo>
                  <a:cubicBezTo>
                    <a:pt x="535" y="410"/>
                    <a:pt x="535" y="1"/>
                    <a:pt x="28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38"/>
            <p:cNvSpPr/>
            <p:nvPr/>
          </p:nvSpPr>
          <p:spPr>
            <a:xfrm>
              <a:off x="3369400" y="3715225"/>
              <a:ext cx="283825" cy="105125"/>
            </a:xfrm>
            <a:custGeom>
              <a:avLst/>
              <a:gdLst/>
              <a:ahLst/>
              <a:cxnLst/>
              <a:rect l="l" t="t" r="r" b="b"/>
              <a:pathLst>
                <a:path w="11353" h="4205" extrusionOk="0">
                  <a:moveTo>
                    <a:pt x="330" y="1"/>
                  </a:moveTo>
                  <a:cubicBezTo>
                    <a:pt x="144" y="1"/>
                    <a:pt x="0" y="254"/>
                    <a:pt x="193" y="364"/>
                  </a:cubicBezTo>
                  <a:lnTo>
                    <a:pt x="193" y="396"/>
                  </a:lnTo>
                  <a:cubicBezTo>
                    <a:pt x="3591" y="2189"/>
                    <a:pt x="7240" y="3479"/>
                    <a:pt x="10985" y="4203"/>
                  </a:cubicBezTo>
                  <a:cubicBezTo>
                    <a:pt x="10995" y="4204"/>
                    <a:pt x="11005" y="4205"/>
                    <a:pt x="11014" y="4205"/>
                  </a:cubicBezTo>
                  <a:cubicBezTo>
                    <a:pt x="11246" y="4205"/>
                    <a:pt x="11352" y="3854"/>
                    <a:pt x="11110" y="3794"/>
                  </a:cubicBezTo>
                  <a:cubicBezTo>
                    <a:pt x="7366" y="3070"/>
                    <a:pt x="3748" y="1812"/>
                    <a:pt x="413" y="18"/>
                  </a:cubicBezTo>
                  <a:cubicBezTo>
                    <a:pt x="385" y="6"/>
                    <a:pt x="357" y="1"/>
                    <a:pt x="330"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38"/>
            <p:cNvSpPr/>
            <p:nvPr/>
          </p:nvSpPr>
          <p:spPr>
            <a:xfrm>
              <a:off x="3402550" y="3795225"/>
              <a:ext cx="152125" cy="71675"/>
            </a:xfrm>
            <a:custGeom>
              <a:avLst/>
              <a:gdLst/>
              <a:ahLst/>
              <a:cxnLst/>
              <a:rect l="l" t="t" r="r" b="b"/>
              <a:pathLst>
                <a:path w="6085" h="2867" extrusionOk="0">
                  <a:moveTo>
                    <a:pt x="281" y="0"/>
                  </a:moveTo>
                  <a:cubicBezTo>
                    <a:pt x="109" y="0"/>
                    <a:pt x="1" y="262"/>
                    <a:pt x="188" y="342"/>
                  </a:cubicBezTo>
                  <a:cubicBezTo>
                    <a:pt x="1981" y="1318"/>
                    <a:pt x="3838" y="2136"/>
                    <a:pt x="5757" y="2859"/>
                  </a:cubicBezTo>
                  <a:cubicBezTo>
                    <a:pt x="5774" y="2864"/>
                    <a:pt x="5790" y="2866"/>
                    <a:pt x="5806" y="2866"/>
                  </a:cubicBezTo>
                  <a:cubicBezTo>
                    <a:pt x="5994" y="2866"/>
                    <a:pt x="6084" y="2537"/>
                    <a:pt x="5852" y="2450"/>
                  </a:cubicBezTo>
                  <a:cubicBezTo>
                    <a:pt x="3964" y="1758"/>
                    <a:pt x="2139" y="940"/>
                    <a:pt x="377" y="28"/>
                  </a:cubicBezTo>
                  <a:cubicBezTo>
                    <a:pt x="344" y="9"/>
                    <a:pt x="311" y="0"/>
                    <a:pt x="28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38"/>
            <p:cNvSpPr/>
            <p:nvPr/>
          </p:nvSpPr>
          <p:spPr>
            <a:xfrm>
              <a:off x="3559050" y="3862750"/>
              <a:ext cx="13400" cy="10250"/>
            </a:xfrm>
            <a:custGeom>
              <a:avLst/>
              <a:gdLst/>
              <a:ahLst/>
              <a:cxnLst/>
              <a:rect l="l" t="t" r="r" b="b"/>
              <a:pathLst>
                <a:path w="536" h="410" extrusionOk="0">
                  <a:moveTo>
                    <a:pt x="252" y="1"/>
                  </a:moveTo>
                  <a:cubicBezTo>
                    <a:pt x="1" y="1"/>
                    <a:pt x="1" y="410"/>
                    <a:pt x="252" y="410"/>
                  </a:cubicBezTo>
                  <a:cubicBezTo>
                    <a:pt x="535" y="410"/>
                    <a:pt x="535"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38"/>
            <p:cNvSpPr/>
            <p:nvPr/>
          </p:nvSpPr>
          <p:spPr>
            <a:xfrm>
              <a:off x="3585600" y="3871825"/>
              <a:ext cx="64250" cy="28100"/>
            </a:xfrm>
            <a:custGeom>
              <a:avLst/>
              <a:gdLst/>
              <a:ahLst/>
              <a:cxnLst/>
              <a:rect l="l" t="t" r="r" b="b"/>
              <a:pathLst>
                <a:path w="2570" h="1124" extrusionOk="0">
                  <a:moveTo>
                    <a:pt x="246" y="1"/>
                  </a:moveTo>
                  <a:cubicBezTo>
                    <a:pt x="54" y="1"/>
                    <a:pt x="1" y="312"/>
                    <a:pt x="197" y="425"/>
                  </a:cubicBezTo>
                  <a:cubicBezTo>
                    <a:pt x="858" y="676"/>
                    <a:pt x="1550" y="928"/>
                    <a:pt x="2242" y="1117"/>
                  </a:cubicBezTo>
                  <a:cubicBezTo>
                    <a:pt x="2261" y="1122"/>
                    <a:pt x="2280" y="1124"/>
                    <a:pt x="2297" y="1124"/>
                  </a:cubicBezTo>
                  <a:cubicBezTo>
                    <a:pt x="2506" y="1124"/>
                    <a:pt x="2569" y="797"/>
                    <a:pt x="2337" y="739"/>
                  </a:cubicBezTo>
                  <a:cubicBezTo>
                    <a:pt x="1644" y="519"/>
                    <a:pt x="984" y="299"/>
                    <a:pt x="323" y="16"/>
                  </a:cubicBezTo>
                  <a:cubicBezTo>
                    <a:pt x="295" y="5"/>
                    <a:pt x="270" y="1"/>
                    <a:pt x="24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38"/>
            <p:cNvSpPr/>
            <p:nvPr/>
          </p:nvSpPr>
          <p:spPr>
            <a:xfrm>
              <a:off x="3795350" y="3452175"/>
              <a:ext cx="96600" cy="76000"/>
            </a:xfrm>
            <a:custGeom>
              <a:avLst/>
              <a:gdLst/>
              <a:ahLst/>
              <a:cxnLst/>
              <a:rect l="l" t="t" r="r" b="b"/>
              <a:pathLst>
                <a:path w="3864" h="3040" extrusionOk="0">
                  <a:moveTo>
                    <a:pt x="288" y="0"/>
                  </a:moveTo>
                  <a:cubicBezTo>
                    <a:pt x="133" y="0"/>
                    <a:pt x="0" y="201"/>
                    <a:pt x="145" y="346"/>
                  </a:cubicBezTo>
                  <a:cubicBezTo>
                    <a:pt x="1152" y="1384"/>
                    <a:pt x="2285" y="2297"/>
                    <a:pt x="3512" y="3020"/>
                  </a:cubicBezTo>
                  <a:cubicBezTo>
                    <a:pt x="3542" y="3033"/>
                    <a:pt x="3571" y="3039"/>
                    <a:pt x="3598" y="3039"/>
                  </a:cubicBezTo>
                  <a:cubicBezTo>
                    <a:pt x="3769" y="3039"/>
                    <a:pt x="3863" y="2810"/>
                    <a:pt x="3700" y="2674"/>
                  </a:cubicBezTo>
                  <a:cubicBezTo>
                    <a:pt x="2505" y="1951"/>
                    <a:pt x="1404" y="1070"/>
                    <a:pt x="428" y="63"/>
                  </a:cubicBezTo>
                  <a:cubicBezTo>
                    <a:pt x="384" y="19"/>
                    <a:pt x="335" y="0"/>
                    <a:pt x="28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38"/>
            <p:cNvSpPr/>
            <p:nvPr/>
          </p:nvSpPr>
          <p:spPr>
            <a:xfrm>
              <a:off x="3898075" y="3531600"/>
              <a:ext cx="10250" cy="11825"/>
            </a:xfrm>
            <a:custGeom>
              <a:avLst/>
              <a:gdLst/>
              <a:ahLst/>
              <a:cxnLst/>
              <a:rect l="l" t="t" r="r" b="b"/>
              <a:pathLst>
                <a:path w="410" h="473" extrusionOk="0">
                  <a:moveTo>
                    <a:pt x="205" y="1"/>
                  </a:moveTo>
                  <a:cubicBezTo>
                    <a:pt x="103" y="1"/>
                    <a:pt x="0" y="64"/>
                    <a:pt x="0" y="189"/>
                  </a:cubicBezTo>
                  <a:lnTo>
                    <a:pt x="0" y="284"/>
                  </a:lnTo>
                  <a:cubicBezTo>
                    <a:pt x="0" y="410"/>
                    <a:pt x="103" y="473"/>
                    <a:pt x="205" y="473"/>
                  </a:cubicBezTo>
                  <a:cubicBezTo>
                    <a:pt x="307" y="473"/>
                    <a:pt x="409" y="410"/>
                    <a:pt x="409" y="284"/>
                  </a:cubicBezTo>
                  <a:lnTo>
                    <a:pt x="409" y="189"/>
                  </a:lnTo>
                  <a:cubicBezTo>
                    <a:pt x="409" y="64"/>
                    <a:pt x="307" y="1"/>
                    <a:pt x="20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38"/>
            <p:cNvSpPr/>
            <p:nvPr/>
          </p:nvSpPr>
          <p:spPr>
            <a:xfrm>
              <a:off x="3800100" y="3507650"/>
              <a:ext cx="205350" cy="155525"/>
            </a:xfrm>
            <a:custGeom>
              <a:avLst/>
              <a:gdLst/>
              <a:ahLst/>
              <a:cxnLst/>
              <a:rect l="l" t="t" r="r" b="b"/>
              <a:pathLst>
                <a:path w="8214" h="6221" extrusionOk="0">
                  <a:moveTo>
                    <a:pt x="292" y="0"/>
                  </a:moveTo>
                  <a:cubicBezTo>
                    <a:pt x="144" y="0"/>
                    <a:pt x="0" y="141"/>
                    <a:pt x="112" y="298"/>
                  </a:cubicBezTo>
                  <a:cubicBezTo>
                    <a:pt x="2000" y="3035"/>
                    <a:pt x="4738" y="5112"/>
                    <a:pt x="7884" y="6213"/>
                  </a:cubicBezTo>
                  <a:cubicBezTo>
                    <a:pt x="7903" y="6218"/>
                    <a:pt x="7921" y="6220"/>
                    <a:pt x="7939" y="6220"/>
                  </a:cubicBezTo>
                  <a:cubicBezTo>
                    <a:pt x="8148" y="6220"/>
                    <a:pt x="8213" y="5891"/>
                    <a:pt x="8010" y="5804"/>
                  </a:cubicBezTo>
                  <a:cubicBezTo>
                    <a:pt x="4958" y="4766"/>
                    <a:pt x="2283" y="2752"/>
                    <a:pt x="458" y="78"/>
                  </a:cubicBezTo>
                  <a:cubicBezTo>
                    <a:pt x="413" y="23"/>
                    <a:pt x="352" y="0"/>
                    <a:pt x="29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38"/>
            <p:cNvSpPr/>
            <p:nvPr/>
          </p:nvSpPr>
          <p:spPr>
            <a:xfrm>
              <a:off x="3827400" y="3611850"/>
              <a:ext cx="86125" cy="92025"/>
            </a:xfrm>
            <a:custGeom>
              <a:avLst/>
              <a:gdLst/>
              <a:ahLst/>
              <a:cxnLst/>
              <a:rect l="l" t="t" r="r" b="b"/>
              <a:pathLst>
                <a:path w="3445" h="3681" extrusionOk="0">
                  <a:moveTo>
                    <a:pt x="282" y="1"/>
                  </a:moveTo>
                  <a:cubicBezTo>
                    <a:pt x="140" y="1"/>
                    <a:pt x="1" y="201"/>
                    <a:pt x="122" y="346"/>
                  </a:cubicBezTo>
                  <a:cubicBezTo>
                    <a:pt x="1034" y="1479"/>
                    <a:pt x="1978" y="2580"/>
                    <a:pt x="3016" y="3618"/>
                  </a:cubicBezTo>
                  <a:cubicBezTo>
                    <a:pt x="3060" y="3662"/>
                    <a:pt x="3109" y="3681"/>
                    <a:pt x="3156" y="3681"/>
                  </a:cubicBezTo>
                  <a:cubicBezTo>
                    <a:pt x="3311" y="3681"/>
                    <a:pt x="3444" y="3480"/>
                    <a:pt x="3299" y="3335"/>
                  </a:cubicBezTo>
                  <a:cubicBezTo>
                    <a:pt x="2261" y="2297"/>
                    <a:pt x="1286" y="1227"/>
                    <a:pt x="405" y="63"/>
                  </a:cubicBezTo>
                  <a:cubicBezTo>
                    <a:pt x="368" y="19"/>
                    <a:pt x="325" y="1"/>
                    <a:pt x="28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38"/>
            <p:cNvSpPr/>
            <p:nvPr/>
          </p:nvSpPr>
          <p:spPr>
            <a:xfrm>
              <a:off x="3916175" y="3710150"/>
              <a:ext cx="13375" cy="10250"/>
            </a:xfrm>
            <a:custGeom>
              <a:avLst/>
              <a:gdLst/>
              <a:ahLst/>
              <a:cxnLst/>
              <a:rect l="l" t="t" r="r" b="b"/>
              <a:pathLst>
                <a:path w="535" h="410" extrusionOk="0">
                  <a:moveTo>
                    <a:pt x="283" y="1"/>
                  </a:moveTo>
                  <a:cubicBezTo>
                    <a:pt x="0" y="1"/>
                    <a:pt x="0" y="410"/>
                    <a:pt x="283" y="410"/>
                  </a:cubicBezTo>
                  <a:cubicBezTo>
                    <a:pt x="535" y="410"/>
                    <a:pt x="535" y="1"/>
                    <a:pt x="28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38"/>
            <p:cNvSpPr/>
            <p:nvPr/>
          </p:nvSpPr>
          <p:spPr>
            <a:xfrm>
              <a:off x="3938975" y="3729825"/>
              <a:ext cx="14975" cy="10250"/>
            </a:xfrm>
            <a:custGeom>
              <a:avLst/>
              <a:gdLst/>
              <a:ahLst/>
              <a:cxnLst/>
              <a:rect l="l" t="t" r="r" b="b"/>
              <a:pathLst>
                <a:path w="599" h="410" extrusionOk="0">
                  <a:moveTo>
                    <a:pt x="284" y="1"/>
                  </a:moveTo>
                  <a:cubicBezTo>
                    <a:pt x="1" y="1"/>
                    <a:pt x="1" y="410"/>
                    <a:pt x="284" y="410"/>
                  </a:cubicBezTo>
                  <a:lnTo>
                    <a:pt x="347" y="410"/>
                  </a:lnTo>
                  <a:cubicBezTo>
                    <a:pt x="598" y="410"/>
                    <a:pt x="598" y="1"/>
                    <a:pt x="347"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38"/>
            <p:cNvSpPr/>
            <p:nvPr/>
          </p:nvSpPr>
          <p:spPr>
            <a:xfrm>
              <a:off x="3934450" y="3710175"/>
              <a:ext cx="104925" cy="92400"/>
            </a:xfrm>
            <a:custGeom>
              <a:avLst/>
              <a:gdLst/>
              <a:ahLst/>
              <a:cxnLst/>
              <a:rect l="l" t="t" r="r" b="b"/>
              <a:pathLst>
                <a:path w="4197" h="3696" extrusionOk="0">
                  <a:moveTo>
                    <a:pt x="3910" y="0"/>
                  </a:moveTo>
                  <a:cubicBezTo>
                    <a:pt x="3862" y="0"/>
                    <a:pt x="3813" y="19"/>
                    <a:pt x="3768" y="63"/>
                  </a:cubicBezTo>
                  <a:cubicBezTo>
                    <a:pt x="2604" y="1196"/>
                    <a:pt x="1377" y="2297"/>
                    <a:pt x="150" y="3367"/>
                  </a:cubicBezTo>
                  <a:cubicBezTo>
                    <a:pt x="0" y="3492"/>
                    <a:pt x="128" y="3696"/>
                    <a:pt x="282" y="3696"/>
                  </a:cubicBezTo>
                  <a:cubicBezTo>
                    <a:pt x="321" y="3696"/>
                    <a:pt x="363" y="3682"/>
                    <a:pt x="402" y="3650"/>
                  </a:cubicBezTo>
                  <a:cubicBezTo>
                    <a:pt x="1660" y="2580"/>
                    <a:pt x="2887" y="1479"/>
                    <a:pt x="4052" y="315"/>
                  </a:cubicBezTo>
                  <a:cubicBezTo>
                    <a:pt x="4196" y="194"/>
                    <a:pt x="4064" y="0"/>
                    <a:pt x="391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38"/>
            <p:cNvSpPr/>
            <p:nvPr/>
          </p:nvSpPr>
          <p:spPr>
            <a:xfrm>
              <a:off x="4041225" y="3692075"/>
              <a:ext cx="12625" cy="10250"/>
            </a:xfrm>
            <a:custGeom>
              <a:avLst/>
              <a:gdLst/>
              <a:ahLst/>
              <a:cxnLst/>
              <a:rect l="l" t="t" r="r" b="b"/>
              <a:pathLst>
                <a:path w="505" h="410" extrusionOk="0">
                  <a:moveTo>
                    <a:pt x="253" y="0"/>
                  </a:moveTo>
                  <a:cubicBezTo>
                    <a:pt x="1" y="0"/>
                    <a:pt x="1" y="409"/>
                    <a:pt x="253" y="409"/>
                  </a:cubicBezTo>
                  <a:cubicBezTo>
                    <a:pt x="504" y="409"/>
                    <a:pt x="504" y="0"/>
                    <a:pt x="25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38"/>
            <p:cNvSpPr/>
            <p:nvPr/>
          </p:nvSpPr>
          <p:spPr>
            <a:xfrm>
              <a:off x="4064950" y="3635425"/>
              <a:ext cx="38450" cy="40925"/>
            </a:xfrm>
            <a:custGeom>
              <a:avLst/>
              <a:gdLst/>
              <a:ahLst/>
              <a:cxnLst/>
              <a:rect l="l" t="t" r="r" b="b"/>
              <a:pathLst>
                <a:path w="1538" h="1637" extrusionOk="0">
                  <a:moveTo>
                    <a:pt x="1161" y="126"/>
                  </a:moveTo>
                  <a:cubicBezTo>
                    <a:pt x="1161" y="127"/>
                    <a:pt x="1160" y="128"/>
                    <a:pt x="1160" y="129"/>
                  </a:cubicBezTo>
                  <a:lnTo>
                    <a:pt x="1160" y="129"/>
                  </a:lnTo>
                  <a:lnTo>
                    <a:pt x="1160" y="127"/>
                  </a:lnTo>
                  <a:lnTo>
                    <a:pt x="1161" y="126"/>
                  </a:lnTo>
                  <a:close/>
                  <a:moveTo>
                    <a:pt x="1317" y="1"/>
                  </a:moveTo>
                  <a:cubicBezTo>
                    <a:pt x="1034" y="32"/>
                    <a:pt x="908" y="316"/>
                    <a:pt x="751" y="504"/>
                  </a:cubicBezTo>
                  <a:lnTo>
                    <a:pt x="122" y="1291"/>
                  </a:lnTo>
                  <a:cubicBezTo>
                    <a:pt x="1" y="1436"/>
                    <a:pt x="140" y="1636"/>
                    <a:pt x="282" y="1636"/>
                  </a:cubicBezTo>
                  <a:cubicBezTo>
                    <a:pt x="325" y="1636"/>
                    <a:pt x="368" y="1618"/>
                    <a:pt x="405" y="1574"/>
                  </a:cubicBezTo>
                  <a:lnTo>
                    <a:pt x="405" y="1543"/>
                  </a:lnTo>
                  <a:lnTo>
                    <a:pt x="940" y="913"/>
                  </a:lnTo>
                  <a:cubicBezTo>
                    <a:pt x="1038" y="741"/>
                    <a:pt x="1176" y="587"/>
                    <a:pt x="1306" y="438"/>
                  </a:cubicBezTo>
                  <a:lnTo>
                    <a:pt x="1306" y="438"/>
                  </a:lnTo>
                  <a:cubicBezTo>
                    <a:pt x="1381" y="429"/>
                    <a:pt x="1449" y="398"/>
                    <a:pt x="1475" y="347"/>
                  </a:cubicBezTo>
                  <a:cubicBezTo>
                    <a:pt x="1538" y="253"/>
                    <a:pt x="1538" y="158"/>
                    <a:pt x="1475" y="95"/>
                  </a:cubicBezTo>
                  <a:cubicBezTo>
                    <a:pt x="1443" y="32"/>
                    <a:pt x="1380" y="1"/>
                    <a:pt x="1317"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38"/>
            <p:cNvSpPr/>
            <p:nvPr/>
          </p:nvSpPr>
          <p:spPr>
            <a:xfrm>
              <a:off x="4009025" y="3564275"/>
              <a:ext cx="80025" cy="52200"/>
            </a:xfrm>
            <a:custGeom>
              <a:avLst/>
              <a:gdLst/>
              <a:ahLst/>
              <a:cxnLst/>
              <a:rect l="l" t="t" r="r" b="b"/>
              <a:pathLst>
                <a:path w="3201" h="2088" extrusionOk="0">
                  <a:moveTo>
                    <a:pt x="2891" y="0"/>
                  </a:moveTo>
                  <a:cubicBezTo>
                    <a:pt x="2849" y="0"/>
                    <a:pt x="2807" y="14"/>
                    <a:pt x="2768" y="47"/>
                  </a:cubicBezTo>
                  <a:cubicBezTo>
                    <a:pt x="1981" y="707"/>
                    <a:pt x="1100" y="1274"/>
                    <a:pt x="188" y="1746"/>
                  </a:cubicBezTo>
                  <a:cubicBezTo>
                    <a:pt x="1" y="1826"/>
                    <a:pt x="109" y="2087"/>
                    <a:pt x="280" y="2087"/>
                  </a:cubicBezTo>
                  <a:cubicBezTo>
                    <a:pt x="311" y="2087"/>
                    <a:pt x="343" y="2079"/>
                    <a:pt x="376" y="2060"/>
                  </a:cubicBezTo>
                  <a:cubicBezTo>
                    <a:pt x="1320" y="1588"/>
                    <a:pt x="2233" y="990"/>
                    <a:pt x="3051" y="330"/>
                  </a:cubicBezTo>
                  <a:cubicBezTo>
                    <a:pt x="3201" y="205"/>
                    <a:pt x="3053" y="0"/>
                    <a:pt x="289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38"/>
            <p:cNvSpPr/>
            <p:nvPr/>
          </p:nvSpPr>
          <p:spPr>
            <a:xfrm>
              <a:off x="2503625" y="3143450"/>
              <a:ext cx="204300" cy="151625"/>
            </a:xfrm>
            <a:custGeom>
              <a:avLst/>
              <a:gdLst/>
              <a:ahLst/>
              <a:cxnLst/>
              <a:rect l="l" t="t" r="r" b="b"/>
              <a:pathLst>
                <a:path w="8172" h="6065" extrusionOk="0">
                  <a:moveTo>
                    <a:pt x="310" y="0"/>
                  </a:moveTo>
                  <a:cubicBezTo>
                    <a:pt x="148" y="0"/>
                    <a:pt x="0" y="205"/>
                    <a:pt x="150" y="330"/>
                  </a:cubicBezTo>
                  <a:cubicBezTo>
                    <a:pt x="2667" y="2312"/>
                    <a:pt x="5216" y="4200"/>
                    <a:pt x="7828" y="6025"/>
                  </a:cubicBezTo>
                  <a:cubicBezTo>
                    <a:pt x="7861" y="6053"/>
                    <a:pt x="7895" y="6065"/>
                    <a:pt x="7927" y="6065"/>
                  </a:cubicBezTo>
                  <a:cubicBezTo>
                    <a:pt x="8072" y="6065"/>
                    <a:pt x="8171" y="5813"/>
                    <a:pt x="8016" y="5710"/>
                  </a:cubicBezTo>
                  <a:cubicBezTo>
                    <a:pt x="5436" y="3885"/>
                    <a:pt x="2919" y="1997"/>
                    <a:pt x="434" y="46"/>
                  </a:cubicBezTo>
                  <a:cubicBezTo>
                    <a:pt x="395" y="14"/>
                    <a:pt x="352" y="0"/>
                    <a:pt x="31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38"/>
            <p:cNvSpPr/>
            <p:nvPr/>
          </p:nvSpPr>
          <p:spPr>
            <a:xfrm>
              <a:off x="2715825" y="3296400"/>
              <a:ext cx="13400" cy="9475"/>
            </a:xfrm>
            <a:custGeom>
              <a:avLst/>
              <a:gdLst/>
              <a:ahLst/>
              <a:cxnLst/>
              <a:rect l="l" t="t" r="r" b="b"/>
              <a:pathLst>
                <a:path w="536" h="379" extrusionOk="0">
                  <a:moveTo>
                    <a:pt x="283" y="1"/>
                  </a:moveTo>
                  <a:cubicBezTo>
                    <a:pt x="0" y="1"/>
                    <a:pt x="0" y="378"/>
                    <a:pt x="283" y="378"/>
                  </a:cubicBezTo>
                  <a:cubicBezTo>
                    <a:pt x="535" y="378"/>
                    <a:pt x="535" y="1"/>
                    <a:pt x="28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38"/>
            <p:cNvSpPr/>
            <p:nvPr/>
          </p:nvSpPr>
          <p:spPr>
            <a:xfrm>
              <a:off x="2736925" y="3310950"/>
              <a:ext cx="226550" cy="104950"/>
            </a:xfrm>
            <a:custGeom>
              <a:avLst/>
              <a:gdLst/>
              <a:ahLst/>
              <a:cxnLst/>
              <a:rect l="l" t="t" r="r" b="b"/>
              <a:pathLst>
                <a:path w="9062" h="4198" extrusionOk="0">
                  <a:moveTo>
                    <a:pt x="329" y="1"/>
                  </a:moveTo>
                  <a:cubicBezTo>
                    <a:pt x="124" y="1"/>
                    <a:pt x="0" y="280"/>
                    <a:pt x="195" y="363"/>
                  </a:cubicBezTo>
                  <a:lnTo>
                    <a:pt x="8658" y="4170"/>
                  </a:lnTo>
                  <a:cubicBezTo>
                    <a:pt x="8691" y="4189"/>
                    <a:pt x="8724" y="4197"/>
                    <a:pt x="8756" y="4197"/>
                  </a:cubicBezTo>
                  <a:cubicBezTo>
                    <a:pt x="8934" y="4197"/>
                    <a:pt x="9061" y="3931"/>
                    <a:pt x="8847" y="3824"/>
                  </a:cubicBezTo>
                  <a:lnTo>
                    <a:pt x="415" y="17"/>
                  </a:lnTo>
                  <a:cubicBezTo>
                    <a:pt x="385" y="6"/>
                    <a:pt x="356" y="1"/>
                    <a:pt x="32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38"/>
            <p:cNvSpPr/>
            <p:nvPr/>
          </p:nvSpPr>
          <p:spPr>
            <a:xfrm>
              <a:off x="2681525" y="3364075"/>
              <a:ext cx="163650" cy="104000"/>
            </a:xfrm>
            <a:custGeom>
              <a:avLst/>
              <a:gdLst/>
              <a:ahLst/>
              <a:cxnLst/>
              <a:rect l="l" t="t" r="r" b="b"/>
              <a:pathLst>
                <a:path w="6546" h="4160" extrusionOk="0">
                  <a:moveTo>
                    <a:pt x="274" y="0"/>
                  </a:moveTo>
                  <a:cubicBezTo>
                    <a:pt x="133" y="0"/>
                    <a:pt x="0" y="201"/>
                    <a:pt x="145" y="346"/>
                  </a:cubicBezTo>
                  <a:lnTo>
                    <a:pt x="114" y="346"/>
                  </a:lnTo>
                  <a:cubicBezTo>
                    <a:pt x="1750" y="2171"/>
                    <a:pt x="3858" y="3461"/>
                    <a:pt x="6218" y="4153"/>
                  </a:cubicBezTo>
                  <a:cubicBezTo>
                    <a:pt x="6236" y="4158"/>
                    <a:pt x="6253" y="4160"/>
                    <a:pt x="6269" y="4160"/>
                  </a:cubicBezTo>
                  <a:cubicBezTo>
                    <a:pt x="6481" y="4160"/>
                    <a:pt x="6546" y="3802"/>
                    <a:pt x="6312" y="3744"/>
                  </a:cubicBezTo>
                  <a:cubicBezTo>
                    <a:pt x="4047" y="3083"/>
                    <a:pt x="2002" y="1825"/>
                    <a:pt x="397" y="63"/>
                  </a:cubicBezTo>
                  <a:cubicBezTo>
                    <a:pt x="360" y="19"/>
                    <a:pt x="317" y="0"/>
                    <a:pt x="27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38"/>
            <p:cNvSpPr/>
            <p:nvPr/>
          </p:nvSpPr>
          <p:spPr>
            <a:xfrm>
              <a:off x="2670525" y="3437225"/>
              <a:ext cx="132575" cy="104050"/>
            </a:xfrm>
            <a:custGeom>
              <a:avLst/>
              <a:gdLst/>
              <a:ahLst/>
              <a:cxnLst/>
              <a:rect l="l" t="t" r="r" b="b"/>
              <a:pathLst>
                <a:path w="5303" h="4162" extrusionOk="0">
                  <a:moveTo>
                    <a:pt x="287" y="0"/>
                  </a:moveTo>
                  <a:cubicBezTo>
                    <a:pt x="132" y="0"/>
                    <a:pt x="0" y="194"/>
                    <a:pt x="145" y="315"/>
                  </a:cubicBezTo>
                  <a:cubicBezTo>
                    <a:pt x="1624" y="1730"/>
                    <a:pt x="3228" y="3020"/>
                    <a:pt x="4959" y="4122"/>
                  </a:cubicBezTo>
                  <a:cubicBezTo>
                    <a:pt x="4992" y="4150"/>
                    <a:pt x="5026" y="4162"/>
                    <a:pt x="5057" y="4162"/>
                  </a:cubicBezTo>
                  <a:cubicBezTo>
                    <a:pt x="5203" y="4162"/>
                    <a:pt x="5303" y="3905"/>
                    <a:pt x="5147" y="3776"/>
                  </a:cubicBezTo>
                  <a:cubicBezTo>
                    <a:pt x="3448" y="2674"/>
                    <a:pt x="1875" y="1447"/>
                    <a:pt x="428" y="63"/>
                  </a:cubicBezTo>
                  <a:cubicBezTo>
                    <a:pt x="384" y="19"/>
                    <a:pt x="334" y="0"/>
                    <a:pt x="287"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38"/>
            <p:cNvSpPr/>
            <p:nvPr/>
          </p:nvSpPr>
          <p:spPr>
            <a:xfrm>
              <a:off x="2809425" y="3544200"/>
              <a:ext cx="12600" cy="9450"/>
            </a:xfrm>
            <a:custGeom>
              <a:avLst/>
              <a:gdLst/>
              <a:ahLst/>
              <a:cxnLst/>
              <a:rect l="l" t="t" r="r" b="b"/>
              <a:pathLst>
                <a:path w="504" h="378" extrusionOk="0">
                  <a:moveTo>
                    <a:pt x="252" y="0"/>
                  </a:moveTo>
                  <a:cubicBezTo>
                    <a:pt x="0" y="0"/>
                    <a:pt x="0" y="378"/>
                    <a:pt x="252" y="378"/>
                  </a:cubicBezTo>
                  <a:cubicBezTo>
                    <a:pt x="504" y="378"/>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38"/>
            <p:cNvSpPr/>
            <p:nvPr/>
          </p:nvSpPr>
          <p:spPr>
            <a:xfrm>
              <a:off x="2838575" y="3560825"/>
              <a:ext cx="285000" cy="120425"/>
            </a:xfrm>
            <a:custGeom>
              <a:avLst/>
              <a:gdLst/>
              <a:ahLst/>
              <a:cxnLst/>
              <a:rect l="l" t="t" r="r" b="b"/>
              <a:pathLst>
                <a:path w="11400" h="4817" extrusionOk="0">
                  <a:moveTo>
                    <a:pt x="300" y="0"/>
                  </a:moveTo>
                  <a:cubicBezTo>
                    <a:pt x="109" y="0"/>
                    <a:pt x="0" y="266"/>
                    <a:pt x="187" y="373"/>
                  </a:cubicBezTo>
                  <a:lnTo>
                    <a:pt x="187" y="342"/>
                  </a:lnTo>
                  <a:cubicBezTo>
                    <a:pt x="3617" y="2293"/>
                    <a:pt x="7267" y="3771"/>
                    <a:pt x="11042" y="4810"/>
                  </a:cubicBezTo>
                  <a:cubicBezTo>
                    <a:pt x="11060" y="4814"/>
                    <a:pt x="11078" y="4816"/>
                    <a:pt x="11094" y="4816"/>
                  </a:cubicBezTo>
                  <a:cubicBezTo>
                    <a:pt x="11310" y="4816"/>
                    <a:pt x="11400" y="4459"/>
                    <a:pt x="11137" y="4401"/>
                  </a:cubicBezTo>
                  <a:cubicBezTo>
                    <a:pt x="7393" y="3394"/>
                    <a:pt x="3774" y="1915"/>
                    <a:pt x="408" y="27"/>
                  </a:cubicBezTo>
                  <a:cubicBezTo>
                    <a:pt x="370" y="8"/>
                    <a:pt x="334" y="0"/>
                    <a:pt x="30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38"/>
            <p:cNvSpPr/>
            <p:nvPr/>
          </p:nvSpPr>
          <p:spPr>
            <a:xfrm>
              <a:off x="2763725" y="3675125"/>
              <a:ext cx="152650" cy="79000"/>
            </a:xfrm>
            <a:custGeom>
              <a:avLst/>
              <a:gdLst/>
              <a:ahLst/>
              <a:cxnLst/>
              <a:rect l="l" t="t" r="r" b="b"/>
              <a:pathLst>
                <a:path w="6106" h="3160" extrusionOk="0">
                  <a:moveTo>
                    <a:pt x="329" y="0"/>
                  </a:moveTo>
                  <a:cubicBezTo>
                    <a:pt x="143" y="0"/>
                    <a:pt x="0" y="254"/>
                    <a:pt x="192" y="364"/>
                  </a:cubicBezTo>
                  <a:cubicBezTo>
                    <a:pt x="2017" y="1308"/>
                    <a:pt x="3874" y="2251"/>
                    <a:pt x="5699" y="3132"/>
                  </a:cubicBezTo>
                  <a:cubicBezTo>
                    <a:pt x="5736" y="3151"/>
                    <a:pt x="5773" y="3160"/>
                    <a:pt x="5807" y="3160"/>
                  </a:cubicBezTo>
                  <a:cubicBezTo>
                    <a:pt x="5998" y="3160"/>
                    <a:pt x="6106" y="2898"/>
                    <a:pt x="5919" y="2818"/>
                  </a:cubicBezTo>
                  <a:cubicBezTo>
                    <a:pt x="4062" y="1905"/>
                    <a:pt x="2238" y="961"/>
                    <a:pt x="413" y="18"/>
                  </a:cubicBezTo>
                  <a:cubicBezTo>
                    <a:pt x="385" y="6"/>
                    <a:pt x="357" y="0"/>
                    <a:pt x="32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38"/>
            <p:cNvSpPr/>
            <p:nvPr/>
          </p:nvSpPr>
          <p:spPr>
            <a:xfrm>
              <a:off x="2922700" y="3755775"/>
              <a:ext cx="14975" cy="9475"/>
            </a:xfrm>
            <a:custGeom>
              <a:avLst/>
              <a:gdLst/>
              <a:ahLst/>
              <a:cxnLst/>
              <a:rect l="l" t="t" r="r" b="b"/>
              <a:pathLst>
                <a:path w="599" h="379" extrusionOk="0">
                  <a:moveTo>
                    <a:pt x="252" y="1"/>
                  </a:moveTo>
                  <a:cubicBezTo>
                    <a:pt x="0" y="1"/>
                    <a:pt x="0" y="378"/>
                    <a:pt x="252" y="378"/>
                  </a:cubicBezTo>
                  <a:lnTo>
                    <a:pt x="346" y="378"/>
                  </a:lnTo>
                  <a:cubicBezTo>
                    <a:pt x="598" y="378"/>
                    <a:pt x="598" y="1"/>
                    <a:pt x="34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38"/>
            <p:cNvSpPr/>
            <p:nvPr/>
          </p:nvSpPr>
          <p:spPr>
            <a:xfrm>
              <a:off x="2953425" y="3773975"/>
              <a:ext cx="166825" cy="67950"/>
            </a:xfrm>
            <a:custGeom>
              <a:avLst/>
              <a:gdLst/>
              <a:ahLst/>
              <a:cxnLst/>
              <a:rect l="l" t="t" r="r" b="b"/>
              <a:pathLst>
                <a:path w="6673" h="2718" extrusionOk="0">
                  <a:moveTo>
                    <a:pt x="299" y="1"/>
                  </a:moveTo>
                  <a:cubicBezTo>
                    <a:pt x="108" y="1"/>
                    <a:pt x="0" y="262"/>
                    <a:pt x="187" y="343"/>
                  </a:cubicBezTo>
                  <a:cubicBezTo>
                    <a:pt x="2169" y="1255"/>
                    <a:pt x="4246" y="2073"/>
                    <a:pt x="6354" y="2702"/>
                  </a:cubicBezTo>
                  <a:cubicBezTo>
                    <a:pt x="6378" y="2713"/>
                    <a:pt x="6401" y="2717"/>
                    <a:pt x="6423" y="2717"/>
                  </a:cubicBezTo>
                  <a:cubicBezTo>
                    <a:pt x="6597" y="2717"/>
                    <a:pt x="6673" y="2409"/>
                    <a:pt x="6448" y="2325"/>
                  </a:cubicBezTo>
                  <a:cubicBezTo>
                    <a:pt x="4372" y="1696"/>
                    <a:pt x="2358" y="909"/>
                    <a:pt x="407" y="28"/>
                  </a:cubicBezTo>
                  <a:cubicBezTo>
                    <a:pt x="369" y="9"/>
                    <a:pt x="333" y="1"/>
                    <a:pt x="29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38"/>
            <p:cNvSpPr/>
            <p:nvPr/>
          </p:nvSpPr>
          <p:spPr>
            <a:xfrm>
              <a:off x="2826775" y="3842100"/>
              <a:ext cx="413700" cy="270725"/>
            </a:xfrm>
            <a:custGeom>
              <a:avLst/>
              <a:gdLst/>
              <a:ahLst/>
              <a:cxnLst/>
              <a:rect l="l" t="t" r="r" b="b"/>
              <a:pathLst>
                <a:path w="16548" h="10829" extrusionOk="0">
                  <a:moveTo>
                    <a:pt x="246" y="0"/>
                  </a:moveTo>
                  <a:cubicBezTo>
                    <a:pt x="101" y="0"/>
                    <a:pt x="1" y="257"/>
                    <a:pt x="156" y="386"/>
                  </a:cubicBezTo>
                  <a:lnTo>
                    <a:pt x="125" y="386"/>
                  </a:lnTo>
                  <a:cubicBezTo>
                    <a:pt x="5190" y="4288"/>
                    <a:pt x="10539" y="7749"/>
                    <a:pt x="16171" y="10801"/>
                  </a:cubicBezTo>
                  <a:cubicBezTo>
                    <a:pt x="16204" y="10820"/>
                    <a:pt x="16236" y="10828"/>
                    <a:pt x="16267" y="10828"/>
                  </a:cubicBezTo>
                  <a:cubicBezTo>
                    <a:pt x="16439" y="10828"/>
                    <a:pt x="16547" y="10562"/>
                    <a:pt x="16360" y="10455"/>
                  </a:cubicBezTo>
                  <a:cubicBezTo>
                    <a:pt x="10759" y="7434"/>
                    <a:pt x="5379" y="3942"/>
                    <a:pt x="345" y="40"/>
                  </a:cubicBezTo>
                  <a:cubicBezTo>
                    <a:pt x="311" y="12"/>
                    <a:pt x="278" y="0"/>
                    <a:pt x="24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38"/>
            <p:cNvSpPr/>
            <p:nvPr/>
          </p:nvSpPr>
          <p:spPr>
            <a:xfrm>
              <a:off x="4011250" y="3559550"/>
              <a:ext cx="380475" cy="335925"/>
            </a:xfrm>
            <a:custGeom>
              <a:avLst/>
              <a:gdLst/>
              <a:ahLst/>
              <a:cxnLst/>
              <a:rect l="l" t="t" r="r" b="b"/>
              <a:pathLst>
                <a:path w="15219" h="13437" extrusionOk="0">
                  <a:moveTo>
                    <a:pt x="14927" y="1"/>
                  </a:moveTo>
                  <a:cubicBezTo>
                    <a:pt x="14867" y="1"/>
                    <a:pt x="14806" y="24"/>
                    <a:pt x="14761" y="78"/>
                  </a:cubicBezTo>
                  <a:cubicBezTo>
                    <a:pt x="10985" y="5490"/>
                    <a:pt x="5982" y="9926"/>
                    <a:pt x="193" y="13073"/>
                  </a:cubicBezTo>
                  <a:cubicBezTo>
                    <a:pt x="1" y="13183"/>
                    <a:pt x="120" y="13436"/>
                    <a:pt x="300" y="13436"/>
                  </a:cubicBezTo>
                  <a:cubicBezTo>
                    <a:pt x="326" y="13436"/>
                    <a:pt x="354" y="13431"/>
                    <a:pt x="382" y="13419"/>
                  </a:cubicBezTo>
                  <a:lnTo>
                    <a:pt x="413" y="13388"/>
                  </a:lnTo>
                  <a:cubicBezTo>
                    <a:pt x="6266" y="10210"/>
                    <a:pt x="11300" y="5742"/>
                    <a:pt x="15107" y="299"/>
                  </a:cubicBezTo>
                  <a:cubicBezTo>
                    <a:pt x="15219" y="142"/>
                    <a:pt x="15076" y="1"/>
                    <a:pt x="14927"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38"/>
            <p:cNvSpPr/>
            <p:nvPr/>
          </p:nvSpPr>
          <p:spPr>
            <a:xfrm>
              <a:off x="4099475" y="3910275"/>
              <a:ext cx="75250" cy="46800"/>
            </a:xfrm>
            <a:custGeom>
              <a:avLst/>
              <a:gdLst/>
              <a:ahLst/>
              <a:cxnLst/>
              <a:rect l="l" t="t" r="r" b="b"/>
              <a:pathLst>
                <a:path w="3010" h="1872" extrusionOk="0">
                  <a:moveTo>
                    <a:pt x="2713" y="1"/>
                  </a:moveTo>
                  <a:cubicBezTo>
                    <a:pt x="2668" y="1"/>
                    <a:pt x="2621" y="16"/>
                    <a:pt x="2579" y="51"/>
                  </a:cubicBezTo>
                  <a:cubicBezTo>
                    <a:pt x="1824" y="617"/>
                    <a:pt x="1038" y="1120"/>
                    <a:pt x="188" y="1530"/>
                  </a:cubicBezTo>
                  <a:cubicBezTo>
                    <a:pt x="1" y="1610"/>
                    <a:pt x="109" y="1871"/>
                    <a:pt x="281" y="1871"/>
                  </a:cubicBezTo>
                  <a:cubicBezTo>
                    <a:pt x="311" y="1871"/>
                    <a:pt x="344" y="1863"/>
                    <a:pt x="377" y="1844"/>
                  </a:cubicBezTo>
                  <a:cubicBezTo>
                    <a:pt x="1258" y="1435"/>
                    <a:pt x="2076" y="900"/>
                    <a:pt x="2862" y="302"/>
                  </a:cubicBezTo>
                  <a:cubicBezTo>
                    <a:pt x="3009" y="180"/>
                    <a:pt x="2871" y="1"/>
                    <a:pt x="271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38"/>
            <p:cNvSpPr/>
            <p:nvPr/>
          </p:nvSpPr>
          <p:spPr>
            <a:xfrm>
              <a:off x="4181250" y="3893450"/>
              <a:ext cx="12600" cy="9450"/>
            </a:xfrm>
            <a:custGeom>
              <a:avLst/>
              <a:gdLst/>
              <a:ahLst/>
              <a:cxnLst/>
              <a:rect l="l" t="t" r="r" b="b"/>
              <a:pathLst>
                <a:path w="504" h="378" extrusionOk="0">
                  <a:moveTo>
                    <a:pt x="252" y="0"/>
                  </a:moveTo>
                  <a:cubicBezTo>
                    <a:pt x="0" y="0"/>
                    <a:pt x="0" y="378"/>
                    <a:pt x="252" y="378"/>
                  </a:cubicBezTo>
                  <a:cubicBezTo>
                    <a:pt x="504" y="378"/>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38"/>
            <p:cNvSpPr/>
            <p:nvPr/>
          </p:nvSpPr>
          <p:spPr>
            <a:xfrm>
              <a:off x="4200250" y="3841525"/>
              <a:ext cx="53075" cy="46425"/>
            </a:xfrm>
            <a:custGeom>
              <a:avLst/>
              <a:gdLst/>
              <a:ahLst/>
              <a:cxnLst/>
              <a:rect l="l" t="t" r="r" b="b"/>
              <a:pathLst>
                <a:path w="2123" h="1857" extrusionOk="0">
                  <a:moveTo>
                    <a:pt x="1836" y="1"/>
                  </a:moveTo>
                  <a:cubicBezTo>
                    <a:pt x="1789" y="1"/>
                    <a:pt x="1739" y="19"/>
                    <a:pt x="1695" y="63"/>
                  </a:cubicBezTo>
                  <a:lnTo>
                    <a:pt x="121" y="1511"/>
                  </a:lnTo>
                  <a:cubicBezTo>
                    <a:pt x="1" y="1656"/>
                    <a:pt x="121" y="1856"/>
                    <a:pt x="269" y="1856"/>
                  </a:cubicBezTo>
                  <a:cubicBezTo>
                    <a:pt x="313" y="1856"/>
                    <a:pt x="361" y="1838"/>
                    <a:pt x="405" y="1794"/>
                  </a:cubicBezTo>
                  <a:lnTo>
                    <a:pt x="1978" y="315"/>
                  </a:lnTo>
                  <a:cubicBezTo>
                    <a:pt x="2122" y="195"/>
                    <a:pt x="1990" y="1"/>
                    <a:pt x="183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38"/>
            <p:cNvSpPr/>
            <p:nvPr/>
          </p:nvSpPr>
          <p:spPr>
            <a:xfrm>
              <a:off x="4161450" y="3973700"/>
              <a:ext cx="84800" cy="81150"/>
            </a:xfrm>
            <a:custGeom>
              <a:avLst/>
              <a:gdLst/>
              <a:ahLst/>
              <a:cxnLst/>
              <a:rect l="l" t="t" r="r" b="b"/>
              <a:pathLst>
                <a:path w="3392" h="3246" extrusionOk="0">
                  <a:moveTo>
                    <a:pt x="3103" y="0"/>
                  </a:moveTo>
                  <a:cubicBezTo>
                    <a:pt x="3056" y="0"/>
                    <a:pt x="3007" y="18"/>
                    <a:pt x="2963" y="62"/>
                  </a:cubicBezTo>
                  <a:lnTo>
                    <a:pt x="100" y="2926"/>
                  </a:lnTo>
                  <a:cubicBezTo>
                    <a:pt x="0" y="3076"/>
                    <a:pt x="119" y="3246"/>
                    <a:pt x="267" y="3246"/>
                  </a:cubicBezTo>
                  <a:cubicBezTo>
                    <a:pt x="305" y="3246"/>
                    <a:pt x="345" y="3234"/>
                    <a:pt x="383" y="3209"/>
                  </a:cubicBezTo>
                  <a:lnTo>
                    <a:pt x="3247" y="345"/>
                  </a:lnTo>
                  <a:cubicBezTo>
                    <a:pt x="3392" y="201"/>
                    <a:pt x="3258" y="0"/>
                    <a:pt x="310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38"/>
            <p:cNvSpPr/>
            <p:nvPr/>
          </p:nvSpPr>
          <p:spPr>
            <a:xfrm>
              <a:off x="1309650" y="2419700"/>
              <a:ext cx="256975" cy="185125"/>
            </a:xfrm>
            <a:custGeom>
              <a:avLst/>
              <a:gdLst/>
              <a:ahLst/>
              <a:cxnLst/>
              <a:rect l="l" t="t" r="r" b="b"/>
              <a:pathLst>
                <a:path w="10279" h="7405" extrusionOk="0">
                  <a:moveTo>
                    <a:pt x="298" y="0"/>
                  </a:moveTo>
                  <a:cubicBezTo>
                    <a:pt x="140" y="0"/>
                    <a:pt x="0" y="185"/>
                    <a:pt x="147" y="333"/>
                  </a:cubicBezTo>
                  <a:cubicBezTo>
                    <a:pt x="1626" y="1654"/>
                    <a:pt x="3136" y="3007"/>
                    <a:pt x="4709" y="4203"/>
                  </a:cubicBezTo>
                  <a:cubicBezTo>
                    <a:pt x="5528" y="4801"/>
                    <a:pt x="6346" y="5367"/>
                    <a:pt x="7227" y="5902"/>
                  </a:cubicBezTo>
                  <a:cubicBezTo>
                    <a:pt x="7636" y="6154"/>
                    <a:pt x="8108" y="6405"/>
                    <a:pt x="8548" y="6625"/>
                  </a:cubicBezTo>
                  <a:cubicBezTo>
                    <a:pt x="8737" y="6720"/>
                    <a:pt x="8926" y="6814"/>
                    <a:pt x="9146" y="6909"/>
                  </a:cubicBezTo>
                  <a:lnTo>
                    <a:pt x="9492" y="7066"/>
                  </a:lnTo>
                  <a:cubicBezTo>
                    <a:pt x="9548" y="7088"/>
                    <a:pt x="9607" y="7099"/>
                    <a:pt x="9670" y="7099"/>
                  </a:cubicBezTo>
                  <a:cubicBezTo>
                    <a:pt x="9704" y="7099"/>
                    <a:pt x="9739" y="7096"/>
                    <a:pt x="9775" y="7089"/>
                  </a:cubicBezTo>
                  <a:lnTo>
                    <a:pt x="9775" y="7089"/>
                  </a:lnTo>
                  <a:lnTo>
                    <a:pt x="9775" y="7097"/>
                  </a:lnTo>
                  <a:cubicBezTo>
                    <a:pt x="9712" y="7192"/>
                    <a:pt x="9744" y="7286"/>
                    <a:pt x="9838" y="7349"/>
                  </a:cubicBezTo>
                  <a:lnTo>
                    <a:pt x="9901" y="7381"/>
                  </a:lnTo>
                  <a:cubicBezTo>
                    <a:pt x="9932" y="7396"/>
                    <a:pt x="9964" y="7404"/>
                    <a:pt x="9995" y="7404"/>
                  </a:cubicBezTo>
                  <a:cubicBezTo>
                    <a:pt x="10027" y="7404"/>
                    <a:pt x="10058" y="7396"/>
                    <a:pt x="10090" y="7381"/>
                  </a:cubicBezTo>
                  <a:lnTo>
                    <a:pt x="10153" y="7381"/>
                  </a:lnTo>
                  <a:cubicBezTo>
                    <a:pt x="10216" y="7318"/>
                    <a:pt x="10279" y="7223"/>
                    <a:pt x="10247" y="7129"/>
                  </a:cubicBezTo>
                  <a:cubicBezTo>
                    <a:pt x="10027" y="6563"/>
                    <a:pt x="8989" y="6405"/>
                    <a:pt x="8454" y="6122"/>
                  </a:cubicBezTo>
                  <a:cubicBezTo>
                    <a:pt x="7510" y="5619"/>
                    <a:pt x="6597" y="5084"/>
                    <a:pt x="5748" y="4454"/>
                  </a:cubicBezTo>
                  <a:cubicBezTo>
                    <a:pt x="3891" y="3102"/>
                    <a:pt x="2129" y="1623"/>
                    <a:pt x="430" y="50"/>
                  </a:cubicBezTo>
                  <a:cubicBezTo>
                    <a:pt x="389" y="15"/>
                    <a:pt x="343" y="0"/>
                    <a:pt x="29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38"/>
            <p:cNvSpPr/>
            <p:nvPr/>
          </p:nvSpPr>
          <p:spPr>
            <a:xfrm>
              <a:off x="1584700" y="2604200"/>
              <a:ext cx="15750" cy="10250"/>
            </a:xfrm>
            <a:custGeom>
              <a:avLst/>
              <a:gdLst/>
              <a:ahLst/>
              <a:cxnLst/>
              <a:rect l="l" t="t" r="r" b="b"/>
              <a:pathLst>
                <a:path w="630" h="410" extrusionOk="0">
                  <a:moveTo>
                    <a:pt x="252" y="1"/>
                  </a:moveTo>
                  <a:cubicBezTo>
                    <a:pt x="0" y="1"/>
                    <a:pt x="0" y="410"/>
                    <a:pt x="252" y="410"/>
                  </a:cubicBezTo>
                  <a:lnTo>
                    <a:pt x="378" y="410"/>
                  </a:lnTo>
                  <a:cubicBezTo>
                    <a:pt x="630" y="410"/>
                    <a:pt x="630" y="1"/>
                    <a:pt x="37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38"/>
            <p:cNvSpPr/>
            <p:nvPr/>
          </p:nvSpPr>
          <p:spPr>
            <a:xfrm>
              <a:off x="1616950" y="2617575"/>
              <a:ext cx="19675" cy="10250"/>
            </a:xfrm>
            <a:custGeom>
              <a:avLst/>
              <a:gdLst/>
              <a:ahLst/>
              <a:cxnLst/>
              <a:rect l="l" t="t" r="r" b="b"/>
              <a:pathLst>
                <a:path w="787" h="410" extrusionOk="0">
                  <a:moveTo>
                    <a:pt x="283" y="0"/>
                  </a:moveTo>
                  <a:cubicBezTo>
                    <a:pt x="0" y="0"/>
                    <a:pt x="0" y="410"/>
                    <a:pt x="283" y="410"/>
                  </a:cubicBezTo>
                  <a:lnTo>
                    <a:pt x="535" y="410"/>
                  </a:lnTo>
                  <a:cubicBezTo>
                    <a:pt x="787" y="410"/>
                    <a:pt x="787" y="0"/>
                    <a:pt x="53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38"/>
            <p:cNvSpPr/>
            <p:nvPr/>
          </p:nvSpPr>
          <p:spPr>
            <a:xfrm>
              <a:off x="1445800" y="2638025"/>
              <a:ext cx="139675" cy="99825"/>
            </a:xfrm>
            <a:custGeom>
              <a:avLst/>
              <a:gdLst/>
              <a:ahLst/>
              <a:cxnLst/>
              <a:rect l="l" t="t" r="r" b="b"/>
              <a:pathLst>
                <a:path w="5587" h="3993" extrusionOk="0">
                  <a:moveTo>
                    <a:pt x="259" y="1"/>
                  </a:moveTo>
                  <a:cubicBezTo>
                    <a:pt x="113" y="1"/>
                    <a:pt x="0" y="195"/>
                    <a:pt x="144" y="315"/>
                  </a:cubicBezTo>
                  <a:cubicBezTo>
                    <a:pt x="1686" y="1700"/>
                    <a:pt x="3385" y="2927"/>
                    <a:pt x="5210" y="3965"/>
                  </a:cubicBezTo>
                  <a:cubicBezTo>
                    <a:pt x="5243" y="3984"/>
                    <a:pt x="5275" y="3992"/>
                    <a:pt x="5306" y="3992"/>
                  </a:cubicBezTo>
                  <a:cubicBezTo>
                    <a:pt x="5478" y="3992"/>
                    <a:pt x="5586" y="3726"/>
                    <a:pt x="5399" y="3619"/>
                  </a:cubicBezTo>
                  <a:cubicBezTo>
                    <a:pt x="3606" y="2612"/>
                    <a:pt x="1938" y="1385"/>
                    <a:pt x="396" y="63"/>
                  </a:cubicBezTo>
                  <a:cubicBezTo>
                    <a:pt x="352" y="19"/>
                    <a:pt x="304" y="1"/>
                    <a:pt x="25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38"/>
            <p:cNvSpPr/>
            <p:nvPr/>
          </p:nvSpPr>
          <p:spPr>
            <a:xfrm>
              <a:off x="1597275" y="2745800"/>
              <a:ext cx="16550" cy="9450"/>
            </a:xfrm>
            <a:custGeom>
              <a:avLst/>
              <a:gdLst/>
              <a:ahLst/>
              <a:cxnLst/>
              <a:rect l="l" t="t" r="r" b="b"/>
              <a:pathLst>
                <a:path w="662" h="378" extrusionOk="0">
                  <a:moveTo>
                    <a:pt x="284" y="0"/>
                  </a:moveTo>
                  <a:cubicBezTo>
                    <a:pt x="1" y="0"/>
                    <a:pt x="1" y="378"/>
                    <a:pt x="284" y="378"/>
                  </a:cubicBezTo>
                  <a:lnTo>
                    <a:pt x="410" y="378"/>
                  </a:lnTo>
                  <a:cubicBezTo>
                    <a:pt x="661" y="378"/>
                    <a:pt x="661" y="0"/>
                    <a:pt x="41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38"/>
            <p:cNvSpPr/>
            <p:nvPr/>
          </p:nvSpPr>
          <p:spPr>
            <a:xfrm>
              <a:off x="1657850" y="2778050"/>
              <a:ext cx="10250" cy="13200"/>
            </a:xfrm>
            <a:custGeom>
              <a:avLst/>
              <a:gdLst/>
              <a:ahLst/>
              <a:cxnLst/>
              <a:rect l="l" t="t" r="r" b="b"/>
              <a:pathLst>
                <a:path w="410" h="528" extrusionOk="0">
                  <a:moveTo>
                    <a:pt x="205" y="0"/>
                  </a:moveTo>
                  <a:cubicBezTo>
                    <a:pt x="103" y="0"/>
                    <a:pt x="0" y="63"/>
                    <a:pt x="0" y="189"/>
                  </a:cubicBezTo>
                  <a:lnTo>
                    <a:pt x="0" y="315"/>
                  </a:lnTo>
                  <a:cubicBezTo>
                    <a:pt x="0" y="456"/>
                    <a:pt x="103" y="527"/>
                    <a:pt x="205" y="527"/>
                  </a:cubicBezTo>
                  <a:cubicBezTo>
                    <a:pt x="307" y="527"/>
                    <a:pt x="409" y="456"/>
                    <a:pt x="409" y="315"/>
                  </a:cubicBezTo>
                  <a:lnTo>
                    <a:pt x="409" y="189"/>
                  </a:lnTo>
                  <a:cubicBezTo>
                    <a:pt x="409" y="63"/>
                    <a:pt x="307" y="0"/>
                    <a:pt x="20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38"/>
            <p:cNvSpPr/>
            <p:nvPr/>
          </p:nvSpPr>
          <p:spPr>
            <a:xfrm>
              <a:off x="1463875" y="2773350"/>
              <a:ext cx="234800" cy="209175"/>
            </a:xfrm>
            <a:custGeom>
              <a:avLst/>
              <a:gdLst/>
              <a:ahLst/>
              <a:cxnLst/>
              <a:rect l="l" t="t" r="r" b="b"/>
              <a:pathLst>
                <a:path w="9392" h="8367" extrusionOk="0">
                  <a:moveTo>
                    <a:pt x="274" y="0"/>
                  </a:moveTo>
                  <a:cubicBezTo>
                    <a:pt x="133" y="0"/>
                    <a:pt x="0" y="201"/>
                    <a:pt x="145" y="345"/>
                  </a:cubicBezTo>
                  <a:cubicBezTo>
                    <a:pt x="2883" y="3240"/>
                    <a:pt x="5840" y="5915"/>
                    <a:pt x="9018" y="8337"/>
                  </a:cubicBezTo>
                  <a:cubicBezTo>
                    <a:pt x="9053" y="8357"/>
                    <a:pt x="9088" y="8366"/>
                    <a:pt x="9120" y="8366"/>
                  </a:cubicBezTo>
                  <a:cubicBezTo>
                    <a:pt x="9288" y="8366"/>
                    <a:pt x="9392" y="8123"/>
                    <a:pt x="9207" y="7991"/>
                  </a:cubicBezTo>
                  <a:cubicBezTo>
                    <a:pt x="6060" y="5600"/>
                    <a:pt x="3134" y="2926"/>
                    <a:pt x="397" y="62"/>
                  </a:cubicBezTo>
                  <a:cubicBezTo>
                    <a:pt x="360" y="18"/>
                    <a:pt x="317" y="0"/>
                    <a:pt x="27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38"/>
            <p:cNvSpPr/>
            <p:nvPr/>
          </p:nvSpPr>
          <p:spPr>
            <a:xfrm>
              <a:off x="1727075" y="2994350"/>
              <a:ext cx="9450" cy="13200"/>
            </a:xfrm>
            <a:custGeom>
              <a:avLst/>
              <a:gdLst/>
              <a:ahLst/>
              <a:cxnLst/>
              <a:rect l="l" t="t" r="r" b="b"/>
              <a:pathLst>
                <a:path w="378" h="528" extrusionOk="0">
                  <a:moveTo>
                    <a:pt x="189" y="1"/>
                  </a:moveTo>
                  <a:cubicBezTo>
                    <a:pt x="95" y="1"/>
                    <a:pt x="0" y="64"/>
                    <a:pt x="0" y="190"/>
                  </a:cubicBezTo>
                  <a:lnTo>
                    <a:pt x="0" y="315"/>
                  </a:lnTo>
                  <a:cubicBezTo>
                    <a:pt x="0" y="457"/>
                    <a:pt x="95" y="528"/>
                    <a:pt x="189" y="528"/>
                  </a:cubicBezTo>
                  <a:cubicBezTo>
                    <a:pt x="283" y="528"/>
                    <a:pt x="378" y="457"/>
                    <a:pt x="378" y="315"/>
                  </a:cubicBezTo>
                  <a:lnTo>
                    <a:pt x="378" y="190"/>
                  </a:lnTo>
                  <a:cubicBezTo>
                    <a:pt x="378" y="64"/>
                    <a:pt x="283" y="1"/>
                    <a:pt x="1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38"/>
            <p:cNvSpPr/>
            <p:nvPr/>
          </p:nvSpPr>
          <p:spPr>
            <a:xfrm>
              <a:off x="1767975" y="3017175"/>
              <a:ext cx="13400" cy="10250"/>
            </a:xfrm>
            <a:custGeom>
              <a:avLst/>
              <a:gdLst/>
              <a:ahLst/>
              <a:cxnLst/>
              <a:rect l="l" t="t" r="r" b="b"/>
              <a:pathLst>
                <a:path w="536" h="410" extrusionOk="0">
                  <a:moveTo>
                    <a:pt x="252" y="0"/>
                  </a:moveTo>
                  <a:cubicBezTo>
                    <a:pt x="0" y="0"/>
                    <a:pt x="0" y="409"/>
                    <a:pt x="252" y="409"/>
                  </a:cubicBezTo>
                  <a:cubicBezTo>
                    <a:pt x="535" y="409"/>
                    <a:pt x="535"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38"/>
            <p:cNvSpPr/>
            <p:nvPr/>
          </p:nvSpPr>
          <p:spPr>
            <a:xfrm>
              <a:off x="1600775" y="3101750"/>
              <a:ext cx="271050" cy="158150"/>
            </a:xfrm>
            <a:custGeom>
              <a:avLst/>
              <a:gdLst/>
              <a:ahLst/>
              <a:cxnLst/>
              <a:rect l="l" t="t" r="r" b="b"/>
              <a:pathLst>
                <a:path w="10842" h="6326" extrusionOk="0">
                  <a:moveTo>
                    <a:pt x="304" y="1"/>
                  </a:moveTo>
                  <a:cubicBezTo>
                    <a:pt x="143" y="1"/>
                    <a:pt x="0" y="205"/>
                    <a:pt x="175" y="330"/>
                  </a:cubicBezTo>
                  <a:cubicBezTo>
                    <a:pt x="1686" y="1557"/>
                    <a:pt x="3290" y="2627"/>
                    <a:pt x="5021" y="3602"/>
                  </a:cubicBezTo>
                  <a:cubicBezTo>
                    <a:pt x="5839" y="4074"/>
                    <a:pt x="6720" y="4515"/>
                    <a:pt x="7601" y="4924"/>
                  </a:cubicBezTo>
                  <a:cubicBezTo>
                    <a:pt x="7978" y="5081"/>
                    <a:pt x="8356" y="5270"/>
                    <a:pt x="8733" y="5427"/>
                  </a:cubicBezTo>
                  <a:cubicBezTo>
                    <a:pt x="8984" y="5511"/>
                    <a:pt x="9826" y="5988"/>
                    <a:pt x="10234" y="5988"/>
                  </a:cubicBezTo>
                  <a:cubicBezTo>
                    <a:pt x="10287" y="5988"/>
                    <a:pt x="10333" y="5980"/>
                    <a:pt x="10370" y="5962"/>
                  </a:cubicBezTo>
                  <a:lnTo>
                    <a:pt x="10370" y="5962"/>
                  </a:lnTo>
                  <a:cubicBezTo>
                    <a:pt x="10177" y="6072"/>
                    <a:pt x="10297" y="6325"/>
                    <a:pt x="10498" y="6325"/>
                  </a:cubicBezTo>
                  <a:cubicBezTo>
                    <a:pt x="10527" y="6325"/>
                    <a:pt x="10558" y="6320"/>
                    <a:pt x="10590" y="6308"/>
                  </a:cubicBezTo>
                  <a:lnTo>
                    <a:pt x="10684" y="6277"/>
                  </a:lnTo>
                  <a:cubicBezTo>
                    <a:pt x="10747" y="6245"/>
                    <a:pt x="10779" y="6182"/>
                    <a:pt x="10779" y="6088"/>
                  </a:cubicBezTo>
                  <a:cubicBezTo>
                    <a:pt x="10842" y="5616"/>
                    <a:pt x="10149" y="5553"/>
                    <a:pt x="9803" y="5427"/>
                  </a:cubicBezTo>
                  <a:cubicBezTo>
                    <a:pt x="8639" y="4955"/>
                    <a:pt x="7506" y="4483"/>
                    <a:pt x="6405" y="3917"/>
                  </a:cubicBezTo>
                  <a:cubicBezTo>
                    <a:pt x="4297" y="2816"/>
                    <a:pt x="2283" y="1526"/>
                    <a:pt x="427" y="47"/>
                  </a:cubicBezTo>
                  <a:cubicBezTo>
                    <a:pt x="388" y="14"/>
                    <a:pt x="345" y="1"/>
                    <a:pt x="30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38"/>
            <p:cNvSpPr/>
            <p:nvPr/>
          </p:nvSpPr>
          <p:spPr>
            <a:xfrm>
              <a:off x="1891775" y="3262600"/>
              <a:ext cx="16925" cy="13050"/>
            </a:xfrm>
            <a:custGeom>
              <a:avLst/>
              <a:gdLst/>
              <a:ahLst/>
              <a:cxnLst/>
              <a:rect l="l" t="t" r="r" b="b"/>
              <a:pathLst>
                <a:path w="677" h="522" extrusionOk="0">
                  <a:moveTo>
                    <a:pt x="289" y="1"/>
                  </a:moveTo>
                  <a:cubicBezTo>
                    <a:pt x="134" y="1"/>
                    <a:pt x="1" y="201"/>
                    <a:pt x="145" y="346"/>
                  </a:cubicBezTo>
                  <a:lnTo>
                    <a:pt x="271" y="472"/>
                  </a:lnTo>
                  <a:cubicBezTo>
                    <a:pt x="313" y="507"/>
                    <a:pt x="359" y="522"/>
                    <a:pt x="402" y="522"/>
                  </a:cubicBezTo>
                  <a:cubicBezTo>
                    <a:pt x="552" y="522"/>
                    <a:pt x="677" y="342"/>
                    <a:pt x="555" y="220"/>
                  </a:cubicBezTo>
                  <a:lnTo>
                    <a:pt x="429" y="63"/>
                  </a:lnTo>
                  <a:cubicBezTo>
                    <a:pt x="385" y="19"/>
                    <a:pt x="336" y="1"/>
                    <a:pt x="2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38"/>
            <p:cNvSpPr/>
            <p:nvPr/>
          </p:nvSpPr>
          <p:spPr>
            <a:xfrm>
              <a:off x="1938650" y="3283050"/>
              <a:ext cx="15775" cy="9450"/>
            </a:xfrm>
            <a:custGeom>
              <a:avLst/>
              <a:gdLst/>
              <a:ahLst/>
              <a:cxnLst/>
              <a:rect l="l" t="t" r="r" b="b"/>
              <a:pathLst>
                <a:path w="631" h="378" extrusionOk="0">
                  <a:moveTo>
                    <a:pt x="253" y="0"/>
                  </a:moveTo>
                  <a:cubicBezTo>
                    <a:pt x="1" y="0"/>
                    <a:pt x="1" y="378"/>
                    <a:pt x="253" y="378"/>
                  </a:cubicBezTo>
                  <a:lnTo>
                    <a:pt x="379" y="378"/>
                  </a:lnTo>
                  <a:cubicBezTo>
                    <a:pt x="630" y="378"/>
                    <a:pt x="630" y="0"/>
                    <a:pt x="37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38"/>
            <p:cNvSpPr/>
            <p:nvPr/>
          </p:nvSpPr>
          <p:spPr>
            <a:xfrm>
              <a:off x="1778350" y="3362600"/>
              <a:ext cx="193675" cy="88175"/>
            </a:xfrm>
            <a:custGeom>
              <a:avLst/>
              <a:gdLst/>
              <a:ahLst/>
              <a:cxnLst/>
              <a:rect l="l" t="t" r="r" b="b"/>
              <a:pathLst>
                <a:path w="7747" h="3527" extrusionOk="0">
                  <a:moveTo>
                    <a:pt x="306" y="0"/>
                  </a:moveTo>
                  <a:cubicBezTo>
                    <a:pt x="128" y="0"/>
                    <a:pt x="1" y="266"/>
                    <a:pt x="215" y="373"/>
                  </a:cubicBezTo>
                  <a:cubicBezTo>
                    <a:pt x="2511" y="1601"/>
                    <a:pt x="4934" y="2670"/>
                    <a:pt x="7420" y="3520"/>
                  </a:cubicBezTo>
                  <a:cubicBezTo>
                    <a:pt x="7437" y="3525"/>
                    <a:pt x="7453" y="3527"/>
                    <a:pt x="7468" y="3527"/>
                  </a:cubicBezTo>
                  <a:cubicBezTo>
                    <a:pt x="7657" y="3527"/>
                    <a:pt x="7747" y="3198"/>
                    <a:pt x="7514" y="3111"/>
                  </a:cubicBezTo>
                  <a:cubicBezTo>
                    <a:pt x="5060" y="2293"/>
                    <a:pt x="2700" y="1254"/>
                    <a:pt x="403" y="27"/>
                  </a:cubicBezTo>
                  <a:cubicBezTo>
                    <a:pt x="370" y="8"/>
                    <a:pt x="337" y="0"/>
                    <a:pt x="30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8"/>
            <p:cNvSpPr/>
            <p:nvPr/>
          </p:nvSpPr>
          <p:spPr>
            <a:xfrm>
              <a:off x="1997650" y="3446650"/>
              <a:ext cx="12625" cy="9475"/>
            </a:xfrm>
            <a:custGeom>
              <a:avLst/>
              <a:gdLst/>
              <a:ahLst/>
              <a:cxnLst/>
              <a:rect l="l" t="t" r="r" b="b"/>
              <a:pathLst>
                <a:path w="505" h="379" extrusionOk="0">
                  <a:moveTo>
                    <a:pt x="252" y="1"/>
                  </a:moveTo>
                  <a:cubicBezTo>
                    <a:pt x="1" y="1"/>
                    <a:pt x="1" y="378"/>
                    <a:pt x="252" y="378"/>
                  </a:cubicBezTo>
                  <a:cubicBezTo>
                    <a:pt x="504" y="378"/>
                    <a:pt x="504"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8"/>
            <p:cNvSpPr/>
            <p:nvPr/>
          </p:nvSpPr>
          <p:spPr>
            <a:xfrm>
              <a:off x="5699575" y="2909425"/>
              <a:ext cx="238650" cy="194500"/>
            </a:xfrm>
            <a:custGeom>
              <a:avLst/>
              <a:gdLst/>
              <a:ahLst/>
              <a:cxnLst/>
              <a:rect l="l" t="t" r="r" b="b"/>
              <a:pathLst>
                <a:path w="9546" h="7780" extrusionOk="0">
                  <a:moveTo>
                    <a:pt x="9271" y="0"/>
                  </a:moveTo>
                  <a:cubicBezTo>
                    <a:pt x="9229" y="0"/>
                    <a:pt x="9185" y="19"/>
                    <a:pt x="9149" y="63"/>
                  </a:cubicBezTo>
                  <a:cubicBezTo>
                    <a:pt x="6443" y="2863"/>
                    <a:pt x="3454" y="5317"/>
                    <a:pt x="181" y="7394"/>
                  </a:cubicBezTo>
                  <a:cubicBezTo>
                    <a:pt x="0" y="7523"/>
                    <a:pt x="117" y="7780"/>
                    <a:pt x="269" y="7780"/>
                  </a:cubicBezTo>
                  <a:cubicBezTo>
                    <a:pt x="302" y="7780"/>
                    <a:pt x="337" y="7768"/>
                    <a:pt x="370" y="7740"/>
                  </a:cubicBezTo>
                  <a:cubicBezTo>
                    <a:pt x="3674" y="5632"/>
                    <a:pt x="6694" y="3146"/>
                    <a:pt x="9400" y="346"/>
                  </a:cubicBezTo>
                  <a:cubicBezTo>
                    <a:pt x="9545" y="201"/>
                    <a:pt x="9412" y="0"/>
                    <a:pt x="92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8"/>
            <p:cNvSpPr/>
            <p:nvPr/>
          </p:nvSpPr>
          <p:spPr>
            <a:xfrm>
              <a:off x="5959750" y="2866150"/>
              <a:ext cx="13400" cy="10250"/>
            </a:xfrm>
            <a:custGeom>
              <a:avLst/>
              <a:gdLst/>
              <a:ahLst/>
              <a:cxnLst/>
              <a:rect l="l" t="t" r="r" b="b"/>
              <a:pathLst>
                <a:path w="536" h="410" extrusionOk="0">
                  <a:moveTo>
                    <a:pt x="283" y="0"/>
                  </a:moveTo>
                  <a:cubicBezTo>
                    <a:pt x="0" y="0"/>
                    <a:pt x="0" y="409"/>
                    <a:pt x="283" y="409"/>
                  </a:cubicBezTo>
                  <a:cubicBezTo>
                    <a:pt x="535" y="409"/>
                    <a:pt x="535" y="0"/>
                    <a:pt x="28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38"/>
            <p:cNvSpPr/>
            <p:nvPr/>
          </p:nvSpPr>
          <p:spPr>
            <a:xfrm>
              <a:off x="5999075" y="2797700"/>
              <a:ext cx="13400" cy="9475"/>
            </a:xfrm>
            <a:custGeom>
              <a:avLst/>
              <a:gdLst/>
              <a:ahLst/>
              <a:cxnLst/>
              <a:rect l="l" t="t" r="r" b="b"/>
              <a:pathLst>
                <a:path w="536" h="379" extrusionOk="0">
                  <a:moveTo>
                    <a:pt x="284" y="1"/>
                  </a:moveTo>
                  <a:cubicBezTo>
                    <a:pt x="0" y="1"/>
                    <a:pt x="0" y="378"/>
                    <a:pt x="284" y="378"/>
                  </a:cubicBezTo>
                  <a:cubicBezTo>
                    <a:pt x="535" y="378"/>
                    <a:pt x="535" y="1"/>
                    <a:pt x="28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38"/>
            <p:cNvSpPr/>
            <p:nvPr/>
          </p:nvSpPr>
          <p:spPr>
            <a:xfrm>
              <a:off x="2925375" y="3029750"/>
              <a:ext cx="144450" cy="556125"/>
            </a:xfrm>
            <a:custGeom>
              <a:avLst/>
              <a:gdLst/>
              <a:ahLst/>
              <a:cxnLst/>
              <a:rect l="l" t="t" r="r" b="b"/>
              <a:pathLst>
                <a:path w="5778" h="22245" extrusionOk="0">
                  <a:moveTo>
                    <a:pt x="5462" y="1"/>
                  </a:moveTo>
                  <a:cubicBezTo>
                    <a:pt x="5368" y="1"/>
                    <a:pt x="5274" y="64"/>
                    <a:pt x="5274" y="189"/>
                  </a:cubicBezTo>
                  <a:cubicBezTo>
                    <a:pt x="5368" y="7646"/>
                    <a:pt x="5368" y="15953"/>
                    <a:pt x="145" y="21900"/>
                  </a:cubicBezTo>
                  <a:cubicBezTo>
                    <a:pt x="0" y="22044"/>
                    <a:pt x="133" y="22245"/>
                    <a:pt x="274" y="22245"/>
                  </a:cubicBezTo>
                  <a:cubicBezTo>
                    <a:pt x="317" y="22245"/>
                    <a:pt x="360" y="22227"/>
                    <a:pt x="397" y="22183"/>
                  </a:cubicBezTo>
                  <a:cubicBezTo>
                    <a:pt x="5714" y="16142"/>
                    <a:pt x="5777" y="7772"/>
                    <a:pt x="5651" y="189"/>
                  </a:cubicBezTo>
                  <a:cubicBezTo>
                    <a:pt x="5651" y="64"/>
                    <a:pt x="5557" y="1"/>
                    <a:pt x="546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38"/>
            <p:cNvSpPr/>
            <p:nvPr/>
          </p:nvSpPr>
          <p:spPr>
            <a:xfrm>
              <a:off x="2259425" y="2679775"/>
              <a:ext cx="52150" cy="101875"/>
            </a:xfrm>
            <a:custGeom>
              <a:avLst/>
              <a:gdLst/>
              <a:ahLst/>
              <a:cxnLst/>
              <a:rect l="l" t="t" r="r" b="b"/>
              <a:pathLst>
                <a:path w="2086" h="4075" extrusionOk="0">
                  <a:moveTo>
                    <a:pt x="253" y="1"/>
                  </a:moveTo>
                  <a:cubicBezTo>
                    <a:pt x="127" y="1"/>
                    <a:pt x="0" y="96"/>
                    <a:pt x="39" y="250"/>
                  </a:cubicBezTo>
                  <a:cubicBezTo>
                    <a:pt x="479" y="1540"/>
                    <a:pt x="1014" y="2767"/>
                    <a:pt x="1643" y="3963"/>
                  </a:cubicBezTo>
                  <a:cubicBezTo>
                    <a:pt x="1693" y="4042"/>
                    <a:pt x="1759" y="4075"/>
                    <a:pt x="1822" y="4075"/>
                  </a:cubicBezTo>
                  <a:cubicBezTo>
                    <a:pt x="1959" y="4075"/>
                    <a:pt x="2085" y="3924"/>
                    <a:pt x="2021" y="3774"/>
                  </a:cubicBezTo>
                  <a:cubicBezTo>
                    <a:pt x="1392" y="2610"/>
                    <a:pt x="857" y="1383"/>
                    <a:pt x="448" y="124"/>
                  </a:cubicBezTo>
                  <a:cubicBezTo>
                    <a:pt x="411" y="39"/>
                    <a:pt x="332" y="1"/>
                    <a:pt x="25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38"/>
            <p:cNvSpPr/>
            <p:nvPr/>
          </p:nvSpPr>
          <p:spPr>
            <a:xfrm>
              <a:off x="2283825" y="2669375"/>
              <a:ext cx="44800" cy="95425"/>
            </a:xfrm>
            <a:custGeom>
              <a:avLst/>
              <a:gdLst/>
              <a:ahLst/>
              <a:cxnLst/>
              <a:rect l="l" t="t" r="r" b="b"/>
              <a:pathLst>
                <a:path w="1792" h="3817" extrusionOk="0">
                  <a:moveTo>
                    <a:pt x="243" y="1"/>
                  </a:moveTo>
                  <a:cubicBezTo>
                    <a:pt x="120" y="1"/>
                    <a:pt x="0" y="106"/>
                    <a:pt x="38" y="257"/>
                  </a:cubicBezTo>
                  <a:cubicBezTo>
                    <a:pt x="384" y="1452"/>
                    <a:pt x="825" y="2585"/>
                    <a:pt x="1360" y="3718"/>
                  </a:cubicBezTo>
                  <a:cubicBezTo>
                    <a:pt x="1399" y="3787"/>
                    <a:pt x="1461" y="3816"/>
                    <a:pt x="1522" y="3816"/>
                  </a:cubicBezTo>
                  <a:cubicBezTo>
                    <a:pt x="1657" y="3816"/>
                    <a:pt x="1792" y="3680"/>
                    <a:pt x="1706" y="3529"/>
                  </a:cubicBezTo>
                  <a:cubicBezTo>
                    <a:pt x="1171" y="2428"/>
                    <a:pt x="762" y="1295"/>
                    <a:pt x="447" y="162"/>
                  </a:cubicBezTo>
                  <a:cubicBezTo>
                    <a:pt x="409" y="49"/>
                    <a:pt x="325" y="1"/>
                    <a:pt x="24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38"/>
            <p:cNvSpPr/>
            <p:nvPr/>
          </p:nvSpPr>
          <p:spPr>
            <a:xfrm>
              <a:off x="2305325" y="2709250"/>
              <a:ext cx="46350" cy="42800"/>
            </a:xfrm>
            <a:custGeom>
              <a:avLst/>
              <a:gdLst/>
              <a:ahLst/>
              <a:cxnLst/>
              <a:rect l="l" t="t" r="r" b="b"/>
              <a:pathLst>
                <a:path w="1854" h="1712" extrusionOk="0">
                  <a:moveTo>
                    <a:pt x="276" y="0"/>
                  </a:moveTo>
                  <a:cubicBezTo>
                    <a:pt x="135" y="0"/>
                    <a:pt x="1" y="141"/>
                    <a:pt x="91" y="298"/>
                  </a:cubicBezTo>
                  <a:cubicBezTo>
                    <a:pt x="468" y="833"/>
                    <a:pt x="940" y="1305"/>
                    <a:pt x="1475" y="1682"/>
                  </a:cubicBezTo>
                  <a:cubicBezTo>
                    <a:pt x="1510" y="1703"/>
                    <a:pt x="1545" y="1711"/>
                    <a:pt x="1577" y="1711"/>
                  </a:cubicBezTo>
                  <a:cubicBezTo>
                    <a:pt x="1746" y="1711"/>
                    <a:pt x="1854" y="1468"/>
                    <a:pt x="1695" y="1336"/>
                  </a:cubicBezTo>
                  <a:cubicBezTo>
                    <a:pt x="1192" y="990"/>
                    <a:pt x="783" y="581"/>
                    <a:pt x="437" y="78"/>
                  </a:cubicBezTo>
                  <a:cubicBezTo>
                    <a:pt x="391" y="23"/>
                    <a:pt x="333" y="0"/>
                    <a:pt x="27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38"/>
            <p:cNvSpPr/>
            <p:nvPr/>
          </p:nvSpPr>
          <p:spPr>
            <a:xfrm>
              <a:off x="2314975" y="2686025"/>
              <a:ext cx="26850" cy="22925"/>
            </a:xfrm>
            <a:custGeom>
              <a:avLst/>
              <a:gdLst/>
              <a:ahLst/>
              <a:cxnLst/>
              <a:rect l="l" t="t" r="r" b="b"/>
              <a:pathLst>
                <a:path w="1074" h="917" extrusionOk="0">
                  <a:moveTo>
                    <a:pt x="288" y="1"/>
                  </a:moveTo>
                  <a:cubicBezTo>
                    <a:pt x="133" y="1"/>
                    <a:pt x="0" y="201"/>
                    <a:pt x="145" y="346"/>
                  </a:cubicBezTo>
                  <a:lnTo>
                    <a:pt x="648" y="849"/>
                  </a:lnTo>
                  <a:cubicBezTo>
                    <a:pt x="696" y="897"/>
                    <a:pt x="749" y="916"/>
                    <a:pt x="799" y="916"/>
                  </a:cubicBezTo>
                  <a:cubicBezTo>
                    <a:pt x="949" y="916"/>
                    <a:pt x="1073" y="739"/>
                    <a:pt x="932" y="598"/>
                  </a:cubicBezTo>
                  <a:cubicBezTo>
                    <a:pt x="774" y="409"/>
                    <a:pt x="586" y="252"/>
                    <a:pt x="428" y="63"/>
                  </a:cubicBezTo>
                  <a:cubicBezTo>
                    <a:pt x="384" y="19"/>
                    <a:pt x="335" y="1"/>
                    <a:pt x="28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38"/>
            <p:cNvSpPr/>
            <p:nvPr/>
          </p:nvSpPr>
          <p:spPr>
            <a:xfrm>
              <a:off x="2272975" y="2627800"/>
              <a:ext cx="12600" cy="9475"/>
            </a:xfrm>
            <a:custGeom>
              <a:avLst/>
              <a:gdLst/>
              <a:ahLst/>
              <a:cxnLst/>
              <a:rect l="l" t="t" r="r" b="b"/>
              <a:pathLst>
                <a:path w="504" h="379" extrusionOk="0">
                  <a:moveTo>
                    <a:pt x="252" y="1"/>
                  </a:moveTo>
                  <a:cubicBezTo>
                    <a:pt x="0" y="1"/>
                    <a:pt x="0" y="378"/>
                    <a:pt x="252" y="378"/>
                  </a:cubicBezTo>
                  <a:cubicBezTo>
                    <a:pt x="504" y="378"/>
                    <a:pt x="504"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38"/>
            <p:cNvSpPr/>
            <p:nvPr/>
          </p:nvSpPr>
          <p:spPr>
            <a:xfrm>
              <a:off x="2347900" y="2840100"/>
              <a:ext cx="22950" cy="26500"/>
            </a:xfrm>
            <a:custGeom>
              <a:avLst/>
              <a:gdLst/>
              <a:ahLst/>
              <a:cxnLst/>
              <a:rect l="l" t="t" r="r" b="b"/>
              <a:pathLst>
                <a:path w="918" h="1060" extrusionOk="0">
                  <a:moveTo>
                    <a:pt x="270" y="0"/>
                  </a:moveTo>
                  <a:cubicBezTo>
                    <a:pt x="136" y="0"/>
                    <a:pt x="0" y="136"/>
                    <a:pt x="87" y="287"/>
                  </a:cubicBezTo>
                  <a:lnTo>
                    <a:pt x="496" y="948"/>
                  </a:lnTo>
                  <a:cubicBezTo>
                    <a:pt x="536" y="1027"/>
                    <a:pt x="597" y="1060"/>
                    <a:pt x="659" y="1060"/>
                  </a:cubicBezTo>
                  <a:cubicBezTo>
                    <a:pt x="790" y="1060"/>
                    <a:pt x="918" y="909"/>
                    <a:pt x="810" y="759"/>
                  </a:cubicBezTo>
                  <a:lnTo>
                    <a:pt x="433" y="98"/>
                  </a:lnTo>
                  <a:cubicBezTo>
                    <a:pt x="393" y="29"/>
                    <a:pt x="332" y="0"/>
                    <a:pt x="27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38"/>
            <p:cNvSpPr/>
            <p:nvPr/>
          </p:nvSpPr>
          <p:spPr>
            <a:xfrm>
              <a:off x="2358850" y="2774575"/>
              <a:ext cx="64975" cy="91950"/>
            </a:xfrm>
            <a:custGeom>
              <a:avLst/>
              <a:gdLst/>
              <a:ahLst/>
              <a:cxnLst/>
              <a:rect l="l" t="t" r="r" b="b"/>
              <a:pathLst>
                <a:path w="2599" h="3678" extrusionOk="0">
                  <a:moveTo>
                    <a:pt x="254" y="0"/>
                  </a:moveTo>
                  <a:cubicBezTo>
                    <a:pt x="130" y="0"/>
                    <a:pt x="0" y="99"/>
                    <a:pt x="58" y="234"/>
                  </a:cubicBezTo>
                  <a:cubicBezTo>
                    <a:pt x="467" y="1524"/>
                    <a:pt x="1190" y="2688"/>
                    <a:pt x="2166" y="3632"/>
                  </a:cubicBezTo>
                  <a:cubicBezTo>
                    <a:pt x="2205" y="3664"/>
                    <a:pt x="2247" y="3678"/>
                    <a:pt x="2289" y="3678"/>
                  </a:cubicBezTo>
                  <a:cubicBezTo>
                    <a:pt x="2451" y="3678"/>
                    <a:pt x="2599" y="3473"/>
                    <a:pt x="2449" y="3348"/>
                  </a:cubicBezTo>
                  <a:cubicBezTo>
                    <a:pt x="1536" y="2467"/>
                    <a:pt x="844" y="1366"/>
                    <a:pt x="435" y="139"/>
                  </a:cubicBezTo>
                  <a:cubicBezTo>
                    <a:pt x="411" y="41"/>
                    <a:pt x="333" y="0"/>
                    <a:pt x="25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38"/>
            <p:cNvSpPr/>
            <p:nvPr/>
          </p:nvSpPr>
          <p:spPr>
            <a:xfrm>
              <a:off x="2388025" y="2781100"/>
              <a:ext cx="42175" cy="58675"/>
            </a:xfrm>
            <a:custGeom>
              <a:avLst/>
              <a:gdLst/>
              <a:ahLst/>
              <a:cxnLst/>
              <a:rect l="l" t="t" r="r" b="b"/>
              <a:pathLst>
                <a:path w="1687" h="2347" extrusionOk="0">
                  <a:moveTo>
                    <a:pt x="269" y="0"/>
                  </a:moveTo>
                  <a:cubicBezTo>
                    <a:pt x="135" y="0"/>
                    <a:pt x="0" y="136"/>
                    <a:pt x="86" y="287"/>
                  </a:cubicBezTo>
                  <a:lnTo>
                    <a:pt x="1282" y="2269"/>
                  </a:lnTo>
                  <a:cubicBezTo>
                    <a:pt x="1318" y="2324"/>
                    <a:pt x="1370" y="2347"/>
                    <a:pt x="1423" y="2347"/>
                  </a:cubicBezTo>
                  <a:cubicBezTo>
                    <a:pt x="1552" y="2347"/>
                    <a:pt x="1686" y="2206"/>
                    <a:pt x="1597" y="2049"/>
                  </a:cubicBezTo>
                  <a:lnTo>
                    <a:pt x="432" y="98"/>
                  </a:lnTo>
                  <a:cubicBezTo>
                    <a:pt x="393" y="29"/>
                    <a:pt x="331" y="0"/>
                    <a:pt x="26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38"/>
            <p:cNvSpPr/>
            <p:nvPr/>
          </p:nvSpPr>
          <p:spPr>
            <a:xfrm>
              <a:off x="2404950" y="2889400"/>
              <a:ext cx="63000" cy="76950"/>
            </a:xfrm>
            <a:custGeom>
              <a:avLst/>
              <a:gdLst/>
              <a:ahLst/>
              <a:cxnLst/>
              <a:rect l="l" t="t" r="r" b="b"/>
              <a:pathLst>
                <a:path w="2520" h="3078" extrusionOk="0">
                  <a:moveTo>
                    <a:pt x="251" y="1"/>
                  </a:moveTo>
                  <a:cubicBezTo>
                    <a:pt x="125" y="1"/>
                    <a:pt x="0" y="100"/>
                    <a:pt x="39" y="234"/>
                  </a:cubicBezTo>
                  <a:cubicBezTo>
                    <a:pt x="448" y="1367"/>
                    <a:pt x="1203" y="2342"/>
                    <a:pt x="2147" y="3035"/>
                  </a:cubicBezTo>
                  <a:cubicBezTo>
                    <a:pt x="2189" y="3065"/>
                    <a:pt x="2230" y="3077"/>
                    <a:pt x="2267" y="3077"/>
                  </a:cubicBezTo>
                  <a:cubicBezTo>
                    <a:pt x="2425" y="3077"/>
                    <a:pt x="2520" y="2847"/>
                    <a:pt x="2367" y="2720"/>
                  </a:cubicBezTo>
                  <a:cubicBezTo>
                    <a:pt x="1486" y="2059"/>
                    <a:pt x="825" y="1147"/>
                    <a:pt x="448" y="140"/>
                  </a:cubicBezTo>
                  <a:cubicBezTo>
                    <a:pt x="411" y="42"/>
                    <a:pt x="331" y="1"/>
                    <a:pt x="25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38"/>
            <p:cNvSpPr/>
            <p:nvPr/>
          </p:nvSpPr>
          <p:spPr>
            <a:xfrm>
              <a:off x="2430250" y="2879425"/>
              <a:ext cx="54200" cy="73250"/>
            </a:xfrm>
            <a:custGeom>
              <a:avLst/>
              <a:gdLst/>
              <a:ahLst/>
              <a:cxnLst/>
              <a:rect l="l" t="t" r="r" b="b"/>
              <a:pathLst>
                <a:path w="2168" h="2930" extrusionOk="0">
                  <a:moveTo>
                    <a:pt x="254" y="0"/>
                  </a:moveTo>
                  <a:cubicBezTo>
                    <a:pt x="127" y="0"/>
                    <a:pt x="0" y="136"/>
                    <a:pt x="65" y="287"/>
                  </a:cubicBezTo>
                  <a:cubicBezTo>
                    <a:pt x="537" y="1200"/>
                    <a:pt x="1103" y="2081"/>
                    <a:pt x="1764" y="2867"/>
                  </a:cubicBezTo>
                  <a:cubicBezTo>
                    <a:pt x="1808" y="2911"/>
                    <a:pt x="1855" y="2929"/>
                    <a:pt x="1900" y="2929"/>
                  </a:cubicBezTo>
                  <a:cubicBezTo>
                    <a:pt x="2048" y="2929"/>
                    <a:pt x="2168" y="2729"/>
                    <a:pt x="2047" y="2584"/>
                  </a:cubicBezTo>
                  <a:cubicBezTo>
                    <a:pt x="1418" y="1829"/>
                    <a:pt x="883" y="979"/>
                    <a:pt x="411" y="98"/>
                  </a:cubicBezTo>
                  <a:cubicBezTo>
                    <a:pt x="371" y="29"/>
                    <a:pt x="313" y="0"/>
                    <a:pt x="25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38"/>
            <p:cNvSpPr/>
            <p:nvPr/>
          </p:nvSpPr>
          <p:spPr>
            <a:xfrm>
              <a:off x="2443600" y="2866075"/>
              <a:ext cx="51675" cy="63800"/>
            </a:xfrm>
            <a:custGeom>
              <a:avLst/>
              <a:gdLst/>
              <a:ahLst/>
              <a:cxnLst/>
              <a:rect l="l" t="t" r="r" b="b"/>
              <a:pathLst>
                <a:path w="2067" h="2552" extrusionOk="0">
                  <a:moveTo>
                    <a:pt x="258" y="0"/>
                  </a:moveTo>
                  <a:cubicBezTo>
                    <a:pt x="130" y="0"/>
                    <a:pt x="1" y="144"/>
                    <a:pt x="66" y="318"/>
                  </a:cubicBezTo>
                  <a:cubicBezTo>
                    <a:pt x="506" y="1104"/>
                    <a:pt x="1010" y="1828"/>
                    <a:pt x="1639" y="2489"/>
                  </a:cubicBezTo>
                  <a:cubicBezTo>
                    <a:pt x="1683" y="2533"/>
                    <a:pt x="1732" y="2551"/>
                    <a:pt x="1779" y="2551"/>
                  </a:cubicBezTo>
                  <a:cubicBezTo>
                    <a:pt x="1934" y="2551"/>
                    <a:pt x="2067" y="2350"/>
                    <a:pt x="1922" y="2206"/>
                  </a:cubicBezTo>
                  <a:cubicBezTo>
                    <a:pt x="1324" y="1576"/>
                    <a:pt x="821" y="884"/>
                    <a:pt x="412" y="97"/>
                  </a:cubicBezTo>
                  <a:cubicBezTo>
                    <a:pt x="373" y="29"/>
                    <a:pt x="316" y="0"/>
                    <a:pt x="25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38"/>
            <p:cNvSpPr/>
            <p:nvPr/>
          </p:nvSpPr>
          <p:spPr>
            <a:xfrm>
              <a:off x="2453250" y="2958225"/>
              <a:ext cx="84650" cy="82925"/>
            </a:xfrm>
            <a:custGeom>
              <a:avLst/>
              <a:gdLst/>
              <a:ahLst/>
              <a:cxnLst/>
              <a:rect l="l" t="t" r="r" b="b"/>
              <a:pathLst>
                <a:path w="3386" h="3317" extrusionOk="0">
                  <a:moveTo>
                    <a:pt x="268" y="1"/>
                  </a:moveTo>
                  <a:cubicBezTo>
                    <a:pt x="129" y="1"/>
                    <a:pt x="0" y="149"/>
                    <a:pt x="89" y="282"/>
                  </a:cubicBezTo>
                  <a:cubicBezTo>
                    <a:pt x="938" y="1383"/>
                    <a:pt x="1882" y="2390"/>
                    <a:pt x="2952" y="3271"/>
                  </a:cubicBezTo>
                  <a:cubicBezTo>
                    <a:pt x="2991" y="3303"/>
                    <a:pt x="3034" y="3317"/>
                    <a:pt x="3076" y="3317"/>
                  </a:cubicBezTo>
                  <a:cubicBezTo>
                    <a:pt x="3237" y="3317"/>
                    <a:pt x="3385" y="3112"/>
                    <a:pt x="3235" y="2987"/>
                  </a:cubicBezTo>
                  <a:cubicBezTo>
                    <a:pt x="2197" y="2138"/>
                    <a:pt x="1253" y="1163"/>
                    <a:pt x="435" y="93"/>
                  </a:cubicBezTo>
                  <a:cubicBezTo>
                    <a:pt x="388" y="27"/>
                    <a:pt x="327" y="1"/>
                    <a:pt x="26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38"/>
            <p:cNvSpPr/>
            <p:nvPr/>
          </p:nvSpPr>
          <p:spPr>
            <a:xfrm>
              <a:off x="2472975" y="2941550"/>
              <a:ext cx="74475" cy="79800"/>
            </a:xfrm>
            <a:custGeom>
              <a:avLst/>
              <a:gdLst/>
              <a:ahLst/>
              <a:cxnLst/>
              <a:rect l="l" t="t" r="r" b="b"/>
              <a:pathLst>
                <a:path w="2979" h="3192" extrusionOk="0">
                  <a:moveTo>
                    <a:pt x="270" y="1"/>
                  </a:moveTo>
                  <a:cubicBezTo>
                    <a:pt x="135" y="1"/>
                    <a:pt x="0" y="137"/>
                    <a:pt x="86" y="288"/>
                  </a:cubicBezTo>
                  <a:cubicBezTo>
                    <a:pt x="747" y="1421"/>
                    <a:pt x="1597" y="2396"/>
                    <a:pt x="2603" y="3151"/>
                  </a:cubicBezTo>
                  <a:cubicBezTo>
                    <a:pt x="2643" y="3179"/>
                    <a:pt x="2681" y="3191"/>
                    <a:pt x="2717" y="3191"/>
                  </a:cubicBezTo>
                  <a:cubicBezTo>
                    <a:pt x="2879" y="3191"/>
                    <a:pt x="2979" y="2940"/>
                    <a:pt x="2824" y="2836"/>
                  </a:cubicBezTo>
                  <a:cubicBezTo>
                    <a:pt x="1848" y="2081"/>
                    <a:pt x="1030" y="1169"/>
                    <a:pt x="432" y="99"/>
                  </a:cubicBezTo>
                  <a:cubicBezTo>
                    <a:pt x="393" y="30"/>
                    <a:pt x="331" y="1"/>
                    <a:pt x="270"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38"/>
            <p:cNvSpPr/>
            <p:nvPr/>
          </p:nvSpPr>
          <p:spPr>
            <a:xfrm>
              <a:off x="2485650" y="2935375"/>
              <a:ext cx="59200" cy="59000"/>
            </a:xfrm>
            <a:custGeom>
              <a:avLst/>
              <a:gdLst/>
              <a:ahLst/>
              <a:cxnLst/>
              <a:rect l="l" t="t" r="r" b="b"/>
              <a:pathLst>
                <a:path w="2368" h="2360" extrusionOk="0">
                  <a:moveTo>
                    <a:pt x="289" y="1"/>
                  </a:moveTo>
                  <a:cubicBezTo>
                    <a:pt x="134" y="1"/>
                    <a:pt x="1" y="201"/>
                    <a:pt x="146" y="346"/>
                  </a:cubicBezTo>
                  <a:lnTo>
                    <a:pt x="1971" y="2297"/>
                  </a:lnTo>
                  <a:cubicBezTo>
                    <a:pt x="2007" y="2341"/>
                    <a:pt x="2051" y="2359"/>
                    <a:pt x="2093" y="2359"/>
                  </a:cubicBezTo>
                  <a:cubicBezTo>
                    <a:pt x="2234" y="2359"/>
                    <a:pt x="2367" y="2159"/>
                    <a:pt x="2222" y="2014"/>
                  </a:cubicBezTo>
                  <a:lnTo>
                    <a:pt x="429" y="63"/>
                  </a:lnTo>
                  <a:cubicBezTo>
                    <a:pt x="385" y="19"/>
                    <a:pt x="336" y="1"/>
                    <a:pt x="2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38"/>
            <p:cNvSpPr/>
            <p:nvPr/>
          </p:nvSpPr>
          <p:spPr>
            <a:xfrm>
              <a:off x="2498850" y="2928300"/>
              <a:ext cx="58700" cy="63025"/>
            </a:xfrm>
            <a:custGeom>
              <a:avLst/>
              <a:gdLst/>
              <a:ahLst/>
              <a:cxnLst/>
              <a:rect l="l" t="t" r="r" b="b"/>
              <a:pathLst>
                <a:path w="2348" h="2521" extrusionOk="0">
                  <a:moveTo>
                    <a:pt x="281" y="0"/>
                  </a:moveTo>
                  <a:cubicBezTo>
                    <a:pt x="139" y="0"/>
                    <a:pt x="0" y="201"/>
                    <a:pt x="121" y="346"/>
                  </a:cubicBezTo>
                  <a:cubicBezTo>
                    <a:pt x="719" y="1070"/>
                    <a:pt x="1348" y="1762"/>
                    <a:pt x="1946" y="2454"/>
                  </a:cubicBezTo>
                  <a:cubicBezTo>
                    <a:pt x="1985" y="2501"/>
                    <a:pt x="2031" y="2520"/>
                    <a:pt x="2077" y="2520"/>
                  </a:cubicBezTo>
                  <a:cubicBezTo>
                    <a:pt x="2216" y="2520"/>
                    <a:pt x="2348" y="2337"/>
                    <a:pt x="2229" y="2171"/>
                  </a:cubicBezTo>
                  <a:cubicBezTo>
                    <a:pt x="1600" y="1479"/>
                    <a:pt x="1002" y="786"/>
                    <a:pt x="404" y="63"/>
                  </a:cubicBezTo>
                  <a:cubicBezTo>
                    <a:pt x="368" y="19"/>
                    <a:pt x="324" y="0"/>
                    <a:pt x="28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38"/>
            <p:cNvSpPr/>
            <p:nvPr/>
          </p:nvSpPr>
          <p:spPr>
            <a:xfrm>
              <a:off x="2515250" y="2938500"/>
              <a:ext cx="13375" cy="10250"/>
            </a:xfrm>
            <a:custGeom>
              <a:avLst/>
              <a:gdLst/>
              <a:ahLst/>
              <a:cxnLst/>
              <a:rect l="l" t="t" r="r" b="b"/>
              <a:pathLst>
                <a:path w="535" h="410" extrusionOk="0">
                  <a:moveTo>
                    <a:pt x="252" y="1"/>
                  </a:moveTo>
                  <a:cubicBezTo>
                    <a:pt x="0" y="1"/>
                    <a:pt x="0" y="410"/>
                    <a:pt x="252" y="410"/>
                  </a:cubicBezTo>
                  <a:cubicBezTo>
                    <a:pt x="535" y="410"/>
                    <a:pt x="535"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38"/>
            <p:cNvSpPr/>
            <p:nvPr/>
          </p:nvSpPr>
          <p:spPr>
            <a:xfrm>
              <a:off x="2539875" y="3030875"/>
              <a:ext cx="73400" cy="62600"/>
            </a:xfrm>
            <a:custGeom>
              <a:avLst/>
              <a:gdLst/>
              <a:ahLst/>
              <a:cxnLst/>
              <a:rect l="l" t="t" r="r" b="b"/>
              <a:pathLst>
                <a:path w="2936" h="2504" extrusionOk="0">
                  <a:moveTo>
                    <a:pt x="298" y="1"/>
                  </a:moveTo>
                  <a:cubicBezTo>
                    <a:pt x="140" y="1"/>
                    <a:pt x="1" y="186"/>
                    <a:pt x="148" y="333"/>
                  </a:cubicBezTo>
                  <a:lnTo>
                    <a:pt x="2507" y="2441"/>
                  </a:lnTo>
                  <a:cubicBezTo>
                    <a:pt x="2551" y="2485"/>
                    <a:pt x="2600" y="2504"/>
                    <a:pt x="2647" y="2504"/>
                  </a:cubicBezTo>
                  <a:cubicBezTo>
                    <a:pt x="2802" y="2504"/>
                    <a:pt x="2936" y="2303"/>
                    <a:pt x="2791" y="2158"/>
                  </a:cubicBezTo>
                  <a:lnTo>
                    <a:pt x="431" y="50"/>
                  </a:lnTo>
                  <a:cubicBezTo>
                    <a:pt x="389" y="15"/>
                    <a:pt x="343" y="1"/>
                    <a:pt x="29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38"/>
            <p:cNvSpPr/>
            <p:nvPr/>
          </p:nvSpPr>
          <p:spPr>
            <a:xfrm>
              <a:off x="2547800" y="3000675"/>
              <a:ext cx="68550" cy="63025"/>
            </a:xfrm>
            <a:custGeom>
              <a:avLst/>
              <a:gdLst/>
              <a:ahLst/>
              <a:cxnLst/>
              <a:rect l="l" t="t" r="r" b="b"/>
              <a:pathLst>
                <a:path w="2742" h="2521" extrusionOk="0">
                  <a:moveTo>
                    <a:pt x="289" y="0"/>
                  </a:moveTo>
                  <a:cubicBezTo>
                    <a:pt x="134" y="0"/>
                    <a:pt x="0" y="201"/>
                    <a:pt x="145" y="346"/>
                  </a:cubicBezTo>
                  <a:cubicBezTo>
                    <a:pt x="838" y="1101"/>
                    <a:pt x="1561" y="1793"/>
                    <a:pt x="2316" y="2454"/>
                  </a:cubicBezTo>
                  <a:cubicBezTo>
                    <a:pt x="2371" y="2501"/>
                    <a:pt x="2428" y="2520"/>
                    <a:pt x="2480" y="2520"/>
                  </a:cubicBezTo>
                  <a:cubicBezTo>
                    <a:pt x="2635" y="2520"/>
                    <a:pt x="2741" y="2344"/>
                    <a:pt x="2600" y="2202"/>
                  </a:cubicBezTo>
                  <a:cubicBezTo>
                    <a:pt x="1844" y="1510"/>
                    <a:pt x="1121" y="818"/>
                    <a:pt x="429" y="62"/>
                  </a:cubicBezTo>
                  <a:cubicBezTo>
                    <a:pt x="385" y="18"/>
                    <a:pt x="336" y="0"/>
                    <a:pt x="28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38"/>
            <p:cNvSpPr/>
            <p:nvPr/>
          </p:nvSpPr>
          <p:spPr>
            <a:xfrm>
              <a:off x="2547675" y="2984550"/>
              <a:ext cx="70450" cy="55025"/>
            </a:xfrm>
            <a:custGeom>
              <a:avLst/>
              <a:gdLst/>
              <a:ahLst/>
              <a:cxnLst/>
              <a:rect l="l" t="t" r="r" b="b"/>
              <a:pathLst>
                <a:path w="2818" h="2201" extrusionOk="0">
                  <a:moveTo>
                    <a:pt x="298" y="1"/>
                  </a:moveTo>
                  <a:cubicBezTo>
                    <a:pt x="128" y="1"/>
                    <a:pt x="0" y="205"/>
                    <a:pt x="150" y="330"/>
                  </a:cubicBezTo>
                  <a:lnTo>
                    <a:pt x="2384" y="2155"/>
                  </a:lnTo>
                  <a:cubicBezTo>
                    <a:pt x="2423" y="2187"/>
                    <a:pt x="2466" y="2201"/>
                    <a:pt x="2508" y="2201"/>
                  </a:cubicBezTo>
                  <a:cubicBezTo>
                    <a:pt x="2670" y="2201"/>
                    <a:pt x="2817" y="1996"/>
                    <a:pt x="2667" y="1872"/>
                  </a:cubicBezTo>
                  <a:cubicBezTo>
                    <a:pt x="1912" y="1274"/>
                    <a:pt x="1157" y="644"/>
                    <a:pt x="434" y="47"/>
                  </a:cubicBezTo>
                  <a:cubicBezTo>
                    <a:pt x="388" y="14"/>
                    <a:pt x="342" y="1"/>
                    <a:pt x="29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38"/>
            <p:cNvSpPr/>
            <p:nvPr/>
          </p:nvSpPr>
          <p:spPr>
            <a:xfrm>
              <a:off x="2564800" y="2974700"/>
              <a:ext cx="12600" cy="9450"/>
            </a:xfrm>
            <a:custGeom>
              <a:avLst/>
              <a:gdLst/>
              <a:ahLst/>
              <a:cxnLst/>
              <a:rect l="l" t="t" r="r" b="b"/>
              <a:pathLst>
                <a:path w="504" h="378" extrusionOk="0">
                  <a:moveTo>
                    <a:pt x="252" y="0"/>
                  </a:moveTo>
                  <a:cubicBezTo>
                    <a:pt x="0" y="0"/>
                    <a:pt x="0" y="378"/>
                    <a:pt x="252" y="378"/>
                  </a:cubicBezTo>
                  <a:cubicBezTo>
                    <a:pt x="504" y="378"/>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38"/>
            <p:cNvSpPr/>
            <p:nvPr/>
          </p:nvSpPr>
          <p:spPr>
            <a:xfrm>
              <a:off x="2609725" y="3066775"/>
              <a:ext cx="66750" cy="39200"/>
            </a:xfrm>
            <a:custGeom>
              <a:avLst/>
              <a:gdLst/>
              <a:ahLst/>
              <a:cxnLst/>
              <a:rect l="l" t="t" r="r" b="b"/>
              <a:pathLst>
                <a:path w="2670" h="1568" extrusionOk="0">
                  <a:moveTo>
                    <a:pt x="272" y="1"/>
                  </a:moveTo>
                  <a:cubicBezTo>
                    <a:pt x="104" y="1"/>
                    <a:pt x="1" y="244"/>
                    <a:pt x="185" y="376"/>
                  </a:cubicBezTo>
                  <a:lnTo>
                    <a:pt x="2262" y="1540"/>
                  </a:lnTo>
                  <a:cubicBezTo>
                    <a:pt x="2295" y="1559"/>
                    <a:pt x="2328" y="1567"/>
                    <a:pt x="2360" y="1567"/>
                  </a:cubicBezTo>
                  <a:cubicBezTo>
                    <a:pt x="2538" y="1567"/>
                    <a:pt x="2670" y="1301"/>
                    <a:pt x="2482" y="1194"/>
                  </a:cubicBezTo>
                  <a:lnTo>
                    <a:pt x="374" y="30"/>
                  </a:lnTo>
                  <a:cubicBezTo>
                    <a:pt x="339" y="10"/>
                    <a:pt x="304" y="1"/>
                    <a:pt x="27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38"/>
            <p:cNvSpPr/>
            <p:nvPr/>
          </p:nvSpPr>
          <p:spPr>
            <a:xfrm>
              <a:off x="2643450" y="3056500"/>
              <a:ext cx="12625" cy="10250"/>
            </a:xfrm>
            <a:custGeom>
              <a:avLst/>
              <a:gdLst/>
              <a:ahLst/>
              <a:cxnLst/>
              <a:rect l="l" t="t" r="r" b="b"/>
              <a:pathLst>
                <a:path w="505" h="410" extrusionOk="0">
                  <a:moveTo>
                    <a:pt x="252" y="0"/>
                  </a:moveTo>
                  <a:cubicBezTo>
                    <a:pt x="1" y="0"/>
                    <a:pt x="1" y="409"/>
                    <a:pt x="252" y="409"/>
                  </a:cubicBezTo>
                  <a:cubicBezTo>
                    <a:pt x="504" y="409"/>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8"/>
            <p:cNvSpPr/>
            <p:nvPr/>
          </p:nvSpPr>
          <p:spPr>
            <a:xfrm>
              <a:off x="2243075" y="2564875"/>
              <a:ext cx="13400" cy="10250"/>
            </a:xfrm>
            <a:custGeom>
              <a:avLst/>
              <a:gdLst/>
              <a:ahLst/>
              <a:cxnLst/>
              <a:rect l="l" t="t" r="r" b="b"/>
              <a:pathLst>
                <a:path w="536" h="410" extrusionOk="0">
                  <a:moveTo>
                    <a:pt x="284" y="0"/>
                  </a:moveTo>
                  <a:cubicBezTo>
                    <a:pt x="1" y="0"/>
                    <a:pt x="1" y="409"/>
                    <a:pt x="284" y="409"/>
                  </a:cubicBezTo>
                  <a:cubicBezTo>
                    <a:pt x="535" y="409"/>
                    <a:pt x="535" y="0"/>
                    <a:pt x="28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38"/>
            <p:cNvSpPr/>
            <p:nvPr/>
          </p:nvSpPr>
          <p:spPr>
            <a:xfrm>
              <a:off x="2472350" y="3089600"/>
              <a:ext cx="46000" cy="42650"/>
            </a:xfrm>
            <a:custGeom>
              <a:avLst/>
              <a:gdLst/>
              <a:ahLst/>
              <a:cxnLst/>
              <a:rect l="l" t="t" r="r" b="b"/>
              <a:pathLst>
                <a:path w="1840" h="1706" extrusionOk="0">
                  <a:moveTo>
                    <a:pt x="285" y="0"/>
                  </a:moveTo>
                  <a:cubicBezTo>
                    <a:pt x="139" y="0"/>
                    <a:pt x="1" y="148"/>
                    <a:pt x="111" y="281"/>
                  </a:cubicBezTo>
                  <a:cubicBezTo>
                    <a:pt x="489" y="816"/>
                    <a:pt x="961" y="1288"/>
                    <a:pt x="1464" y="1665"/>
                  </a:cubicBezTo>
                  <a:cubicBezTo>
                    <a:pt x="1504" y="1693"/>
                    <a:pt x="1542" y="1706"/>
                    <a:pt x="1577" y="1706"/>
                  </a:cubicBezTo>
                  <a:cubicBezTo>
                    <a:pt x="1740" y="1706"/>
                    <a:pt x="1840" y="1449"/>
                    <a:pt x="1685" y="1319"/>
                  </a:cubicBezTo>
                  <a:cubicBezTo>
                    <a:pt x="1213" y="973"/>
                    <a:pt x="804" y="564"/>
                    <a:pt x="457" y="92"/>
                  </a:cubicBezTo>
                  <a:cubicBezTo>
                    <a:pt x="411" y="27"/>
                    <a:pt x="347" y="0"/>
                    <a:pt x="28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8"/>
            <p:cNvSpPr/>
            <p:nvPr/>
          </p:nvSpPr>
          <p:spPr>
            <a:xfrm>
              <a:off x="2472825" y="3069650"/>
              <a:ext cx="32950" cy="23725"/>
            </a:xfrm>
            <a:custGeom>
              <a:avLst/>
              <a:gdLst/>
              <a:ahLst/>
              <a:cxnLst/>
              <a:rect l="l" t="t" r="r" b="b"/>
              <a:pathLst>
                <a:path w="1318" h="949" extrusionOk="0">
                  <a:moveTo>
                    <a:pt x="233" y="0"/>
                  </a:moveTo>
                  <a:cubicBezTo>
                    <a:pt x="79" y="0"/>
                    <a:pt x="0" y="252"/>
                    <a:pt x="155" y="355"/>
                  </a:cubicBezTo>
                  <a:lnTo>
                    <a:pt x="942" y="922"/>
                  </a:lnTo>
                  <a:cubicBezTo>
                    <a:pt x="970" y="941"/>
                    <a:pt x="999" y="949"/>
                    <a:pt x="1027" y="949"/>
                  </a:cubicBezTo>
                  <a:cubicBezTo>
                    <a:pt x="1187" y="949"/>
                    <a:pt x="1318" y="683"/>
                    <a:pt x="1131" y="576"/>
                  </a:cubicBezTo>
                  <a:lnTo>
                    <a:pt x="344" y="41"/>
                  </a:lnTo>
                  <a:cubicBezTo>
                    <a:pt x="305" y="13"/>
                    <a:pt x="267" y="0"/>
                    <a:pt x="23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8"/>
            <p:cNvSpPr/>
            <p:nvPr/>
          </p:nvSpPr>
          <p:spPr>
            <a:xfrm>
              <a:off x="2551650" y="3249575"/>
              <a:ext cx="71175" cy="64375"/>
            </a:xfrm>
            <a:custGeom>
              <a:avLst/>
              <a:gdLst/>
              <a:ahLst/>
              <a:cxnLst/>
              <a:rect l="l" t="t" r="r" b="b"/>
              <a:pathLst>
                <a:path w="2847" h="2575" extrusionOk="0">
                  <a:moveTo>
                    <a:pt x="263" y="0"/>
                  </a:moveTo>
                  <a:cubicBezTo>
                    <a:pt x="126" y="0"/>
                    <a:pt x="1" y="192"/>
                    <a:pt x="117" y="332"/>
                  </a:cubicBezTo>
                  <a:cubicBezTo>
                    <a:pt x="778" y="1182"/>
                    <a:pt x="1565" y="1937"/>
                    <a:pt x="2477" y="2535"/>
                  </a:cubicBezTo>
                  <a:cubicBezTo>
                    <a:pt x="2516" y="2563"/>
                    <a:pt x="2554" y="2575"/>
                    <a:pt x="2590" y="2575"/>
                  </a:cubicBezTo>
                  <a:cubicBezTo>
                    <a:pt x="2751" y="2575"/>
                    <a:pt x="2847" y="2318"/>
                    <a:pt x="2666" y="2189"/>
                  </a:cubicBezTo>
                  <a:cubicBezTo>
                    <a:pt x="1816" y="1622"/>
                    <a:pt x="1030" y="899"/>
                    <a:pt x="400" y="80"/>
                  </a:cubicBezTo>
                  <a:cubicBezTo>
                    <a:pt x="360" y="24"/>
                    <a:pt x="311" y="0"/>
                    <a:pt x="26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8"/>
            <p:cNvSpPr/>
            <p:nvPr/>
          </p:nvSpPr>
          <p:spPr>
            <a:xfrm>
              <a:off x="2571150" y="3242700"/>
              <a:ext cx="48675" cy="37425"/>
            </a:xfrm>
            <a:custGeom>
              <a:avLst/>
              <a:gdLst/>
              <a:ahLst/>
              <a:cxnLst/>
              <a:rect l="l" t="t" r="r" b="b"/>
              <a:pathLst>
                <a:path w="1947" h="1497" extrusionOk="0">
                  <a:moveTo>
                    <a:pt x="245" y="1"/>
                  </a:moveTo>
                  <a:cubicBezTo>
                    <a:pt x="100" y="1"/>
                    <a:pt x="0" y="258"/>
                    <a:pt x="155" y="387"/>
                  </a:cubicBezTo>
                  <a:lnTo>
                    <a:pt x="1571" y="1457"/>
                  </a:lnTo>
                  <a:cubicBezTo>
                    <a:pt x="1610" y="1485"/>
                    <a:pt x="1649" y="1497"/>
                    <a:pt x="1684" y="1497"/>
                  </a:cubicBezTo>
                  <a:cubicBezTo>
                    <a:pt x="1847" y="1497"/>
                    <a:pt x="1947" y="1240"/>
                    <a:pt x="1791" y="1111"/>
                  </a:cubicBezTo>
                  <a:lnTo>
                    <a:pt x="344" y="41"/>
                  </a:lnTo>
                  <a:cubicBezTo>
                    <a:pt x="310" y="13"/>
                    <a:pt x="277" y="1"/>
                    <a:pt x="24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38"/>
            <p:cNvSpPr/>
            <p:nvPr/>
          </p:nvSpPr>
          <p:spPr>
            <a:xfrm>
              <a:off x="2616700" y="3257075"/>
              <a:ext cx="13400" cy="9475"/>
            </a:xfrm>
            <a:custGeom>
              <a:avLst/>
              <a:gdLst/>
              <a:ahLst/>
              <a:cxnLst/>
              <a:rect l="l" t="t" r="r" b="b"/>
              <a:pathLst>
                <a:path w="536" h="379" extrusionOk="0">
                  <a:moveTo>
                    <a:pt x="284" y="1"/>
                  </a:moveTo>
                  <a:cubicBezTo>
                    <a:pt x="1" y="1"/>
                    <a:pt x="1" y="378"/>
                    <a:pt x="284" y="378"/>
                  </a:cubicBezTo>
                  <a:cubicBezTo>
                    <a:pt x="536" y="378"/>
                    <a:pt x="536" y="1"/>
                    <a:pt x="28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38"/>
            <p:cNvSpPr/>
            <p:nvPr/>
          </p:nvSpPr>
          <p:spPr>
            <a:xfrm>
              <a:off x="2426500" y="3092750"/>
              <a:ext cx="33350" cy="38850"/>
            </a:xfrm>
            <a:custGeom>
              <a:avLst/>
              <a:gdLst/>
              <a:ahLst/>
              <a:cxnLst/>
              <a:rect l="l" t="t" r="r" b="b"/>
              <a:pathLst>
                <a:path w="1334" h="1554" extrusionOk="0">
                  <a:moveTo>
                    <a:pt x="283" y="0"/>
                  </a:moveTo>
                  <a:cubicBezTo>
                    <a:pt x="145" y="0"/>
                    <a:pt x="1" y="148"/>
                    <a:pt x="89" y="281"/>
                  </a:cubicBezTo>
                  <a:lnTo>
                    <a:pt x="876" y="1477"/>
                  </a:lnTo>
                  <a:cubicBezTo>
                    <a:pt x="921" y="1531"/>
                    <a:pt x="982" y="1554"/>
                    <a:pt x="1042" y="1554"/>
                  </a:cubicBezTo>
                  <a:cubicBezTo>
                    <a:pt x="1191" y="1554"/>
                    <a:pt x="1334" y="1413"/>
                    <a:pt x="1222" y="1256"/>
                  </a:cubicBezTo>
                  <a:lnTo>
                    <a:pt x="435" y="92"/>
                  </a:lnTo>
                  <a:cubicBezTo>
                    <a:pt x="398" y="27"/>
                    <a:pt x="341" y="0"/>
                    <a:pt x="28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8"/>
            <p:cNvSpPr/>
            <p:nvPr/>
          </p:nvSpPr>
          <p:spPr>
            <a:xfrm>
              <a:off x="2403550" y="3001425"/>
              <a:ext cx="13400" cy="9475"/>
            </a:xfrm>
            <a:custGeom>
              <a:avLst/>
              <a:gdLst/>
              <a:ahLst/>
              <a:cxnLst/>
              <a:rect l="l" t="t" r="r" b="b"/>
              <a:pathLst>
                <a:path w="536" h="379" extrusionOk="0">
                  <a:moveTo>
                    <a:pt x="283" y="1"/>
                  </a:moveTo>
                  <a:cubicBezTo>
                    <a:pt x="0" y="1"/>
                    <a:pt x="0" y="378"/>
                    <a:pt x="283" y="378"/>
                  </a:cubicBezTo>
                  <a:cubicBezTo>
                    <a:pt x="535" y="378"/>
                    <a:pt x="535" y="1"/>
                    <a:pt x="28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38"/>
            <p:cNvSpPr/>
            <p:nvPr/>
          </p:nvSpPr>
          <p:spPr>
            <a:xfrm>
              <a:off x="2407475" y="2974700"/>
              <a:ext cx="12600" cy="9450"/>
            </a:xfrm>
            <a:custGeom>
              <a:avLst/>
              <a:gdLst/>
              <a:ahLst/>
              <a:cxnLst/>
              <a:rect l="l" t="t" r="r" b="b"/>
              <a:pathLst>
                <a:path w="504" h="378" extrusionOk="0">
                  <a:moveTo>
                    <a:pt x="252" y="0"/>
                  </a:moveTo>
                  <a:cubicBezTo>
                    <a:pt x="0" y="0"/>
                    <a:pt x="0" y="378"/>
                    <a:pt x="252" y="378"/>
                  </a:cubicBezTo>
                  <a:cubicBezTo>
                    <a:pt x="504" y="378"/>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38"/>
            <p:cNvSpPr/>
            <p:nvPr/>
          </p:nvSpPr>
          <p:spPr>
            <a:xfrm>
              <a:off x="2656100" y="3315850"/>
              <a:ext cx="22725" cy="16975"/>
            </a:xfrm>
            <a:custGeom>
              <a:avLst/>
              <a:gdLst/>
              <a:ahLst/>
              <a:cxnLst/>
              <a:rect l="l" t="t" r="r" b="b"/>
              <a:pathLst>
                <a:path w="909" h="679" extrusionOk="0">
                  <a:moveTo>
                    <a:pt x="245" y="1"/>
                  </a:moveTo>
                  <a:cubicBezTo>
                    <a:pt x="100" y="1"/>
                    <a:pt x="0" y="252"/>
                    <a:pt x="155" y="356"/>
                  </a:cubicBezTo>
                  <a:lnTo>
                    <a:pt x="533" y="639"/>
                  </a:lnTo>
                  <a:cubicBezTo>
                    <a:pt x="572" y="667"/>
                    <a:pt x="610" y="679"/>
                    <a:pt x="646" y="679"/>
                  </a:cubicBezTo>
                  <a:cubicBezTo>
                    <a:pt x="808" y="679"/>
                    <a:pt x="908" y="422"/>
                    <a:pt x="753" y="293"/>
                  </a:cubicBezTo>
                  <a:lnTo>
                    <a:pt x="344" y="41"/>
                  </a:lnTo>
                  <a:cubicBezTo>
                    <a:pt x="310" y="13"/>
                    <a:pt x="276" y="1"/>
                    <a:pt x="24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38"/>
            <p:cNvSpPr/>
            <p:nvPr/>
          </p:nvSpPr>
          <p:spPr>
            <a:xfrm>
              <a:off x="2708750" y="3318425"/>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38"/>
            <p:cNvSpPr/>
            <p:nvPr/>
          </p:nvSpPr>
          <p:spPr>
            <a:xfrm>
              <a:off x="3050775" y="3335400"/>
              <a:ext cx="27875" cy="88225"/>
            </a:xfrm>
            <a:custGeom>
              <a:avLst/>
              <a:gdLst/>
              <a:ahLst/>
              <a:cxnLst/>
              <a:rect l="l" t="t" r="r" b="b"/>
              <a:pathLst>
                <a:path w="1115" h="3529" extrusionOk="0">
                  <a:moveTo>
                    <a:pt x="871" y="1"/>
                  </a:moveTo>
                  <a:cubicBezTo>
                    <a:pt x="795" y="1"/>
                    <a:pt x="723" y="42"/>
                    <a:pt x="698" y="140"/>
                  </a:cubicBezTo>
                  <a:lnTo>
                    <a:pt x="37" y="3286"/>
                  </a:lnTo>
                  <a:cubicBezTo>
                    <a:pt x="0" y="3435"/>
                    <a:pt x="117" y="3529"/>
                    <a:pt x="231" y="3529"/>
                  </a:cubicBezTo>
                  <a:cubicBezTo>
                    <a:pt x="311" y="3529"/>
                    <a:pt x="389" y="3484"/>
                    <a:pt x="415" y="3381"/>
                  </a:cubicBezTo>
                  <a:lnTo>
                    <a:pt x="1076" y="234"/>
                  </a:lnTo>
                  <a:cubicBezTo>
                    <a:pt x="1114" y="100"/>
                    <a:pt x="989" y="1"/>
                    <a:pt x="87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38"/>
            <p:cNvSpPr/>
            <p:nvPr/>
          </p:nvSpPr>
          <p:spPr>
            <a:xfrm>
              <a:off x="3059875" y="3263050"/>
              <a:ext cx="21425" cy="75350"/>
            </a:xfrm>
            <a:custGeom>
              <a:avLst/>
              <a:gdLst/>
              <a:ahLst/>
              <a:cxnLst/>
              <a:rect l="l" t="t" r="r" b="b"/>
              <a:pathLst>
                <a:path w="857" h="3014" extrusionOk="0">
                  <a:moveTo>
                    <a:pt x="610" y="0"/>
                  </a:moveTo>
                  <a:cubicBezTo>
                    <a:pt x="537" y="0"/>
                    <a:pt x="472" y="41"/>
                    <a:pt x="460" y="139"/>
                  </a:cubicBezTo>
                  <a:cubicBezTo>
                    <a:pt x="303" y="1020"/>
                    <a:pt x="177" y="1901"/>
                    <a:pt x="19" y="2751"/>
                  </a:cubicBezTo>
                  <a:cubicBezTo>
                    <a:pt x="0" y="2906"/>
                    <a:pt x="137" y="3014"/>
                    <a:pt x="259" y="3014"/>
                  </a:cubicBezTo>
                  <a:cubicBezTo>
                    <a:pt x="335" y="3014"/>
                    <a:pt x="404" y="2973"/>
                    <a:pt x="428" y="2877"/>
                  </a:cubicBezTo>
                  <a:cubicBezTo>
                    <a:pt x="554" y="1996"/>
                    <a:pt x="712" y="1115"/>
                    <a:pt x="838" y="234"/>
                  </a:cubicBezTo>
                  <a:cubicBezTo>
                    <a:pt x="857" y="99"/>
                    <a:pt x="724" y="0"/>
                    <a:pt x="61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38"/>
            <p:cNvSpPr/>
            <p:nvPr/>
          </p:nvSpPr>
          <p:spPr>
            <a:xfrm>
              <a:off x="3077950" y="3276425"/>
              <a:ext cx="16725" cy="55700"/>
            </a:xfrm>
            <a:custGeom>
              <a:avLst/>
              <a:gdLst/>
              <a:ahLst/>
              <a:cxnLst/>
              <a:rect l="l" t="t" r="r" b="b"/>
              <a:pathLst>
                <a:path w="669" h="2228" extrusionOk="0">
                  <a:moveTo>
                    <a:pt x="422" y="0"/>
                  </a:moveTo>
                  <a:cubicBezTo>
                    <a:pt x="349" y="0"/>
                    <a:pt x="284" y="41"/>
                    <a:pt x="272" y="139"/>
                  </a:cubicBezTo>
                  <a:lnTo>
                    <a:pt x="20" y="1964"/>
                  </a:lnTo>
                  <a:cubicBezTo>
                    <a:pt x="1" y="2120"/>
                    <a:pt x="137" y="2227"/>
                    <a:pt x="252" y="2227"/>
                  </a:cubicBezTo>
                  <a:cubicBezTo>
                    <a:pt x="323" y="2227"/>
                    <a:pt x="386" y="2186"/>
                    <a:pt x="398" y="2090"/>
                  </a:cubicBezTo>
                  <a:cubicBezTo>
                    <a:pt x="492" y="1461"/>
                    <a:pt x="586" y="863"/>
                    <a:pt x="649" y="234"/>
                  </a:cubicBezTo>
                  <a:cubicBezTo>
                    <a:pt x="669" y="99"/>
                    <a:pt x="536" y="0"/>
                    <a:pt x="42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38"/>
            <p:cNvSpPr/>
            <p:nvPr/>
          </p:nvSpPr>
          <p:spPr>
            <a:xfrm>
              <a:off x="3096850" y="3312375"/>
              <a:ext cx="13875" cy="32375"/>
            </a:xfrm>
            <a:custGeom>
              <a:avLst/>
              <a:gdLst/>
              <a:ahLst/>
              <a:cxnLst/>
              <a:rect l="l" t="t" r="r" b="b"/>
              <a:pathLst>
                <a:path w="555" h="1295" extrusionOk="0">
                  <a:moveTo>
                    <a:pt x="315" y="0"/>
                  </a:moveTo>
                  <a:cubicBezTo>
                    <a:pt x="240" y="0"/>
                    <a:pt x="177" y="45"/>
                    <a:pt x="177" y="148"/>
                  </a:cubicBezTo>
                  <a:lnTo>
                    <a:pt x="19" y="1061"/>
                  </a:lnTo>
                  <a:cubicBezTo>
                    <a:pt x="0" y="1195"/>
                    <a:pt x="133" y="1294"/>
                    <a:pt x="254" y="1294"/>
                  </a:cubicBezTo>
                  <a:cubicBezTo>
                    <a:pt x="331" y="1294"/>
                    <a:pt x="404" y="1254"/>
                    <a:pt x="428" y="1155"/>
                  </a:cubicBezTo>
                  <a:lnTo>
                    <a:pt x="554" y="243"/>
                  </a:lnTo>
                  <a:cubicBezTo>
                    <a:pt x="554" y="94"/>
                    <a:pt x="422" y="0"/>
                    <a:pt x="31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8"/>
            <p:cNvSpPr/>
            <p:nvPr/>
          </p:nvSpPr>
          <p:spPr>
            <a:xfrm>
              <a:off x="3017000" y="3394400"/>
              <a:ext cx="28125" cy="68725"/>
            </a:xfrm>
            <a:custGeom>
              <a:avLst/>
              <a:gdLst/>
              <a:ahLst/>
              <a:cxnLst/>
              <a:rect l="l" t="t" r="r" b="b"/>
              <a:pathLst>
                <a:path w="1125" h="2749" extrusionOk="0">
                  <a:moveTo>
                    <a:pt x="878" y="1"/>
                  </a:moveTo>
                  <a:cubicBezTo>
                    <a:pt x="805" y="1"/>
                    <a:pt x="740" y="41"/>
                    <a:pt x="728" y="140"/>
                  </a:cubicBezTo>
                  <a:cubicBezTo>
                    <a:pt x="602" y="926"/>
                    <a:pt x="382" y="1713"/>
                    <a:pt x="67" y="2437"/>
                  </a:cubicBezTo>
                  <a:cubicBezTo>
                    <a:pt x="0" y="2592"/>
                    <a:pt x="154" y="2748"/>
                    <a:pt x="283" y="2748"/>
                  </a:cubicBezTo>
                  <a:cubicBezTo>
                    <a:pt x="336" y="2748"/>
                    <a:pt x="385" y="2721"/>
                    <a:pt x="413" y="2657"/>
                  </a:cubicBezTo>
                  <a:cubicBezTo>
                    <a:pt x="759" y="1870"/>
                    <a:pt x="979" y="1052"/>
                    <a:pt x="1105" y="234"/>
                  </a:cubicBezTo>
                  <a:cubicBezTo>
                    <a:pt x="1124" y="100"/>
                    <a:pt x="992" y="1"/>
                    <a:pt x="87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38"/>
            <p:cNvSpPr/>
            <p:nvPr/>
          </p:nvSpPr>
          <p:spPr>
            <a:xfrm>
              <a:off x="3067425" y="3144800"/>
              <a:ext cx="10250" cy="114675"/>
            </a:xfrm>
            <a:custGeom>
              <a:avLst/>
              <a:gdLst/>
              <a:ahLst/>
              <a:cxnLst/>
              <a:rect l="l" t="t" r="r" b="b"/>
              <a:pathLst>
                <a:path w="410" h="4587" extrusionOk="0">
                  <a:moveTo>
                    <a:pt x="205" y="0"/>
                  </a:moveTo>
                  <a:cubicBezTo>
                    <a:pt x="103" y="0"/>
                    <a:pt x="1" y="71"/>
                    <a:pt x="1" y="213"/>
                  </a:cubicBezTo>
                  <a:lnTo>
                    <a:pt x="1" y="4397"/>
                  </a:lnTo>
                  <a:cubicBezTo>
                    <a:pt x="1" y="4523"/>
                    <a:pt x="103" y="4586"/>
                    <a:pt x="205" y="4586"/>
                  </a:cubicBezTo>
                  <a:cubicBezTo>
                    <a:pt x="307" y="4586"/>
                    <a:pt x="410" y="4523"/>
                    <a:pt x="410" y="4397"/>
                  </a:cubicBezTo>
                  <a:lnTo>
                    <a:pt x="410" y="213"/>
                  </a:lnTo>
                  <a:cubicBezTo>
                    <a:pt x="410" y="71"/>
                    <a:pt x="307" y="0"/>
                    <a:pt x="20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38"/>
            <p:cNvSpPr/>
            <p:nvPr/>
          </p:nvSpPr>
          <p:spPr>
            <a:xfrm>
              <a:off x="3087100" y="3177625"/>
              <a:ext cx="10250" cy="85575"/>
            </a:xfrm>
            <a:custGeom>
              <a:avLst/>
              <a:gdLst/>
              <a:ahLst/>
              <a:cxnLst/>
              <a:rect l="l" t="t" r="r" b="b"/>
              <a:pathLst>
                <a:path w="410" h="3423" extrusionOk="0">
                  <a:moveTo>
                    <a:pt x="205" y="1"/>
                  </a:moveTo>
                  <a:cubicBezTo>
                    <a:pt x="102" y="1"/>
                    <a:pt x="0" y="64"/>
                    <a:pt x="0" y="190"/>
                  </a:cubicBezTo>
                  <a:lnTo>
                    <a:pt x="0" y="3210"/>
                  </a:lnTo>
                  <a:cubicBezTo>
                    <a:pt x="0" y="3352"/>
                    <a:pt x="102" y="3423"/>
                    <a:pt x="205" y="3423"/>
                  </a:cubicBezTo>
                  <a:cubicBezTo>
                    <a:pt x="307" y="3423"/>
                    <a:pt x="409" y="3352"/>
                    <a:pt x="409" y="3210"/>
                  </a:cubicBezTo>
                  <a:lnTo>
                    <a:pt x="409" y="190"/>
                  </a:lnTo>
                  <a:cubicBezTo>
                    <a:pt x="409" y="64"/>
                    <a:pt x="307" y="1"/>
                    <a:pt x="20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8"/>
            <p:cNvSpPr/>
            <p:nvPr/>
          </p:nvSpPr>
          <p:spPr>
            <a:xfrm>
              <a:off x="3089300" y="3145400"/>
              <a:ext cx="55650" cy="88050"/>
            </a:xfrm>
            <a:custGeom>
              <a:avLst/>
              <a:gdLst/>
              <a:ahLst/>
              <a:cxnLst/>
              <a:rect l="l" t="t" r="r" b="b"/>
              <a:pathLst>
                <a:path w="2226" h="3522" extrusionOk="0">
                  <a:moveTo>
                    <a:pt x="246" y="0"/>
                  </a:moveTo>
                  <a:cubicBezTo>
                    <a:pt x="122" y="0"/>
                    <a:pt x="0" y="87"/>
                    <a:pt x="38" y="220"/>
                  </a:cubicBezTo>
                  <a:cubicBezTo>
                    <a:pt x="479" y="1353"/>
                    <a:pt x="1076" y="2423"/>
                    <a:pt x="1769" y="3429"/>
                  </a:cubicBezTo>
                  <a:cubicBezTo>
                    <a:pt x="1815" y="3495"/>
                    <a:pt x="1879" y="3521"/>
                    <a:pt x="1941" y="3521"/>
                  </a:cubicBezTo>
                  <a:cubicBezTo>
                    <a:pt x="2087" y="3521"/>
                    <a:pt x="2225" y="3373"/>
                    <a:pt x="2115" y="3241"/>
                  </a:cubicBezTo>
                  <a:cubicBezTo>
                    <a:pt x="1422" y="2265"/>
                    <a:pt x="888" y="1227"/>
                    <a:pt x="447" y="126"/>
                  </a:cubicBezTo>
                  <a:cubicBezTo>
                    <a:pt x="410" y="38"/>
                    <a:pt x="327" y="0"/>
                    <a:pt x="24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38"/>
            <p:cNvSpPr/>
            <p:nvPr/>
          </p:nvSpPr>
          <p:spPr>
            <a:xfrm>
              <a:off x="3108475" y="3151750"/>
              <a:ext cx="38475" cy="59050"/>
            </a:xfrm>
            <a:custGeom>
              <a:avLst/>
              <a:gdLst/>
              <a:ahLst/>
              <a:cxnLst/>
              <a:rect l="l" t="t" r="r" b="b"/>
              <a:pathLst>
                <a:path w="1539" h="2362" extrusionOk="0">
                  <a:moveTo>
                    <a:pt x="285" y="1"/>
                  </a:moveTo>
                  <a:cubicBezTo>
                    <a:pt x="147" y="1"/>
                    <a:pt x="0" y="156"/>
                    <a:pt x="89" y="312"/>
                  </a:cubicBezTo>
                  <a:cubicBezTo>
                    <a:pt x="435" y="973"/>
                    <a:pt x="781" y="1602"/>
                    <a:pt x="1127" y="2263"/>
                  </a:cubicBezTo>
                  <a:cubicBezTo>
                    <a:pt x="1167" y="2332"/>
                    <a:pt x="1225" y="2361"/>
                    <a:pt x="1284" y="2361"/>
                  </a:cubicBezTo>
                  <a:cubicBezTo>
                    <a:pt x="1411" y="2361"/>
                    <a:pt x="1538" y="2225"/>
                    <a:pt x="1474" y="2074"/>
                  </a:cubicBezTo>
                  <a:lnTo>
                    <a:pt x="435" y="92"/>
                  </a:lnTo>
                  <a:cubicBezTo>
                    <a:pt x="398" y="27"/>
                    <a:pt x="343" y="1"/>
                    <a:pt x="28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38"/>
            <p:cNvSpPr/>
            <p:nvPr/>
          </p:nvSpPr>
          <p:spPr>
            <a:xfrm>
              <a:off x="3147175" y="3236650"/>
              <a:ext cx="43450" cy="39325"/>
            </a:xfrm>
            <a:custGeom>
              <a:avLst/>
              <a:gdLst/>
              <a:ahLst/>
              <a:cxnLst/>
              <a:rect l="l" t="t" r="r" b="b"/>
              <a:pathLst>
                <a:path w="1738" h="1573" extrusionOk="0">
                  <a:moveTo>
                    <a:pt x="289" y="0"/>
                  </a:moveTo>
                  <a:cubicBezTo>
                    <a:pt x="134" y="0"/>
                    <a:pt x="1" y="201"/>
                    <a:pt x="146" y="346"/>
                  </a:cubicBezTo>
                  <a:lnTo>
                    <a:pt x="1341" y="1510"/>
                  </a:lnTo>
                  <a:cubicBezTo>
                    <a:pt x="1378" y="1554"/>
                    <a:pt x="1422" y="1573"/>
                    <a:pt x="1465" y="1573"/>
                  </a:cubicBezTo>
                  <a:cubicBezTo>
                    <a:pt x="1606" y="1573"/>
                    <a:pt x="1738" y="1379"/>
                    <a:pt x="1593" y="1258"/>
                  </a:cubicBezTo>
                  <a:lnTo>
                    <a:pt x="429" y="63"/>
                  </a:lnTo>
                  <a:cubicBezTo>
                    <a:pt x="385" y="19"/>
                    <a:pt x="336" y="0"/>
                    <a:pt x="28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38"/>
            <p:cNvSpPr/>
            <p:nvPr/>
          </p:nvSpPr>
          <p:spPr>
            <a:xfrm>
              <a:off x="3176900" y="3224050"/>
              <a:ext cx="43800" cy="41700"/>
            </a:xfrm>
            <a:custGeom>
              <a:avLst/>
              <a:gdLst/>
              <a:ahLst/>
              <a:cxnLst/>
              <a:rect l="l" t="t" r="r" b="b"/>
              <a:pathLst>
                <a:path w="1752" h="1668" extrusionOk="0">
                  <a:moveTo>
                    <a:pt x="280" y="0"/>
                  </a:moveTo>
                  <a:cubicBezTo>
                    <a:pt x="138" y="0"/>
                    <a:pt x="1" y="194"/>
                    <a:pt x="121" y="315"/>
                  </a:cubicBezTo>
                  <a:lnTo>
                    <a:pt x="1348" y="1605"/>
                  </a:lnTo>
                  <a:cubicBezTo>
                    <a:pt x="1385" y="1649"/>
                    <a:pt x="1428" y="1667"/>
                    <a:pt x="1471" y="1667"/>
                  </a:cubicBezTo>
                  <a:cubicBezTo>
                    <a:pt x="1613" y="1667"/>
                    <a:pt x="1752" y="1467"/>
                    <a:pt x="1631" y="1322"/>
                  </a:cubicBezTo>
                  <a:lnTo>
                    <a:pt x="404" y="63"/>
                  </a:lnTo>
                  <a:cubicBezTo>
                    <a:pt x="367" y="19"/>
                    <a:pt x="323" y="0"/>
                    <a:pt x="28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38"/>
            <p:cNvSpPr/>
            <p:nvPr/>
          </p:nvSpPr>
          <p:spPr>
            <a:xfrm>
              <a:off x="3141575" y="3308900"/>
              <a:ext cx="25575" cy="32475"/>
            </a:xfrm>
            <a:custGeom>
              <a:avLst/>
              <a:gdLst/>
              <a:ahLst/>
              <a:cxnLst/>
              <a:rect l="l" t="t" r="r" b="b"/>
              <a:pathLst>
                <a:path w="1023" h="1299" extrusionOk="0">
                  <a:moveTo>
                    <a:pt x="256" y="1"/>
                  </a:moveTo>
                  <a:cubicBezTo>
                    <a:pt x="121" y="1"/>
                    <a:pt x="0" y="137"/>
                    <a:pt x="87" y="287"/>
                  </a:cubicBezTo>
                  <a:lnTo>
                    <a:pt x="622" y="1200"/>
                  </a:lnTo>
                  <a:cubicBezTo>
                    <a:pt x="661" y="1269"/>
                    <a:pt x="720" y="1298"/>
                    <a:pt x="777" y="1298"/>
                  </a:cubicBezTo>
                  <a:cubicBezTo>
                    <a:pt x="902" y="1298"/>
                    <a:pt x="1022" y="1162"/>
                    <a:pt x="936" y="1011"/>
                  </a:cubicBezTo>
                  <a:lnTo>
                    <a:pt x="433" y="99"/>
                  </a:lnTo>
                  <a:cubicBezTo>
                    <a:pt x="383" y="29"/>
                    <a:pt x="318" y="1"/>
                    <a:pt x="25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38"/>
            <p:cNvSpPr/>
            <p:nvPr/>
          </p:nvSpPr>
          <p:spPr>
            <a:xfrm>
              <a:off x="3147650" y="3384500"/>
              <a:ext cx="13400" cy="10250"/>
            </a:xfrm>
            <a:custGeom>
              <a:avLst/>
              <a:gdLst/>
              <a:ahLst/>
              <a:cxnLst/>
              <a:rect l="l" t="t" r="r" b="b"/>
              <a:pathLst>
                <a:path w="536" h="410" extrusionOk="0">
                  <a:moveTo>
                    <a:pt x="284" y="1"/>
                  </a:moveTo>
                  <a:cubicBezTo>
                    <a:pt x="1" y="1"/>
                    <a:pt x="1" y="410"/>
                    <a:pt x="284" y="410"/>
                  </a:cubicBezTo>
                  <a:cubicBezTo>
                    <a:pt x="536" y="410"/>
                    <a:pt x="536" y="1"/>
                    <a:pt x="28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38"/>
            <p:cNvSpPr/>
            <p:nvPr/>
          </p:nvSpPr>
          <p:spPr>
            <a:xfrm>
              <a:off x="3216400" y="3439600"/>
              <a:ext cx="65675" cy="66050"/>
            </a:xfrm>
            <a:custGeom>
              <a:avLst/>
              <a:gdLst/>
              <a:ahLst/>
              <a:cxnLst/>
              <a:rect l="l" t="t" r="r" b="b"/>
              <a:pathLst>
                <a:path w="2627" h="2642" extrusionOk="0">
                  <a:moveTo>
                    <a:pt x="289" y="0"/>
                  </a:moveTo>
                  <a:cubicBezTo>
                    <a:pt x="134" y="0"/>
                    <a:pt x="1" y="201"/>
                    <a:pt x="146" y="345"/>
                  </a:cubicBezTo>
                  <a:lnTo>
                    <a:pt x="2222" y="2579"/>
                  </a:lnTo>
                  <a:cubicBezTo>
                    <a:pt x="2259" y="2623"/>
                    <a:pt x="2302" y="2642"/>
                    <a:pt x="2345" y="2642"/>
                  </a:cubicBezTo>
                  <a:cubicBezTo>
                    <a:pt x="2487" y="2642"/>
                    <a:pt x="2626" y="2441"/>
                    <a:pt x="2505" y="2296"/>
                  </a:cubicBezTo>
                  <a:lnTo>
                    <a:pt x="429" y="62"/>
                  </a:lnTo>
                  <a:cubicBezTo>
                    <a:pt x="385" y="18"/>
                    <a:pt x="336" y="0"/>
                    <a:pt x="28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8"/>
            <p:cNvSpPr/>
            <p:nvPr/>
          </p:nvSpPr>
          <p:spPr>
            <a:xfrm>
              <a:off x="3219400" y="3473450"/>
              <a:ext cx="39600" cy="45525"/>
            </a:xfrm>
            <a:custGeom>
              <a:avLst/>
              <a:gdLst/>
              <a:ahLst/>
              <a:cxnLst/>
              <a:rect l="l" t="t" r="r" b="b"/>
              <a:pathLst>
                <a:path w="1584" h="1821" extrusionOk="0">
                  <a:moveTo>
                    <a:pt x="268" y="1"/>
                  </a:moveTo>
                  <a:cubicBezTo>
                    <a:pt x="129" y="1"/>
                    <a:pt x="0" y="149"/>
                    <a:pt x="89" y="281"/>
                  </a:cubicBezTo>
                  <a:lnTo>
                    <a:pt x="1127" y="1729"/>
                  </a:lnTo>
                  <a:cubicBezTo>
                    <a:pt x="1174" y="1794"/>
                    <a:pt x="1237" y="1821"/>
                    <a:pt x="1299" y="1821"/>
                  </a:cubicBezTo>
                  <a:cubicBezTo>
                    <a:pt x="1445" y="1821"/>
                    <a:pt x="1583" y="1673"/>
                    <a:pt x="1473" y="1540"/>
                  </a:cubicBezTo>
                  <a:lnTo>
                    <a:pt x="435" y="93"/>
                  </a:lnTo>
                  <a:cubicBezTo>
                    <a:pt x="388" y="27"/>
                    <a:pt x="327" y="1"/>
                    <a:pt x="26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8"/>
            <p:cNvSpPr/>
            <p:nvPr/>
          </p:nvSpPr>
          <p:spPr>
            <a:xfrm>
              <a:off x="3219725" y="3522000"/>
              <a:ext cx="27225" cy="13125"/>
            </a:xfrm>
            <a:custGeom>
              <a:avLst/>
              <a:gdLst/>
              <a:ahLst/>
              <a:cxnLst/>
              <a:rect l="l" t="t" r="r" b="b"/>
              <a:pathLst>
                <a:path w="1089" h="525" extrusionOk="0">
                  <a:moveTo>
                    <a:pt x="272" y="0"/>
                  </a:moveTo>
                  <a:cubicBezTo>
                    <a:pt x="63" y="0"/>
                    <a:pt x="0" y="327"/>
                    <a:pt x="233" y="385"/>
                  </a:cubicBezTo>
                  <a:lnTo>
                    <a:pt x="736" y="510"/>
                  </a:lnTo>
                  <a:cubicBezTo>
                    <a:pt x="765" y="520"/>
                    <a:pt x="792" y="525"/>
                    <a:pt x="817" y="525"/>
                  </a:cubicBezTo>
                  <a:cubicBezTo>
                    <a:pt x="1035" y="525"/>
                    <a:pt x="1088" y="189"/>
                    <a:pt x="862" y="133"/>
                  </a:cubicBezTo>
                  <a:lnTo>
                    <a:pt x="327" y="7"/>
                  </a:lnTo>
                  <a:cubicBezTo>
                    <a:pt x="308" y="2"/>
                    <a:pt x="290" y="0"/>
                    <a:pt x="27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8"/>
            <p:cNvSpPr/>
            <p:nvPr/>
          </p:nvSpPr>
          <p:spPr>
            <a:xfrm>
              <a:off x="3341175" y="3534750"/>
              <a:ext cx="13375" cy="10250"/>
            </a:xfrm>
            <a:custGeom>
              <a:avLst/>
              <a:gdLst/>
              <a:ahLst/>
              <a:cxnLst/>
              <a:rect l="l" t="t" r="r" b="b"/>
              <a:pathLst>
                <a:path w="535" h="410" extrusionOk="0">
                  <a:moveTo>
                    <a:pt x="252" y="0"/>
                  </a:moveTo>
                  <a:cubicBezTo>
                    <a:pt x="0" y="0"/>
                    <a:pt x="0" y="410"/>
                    <a:pt x="252" y="410"/>
                  </a:cubicBezTo>
                  <a:cubicBezTo>
                    <a:pt x="535" y="410"/>
                    <a:pt x="535"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8"/>
            <p:cNvSpPr/>
            <p:nvPr/>
          </p:nvSpPr>
          <p:spPr>
            <a:xfrm>
              <a:off x="3688700" y="3240000"/>
              <a:ext cx="32550" cy="91600"/>
            </a:xfrm>
            <a:custGeom>
              <a:avLst/>
              <a:gdLst/>
              <a:ahLst/>
              <a:cxnLst/>
              <a:rect l="l" t="t" r="r" b="b"/>
              <a:pathLst>
                <a:path w="1302" h="3664" extrusionOk="0">
                  <a:moveTo>
                    <a:pt x="1071" y="1"/>
                  </a:moveTo>
                  <a:cubicBezTo>
                    <a:pt x="991" y="1"/>
                    <a:pt x="913" y="46"/>
                    <a:pt x="887" y="149"/>
                  </a:cubicBezTo>
                  <a:cubicBezTo>
                    <a:pt x="604" y="1250"/>
                    <a:pt x="321" y="2320"/>
                    <a:pt x="38" y="3421"/>
                  </a:cubicBezTo>
                  <a:cubicBezTo>
                    <a:pt x="0" y="3570"/>
                    <a:pt x="117" y="3664"/>
                    <a:pt x="231" y="3664"/>
                  </a:cubicBezTo>
                  <a:cubicBezTo>
                    <a:pt x="311" y="3664"/>
                    <a:pt x="389" y="3618"/>
                    <a:pt x="415" y="3515"/>
                  </a:cubicBezTo>
                  <a:cubicBezTo>
                    <a:pt x="698" y="2446"/>
                    <a:pt x="981" y="1344"/>
                    <a:pt x="1265" y="243"/>
                  </a:cubicBezTo>
                  <a:cubicBezTo>
                    <a:pt x="1302" y="95"/>
                    <a:pt x="1185" y="1"/>
                    <a:pt x="107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8"/>
            <p:cNvSpPr/>
            <p:nvPr/>
          </p:nvSpPr>
          <p:spPr>
            <a:xfrm>
              <a:off x="3709125" y="3286250"/>
              <a:ext cx="25550" cy="45525"/>
            </a:xfrm>
            <a:custGeom>
              <a:avLst/>
              <a:gdLst/>
              <a:ahLst/>
              <a:cxnLst/>
              <a:rect l="l" t="t" r="r" b="b"/>
              <a:pathLst>
                <a:path w="1022" h="1821" extrusionOk="0">
                  <a:moveTo>
                    <a:pt x="769" y="0"/>
                  </a:moveTo>
                  <a:cubicBezTo>
                    <a:pt x="689" y="0"/>
                    <a:pt x="610" y="38"/>
                    <a:pt x="573" y="124"/>
                  </a:cubicBezTo>
                  <a:cubicBezTo>
                    <a:pt x="416" y="627"/>
                    <a:pt x="227" y="1099"/>
                    <a:pt x="39" y="1571"/>
                  </a:cubicBezTo>
                  <a:cubicBezTo>
                    <a:pt x="0" y="1725"/>
                    <a:pt x="127" y="1820"/>
                    <a:pt x="252" y="1820"/>
                  </a:cubicBezTo>
                  <a:cubicBezTo>
                    <a:pt x="332" y="1820"/>
                    <a:pt x="411" y="1782"/>
                    <a:pt x="448" y="1697"/>
                  </a:cubicBezTo>
                  <a:lnTo>
                    <a:pt x="983" y="250"/>
                  </a:lnTo>
                  <a:cubicBezTo>
                    <a:pt x="1021" y="95"/>
                    <a:pt x="894" y="0"/>
                    <a:pt x="76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8"/>
            <p:cNvSpPr/>
            <p:nvPr/>
          </p:nvSpPr>
          <p:spPr>
            <a:xfrm>
              <a:off x="3731325" y="3312150"/>
              <a:ext cx="12600" cy="10250"/>
            </a:xfrm>
            <a:custGeom>
              <a:avLst/>
              <a:gdLst/>
              <a:ahLst/>
              <a:cxnLst/>
              <a:rect l="l" t="t" r="r" b="b"/>
              <a:pathLst>
                <a:path w="504" h="410" extrusionOk="0">
                  <a:moveTo>
                    <a:pt x="252" y="0"/>
                  </a:moveTo>
                  <a:cubicBezTo>
                    <a:pt x="0" y="0"/>
                    <a:pt x="0" y="409"/>
                    <a:pt x="252" y="409"/>
                  </a:cubicBezTo>
                  <a:cubicBezTo>
                    <a:pt x="504" y="409"/>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38"/>
            <p:cNvSpPr/>
            <p:nvPr/>
          </p:nvSpPr>
          <p:spPr>
            <a:xfrm>
              <a:off x="3745325" y="3236850"/>
              <a:ext cx="41700" cy="55975"/>
            </a:xfrm>
            <a:custGeom>
              <a:avLst/>
              <a:gdLst/>
              <a:ahLst/>
              <a:cxnLst/>
              <a:rect l="l" t="t" r="r" b="b"/>
              <a:pathLst>
                <a:path w="1668" h="2239" extrusionOk="0">
                  <a:moveTo>
                    <a:pt x="232" y="1"/>
                  </a:moveTo>
                  <a:cubicBezTo>
                    <a:pt x="117" y="1"/>
                    <a:pt x="1" y="95"/>
                    <a:pt x="38" y="243"/>
                  </a:cubicBezTo>
                  <a:cubicBezTo>
                    <a:pt x="258" y="967"/>
                    <a:pt x="699" y="1628"/>
                    <a:pt x="1234" y="2163"/>
                  </a:cubicBezTo>
                  <a:cubicBezTo>
                    <a:pt x="1287" y="2217"/>
                    <a:pt x="1343" y="2238"/>
                    <a:pt x="1394" y="2238"/>
                  </a:cubicBezTo>
                  <a:cubicBezTo>
                    <a:pt x="1552" y="2238"/>
                    <a:pt x="1667" y="2030"/>
                    <a:pt x="1548" y="1911"/>
                  </a:cubicBezTo>
                  <a:cubicBezTo>
                    <a:pt x="1013" y="1408"/>
                    <a:pt x="636" y="810"/>
                    <a:pt x="416" y="149"/>
                  </a:cubicBezTo>
                  <a:cubicBezTo>
                    <a:pt x="390" y="46"/>
                    <a:pt x="311" y="1"/>
                    <a:pt x="23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38"/>
            <p:cNvSpPr/>
            <p:nvPr/>
          </p:nvSpPr>
          <p:spPr>
            <a:xfrm>
              <a:off x="3757425" y="3217025"/>
              <a:ext cx="26950" cy="29150"/>
            </a:xfrm>
            <a:custGeom>
              <a:avLst/>
              <a:gdLst/>
              <a:ahLst/>
              <a:cxnLst/>
              <a:rect l="l" t="t" r="r" b="b"/>
              <a:pathLst>
                <a:path w="1078" h="1166" extrusionOk="0">
                  <a:moveTo>
                    <a:pt x="282" y="0"/>
                  </a:moveTo>
                  <a:cubicBezTo>
                    <a:pt x="145" y="0"/>
                    <a:pt x="0" y="149"/>
                    <a:pt x="89" y="281"/>
                  </a:cubicBezTo>
                  <a:lnTo>
                    <a:pt x="624" y="1068"/>
                  </a:lnTo>
                  <a:cubicBezTo>
                    <a:pt x="673" y="1137"/>
                    <a:pt x="742" y="1166"/>
                    <a:pt x="807" y="1166"/>
                  </a:cubicBezTo>
                  <a:cubicBezTo>
                    <a:pt x="949" y="1166"/>
                    <a:pt x="1078" y="1030"/>
                    <a:pt x="970" y="879"/>
                  </a:cubicBezTo>
                  <a:lnTo>
                    <a:pt x="435" y="92"/>
                  </a:lnTo>
                  <a:cubicBezTo>
                    <a:pt x="397" y="27"/>
                    <a:pt x="341" y="0"/>
                    <a:pt x="28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38"/>
            <p:cNvSpPr/>
            <p:nvPr/>
          </p:nvSpPr>
          <p:spPr>
            <a:xfrm>
              <a:off x="3784650" y="3345200"/>
              <a:ext cx="57550" cy="72575"/>
            </a:xfrm>
            <a:custGeom>
              <a:avLst/>
              <a:gdLst/>
              <a:ahLst/>
              <a:cxnLst/>
              <a:rect l="l" t="t" r="r" b="b"/>
              <a:pathLst>
                <a:path w="2302" h="2903" extrusionOk="0">
                  <a:moveTo>
                    <a:pt x="239" y="0"/>
                  </a:moveTo>
                  <a:cubicBezTo>
                    <a:pt x="122" y="0"/>
                    <a:pt x="0" y="87"/>
                    <a:pt x="38" y="220"/>
                  </a:cubicBezTo>
                  <a:cubicBezTo>
                    <a:pt x="384" y="1290"/>
                    <a:pt x="1045" y="2202"/>
                    <a:pt x="1926" y="2863"/>
                  </a:cubicBezTo>
                  <a:cubicBezTo>
                    <a:pt x="1965" y="2891"/>
                    <a:pt x="2003" y="2903"/>
                    <a:pt x="2039" y="2903"/>
                  </a:cubicBezTo>
                  <a:cubicBezTo>
                    <a:pt x="2201" y="2903"/>
                    <a:pt x="2301" y="2646"/>
                    <a:pt x="2146" y="2517"/>
                  </a:cubicBezTo>
                  <a:cubicBezTo>
                    <a:pt x="1328" y="1919"/>
                    <a:pt x="730" y="1069"/>
                    <a:pt x="416" y="126"/>
                  </a:cubicBezTo>
                  <a:cubicBezTo>
                    <a:pt x="391" y="38"/>
                    <a:pt x="316" y="0"/>
                    <a:pt x="23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8"/>
            <p:cNvSpPr/>
            <p:nvPr/>
          </p:nvSpPr>
          <p:spPr>
            <a:xfrm>
              <a:off x="3816275" y="3345175"/>
              <a:ext cx="13400" cy="10250"/>
            </a:xfrm>
            <a:custGeom>
              <a:avLst/>
              <a:gdLst/>
              <a:ahLst/>
              <a:cxnLst/>
              <a:rect l="l" t="t" r="r" b="b"/>
              <a:pathLst>
                <a:path w="536" h="410" extrusionOk="0">
                  <a:moveTo>
                    <a:pt x="283" y="1"/>
                  </a:moveTo>
                  <a:cubicBezTo>
                    <a:pt x="0" y="1"/>
                    <a:pt x="0" y="410"/>
                    <a:pt x="283" y="410"/>
                  </a:cubicBezTo>
                  <a:cubicBezTo>
                    <a:pt x="535" y="410"/>
                    <a:pt x="535" y="1"/>
                    <a:pt x="28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8"/>
            <p:cNvSpPr/>
            <p:nvPr/>
          </p:nvSpPr>
          <p:spPr>
            <a:xfrm>
              <a:off x="3843000" y="3351475"/>
              <a:ext cx="12625" cy="10250"/>
            </a:xfrm>
            <a:custGeom>
              <a:avLst/>
              <a:gdLst/>
              <a:ahLst/>
              <a:cxnLst/>
              <a:rect l="l" t="t" r="r" b="b"/>
              <a:pathLst>
                <a:path w="505" h="410" extrusionOk="0">
                  <a:moveTo>
                    <a:pt x="253" y="0"/>
                  </a:moveTo>
                  <a:cubicBezTo>
                    <a:pt x="1" y="0"/>
                    <a:pt x="1" y="409"/>
                    <a:pt x="253" y="409"/>
                  </a:cubicBezTo>
                  <a:cubicBezTo>
                    <a:pt x="504" y="409"/>
                    <a:pt x="504" y="0"/>
                    <a:pt x="25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8"/>
            <p:cNvSpPr/>
            <p:nvPr/>
          </p:nvSpPr>
          <p:spPr>
            <a:xfrm>
              <a:off x="3639225" y="3387550"/>
              <a:ext cx="25825" cy="39525"/>
            </a:xfrm>
            <a:custGeom>
              <a:avLst/>
              <a:gdLst/>
              <a:ahLst/>
              <a:cxnLst/>
              <a:rect l="l" t="t" r="r" b="b"/>
              <a:pathLst>
                <a:path w="1033" h="1581" extrusionOk="0">
                  <a:moveTo>
                    <a:pt x="764" y="1"/>
                  </a:moveTo>
                  <a:cubicBezTo>
                    <a:pt x="702" y="1"/>
                    <a:pt x="640" y="30"/>
                    <a:pt x="601" y="99"/>
                  </a:cubicBezTo>
                  <a:lnTo>
                    <a:pt x="66" y="1263"/>
                  </a:lnTo>
                  <a:cubicBezTo>
                    <a:pt x="1" y="1437"/>
                    <a:pt x="145" y="1581"/>
                    <a:pt x="272" y="1581"/>
                  </a:cubicBezTo>
                  <a:cubicBezTo>
                    <a:pt x="329" y="1581"/>
                    <a:pt x="383" y="1552"/>
                    <a:pt x="412" y="1484"/>
                  </a:cubicBezTo>
                  <a:cubicBezTo>
                    <a:pt x="601" y="1074"/>
                    <a:pt x="758" y="697"/>
                    <a:pt x="947" y="288"/>
                  </a:cubicBezTo>
                  <a:cubicBezTo>
                    <a:pt x="1033" y="137"/>
                    <a:pt x="898" y="1"/>
                    <a:pt x="76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8"/>
            <p:cNvSpPr/>
            <p:nvPr/>
          </p:nvSpPr>
          <p:spPr>
            <a:xfrm>
              <a:off x="3661675" y="3404225"/>
              <a:ext cx="30750" cy="31825"/>
            </a:xfrm>
            <a:custGeom>
              <a:avLst/>
              <a:gdLst/>
              <a:ahLst/>
              <a:cxnLst/>
              <a:rect l="l" t="t" r="r" b="b"/>
              <a:pathLst>
                <a:path w="1230" h="1273" extrusionOk="0">
                  <a:moveTo>
                    <a:pt x="945" y="1"/>
                  </a:moveTo>
                  <a:cubicBezTo>
                    <a:pt x="883" y="1"/>
                    <a:pt x="819" y="27"/>
                    <a:pt x="772" y="93"/>
                  </a:cubicBezTo>
                  <a:cubicBezTo>
                    <a:pt x="552" y="376"/>
                    <a:pt x="332" y="691"/>
                    <a:pt x="112" y="1005"/>
                  </a:cubicBezTo>
                  <a:cubicBezTo>
                    <a:pt x="0" y="1139"/>
                    <a:pt x="141" y="1272"/>
                    <a:pt x="288" y="1272"/>
                  </a:cubicBezTo>
                  <a:cubicBezTo>
                    <a:pt x="349" y="1272"/>
                    <a:pt x="412" y="1249"/>
                    <a:pt x="458" y="1194"/>
                  </a:cubicBezTo>
                  <a:lnTo>
                    <a:pt x="1119" y="282"/>
                  </a:lnTo>
                  <a:cubicBezTo>
                    <a:pt x="1229" y="149"/>
                    <a:pt x="1091" y="1"/>
                    <a:pt x="94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8"/>
            <p:cNvSpPr/>
            <p:nvPr/>
          </p:nvSpPr>
          <p:spPr>
            <a:xfrm>
              <a:off x="4013275" y="3364750"/>
              <a:ext cx="45875" cy="55550"/>
            </a:xfrm>
            <a:custGeom>
              <a:avLst/>
              <a:gdLst/>
              <a:ahLst/>
              <a:cxnLst/>
              <a:rect l="l" t="t" r="r" b="b"/>
              <a:pathLst>
                <a:path w="1835" h="2222" extrusionOk="0">
                  <a:moveTo>
                    <a:pt x="1565" y="0"/>
                  </a:moveTo>
                  <a:cubicBezTo>
                    <a:pt x="1503" y="0"/>
                    <a:pt x="1442" y="29"/>
                    <a:pt x="1402" y="99"/>
                  </a:cubicBezTo>
                  <a:lnTo>
                    <a:pt x="112" y="1955"/>
                  </a:lnTo>
                  <a:cubicBezTo>
                    <a:pt x="1" y="2089"/>
                    <a:pt x="141" y="2222"/>
                    <a:pt x="289" y="2222"/>
                  </a:cubicBezTo>
                  <a:cubicBezTo>
                    <a:pt x="350" y="2222"/>
                    <a:pt x="412" y="2199"/>
                    <a:pt x="458" y="2144"/>
                  </a:cubicBezTo>
                  <a:lnTo>
                    <a:pt x="1748" y="287"/>
                  </a:lnTo>
                  <a:cubicBezTo>
                    <a:pt x="1834" y="137"/>
                    <a:pt x="1699" y="0"/>
                    <a:pt x="156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38"/>
            <p:cNvSpPr/>
            <p:nvPr/>
          </p:nvSpPr>
          <p:spPr>
            <a:xfrm>
              <a:off x="4069525" y="3305400"/>
              <a:ext cx="21325" cy="33175"/>
            </a:xfrm>
            <a:custGeom>
              <a:avLst/>
              <a:gdLst/>
              <a:ahLst/>
              <a:cxnLst/>
              <a:rect l="l" t="t" r="r" b="b"/>
              <a:pathLst>
                <a:path w="853" h="1327" extrusionOk="0">
                  <a:moveTo>
                    <a:pt x="610" y="1"/>
                  </a:moveTo>
                  <a:cubicBezTo>
                    <a:pt x="555" y="1"/>
                    <a:pt x="503" y="33"/>
                    <a:pt x="474" y="113"/>
                  </a:cubicBezTo>
                  <a:cubicBezTo>
                    <a:pt x="316" y="427"/>
                    <a:pt x="190" y="711"/>
                    <a:pt x="65" y="1025"/>
                  </a:cubicBezTo>
                  <a:cubicBezTo>
                    <a:pt x="0" y="1176"/>
                    <a:pt x="141" y="1326"/>
                    <a:pt x="267" y="1326"/>
                  </a:cubicBezTo>
                  <a:cubicBezTo>
                    <a:pt x="326" y="1326"/>
                    <a:pt x="381" y="1294"/>
                    <a:pt x="411" y="1214"/>
                  </a:cubicBezTo>
                  <a:lnTo>
                    <a:pt x="788" y="302"/>
                  </a:lnTo>
                  <a:cubicBezTo>
                    <a:pt x="853" y="151"/>
                    <a:pt x="726" y="1"/>
                    <a:pt x="610"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38"/>
            <p:cNvSpPr/>
            <p:nvPr/>
          </p:nvSpPr>
          <p:spPr>
            <a:xfrm>
              <a:off x="4043250" y="3331700"/>
              <a:ext cx="58125" cy="72600"/>
            </a:xfrm>
            <a:custGeom>
              <a:avLst/>
              <a:gdLst/>
              <a:ahLst/>
              <a:cxnLst/>
              <a:rect l="l" t="t" r="r" b="b"/>
              <a:pathLst>
                <a:path w="2325" h="2904" extrusionOk="0">
                  <a:moveTo>
                    <a:pt x="2054" y="1"/>
                  </a:moveTo>
                  <a:cubicBezTo>
                    <a:pt x="1988" y="1"/>
                    <a:pt x="1920" y="30"/>
                    <a:pt x="1871" y="99"/>
                  </a:cubicBezTo>
                  <a:lnTo>
                    <a:pt x="109" y="2616"/>
                  </a:lnTo>
                  <a:cubicBezTo>
                    <a:pt x="1" y="2767"/>
                    <a:pt x="129" y="2903"/>
                    <a:pt x="272" y="2903"/>
                  </a:cubicBezTo>
                  <a:cubicBezTo>
                    <a:pt x="337" y="2903"/>
                    <a:pt x="405" y="2874"/>
                    <a:pt x="455" y="2805"/>
                  </a:cubicBezTo>
                  <a:cubicBezTo>
                    <a:pt x="1021" y="1987"/>
                    <a:pt x="1619" y="1137"/>
                    <a:pt x="2217" y="288"/>
                  </a:cubicBezTo>
                  <a:cubicBezTo>
                    <a:pt x="2324" y="137"/>
                    <a:pt x="2196" y="1"/>
                    <a:pt x="205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8"/>
            <p:cNvSpPr/>
            <p:nvPr/>
          </p:nvSpPr>
          <p:spPr>
            <a:xfrm>
              <a:off x="4068950" y="3341275"/>
              <a:ext cx="48475" cy="66150"/>
            </a:xfrm>
            <a:custGeom>
              <a:avLst/>
              <a:gdLst/>
              <a:ahLst/>
              <a:cxnLst/>
              <a:rect l="l" t="t" r="r" b="b"/>
              <a:pathLst>
                <a:path w="1939" h="2646" extrusionOk="0">
                  <a:moveTo>
                    <a:pt x="1685" y="0"/>
                  </a:moveTo>
                  <a:cubicBezTo>
                    <a:pt x="1645" y="0"/>
                    <a:pt x="1603" y="18"/>
                    <a:pt x="1566" y="62"/>
                  </a:cubicBezTo>
                  <a:cubicBezTo>
                    <a:pt x="968" y="754"/>
                    <a:pt x="497" y="1541"/>
                    <a:pt x="88" y="2328"/>
                  </a:cubicBezTo>
                  <a:cubicBezTo>
                    <a:pt x="1" y="2501"/>
                    <a:pt x="139" y="2645"/>
                    <a:pt x="274" y="2645"/>
                  </a:cubicBezTo>
                  <a:cubicBezTo>
                    <a:pt x="334" y="2645"/>
                    <a:pt x="395" y="2616"/>
                    <a:pt x="434" y="2548"/>
                  </a:cubicBezTo>
                  <a:cubicBezTo>
                    <a:pt x="811" y="1761"/>
                    <a:pt x="1283" y="1038"/>
                    <a:pt x="1818" y="345"/>
                  </a:cubicBezTo>
                  <a:cubicBezTo>
                    <a:pt x="1939" y="201"/>
                    <a:pt x="1819" y="0"/>
                    <a:pt x="168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8"/>
            <p:cNvSpPr/>
            <p:nvPr/>
          </p:nvSpPr>
          <p:spPr>
            <a:xfrm>
              <a:off x="4101125" y="3269575"/>
              <a:ext cx="20150" cy="19350"/>
            </a:xfrm>
            <a:custGeom>
              <a:avLst/>
              <a:gdLst/>
              <a:ahLst/>
              <a:cxnLst/>
              <a:rect l="l" t="t" r="r" b="b"/>
              <a:pathLst>
                <a:path w="806" h="774" extrusionOk="0">
                  <a:moveTo>
                    <a:pt x="537" y="0"/>
                  </a:moveTo>
                  <a:cubicBezTo>
                    <a:pt x="475" y="0"/>
                    <a:pt x="413" y="29"/>
                    <a:pt x="374" y="99"/>
                  </a:cubicBezTo>
                  <a:cubicBezTo>
                    <a:pt x="279" y="224"/>
                    <a:pt x="185" y="350"/>
                    <a:pt x="91" y="476"/>
                  </a:cubicBezTo>
                  <a:cubicBezTo>
                    <a:pt x="1" y="633"/>
                    <a:pt x="151" y="774"/>
                    <a:pt x="290" y="774"/>
                  </a:cubicBezTo>
                  <a:cubicBezTo>
                    <a:pt x="346" y="774"/>
                    <a:pt x="400" y="751"/>
                    <a:pt x="437" y="696"/>
                  </a:cubicBezTo>
                  <a:lnTo>
                    <a:pt x="720" y="287"/>
                  </a:lnTo>
                  <a:cubicBezTo>
                    <a:pt x="806" y="136"/>
                    <a:pt x="671" y="0"/>
                    <a:pt x="537"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8"/>
            <p:cNvSpPr/>
            <p:nvPr/>
          </p:nvSpPr>
          <p:spPr>
            <a:xfrm>
              <a:off x="4118325" y="3331800"/>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8"/>
            <p:cNvSpPr/>
            <p:nvPr/>
          </p:nvSpPr>
          <p:spPr>
            <a:xfrm>
              <a:off x="4375575" y="3424250"/>
              <a:ext cx="120950" cy="86825"/>
            </a:xfrm>
            <a:custGeom>
              <a:avLst/>
              <a:gdLst/>
              <a:ahLst/>
              <a:cxnLst/>
              <a:rect l="l" t="t" r="r" b="b"/>
              <a:pathLst>
                <a:path w="4838" h="3473" extrusionOk="0">
                  <a:moveTo>
                    <a:pt x="4528" y="1"/>
                  </a:moveTo>
                  <a:cubicBezTo>
                    <a:pt x="4486" y="1"/>
                    <a:pt x="4443" y="15"/>
                    <a:pt x="4404" y="47"/>
                  </a:cubicBezTo>
                  <a:cubicBezTo>
                    <a:pt x="3082" y="1180"/>
                    <a:pt x="1667" y="2187"/>
                    <a:pt x="188" y="3099"/>
                  </a:cubicBezTo>
                  <a:cubicBezTo>
                    <a:pt x="1" y="3206"/>
                    <a:pt x="109" y="3472"/>
                    <a:pt x="281" y="3472"/>
                  </a:cubicBezTo>
                  <a:cubicBezTo>
                    <a:pt x="311" y="3472"/>
                    <a:pt x="344" y="3464"/>
                    <a:pt x="377" y="3445"/>
                  </a:cubicBezTo>
                  <a:cubicBezTo>
                    <a:pt x="1887" y="2533"/>
                    <a:pt x="3334" y="1494"/>
                    <a:pt x="4687" y="330"/>
                  </a:cubicBezTo>
                  <a:cubicBezTo>
                    <a:pt x="4837" y="205"/>
                    <a:pt x="4689" y="1"/>
                    <a:pt x="452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8"/>
            <p:cNvSpPr/>
            <p:nvPr/>
          </p:nvSpPr>
          <p:spPr>
            <a:xfrm>
              <a:off x="4405625" y="3453275"/>
              <a:ext cx="82950" cy="71650"/>
            </a:xfrm>
            <a:custGeom>
              <a:avLst/>
              <a:gdLst/>
              <a:ahLst/>
              <a:cxnLst/>
              <a:rect l="l" t="t" r="r" b="b"/>
              <a:pathLst>
                <a:path w="3318" h="2866" extrusionOk="0">
                  <a:moveTo>
                    <a:pt x="3047" y="1"/>
                  </a:moveTo>
                  <a:cubicBezTo>
                    <a:pt x="3005" y="1"/>
                    <a:pt x="2960" y="15"/>
                    <a:pt x="2919" y="50"/>
                  </a:cubicBezTo>
                  <a:lnTo>
                    <a:pt x="150" y="2536"/>
                  </a:lnTo>
                  <a:cubicBezTo>
                    <a:pt x="0" y="2661"/>
                    <a:pt x="148" y="2865"/>
                    <a:pt x="310" y="2865"/>
                  </a:cubicBezTo>
                  <a:cubicBezTo>
                    <a:pt x="351" y="2865"/>
                    <a:pt x="394" y="2851"/>
                    <a:pt x="433" y="2819"/>
                  </a:cubicBezTo>
                  <a:lnTo>
                    <a:pt x="3170" y="333"/>
                  </a:lnTo>
                  <a:cubicBezTo>
                    <a:pt x="3318" y="186"/>
                    <a:pt x="3197" y="1"/>
                    <a:pt x="3047"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8"/>
            <p:cNvSpPr/>
            <p:nvPr/>
          </p:nvSpPr>
          <p:spPr>
            <a:xfrm>
              <a:off x="4439375" y="3476100"/>
              <a:ext cx="52525" cy="56300"/>
            </a:xfrm>
            <a:custGeom>
              <a:avLst/>
              <a:gdLst/>
              <a:ahLst/>
              <a:cxnLst/>
              <a:rect l="l" t="t" r="r" b="b"/>
              <a:pathLst>
                <a:path w="2101" h="2252" extrusionOk="0">
                  <a:moveTo>
                    <a:pt x="1811" y="0"/>
                  </a:moveTo>
                  <a:cubicBezTo>
                    <a:pt x="1770" y="0"/>
                    <a:pt x="1729" y="15"/>
                    <a:pt x="1695" y="50"/>
                  </a:cubicBezTo>
                  <a:lnTo>
                    <a:pt x="121" y="1906"/>
                  </a:lnTo>
                  <a:cubicBezTo>
                    <a:pt x="1" y="2051"/>
                    <a:pt x="139" y="2251"/>
                    <a:pt x="282" y="2251"/>
                  </a:cubicBezTo>
                  <a:cubicBezTo>
                    <a:pt x="325" y="2251"/>
                    <a:pt x="368" y="2233"/>
                    <a:pt x="405" y="2189"/>
                  </a:cubicBezTo>
                  <a:lnTo>
                    <a:pt x="1978" y="333"/>
                  </a:lnTo>
                  <a:cubicBezTo>
                    <a:pt x="2100" y="186"/>
                    <a:pt x="1955" y="0"/>
                    <a:pt x="181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38"/>
            <p:cNvSpPr/>
            <p:nvPr/>
          </p:nvSpPr>
          <p:spPr>
            <a:xfrm>
              <a:off x="4485075" y="3499250"/>
              <a:ext cx="28975" cy="26300"/>
            </a:xfrm>
            <a:custGeom>
              <a:avLst/>
              <a:gdLst/>
              <a:ahLst/>
              <a:cxnLst/>
              <a:rect l="l" t="t" r="r" b="b"/>
              <a:pathLst>
                <a:path w="1159" h="1052" extrusionOk="0">
                  <a:moveTo>
                    <a:pt x="904" y="1"/>
                  </a:moveTo>
                  <a:cubicBezTo>
                    <a:pt x="846" y="1"/>
                    <a:pt x="787" y="30"/>
                    <a:pt x="748" y="99"/>
                  </a:cubicBezTo>
                  <a:cubicBezTo>
                    <a:pt x="590" y="319"/>
                    <a:pt x="402" y="539"/>
                    <a:pt x="181" y="665"/>
                  </a:cubicBezTo>
                  <a:cubicBezTo>
                    <a:pt x="0" y="795"/>
                    <a:pt x="117" y="1052"/>
                    <a:pt x="269" y="1052"/>
                  </a:cubicBezTo>
                  <a:cubicBezTo>
                    <a:pt x="302" y="1052"/>
                    <a:pt x="336" y="1039"/>
                    <a:pt x="370" y="1011"/>
                  </a:cubicBezTo>
                  <a:cubicBezTo>
                    <a:pt x="653" y="823"/>
                    <a:pt x="905" y="571"/>
                    <a:pt x="1094" y="288"/>
                  </a:cubicBezTo>
                  <a:cubicBezTo>
                    <a:pt x="1158" y="137"/>
                    <a:pt x="1031" y="1"/>
                    <a:pt x="90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38"/>
            <p:cNvSpPr/>
            <p:nvPr/>
          </p:nvSpPr>
          <p:spPr>
            <a:xfrm>
              <a:off x="4494450" y="3338800"/>
              <a:ext cx="83075" cy="107850"/>
            </a:xfrm>
            <a:custGeom>
              <a:avLst/>
              <a:gdLst/>
              <a:ahLst/>
              <a:cxnLst/>
              <a:rect l="l" t="t" r="r" b="b"/>
              <a:pathLst>
                <a:path w="3323" h="4314" extrusionOk="0">
                  <a:moveTo>
                    <a:pt x="3053" y="0"/>
                  </a:moveTo>
                  <a:cubicBezTo>
                    <a:pt x="2991" y="0"/>
                    <a:pt x="2929" y="29"/>
                    <a:pt x="2890" y="98"/>
                  </a:cubicBezTo>
                  <a:cubicBezTo>
                    <a:pt x="2103" y="1483"/>
                    <a:pt x="1191" y="2773"/>
                    <a:pt x="121" y="3968"/>
                  </a:cubicBezTo>
                  <a:cubicBezTo>
                    <a:pt x="0" y="4113"/>
                    <a:pt x="139" y="4314"/>
                    <a:pt x="281" y="4314"/>
                  </a:cubicBezTo>
                  <a:cubicBezTo>
                    <a:pt x="324" y="4314"/>
                    <a:pt x="368" y="4295"/>
                    <a:pt x="404" y="4252"/>
                  </a:cubicBezTo>
                  <a:cubicBezTo>
                    <a:pt x="1474" y="3024"/>
                    <a:pt x="2418" y="1703"/>
                    <a:pt x="3236" y="287"/>
                  </a:cubicBezTo>
                  <a:cubicBezTo>
                    <a:pt x="3322" y="136"/>
                    <a:pt x="3187" y="0"/>
                    <a:pt x="305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8"/>
            <p:cNvSpPr/>
            <p:nvPr/>
          </p:nvSpPr>
          <p:spPr>
            <a:xfrm>
              <a:off x="4499250" y="3370775"/>
              <a:ext cx="74200" cy="89700"/>
            </a:xfrm>
            <a:custGeom>
              <a:avLst/>
              <a:gdLst/>
              <a:ahLst/>
              <a:cxnLst/>
              <a:rect l="l" t="t" r="r" b="b"/>
              <a:pathLst>
                <a:path w="2968" h="3588" extrusionOk="0">
                  <a:moveTo>
                    <a:pt x="2675" y="0"/>
                  </a:moveTo>
                  <a:cubicBezTo>
                    <a:pt x="2615" y="0"/>
                    <a:pt x="2554" y="24"/>
                    <a:pt x="2509" y="78"/>
                  </a:cubicBezTo>
                  <a:cubicBezTo>
                    <a:pt x="1754" y="1179"/>
                    <a:pt x="967" y="2249"/>
                    <a:pt x="118" y="3224"/>
                  </a:cubicBezTo>
                  <a:cubicBezTo>
                    <a:pt x="1" y="3388"/>
                    <a:pt x="110" y="3587"/>
                    <a:pt x="252" y="3587"/>
                  </a:cubicBezTo>
                  <a:cubicBezTo>
                    <a:pt x="300" y="3587"/>
                    <a:pt x="353" y="3564"/>
                    <a:pt x="401" y="3507"/>
                  </a:cubicBezTo>
                  <a:cubicBezTo>
                    <a:pt x="1250" y="2501"/>
                    <a:pt x="2100" y="1399"/>
                    <a:pt x="2855" y="298"/>
                  </a:cubicBezTo>
                  <a:cubicBezTo>
                    <a:pt x="2967" y="141"/>
                    <a:pt x="2824" y="0"/>
                    <a:pt x="267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38"/>
            <p:cNvSpPr/>
            <p:nvPr/>
          </p:nvSpPr>
          <p:spPr>
            <a:xfrm>
              <a:off x="4515100" y="3410100"/>
              <a:ext cx="57775" cy="63325"/>
            </a:xfrm>
            <a:custGeom>
              <a:avLst/>
              <a:gdLst/>
              <a:ahLst/>
              <a:cxnLst/>
              <a:rect l="l" t="t" r="r" b="b"/>
              <a:pathLst>
                <a:path w="2311" h="2533" extrusionOk="0">
                  <a:moveTo>
                    <a:pt x="2022" y="1"/>
                  </a:moveTo>
                  <a:cubicBezTo>
                    <a:pt x="1966" y="1"/>
                    <a:pt x="1911" y="24"/>
                    <a:pt x="1875" y="78"/>
                  </a:cubicBezTo>
                  <a:cubicBezTo>
                    <a:pt x="1403" y="865"/>
                    <a:pt x="805" y="1588"/>
                    <a:pt x="144" y="2218"/>
                  </a:cubicBezTo>
                  <a:cubicBezTo>
                    <a:pt x="0" y="2338"/>
                    <a:pt x="132" y="2532"/>
                    <a:pt x="272" y="2532"/>
                  </a:cubicBezTo>
                  <a:cubicBezTo>
                    <a:pt x="315" y="2532"/>
                    <a:pt x="359" y="2514"/>
                    <a:pt x="396" y="2469"/>
                  </a:cubicBezTo>
                  <a:cubicBezTo>
                    <a:pt x="1120" y="1840"/>
                    <a:pt x="1718" y="1116"/>
                    <a:pt x="2221" y="298"/>
                  </a:cubicBezTo>
                  <a:cubicBezTo>
                    <a:pt x="2311" y="142"/>
                    <a:pt x="2161" y="1"/>
                    <a:pt x="202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38"/>
            <p:cNvSpPr/>
            <p:nvPr/>
          </p:nvSpPr>
          <p:spPr>
            <a:xfrm>
              <a:off x="4540250" y="3426900"/>
              <a:ext cx="69525" cy="78750"/>
            </a:xfrm>
            <a:custGeom>
              <a:avLst/>
              <a:gdLst/>
              <a:ahLst/>
              <a:cxnLst/>
              <a:rect l="l" t="t" r="r" b="b"/>
              <a:pathLst>
                <a:path w="2781" h="3150" extrusionOk="0">
                  <a:moveTo>
                    <a:pt x="2511" y="0"/>
                  </a:moveTo>
                  <a:cubicBezTo>
                    <a:pt x="2449" y="0"/>
                    <a:pt x="2387" y="29"/>
                    <a:pt x="2348" y="98"/>
                  </a:cubicBezTo>
                  <a:cubicBezTo>
                    <a:pt x="1718" y="1074"/>
                    <a:pt x="963" y="1986"/>
                    <a:pt x="145" y="2804"/>
                  </a:cubicBezTo>
                  <a:cubicBezTo>
                    <a:pt x="0" y="2949"/>
                    <a:pt x="134" y="3150"/>
                    <a:pt x="289" y="3150"/>
                  </a:cubicBezTo>
                  <a:cubicBezTo>
                    <a:pt x="336" y="3150"/>
                    <a:pt x="385" y="3131"/>
                    <a:pt x="428" y="3087"/>
                  </a:cubicBezTo>
                  <a:cubicBezTo>
                    <a:pt x="1278" y="2238"/>
                    <a:pt x="2033" y="1294"/>
                    <a:pt x="2694" y="287"/>
                  </a:cubicBezTo>
                  <a:cubicBezTo>
                    <a:pt x="2780" y="136"/>
                    <a:pt x="2645" y="0"/>
                    <a:pt x="251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38"/>
            <p:cNvSpPr/>
            <p:nvPr/>
          </p:nvSpPr>
          <p:spPr>
            <a:xfrm>
              <a:off x="4562800" y="3149575"/>
              <a:ext cx="148925" cy="165175"/>
            </a:xfrm>
            <a:custGeom>
              <a:avLst/>
              <a:gdLst/>
              <a:ahLst/>
              <a:cxnLst/>
              <a:rect l="l" t="t" r="r" b="b"/>
              <a:pathLst>
                <a:path w="5957" h="6607" extrusionOk="0">
                  <a:moveTo>
                    <a:pt x="5716" y="0"/>
                  </a:moveTo>
                  <a:cubicBezTo>
                    <a:pt x="5662" y="0"/>
                    <a:pt x="5607" y="25"/>
                    <a:pt x="5568" y="85"/>
                  </a:cubicBezTo>
                  <a:cubicBezTo>
                    <a:pt x="4215" y="2476"/>
                    <a:pt x="2358" y="4584"/>
                    <a:pt x="156" y="6220"/>
                  </a:cubicBezTo>
                  <a:cubicBezTo>
                    <a:pt x="1" y="6349"/>
                    <a:pt x="100" y="6606"/>
                    <a:pt x="263" y="6606"/>
                  </a:cubicBezTo>
                  <a:cubicBezTo>
                    <a:pt x="299" y="6606"/>
                    <a:pt x="337" y="6594"/>
                    <a:pt x="376" y="6566"/>
                  </a:cubicBezTo>
                  <a:cubicBezTo>
                    <a:pt x="2641" y="4867"/>
                    <a:pt x="4529" y="2727"/>
                    <a:pt x="5914" y="273"/>
                  </a:cubicBezTo>
                  <a:cubicBezTo>
                    <a:pt x="5957" y="122"/>
                    <a:pt x="5837" y="0"/>
                    <a:pt x="571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38"/>
            <p:cNvSpPr/>
            <p:nvPr/>
          </p:nvSpPr>
          <p:spPr>
            <a:xfrm>
              <a:off x="4596100" y="3171350"/>
              <a:ext cx="121500" cy="134500"/>
            </a:xfrm>
            <a:custGeom>
              <a:avLst/>
              <a:gdLst/>
              <a:ahLst/>
              <a:cxnLst/>
              <a:rect l="l" t="t" r="r" b="b"/>
              <a:pathLst>
                <a:path w="4860" h="5380" extrusionOk="0">
                  <a:moveTo>
                    <a:pt x="4606" y="1"/>
                  </a:moveTo>
                  <a:cubicBezTo>
                    <a:pt x="4565" y="1"/>
                    <a:pt x="4524" y="19"/>
                    <a:pt x="4487" y="63"/>
                  </a:cubicBezTo>
                  <a:cubicBezTo>
                    <a:pt x="3103" y="1794"/>
                    <a:pt x="1655" y="3430"/>
                    <a:pt x="145" y="5034"/>
                  </a:cubicBezTo>
                  <a:cubicBezTo>
                    <a:pt x="0" y="5179"/>
                    <a:pt x="133" y="5380"/>
                    <a:pt x="289" y="5380"/>
                  </a:cubicBezTo>
                  <a:cubicBezTo>
                    <a:pt x="336" y="5380"/>
                    <a:pt x="385" y="5361"/>
                    <a:pt x="428" y="5318"/>
                  </a:cubicBezTo>
                  <a:cubicBezTo>
                    <a:pt x="1939" y="3713"/>
                    <a:pt x="3386" y="2077"/>
                    <a:pt x="4739" y="346"/>
                  </a:cubicBezTo>
                  <a:cubicBezTo>
                    <a:pt x="4860" y="201"/>
                    <a:pt x="4739" y="1"/>
                    <a:pt x="460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38"/>
            <p:cNvSpPr/>
            <p:nvPr/>
          </p:nvSpPr>
          <p:spPr>
            <a:xfrm>
              <a:off x="4622650" y="3207875"/>
              <a:ext cx="92500" cy="101125"/>
            </a:xfrm>
            <a:custGeom>
              <a:avLst/>
              <a:gdLst/>
              <a:ahLst/>
              <a:cxnLst/>
              <a:rect l="l" t="t" r="r" b="b"/>
              <a:pathLst>
                <a:path w="3700" h="4045" extrusionOk="0">
                  <a:moveTo>
                    <a:pt x="3450" y="1"/>
                  </a:moveTo>
                  <a:cubicBezTo>
                    <a:pt x="3401" y="1"/>
                    <a:pt x="3348" y="24"/>
                    <a:pt x="3299" y="81"/>
                  </a:cubicBezTo>
                  <a:cubicBezTo>
                    <a:pt x="2261" y="1276"/>
                    <a:pt x="1191" y="2504"/>
                    <a:pt x="122" y="3699"/>
                  </a:cubicBezTo>
                  <a:cubicBezTo>
                    <a:pt x="1" y="3844"/>
                    <a:pt x="140" y="4045"/>
                    <a:pt x="282" y="4045"/>
                  </a:cubicBezTo>
                  <a:cubicBezTo>
                    <a:pt x="325" y="4045"/>
                    <a:pt x="368" y="4026"/>
                    <a:pt x="405" y="3982"/>
                  </a:cubicBezTo>
                  <a:lnTo>
                    <a:pt x="3583" y="333"/>
                  </a:lnTo>
                  <a:cubicBezTo>
                    <a:pt x="3699" y="193"/>
                    <a:pt x="3591" y="1"/>
                    <a:pt x="3450"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38"/>
            <p:cNvSpPr/>
            <p:nvPr/>
          </p:nvSpPr>
          <p:spPr>
            <a:xfrm>
              <a:off x="4665125" y="3250050"/>
              <a:ext cx="43025" cy="55400"/>
            </a:xfrm>
            <a:custGeom>
              <a:avLst/>
              <a:gdLst/>
              <a:ahLst/>
              <a:cxnLst/>
              <a:rect l="l" t="t" r="r" b="b"/>
              <a:pathLst>
                <a:path w="1721" h="2216" extrusionOk="0">
                  <a:moveTo>
                    <a:pt x="1438" y="1"/>
                  </a:moveTo>
                  <a:cubicBezTo>
                    <a:pt x="1380" y="1"/>
                    <a:pt x="1323" y="27"/>
                    <a:pt x="1286" y="93"/>
                  </a:cubicBezTo>
                  <a:lnTo>
                    <a:pt x="90" y="1918"/>
                  </a:lnTo>
                  <a:cubicBezTo>
                    <a:pt x="1" y="2075"/>
                    <a:pt x="150" y="2216"/>
                    <a:pt x="289" y="2216"/>
                  </a:cubicBezTo>
                  <a:cubicBezTo>
                    <a:pt x="345" y="2216"/>
                    <a:pt x="400" y="2192"/>
                    <a:pt x="436" y="2138"/>
                  </a:cubicBezTo>
                  <a:cubicBezTo>
                    <a:pt x="845" y="1509"/>
                    <a:pt x="1223" y="911"/>
                    <a:pt x="1632" y="282"/>
                  </a:cubicBezTo>
                  <a:cubicBezTo>
                    <a:pt x="1720" y="149"/>
                    <a:pt x="1576" y="1"/>
                    <a:pt x="143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38"/>
            <p:cNvSpPr/>
            <p:nvPr/>
          </p:nvSpPr>
          <p:spPr>
            <a:xfrm>
              <a:off x="4702100" y="3063500"/>
              <a:ext cx="59500" cy="95200"/>
            </a:xfrm>
            <a:custGeom>
              <a:avLst/>
              <a:gdLst/>
              <a:ahLst/>
              <a:cxnLst/>
              <a:rect l="l" t="t" r="r" b="b"/>
              <a:pathLst>
                <a:path w="2380" h="3808" extrusionOk="0">
                  <a:moveTo>
                    <a:pt x="2106" y="1"/>
                  </a:moveTo>
                  <a:cubicBezTo>
                    <a:pt x="2045" y="1"/>
                    <a:pt x="1985" y="30"/>
                    <a:pt x="1946" y="98"/>
                  </a:cubicBezTo>
                  <a:lnTo>
                    <a:pt x="90" y="3496"/>
                  </a:lnTo>
                  <a:cubicBezTo>
                    <a:pt x="1" y="3652"/>
                    <a:pt x="148" y="3808"/>
                    <a:pt x="286" y="3808"/>
                  </a:cubicBezTo>
                  <a:cubicBezTo>
                    <a:pt x="343" y="3808"/>
                    <a:pt x="399" y="3781"/>
                    <a:pt x="436" y="3716"/>
                  </a:cubicBezTo>
                  <a:lnTo>
                    <a:pt x="2292" y="318"/>
                  </a:lnTo>
                  <a:cubicBezTo>
                    <a:pt x="2379" y="144"/>
                    <a:pt x="2241" y="1"/>
                    <a:pt x="210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38"/>
            <p:cNvSpPr/>
            <p:nvPr/>
          </p:nvSpPr>
          <p:spPr>
            <a:xfrm>
              <a:off x="4711625" y="3129125"/>
              <a:ext cx="35250" cy="48625"/>
            </a:xfrm>
            <a:custGeom>
              <a:avLst/>
              <a:gdLst/>
              <a:ahLst/>
              <a:cxnLst/>
              <a:rect l="l" t="t" r="r" b="b"/>
              <a:pathLst>
                <a:path w="1410" h="1945" extrusionOk="0">
                  <a:moveTo>
                    <a:pt x="1168" y="0"/>
                  </a:moveTo>
                  <a:cubicBezTo>
                    <a:pt x="1110" y="0"/>
                    <a:pt x="1048" y="25"/>
                    <a:pt x="999" y="84"/>
                  </a:cubicBezTo>
                  <a:cubicBezTo>
                    <a:pt x="716" y="619"/>
                    <a:pt x="401" y="1123"/>
                    <a:pt x="86" y="1658"/>
                  </a:cubicBezTo>
                  <a:cubicBezTo>
                    <a:pt x="0" y="1809"/>
                    <a:pt x="121" y="1945"/>
                    <a:pt x="256" y="1945"/>
                  </a:cubicBezTo>
                  <a:cubicBezTo>
                    <a:pt x="318" y="1945"/>
                    <a:pt x="383" y="1916"/>
                    <a:pt x="433" y="1846"/>
                  </a:cubicBezTo>
                  <a:lnTo>
                    <a:pt x="1345" y="273"/>
                  </a:lnTo>
                  <a:cubicBezTo>
                    <a:pt x="1410" y="122"/>
                    <a:pt x="1296" y="0"/>
                    <a:pt x="116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38"/>
            <p:cNvSpPr/>
            <p:nvPr/>
          </p:nvSpPr>
          <p:spPr>
            <a:xfrm>
              <a:off x="4721300" y="3175325"/>
              <a:ext cx="23575" cy="22100"/>
            </a:xfrm>
            <a:custGeom>
              <a:avLst/>
              <a:gdLst/>
              <a:ahLst/>
              <a:cxnLst/>
              <a:rect l="l" t="t" r="r" b="b"/>
              <a:pathLst>
                <a:path w="943" h="884" extrusionOk="0">
                  <a:moveTo>
                    <a:pt x="658" y="1"/>
                  </a:moveTo>
                  <a:cubicBezTo>
                    <a:pt x="596" y="1"/>
                    <a:pt x="533" y="27"/>
                    <a:pt x="486" y="93"/>
                  </a:cubicBezTo>
                  <a:lnTo>
                    <a:pt x="109" y="596"/>
                  </a:lnTo>
                  <a:cubicBezTo>
                    <a:pt x="1" y="747"/>
                    <a:pt x="129" y="883"/>
                    <a:pt x="271" y="883"/>
                  </a:cubicBezTo>
                  <a:cubicBezTo>
                    <a:pt x="337" y="883"/>
                    <a:pt x="405" y="854"/>
                    <a:pt x="455" y="785"/>
                  </a:cubicBezTo>
                  <a:lnTo>
                    <a:pt x="832" y="282"/>
                  </a:lnTo>
                  <a:cubicBezTo>
                    <a:pt x="943" y="149"/>
                    <a:pt x="805" y="1"/>
                    <a:pt x="65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38"/>
            <p:cNvSpPr/>
            <p:nvPr/>
          </p:nvSpPr>
          <p:spPr>
            <a:xfrm>
              <a:off x="5070300" y="3115950"/>
              <a:ext cx="213475" cy="194875"/>
            </a:xfrm>
            <a:custGeom>
              <a:avLst/>
              <a:gdLst/>
              <a:ahLst/>
              <a:cxnLst/>
              <a:rect l="l" t="t" r="r" b="b"/>
              <a:pathLst>
                <a:path w="8539" h="7795" extrusionOk="0">
                  <a:moveTo>
                    <a:pt x="8292" y="0"/>
                  </a:moveTo>
                  <a:cubicBezTo>
                    <a:pt x="8219" y="0"/>
                    <a:pt x="8154" y="41"/>
                    <a:pt x="8142" y="140"/>
                  </a:cubicBezTo>
                  <a:cubicBezTo>
                    <a:pt x="8016" y="1083"/>
                    <a:pt x="7009" y="1713"/>
                    <a:pt x="6348" y="2342"/>
                  </a:cubicBezTo>
                  <a:cubicBezTo>
                    <a:pt x="5688" y="2940"/>
                    <a:pt x="5090" y="3475"/>
                    <a:pt x="4429" y="4041"/>
                  </a:cubicBezTo>
                  <a:cubicBezTo>
                    <a:pt x="3045" y="5205"/>
                    <a:pt x="1629" y="6338"/>
                    <a:pt x="181" y="7439"/>
                  </a:cubicBezTo>
                  <a:cubicBezTo>
                    <a:pt x="1" y="7542"/>
                    <a:pt x="117" y="7794"/>
                    <a:pt x="268" y="7794"/>
                  </a:cubicBezTo>
                  <a:cubicBezTo>
                    <a:pt x="301" y="7794"/>
                    <a:pt x="336" y="7782"/>
                    <a:pt x="370" y="7754"/>
                  </a:cubicBezTo>
                  <a:cubicBezTo>
                    <a:pt x="1943" y="6590"/>
                    <a:pt x="3485" y="5363"/>
                    <a:pt x="4995" y="4072"/>
                  </a:cubicBezTo>
                  <a:cubicBezTo>
                    <a:pt x="5719" y="3443"/>
                    <a:pt x="6443" y="2782"/>
                    <a:pt x="7166" y="2090"/>
                  </a:cubicBezTo>
                  <a:cubicBezTo>
                    <a:pt x="7764" y="1555"/>
                    <a:pt x="8393" y="1052"/>
                    <a:pt x="8519" y="234"/>
                  </a:cubicBezTo>
                  <a:cubicBezTo>
                    <a:pt x="8538" y="100"/>
                    <a:pt x="8406" y="0"/>
                    <a:pt x="829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38"/>
            <p:cNvSpPr/>
            <p:nvPr/>
          </p:nvSpPr>
          <p:spPr>
            <a:xfrm>
              <a:off x="5133300" y="3159550"/>
              <a:ext cx="146525" cy="122400"/>
            </a:xfrm>
            <a:custGeom>
              <a:avLst/>
              <a:gdLst/>
              <a:ahLst/>
              <a:cxnLst/>
              <a:rect l="l" t="t" r="r" b="b"/>
              <a:pathLst>
                <a:path w="5861" h="4896" extrusionOk="0">
                  <a:moveTo>
                    <a:pt x="5574" y="0"/>
                  </a:moveTo>
                  <a:cubicBezTo>
                    <a:pt x="5527" y="0"/>
                    <a:pt x="5477" y="19"/>
                    <a:pt x="5433" y="63"/>
                  </a:cubicBezTo>
                  <a:cubicBezTo>
                    <a:pt x="3765" y="1636"/>
                    <a:pt x="1972" y="3147"/>
                    <a:pt x="147" y="4594"/>
                  </a:cubicBezTo>
                  <a:cubicBezTo>
                    <a:pt x="0" y="4716"/>
                    <a:pt x="139" y="4895"/>
                    <a:pt x="296" y="4895"/>
                  </a:cubicBezTo>
                  <a:cubicBezTo>
                    <a:pt x="341" y="4895"/>
                    <a:pt x="388" y="4881"/>
                    <a:pt x="430" y="4846"/>
                  </a:cubicBezTo>
                  <a:cubicBezTo>
                    <a:pt x="2255" y="3430"/>
                    <a:pt x="4017" y="1919"/>
                    <a:pt x="5716" y="315"/>
                  </a:cubicBezTo>
                  <a:cubicBezTo>
                    <a:pt x="5861" y="194"/>
                    <a:pt x="5729" y="0"/>
                    <a:pt x="557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38"/>
            <p:cNvSpPr/>
            <p:nvPr/>
          </p:nvSpPr>
          <p:spPr>
            <a:xfrm>
              <a:off x="5175700" y="3193375"/>
              <a:ext cx="93125" cy="82175"/>
            </a:xfrm>
            <a:custGeom>
              <a:avLst/>
              <a:gdLst/>
              <a:ahLst/>
              <a:cxnLst/>
              <a:rect l="l" t="t" r="r" b="b"/>
              <a:pathLst>
                <a:path w="3725" h="3287" extrusionOk="0">
                  <a:moveTo>
                    <a:pt x="3436" y="1"/>
                  </a:moveTo>
                  <a:cubicBezTo>
                    <a:pt x="3389" y="1"/>
                    <a:pt x="3340" y="19"/>
                    <a:pt x="3296" y="63"/>
                  </a:cubicBezTo>
                  <a:cubicBezTo>
                    <a:pt x="2290" y="1070"/>
                    <a:pt x="1220" y="2045"/>
                    <a:pt x="150" y="2958"/>
                  </a:cubicBezTo>
                  <a:cubicBezTo>
                    <a:pt x="0" y="3083"/>
                    <a:pt x="148" y="3287"/>
                    <a:pt x="310" y="3287"/>
                  </a:cubicBezTo>
                  <a:cubicBezTo>
                    <a:pt x="352" y="3287"/>
                    <a:pt x="394" y="3273"/>
                    <a:pt x="433" y="3241"/>
                  </a:cubicBezTo>
                  <a:cubicBezTo>
                    <a:pt x="1503" y="2328"/>
                    <a:pt x="2573" y="1353"/>
                    <a:pt x="3580" y="346"/>
                  </a:cubicBezTo>
                  <a:cubicBezTo>
                    <a:pt x="3725" y="201"/>
                    <a:pt x="3591" y="1"/>
                    <a:pt x="343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8"/>
            <p:cNvSpPr/>
            <p:nvPr/>
          </p:nvSpPr>
          <p:spPr>
            <a:xfrm>
              <a:off x="5231550" y="3250425"/>
              <a:ext cx="31725" cy="22000"/>
            </a:xfrm>
            <a:custGeom>
              <a:avLst/>
              <a:gdLst/>
              <a:ahLst/>
              <a:cxnLst/>
              <a:rect l="l" t="t" r="r" b="b"/>
              <a:pathLst>
                <a:path w="1269" h="880" extrusionOk="0">
                  <a:moveTo>
                    <a:pt x="939" y="0"/>
                  </a:moveTo>
                  <a:cubicBezTo>
                    <a:pt x="895" y="0"/>
                    <a:pt x="850" y="14"/>
                    <a:pt x="811" y="46"/>
                  </a:cubicBezTo>
                  <a:lnTo>
                    <a:pt x="150" y="550"/>
                  </a:lnTo>
                  <a:cubicBezTo>
                    <a:pt x="0" y="675"/>
                    <a:pt x="148" y="879"/>
                    <a:pt x="310" y="879"/>
                  </a:cubicBezTo>
                  <a:cubicBezTo>
                    <a:pt x="351" y="879"/>
                    <a:pt x="394" y="865"/>
                    <a:pt x="433" y="833"/>
                  </a:cubicBezTo>
                  <a:lnTo>
                    <a:pt x="1094" y="298"/>
                  </a:lnTo>
                  <a:cubicBezTo>
                    <a:pt x="1268" y="198"/>
                    <a:pt x="1107" y="0"/>
                    <a:pt x="93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38"/>
            <p:cNvSpPr/>
            <p:nvPr/>
          </p:nvSpPr>
          <p:spPr>
            <a:xfrm>
              <a:off x="5257150" y="3128575"/>
              <a:ext cx="40000" cy="117850"/>
            </a:xfrm>
            <a:custGeom>
              <a:avLst/>
              <a:gdLst/>
              <a:ahLst/>
              <a:cxnLst/>
              <a:rect l="l" t="t" r="r" b="b"/>
              <a:pathLst>
                <a:path w="1600" h="4714" extrusionOk="0">
                  <a:moveTo>
                    <a:pt x="1341" y="1"/>
                  </a:moveTo>
                  <a:cubicBezTo>
                    <a:pt x="1265" y="1"/>
                    <a:pt x="1195" y="42"/>
                    <a:pt x="1171" y="138"/>
                  </a:cubicBezTo>
                  <a:cubicBezTo>
                    <a:pt x="888" y="1617"/>
                    <a:pt x="510" y="3064"/>
                    <a:pt x="38" y="4480"/>
                  </a:cubicBezTo>
                  <a:cubicBezTo>
                    <a:pt x="0" y="4614"/>
                    <a:pt x="125" y="4713"/>
                    <a:pt x="250" y="4713"/>
                  </a:cubicBezTo>
                  <a:cubicBezTo>
                    <a:pt x="331" y="4713"/>
                    <a:pt x="411" y="4673"/>
                    <a:pt x="447" y="4574"/>
                  </a:cubicBezTo>
                  <a:cubicBezTo>
                    <a:pt x="919" y="3158"/>
                    <a:pt x="1297" y="1711"/>
                    <a:pt x="1580" y="264"/>
                  </a:cubicBezTo>
                  <a:cubicBezTo>
                    <a:pt x="1600" y="108"/>
                    <a:pt x="1463" y="1"/>
                    <a:pt x="13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38"/>
            <p:cNvSpPr/>
            <p:nvPr/>
          </p:nvSpPr>
          <p:spPr>
            <a:xfrm>
              <a:off x="5277700" y="3125150"/>
              <a:ext cx="45075" cy="111575"/>
            </a:xfrm>
            <a:custGeom>
              <a:avLst/>
              <a:gdLst/>
              <a:ahLst/>
              <a:cxnLst/>
              <a:rect l="l" t="t" r="r" b="b"/>
              <a:pathLst>
                <a:path w="1803" h="4463" extrusionOk="0">
                  <a:moveTo>
                    <a:pt x="1558" y="1"/>
                  </a:moveTo>
                  <a:cubicBezTo>
                    <a:pt x="1476" y="1"/>
                    <a:pt x="1400" y="46"/>
                    <a:pt x="1387" y="149"/>
                  </a:cubicBezTo>
                  <a:cubicBezTo>
                    <a:pt x="1104" y="1533"/>
                    <a:pt x="664" y="2886"/>
                    <a:pt x="66" y="4145"/>
                  </a:cubicBezTo>
                  <a:cubicBezTo>
                    <a:pt x="1" y="4319"/>
                    <a:pt x="146" y="4462"/>
                    <a:pt x="272" y="4462"/>
                  </a:cubicBezTo>
                  <a:cubicBezTo>
                    <a:pt x="329" y="4462"/>
                    <a:pt x="383" y="4433"/>
                    <a:pt x="412" y="4365"/>
                  </a:cubicBezTo>
                  <a:cubicBezTo>
                    <a:pt x="1010" y="3044"/>
                    <a:pt x="1450" y="1659"/>
                    <a:pt x="1765" y="243"/>
                  </a:cubicBezTo>
                  <a:cubicBezTo>
                    <a:pt x="1802" y="95"/>
                    <a:pt x="1675" y="1"/>
                    <a:pt x="155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8"/>
            <p:cNvSpPr/>
            <p:nvPr/>
          </p:nvSpPr>
          <p:spPr>
            <a:xfrm>
              <a:off x="5331225" y="3151575"/>
              <a:ext cx="31550" cy="52475"/>
            </a:xfrm>
            <a:custGeom>
              <a:avLst/>
              <a:gdLst/>
              <a:ahLst/>
              <a:cxnLst/>
              <a:rect l="l" t="t" r="r" b="b"/>
              <a:pathLst>
                <a:path w="1262" h="2099" extrusionOk="0">
                  <a:moveTo>
                    <a:pt x="994" y="1"/>
                  </a:moveTo>
                  <a:cubicBezTo>
                    <a:pt x="936" y="1"/>
                    <a:pt x="881" y="30"/>
                    <a:pt x="851" y="99"/>
                  </a:cubicBezTo>
                  <a:lnTo>
                    <a:pt x="65" y="1798"/>
                  </a:lnTo>
                  <a:cubicBezTo>
                    <a:pt x="0" y="1948"/>
                    <a:pt x="141" y="2099"/>
                    <a:pt x="267" y="2099"/>
                  </a:cubicBezTo>
                  <a:cubicBezTo>
                    <a:pt x="326" y="2099"/>
                    <a:pt x="381" y="2067"/>
                    <a:pt x="411" y="1987"/>
                  </a:cubicBezTo>
                  <a:lnTo>
                    <a:pt x="1197" y="288"/>
                  </a:lnTo>
                  <a:cubicBezTo>
                    <a:pt x="1262" y="137"/>
                    <a:pt x="1120" y="1"/>
                    <a:pt x="99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38"/>
            <p:cNvSpPr/>
            <p:nvPr/>
          </p:nvSpPr>
          <p:spPr>
            <a:xfrm>
              <a:off x="5357200" y="3174475"/>
              <a:ext cx="12625" cy="10275"/>
            </a:xfrm>
            <a:custGeom>
              <a:avLst/>
              <a:gdLst/>
              <a:ahLst/>
              <a:cxnLst/>
              <a:rect l="l" t="t" r="r" b="b"/>
              <a:pathLst>
                <a:path w="505" h="411" extrusionOk="0">
                  <a:moveTo>
                    <a:pt x="253" y="1"/>
                  </a:moveTo>
                  <a:cubicBezTo>
                    <a:pt x="1" y="1"/>
                    <a:pt x="1" y="410"/>
                    <a:pt x="253" y="410"/>
                  </a:cubicBezTo>
                  <a:cubicBezTo>
                    <a:pt x="504" y="410"/>
                    <a:pt x="504" y="1"/>
                    <a:pt x="25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38"/>
            <p:cNvSpPr/>
            <p:nvPr/>
          </p:nvSpPr>
          <p:spPr>
            <a:xfrm>
              <a:off x="5147200" y="3368000"/>
              <a:ext cx="12600" cy="9450"/>
            </a:xfrm>
            <a:custGeom>
              <a:avLst/>
              <a:gdLst/>
              <a:ahLst/>
              <a:cxnLst/>
              <a:rect l="l" t="t" r="r" b="b"/>
              <a:pathLst>
                <a:path w="504" h="378" extrusionOk="0">
                  <a:moveTo>
                    <a:pt x="252" y="0"/>
                  </a:moveTo>
                  <a:cubicBezTo>
                    <a:pt x="0" y="0"/>
                    <a:pt x="0" y="378"/>
                    <a:pt x="252" y="378"/>
                  </a:cubicBezTo>
                  <a:cubicBezTo>
                    <a:pt x="503" y="378"/>
                    <a:pt x="503"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38"/>
            <p:cNvSpPr/>
            <p:nvPr/>
          </p:nvSpPr>
          <p:spPr>
            <a:xfrm>
              <a:off x="5429775" y="2902375"/>
              <a:ext cx="51600" cy="72775"/>
            </a:xfrm>
            <a:custGeom>
              <a:avLst/>
              <a:gdLst/>
              <a:ahLst/>
              <a:cxnLst/>
              <a:rect l="l" t="t" r="r" b="b"/>
              <a:pathLst>
                <a:path w="2064" h="2911" extrusionOk="0">
                  <a:moveTo>
                    <a:pt x="1781" y="1"/>
                  </a:moveTo>
                  <a:cubicBezTo>
                    <a:pt x="1723" y="1"/>
                    <a:pt x="1666" y="27"/>
                    <a:pt x="1629" y="93"/>
                  </a:cubicBezTo>
                  <a:lnTo>
                    <a:pt x="87" y="2610"/>
                  </a:lnTo>
                  <a:cubicBezTo>
                    <a:pt x="1" y="2760"/>
                    <a:pt x="135" y="2911"/>
                    <a:pt x="269" y="2911"/>
                  </a:cubicBezTo>
                  <a:cubicBezTo>
                    <a:pt x="331" y="2911"/>
                    <a:pt x="393" y="2879"/>
                    <a:pt x="433" y="2799"/>
                  </a:cubicBezTo>
                  <a:lnTo>
                    <a:pt x="1975" y="282"/>
                  </a:lnTo>
                  <a:cubicBezTo>
                    <a:pt x="2063" y="149"/>
                    <a:pt x="1919" y="1"/>
                    <a:pt x="178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38"/>
            <p:cNvSpPr/>
            <p:nvPr/>
          </p:nvSpPr>
          <p:spPr>
            <a:xfrm>
              <a:off x="5465100" y="2926175"/>
              <a:ext cx="32200" cy="42175"/>
            </a:xfrm>
            <a:custGeom>
              <a:avLst/>
              <a:gdLst/>
              <a:ahLst/>
              <a:cxnLst/>
              <a:rect l="l" t="t" r="r" b="b"/>
              <a:pathLst>
                <a:path w="1288" h="1687" extrusionOk="0">
                  <a:moveTo>
                    <a:pt x="1046" y="1"/>
                  </a:moveTo>
                  <a:cubicBezTo>
                    <a:pt x="987" y="1"/>
                    <a:pt x="926" y="26"/>
                    <a:pt x="876" y="85"/>
                  </a:cubicBezTo>
                  <a:lnTo>
                    <a:pt x="90" y="1375"/>
                  </a:lnTo>
                  <a:cubicBezTo>
                    <a:pt x="1" y="1531"/>
                    <a:pt x="148" y="1686"/>
                    <a:pt x="286" y="1686"/>
                  </a:cubicBezTo>
                  <a:cubicBezTo>
                    <a:pt x="343" y="1686"/>
                    <a:pt x="399" y="1660"/>
                    <a:pt x="436" y="1595"/>
                  </a:cubicBezTo>
                  <a:lnTo>
                    <a:pt x="1223" y="274"/>
                  </a:lnTo>
                  <a:cubicBezTo>
                    <a:pt x="1287" y="122"/>
                    <a:pt x="1174" y="1"/>
                    <a:pt x="104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38"/>
            <p:cNvSpPr/>
            <p:nvPr/>
          </p:nvSpPr>
          <p:spPr>
            <a:xfrm>
              <a:off x="5501350" y="2929325"/>
              <a:ext cx="25850" cy="32125"/>
            </a:xfrm>
            <a:custGeom>
              <a:avLst/>
              <a:gdLst/>
              <a:ahLst/>
              <a:cxnLst/>
              <a:rect l="l" t="t" r="r" b="b"/>
              <a:pathLst>
                <a:path w="1034" h="1285" extrusionOk="0">
                  <a:moveTo>
                    <a:pt x="777" y="0"/>
                  </a:moveTo>
                  <a:cubicBezTo>
                    <a:pt x="719" y="0"/>
                    <a:pt x="661" y="26"/>
                    <a:pt x="622" y="85"/>
                  </a:cubicBezTo>
                  <a:lnTo>
                    <a:pt x="87" y="997"/>
                  </a:lnTo>
                  <a:cubicBezTo>
                    <a:pt x="1" y="1148"/>
                    <a:pt x="136" y="1284"/>
                    <a:pt x="270" y="1284"/>
                  </a:cubicBezTo>
                  <a:cubicBezTo>
                    <a:pt x="332" y="1284"/>
                    <a:pt x="394" y="1255"/>
                    <a:pt x="433" y="1186"/>
                  </a:cubicBezTo>
                  <a:lnTo>
                    <a:pt x="968" y="273"/>
                  </a:lnTo>
                  <a:cubicBezTo>
                    <a:pt x="1033" y="122"/>
                    <a:pt x="905" y="0"/>
                    <a:pt x="777"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38"/>
            <p:cNvSpPr/>
            <p:nvPr/>
          </p:nvSpPr>
          <p:spPr>
            <a:xfrm>
              <a:off x="4842975" y="3492175"/>
              <a:ext cx="195225" cy="191475"/>
            </a:xfrm>
            <a:custGeom>
              <a:avLst/>
              <a:gdLst/>
              <a:ahLst/>
              <a:cxnLst/>
              <a:rect l="l" t="t" r="r" b="b"/>
              <a:pathLst>
                <a:path w="7809" h="7659" extrusionOk="0">
                  <a:moveTo>
                    <a:pt x="7548" y="1"/>
                  </a:moveTo>
                  <a:cubicBezTo>
                    <a:pt x="7488" y="1"/>
                    <a:pt x="7426" y="29"/>
                    <a:pt x="7387" y="99"/>
                  </a:cubicBezTo>
                  <a:cubicBezTo>
                    <a:pt x="5341" y="2836"/>
                    <a:pt x="2919" y="5259"/>
                    <a:pt x="181" y="7304"/>
                  </a:cubicBezTo>
                  <a:cubicBezTo>
                    <a:pt x="1" y="7407"/>
                    <a:pt x="116" y="7659"/>
                    <a:pt x="268" y="7659"/>
                  </a:cubicBezTo>
                  <a:cubicBezTo>
                    <a:pt x="301" y="7659"/>
                    <a:pt x="336" y="7647"/>
                    <a:pt x="370" y="7619"/>
                  </a:cubicBezTo>
                  <a:cubicBezTo>
                    <a:pt x="3170" y="5574"/>
                    <a:pt x="5656" y="3088"/>
                    <a:pt x="7701" y="288"/>
                  </a:cubicBezTo>
                  <a:cubicBezTo>
                    <a:pt x="7809" y="137"/>
                    <a:pt x="7681" y="1"/>
                    <a:pt x="754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38"/>
            <p:cNvSpPr/>
            <p:nvPr/>
          </p:nvSpPr>
          <p:spPr>
            <a:xfrm>
              <a:off x="4887175" y="3554750"/>
              <a:ext cx="128600" cy="121200"/>
            </a:xfrm>
            <a:custGeom>
              <a:avLst/>
              <a:gdLst/>
              <a:ahLst/>
              <a:cxnLst/>
              <a:rect l="l" t="t" r="r" b="b"/>
              <a:pathLst>
                <a:path w="5144" h="4848" extrusionOk="0">
                  <a:moveTo>
                    <a:pt x="4866" y="1"/>
                  </a:moveTo>
                  <a:cubicBezTo>
                    <a:pt x="4824" y="1"/>
                    <a:pt x="4779" y="15"/>
                    <a:pt x="4738" y="50"/>
                  </a:cubicBezTo>
                  <a:cubicBezTo>
                    <a:pt x="3353" y="1655"/>
                    <a:pt x="1811" y="3165"/>
                    <a:pt x="175" y="4518"/>
                  </a:cubicBezTo>
                  <a:cubicBezTo>
                    <a:pt x="0" y="4643"/>
                    <a:pt x="143" y="4847"/>
                    <a:pt x="304" y="4847"/>
                  </a:cubicBezTo>
                  <a:cubicBezTo>
                    <a:pt x="345" y="4847"/>
                    <a:pt x="388" y="4833"/>
                    <a:pt x="427" y="4801"/>
                  </a:cubicBezTo>
                  <a:cubicBezTo>
                    <a:pt x="2095" y="3417"/>
                    <a:pt x="3605" y="1938"/>
                    <a:pt x="5021" y="333"/>
                  </a:cubicBezTo>
                  <a:cubicBezTo>
                    <a:pt x="5143" y="186"/>
                    <a:pt x="5017" y="1"/>
                    <a:pt x="486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38"/>
            <p:cNvSpPr/>
            <p:nvPr/>
          </p:nvSpPr>
          <p:spPr>
            <a:xfrm>
              <a:off x="4966500" y="3578425"/>
              <a:ext cx="64100" cy="60600"/>
            </a:xfrm>
            <a:custGeom>
              <a:avLst/>
              <a:gdLst/>
              <a:ahLst/>
              <a:cxnLst/>
              <a:rect l="l" t="t" r="r" b="b"/>
              <a:pathLst>
                <a:path w="2564" h="2424" extrusionOk="0">
                  <a:moveTo>
                    <a:pt x="2256" y="1"/>
                  </a:moveTo>
                  <a:cubicBezTo>
                    <a:pt x="2213" y="1"/>
                    <a:pt x="2170" y="14"/>
                    <a:pt x="2131" y="47"/>
                  </a:cubicBezTo>
                  <a:cubicBezTo>
                    <a:pt x="1376" y="645"/>
                    <a:pt x="715" y="1337"/>
                    <a:pt x="117" y="2092"/>
                  </a:cubicBezTo>
                  <a:cubicBezTo>
                    <a:pt x="1" y="2232"/>
                    <a:pt x="109" y="2424"/>
                    <a:pt x="237" y="2424"/>
                  </a:cubicBezTo>
                  <a:cubicBezTo>
                    <a:pt x="281" y="2424"/>
                    <a:pt x="328" y="2401"/>
                    <a:pt x="369" y="2344"/>
                  </a:cubicBezTo>
                  <a:cubicBezTo>
                    <a:pt x="967" y="1589"/>
                    <a:pt x="1659" y="928"/>
                    <a:pt x="2414" y="299"/>
                  </a:cubicBezTo>
                  <a:cubicBezTo>
                    <a:pt x="2564" y="199"/>
                    <a:pt x="2417" y="1"/>
                    <a:pt x="225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8"/>
            <p:cNvSpPr/>
            <p:nvPr/>
          </p:nvSpPr>
          <p:spPr>
            <a:xfrm>
              <a:off x="5035625" y="3561400"/>
              <a:ext cx="35875" cy="36275"/>
            </a:xfrm>
            <a:custGeom>
              <a:avLst/>
              <a:gdLst/>
              <a:ahLst/>
              <a:cxnLst/>
              <a:rect l="l" t="t" r="r" b="b"/>
              <a:pathLst>
                <a:path w="1435" h="1451" extrusionOk="0">
                  <a:moveTo>
                    <a:pt x="1180" y="0"/>
                  </a:moveTo>
                  <a:cubicBezTo>
                    <a:pt x="1132" y="0"/>
                    <a:pt x="1081" y="20"/>
                    <a:pt x="1033" y="67"/>
                  </a:cubicBezTo>
                  <a:lnTo>
                    <a:pt x="121" y="1105"/>
                  </a:lnTo>
                  <a:cubicBezTo>
                    <a:pt x="0" y="1250"/>
                    <a:pt x="139" y="1451"/>
                    <a:pt x="281" y="1451"/>
                  </a:cubicBezTo>
                  <a:cubicBezTo>
                    <a:pt x="324" y="1451"/>
                    <a:pt x="368" y="1433"/>
                    <a:pt x="404" y="1389"/>
                  </a:cubicBezTo>
                  <a:lnTo>
                    <a:pt x="1317" y="319"/>
                  </a:lnTo>
                  <a:cubicBezTo>
                    <a:pt x="1435" y="177"/>
                    <a:pt x="1323" y="0"/>
                    <a:pt x="118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8"/>
            <p:cNvSpPr/>
            <p:nvPr/>
          </p:nvSpPr>
          <p:spPr>
            <a:xfrm>
              <a:off x="4648525" y="3982800"/>
              <a:ext cx="210450" cy="155975"/>
            </a:xfrm>
            <a:custGeom>
              <a:avLst/>
              <a:gdLst/>
              <a:ahLst/>
              <a:cxnLst/>
              <a:rect l="l" t="t" r="r" b="b"/>
              <a:pathLst>
                <a:path w="8418" h="6239" extrusionOk="0">
                  <a:moveTo>
                    <a:pt x="8123" y="1"/>
                  </a:moveTo>
                  <a:cubicBezTo>
                    <a:pt x="8070" y="1"/>
                    <a:pt x="8013" y="23"/>
                    <a:pt x="7959" y="76"/>
                  </a:cubicBezTo>
                  <a:cubicBezTo>
                    <a:pt x="5662" y="2341"/>
                    <a:pt x="3051" y="4324"/>
                    <a:pt x="188" y="5897"/>
                  </a:cubicBezTo>
                  <a:cubicBezTo>
                    <a:pt x="1" y="5977"/>
                    <a:pt x="131" y="6239"/>
                    <a:pt x="310" y="6239"/>
                  </a:cubicBezTo>
                  <a:cubicBezTo>
                    <a:pt x="342" y="6239"/>
                    <a:pt x="375" y="6230"/>
                    <a:pt x="408" y="6211"/>
                  </a:cubicBezTo>
                  <a:cubicBezTo>
                    <a:pt x="3271" y="4638"/>
                    <a:pt x="5914" y="2656"/>
                    <a:pt x="8274" y="359"/>
                  </a:cubicBezTo>
                  <a:cubicBezTo>
                    <a:pt x="8417" y="216"/>
                    <a:pt x="8289" y="1"/>
                    <a:pt x="812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8"/>
            <p:cNvSpPr/>
            <p:nvPr/>
          </p:nvSpPr>
          <p:spPr>
            <a:xfrm>
              <a:off x="4218525" y="3636700"/>
              <a:ext cx="150750" cy="149775"/>
            </a:xfrm>
            <a:custGeom>
              <a:avLst/>
              <a:gdLst/>
              <a:ahLst/>
              <a:cxnLst/>
              <a:rect l="l" t="t" r="r" b="b"/>
              <a:pathLst>
                <a:path w="6030" h="5991" extrusionOk="0">
                  <a:moveTo>
                    <a:pt x="5779" y="1"/>
                  </a:moveTo>
                  <a:cubicBezTo>
                    <a:pt x="5687" y="1"/>
                    <a:pt x="5605" y="36"/>
                    <a:pt x="5557" y="107"/>
                  </a:cubicBezTo>
                  <a:cubicBezTo>
                    <a:pt x="5494" y="170"/>
                    <a:pt x="5494" y="296"/>
                    <a:pt x="5557" y="359"/>
                  </a:cubicBezTo>
                  <a:cubicBezTo>
                    <a:pt x="4425" y="1366"/>
                    <a:pt x="523" y="5267"/>
                    <a:pt x="146" y="5645"/>
                  </a:cubicBezTo>
                  <a:cubicBezTo>
                    <a:pt x="1" y="5790"/>
                    <a:pt x="134" y="5990"/>
                    <a:pt x="275" y="5990"/>
                  </a:cubicBezTo>
                  <a:cubicBezTo>
                    <a:pt x="317" y="5990"/>
                    <a:pt x="361" y="5972"/>
                    <a:pt x="397" y="5928"/>
                  </a:cubicBezTo>
                  <a:cubicBezTo>
                    <a:pt x="1499" y="4795"/>
                    <a:pt x="2631" y="3663"/>
                    <a:pt x="3764" y="2561"/>
                  </a:cubicBezTo>
                  <a:cubicBezTo>
                    <a:pt x="4267" y="2058"/>
                    <a:pt x="4802" y="1555"/>
                    <a:pt x="5337" y="1083"/>
                  </a:cubicBezTo>
                  <a:cubicBezTo>
                    <a:pt x="5589" y="831"/>
                    <a:pt x="5998" y="611"/>
                    <a:pt x="6029" y="202"/>
                  </a:cubicBezTo>
                  <a:cubicBezTo>
                    <a:pt x="5998" y="107"/>
                    <a:pt x="5966" y="44"/>
                    <a:pt x="5872" y="13"/>
                  </a:cubicBezTo>
                  <a:cubicBezTo>
                    <a:pt x="5841" y="5"/>
                    <a:pt x="5809" y="1"/>
                    <a:pt x="577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8"/>
            <p:cNvSpPr/>
            <p:nvPr/>
          </p:nvSpPr>
          <p:spPr>
            <a:xfrm>
              <a:off x="4313750" y="3731825"/>
              <a:ext cx="23925" cy="22000"/>
            </a:xfrm>
            <a:custGeom>
              <a:avLst/>
              <a:gdLst/>
              <a:ahLst/>
              <a:cxnLst/>
              <a:rect l="l" t="t" r="r" b="b"/>
              <a:pathLst>
                <a:path w="957" h="880" extrusionOk="0">
                  <a:moveTo>
                    <a:pt x="668" y="0"/>
                  </a:moveTo>
                  <a:cubicBezTo>
                    <a:pt x="612" y="0"/>
                    <a:pt x="558" y="23"/>
                    <a:pt x="521" y="78"/>
                  </a:cubicBezTo>
                  <a:lnTo>
                    <a:pt x="112" y="613"/>
                  </a:lnTo>
                  <a:cubicBezTo>
                    <a:pt x="1" y="746"/>
                    <a:pt x="141" y="880"/>
                    <a:pt x="289" y="880"/>
                  </a:cubicBezTo>
                  <a:cubicBezTo>
                    <a:pt x="350" y="880"/>
                    <a:pt x="412" y="857"/>
                    <a:pt x="458" y="802"/>
                  </a:cubicBezTo>
                  <a:lnTo>
                    <a:pt x="867" y="298"/>
                  </a:lnTo>
                  <a:cubicBezTo>
                    <a:pt x="957" y="141"/>
                    <a:pt x="807" y="0"/>
                    <a:pt x="66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38"/>
            <p:cNvSpPr/>
            <p:nvPr/>
          </p:nvSpPr>
          <p:spPr>
            <a:xfrm>
              <a:off x="4350375" y="3729050"/>
              <a:ext cx="13400" cy="9450"/>
            </a:xfrm>
            <a:custGeom>
              <a:avLst/>
              <a:gdLst/>
              <a:ahLst/>
              <a:cxnLst/>
              <a:rect l="l" t="t" r="r" b="b"/>
              <a:pathLst>
                <a:path w="536" h="378" extrusionOk="0">
                  <a:moveTo>
                    <a:pt x="283" y="0"/>
                  </a:moveTo>
                  <a:cubicBezTo>
                    <a:pt x="0" y="0"/>
                    <a:pt x="0" y="378"/>
                    <a:pt x="283" y="378"/>
                  </a:cubicBezTo>
                  <a:cubicBezTo>
                    <a:pt x="535" y="378"/>
                    <a:pt x="535" y="0"/>
                    <a:pt x="28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8"/>
            <p:cNvSpPr/>
            <p:nvPr/>
          </p:nvSpPr>
          <p:spPr>
            <a:xfrm>
              <a:off x="2914225" y="1037575"/>
              <a:ext cx="167850" cy="646100"/>
            </a:xfrm>
            <a:custGeom>
              <a:avLst/>
              <a:gdLst/>
              <a:ahLst/>
              <a:cxnLst/>
              <a:rect l="l" t="t" r="r" b="b"/>
              <a:pathLst>
                <a:path w="6714" h="25844" extrusionOk="0">
                  <a:moveTo>
                    <a:pt x="6466" y="1"/>
                  </a:moveTo>
                  <a:cubicBezTo>
                    <a:pt x="6387" y="1"/>
                    <a:pt x="6311" y="46"/>
                    <a:pt x="6286" y="147"/>
                  </a:cubicBezTo>
                  <a:lnTo>
                    <a:pt x="56" y="25601"/>
                  </a:lnTo>
                  <a:cubicBezTo>
                    <a:pt x="0" y="25750"/>
                    <a:pt x="120" y="25844"/>
                    <a:pt x="241" y="25844"/>
                  </a:cubicBezTo>
                  <a:cubicBezTo>
                    <a:pt x="324" y="25844"/>
                    <a:pt x="408" y="25798"/>
                    <a:pt x="434" y="25695"/>
                  </a:cubicBezTo>
                  <a:cubicBezTo>
                    <a:pt x="2510" y="17200"/>
                    <a:pt x="4587" y="8736"/>
                    <a:pt x="6695" y="273"/>
                  </a:cubicBezTo>
                  <a:cubicBezTo>
                    <a:pt x="6714" y="103"/>
                    <a:pt x="6585" y="1"/>
                    <a:pt x="646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8"/>
            <p:cNvSpPr/>
            <p:nvPr/>
          </p:nvSpPr>
          <p:spPr>
            <a:xfrm>
              <a:off x="2900675" y="1721650"/>
              <a:ext cx="9450" cy="13975"/>
            </a:xfrm>
            <a:custGeom>
              <a:avLst/>
              <a:gdLst/>
              <a:ahLst/>
              <a:cxnLst/>
              <a:rect l="l" t="t" r="r" b="b"/>
              <a:pathLst>
                <a:path w="378" h="559" extrusionOk="0">
                  <a:moveTo>
                    <a:pt x="189" y="0"/>
                  </a:moveTo>
                  <a:cubicBezTo>
                    <a:pt x="95" y="0"/>
                    <a:pt x="0" y="63"/>
                    <a:pt x="0" y="189"/>
                  </a:cubicBezTo>
                  <a:lnTo>
                    <a:pt x="0" y="346"/>
                  </a:lnTo>
                  <a:cubicBezTo>
                    <a:pt x="0" y="488"/>
                    <a:pt x="95" y="559"/>
                    <a:pt x="189" y="559"/>
                  </a:cubicBezTo>
                  <a:cubicBezTo>
                    <a:pt x="283" y="559"/>
                    <a:pt x="378" y="488"/>
                    <a:pt x="378" y="346"/>
                  </a:cubicBezTo>
                  <a:lnTo>
                    <a:pt x="378" y="189"/>
                  </a:lnTo>
                  <a:cubicBezTo>
                    <a:pt x="378" y="63"/>
                    <a:pt x="283" y="0"/>
                    <a:pt x="18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38"/>
            <p:cNvSpPr/>
            <p:nvPr/>
          </p:nvSpPr>
          <p:spPr>
            <a:xfrm>
              <a:off x="2892025" y="1784575"/>
              <a:ext cx="13400" cy="10250"/>
            </a:xfrm>
            <a:custGeom>
              <a:avLst/>
              <a:gdLst/>
              <a:ahLst/>
              <a:cxnLst/>
              <a:rect l="l" t="t" r="r" b="b"/>
              <a:pathLst>
                <a:path w="536" h="410" extrusionOk="0">
                  <a:moveTo>
                    <a:pt x="283" y="0"/>
                  </a:moveTo>
                  <a:cubicBezTo>
                    <a:pt x="0" y="0"/>
                    <a:pt x="0" y="409"/>
                    <a:pt x="283" y="409"/>
                  </a:cubicBezTo>
                  <a:cubicBezTo>
                    <a:pt x="535" y="409"/>
                    <a:pt x="535" y="0"/>
                    <a:pt x="28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8"/>
            <p:cNvSpPr/>
            <p:nvPr/>
          </p:nvSpPr>
          <p:spPr>
            <a:xfrm>
              <a:off x="2738500" y="1830650"/>
              <a:ext cx="158425" cy="559400"/>
            </a:xfrm>
            <a:custGeom>
              <a:avLst/>
              <a:gdLst/>
              <a:ahLst/>
              <a:cxnLst/>
              <a:rect l="l" t="t" r="r" b="b"/>
              <a:pathLst>
                <a:path w="6337" h="22376" extrusionOk="0">
                  <a:moveTo>
                    <a:pt x="6094" y="0"/>
                  </a:moveTo>
                  <a:cubicBezTo>
                    <a:pt x="6018" y="0"/>
                    <a:pt x="5946" y="41"/>
                    <a:pt x="5921" y="139"/>
                  </a:cubicBezTo>
                  <a:cubicBezTo>
                    <a:pt x="4128" y="7533"/>
                    <a:pt x="2177" y="14865"/>
                    <a:pt x="37" y="22133"/>
                  </a:cubicBezTo>
                  <a:cubicBezTo>
                    <a:pt x="0" y="22281"/>
                    <a:pt x="128" y="22375"/>
                    <a:pt x="251" y="22375"/>
                  </a:cubicBezTo>
                  <a:cubicBezTo>
                    <a:pt x="337" y="22375"/>
                    <a:pt x="420" y="22330"/>
                    <a:pt x="446" y="22227"/>
                  </a:cubicBezTo>
                  <a:cubicBezTo>
                    <a:pt x="2586" y="14959"/>
                    <a:pt x="4537" y="7628"/>
                    <a:pt x="6299" y="234"/>
                  </a:cubicBezTo>
                  <a:cubicBezTo>
                    <a:pt x="6337" y="100"/>
                    <a:pt x="6212" y="0"/>
                    <a:pt x="609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38"/>
            <p:cNvSpPr/>
            <p:nvPr/>
          </p:nvSpPr>
          <p:spPr>
            <a:xfrm>
              <a:off x="2723675" y="2453375"/>
              <a:ext cx="9475" cy="16350"/>
            </a:xfrm>
            <a:custGeom>
              <a:avLst/>
              <a:gdLst/>
              <a:ahLst/>
              <a:cxnLst/>
              <a:rect l="l" t="t" r="r" b="b"/>
              <a:pathLst>
                <a:path w="379" h="654" extrusionOk="0">
                  <a:moveTo>
                    <a:pt x="190" y="0"/>
                  </a:moveTo>
                  <a:cubicBezTo>
                    <a:pt x="95" y="0"/>
                    <a:pt x="1" y="71"/>
                    <a:pt x="1" y="213"/>
                  </a:cubicBezTo>
                  <a:lnTo>
                    <a:pt x="1" y="464"/>
                  </a:lnTo>
                  <a:cubicBezTo>
                    <a:pt x="1" y="590"/>
                    <a:pt x="95" y="653"/>
                    <a:pt x="190" y="653"/>
                  </a:cubicBezTo>
                  <a:cubicBezTo>
                    <a:pt x="284" y="653"/>
                    <a:pt x="378" y="590"/>
                    <a:pt x="378" y="464"/>
                  </a:cubicBezTo>
                  <a:lnTo>
                    <a:pt x="378" y="213"/>
                  </a:lnTo>
                  <a:cubicBezTo>
                    <a:pt x="378" y="71"/>
                    <a:pt x="284" y="0"/>
                    <a:pt x="19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38"/>
            <p:cNvSpPr/>
            <p:nvPr/>
          </p:nvSpPr>
          <p:spPr>
            <a:xfrm>
              <a:off x="2708750" y="2545200"/>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38"/>
            <p:cNvSpPr/>
            <p:nvPr/>
          </p:nvSpPr>
          <p:spPr>
            <a:xfrm>
              <a:off x="2615275" y="2617800"/>
              <a:ext cx="87650" cy="310050"/>
            </a:xfrm>
            <a:custGeom>
              <a:avLst/>
              <a:gdLst/>
              <a:ahLst/>
              <a:cxnLst/>
              <a:rect l="l" t="t" r="r" b="b"/>
              <a:pathLst>
                <a:path w="3506" h="12402" extrusionOk="0">
                  <a:moveTo>
                    <a:pt x="3264" y="1"/>
                  </a:moveTo>
                  <a:cubicBezTo>
                    <a:pt x="3183" y="1"/>
                    <a:pt x="3104" y="46"/>
                    <a:pt x="3078" y="149"/>
                  </a:cubicBezTo>
                  <a:cubicBezTo>
                    <a:pt x="2386" y="4208"/>
                    <a:pt x="1348" y="8235"/>
                    <a:pt x="58" y="12168"/>
                  </a:cubicBezTo>
                  <a:cubicBezTo>
                    <a:pt x="0" y="12302"/>
                    <a:pt x="118" y="12401"/>
                    <a:pt x="240" y="12401"/>
                  </a:cubicBezTo>
                  <a:cubicBezTo>
                    <a:pt x="318" y="12401"/>
                    <a:pt x="399" y="12361"/>
                    <a:pt x="435" y="12262"/>
                  </a:cubicBezTo>
                  <a:cubicBezTo>
                    <a:pt x="1757" y="8329"/>
                    <a:pt x="2764" y="4302"/>
                    <a:pt x="3487" y="243"/>
                  </a:cubicBezTo>
                  <a:cubicBezTo>
                    <a:pt x="3506" y="95"/>
                    <a:pt x="3382" y="1"/>
                    <a:pt x="326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38"/>
            <p:cNvSpPr/>
            <p:nvPr/>
          </p:nvSpPr>
          <p:spPr>
            <a:xfrm>
              <a:off x="4310900" y="1056400"/>
              <a:ext cx="81650" cy="311850"/>
            </a:xfrm>
            <a:custGeom>
              <a:avLst/>
              <a:gdLst/>
              <a:ahLst/>
              <a:cxnLst/>
              <a:rect l="l" t="t" r="r" b="b"/>
              <a:pathLst>
                <a:path w="3266" h="12474" extrusionOk="0">
                  <a:moveTo>
                    <a:pt x="238" y="1"/>
                  </a:moveTo>
                  <a:cubicBezTo>
                    <a:pt x="117" y="1"/>
                    <a:pt x="0" y="95"/>
                    <a:pt x="37" y="243"/>
                  </a:cubicBezTo>
                  <a:cubicBezTo>
                    <a:pt x="1202" y="4239"/>
                    <a:pt x="2146" y="8267"/>
                    <a:pt x="2838" y="12325"/>
                  </a:cubicBezTo>
                  <a:cubicBezTo>
                    <a:pt x="2863" y="12428"/>
                    <a:pt x="2942" y="12473"/>
                    <a:pt x="3024" y="12473"/>
                  </a:cubicBezTo>
                  <a:cubicBezTo>
                    <a:pt x="3141" y="12473"/>
                    <a:pt x="3265" y="12380"/>
                    <a:pt x="3247" y="12231"/>
                  </a:cubicBezTo>
                  <a:cubicBezTo>
                    <a:pt x="2523" y="8172"/>
                    <a:pt x="1579" y="4113"/>
                    <a:pt x="446" y="149"/>
                  </a:cubicBezTo>
                  <a:cubicBezTo>
                    <a:pt x="408" y="46"/>
                    <a:pt x="322" y="1"/>
                    <a:pt x="238"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8"/>
            <p:cNvSpPr/>
            <p:nvPr/>
          </p:nvSpPr>
          <p:spPr>
            <a:xfrm>
              <a:off x="4399925" y="1404650"/>
              <a:ext cx="12600" cy="10250"/>
            </a:xfrm>
            <a:custGeom>
              <a:avLst/>
              <a:gdLst/>
              <a:ahLst/>
              <a:cxnLst/>
              <a:rect l="l" t="t" r="r" b="b"/>
              <a:pathLst>
                <a:path w="504" h="410" extrusionOk="0">
                  <a:moveTo>
                    <a:pt x="252" y="0"/>
                  </a:moveTo>
                  <a:cubicBezTo>
                    <a:pt x="0" y="0"/>
                    <a:pt x="0" y="409"/>
                    <a:pt x="252" y="409"/>
                  </a:cubicBezTo>
                  <a:cubicBezTo>
                    <a:pt x="504" y="409"/>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38"/>
            <p:cNvSpPr/>
            <p:nvPr/>
          </p:nvSpPr>
          <p:spPr>
            <a:xfrm>
              <a:off x="4413300" y="1463625"/>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38"/>
            <p:cNvSpPr/>
            <p:nvPr/>
          </p:nvSpPr>
          <p:spPr>
            <a:xfrm>
              <a:off x="4424150" y="1516625"/>
              <a:ext cx="83700" cy="278750"/>
            </a:xfrm>
            <a:custGeom>
              <a:avLst/>
              <a:gdLst/>
              <a:ahLst/>
              <a:cxnLst/>
              <a:rect l="l" t="t" r="r" b="b"/>
              <a:pathLst>
                <a:path w="3348" h="11150" extrusionOk="0">
                  <a:moveTo>
                    <a:pt x="238" y="0"/>
                  </a:moveTo>
                  <a:cubicBezTo>
                    <a:pt x="121" y="0"/>
                    <a:pt x="0" y="102"/>
                    <a:pt x="38" y="272"/>
                  </a:cubicBezTo>
                  <a:cubicBezTo>
                    <a:pt x="1014" y="3828"/>
                    <a:pt x="1958" y="7414"/>
                    <a:pt x="2933" y="11001"/>
                  </a:cubicBezTo>
                  <a:cubicBezTo>
                    <a:pt x="2959" y="11104"/>
                    <a:pt x="3037" y="11149"/>
                    <a:pt x="3117" y="11149"/>
                  </a:cubicBezTo>
                  <a:cubicBezTo>
                    <a:pt x="3231" y="11149"/>
                    <a:pt x="3348" y="11056"/>
                    <a:pt x="3310" y="10907"/>
                  </a:cubicBezTo>
                  <a:cubicBezTo>
                    <a:pt x="2335" y="7320"/>
                    <a:pt x="1391" y="3733"/>
                    <a:pt x="416" y="146"/>
                  </a:cubicBezTo>
                  <a:cubicBezTo>
                    <a:pt x="391" y="46"/>
                    <a:pt x="315" y="0"/>
                    <a:pt x="23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8"/>
            <p:cNvSpPr/>
            <p:nvPr/>
          </p:nvSpPr>
          <p:spPr>
            <a:xfrm>
              <a:off x="4506125" y="1826450"/>
              <a:ext cx="10250" cy="14000"/>
            </a:xfrm>
            <a:custGeom>
              <a:avLst/>
              <a:gdLst/>
              <a:ahLst/>
              <a:cxnLst/>
              <a:rect l="l" t="t" r="r" b="b"/>
              <a:pathLst>
                <a:path w="410" h="560" extrusionOk="0">
                  <a:moveTo>
                    <a:pt x="205" y="1"/>
                  </a:moveTo>
                  <a:cubicBezTo>
                    <a:pt x="102" y="1"/>
                    <a:pt x="0" y="71"/>
                    <a:pt x="0" y="213"/>
                  </a:cubicBezTo>
                  <a:lnTo>
                    <a:pt x="0" y="370"/>
                  </a:lnTo>
                  <a:cubicBezTo>
                    <a:pt x="0" y="496"/>
                    <a:pt x="102" y="559"/>
                    <a:pt x="205" y="559"/>
                  </a:cubicBezTo>
                  <a:cubicBezTo>
                    <a:pt x="307" y="559"/>
                    <a:pt x="409" y="496"/>
                    <a:pt x="409" y="370"/>
                  </a:cubicBezTo>
                  <a:lnTo>
                    <a:pt x="409" y="213"/>
                  </a:lnTo>
                  <a:cubicBezTo>
                    <a:pt x="409" y="71"/>
                    <a:pt x="307" y="1"/>
                    <a:pt x="20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38"/>
            <p:cNvSpPr/>
            <p:nvPr/>
          </p:nvSpPr>
          <p:spPr>
            <a:xfrm>
              <a:off x="4531275" y="1915925"/>
              <a:ext cx="12625" cy="10250"/>
            </a:xfrm>
            <a:custGeom>
              <a:avLst/>
              <a:gdLst/>
              <a:ahLst/>
              <a:cxnLst/>
              <a:rect l="l" t="t" r="r" b="b"/>
              <a:pathLst>
                <a:path w="505" h="410" extrusionOk="0">
                  <a:moveTo>
                    <a:pt x="253" y="1"/>
                  </a:moveTo>
                  <a:cubicBezTo>
                    <a:pt x="1" y="1"/>
                    <a:pt x="1" y="410"/>
                    <a:pt x="253" y="410"/>
                  </a:cubicBezTo>
                  <a:cubicBezTo>
                    <a:pt x="504" y="410"/>
                    <a:pt x="504" y="1"/>
                    <a:pt x="25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38"/>
            <p:cNvSpPr/>
            <p:nvPr/>
          </p:nvSpPr>
          <p:spPr>
            <a:xfrm>
              <a:off x="4548900" y="2006900"/>
              <a:ext cx="102125" cy="398425"/>
            </a:xfrm>
            <a:custGeom>
              <a:avLst/>
              <a:gdLst/>
              <a:ahLst/>
              <a:cxnLst/>
              <a:rect l="l" t="t" r="r" b="b"/>
              <a:pathLst>
                <a:path w="4085" h="15937" extrusionOk="0">
                  <a:moveTo>
                    <a:pt x="252" y="0"/>
                  </a:moveTo>
                  <a:cubicBezTo>
                    <a:pt x="137" y="0"/>
                    <a:pt x="0" y="108"/>
                    <a:pt x="20" y="263"/>
                  </a:cubicBezTo>
                  <a:cubicBezTo>
                    <a:pt x="1121" y="5455"/>
                    <a:pt x="2348" y="10646"/>
                    <a:pt x="3669" y="15775"/>
                  </a:cubicBezTo>
                  <a:cubicBezTo>
                    <a:pt x="3695" y="15889"/>
                    <a:pt x="3771" y="15937"/>
                    <a:pt x="3849" y="15937"/>
                  </a:cubicBezTo>
                  <a:cubicBezTo>
                    <a:pt x="3965" y="15937"/>
                    <a:pt x="4085" y="15831"/>
                    <a:pt x="4047" y="15681"/>
                  </a:cubicBezTo>
                  <a:cubicBezTo>
                    <a:pt x="2725" y="10520"/>
                    <a:pt x="1530" y="5360"/>
                    <a:pt x="397" y="137"/>
                  </a:cubicBezTo>
                  <a:cubicBezTo>
                    <a:pt x="385" y="41"/>
                    <a:pt x="323"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38"/>
            <p:cNvSpPr/>
            <p:nvPr/>
          </p:nvSpPr>
          <p:spPr>
            <a:xfrm>
              <a:off x="4661850" y="2499575"/>
              <a:ext cx="13400" cy="10250"/>
            </a:xfrm>
            <a:custGeom>
              <a:avLst/>
              <a:gdLst/>
              <a:ahLst/>
              <a:cxnLst/>
              <a:rect l="l" t="t" r="r" b="b"/>
              <a:pathLst>
                <a:path w="536" h="410" extrusionOk="0">
                  <a:moveTo>
                    <a:pt x="284" y="1"/>
                  </a:moveTo>
                  <a:cubicBezTo>
                    <a:pt x="1" y="1"/>
                    <a:pt x="1" y="410"/>
                    <a:pt x="284" y="410"/>
                  </a:cubicBezTo>
                  <a:cubicBezTo>
                    <a:pt x="536" y="410"/>
                    <a:pt x="536" y="1"/>
                    <a:pt x="28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38"/>
            <p:cNvSpPr/>
            <p:nvPr/>
          </p:nvSpPr>
          <p:spPr>
            <a:xfrm>
              <a:off x="4702750" y="2637250"/>
              <a:ext cx="10250" cy="16325"/>
            </a:xfrm>
            <a:custGeom>
              <a:avLst/>
              <a:gdLst/>
              <a:ahLst/>
              <a:cxnLst/>
              <a:rect l="l" t="t" r="r" b="b"/>
              <a:pathLst>
                <a:path w="410" h="653" extrusionOk="0">
                  <a:moveTo>
                    <a:pt x="205" y="0"/>
                  </a:moveTo>
                  <a:cubicBezTo>
                    <a:pt x="103" y="0"/>
                    <a:pt x="1" y="63"/>
                    <a:pt x="1" y="189"/>
                  </a:cubicBezTo>
                  <a:lnTo>
                    <a:pt x="1" y="441"/>
                  </a:lnTo>
                  <a:cubicBezTo>
                    <a:pt x="1" y="582"/>
                    <a:pt x="103" y="653"/>
                    <a:pt x="205" y="653"/>
                  </a:cubicBezTo>
                  <a:cubicBezTo>
                    <a:pt x="308" y="653"/>
                    <a:pt x="410" y="582"/>
                    <a:pt x="410" y="441"/>
                  </a:cubicBezTo>
                  <a:lnTo>
                    <a:pt x="410" y="189"/>
                  </a:lnTo>
                  <a:cubicBezTo>
                    <a:pt x="410" y="63"/>
                    <a:pt x="308" y="0"/>
                    <a:pt x="20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38"/>
            <p:cNvSpPr/>
            <p:nvPr/>
          </p:nvSpPr>
          <p:spPr>
            <a:xfrm>
              <a:off x="4732825" y="2801750"/>
              <a:ext cx="28250" cy="16075"/>
            </a:xfrm>
            <a:custGeom>
              <a:avLst/>
              <a:gdLst/>
              <a:ahLst/>
              <a:cxnLst/>
              <a:rect l="l" t="t" r="r" b="b"/>
              <a:pathLst>
                <a:path w="1130" h="643" extrusionOk="0">
                  <a:moveTo>
                    <a:pt x="305" y="0"/>
                  </a:moveTo>
                  <a:cubicBezTo>
                    <a:pt x="127" y="0"/>
                    <a:pt x="0" y="262"/>
                    <a:pt x="214" y="342"/>
                  </a:cubicBezTo>
                  <a:lnTo>
                    <a:pt x="717" y="625"/>
                  </a:lnTo>
                  <a:cubicBezTo>
                    <a:pt x="745" y="637"/>
                    <a:pt x="773" y="643"/>
                    <a:pt x="800" y="643"/>
                  </a:cubicBezTo>
                  <a:cubicBezTo>
                    <a:pt x="986" y="643"/>
                    <a:pt x="1130" y="389"/>
                    <a:pt x="938" y="279"/>
                  </a:cubicBezTo>
                  <a:lnTo>
                    <a:pt x="403" y="28"/>
                  </a:lnTo>
                  <a:cubicBezTo>
                    <a:pt x="369" y="9"/>
                    <a:pt x="336" y="0"/>
                    <a:pt x="30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38"/>
            <p:cNvSpPr/>
            <p:nvPr/>
          </p:nvSpPr>
          <p:spPr>
            <a:xfrm>
              <a:off x="3835925" y="1837275"/>
              <a:ext cx="13400" cy="9450"/>
            </a:xfrm>
            <a:custGeom>
              <a:avLst/>
              <a:gdLst/>
              <a:ahLst/>
              <a:cxnLst/>
              <a:rect l="l" t="t" r="r" b="b"/>
              <a:pathLst>
                <a:path w="536" h="378" extrusionOk="0">
                  <a:moveTo>
                    <a:pt x="284" y="0"/>
                  </a:moveTo>
                  <a:cubicBezTo>
                    <a:pt x="1" y="0"/>
                    <a:pt x="1" y="378"/>
                    <a:pt x="284" y="378"/>
                  </a:cubicBezTo>
                  <a:cubicBezTo>
                    <a:pt x="536" y="378"/>
                    <a:pt x="536" y="0"/>
                    <a:pt x="28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8"/>
            <p:cNvSpPr/>
            <p:nvPr/>
          </p:nvSpPr>
          <p:spPr>
            <a:xfrm>
              <a:off x="3849300" y="1634325"/>
              <a:ext cx="12625" cy="10250"/>
            </a:xfrm>
            <a:custGeom>
              <a:avLst/>
              <a:gdLst/>
              <a:ahLst/>
              <a:cxnLst/>
              <a:rect l="l" t="t" r="r" b="b"/>
              <a:pathLst>
                <a:path w="505" h="410" extrusionOk="0">
                  <a:moveTo>
                    <a:pt x="252" y="1"/>
                  </a:moveTo>
                  <a:cubicBezTo>
                    <a:pt x="1" y="1"/>
                    <a:pt x="1" y="410"/>
                    <a:pt x="252" y="410"/>
                  </a:cubicBezTo>
                  <a:cubicBezTo>
                    <a:pt x="504" y="410"/>
                    <a:pt x="504"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8"/>
            <p:cNvSpPr/>
            <p:nvPr/>
          </p:nvSpPr>
          <p:spPr>
            <a:xfrm>
              <a:off x="3993250" y="1823900"/>
              <a:ext cx="13400" cy="10250"/>
            </a:xfrm>
            <a:custGeom>
              <a:avLst/>
              <a:gdLst/>
              <a:ahLst/>
              <a:cxnLst/>
              <a:rect l="l" t="t" r="r" b="b"/>
              <a:pathLst>
                <a:path w="536" h="410" extrusionOk="0">
                  <a:moveTo>
                    <a:pt x="284" y="0"/>
                  </a:moveTo>
                  <a:cubicBezTo>
                    <a:pt x="1" y="0"/>
                    <a:pt x="1" y="409"/>
                    <a:pt x="284" y="409"/>
                  </a:cubicBezTo>
                  <a:cubicBezTo>
                    <a:pt x="535" y="409"/>
                    <a:pt x="535" y="0"/>
                    <a:pt x="28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8"/>
            <p:cNvSpPr/>
            <p:nvPr/>
          </p:nvSpPr>
          <p:spPr>
            <a:xfrm>
              <a:off x="3652650" y="1457350"/>
              <a:ext cx="12625" cy="10250"/>
            </a:xfrm>
            <a:custGeom>
              <a:avLst/>
              <a:gdLst/>
              <a:ahLst/>
              <a:cxnLst/>
              <a:rect l="l" t="t" r="r" b="b"/>
              <a:pathLst>
                <a:path w="505" h="410" extrusionOk="0">
                  <a:moveTo>
                    <a:pt x="252" y="0"/>
                  </a:moveTo>
                  <a:cubicBezTo>
                    <a:pt x="1" y="0"/>
                    <a:pt x="1" y="409"/>
                    <a:pt x="252" y="409"/>
                  </a:cubicBezTo>
                  <a:cubicBezTo>
                    <a:pt x="504" y="409"/>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38"/>
            <p:cNvSpPr/>
            <p:nvPr/>
          </p:nvSpPr>
          <p:spPr>
            <a:xfrm>
              <a:off x="3470950" y="1673650"/>
              <a:ext cx="9475" cy="16350"/>
            </a:xfrm>
            <a:custGeom>
              <a:avLst/>
              <a:gdLst/>
              <a:ahLst/>
              <a:cxnLst/>
              <a:rect l="l" t="t" r="r" b="b"/>
              <a:pathLst>
                <a:path w="379" h="654" extrusionOk="0">
                  <a:moveTo>
                    <a:pt x="189" y="1"/>
                  </a:moveTo>
                  <a:cubicBezTo>
                    <a:pt x="95" y="1"/>
                    <a:pt x="1" y="64"/>
                    <a:pt x="1" y="190"/>
                  </a:cubicBezTo>
                  <a:lnTo>
                    <a:pt x="1" y="441"/>
                  </a:lnTo>
                  <a:cubicBezTo>
                    <a:pt x="1" y="583"/>
                    <a:pt x="95" y="654"/>
                    <a:pt x="189" y="654"/>
                  </a:cubicBezTo>
                  <a:cubicBezTo>
                    <a:pt x="284" y="654"/>
                    <a:pt x="378" y="583"/>
                    <a:pt x="378" y="441"/>
                  </a:cubicBezTo>
                  <a:lnTo>
                    <a:pt x="378" y="190"/>
                  </a:lnTo>
                  <a:cubicBezTo>
                    <a:pt x="378" y="64"/>
                    <a:pt x="284" y="1"/>
                    <a:pt x="1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38"/>
            <p:cNvSpPr/>
            <p:nvPr/>
          </p:nvSpPr>
          <p:spPr>
            <a:xfrm>
              <a:off x="3508700" y="1325975"/>
              <a:ext cx="18900" cy="10250"/>
            </a:xfrm>
            <a:custGeom>
              <a:avLst/>
              <a:gdLst/>
              <a:ahLst/>
              <a:cxnLst/>
              <a:rect l="l" t="t" r="r" b="b"/>
              <a:pathLst>
                <a:path w="756" h="410" extrusionOk="0">
                  <a:moveTo>
                    <a:pt x="253" y="1"/>
                  </a:moveTo>
                  <a:cubicBezTo>
                    <a:pt x="1" y="1"/>
                    <a:pt x="1" y="410"/>
                    <a:pt x="253" y="410"/>
                  </a:cubicBezTo>
                  <a:lnTo>
                    <a:pt x="504" y="410"/>
                  </a:lnTo>
                  <a:cubicBezTo>
                    <a:pt x="756" y="410"/>
                    <a:pt x="756" y="1"/>
                    <a:pt x="50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38"/>
            <p:cNvSpPr/>
            <p:nvPr/>
          </p:nvSpPr>
          <p:spPr>
            <a:xfrm>
              <a:off x="3888625" y="1339350"/>
              <a:ext cx="12625" cy="10250"/>
            </a:xfrm>
            <a:custGeom>
              <a:avLst/>
              <a:gdLst/>
              <a:ahLst/>
              <a:cxnLst/>
              <a:rect l="l" t="t" r="r" b="b"/>
              <a:pathLst>
                <a:path w="505" h="410" extrusionOk="0">
                  <a:moveTo>
                    <a:pt x="253" y="1"/>
                  </a:moveTo>
                  <a:cubicBezTo>
                    <a:pt x="1" y="1"/>
                    <a:pt x="1" y="410"/>
                    <a:pt x="253" y="410"/>
                  </a:cubicBezTo>
                  <a:cubicBezTo>
                    <a:pt x="504" y="410"/>
                    <a:pt x="504" y="1"/>
                    <a:pt x="25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38"/>
            <p:cNvSpPr/>
            <p:nvPr/>
          </p:nvSpPr>
          <p:spPr>
            <a:xfrm>
              <a:off x="4045950" y="1489600"/>
              <a:ext cx="12625" cy="10250"/>
            </a:xfrm>
            <a:custGeom>
              <a:avLst/>
              <a:gdLst/>
              <a:ahLst/>
              <a:cxnLst/>
              <a:rect l="l" t="t" r="r" b="b"/>
              <a:pathLst>
                <a:path w="505" h="410" extrusionOk="0">
                  <a:moveTo>
                    <a:pt x="252" y="0"/>
                  </a:moveTo>
                  <a:cubicBezTo>
                    <a:pt x="1" y="0"/>
                    <a:pt x="1" y="409"/>
                    <a:pt x="252" y="409"/>
                  </a:cubicBezTo>
                  <a:cubicBezTo>
                    <a:pt x="504" y="409"/>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38"/>
            <p:cNvSpPr/>
            <p:nvPr/>
          </p:nvSpPr>
          <p:spPr>
            <a:xfrm>
              <a:off x="3993250" y="1201700"/>
              <a:ext cx="13400" cy="10250"/>
            </a:xfrm>
            <a:custGeom>
              <a:avLst/>
              <a:gdLst/>
              <a:ahLst/>
              <a:cxnLst/>
              <a:rect l="l" t="t" r="r" b="b"/>
              <a:pathLst>
                <a:path w="536" h="410" extrusionOk="0">
                  <a:moveTo>
                    <a:pt x="284" y="0"/>
                  </a:moveTo>
                  <a:cubicBezTo>
                    <a:pt x="1" y="0"/>
                    <a:pt x="1" y="409"/>
                    <a:pt x="284" y="409"/>
                  </a:cubicBezTo>
                  <a:cubicBezTo>
                    <a:pt x="535" y="409"/>
                    <a:pt x="535" y="0"/>
                    <a:pt x="28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38"/>
            <p:cNvSpPr/>
            <p:nvPr/>
          </p:nvSpPr>
          <p:spPr>
            <a:xfrm>
              <a:off x="3279025" y="1968625"/>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38"/>
            <p:cNvSpPr/>
            <p:nvPr/>
          </p:nvSpPr>
          <p:spPr>
            <a:xfrm>
              <a:off x="3247550" y="1470125"/>
              <a:ext cx="10250" cy="16350"/>
            </a:xfrm>
            <a:custGeom>
              <a:avLst/>
              <a:gdLst/>
              <a:ahLst/>
              <a:cxnLst/>
              <a:rect l="l" t="t" r="r" b="b"/>
              <a:pathLst>
                <a:path w="410" h="654" extrusionOk="0">
                  <a:moveTo>
                    <a:pt x="205" y="0"/>
                  </a:moveTo>
                  <a:cubicBezTo>
                    <a:pt x="103" y="0"/>
                    <a:pt x="1" y="71"/>
                    <a:pt x="1" y="213"/>
                  </a:cubicBezTo>
                  <a:lnTo>
                    <a:pt x="1" y="465"/>
                  </a:lnTo>
                  <a:cubicBezTo>
                    <a:pt x="1" y="590"/>
                    <a:pt x="103" y="653"/>
                    <a:pt x="205" y="653"/>
                  </a:cubicBezTo>
                  <a:cubicBezTo>
                    <a:pt x="308" y="653"/>
                    <a:pt x="410" y="590"/>
                    <a:pt x="410" y="465"/>
                  </a:cubicBezTo>
                  <a:lnTo>
                    <a:pt x="410" y="213"/>
                  </a:lnTo>
                  <a:cubicBezTo>
                    <a:pt x="410" y="71"/>
                    <a:pt x="308" y="0"/>
                    <a:pt x="20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38"/>
            <p:cNvSpPr/>
            <p:nvPr/>
          </p:nvSpPr>
          <p:spPr>
            <a:xfrm>
              <a:off x="3770650" y="2086625"/>
              <a:ext cx="12600" cy="10250"/>
            </a:xfrm>
            <a:custGeom>
              <a:avLst/>
              <a:gdLst/>
              <a:ahLst/>
              <a:cxnLst/>
              <a:rect l="l" t="t" r="r" b="b"/>
              <a:pathLst>
                <a:path w="504" h="410" extrusionOk="0">
                  <a:moveTo>
                    <a:pt x="252" y="0"/>
                  </a:moveTo>
                  <a:cubicBezTo>
                    <a:pt x="0" y="0"/>
                    <a:pt x="0" y="409"/>
                    <a:pt x="252" y="409"/>
                  </a:cubicBezTo>
                  <a:cubicBezTo>
                    <a:pt x="504" y="409"/>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38"/>
            <p:cNvSpPr/>
            <p:nvPr/>
          </p:nvSpPr>
          <p:spPr>
            <a:xfrm>
              <a:off x="3652650" y="1109675"/>
              <a:ext cx="12625" cy="10250"/>
            </a:xfrm>
            <a:custGeom>
              <a:avLst/>
              <a:gdLst/>
              <a:ahLst/>
              <a:cxnLst/>
              <a:rect l="l" t="t" r="r" b="b"/>
              <a:pathLst>
                <a:path w="505" h="410" extrusionOk="0">
                  <a:moveTo>
                    <a:pt x="252" y="0"/>
                  </a:moveTo>
                  <a:cubicBezTo>
                    <a:pt x="1" y="0"/>
                    <a:pt x="1" y="409"/>
                    <a:pt x="252" y="409"/>
                  </a:cubicBezTo>
                  <a:cubicBezTo>
                    <a:pt x="504" y="409"/>
                    <a:pt x="504" y="0"/>
                    <a:pt x="25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38"/>
            <p:cNvSpPr/>
            <p:nvPr/>
          </p:nvSpPr>
          <p:spPr>
            <a:xfrm>
              <a:off x="3409125" y="1155300"/>
              <a:ext cx="20800" cy="16525"/>
            </a:xfrm>
            <a:custGeom>
              <a:avLst/>
              <a:gdLst/>
              <a:ahLst/>
              <a:cxnLst/>
              <a:rect l="l" t="t" r="r" b="b"/>
              <a:pathLst>
                <a:path w="832" h="661" extrusionOk="0">
                  <a:moveTo>
                    <a:pt x="289" y="1"/>
                  </a:moveTo>
                  <a:cubicBezTo>
                    <a:pt x="134" y="1"/>
                    <a:pt x="0" y="201"/>
                    <a:pt x="145" y="346"/>
                  </a:cubicBezTo>
                  <a:lnTo>
                    <a:pt x="428" y="598"/>
                  </a:lnTo>
                  <a:cubicBezTo>
                    <a:pt x="465" y="642"/>
                    <a:pt x="509" y="660"/>
                    <a:pt x="553" y="660"/>
                  </a:cubicBezTo>
                  <a:cubicBezTo>
                    <a:pt x="695" y="660"/>
                    <a:pt x="832" y="466"/>
                    <a:pt x="712" y="346"/>
                  </a:cubicBezTo>
                  <a:lnTo>
                    <a:pt x="428" y="63"/>
                  </a:lnTo>
                  <a:cubicBezTo>
                    <a:pt x="385" y="19"/>
                    <a:pt x="336" y="1"/>
                    <a:pt x="2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38"/>
            <p:cNvSpPr/>
            <p:nvPr/>
          </p:nvSpPr>
          <p:spPr>
            <a:xfrm>
              <a:off x="3352975" y="2741850"/>
              <a:ext cx="9450" cy="16550"/>
            </a:xfrm>
            <a:custGeom>
              <a:avLst/>
              <a:gdLst/>
              <a:ahLst/>
              <a:cxnLst/>
              <a:rect l="l" t="t" r="r" b="b"/>
              <a:pathLst>
                <a:path w="378" h="662" extrusionOk="0">
                  <a:moveTo>
                    <a:pt x="189" y="1"/>
                  </a:moveTo>
                  <a:cubicBezTo>
                    <a:pt x="94" y="1"/>
                    <a:pt x="0" y="64"/>
                    <a:pt x="0" y="190"/>
                  </a:cubicBezTo>
                  <a:lnTo>
                    <a:pt x="0" y="473"/>
                  </a:lnTo>
                  <a:cubicBezTo>
                    <a:pt x="0" y="599"/>
                    <a:pt x="94" y="662"/>
                    <a:pt x="189" y="662"/>
                  </a:cubicBezTo>
                  <a:cubicBezTo>
                    <a:pt x="283" y="662"/>
                    <a:pt x="378" y="599"/>
                    <a:pt x="378" y="473"/>
                  </a:cubicBezTo>
                  <a:lnTo>
                    <a:pt x="378" y="190"/>
                  </a:lnTo>
                  <a:cubicBezTo>
                    <a:pt x="378" y="64"/>
                    <a:pt x="283" y="1"/>
                    <a:pt x="1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38"/>
            <p:cNvSpPr/>
            <p:nvPr/>
          </p:nvSpPr>
          <p:spPr>
            <a:xfrm>
              <a:off x="3599950" y="2899175"/>
              <a:ext cx="19700" cy="10250"/>
            </a:xfrm>
            <a:custGeom>
              <a:avLst/>
              <a:gdLst/>
              <a:ahLst/>
              <a:cxnLst/>
              <a:rect l="l" t="t" r="r" b="b"/>
              <a:pathLst>
                <a:path w="788" h="410" extrusionOk="0">
                  <a:moveTo>
                    <a:pt x="284" y="1"/>
                  </a:moveTo>
                  <a:cubicBezTo>
                    <a:pt x="1" y="1"/>
                    <a:pt x="1" y="410"/>
                    <a:pt x="284" y="410"/>
                  </a:cubicBezTo>
                  <a:lnTo>
                    <a:pt x="536" y="410"/>
                  </a:lnTo>
                  <a:cubicBezTo>
                    <a:pt x="787" y="410"/>
                    <a:pt x="787" y="1"/>
                    <a:pt x="536"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38"/>
            <p:cNvSpPr/>
            <p:nvPr/>
          </p:nvSpPr>
          <p:spPr>
            <a:xfrm>
              <a:off x="3815800" y="2846500"/>
              <a:ext cx="20075" cy="16200"/>
            </a:xfrm>
            <a:custGeom>
              <a:avLst/>
              <a:gdLst/>
              <a:ahLst/>
              <a:cxnLst/>
              <a:rect l="l" t="t" r="r" b="b"/>
              <a:pathLst>
                <a:path w="803" h="648" extrusionOk="0">
                  <a:moveTo>
                    <a:pt x="288" y="0"/>
                  </a:moveTo>
                  <a:cubicBezTo>
                    <a:pt x="133" y="0"/>
                    <a:pt x="0" y="201"/>
                    <a:pt x="145" y="346"/>
                  </a:cubicBezTo>
                  <a:lnTo>
                    <a:pt x="397" y="597"/>
                  </a:lnTo>
                  <a:cubicBezTo>
                    <a:pt x="439" y="632"/>
                    <a:pt x="484" y="647"/>
                    <a:pt x="527" y="647"/>
                  </a:cubicBezTo>
                  <a:cubicBezTo>
                    <a:pt x="677" y="647"/>
                    <a:pt x="802" y="468"/>
                    <a:pt x="680" y="346"/>
                  </a:cubicBezTo>
                  <a:lnTo>
                    <a:pt x="428" y="62"/>
                  </a:lnTo>
                  <a:cubicBezTo>
                    <a:pt x="384" y="19"/>
                    <a:pt x="335" y="0"/>
                    <a:pt x="28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38"/>
            <p:cNvSpPr/>
            <p:nvPr/>
          </p:nvSpPr>
          <p:spPr>
            <a:xfrm>
              <a:off x="3947150" y="3082475"/>
              <a:ext cx="20625" cy="16525"/>
            </a:xfrm>
            <a:custGeom>
              <a:avLst/>
              <a:gdLst/>
              <a:ahLst/>
              <a:cxnLst/>
              <a:rect l="l" t="t" r="r" b="b"/>
              <a:pathLst>
                <a:path w="825" h="661" extrusionOk="0">
                  <a:moveTo>
                    <a:pt x="289" y="0"/>
                  </a:moveTo>
                  <a:cubicBezTo>
                    <a:pt x="134" y="0"/>
                    <a:pt x="1" y="201"/>
                    <a:pt x="146" y="346"/>
                  </a:cubicBezTo>
                  <a:lnTo>
                    <a:pt x="397" y="598"/>
                  </a:lnTo>
                  <a:cubicBezTo>
                    <a:pt x="442" y="642"/>
                    <a:pt x="491" y="660"/>
                    <a:pt x="539" y="660"/>
                  </a:cubicBezTo>
                  <a:cubicBezTo>
                    <a:pt x="693" y="660"/>
                    <a:pt x="825" y="466"/>
                    <a:pt x="680" y="346"/>
                  </a:cubicBezTo>
                  <a:lnTo>
                    <a:pt x="429" y="63"/>
                  </a:lnTo>
                  <a:cubicBezTo>
                    <a:pt x="385" y="19"/>
                    <a:pt x="336" y="0"/>
                    <a:pt x="28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38"/>
            <p:cNvSpPr/>
            <p:nvPr/>
          </p:nvSpPr>
          <p:spPr>
            <a:xfrm>
              <a:off x="4112125" y="2774875"/>
              <a:ext cx="19375" cy="22525"/>
            </a:xfrm>
            <a:custGeom>
              <a:avLst/>
              <a:gdLst/>
              <a:ahLst/>
              <a:cxnLst/>
              <a:rect l="l" t="t" r="r" b="b"/>
              <a:pathLst>
                <a:path w="775" h="901" extrusionOk="0">
                  <a:moveTo>
                    <a:pt x="307" y="1"/>
                  </a:moveTo>
                  <a:cubicBezTo>
                    <a:pt x="170" y="1"/>
                    <a:pt x="1" y="126"/>
                    <a:pt x="91" y="284"/>
                  </a:cubicBezTo>
                  <a:lnTo>
                    <a:pt x="343" y="788"/>
                  </a:lnTo>
                  <a:cubicBezTo>
                    <a:pt x="383" y="868"/>
                    <a:pt x="445" y="900"/>
                    <a:pt x="507" y="900"/>
                  </a:cubicBezTo>
                  <a:cubicBezTo>
                    <a:pt x="641" y="900"/>
                    <a:pt x="775" y="750"/>
                    <a:pt x="689" y="599"/>
                  </a:cubicBezTo>
                  <a:cubicBezTo>
                    <a:pt x="594" y="410"/>
                    <a:pt x="532" y="253"/>
                    <a:pt x="437" y="64"/>
                  </a:cubicBezTo>
                  <a:cubicBezTo>
                    <a:pt x="411" y="20"/>
                    <a:pt x="361" y="1"/>
                    <a:pt x="307"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38"/>
            <p:cNvSpPr/>
            <p:nvPr/>
          </p:nvSpPr>
          <p:spPr>
            <a:xfrm>
              <a:off x="4183600" y="3095825"/>
              <a:ext cx="12625" cy="10250"/>
            </a:xfrm>
            <a:custGeom>
              <a:avLst/>
              <a:gdLst/>
              <a:ahLst/>
              <a:cxnLst/>
              <a:rect l="l" t="t" r="r" b="b"/>
              <a:pathLst>
                <a:path w="505" h="410" extrusionOk="0">
                  <a:moveTo>
                    <a:pt x="253" y="1"/>
                  </a:moveTo>
                  <a:cubicBezTo>
                    <a:pt x="1" y="1"/>
                    <a:pt x="1" y="410"/>
                    <a:pt x="253" y="410"/>
                  </a:cubicBezTo>
                  <a:cubicBezTo>
                    <a:pt x="504" y="410"/>
                    <a:pt x="504" y="1"/>
                    <a:pt x="25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38"/>
            <p:cNvSpPr/>
            <p:nvPr/>
          </p:nvSpPr>
          <p:spPr>
            <a:xfrm>
              <a:off x="3410375" y="3069875"/>
              <a:ext cx="18900" cy="10250"/>
            </a:xfrm>
            <a:custGeom>
              <a:avLst/>
              <a:gdLst/>
              <a:ahLst/>
              <a:cxnLst/>
              <a:rect l="l" t="t" r="r" b="b"/>
              <a:pathLst>
                <a:path w="756" h="410" extrusionOk="0">
                  <a:moveTo>
                    <a:pt x="253" y="0"/>
                  </a:moveTo>
                  <a:cubicBezTo>
                    <a:pt x="1" y="0"/>
                    <a:pt x="1" y="409"/>
                    <a:pt x="253" y="409"/>
                  </a:cubicBezTo>
                  <a:lnTo>
                    <a:pt x="504" y="409"/>
                  </a:lnTo>
                  <a:cubicBezTo>
                    <a:pt x="756" y="409"/>
                    <a:pt x="756" y="0"/>
                    <a:pt x="50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38"/>
            <p:cNvSpPr/>
            <p:nvPr/>
          </p:nvSpPr>
          <p:spPr>
            <a:xfrm>
              <a:off x="3062700" y="2885800"/>
              <a:ext cx="12625" cy="10250"/>
            </a:xfrm>
            <a:custGeom>
              <a:avLst/>
              <a:gdLst/>
              <a:ahLst/>
              <a:cxnLst/>
              <a:rect l="l" t="t" r="r" b="b"/>
              <a:pathLst>
                <a:path w="505" h="410" extrusionOk="0">
                  <a:moveTo>
                    <a:pt x="253" y="1"/>
                  </a:moveTo>
                  <a:cubicBezTo>
                    <a:pt x="1" y="1"/>
                    <a:pt x="1" y="410"/>
                    <a:pt x="253" y="410"/>
                  </a:cubicBezTo>
                  <a:cubicBezTo>
                    <a:pt x="504" y="410"/>
                    <a:pt x="504" y="1"/>
                    <a:pt x="25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38"/>
            <p:cNvSpPr/>
            <p:nvPr/>
          </p:nvSpPr>
          <p:spPr>
            <a:xfrm>
              <a:off x="2905400" y="3286175"/>
              <a:ext cx="12600" cy="10250"/>
            </a:xfrm>
            <a:custGeom>
              <a:avLst/>
              <a:gdLst/>
              <a:ahLst/>
              <a:cxnLst/>
              <a:rect l="l" t="t" r="r" b="b"/>
              <a:pathLst>
                <a:path w="504" h="410" extrusionOk="0">
                  <a:moveTo>
                    <a:pt x="252" y="1"/>
                  </a:moveTo>
                  <a:cubicBezTo>
                    <a:pt x="0" y="1"/>
                    <a:pt x="0" y="410"/>
                    <a:pt x="252" y="410"/>
                  </a:cubicBezTo>
                  <a:cubicBezTo>
                    <a:pt x="503" y="410"/>
                    <a:pt x="503" y="1"/>
                    <a:pt x="25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8"/>
            <p:cNvSpPr/>
            <p:nvPr/>
          </p:nvSpPr>
          <p:spPr>
            <a:xfrm>
              <a:off x="3077650" y="2505875"/>
              <a:ext cx="9475" cy="16550"/>
            </a:xfrm>
            <a:custGeom>
              <a:avLst/>
              <a:gdLst/>
              <a:ahLst/>
              <a:cxnLst/>
              <a:rect l="l" t="t" r="r" b="b"/>
              <a:pathLst>
                <a:path w="379" h="662" extrusionOk="0">
                  <a:moveTo>
                    <a:pt x="189" y="1"/>
                  </a:moveTo>
                  <a:cubicBezTo>
                    <a:pt x="95" y="1"/>
                    <a:pt x="1" y="64"/>
                    <a:pt x="1" y="189"/>
                  </a:cubicBezTo>
                  <a:lnTo>
                    <a:pt x="1" y="473"/>
                  </a:lnTo>
                  <a:cubicBezTo>
                    <a:pt x="1" y="598"/>
                    <a:pt x="95" y="661"/>
                    <a:pt x="189" y="661"/>
                  </a:cubicBezTo>
                  <a:cubicBezTo>
                    <a:pt x="284" y="661"/>
                    <a:pt x="378" y="598"/>
                    <a:pt x="378" y="473"/>
                  </a:cubicBezTo>
                  <a:lnTo>
                    <a:pt x="378" y="189"/>
                  </a:lnTo>
                  <a:cubicBezTo>
                    <a:pt x="378" y="64"/>
                    <a:pt x="284" y="1"/>
                    <a:pt x="1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8"/>
            <p:cNvSpPr/>
            <p:nvPr/>
          </p:nvSpPr>
          <p:spPr>
            <a:xfrm>
              <a:off x="2940000" y="2322600"/>
              <a:ext cx="9475" cy="16350"/>
            </a:xfrm>
            <a:custGeom>
              <a:avLst/>
              <a:gdLst/>
              <a:ahLst/>
              <a:cxnLst/>
              <a:rect l="l" t="t" r="r" b="b"/>
              <a:pathLst>
                <a:path w="379" h="654" extrusionOk="0">
                  <a:moveTo>
                    <a:pt x="189" y="1"/>
                  </a:moveTo>
                  <a:cubicBezTo>
                    <a:pt x="95" y="1"/>
                    <a:pt x="0" y="63"/>
                    <a:pt x="0" y="189"/>
                  </a:cubicBezTo>
                  <a:lnTo>
                    <a:pt x="0" y="441"/>
                  </a:lnTo>
                  <a:cubicBezTo>
                    <a:pt x="0" y="583"/>
                    <a:pt x="95" y="653"/>
                    <a:pt x="189" y="653"/>
                  </a:cubicBezTo>
                  <a:cubicBezTo>
                    <a:pt x="284" y="653"/>
                    <a:pt x="378" y="583"/>
                    <a:pt x="378" y="441"/>
                  </a:cubicBezTo>
                  <a:lnTo>
                    <a:pt x="378" y="189"/>
                  </a:lnTo>
                  <a:cubicBezTo>
                    <a:pt x="378" y="63"/>
                    <a:pt x="284" y="1"/>
                    <a:pt x="1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38"/>
            <p:cNvSpPr/>
            <p:nvPr/>
          </p:nvSpPr>
          <p:spPr>
            <a:xfrm>
              <a:off x="3161025" y="2328900"/>
              <a:ext cx="12625" cy="10250"/>
            </a:xfrm>
            <a:custGeom>
              <a:avLst/>
              <a:gdLst/>
              <a:ahLst/>
              <a:cxnLst/>
              <a:rect l="l" t="t" r="r" b="b"/>
              <a:pathLst>
                <a:path w="505" h="410" extrusionOk="0">
                  <a:moveTo>
                    <a:pt x="253" y="0"/>
                  </a:moveTo>
                  <a:cubicBezTo>
                    <a:pt x="1" y="0"/>
                    <a:pt x="1" y="409"/>
                    <a:pt x="253" y="409"/>
                  </a:cubicBezTo>
                  <a:cubicBezTo>
                    <a:pt x="504" y="409"/>
                    <a:pt x="504" y="0"/>
                    <a:pt x="253"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38"/>
            <p:cNvSpPr/>
            <p:nvPr/>
          </p:nvSpPr>
          <p:spPr>
            <a:xfrm>
              <a:off x="4274375" y="2578250"/>
              <a:ext cx="20825" cy="16525"/>
            </a:xfrm>
            <a:custGeom>
              <a:avLst/>
              <a:gdLst/>
              <a:ahLst/>
              <a:cxnLst/>
              <a:rect l="l" t="t" r="r" b="b"/>
              <a:pathLst>
                <a:path w="833" h="661" extrusionOk="0">
                  <a:moveTo>
                    <a:pt x="553" y="1"/>
                  </a:moveTo>
                  <a:cubicBezTo>
                    <a:pt x="510" y="1"/>
                    <a:pt x="466" y="19"/>
                    <a:pt x="429" y="63"/>
                  </a:cubicBezTo>
                  <a:lnTo>
                    <a:pt x="146" y="315"/>
                  </a:lnTo>
                  <a:cubicBezTo>
                    <a:pt x="1" y="460"/>
                    <a:pt x="134" y="660"/>
                    <a:pt x="289" y="660"/>
                  </a:cubicBezTo>
                  <a:cubicBezTo>
                    <a:pt x="336" y="660"/>
                    <a:pt x="385" y="642"/>
                    <a:pt x="429" y="598"/>
                  </a:cubicBezTo>
                  <a:lnTo>
                    <a:pt x="712" y="315"/>
                  </a:lnTo>
                  <a:cubicBezTo>
                    <a:pt x="832" y="195"/>
                    <a:pt x="695" y="1"/>
                    <a:pt x="553"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8"/>
            <p:cNvSpPr/>
            <p:nvPr/>
          </p:nvSpPr>
          <p:spPr>
            <a:xfrm>
              <a:off x="4375550" y="2237050"/>
              <a:ext cx="9450" cy="14000"/>
            </a:xfrm>
            <a:custGeom>
              <a:avLst/>
              <a:gdLst/>
              <a:ahLst/>
              <a:cxnLst/>
              <a:rect l="l" t="t" r="r" b="b"/>
              <a:pathLst>
                <a:path w="378" h="560" extrusionOk="0">
                  <a:moveTo>
                    <a:pt x="189" y="1"/>
                  </a:moveTo>
                  <a:cubicBezTo>
                    <a:pt x="94" y="1"/>
                    <a:pt x="0" y="72"/>
                    <a:pt x="0" y="213"/>
                  </a:cubicBezTo>
                  <a:lnTo>
                    <a:pt x="0" y="371"/>
                  </a:lnTo>
                  <a:cubicBezTo>
                    <a:pt x="0" y="496"/>
                    <a:pt x="94" y="559"/>
                    <a:pt x="189" y="559"/>
                  </a:cubicBezTo>
                  <a:cubicBezTo>
                    <a:pt x="283" y="559"/>
                    <a:pt x="378" y="496"/>
                    <a:pt x="378" y="371"/>
                  </a:cubicBezTo>
                  <a:lnTo>
                    <a:pt x="378" y="213"/>
                  </a:lnTo>
                  <a:cubicBezTo>
                    <a:pt x="378" y="72"/>
                    <a:pt x="283" y="1"/>
                    <a:pt x="189"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8"/>
            <p:cNvSpPr/>
            <p:nvPr/>
          </p:nvSpPr>
          <p:spPr>
            <a:xfrm>
              <a:off x="1629000" y="817825"/>
              <a:ext cx="1626450" cy="120425"/>
            </a:xfrm>
            <a:custGeom>
              <a:avLst/>
              <a:gdLst/>
              <a:ahLst/>
              <a:cxnLst/>
              <a:rect l="l" t="t" r="r" b="b"/>
              <a:pathLst>
                <a:path w="65058" h="4817" extrusionOk="0">
                  <a:moveTo>
                    <a:pt x="64806" y="1"/>
                  </a:moveTo>
                  <a:lnTo>
                    <a:pt x="38911" y="1071"/>
                  </a:lnTo>
                  <a:cubicBezTo>
                    <a:pt x="30479" y="1417"/>
                    <a:pt x="22015" y="1574"/>
                    <a:pt x="13614" y="2329"/>
                  </a:cubicBezTo>
                  <a:cubicBezTo>
                    <a:pt x="9115" y="2675"/>
                    <a:pt x="4647" y="3399"/>
                    <a:pt x="242" y="4406"/>
                  </a:cubicBezTo>
                  <a:cubicBezTo>
                    <a:pt x="0" y="4466"/>
                    <a:pt x="78" y="4817"/>
                    <a:pt x="307" y="4817"/>
                  </a:cubicBezTo>
                  <a:cubicBezTo>
                    <a:pt x="317" y="4817"/>
                    <a:pt x="326" y="4816"/>
                    <a:pt x="336" y="4815"/>
                  </a:cubicBezTo>
                  <a:lnTo>
                    <a:pt x="368" y="4783"/>
                  </a:lnTo>
                  <a:cubicBezTo>
                    <a:pt x="8391" y="2864"/>
                    <a:pt x="16635" y="2392"/>
                    <a:pt x="24847" y="2046"/>
                  </a:cubicBezTo>
                  <a:cubicBezTo>
                    <a:pt x="33342" y="1669"/>
                    <a:pt x="41806" y="1322"/>
                    <a:pt x="50301" y="976"/>
                  </a:cubicBezTo>
                  <a:lnTo>
                    <a:pt x="64806" y="379"/>
                  </a:lnTo>
                  <a:cubicBezTo>
                    <a:pt x="65057" y="379"/>
                    <a:pt x="65057" y="1"/>
                    <a:pt x="6480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8"/>
            <p:cNvSpPr/>
            <p:nvPr/>
          </p:nvSpPr>
          <p:spPr>
            <a:xfrm>
              <a:off x="3266450" y="813900"/>
              <a:ext cx="61375" cy="14225"/>
            </a:xfrm>
            <a:custGeom>
              <a:avLst/>
              <a:gdLst/>
              <a:ahLst/>
              <a:cxnLst/>
              <a:rect l="l" t="t" r="r" b="b"/>
              <a:pathLst>
                <a:path w="2455" h="569" extrusionOk="0">
                  <a:moveTo>
                    <a:pt x="2202" y="1"/>
                  </a:moveTo>
                  <a:lnTo>
                    <a:pt x="252" y="189"/>
                  </a:lnTo>
                  <a:cubicBezTo>
                    <a:pt x="9" y="189"/>
                    <a:pt x="0" y="569"/>
                    <a:pt x="225" y="569"/>
                  </a:cubicBezTo>
                  <a:cubicBezTo>
                    <a:pt x="233" y="569"/>
                    <a:pt x="242" y="568"/>
                    <a:pt x="252" y="567"/>
                  </a:cubicBezTo>
                  <a:lnTo>
                    <a:pt x="2202" y="410"/>
                  </a:lnTo>
                  <a:cubicBezTo>
                    <a:pt x="2454" y="410"/>
                    <a:pt x="2454" y="1"/>
                    <a:pt x="220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8"/>
            <p:cNvSpPr/>
            <p:nvPr/>
          </p:nvSpPr>
          <p:spPr>
            <a:xfrm>
              <a:off x="3338025" y="814700"/>
              <a:ext cx="16525" cy="10250"/>
            </a:xfrm>
            <a:custGeom>
              <a:avLst/>
              <a:gdLst/>
              <a:ahLst/>
              <a:cxnLst/>
              <a:rect l="l" t="t" r="r" b="b"/>
              <a:pathLst>
                <a:path w="661" h="410" extrusionOk="0">
                  <a:moveTo>
                    <a:pt x="252" y="0"/>
                  </a:moveTo>
                  <a:cubicBezTo>
                    <a:pt x="0" y="0"/>
                    <a:pt x="0" y="409"/>
                    <a:pt x="252" y="409"/>
                  </a:cubicBezTo>
                  <a:lnTo>
                    <a:pt x="378" y="409"/>
                  </a:lnTo>
                  <a:cubicBezTo>
                    <a:pt x="661" y="409"/>
                    <a:pt x="661" y="0"/>
                    <a:pt x="37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8"/>
            <p:cNvSpPr/>
            <p:nvPr/>
          </p:nvSpPr>
          <p:spPr>
            <a:xfrm>
              <a:off x="3376550" y="814700"/>
              <a:ext cx="1356925" cy="37775"/>
            </a:xfrm>
            <a:custGeom>
              <a:avLst/>
              <a:gdLst/>
              <a:ahLst/>
              <a:cxnLst/>
              <a:rect l="l" t="t" r="r" b="b"/>
              <a:pathLst>
                <a:path w="54277" h="1511" extrusionOk="0">
                  <a:moveTo>
                    <a:pt x="12240" y="0"/>
                  </a:moveTo>
                  <a:cubicBezTo>
                    <a:pt x="8244" y="0"/>
                    <a:pt x="4249" y="32"/>
                    <a:pt x="284" y="94"/>
                  </a:cubicBezTo>
                  <a:cubicBezTo>
                    <a:pt x="1" y="94"/>
                    <a:pt x="1" y="504"/>
                    <a:pt x="284" y="504"/>
                  </a:cubicBezTo>
                  <a:cubicBezTo>
                    <a:pt x="4625" y="425"/>
                    <a:pt x="8966" y="386"/>
                    <a:pt x="13305" y="386"/>
                  </a:cubicBezTo>
                  <a:cubicBezTo>
                    <a:pt x="22901" y="386"/>
                    <a:pt x="32492" y="576"/>
                    <a:pt x="42068" y="944"/>
                  </a:cubicBezTo>
                  <a:cubicBezTo>
                    <a:pt x="46064" y="1101"/>
                    <a:pt x="50028" y="1290"/>
                    <a:pt x="54024" y="1510"/>
                  </a:cubicBezTo>
                  <a:cubicBezTo>
                    <a:pt x="54276" y="1510"/>
                    <a:pt x="54276" y="1133"/>
                    <a:pt x="54024" y="1133"/>
                  </a:cubicBezTo>
                  <a:cubicBezTo>
                    <a:pt x="40117" y="346"/>
                    <a:pt x="26179" y="0"/>
                    <a:pt x="1224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8"/>
            <p:cNvSpPr/>
            <p:nvPr/>
          </p:nvSpPr>
          <p:spPr>
            <a:xfrm>
              <a:off x="4743675" y="844575"/>
              <a:ext cx="16525" cy="9475"/>
            </a:xfrm>
            <a:custGeom>
              <a:avLst/>
              <a:gdLst/>
              <a:ahLst/>
              <a:cxnLst/>
              <a:rect l="l" t="t" r="r" b="b"/>
              <a:pathLst>
                <a:path w="661" h="379" extrusionOk="0">
                  <a:moveTo>
                    <a:pt x="283" y="1"/>
                  </a:moveTo>
                  <a:cubicBezTo>
                    <a:pt x="0" y="1"/>
                    <a:pt x="0" y="378"/>
                    <a:pt x="283" y="378"/>
                  </a:cubicBezTo>
                  <a:lnTo>
                    <a:pt x="409" y="378"/>
                  </a:lnTo>
                  <a:cubicBezTo>
                    <a:pt x="661" y="378"/>
                    <a:pt x="661" y="1"/>
                    <a:pt x="40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8"/>
            <p:cNvSpPr/>
            <p:nvPr/>
          </p:nvSpPr>
          <p:spPr>
            <a:xfrm>
              <a:off x="4771875" y="839925"/>
              <a:ext cx="13100" cy="10975"/>
            </a:xfrm>
            <a:custGeom>
              <a:avLst/>
              <a:gdLst/>
              <a:ahLst/>
              <a:cxnLst/>
              <a:rect l="l" t="t" r="r" b="b"/>
              <a:pathLst>
                <a:path w="524" h="439" extrusionOk="0">
                  <a:moveTo>
                    <a:pt x="233" y="0"/>
                  </a:moveTo>
                  <a:cubicBezTo>
                    <a:pt x="145" y="0"/>
                    <a:pt x="63" y="55"/>
                    <a:pt x="36" y="187"/>
                  </a:cubicBezTo>
                  <a:cubicBezTo>
                    <a:pt x="0" y="349"/>
                    <a:pt x="109" y="439"/>
                    <a:pt x="220" y="439"/>
                  </a:cubicBezTo>
                  <a:cubicBezTo>
                    <a:pt x="248" y="439"/>
                    <a:pt x="276" y="433"/>
                    <a:pt x="302" y="421"/>
                  </a:cubicBezTo>
                  <a:lnTo>
                    <a:pt x="302" y="421"/>
                  </a:lnTo>
                  <a:cubicBezTo>
                    <a:pt x="319" y="425"/>
                    <a:pt x="336" y="427"/>
                    <a:pt x="352" y="427"/>
                  </a:cubicBezTo>
                  <a:cubicBezTo>
                    <a:pt x="443" y="427"/>
                    <a:pt x="523" y="371"/>
                    <a:pt x="508" y="250"/>
                  </a:cubicBezTo>
                  <a:cubicBezTo>
                    <a:pt x="490" y="104"/>
                    <a:pt x="355" y="0"/>
                    <a:pt x="23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8"/>
            <p:cNvSpPr/>
            <p:nvPr/>
          </p:nvSpPr>
          <p:spPr>
            <a:xfrm>
              <a:off x="4802650" y="843000"/>
              <a:ext cx="678850" cy="52775"/>
            </a:xfrm>
            <a:custGeom>
              <a:avLst/>
              <a:gdLst/>
              <a:ahLst/>
              <a:cxnLst/>
              <a:rect l="l" t="t" r="r" b="b"/>
              <a:pathLst>
                <a:path w="27154" h="2111" extrusionOk="0">
                  <a:moveTo>
                    <a:pt x="284" y="1"/>
                  </a:moveTo>
                  <a:cubicBezTo>
                    <a:pt x="1" y="1"/>
                    <a:pt x="1" y="410"/>
                    <a:pt x="284" y="410"/>
                  </a:cubicBezTo>
                  <a:cubicBezTo>
                    <a:pt x="9157" y="567"/>
                    <a:pt x="18030" y="1133"/>
                    <a:pt x="26902" y="2109"/>
                  </a:cubicBezTo>
                  <a:cubicBezTo>
                    <a:pt x="26912" y="2110"/>
                    <a:pt x="26921" y="2111"/>
                    <a:pt x="26929" y="2111"/>
                  </a:cubicBezTo>
                  <a:cubicBezTo>
                    <a:pt x="27154" y="2111"/>
                    <a:pt x="27145" y="1731"/>
                    <a:pt x="26902" y="1731"/>
                  </a:cubicBezTo>
                  <a:cubicBezTo>
                    <a:pt x="18061" y="756"/>
                    <a:pt x="9188" y="190"/>
                    <a:pt x="28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8"/>
            <p:cNvSpPr/>
            <p:nvPr/>
          </p:nvSpPr>
          <p:spPr>
            <a:xfrm>
              <a:off x="5497275" y="887175"/>
              <a:ext cx="36150" cy="13100"/>
            </a:xfrm>
            <a:custGeom>
              <a:avLst/>
              <a:gdLst/>
              <a:ahLst/>
              <a:cxnLst/>
              <a:rect l="l" t="t" r="r" b="b"/>
              <a:pathLst>
                <a:path w="1446" h="524" extrusionOk="0">
                  <a:moveTo>
                    <a:pt x="280" y="0"/>
                  </a:moveTo>
                  <a:cubicBezTo>
                    <a:pt x="108" y="0"/>
                    <a:pt x="0" y="262"/>
                    <a:pt x="187" y="342"/>
                  </a:cubicBezTo>
                  <a:cubicBezTo>
                    <a:pt x="421" y="459"/>
                    <a:pt x="671" y="523"/>
                    <a:pt x="926" y="523"/>
                  </a:cubicBezTo>
                  <a:cubicBezTo>
                    <a:pt x="1015" y="523"/>
                    <a:pt x="1105" y="515"/>
                    <a:pt x="1194" y="499"/>
                  </a:cubicBezTo>
                  <a:cubicBezTo>
                    <a:pt x="1436" y="469"/>
                    <a:pt x="1445" y="120"/>
                    <a:pt x="1223" y="120"/>
                  </a:cubicBezTo>
                  <a:cubicBezTo>
                    <a:pt x="1214" y="120"/>
                    <a:pt x="1204" y="120"/>
                    <a:pt x="1194" y="122"/>
                  </a:cubicBezTo>
                  <a:cubicBezTo>
                    <a:pt x="1123" y="129"/>
                    <a:pt x="1053" y="133"/>
                    <a:pt x="982" y="133"/>
                  </a:cubicBezTo>
                  <a:cubicBezTo>
                    <a:pt x="771" y="133"/>
                    <a:pt x="565" y="98"/>
                    <a:pt x="376" y="27"/>
                  </a:cubicBezTo>
                  <a:cubicBezTo>
                    <a:pt x="343" y="8"/>
                    <a:pt x="310" y="0"/>
                    <a:pt x="28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8"/>
            <p:cNvSpPr/>
            <p:nvPr/>
          </p:nvSpPr>
          <p:spPr>
            <a:xfrm>
              <a:off x="5546775" y="893350"/>
              <a:ext cx="13400" cy="10250"/>
            </a:xfrm>
            <a:custGeom>
              <a:avLst/>
              <a:gdLst/>
              <a:ahLst/>
              <a:cxnLst/>
              <a:rect l="l" t="t" r="r" b="b"/>
              <a:pathLst>
                <a:path w="536" h="410" extrusionOk="0">
                  <a:moveTo>
                    <a:pt x="284" y="0"/>
                  </a:moveTo>
                  <a:cubicBezTo>
                    <a:pt x="1" y="0"/>
                    <a:pt x="1" y="410"/>
                    <a:pt x="284" y="410"/>
                  </a:cubicBezTo>
                  <a:cubicBezTo>
                    <a:pt x="536" y="410"/>
                    <a:pt x="536" y="0"/>
                    <a:pt x="28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8"/>
            <p:cNvSpPr/>
            <p:nvPr/>
          </p:nvSpPr>
          <p:spPr>
            <a:xfrm>
              <a:off x="5576150" y="898800"/>
              <a:ext cx="158400" cy="35525"/>
            </a:xfrm>
            <a:custGeom>
              <a:avLst/>
              <a:gdLst/>
              <a:ahLst/>
              <a:cxnLst/>
              <a:rect l="l" t="t" r="r" b="b"/>
              <a:pathLst>
                <a:path w="6336" h="1421" extrusionOk="0">
                  <a:moveTo>
                    <a:pt x="304" y="1"/>
                  </a:moveTo>
                  <a:cubicBezTo>
                    <a:pt x="77" y="1"/>
                    <a:pt x="1" y="320"/>
                    <a:pt x="242" y="380"/>
                  </a:cubicBezTo>
                  <a:lnTo>
                    <a:pt x="5999" y="1419"/>
                  </a:lnTo>
                  <a:cubicBezTo>
                    <a:pt x="6010" y="1420"/>
                    <a:pt x="6019" y="1420"/>
                    <a:pt x="6029" y="1420"/>
                  </a:cubicBezTo>
                  <a:cubicBezTo>
                    <a:pt x="6258" y="1420"/>
                    <a:pt x="6336" y="1071"/>
                    <a:pt x="6094" y="1041"/>
                  </a:cubicBezTo>
                  <a:lnTo>
                    <a:pt x="336" y="3"/>
                  </a:lnTo>
                  <a:cubicBezTo>
                    <a:pt x="325" y="1"/>
                    <a:pt x="314" y="1"/>
                    <a:pt x="30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8"/>
            <p:cNvSpPr/>
            <p:nvPr/>
          </p:nvSpPr>
          <p:spPr>
            <a:xfrm>
              <a:off x="3758775" y="755800"/>
              <a:ext cx="53675" cy="54575"/>
            </a:xfrm>
            <a:custGeom>
              <a:avLst/>
              <a:gdLst/>
              <a:ahLst/>
              <a:cxnLst/>
              <a:rect l="l" t="t" r="r" b="b"/>
              <a:pathLst>
                <a:path w="2147" h="2183" extrusionOk="0">
                  <a:moveTo>
                    <a:pt x="266" y="1"/>
                  </a:moveTo>
                  <a:cubicBezTo>
                    <a:pt x="113" y="1"/>
                    <a:pt x="0" y="267"/>
                    <a:pt x="161" y="374"/>
                  </a:cubicBezTo>
                  <a:cubicBezTo>
                    <a:pt x="790" y="814"/>
                    <a:pt x="1325" y="1412"/>
                    <a:pt x="1734" y="2104"/>
                  </a:cubicBezTo>
                  <a:cubicBezTo>
                    <a:pt x="1771" y="2160"/>
                    <a:pt x="1824" y="2183"/>
                    <a:pt x="1878" y="2183"/>
                  </a:cubicBezTo>
                  <a:cubicBezTo>
                    <a:pt x="2009" y="2183"/>
                    <a:pt x="2147" y="2049"/>
                    <a:pt x="2080" y="1916"/>
                  </a:cubicBezTo>
                  <a:cubicBezTo>
                    <a:pt x="1639" y="1160"/>
                    <a:pt x="1073" y="531"/>
                    <a:pt x="349" y="28"/>
                  </a:cubicBezTo>
                  <a:cubicBezTo>
                    <a:pt x="321" y="9"/>
                    <a:pt x="293" y="1"/>
                    <a:pt x="26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8"/>
            <p:cNvSpPr/>
            <p:nvPr/>
          </p:nvSpPr>
          <p:spPr>
            <a:xfrm>
              <a:off x="3777775" y="751550"/>
              <a:ext cx="42900" cy="39150"/>
            </a:xfrm>
            <a:custGeom>
              <a:avLst/>
              <a:gdLst/>
              <a:ahLst/>
              <a:cxnLst/>
              <a:rect l="l" t="t" r="r" b="b"/>
              <a:pathLst>
                <a:path w="1716" h="1566" extrusionOk="0">
                  <a:moveTo>
                    <a:pt x="263" y="0"/>
                  </a:moveTo>
                  <a:cubicBezTo>
                    <a:pt x="101" y="0"/>
                    <a:pt x="1" y="257"/>
                    <a:pt x="156" y="387"/>
                  </a:cubicBezTo>
                  <a:cubicBezTo>
                    <a:pt x="596" y="670"/>
                    <a:pt x="974" y="1047"/>
                    <a:pt x="1289" y="1488"/>
                  </a:cubicBezTo>
                  <a:cubicBezTo>
                    <a:pt x="1325" y="1542"/>
                    <a:pt x="1379" y="1565"/>
                    <a:pt x="1435" y="1565"/>
                  </a:cubicBezTo>
                  <a:cubicBezTo>
                    <a:pt x="1572" y="1565"/>
                    <a:pt x="1715" y="1424"/>
                    <a:pt x="1603" y="1268"/>
                  </a:cubicBezTo>
                  <a:cubicBezTo>
                    <a:pt x="1257" y="796"/>
                    <a:pt x="848" y="387"/>
                    <a:pt x="376" y="40"/>
                  </a:cubicBezTo>
                  <a:cubicBezTo>
                    <a:pt x="337" y="12"/>
                    <a:pt x="299" y="0"/>
                    <a:pt x="26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38"/>
            <p:cNvSpPr/>
            <p:nvPr/>
          </p:nvSpPr>
          <p:spPr>
            <a:xfrm>
              <a:off x="3813425" y="754350"/>
              <a:ext cx="13875" cy="61425"/>
            </a:xfrm>
            <a:custGeom>
              <a:avLst/>
              <a:gdLst/>
              <a:ahLst/>
              <a:cxnLst/>
              <a:rect l="l" t="t" r="r" b="b"/>
              <a:pathLst>
                <a:path w="555" h="2457" extrusionOk="0">
                  <a:moveTo>
                    <a:pt x="243" y="1"/>
                  </a:moveTo>
                  <a:cubicBezTo>
                    <a:pt x="125" y="1"/>
                    <a:pt x="1" y="94"/>
                    <a:pt x="20" y="243"/>
                  </a:cubicBezTo>
                  <a:cubicBezTo>
                    <a:pt x="146" y="904"/>
                    <a:pt x="146" y="1565"/>
                    <a:pt x="20" y="2194"/>
                  </a:cubicBezTo>
                  <a:cubicBezTo>
                    <a:pt x="0" y="2349"/>
                    <a:pt x="137" y="2457"/>
                    <a:pt x="259" y="2457"/>
                  </a:cubicBezTo>
                  <a:cubicBezTo>
                    <a:pt x="335" y="2457"/>
                    <a:pt x="405" y="2416"/>
                    <a:pt x="429" y="2320"/>
                  </a:cubicBezTo>
                  <a:cubicBezTo>
                    <a:pt x="555" y="1596"/>
                    <a:pt x="555" y="872"/>
                    <a:pt x="429" y="149"/>
                  </a:cubicBezTo>
                  <a:cubicBezTo>
                    <a:pt x="403" y="46"/>
                    <a:pt x="325" y="1"/>
                    <a:pt x="24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8"/>
            <p:cNvSpPr/>
            <p:nvPr/>
          </p:nvSpPr>
          <p:spPr>
            <a:xfrm>
              <a:off x="3833575" y="769075"/>
              <a:ext cx="11825" cy="48775"/>
            </a:xfrm>
            <a:custGeom>
              <a:avLst/>
              <a:gdLst/>
              <a:ahLst/>
              <a:cxnLst/>
              <a:rect l="l" t="t" r="r" b="b"/>
              <a:pathLst>
                <a:path w="473" h="1951" extrusionOk="0">
                  <a:moveTo>
                    <a:pt x="284" y="0"/>
                  </a:moveTo>
                  <a:cubicBezTo>
                    <a:pt x="189" y="0"/>
                    <a:pt x="95" y="63"/>
                    <a:pt x="95" y="189"/>
                  </a:cubicBezTo>
                  <a:cubicBezTo>
                    <a:pt x="63" y="724"/>
                    <a:pt x="32" y="1227"/>
                    <a:pt x="0" y="1762"/>
                  </a:cubicBezTo>
                  <a:cubicBezTo>
                    <a:pt x="0" y="1888"/>
                    <a:pt x="95" y="1951"/>
                    <a:pt x="189" y="1951"/>
                  </a:cubicBezTo>
                  <a:cubicBezTo>
                    <a:pt x="284" y="1951"/>
                    <a:pt x="378" y="1888"/>
                    <a:pt x="378" y="1762"/>
                  </a:cubicBezTo>
                  <a:cubicBezTo>
                    <a:pt x="409" y="1227"/>
                    <a:pt x="441" y="724"/>
                    <a:pt x="472" y="189"/>
                  </a:cubicBezTo>
                  <a:cubicBezTo>
                    <a:pt x="472" y="63"/>
                    <a:pt x="378" y="0"/>
                    <a:pt x="28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8"/>
            <p:cNvSpPr/>
            <p:nvPr/>
          </p:nvSpPr>
          <p:spPr>
            <a:xfrm>
              <a:off x="3853250" y="785775"/>
              <a:ext cx="10250" cy="22450"/>
            </a:xfrm>
            <a:custGeom>
              <a:avLst/>
              <a:gdLst/>
              <a:ahLst/>
              <a:cxnLst/>
              <a:rect l="l" t="t" r="r" b="b"/>
              <a:pathLst>
                <a:path w="410" h="898" extrusionOk="0">
                  <a:moveTo>
                    <a:pt x="205" y="1"/>
                  </a:moveTo>
                  <a:cubicBezTo>
                    <a:pt x="102" y="1"/>
                    <a:pt x="0" y="72"/>
                    <a:pt x="0" y="213"/>
                  </a:cubicBezTo>
                  <a:lnTo>
                    <a:pt x="0" y="685"/>
                  </a:lnTo>
                  <a:cubicBezTo>
                    <a:pt x="0" y="827"/>
                    <a:pt x="102" y="898"/>
                    <a:pt x="205" y="898"/>
                  </a:cubicBezTo>
                  <a:cubicBezTo>
                    <a:pt x="307" y="898"/>
                    <a:pt x="409" y="827"/>
                    <a:pt x="409" y="685"/>
                  </a:cubicBezTo>
                  <a:lnTo>
                    <a:pt x="409" y="213"/>
                  </a:lnTo>
                  <a:cubicBezTo>
                    <a:pt x="409" y="72"/>
                    <a:pt x="307" y="1"/>
                    <a:pt x="20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8"/>
            <p:cNvSpPr/>
            <p:nvPr/>
          </p:nvSpPr>
          <p:spPr>
            <a:xfrm>
              <a:off x="3854025" y="754125"/>
              <a:ext cx="13400" cy="9450"/>
            </a:xfrm>
            <a:custGeom>
              <a:avLst/>
              <a:gdLst/>
              <a:ahLst/>
              <a:cxnLst/>
              <a:rect l="l" t="t" r="r" b="b"/>
              <a:pathLst>
                <a:path w="536" h="378" extrusionOk="0">
                  <a:moveTo>
                    <a:pt x="252" y="0"/>
                  </a:moveTo>
                  <a:cubicBezTo>
                    <a:pt x="0" y="0"/>
                    <a:pt x="0" y="378"/>
                    <a:pt x="252" y="378"/>
                  </a:cubicBezTo>
                  <a:cubicBezTo>
                    <a:pt x="535" y="378"/>
                    <a:pt x="535" y="0"/>
                    <a:pt x="25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8"/>
            <p:cNvSpPr/>
            <p:nvPr/>
          </p:nvSpPr>
          <p:spPr>
            <a:xfrm>
              <a:off x="3844575" y="736825"/>
              <a:ext cx="12625" cy="10250"/>
            </a:xfrm>
            <a:custGeom>
              <a:avLst/>
              <a:gdLst/>
              <a:ahLst/>
              <a:cxnLst/>
              <a:rect l="l" t="t" r="r" b="b"/>
              <a:pathLst>
                <a:path w="505" h="410" extrusionOk="0">
                  <a:moveTo>
                    <a:pt x="253" y="0"/>
                  </a:moveTo>
                  <a:cubicBezTo>
                    <a:pt x="1" y="0"/>
                    <a:pt x="1" y="409"/>
                    <a:pt x="253" y="409"/>
                  </a:cubicBezTo>
                  <a:cubicBezTo>
                    <a:pt x="504" y="409"/>
                    <a:pt x="504" y="0"/>
                    <a:pt x="25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8"/>
            <p:cNvSpPr/>
            <p:nvPr/>
          </p:nvSpPr>
          <p:spPr>
            <a:xfrm>
              <a:off x="3856375" y="780875"/>
              <a:ext cx="68950" cy="33825"/>
            </a:xfrm>
            <a:custGeom>
              <a:avLst/>
              <a:gdLst/>
              <a:ahLst/>
              <a:cxnLst/>
              <a:rect l="l" t="t" r="r" b="b"/>
              <a:pathLst>
                <a:path w="2758" h="1353" extrusionOk="0">
                  <a:moveTo>
                    <a:pt x="253" y="0"/>
                  </a:moveTo>
                  <a:cubicBezTo>
                    <a:pt x="1" y="0"/>
                    <a:pt x="1" y="409"/>
                    <a:pt x="253" y="409"/>
                  </a:cubicBezTo>
                  <a:lnTo>
                    <a:pt x="284" y="409"/>
                  </a:lnTo>
                  <a:cubicBezTo>
                    <a:pt x="1039" y="441"/>
                    <a:pt x="1763" y="755"/>
                    <a:pt x="2329" y="1290"/>
                  </a:cubicBezTo>
                  <a:cubicBezTo>
                    <a:pt x="2373" y="1334"/>
                    <a:pt x="2422" y="1352"/>
                    <a:pt x="2469" y="1352"/>
                  </a:cubicBezTo>
                  <a:cubicBezTo>
                    <a:pt x="2624" y="1352"/>
                    <a:pt x="2757" y="1152"/>
                    <a:pt x="2612" y="1007"/>
                  </a:cubicBezTo>
                  <a:cubicBezTo>
                    <a:pt x="1983" y="409"/>
                    <a:pt x="1134" y="32"/>
                    <a:pt x="25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8"/>
            <p:cNvSpPr/>
            <p:nvPr/>
          </p:nvSpPr>
          <p:spPr>
            <a:xfrm>
              <a:off x="3873700" y="762000"/>
              <a:ext cx="58975" cy="25075"/>
            </a:xfrm>
            <a:custGeom>
              <a:avLst/>
              <a:gdLst/>
              <a:ahLst/>
              <a:cxnLst/>
              <a:rect l="l" t="t" r="r" b="b"/>
              <a:pathLst>
                <a:path w="2359" h="1003" extrusionOk="0">
                  <a:moveTo>
                    <a:pt x="252" y="0"/>
                  </a:moveTo>
                  <a:cubicBezTo>
                    <a:pt x="0" y="0"/>
                    <a:pt x="0" y="409"/>
                    <a:pt x="252" y="409"/>
                  </a:cubicBezTo>
                  <a:cubicBezTo>
                    <a:pt x="881" y="440"/>
                    <a:pt x="1447" y="629"/>
                    <a:pt x="1982" y="975"/>
                  </a:cubicBezTo>
                  <a:cubicBezTo>
                    <a:pt x="2015" y="994"/>
                    <a:pt x="2048" y="1002"/>
                    <a:pt x="2078" y="1002"/>
                  </a:cubicBezTo>
                  <a:cubicBezTo>
                    <a:pt x="2250" y="1002"/>
                    <a:pt x="2358" y="736"/>
                    <a:pt x="2171" y="629"/>
                  </a:cubicBezTo>
                  <a:cubicBezTo>
                    <a:pt x="1605" y="252"/>
                    <a:pt x="944" y="63"/>
                    <a:pt x="25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8"/>
            <p:cNvSpPr/>
            <p:nvPr/>
          </p:nvSpPr>
          <p:spPr>
            <a:xfrm>
              <a:off x="3890925" y="736150"/>
              <a:ext cx="26600" cy="15675"/>
            </a:xfrm>
            <a:custGeom>
              <a:avLst/>
              <a:gdLst/>
              <a:ahLst/>
              <a:cxnLst/>
              <a:rect l="l" t="t" r="r" b="b"/>
              <a:pathLst>
                <a:path w="1064" h="627" extrusionOk="0">
                  <a:moveTo>
                    <a:pt x="285" y="0"/>
                  </a:moveTo>
                  <a:cubicBezTo>
                    <a:pt x="113" y="0"/>
                    <a:pt x="0" y="266"/>
                    <a:pt x="161" y="373"/>
                  </a:cubicBezTo>
                  <a:lnTo>
                    <a:pt x="161" y="405"/>
                  </a:lnTo>
                  <a:cubicBezTo>
                    <a:pt x="318" y="499"/>
                    <a:pt x="507" y="594"/>
                    <a:pt x="695" y="625"/>
                  </a:cubicBezTo>
                  <a:cubicBezTo>
                    <a:pt x="706" y="626"/>
                    <a:pt x="715" y="627"/>
                    <a:pt x="725" y="627"/>
                  </a:cubicBezTo>
                  <a:cubicBezTo>
                    <a:pt x="957" y="627"/>
                    <a:pt x="1063" y="276"/>
                    <a:pt x="821" y="216"/>
                  </a:cubicBezTo>
                  <a:cubicBezTo>
                    <a:pt x="633" y="184"/>
                    <a:pt x="507" y="122"/>
                    <a:pt x="381" y="27"/>
                  </a:cubicBezTo>
                  <a:cubicBezTo>
                    <a:pt x="348" y="8"/>
                    <a:pt x="316" y="0"/>
                    <a:pt x="28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8"/>
            <p:cNvSpPr/>
            <p:nvPr/>
          </p:nvSpPr>
          <p:spPr>
            <a:xfrm>
              <a:off x="3922275" y="731825"/>
              <a:ext cx="16725" cy="83950"/>
            </a:xfrm>
            <a:custGeom>
              <a:avLst/>
              <a:gdLst/>
              <a:ahLst/>
              <a:cxnLst/>
              <a:rect l="l" t="t" r="r" b="b"/>
              <a:pathLst>
                <a:path w="669" h="3358" extrusionOk="0">
                  <a:moveTo>
                    <a:pt x="249" y="0"/>
                  </a:moveTo>
                  <a:cubicBezTo>
                    <a:pt x="130" y="0"/>
                    <a:pt x="0" y="108"/>
                    <a:pt x="39" y="263"/>
                  </a:cubicBezTo>
                  <a:cubicBezTo>
                    <a:pt x="228" y="1176"/>
                    <a:pt x="260" y="2151"/>
                    <a:pt x="134" y="3095"/>
                  </a:cubicBezTo>
                  <a:cubicBezTo>
                    <a:pt x="114" y="3250"/>
                    <a:pt x="251" y="3358"/>
                    <a:pt x="366" y="3358"/>
                  </a:cubicBezTo>
                  <a:cubicBezTo>
                    <a:pt x="437" y="3358"/>
                    <a:pt x="499" y="3317"/>
                    <a:pt x="511" y="3221"/>
                  </a:cubicBezTo>
                  <a:cubicBezTo>
                    <a:pt x="669" y="2182"/>
                    <a:pt x="637" y="1144"/>
                    <a:pt x="417" y="137"/>
                  </a:cubicBezTo>
                  <a:cubicBezTo>
                    <a:pt x="393" y="41"/>
                    <a:pt x="323" y="0"/>
                    <a:pt x="24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8"/>
            <p:cNvSpPr/>
            <p:nvPr/>
          </p:nvSpPr>
          <p:spPr>
            <a:xfrm>
              <a:off x="3946050" y="732100"/>
              <a:ext cx="14200" cy="81050"/>
            </a:xfrm>
            <a:custGeom>
              <a:avLst/>
              <a:gdLst/>
              <a:ahLst/>
              <a:cxnLst/>
              <a:rect l="l" t="t" r="r" b="b"/>
              <a:pathLst>
                <a:path w="568" h="3242" extrusionOk="0">
                  <a:moveTo>
                    <a:pt x="186" y="0"/>
                  </a:moveTo>
                  <a:cubicBezTo>
                    <a:pt x="87" y="0"/>
                    <a:pt x="1" y="63"/>
                    <a:pt x="32" y="189"/>
                  </a:cubicBezTo>
                  <a:cubicBezTo>
                    <a:pt x="127" y="1133"/>
                    <a:pt x="158" y="2108"/>
                    <a:pt x="95" y="3052"/>
                  </a:cubicBezTo>
                  <a:cubicBezTo>
                    <a:pt x="79" y="3178"/>
                    <a:pt x="174" y="3241"/>
                    <a:pt x="272" y="3241"/>
                  </a:cubicBezTo>
                  <a:cubicBezTo>
                    <a:pt x="370" y="3241"/>
                    <a:pt x="473" y="3178"/>
                    <a:pt x="473" y="3052"/>
                  </a:cubicBezTo>
                  <a:cubicBezTo>
                    <a:pt x="567" y="2108"/>
                    <a:pt x="536" y="1133"/>
                    <a:pt x="410" y="189"/>
                  </a:cubicBezTo>
                  <a:cubicBezTo>
                    <a:pt x="394" y="63"/>
                    <a:pt x="284" y="0"/>
                    <a:pt x="18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8"/>
            <p:cNvSpPr/>
            <p:nvPr/>
          </p:nvSpPr>
          <p:spPr>
            <a:xfrm>
              <a:off x="3967300" y="756475"/>
              <a:ext cx="13400" cy="58100"/>
            </a:xfrm>
            <a:custGeom>
              <a:avLst/>
              <a:gdLst/>
              <a:ahLst/>
              <a:cxnLst/>
              <a:rect l="l" t="t" r="r" b="b"/>
              <a:pathLst>
                <a:path w="536" h="2324" extrusionOk="0">
                  <a:moveTo>
                    <a:pt x="346" y="1"/>
                  </a:moveTo>
                  <a:cubicBezTo>
                    <a:pt x="252" y="1"/>
                    <a:pt x="158" y="64"/>
                    <a:pt x="158" y="190"/>
                  </a:cubicBezTo>
                  <a:cubicBezTo>
                    <a:pt x="158" y="670"/>
                    <a:pt x="158" y="1133"/>
                    <a:pt x="158" y="1604"/>
                  </a:cubicBezTo>
                  <a:lnTo>
                    <a:pt x="158" y="1604"/>
                  </a:lnTo>
                  <a:cubicBezTo>
                    <a:pt x="114" y="1627"/>
                    <a:pt x="79" y="1668"/>
                    <a:pt x="63" y="1731"/>
                  </a:cubicBezTo>
                  <a:cubicBezTo>
                    <a:pt x="0" y="1889"/>
                    <a:pt x="63" y="2077"/>
                    <a:pt x="158" y="2235"/>
                  </a:cubicBezTo>
                  <a:cubicBezTo>
                    <a:pt x="194" y="2296"/>
                    <a:pt x="260" y="2324"/>
                    <a:pt x="326" y="2324"/>
                  </a:cubicBezTo>
                  <a:cubicBezTo>
                    <a:pt x="430" y="2324"/>
                    <a:pt x="535" y="2256"/>
                    <a:pt x="535" y="2140"/>
                  </a:cubicBezTo>
                  <a:cubicBezTo>
                    <a:pt x="535" y="1480"/>
                    <a:pt x="535" y="850"/>
                    <a:pt x="535" y="190"/>
                  </a:cubicBezTo>
                  <a:cubicBezTo>
                    <a:pt x="535" y="64"/>
                    <a:pt x="441" y="1"/>
                    <a:pt x="34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38"/>
            <p:cNvSpPr/>
            <p:nvPr/>
          </p:nvSpPr>
          <p:spPr>
            <a:xfrm>
              <a:off x="3969650" y="729725"/>
              <a:ext cx="14975" cy="10275"/>
            </a:xfrm>
            <a:custGeom>
              <a:avLst/>
              <a:gdLst/>
              <a:ahLst/>
              <a:cxnLst/>
              <a:rect l="l" t="t" r="r" b="b"/>
              <a:pathLst>
                <a:path w="599" h="411" extrusionOk="0">
                  <a:moveTo>
                    <a:pt x="252" y="1"/>
                  </a:moveTo>
                  <a:cubicBezTo>
                    <a:pt x="1" y="1"/>
                    <a:pt x="1" y="410"/>
                    <a:pt x="252" y="410"/>
                  </a:cubicBezTo>
                  <a:lnTo>
                    <a:pt x="347" y="410"/>
                  </a:lnTo>
                  <a:cubicBezTo>
                    <a:pt x="598" y="410"/>
                    <a:pt x="598" y="1"/>
                    <a:pt x="34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38"/>
            <p:cNvSpPr/>
            <p:nvPr/>
          </p:nvSpPr>
          <p:spPr>
            <a:xfrm>
              <a:off x="3974075" y="783825"/>
              <a:ext cx="51325" cy="41025"/>
            </a:xfrm>
            <a:custGeom>
              <a:avLst/>
              <a:gdLst/>
              <a:ahLst/>
              <a:cxnLst/>
              <a:rect l="l" t="t" r="r" b="b"/>
              <a:pathLst>
                <a:path w="2053" h="1641" extrusionOk="0">
                  <a:moveTo>
                    <a:pt x="272" y="1"/>
                  </a:moveTo>
                  <a:cubicBezTo>
                    <a:pt x="63" y="1"/>
                    <a:pt x="0" y="330"/>
                    <a:pt x="233" y="417"/>
                  </a:cubicBezTo>
                  <a:cubicBezTo>
                    <a:pt x="831" y="574"/>
                    <a:pt x="1334" y="983"/>
                    <a:pt x="1617" y="1550"/>
                  </a:cubicBezTo>
                  <a:cubicBezTo>
                    <a:pt x="1654" y="1614"/>
                    <a:pt x="1710" y="1641"/>
                    <a:pt x="1767" y="1641"/>
                  </a:cubicBezTo>
                  <a:cubicBezTo>
                    <a:pt x="1905" y="1641"/>
                    <a:pt x="2052" y="1485"/>
                    <a:pt x="1963" y="1329"/>
                  </a:cubicBezTo>
                  <a:cubicBezTo>
                    <a:pt x="1617" y="700"/>
                    <a:pt x="1019" y="228"/>
                    <a:pt x="327" y="8"/>
                  </a:cubicBezTo>
                  <a:cubicBezTo>
                    <a:pt x="308" y="3"/>
                    <a:pt x="290" y="1"/>
                    <a:pt x="27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8"/>
            <p:cNvSpPr/>
            <p:nvPr/>
          </p:nvSpPr>
          <p:spPr>
            <a:xfrm>
              <a:off x="3982150" y="762875"/>
              <a:ext cx="66850" cy="55750"/>
            </a:xfrm>
            <a:custGeom>
              <a:avLst/>
              <a:gdLst/>
              <a:ahLst/>
              <a:cxnLst/>
              <a:rect l="l" t="t" r="r" b="b"/>
              <a:pathLst>
                <a:path w="2674" h="2230" extrusionOk="0">
                  <a:moveTo>
                    <a:pt x="286" y="1"/>
                  </a:moveTo>
                  <a:cubicBezTo>
                    <a:pt x="113" y="1"/>
                    <a:pt x="1" y="267"/>
                    <a:pt x="161" y="374"/>
                  </a:cubicBezTo>
                  <a:cubicBezTo>
                    <a:pt x="948" y="877"/>
                    <a:pt x="1672" y="1475"/>
                    <a:pt x="2269" y="2167"/>
                  </a:cubicBezTo>
                  <a:cubicBezTo>
                    <a:pt x="2306" y="2211"/>
                    <a:pt x="2349" y="2230"/>
                    <a:pt x="2392" y="2230"/>
                  </a:cubicBezTo>
                  <a:cubicBezTo>
                    <a:pt x="2535" y="2230"/>
                    <a:pt x="2673" y="2029"/>
                    <a:pt x="2553" y="1884"/>
                  </a:cubicBezTo>
                  <a:cubicBezTo>
                    <a:pt x="1923" y="1161"/>
                    <a:pt x="1168" y="531"/>
                    <a:pt x="382" y="28"/>
                  </a:cubicBezTo>
                  <a:cubicBezTo>
                    <a:pt x="349" y="9"/>
                    <a:pt x="316" y="1"/>
                    <a:pt x="28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8"/>
            <p:cNvSpPr/>
            <p:nvPr/>
          </p:nvSpPr>
          <p:spPr>
            <a:xfrm>
              <a:off x="3996250" y="746575"/>
              <a:ext cx="60625" cy="46875"/>
            </a:xfrm>
            <a:custGeom>
              <a:avLst/>
              <a:gdLst/>
              <a:ahLst/>
              <a:cxnLst/>
              <a:rect l="l" t="t" r="r" b="b"/>
              <a:pathLst>
                <a:path w="2425" h="1875" extrusionOk="0">
                  <a:moveTo>
                    <a:pt x="296" y="0"/>
                  </a:moveTo>
                  <a:cubicBezTo>
                    <a:pt x="119" y="0"/>
                    <a:pt x="1" y="230"/>
                    <a:pt x="164" y="365"/>
                  </a:cubicBezTo>
                  <a:lnTo>
                    <a:pt x="195" y="365"/>
                  </a:lnTo>
                  <a:cubicBezTo>
                    <a:pt x="856" y="743"/>
                    <a:pt x="1485" y="1246"/>
                    <a:pt x="2020" y="1813"/>
                  </a:cubicBezTo>
                  <a:cubicBezTo>
                    <a:pt x="2057" y="1857"/>
                    <a:pt x="2100" y="1875"/>
                    <a:pt x="2143" y="1875"/>
                  </a:cubicBezTo>
                  <a:cubicBezTo>
                    <a:pt x="2285" y="1875"/>
                    <a:pt x="2424" y="1674"/>
                    <a:pt x="2303" y="1529"/>
                  </a:cubicBezTo>
                  <a:cubicBezTo>
                    <a:pt x="1737" y="932"/>
                    <a:pt x="1076" y="428"/>
                    <a:pt x="384" y="19"/>
                  </a:cubicBezTo>
                  <a:cubicBezTo>
                    <a:pt x="354" y="6"/>
                    <a:pt x="324" y="0"/>
                    <a:pt x="29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38"/>
            <p:cNvSpPr/>
            <p:nvPr/>
          </p:nvSpPr>
          <p:spPr>
            <a:xfrm>
              <a:off x="4060900" y="798950"/>
              <a:ext cx="14975" cy="9475"/>
            </a:xfrm>
            <a:custGeom>
              <a:avLst/>
              <a:gdLst/>
              <a:ahLst/>
              <a:cxnLst/>
              <a:rect l="l" t="t" r="r" b="b"/>
              <a:pathLst>
                <a:path w="599" h="379" extrusionOk="0">
                  <a:moveTo>
                    <a:pt x="252" y="1"/>
                  </a:moveTo>
                  <a:cubicBezTo>
                    <a:pt x="0" y="1"/>
                    <a:pt x="0" y="378"/>
                    <a:pt x="252" y="378"/>
                  </a:cubicBezTo>
                  <a:lnTo>
                    <a:pt x="347" y="378"/>
                  </a:lnTo>
                  <a:cubicBezTo>
                    <a:pt x="598" y="378"/>
                    <a:pt x="598" y="1"/>
                    <a:pt x="34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38"/>
            <p:cNvSpPr/>
            <p:nvPr/>
          </p:nvSpPr>
          <p:spPr>
            <a:xfrm>
              <a:off x="4068900" y="763975"/>
              <a:ext cx="41225" cy="61300"/>
            </a:xfrm>
            <a:custGeom>
              <a:avLst/>
              <a:gdLst/>
              <a:ahLst/>
              <a:cxnLst/>
              <a:rect l="l" t="t" r="r" b="b"/>
              <a:pathLst>
                <a:path w="1649" h="2452" extrusionOk="0">
                  <a:moveTo>
                    <a:pt x="1371" y="0"/>
                  </a:moveTo>
                  <a:cubicBezTo>
                    <a:pt x="1315" y="0"/>
                    <a:pt x="1259" y="23"/>
                    <a:pt x="1222" y="78"/>
                  </a:cubicBezTo>
                  <a:cubicBezTo>
                    <a:pt x="719" y="708"/>
                    <a:pt x="341" y="1431"/>
                    <a:pt x="58" y="2218"/>
                  </a:cubicBezTo>
                  <a:cubicBezTo>
                    <a:pt x="1" y="2352"/>
                    <a:pt x="118" y="2451"/>
                    <a:pt x="248" y="2451"/>
                  </a:cubicBezTo>
                  <a:cubicBezTo>
                    <a:pt x="330" y="2451"/>
                    <a:pt x="418" y="2411"/>
                    <a:pt x="467" y="2312"/>
                  </a:cubicBezTo>
                  <a:lnTo>
                    <a:pt x="436" y="2312"/>
                  </a:lnTo>
                  <a:cubicBezTo>
                    <a:pt x="687" y="1589"/>
                    <a:pt x="1065" y="896"/>
                    <a:pt x="1537" y="267"/>
                  </a:cubicBezTo>
                  <a:cubicBezTo>
                    <a:pt x="1648" y="134"/>
                    <a:pt x="1508" y="0"/>
                    <a:pt x="137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38"/>
            <p:cNvSpPr/>
            <p:nvPr/>
          </p:nvSpPr>
          <p:spPr>
            <a:xfrm>
              <a:off x="4092575" y="773700"/>
              <a:ext cx="35000" cy="52125"/>
            </a:xfrm>
            <a:custGeom>
              <a:avLst/>
              <a:gdLst/>
              <a:ahLst/>
              <a:cxnLst/>
              <a:rect l="l" t="t" r="r" b="b"/>
              <a:pathLst>
                <a:path w="1400" h="2085" extrusionOk="0">
                  <a:moveTo>
                    <a:pt x="1130" y="0"/>
                  </a:moveTo>
                  <a:cubicBezTo>
                    <a:pt x="1069" y="0"/>
                    <a:pt x="1007" y="29"/>
                    <a:pt x="967" y="98"/>
                  </a:cubicBezTo>
                  <a:lnTo>
                    <a:pt x="86" y="1797"/>
                  </a:lnTo>
                  <a:cubicBezTo>
                    <a:pt x="0" y="1948"/>
                    <a:pt x="135" y="2084"/>
                    <a:pt x="270" y="2084"/>
                  </a:cubicBezTo>
                  <a:cubicBezTo>
                    <a:pt x="331" y="2084"/>
                    <a:pt x="393" y="2056"/>
                    <a:pt x="433" y="1986"/>
                  </a:cubicBezTo>
                  <a:lnTo>
                    <a:pt x="433" y="1955"/>
                  </a:lnTo>
                  <a:lnTo>
                    <a:pt x="1314" y="287"/>
                  </a:lnTo>
                  <a:cubicBezTo>
                    <a:pt x="1400" y="136"/>
                    <a:pt x="1264" y="0"/>
                    <a:pt x="113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38"/>
            <p:cNvSpPr/>
            <p:nvPr/>
          </p:nvSpPr>
          <p:spPr>
            <a:xfrm>
              <a:off x="4126975" y="759625"/>
              <a:ext cx="12600" cy="9475"/>
            </a:xfrm>
            <a:custGeom>
              <a:avLst/>
              <a:gdLst/>
              <a:ahLst/>
              <a:cxnLst/>
              <a:rect l="l" t="t" r="r" b="b"/>
              <a:pathLst>
                <a:path w="504" h="379" extrusionOk="0">
                  <a:moveTo>
                    <a:pt x="252" y="1"/>
                  </a:moveTo>
                  <a:cubicBezTo>
                    <a:pt x="0" y="1"/>
                    <a:pt x="0" y="378"/>
                    <a:pt x="252" y="378"/>
                  </a:cubicBezTo>
                  <a:cubicBezTo>
                    <a:pt x="504" y="378"/>
                    <a:pt x="504" y="1"/>
                    <a:pt x="25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38"/>
            <p:cNvSpPr/>
            <p:nvPr/>
          </p:nvSpPr>
          <p:spPr>
            <a:xfrm>
              <a:off x="4103850" y="793275"/>
              <a:ext cx="51200" cy="32125"/>
            </a:xfrm>
            <a:custGeom>
              <a:avLst/>
              <a:gdLst/>
              <a:ahLst/>
              <a:cxnLst/>
              <a:rect l="l" t="t" r="r" b="b"/>
              <a:pathLst>
                <a:path w="2048" h="1285" extrusionOk="0">
                  <a:moveTo>
                    <a:pt x="273" y="1"/>
                  </a:moveTo>
                  <a:cubicBezTo>
                    <a:pt x="64" y="1"/>
                    <a:pt x="1" y="329"/>
                    <a:pt x="233" y="417"/>
                  </a:cubicBezTo>
                  <a:cubicBezTo>
                    <a:pt x="768" y="574"/>
                    <a:pt x="1240" y="857"/>
                    <a:pt x="1618" y="1235"/>
                  </a:cubicBezTo>
                  <a:cubicBezTo>
                    <a:pt x="1659" y="1269"/>
                    <a:pt x="1705" y="1284"/>
                    <a:pt x="1750" y="1284"/>
                  </a:cubicBezTo>
                  <a:cubicBezTo>
                    <a:pt x="1908" y="1284"/>
                    <a:pt x="2048" y="1099"/>
                    <a:pt x="1901" y="951"/>
                  </a:cubicBezTo>
                  <a:cubicBezTo>
                    <a:pt x="1460" y="542"/>
                    <a:pt x="925" y="228"/>
                    <a:pt x="328" y="8"/>
                  </a:cubicBezTo>
                  <a:cubicBezTo>
                    <a:pt x="308" y="3"/>
                    <a:pt x="290" y="1"/>
                    <a:pt x="27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8"/>
            <p:cNvSpPr/>
            <p:nvPr/>
          </p:nvSpPr>
          <p:spPr>
            <a:xfrm>
              <a:off x="4134125" y="778850"/>
              <a:ext cx="58250" cy="41800"/>
            </a:xfrm>
            <a:custGeom>
              <a:avLst/>
              <a:gdLst/>
              <a:ahLst/>
              <a:cxnLst/>
              <a:rect l="l" t="t" r="r" b="b"/>
              <a:pathLst>
                <a:path w="2330" h="1672" extrusionOk="0">
                  <a:moveTo>
                    <a:pt x="278" y="0"/>
                  </a:moveTo>
                  <a:cubicBezTo>
                    <a:pt x="127" y="0"/>
                    <a:pt x="1" y="186"/>
                    <a:pt x="123" y="333"/>
                  </a:cubicBezTo>
                  <a:cubicBezTo>
                    <a:pt x="658" y="868"/>
                    <a:pt x="1256" y="1308"/>
                    <a:pt x="1948" y="1654"/>
                  </a:cubicBezTo>
                  <a:cubicBezTo>
                    <a:pt x="1976" y="1666"/>
                    <a:pt x="2004" y="1672"/>
                    <a:pt x="2030" y="1672"/>
                  </a:cubicBezTo>
                  <a:cubicBezTo>
                    <a:pt x="2210" y="1672"/>
                    <a:pt x="2329" y="1418"/>
                    <a:pt x="2137" y="1308"/>
                  </a:cubicBezTo>
                  <a:cubicBezTo>
                    <a:pt x="1508" y="962"/>
                    <a:pt x="910" y="553"/>
                    <a:pt x="407" y="50"/>
                  </a:cubicBezTo>
                  <a:cubicBezTo>
                    <a:pt x="365" y="15"/>
                    <a:pt x="320" y="0"/>
                    <a:pt x="27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8"/>
            <p:cNvSpPr/>
            <p:nvPr/>
          </p:nvSpPr>
          <p:spPr>
            <a:xfrm>
              <a:off x="4043600" y="714800"/>
              <a:ext cx="12600" cy="9450"/>
            </a:xfrm>
            <a:custGeom>
              <a:avLst/>
              <a:gdLst/>
              <a:ahLst/>
              <a:cxnLst/>
              <a:rect l="l" t="t" r="r" b="b"/>
              <a:pathLst>
                <a:path w="504" h="378" extrusionOk="0">
                  <a:moveTo>
                    <a:pt x="252" y="0"/>
                  </a:moveTo>
                  <a:cubicBezTo>
                    <a:pt x="0" y="0"/>
                    <a:pt x="0" y="378"/>
                    <a:pt x="252" y="378"/>
                  </a:cubicBezTo>
                  <a:cubicBezTo>
                    <a:pt x="504" y="378"/>
                    <a:pt x="504" y="0"/>
                    <a:pt x="25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8"/>
            <p:cNvSpPr/>
            <p:nvPr/>
          </p:nvSpPr>
          <p:spPr>
            <a:xfrm>
              <a:off x="4062525" y="697600"/>
              <a:ext cx="19775" cy="12125"/>
            </a:xfrm>
            <a:custGeom>
              <a:avLst/>
              <a:gdLst/>
              <a:ahLst/>
              <a:cxnLst/>
              <a:rect l="l" t="t" r="r" b="b"/>
              <a:pathLst>
                <a:path w="791" h="485" extrusionOk="0">
                  <a:moveTo>
                    <a:pt x="280" y="0"/>
                  </a:moveTo>
                  <a:cubicBezTo>
                    <a:pt x="108" y="0"/>
                    <a:pt x="0" y="262"/>
                    <a:pt x="187" y="342"/>
                  </a:cubicBezTo>
                  <a:lnTo>
                    <a:pt x="376" y="468"/>
                  </a:lnTo>
                  <a:cubicBezTo>
                    <a:pt x="402" y="479"/>
                    <a:pt x="428" y="484"/>
                    <a:pt x="453" y="484"/>
                  </a:cubicBezTo>
                  <a:cubicBezTo>
                    <a:pt x="642" y="484"/>
                    <a:pt x="790" y="205"/>
                    <a:pt x="596" y="122"/>
                  </a:cubicBezTo>
                  <a:cubicBezTo>
                    <a:pt x="502" y="90"/>
                    <a:pt x="439" y="59"/>
                    <a:pt x="376" y="27"/>
                  </a:cubicBezTo>
                  <a:cubicBezTo>
                    <a:pt x="343" y="8"/>
                    <a:pt x="310" y="0"/>
                    <a:pt x="28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8"/>
            <p:cNvSpPr/>
            <p:nvPr/>
          </p:nvSpPr>
          <p:spPr>
            <a:xfrm>
              <a:off x="4085275" y="704575"/>
              <a:ext cx="12625" cy="10250"/>
            </a:xfrm>
            <a:custGeom>
              <a:avLst/>
              <a:gdLst/>
              <a:ahLst/>
              <a:cxnLst/>
              <a:rect l="l" t="t" r="r" b="b"/>
              <a:pathLst>
                <a:path w="505" h="410" extrusionOk="0">
                  <a:moveTo>
                    <a:pt x="253" y="0"/>
                  </a:moveTo>
                  <a:cubicBezTo>
                    <a:pt x="1" y="0"/>
                    <a:pt x="1" y="409"/>
                    <a:pt x="253" y="409"/>
                  </a:cubicBezTo>
                  <a:cubicBezTo>
                    <a:pt x="504" y="409"/>
                    <a:pt x="504" y="0"/>
                    <a:pt x="25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8"/>
            <p:cNvSpPr/>
            <p:nvPr/>
          </p:nvSpPr>
          <p:spPr>
            <a:xfrm>
              <a:off x="4136500" y="601575"/>
              <a:ext cx="20975" cy="15125"/>
            </a:xfrm>
            <a:custGeom>
              <a:avLst/>
              <a:gdLst/>
              <a:ahLst/>
              <a:cxnLst/>
              <a:rect l="l" t="t" r="r" b="b"/>
              <a:pathLst>
                <a:path w="839" h="605" extrusionOk="0">
                  <a:moveTo>
                    <a:pt x="273" y="1"/>
                  </a:moveTo>
                  <a:cubicBezTo>
                    <a:pt x="104" y="1"/>
                    <a:pt x="1" y="244"/>
                    <a:pt x="186" y="376"/>
                  </a:cubicBezTo>
                  <a:lnTo>
                    <a:pt x="469" y="565"/>
                  </a:lnTo>
                  <a:cubicBezTo>
                    <a:pt x="508" y="593"/>
                    <a:pt x="546" y="605"/>
                    <a:pt x="581" y="605"/>
                  </a:cubicBezTo>
                  <a:cubicBezTo>
                    <a:pt x="743" y="605"/>
                    <a:pt x="839" y="348"/>
                    <a:pt x="658" y="219"/>
                  </a:cubicBezTo>
                  <a:lnTo>
                    <a:pt x="375" y="30"/>
                  </a:lnTo>
                  <a:cubicBezTo>
                    <a:pt x="339" y="10"/>
                    <a:pt x="305" y="1"/>
                    <a:pt x="27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38"/>
            <p:cNvSpPr/>
            <p:nvPr/>
          </p:nvSpPr>
          <p:spPr>
            <a:xfrm>
              <a:off x="4161575" y="589725"/>
              <a:ext cx="12625" cy="9450"/>
            </a:xfrm>
            <a:custGeom>
              <a:avLst/>
              <a:gdLst/>
              <a:ahLst/>
              <a:cxnLst/>
              <a:rect l="l" t="t" r="r" b="b"/>
              <a:pathLst>
                <a:path w="505" h="378" extrusionOk="0">
                  <a:moveTo>
                    <a:pt x="253" y="0"/>
                  </a:moveTo>
                  <a:cubicBezTo>
                    <a:pt x="1" y="0"/>
                    <a:pt x="1" y="378"/>
                    <a:pt x="253" y="378"/>
                  </a:cubicBezTo>
                  <a:cubicBezTo>
                    <a:pt x="504" y="378"/>
                    <a:pt x="504" y="0"/>
                    <a:pt x="25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38"/>
            <p:cNvSpPr/>
            <p:nvPr/>
          </p:nvSpPr>
          <p:spPr>
            <a:xfrm>
              <a:off x="3875575" y="577150"/>
              <a:ext cx="19075" cy="14950"/>
            </a:xfrm>
            <a:custGeom>
              <a:avLst/>
              <a:gdLst/>
              <a:ahLst/>
              <a:cxnLst/>
              <a:rect l="l" t="t" r="r" b="b"/>
              <a:pathLst>
                <a:path w="763" h="598" extrusionOk="0">
                  <a:moveTo>
                    <a:pt x="289" y="1"/>
                  </a:moveTo>
                  <a:cubicBezTo>
                    <a:pt x="134" y="1"/>
                    <a:pt x="0" y="201"/>
                    <a:pt x="145" y="346"/>
                  </a:cubicBezTo>
                  <a:cubicBezTo>
                    <a:pt x="208" y="409"/>
                    <a:pt x="271" y="472"/>
                    <a:pt x="334" y="535"/>
                  </a:cubicBezTo>
                  <a:cubicBezTo>
                    <a:pt x="378" y="579"/>
                    <a:pt x="427" y="597"/>
                    <a:pt x="474" y="597"/>
                  </a:cubicBezTo>
                  <a:cubicBezTo>
                    <a:pt x="629" y="597"/>
                    <a:pt x="762" y="397"/>
                    <a:pt x="617" y="252"/>
                  </a:cubicBezTo>
                  <a:lnTo>
                    <a:pt x="429" y="63"/>
                  </a:lnTo>
                  <a:cubicBezTo>
                    <a:pt x="385" y="19"/>
                    <a:pt x="336" y="1"/>
                    <a:pt x="28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8"/>
            <p:cNvSpPr/>
            <p:nvPr/>
          </p:nvSpPr>
          <p:spPr>
            <a:xfrm>
              <a:off x="3757650" y="776050"/>
              <a:ext cx="35375" cy="41400"/>
            </a:xfrm>
            <a:custGeom>
              <a:avLst/>
              <a:gdLst/>
              <a:ahLst/>
              <a:cxnLst/>
              <a:rect l="l" t="t" r="r" b="b"/>
              <a:pathLst>
                <a:path w="1415" h="1656" extrusionOk="0">
                  <a:moveTo>
                    <a:pt x="1144" y="1"/>
                  </a:moveTo>
                  <a:cubicBezTo>
                    <a:pt x="1079" y="1"/>
                    <a:pt x="1010" y="29"/>
                    <a:pt x="961" y="99"/>
                  </a:cubicBezTo>
                  <a:cubicBezTo>
                    <a:pt x="678" y="508"/>
                    <a:pt x="394" y="948"/>
                    <a:pt x="111" y="1389"/>
                  </a:cubicBezTo>
                  <a:cubicBezTo>
                    <a:pt x="0" y="1522"/>
                    <a:pt x="141" y="1656"/>
                    <a:pt x="288" y="1656"/>
                  </a:cubicBezTo>
                  <a:cubicBezTo>
                    <a:pt x="349" y="1656"/>
                    <a:pt x="411" y="1633"/>
                    <a:pt x="457" y="1578"/>
                  </a:cubicBezTo>
                  <a:lnTo>
                    <a:pt x="1307" y="288"/>
                  </a:lnTo>
                  <a:cubicBezTo>
                    <a:pt x="1415" y="137"/>
                    <a:pt x="1286" y="1"/>
                    <a:pt x="114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8"/>
            <p:cNvSpPr/>
            <p:nvPr/>
          </p:nvSpPr>
          <p:spPr>
            <a:xfrm>
              <a:off x="3736675" y="785650"/>
              <a:ext cx="26950" cy="29625"/>
            </a:xfrm>
            <a:custGeom>
              <a:avLst/>
              <a:gdLst/>
              <a:ahLst/>
              <a:cxnLst/>
              <a:rect l="l" t="t" r="r" b="b"/>
              <a:pathLst>
                <a:path w="1078" h="1185" extrusionOk="0">
                  <a:moveTo>
                    <a:pt x="819" y="0"/>
                  </a:moveTo>
                  <a:cubicBezTo>
                    <a:pt x="791" y="0"/>
                    <a:pt x="760" y="9"/>
                    <a:pt x="730" y="29"/>
                  </a:cubicBezTo>
                  <a:cubicBezTo>
                    <a:pt x="415" y="250"/>
                    <a:pt x="164" y="564"/>
                    <a:pt x="38" y="942"/>
                  </a:cubicBezTo>
                  <a:cubicBezTo>
                    <a:pt x="1" y="1091"/>
                    <a:pt x="117" y="1184"/>
                    <a:pt x="238" y="1184"/>
                  </a:cubicBezTo>
                  <a:cubicBezTo>
                    <a:pt x="322" y="1184"/>
                    <a:pt x="408" y="1139"/>
                    <a:pt x="447" y="1036"/>
                  </a:cubicBezTo>
                  <a:cubicBezTo>
                    <a:pt x="510" y="785"/>
                    <a:pt x="699" y="533"/>
                    <a:pt x="919" y="375"/>
                  </a:cubicBezTo>
                  <a:cubicBezTo>
                    <a:pt x="1077" y="243"/>
                    <a:pt x="970" y="0"/>
                    <a:pt x="81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8"/>
            <p:cNvSpPr/>
            <p:nvPr/>
          </p:nvSpPr>
          <p:spPr>
            <a:xfrm>
              <a:off x="3762775" y="769075"/>
              <a:ext cx="13400" cy="10250"/>
            </a:xfrm>
            <a:custGeom>
              <a:avLst/>
              <a:gdLst/>
              <a:ahLst/>
              <a:cxnLst/>
              <a:rect l="l" t="t" r="r" b="b"/>
              <a:pathLst>
                <a:path w="536" h="410" extrusionOk="0">
                  <a:moveTo>
                    <a:pt x="284" y="0"/>
                  </a:moveTo>
                  <a:cubicBezTo>
                    <a:pt x="1" y="0"/>
                    <a:pt x="1" y="409"/>
                    <a:pt x="284" y="409"/>
                  </a:cubicBezTo>
                  <a:cubicBezTo>
                    <a:pt x="536" y="409"/>
                    <a:pt x="536" y="0"/>
                    <a:pt x="28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38"/>
            <p:cNvSpPr/>
            <p:nvPr/>
          </p:nvSpPr>
          <p:spPr>
            <a:xfrm>
              <a:off x="3707125" y="793875"/>
              <a:ext cx="25675" cy="26450"/>
            </a:xfrm>
            <a:custGeom>
              <a:avLst/>
              <a:gdLst/>
              <a:ahLst/>
              <a:cxnLst/>
              <a:rect l="l" t="t" r="r" b="b"/>
              <a:pathLst>
                <a:path w="1027" h="1058" extrusionOk="0">
                  <a:moveTo>
                    <a:pt x="738" y="1"/>
                  </a:moveTo>
                  <a:cubicBezTo>
                    <a:pt x="681" y="1"/>
                    <a:pt x="627" y="24"/>
                    <a:pt x="591" y="78"/>
                  </a:cubicBezTo>
                  <a:lnTo>
                    <a:pt x="87" y="770"/>
                  </a:lnTo>
                  <a:cubicBezTo>
                    <a:pt x="1" y="921"/>
                    <a:pt x="121" y="1057"/>
                    <a:pt x="256" y="1057"/>
                  </a:cubicBezTo>
                  <a:cubicBezTo>
                    <a:pt x="319" y="1057"/>
                    <a:pt x="384" y="1028"/>
                    <a:pt x="433" y="959"/>
                  </a:cubicBezTo>
                  <a:lnTo>
                    <a:pt x="433" y="990"/>
                  </a:lnTo>
                  <a:lnTo>
                    <a:pt x="937" y="298"/>
                  </a:lnTo>
                  <a:cubicBezTo>
                    <a:pt x="1026" y="141"/>
                    <a:pt x="877" y="1"/>
                    <a:pt x="73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38"/>
            <p:cNvSpPr/>
            <p:nvPr/>
          </p:nvSpPr>
          <p:spPr>
            <a:xfrm>
              <a:off x="3504025" y="766025"/>
              <a:ext cx="61275" cy="52275"/>
            </a:xfrm>
            <a:custGeom>
              <a:avLst/>
              <a:gdLst/>
              <a:ahLst/>
              <a:cxnLst/>
              <a:rect l="l" t="t" r="r" b="b"/>
              <a:pathLst>
                <a:path w="2451" h="2091" extrusionOk="0">
                  <a:moveTo>
                    <a:pt x="311" y="1"/>
                  </a:moveTo>
                  <a:cubicBezTo>
                    <a:pt x="132" y="1"/>
                    <a:pt x="1" y="267"/>
                    <a:pt x="188" y="374"/>
                  </a:cubicBezTo>
                  <a:lnTo>
                    <a:pt x="219" y="374"/>
                  </a:lnTo>
                  <a:cubicBezTo>
                    <a:pt x="834" y="765"/>
                    <a:pt x="1399" y="1256"/>
                    <a:pt x="1871" y="1823"/>
                  </a:cubicBezTo>
                  <a:lnTo>
                    <a:pt x="1871" y="1823"/>
                  </a:lnTo>
                  <a:cubicBezTo>
                    <a:pt x="1875" y="1856"/>
                    <a:pt x="1891" y="1888"/>
                    <a:pt x="1918" y="1916"/>
                  </a:cubicBezTo>
                  <a:lnTo>
                    <a:pt x="2044" y="2041"/>
                  </a:lnTo>
                  <a:cubicBezTo>
                    <a:pt x="2086" y="2076"/>
                    <a:pt x="2130" y="2091"/>
                    <a:pt x="2173" y="2091"/>
                  </a:cubicBezTo>
                  <a:cubicBezTo>
                    <a:pt x="2324" y="2091"/>
                    <a:pt x="2450" y="1905"/>
                    <a:pt x="2327" y="1758"/>
                  </a:cubicBezTo>
                  <a:cubicBezTo>
                    <a:pt x="1793" y="1066"/>
                    <a:pt x="1132" y="500"/>
                    <a:pt x="408" y="28"/>
                  </a:cubicBezTo>
                  <a:cubicBezTo>
                    <a:pt x="375" y="9"/>
                    <a:pt x="342" y="1"/>
                    <a:pt x="31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8"/>
            <p:cNvSpPr/>
            <p:nvPr/>
          </p:nvSpPr>
          <p:spPr>
            <a:xfrm>
              <a:off x="3522825" y="748675"/>
              <a:ext cx="62100" cy="61675"/>
            </a:xfrm>
            <a:custGeom>
              <a:avLst/>
              <a:gdLst/>
              <a:ahLst/>
              <a:cxnLst/>
              <a:rect l="l" t="t" r="r" b="b"/>
              <a:pathLst>
                <a:path w="2484" h="2467" extrusionOk="0">
                  <a:moveTo>
                    <a:pt x="248" y="1"/>
                  </a:moveTo>
                  <a:cubicBezTo>
                    <a:pt x="87" y="1"/>
                    <a:pt x="1" y="244"/>
                    <a:pt x="160" y="376"/>
                  </a:cubicBezTo>
                  <a:cubicBezTo>
                    <a:pt x="915" y="911"/>
                    <a:pt x="1575" y="1571"/>
                    <a:pt x="2047" y="2389"/>
                  </a:cubicBezTo>
                  <a:cubicBezTo>
                    <a:pt x="2084" y="2444"/>
                    <a:pt x="2138" y="2467"/>
                    <a:pt x="2194" y="2467"/>
                  </a:cubicBezTo>
                  <a:cubicBezTo>
                    <a:pt x="2333" y="2467"/>
                    <a:pt x="2483" y="2326"/>
                    <a:pt x="2393" y="2169"/>
                  </a:cubicBezTo>
                  <a:cubicBezTo>
                    <a:pt x="1859" y="1320"/>
                    <a:pt x="1166" y="596"/>
                    <a:pt x="348" y="30"/>
                  </a:cubicBezTo>
                  <a:cubicBezTo>
                    <a:pt x="313" y="9"/>
                    <a:pt x="279" y="1"/>
                    <a:pt x="24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8"/>
            <p:cNvSpPr/>
            <p:nvPr/>
          </p:nvSpPr>
          <p:spPr>
            <a:xfrm>
              <a:off x="3552025" y="734225"/>
              <a:ext cx="27300" cy="24725"/>
            </a:xfrm>
            <a:custGeom>
              <a:avLst/>
              <a:gdLst/>
              <a:ahLst/>
              <a:cxnLst/>
              <a:rect l="l" t="t" r="r" b="b"/>
              <a:pathLst>
                <a:path w="1092" h="989" extrusionOk="0">
                  <a:moveTo>
                    <a:pt x="234" y="1"/>
                  </a:moveTo>
                  <a:cubicBezTo>
                    <a:pt x="79" y="1"/>
                    <a:pt x="1" y="253"/>
                    <a:pt x="156" y="356"/>
                  </a:cubicBezTo>
                  <a:cubicBezTo>
                    <a:pt x="376" y="513"/>
                    <a:pt x="533" y="671"/>
                    <a:pt x="659" y="891"/>
                  </a:cubicBezTo>
                  <a:cubicBezTo>
                    <a:pt x="709" y="960"/>
                    <a:pt x="774" y="989"/>
                    <a:pt x="836" y="989"/>
                  </a:cubicBezTo>
                  <a:cubicBezTo>
                    <a:pt x="971" y="989"/>
                    <a:pt x="1091" y="853"/>
                    <a:pt x="1005" y="702"/>
                  </a:cubicBezTo>
                  <a:cubicBezTo>
                    <a:pt x="848" y="419"/>
                    <a:pt x="628" y="199"/>
                    <a:pt x="344" y="41"/>
                  </a:cubicBezTo>
                  <a:cubicBezTo>
                    <a:pt x="305" y="13"/>
                    <a:pt x="267" y="1"/>
                    <a:pt x="23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8"/>
            <p:cNvSpPr/>
            <p:nvPr/>
          </p:nvSpPr>
          <p:spPr>
            <a:xfrm>
              <a:off x="3581075" y="763550"/>
              <a:ext cx="13400" cy="10250"/>
            </a:xfrm>
            <a:custGeom>
              <a:avLst/>
              <a:gdLst/>
              <a:ahLst/>
              <a:cxnLst/>
              <a:rect l="l" t="t" r="r" b="b"/>
              <a:pathLst>
                <a:path w="536" h="410" extrusionOk="0">
                  <a:moveTo>
                    <a:pt x="284" y="1"/>
                  </a:moveTo>
                  <a:cubicBezTo>
                    <a:pt x="1" y="1"/>
                    <a:pt x="1" y="410"/>
                    <a:pt x="284" y="410"/>
                  </a:cubicBezTo>
                  <a:cubicBezTo>
                    <a:pt x="535" y="410"/>
                    <a:pt x="535" y="1"/>
                    <a:pt x="28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38"/>
            <p:cNvSpPr/>
            <p:nvPr/>
          </p:nvSpPr>
          <p:spPr>
            <a:xfrm>
              <a:off x="3593825" y="788450"/>
              <a:ext cx="24825" cy="29850"/>
            </a:xfrm>
            <a:custGeom>
              <a:avLst/>
              <a:gdLst/>
              <a:ahLst/>
              <a:cxnLst/>
              <a:rect l="l" t="t" r="r" b="b"/>
              <a:pathLst>
                <a:path w="993" h="1194" extrusionOk="0">
                  <a:moveTo>
                    <a:pt x="252" y="0"/>
                  </a:moveTo>
                  <a:cubicBezTo>
                    <a:pt x="112" y="0"/>
                    <a:pt x="0" y="163"/>
                    <a:pt x="88" y="295"/>
                  </a:cubicBezTo>
                  <a:cubicBezTo>
                    <a:pt x="246" y="547"/>
                    <a:pt x="403" y="830"/>
                    <a:pt x="560" y="1082"/>
                  </a:cubicBezTo>
                  <a:cubicBezTo>
                    <a:pt x="620" y="1161"/>
                    <a:pt x="689" y="1194"/>
                    <a:pt x="752" y="1194"/>
                  </a:cubicBezTo>
                  <a:cubicBezTo>
                    <a:pt x="887" y="1194"/>
                    <a:pt x="992" y="1043"/>
                    <a:pt x="906" y="893"/>
                  </a:cubicBezTo>
                  <a:cubicBezTo>
                    <a:pt x="781" y="673"/>
                    <a:pt x="592" y="358"/>
                    <a:pt x="434" y="106"/>
                  </a:cubicBezTo>
                  <a:cubicBezTo>
                    <a:pt x="378" y="30"/>
                    <a:pt x="312" y="0"/>
                    <a:pt x="25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8"/>
            <p:cNvSpPr/>
            <p:nvPr/>
          </p:nvSpPr>
          <p:spPr>
            <a:xfrm>
              <a:off x="3508250" y="788750"/>
              <a:ext cx="27700" cy="36750"/>
            </a:xfrm>
            <a:custGeom>
              <a:avLst/>
              <a:gdLst/>
              <a:ahLst/>
              <a:cxnLst/>
              <a:rect l="l" t="t" r="r" b="b"/>
              <a:pathLst>
                <a:path w="1108" h="1470" extrusionOk="0">
                  <a:moveTo>
                    <a:pt x="819" y="0"/>
                  </a:moveTo>
                  <a:cubicBezTo>
                    <a:pt x="772" y="0"/>
                    <a:pt x="723" y="19"/>
                    <a:pt x="680" y="63"/>
                  </a:cubicBezTo>
                  <a:lnTo>
                    <a:pt x="680" y="31"/>
                  </a:lnTo>
                  <a:cubicBezTo>
                    <a:pt x="333" y="346"/>
                    <a:pt x="113" y="786"/>
                    <a:pt x="19" y="1227"/>
                  </a:cubicBezTo>
                  <a:cubicBezTo>
                    <a:pt x="0" y="1376"/>
                    <a:pt x="124" y="1469"/>
                    <a:pt x="242" y="1469"/>
                  </a:cubicBezTo>
                  <a:cubicBezTo>
                    <a:pt x="324" y="1469"/>
                    <a:pt x="402" y="1424"/>
                    <a:pt x="428" y="1321"/>
                  </a:cubicBezTo>
                  <a:cubicBezTo>
                    <a:pt x="491" y="944"/>
                    <a:pt x="680" y="598"/>
                    <a:pt x="963" y="346"/>
                  </a:cubicBezTo>
                  <a:cubicBezTo>
                    <a:pt x="1108" y="201"/>
                    <a:pt x="975" y="0"/>
                    <a:pt x="81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8"/>
            <p:cNvSpPr/>
            <p:nvPr/>
          </p:nvSpPr>
          <p:spPr>
            <a:xfrm>
              <a:off x="3483850" y="776175"/>
              <a:ext cx="27900" cy="41450"/>
            </a:xfrm>
            <a:custGeom>
              <a:avLst/>
              <a:gdLst/>
              <a:ahLst/>
              <a:cxnLst/>
              <a:rect l="l" t="t" r="r" b="b"/>
              <a:pathLst>
                <a:path w="1116" h="1658" extrusionOk="0">
                  <a:moveTo>
                    <a:pt x="848" y="0"/>
                  </a:moveTo>
                  <a:cubicBezTo>
                    <a:pt x="803" y="0"/>
                    <a:pt x="756" y="18"/>
                    <a:pt x="712" y="62"/>
                  </a:cubicBezTo>
                  <a:lnTo>
                    <a:pt x="680" y="62"/>
                  </a:lnTo>
                  <a:cubicBezTo>
                    <a:pt x="334" y="440"/>
                    <a:pt x="82" y="912"/>
                    <a:pt x="19" y="1415"/>
                  </a:cubicBezTo>
                  <a:cubicBezTo>
                    <a:pt x="1" y="1564"/>
                    <a:pt x="125" y="1658"/>
                    <a:pt x="243" y="1658"/>
                  </a:cubicBezTo>
                  <a:cubicBezTo>
                    <a:pt x="324" y="1658"/>
                    <a:pt x="403" y="1613"/>
                    <a:pt x="429" y="1510"/>
                  </a:cubicBezTo>
                  <a:cubicBezTo>
                    <a:pt x="460" y="1069"/>
                    <a:pt x="680" y="660"/>
                    <a:pt x="995" y="345"/>
                  </a:cubicBezTo>
                  <a:cubicBezTo>
                    <a:pt x="1116" y="201"/>
                    <a:pt x="995" y="0"/>
                    <a:pt x="84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8"/>
            <p:cNvSpPr/>
            <p:nvPr/>
          </p:nvSpPr>
          <p:spPr>
            <a:xfrm>
              <a:off x="3450675" y="736825"/>
              <a:ext cx="53200" cy="83500"/>
            </a:xfrm>
            <a:custGeom>
              <a:avLst/>
              <a:gdLst/>
              <a:ahLst/>
              <a:cxnLst/>
              <a:rect l="l" t="t" r="r" b="b"/>
              <a:pathLst>
                <a:path w="2128" h="3340" extrusionOk="0">
                  <a:moveTo>
                    <a:pt x="1847" y="1"/>
                  </a:moveTo>
                  <a:cubicBezTo>
                    <a:pt x="1804" y="1"/>
                    <a:pt x="1761" y="19"/>
                    <a:pt x="1724" y="63"/>
                  </a:cubicBezTo>
                  <a:cubicBezTo>
                    <a:pt x="937" y="913"/>
                    <a:pt x="340" y="1951"/>
                    <a:pt x="56" y="3084"/>
                  </a:cubicBezTo>
                  <a:cubicBezTo>
                    <a:pt x="0" y="3234"/>
                    <a:pt x="124" y="3340"/>
                    <a:pt x="245" y="3340"/>
                  </a:cubicBezTo>
                  <a:cubicBezTo>
                    <a:pt x="327" y="3340"/>
                    <a:pt x="409" y="3292"/>
                    <a:pt x="434" y="3178"/>
                  </a:cubicBezTo>
                  <a:cubicBezTo>
                    <a:pt x="717" y="2140"/>
                    <a:pt x="1252" y="1164"/>
                    <a:pt x="2007" y="346"/>
                  </a:cubicBezTo>
                  <a:cubicBezTo>
                    <a:pt x="2128" y="201"/>
                    <a:pt x="1989" y="1"/>
                    <a:pt x="184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8"/>
            <p:cNvSpPr/>
            <p:nvPr/>
          </p:nvSpPr>
          <p:spPr>
            <a:xfrm>
              <a:off x="3423900" y="741450"/>
              <a:ext cx="46875" cy="81125"/>
            </a:xfrm>
            <a:custGeom>
              <a:avLst/>
              <a:gdLst/>
              <a:ahLst/>
              <a:cxnLst/>
              <a:rect l="l" t="t" r="r" b="b"/>
              <a:pathLst>
                <a:path w="1875" h="3245" extrusionOk="0">
                  <a:moveTo>
                    <a:pt x="1605" y="0"/>
                  </a:moveTo>
                  <a:cubicBezTo>
                    <a:pt x="1543" y="0"/>
                    <a:pt x="1482" y="29"/>
                    <a:pt x="1442" y="98"/>
                  </a:cubicBezTo>
                  <a:cubicBezTo>
                    <a:pt x="876" y="1011"/>
                    <a:pt x="404" y="1986"/>
                    <a:pt x="58" y="3024"/>
                  </a:cubicBezTo>
                  <a:cubicBezTo>
                    <a:pt x="1" y="3157"/>
                    <a:pt x="127" y="3244"/>
                    <a:pt x="256" y="3244"/>
                  </a:cubicBezTo>
                  <a:cubicBezTo>
                    <a:pt x="342" y="3244"/>
                    <a:pt x="429" y="3206"/>
                    <a:pt x="467" y="3119"/>
                  </a:cubicBezTo>
                  <a:cubicBezTo>
                    <a:pt x="781" y="2112"/>
                    <a:pt x="1222" y="1168"/>
                    <a:pt x="1788" y="287"/>
                  </a:cubicBezTo>
                  <a:cubicBezTo>
                    <a:pt x="1874" y="136"/>
                    <a:pt x="1739" y="0"/>
                    <a:pt x="160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8"/>
            <p:cNvSpPr/>
            <p:nvPr/>
          </p:nvSpPr>
          <p:spPr>
            <a:xfrm>
              <a:off x="3382275" y="780650"/>
              <a:ext cx="42875" cy="34950"/>
            </a:xfrm>
            <a:custGeom>
              <a:avLst/>
              <a:gdLst/>
              <a:ahLst/>
              <a:cxnLst/>
              <a:rect l="l" t="t" r="r" b="b"/>
              <a:pathLst>
                <a:path w="1715" h="1398" extrusionOk="0">
                  <a:moveTo>
                    <a:pt x="1430" y="0"/>
                  </a:moveTo>
                  <a:cubicBezTo>
                    <a:pt x="1393" y="0"/>
                    <a:pt x="1353" y="12"/>
                    <a:pt x="1314" y="41"/>
                  </a:cubicBezTo>
                  <a:cubicBezTo>
                    <a:pt x="873" y="324"/>
                    <a:pt x="464" y="670"/>
                    <a:pt x="118" y="1079"/>
                  </a:cubicBezTo>
                  <a:cubicBezTo>
                    <a:pt x="0" y="1220"/>
                    <a:pt x="130" y="1397"/>
                    <a:pt x="268" y="1397"/>
                  </a:cubicBezTo>
                  <a:cubicBezTo>
                    <a:pt x="315" y="1397"/>
                    <a:pt x="362" y="1378"/>
                    <a:pt x="401" y="1331"/>
                  </a:cubicBezTo>
                  <a:cubicBezTo>
                    <a:pt x="716" y="953"/>
                    <a:pt x="1093" y="638"/>
                    <a:pt x="1534" y="355"/>
                  </a:cubicBezTo>
                  <a:cubicBezTo>
                    <a:pt x="1715" y="252"/>
                    <a:pt x="1599" y="0"/>
                    <a:pt x="143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38"/>
            <p:cNvSpPr/>
            <p:nvPr/>
          </p:nvSpPr>
          <p:spPr>
            <a:xfrm>
              <a:off x="3426125" y="766700"/>
              <a:ext cx="13400" cy="9475"/>
            </a:xfrm>
            <a:custGeom>
              <a:avLst/>
              <a:gdLst/>
              <a:ahLst/>
              <a:cxnLst/>
              <a:rect l="l" t="t" r="r" b="b"/>
              <a:pathLst>
                <a:path w="536" h="379" extrusionOk="0">
                  <a:moveTo>
                    <a:pt x="283" y="1"/>
                  </a:moveTo>
                  <a:cubicBezTo>
                    <a:pt x="0" y="1"/>
                    <a:pt x="0" y="378"/>
                    <a:pt x="283" y="378"/>
                  </a:cubicBezTo>
                  <a:cubicBezTo>
                    <a:pt x="535" y="378"/>
                    <a:pt x="535" y="1"/>
                    <a:pt x="28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38"/>
            <p:cNvSpPr/>
            <p:nvPr/>
          </p:nvSpPr>
          <p:spPr>
            <a:xfrm>
              <a:off x="3381200" y="760800"/>
              <a:ext cx="31700" cy="17375"/>
            </a:xfrm>
            <a:custGeom>
              <a:avLst/>
              <a:gdLst/>
              <a:ahLst/>
              <a:cxnLst/>
              <a:rect l="l" t="t" r="r" b="b"/>
              <a:pathLst>
                <a:path w="1268" h="695" extrusionOk="0">
                  <a:moveTo>
                    <a:pt x="961" y="0"/>
                  </a:moveTo>
                  <a:cubicBezTo>
                    <a:pt x="936" y="0"/>
                    <a:pt x="911" y="5"/>
                    <a:pt x="885" y="17"/>
                  </a:cubicBezTo>
                  <a:lnTo>
                    <a:pt x="192" y="331"/>
                  </a:lnTo>
                  <a:cubicBezTo>
                    <a:pt x="0" y="441"/>
                    <a:pt x="120" y="695"/>
                    <a:pt x="300" y="695"/>
                  </a:cubicBezTo>
                  <a:cubicBezTo>
                    <a:pt x="326" y="695"/>
                    <a:pt x="353" y="689"/>
                    <a:pt x="381" y="677"/>
                  </a:cubicBezTo>
                  <a:lnTo>
                    <a:pt x="413" y="677"/>
                  </a:lnTo>
                  <a:lnTo>
                    <a:pt x="1073" y="363"/>
                  </a:lnTo>
                  <a:cubicBezTo>
                    <a:pt x="1268" y="279"/>
                    <a:pt x="1144" y="0"/>
                    <a:pt x="96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8"/>
            <p:cNvSpPr/>
            <p:nvPr/>
          </p:nvSpPr>
          <p:spPr>
            <a:xfrm>
              <a:off x="3613325" y="770650"/>
              <a:ext cx="43525" cy="12775"/>
            </a:xfrm>
            <a:custGeom>
              <a:avLst/>
              <a:gdLst/>
              <a:ahLst/>
              <a:cxnLst/>
              <a:rect l="l" t="t" r="r" b="b"/>
              <a:pathLst>
                <a:path w="1741" h="511" extrusionOk="0">
                  <a:moveTo>
                    <a:pt x="668" y="0"/>
                  </a:moveTo>
                  <a:cubicBezTo>
                    <a:pt x="528" y="0"/>
                    <a:pt x="389" y="11"/>
                    <a:pt x="252" y="32"/>
                  </a:cubicBezTo>
                  <a:cubicBezTo>
                    <a:pt x="11" y="62"/>
                    <a:pt x="1" y="411"/>
                    <a:pt x="223" y="411"/>
                  </a:cubicBezTo>
                  <a:cubicBezTo>
                    <a:pt x="233" y="411"/>
                    <a:pt x="242" y="410"/>
                    <a:pt x="252" y="409"/>
                  </a:cubicBezTo>
                  <a:lnTo>
                    <a:pt x="252" y="441"/>
                  </a:lnTo>
                  <a:cubicBezTo>
                    <a:pt x="386" y="418"/>
                    <a:pt x="520" y="408"/>
                    <a:pt x="654" y="408"/>
                  </a:cubicBezTo>
                  <a:cubicBezTo>
                    <a:pt x="897" y="408"/>
                    <a:pt x="1141" y="443"/>
                    <a:pt x="1385" y="504"/>
                  </a:cubicBezTo>
                  <a:cubicBezTo>
                    <a:pt x="1404" y="508"/>
                    <a:pt x="1423" y="511"/>
                    <a:pt x="1440" y="511"/>
                  </a:cubicBezTo>
                  <a:cubicBezTo>
                    <a:pt x="1654" y="511"/>
                    <a:pt x="1741" y="184"/>
                    <a:pt x="1479" y="126"/>
                  </a:cubicBezTo>
                  <a:cubicBezTo>
                    <a:pt x="1228" y="42"/>
                    <a:pt x="948" y="0"/>
                    <a:pt x="66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8"/>
            <p:cNvSpPr/>
            <p:nvPr/>
          </p:nvSpPr>
          <p:spPr>
            <a:xfrm>
              <a:off x="3622625" y="746700"/>
              <a:ext cx="20975" cy="13125"/>
            </a:xfrm>
            <a:custGeom>
              <a:avLst/>
              <a:gdLst/>
              <a:ahLst/>
              <a:cxnLst/>
              <a:rect l="l" t="t" r="r" b="b"/>
              <a:pathLst>
                <a:path w="839" h="525" extrusionOk="0">
                  <a:moveTo>
                    <a:pt x="248" y="0"/>
                  </a:moveTo>
                  <a:cubicBezTo>
                    <a:pt x="53" y="0"/>
                    <a:pt x="0" y="335"/>
                    <a:pt x="226" y="392"/>
                  </a:cubicBezTo>
                  <a:lnTo>
                    <a:pt x="226" y="423"/>
                  </a:lnTo>
                  <a:lnTo>
                    <a:pt x="510" y="518"/>
                  </a:lnTo>
                  <a:cubicBezTo>
                    <a:pt x="529" y="522"/>
                    <a:pt x="547" y="525"/>
                    <a:pt x="564" y="525"/>
                  </a:cubicBezTo>
                  <a:cubicBezTo>
                    <a:pt x="774" y="525"/>
                    <a:pt x="839" y="196"/>
                    <a:pt x="635" y="109"/>
                  </a:cubicBezTo>
                  <a:lnTo>
                    <a:pt x="321" y="14"/>
                  </a:lnTo>
                  <a:cubicBezTo>
                    <a:pt x="295" y="4"/>
                    <a:pt x="271" y="0"/>
                    <a:pt x="24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38"/>
            <p:cNvSpPr/>
            <p:nvPr/>
          </p:nvSpPr>
          <p:spPr>
            <a:xfrm>
              <a:off x="3647925" y="704575"/>
              <a:ext cx="12625" cy="10250"/>
            </a:xfrm>
            <a:custGeom>
              <a:avLst/>
              <a:gdLst/>
              <a:ahLst/>
              <a:cxnLst/>
              <a:rect l="l" t="t" r="r" b="b"/>
              <a:pathLst>
                <a:path w="505" h="410" extrusionOk="0">
                  <a:moveTo>
                    <a:pt x="253" y="0"/>
                  </a:moveTo>
                  <a:cubicBezTo>
                    <a:pt x="1" y="0"/>
                    <a:pt x="1" y="409"/>
                    <a:pt x="253" y="409"/>
                  </a:cubicBezTo>
                  <a:cubicBezTo>
                    <a:pt x="504" y="409"/>
                    <a:pt x="504" y="0"/>
                    <a:pt x="25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38"/>
            <p:cNvSpPr/>
            <p:nvPr/>
          </p:nvSpPr>
          <p:spPr>
            <a:xfrm>
              <a:off x="4310500" y="718675"/>
              <a:ext cx="45800" cy="30700"/>
            </a:xfrm>
            <a:custGeom>
              <a:avLst/>
              <a:gdLst/>
              <a:ahLst/>
              <a:cxnLst/>
              <a:rect l="l" t="t" r="r" b="b"/>
              <a:pathLst>
                <a:path w="1832" h="1228" extrusionOk="0">
                  <a:moveTo>
                    <a:pt x="339" y="1"/>
                  </a:moveTo>
                  <a:cubicBezTo>
                    <a:pt x="107" y="1"/>
                    <a:pt x="1" y="351"/>
                    <a:pt x="242" y="412"/>
                  </a:cubicBezTo>
                  <a:lnTo>
                    <a:pt x="242" y="380"/>
                  </a:lnTo>
                  <a:cubicBezTo>
                    <a:pt x="714" y="443"/>
                    <a:pt x="1155" y="726"/>
                    <a:pt x="1406" y="1135"/>
                  </a:cubicBezTo>
                  <a:cubicBezTo>
                    <a:pt x="1444" y="1201"/>
                    <a:pt x="1501" y="1227"/>
                    <a:pt x="1558" y="1227"/>
                  </a:cubicBezTo>
                  <a:cubicBezTo>
                    <a:pt x="1694" y="1227"/>
                    <a:pt x="1832" y="1079"/>
                    <a:pt x="1721" y="946"/>
                  </a:cubicBezTo>
                  <a:cubicBezTo>
                    <a:pt x="1438" y="443"/>
                    <a:pt x="934" y="97"/>
                    <a:pt x="368" y="2"/>
                  </a:cubicBezTo>
                  <a:cubicBezTo>
                    <a:pt x="358" y="1"/>
                    <a:pt x="348" y="1"/>
                    <a:pt x="33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8"/>
            <p:cNvSpPr/>
            <p:nvPr/>
          </p:nvSpPr>
          <p:spPr>
            <a:xfrm>
              <a:off x="4332975" y="700250"/>
              <a:ext cx="30650" cy="22425"/>
            </a:xfrm>
            <a:custGeom>
              <a:avLst/>
              <a:gdLst/>
              <a:ahLst/>
              <a:cxnLst/>
              <a:rect l="l" t="t" r="r" b="b"/>
              <a:pathLst>
                <a:path w="1226" h="897" extrusionOk="0">
                  <a:moveTo>
                    <a:pt x="242" y="1"/>
                  </a:moveTo>
                  <a:cubicBezTo>
                    <a:pt x="50" y="1"/>
                    <a:pt x="0" y="309"/>
                    <a:pt x="224" y="393"/>
                  </a:cubicBezTo>
                  <a:cubicBezTo>
                    <a:pt x="476" y="488"/>
                    <a:pt x="665" y="645"/>
                    <a:pt x="822" y="834"/>
                  </a:cubicBezTo>
                  <a:cubicBezTo>
                    <a:pt x="866" y="878"/>
                    <a:pt x="913" y="896"/>
                    <a:pt x="958" y="896"/>
                  </a:cubicBezTo>
                  <a:cubicBezTo>
                    <a:pt x="1106" y="896"/>
                    <a:pt x="1226" y="696"/>
                    <a:pt x="1105" y="551"/>
                  </a:cubicBezTo>
                  <a:cubicBezTo>
                    <a:pt x="885" y="330"/>
                    <a:pt x="633" y="142"/>
                    <a:pt x="319" y="16"/>
                  </a:cubicBezTo>
                  <a:cubicBezTo>
                    <a:pt x="291" y="5"/>
                    <a:pt x="265" y="1"/>
                    <a:pt x="24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8"/>
            <p:cNvSpPr/>
            <p:nvPr/>
          </p:nvSpPr>
          <p:spPr>
            <a:xfrm>
              <a:off x="4352725" y="690300"/>
              <a:ext cx="31275" cy="80950"/>
            </a:xfrm>
            <a:custGeom>
              <a:avLst/>
              <a:gdLst/>
              <a:ahLst/>
              <a:cxnLst/>
              <a:rect l="l" t="t" r="r" b="b"/>
              <a:pathLst>
                <a:path w="1251" h="3238" extrusionOk="0">
                  <a:moveTo>
                    <a:pt x="1006" y="1"/>
                  </a:moveTo>
                  <a:cubicBezTo>
                    <a:pt x="948" y="1"/>
                    <a:pt x="890" y="30"/>
                    <a:pt x="850" y="99"/>
                  </a:cubicBezTo>
                  <a:lnTo>
                    <a:pt x="819" y="99"/>
                  </a:lnTo>
                  <a:cubicBezTo>
                    <a:pt x="315" y="1012"/>
                    <a:pt x="32" y="2018"/>
                    <a:pt x="1" y="3025"/>
                  </a:cubicBezTo>
                  <a:cubicBezTo>
                    <a:pt x="1" y="3167"/>
                    <a:pt x="95" y="3238"/>
                    <a:pt x="189" y="3238"/>
                  </a:cubicBezTo>
                  <a:cubicBezTo>
                    <a:pt x="284" y="3238"/>
                    <a:pt x="378" y="3167"/>
                    <a:pt x="378" y="3025"/>
                  </a:cubicBezTo>
                  <a:cubicBezTo>
                    <a:pt x="441" y="2081"/>
                    <a:pt x="693" y="1137"/>
                    <a:pt x="1165" y="288"/>
                  </a:cubicBezTo>
                  <a:cubicBezTo>
                    <a:pt x="1251" y="137"/>
                    <a:pt x="1130" y="1"/>
                    <a:pt x="100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38"/>
            <p:cNvSpPr/>
            <p:nvPr/>
          </p:nvSpPr>
          <p:spPr>
            <a:xfrm>
              <a:off x="4373975" y="707625"/>
              <a:ext cx="21825" cy="51250"/>
            </a:xfrm>
            <a:custGeom>
              <a:avLst/>
              <a:gdLst/>
              <a:ahLst/>
              <a:cxnLst/>
              <a:rect l="l" t="t" r="r" b="b"/>
              <a:pathLst>
                <a:path w="873" h="2050" extrusionOk="0">
                  <a:moveTo>
                    <a:pt x="614" y="0"/>
                  </a:moveTo>
                  <a:cubicBezTo>
                    <a:pt x="557" y="0"/>
                    <a:pt x="502" y="29"/>
                    <a:pt x="472" y="98"/>
                  </a:cubicBezTo>
                  <a:lnTo>
                    <a:pt x="441" y="98"/>
                  </a:lnTo>
                  <a:cubicBezTo>
                    <a:pt x="189" y="665"/>
                    <a:pt x="32" y="1263"/>
                    <a:pt x="0" y="1860"/>
                  </a:cubicBezTo>
                  <a:cubicBezTo>
                    <a:pt x="0" y="1986"/>
                    <a:pt x="102" y="2049"/>
                    <a:pt x="205" y="2049"/>
                  </a:cubicBezTo>
                  <a:cubicBezTo>
                    <a:pt x="307" y="2049"/>
                    <a:pt x="409" y="1986"/>
                    <a:pt x="409" y="1860"/>
                  </a:cubicBezTo>
                  <a:cubicBezTo>
                    <a:pt x="441" y="1325"/>
                    <a:pt x="566" y="791"/>
                    <a:pt x="787" y="287"/>
                  </a:cubicBezTo>
                  <a:cubicBezTo>
                    <a:pt x="873" y="136"/>
                    <a:pt x="738" y="0"/>
                    <a:pt x="61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38"/>
            <p:cNvSpPr/>
            <p:nvPr/>
          </p:nvSpPr>
          <p:spPr>
            <a:xfrm>
              <a:off x="4402275" y="684900"/>
              <a:ext cx="14975" cy="10250"/>
            </a:xfrm>
            <a:custGeom>
              <a:avLst/>
              <a:gdLst/>
              <a:ahLst/>
              <a:cxnLst/>
              <a:rect l="l" t="t" r="r" b="b"/>
              <a:pathLst>
                <a:path w="599" h="410" extrusionOk="0">
                  <a:moveTo>
                    <a:pt x="252" y="1"/>
                  </a:moveTo>
                  <a:cubicBezTo>
                    <a:pt x="1" y="1"/>
                    <a:pt x="1" y="410"/>
                    <a:pt x="252" y="410"/>
                  </a:cubicBezTo>
                  <a:lnTo>
                    <a:pt x="347" y="410"/>
                  </a:lnTo>
                  <a:cubicBezTo>
                    <a:pt x="599" y="410"/>
                    <a:pt x="599" y="1"/>
                    <a:pt x="34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38"/>
            <p:cNvSpPr/>
            <p:nvPr/>
          </p:nvSpPr>
          <p:spPr>
            <a:xfrm>
              <a:off x="4850775" y="760425"/>
              <a:ext cx="59050" cy="89225"/>
            </a:xfrm>
            <a:custGeom>
              <a:avLst/>
              <a:gdLst/>
              <a:ahLst/>
              <a:cxnLst/>
              <a:rect l="l" t="t" r="r" b="b"/>
              <a:pathLst>
                <a:path w="2362" h="3569" extrusionOk="0">
                  <a:moveTo>
                    <a:pt x="281" y="1"/>
                  </a:moveTo>
                  <a:cubicBezTo>
                    <a:pt x="139" y="1"/>
                    <a:pt x="0" y="201"/>
                    <a:pt x="121" y="346"/>
                  </a:cubicBezTo>
                  <a:cubicBezTo>
                    <a:pt x="876" y="1259"/>
                    <a:pt x="1505" y="2297"/>
                    <a:pt x="1914" y="3430"/>
                  </a:cubicBezTo>
                  <a:cubicBezTo>
                    <a:pt x="1951" y="3528"/>
                    <a:pt x="2031" y="3569"/>
                    <a:pt x="2112" y="3569"/>
                  </a:cubicBezTo>
                  <a:cubicBezTo>
                    <a:pt x="2237" y="3569"/>
                    <a:pt x="2362" y="3469"/>
                    <a:pt x="2324" y="3335"/>
                  </a:cubicBezTo>
                  <a:cubicBezTo>
                    <a:pt x="1852" y="2140"/>
                    <a:pt x="1222" y="1038"/>
                    <a:pt x="404" y="63"/>
                  </a:cubicBezTo>
                  <a:cubicBezTo>
                    <a:pt x="368" y="19"/>
                    <a:pt x="324" y="1"/>
                    <a:pt x="28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8"/>
            <p:cNvSpPr/>
            <p:nvPr/>
          </p:nvSpPr>
          <p:spPr>
            <a:xfrm>
              <a:off x="4875400" y="753750"/>
              <a:ext cx="58800" cy="100850"/>
            </a:xfrm>
            <a:custGeom>
              <a:avLst/>
              <a:gdLst/>
              <a:ahLst/>
              <a:cxnLst/>
              <a:rect l="l" t="t" r="r" b="b"/>
              <a:pathLst>
                <a:path w="2352" h="4034" extrusionOk="0">
                  <a:moveTo>
                    <a:pt x="277" y="0"/>
                  </a:moveTo>
                  <a:cubicBezTo>
                    <a:pt x="141" y="0"/>
                    <a:pt x="0" y="134"/>
                    <a:pt x="111" y="267"/>
                  </a:cubicBezTo>
                  <a:lnTo>
                    <a:pt x="80" y="267"/>
                  </a:lnTo>
                  <a:cubicBezTo>
                    <a:pt x="867" y="1400"/>
                    <a:pt x="1464" y="2595"/>
                    <a:pt x="1905" y="3885"/>
                  </a:cubicBezTo>
                  <a:cubicBezTo>
                    <a:pt x="1943" y="3988"/>
                    <a:pt x="2030" y="4034"/>
                    <a:pt x="2113" y="4034"/>
                  </a:cubicBezTo>
                  <a:cubicBezTo>
                    <a:pt x="2235" y="4034"/>
                    <a:pt x="2351" y="3940"/>
                    <a:pt x="2314" y="3791"/>
                  </a:cubicBezTo>
                  <a:cubicBezTo>
                    <a:pt x="1873" y="2470"/>
                    <a:pt x="1244" y="1211"/>
                    <a:pt x="426" y="78"/>
                  </a:cubicBezTo>
                  <a:cubicBezTo>
                    <a:pt x="389" y="23"/>
                    <a:pt x="333" y="0"/>
                    <a:pt x="27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38"/>
            <p:cNvSpPr/>
            <p:nvPr/>
          </p:nvSpPr>
          <p:spPr>
            <a:xfrm>
              <a:off x="4903550" y="751675"/>
              <a:ext cx="54100" cy="104525"/>
            </a:xfrm>
            <a:custGeom>
              <a:avLst/>
              <a:gdLst/>
              <a:ahLst/>
              <a:cxnLst/>
              <a:rect l="l" t="t" r="r" b="b"/>
              <a:pathLst>
                <a:path w="2164" h="4181" extrusionOk="0">
                  <a:moveTo>
                    <a:pt x="270" y="0"/>
                  </a:moveTo>
                  <a:cubicBezTo>
                    <a:pt x="136" y="0"/>
                    <a:pt x="0" y="136"/>
                    <a:pt x="87" y="287"/>
                  </a:cubicBezTo>
                  <a:lnTo>
                    <a:pt x="87" y="319"/>
                  </a:lnTo>
                  <a:cubicBezTo>
                    <a:pt x="433" y="885"/>
                    <a:pt x="747" y="1514"/>
                    <a:pt x="999" y="2144"/>
                  </a:cubicBezTo>
                  <a:cubicBezTo>
                    <a:pt x="1093" y="2395"/>
                    <a:pt x="1188" y="2647"/>
                    <a:pt x="1282" y="2899"/>
                  </a:cubicBezTo>
                  <a:cubicBezTo>
                    <a:pt x="1335" y="3003"/>
                    <a:pt x="1582" y="3521"/>
                    <a:pt x="1611" y="3765"/>
                  </a:cubicBezTo>
                  <a:lnTo>
                    <a:pt x="1611" y="3765"/>
                  </a:lnTo>
                  <a:cubicBezTo>
                    <a:pt x="1606" y="3769"/>
                    <a:pt x="1601" y="3774"/>
                    <a:pt x="1597" y="3780"/>
                  </a:cubicBezTo>
                  <a:lnTo>
                    <a:pt x="1565" y="3811"/>
                  </a:lnTo>
                  <a:cubicBezTo>
                    <a:pt x="1503" y="3874"/>
                    <a:pt x="1503" y="4000"/>
                    <a:pt x="1565" y="4094"/>
                  </a:cubicBezTo>
                  <a:lnTo>
                    <a:pt x="1628" y="4126"/>
                  </a:lnTo>
                  <a:cubicBezTo>
                    <a:pt x="1666" y="4163"/>
                    <a:pt x="1708" y="4181"/>
                    <a:pt x="1749" y="4181"/>
                  </a:cubicBezTo>
                  <a:cubicBezTo>
                    <a:pt x="1812" y="4181"/>
                    <a:pt x="1873" y="4139"/>
                    <a:pt x="1912" y="4063"/>
                  </a:cubicBezTo>
                  <a:cubicBezTo>
                    <a:pt x="2163" y="3685"/>
                    <a:pt x="1660" y="2804"/>
                    <a:pt x="1534" y="2395"/>
                  </a:cubicBezTo>
                  <a:cubicBezTo>
                    <a:pt x="1219" y="1609"/>
                    <a:pt x="873" y="853"/>
                    <a:pt x="433" y="98"/>
                  </a:cubicBezTo>
                  <a:cubicBezTo>
                    <a:pt x="393" y="29"/>
                    <a:pt x="332" y="0"/>
                    <a:pt x="27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38"/>
            <p:cNvSpPr/>
            <p:nvPr/>
          </p:nvSpPr>
          <p:spPr>
            <a:xfrm>
              <a:off x="4932500" y="807725"/>
              <a:ext cx="82375" cy="52975"/>
            </a:xfrm>
            <a:custGeom>
              <a:avLst/>
              <a:gdLst/>
              <a:ahLst/>
              <a:cxnLst/>
              <a:rect l="l" t="t" r="r" b="b"/>
              <a:pathLst>
                <a:path w="3295" h="2119" extrusionOk="0">
                  <a:moveTo>
                    <a:pt x="299" y="0"/>
                  </a:moveTo>
                  <a:cubicBezTo>
                    <a:pt x="108" y="0"/>
                    <a:pt x="0" y="262"/>
                    <a:pt x="187" y="342"/>
                  </a:cubicBezTo>
                  <a:lnTo>
                    <a:pt x="219" y="342"/>
                  </a:lnTo>
                  <a:cubicBezTo>
                    <a:pt x="1163" y="783"/>
                    <a:pt x="2075" y="1349"/>
                    <a:pt x="2862" y="2073"/>
                  </a:cubicBezTo>
                  <a:cubicBezTo>
                    <a:pt x="2900" y="2105"/>
                    <a:pt x="2943" y="2119"/>
                    <a:pt x="2985" y="2119"/>
                  </a:cubicBezTo>
                  <a:cubicBezTo>
                    <a:pt x="3147" y="2119"/>
                    <a:pt x="3295" y="1914"/>
                    <a:pt x="3145" y="1789"/>
                  </a:cubicBezTo>
                  <a:cubicBezTo>
                    <a:pt x="2327" y="1066"/>
                    <a:pt x="1414" y="468"/>
                    <a:pt x="407" y="27"/>
                  </a:cubicBezTo>
                  <a:cubicBezTo>
                    <a:pt x="370" y="8"/>
                    <a:pt x="333" y="0"/>
                    <a:pt x="29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38"/>
            <p:cNvSpPr/>
            <p:nvPr/>
          </p:nvSpPr>
          <p:spPr>
            <a:xfrm>
              <a:off x="4917975" y="771250"/>
              <a:ext cx="75725" cy="46600"/>
            </a:xfrm>
            <a:custGeom>
              <a:avLst/>
              <a:gdLst/>
              <a:ahLst/>
              <a:cxnLst/>
              <a:rect l="l" t="t" r="r" b="b"/>
              <a:pathLst>
                <a:path w="3029" h="1864" extrusionOk="0">
                  <a:moveTo>
                    <a:pt x="273" y="1"/>
                  </a:moveTo>
                  <a:cubicBezTo>
                    <a:pt x="64" y="1"/>
                    <a:pt x="1" y="327"/>
                    <a:pt x="233" y="385"/>
                  </a:cubicBezTo>
                  <a:cubicBezTo>
                    <a:pt x="1146" y="605"/>
                    <a:pt x="1995" y="1077"/>
                    <a:pt x="2625" y="1801"/>
                  </a:cubicBezTo>
                  <a:cubicBezTo>
                    <a:pt x="2661" y="1845"/>
                    <a:pt x="2704" y="1863"/>
                    <a:pt x="2748" y="1863"/>
                  </a:cubicBezTo>
                  <a:cubicBezTo>
                    <a:pt x="2890" y="1863"/>
                    <a:pt x="3029" y="1663"/>
                    <a:pt x="2908" y="1518"/>
                  </a:cubicBezTo>
                  <a:cubicBezTo>
                    <a:pt x="2216" y="763"/>
                    <a:pt x="1335" y="228"/>
                    <a:pt x="328" y="8"/>
                  </a:cubicBezTo>
                  <a:cubicBezTo>
                    <a:pt x="308" y="3"/>
                    <a:pt x="290" y="1"/>
                    <a:pt x="27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38"/>
            <p:cNvSpPr/>
            <p:nvPr/>
          </p:nvSpPr>
          <p:spPr>
            <a:xfrm>
              <a:off x="5007175" y="822550"/>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38"/>
            <p:cNvSpPr/>
            <p:nvPr/>
          </p:nvSpPr>
          <p:spPr>
            <a:xfrm>
              <a:off x="5029200" y="839850"/>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38"/>
            <p:cNvSpPr/>
            <p:nvPr/>
          </p:nvSpPr>
          <p:spPr>
            <a:xfrm>
              <a:off x="4964725" y="770750"/>
              <a:ext cx="99575" cy="81700"/>
            </a:xfrm>
            <a:custGeom>
              <a:avLst/>
              <a:gdLst/>
              <a:ahLst/>
              <a:cxnLst/>
              <a:rect l="l" t="t" r="r" b="b"/>
              <a:pathLst>
                <a:path w="3983" h="3268" extrusionOk="0">
                  <a:moveTo>
                    <a:pt x="281" y="0"/>
                  </a:moveTo>
                  <a:cubicBezTo>
                    <a:pt x="109" y="0"/>
                    <a:pt x="1" y="267"/>
                    <a:pt x="188" y="374"/>
                  </a:cubicBezTo>
                  <a:cubicBezTo>
                    <a:pt x="1447" y="1160"/>
                    <a:pt x="2579" y="2104"/>
                    <a:pt x="3586" y="3205"/>
                  </a:cubicBezTo>
                  <a:cubicBezTo>
                    <a:pt x="3623" y="3249"/>
                    <a:pt x="3666" y="3268"/>
                    <a:pt x="3709" y="3268"/>
                  </a:cubicBezTo>
                  <a:cubicBezTo>
                    <a:pt x="3850" y="3268"/>
                    <a:pt x="3983" y="3067"/>
                    <a:pt x="3838" y="2922"/>
                  </a:cubicBezTo>
                  <a:cubicBezTo>
                    <a:pt x="2831" y="1790"/>
                    <a:pt x="1667" y="814"/>
                    <a:pt x="377" y="28"/>
                  </a:cubicBezTo>
                  <a:cubicBezTo>
                    <a:pt x="344" y="9"/>
                    <a:pt x="312" y="0"/>
                    <a:pt x="28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38"/>
            <p:cNvSpPr/>
            <p:nvPr/>
          </p:nvSpPr>
          <p:spPr>
            <a:xfrm>
              <a:off x="5047100" y="785925"/>
              <a:ext cx="34075" cy="73900"/>
            </a:xfrm>
            <a:custGeom>
              <a:avLst/>
              <a:gdLst/>
              <a:ahLst/>
              <a:cxnLst/>
              <a:rect l="l" t="t" r="r" b="b"/>
              <a:pathLst>
                <a:path w="1363" h="2956" extrusionOk="0">
                  <a:moveTo>
                    <a:pt x="1096" y="1"/>
                  </a:moveTo>
                  <a:cubicBezTo>
                    <a:pt x="1037" y="1"/>
                    <a:pt x="982" y="33"/>
                    <a:pt x="952" y="113"/>
                  </a:cubicBezTo>
                  <a:cubicBezTo>
                    <a:pt x="512" y="931"/>
                    <a:pt x="228" y="1812"/>
                    <a:pt x="40" y="2693"/>
                  </a:cubicBezTo>
                  <a:cubicBezTo>
                    <a:pt x="1" y="2848"/>
                    <a:pt x="130" y="2956"/>
                    <a:pt x="257" y="2956"/>
                  </a:cubicBezTo>
                  <a:cubicBezTo>
                    <a:pt x="335" y="2956"/>
                    <a:pt x="413" y="2915"/>
                    <a:pt x="449" y="2819"/>
                  </a:cubicBezTo>
                  <a:lnTo>
                    <a:pt x="417" y="2819"/>
                  </a:lnTo>
                  <a:cubicBezTo>
                    <a:pt x="606" y="1938"/>
                    <a:pt x="889" y="1088"/>
                    <a:pt x="1298" y="302"/>
                  </a:cubicBezTo>
                  <a:cubicBezTo>
                    <a:pt x="1363" y="151"/>
                    <a:pt x="1222" y="1"/>
                    <a:pt x="109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38"/>
            <p:cNvSpPr/>
            <p:nvPr/>
          </p:nvSpPr>
          <p:spPr>
            <a:xfrm>
              <a:off x="5063650" y="834650"/>
              <a:ext cx="16850" cy="27775"/>
            </a:xfrm>
            <a:custGeom>
              <a:avLst/>
              <a:gdLst/>
              <a:ahLst/>
              <a:cxnLst/>
              <a:rect l="l" t="t" r="r" b="b"/>
              <a:pathLst>
                <a:path w="674" h="1111" extrusionOk="0">
                  <a:moveTo>
                    <a:pt x="416" y="0"/>
                  </a:moveTo>
                  <a:cubicBezTo>
                    <a:pt x="333" y="0"/>
                    <a:pt x="252" y="45"/>
                    <a:pt x="227" y="146"/>
                  </a:cubicBezTo>
                  <a:cubicBezTo>
                    <a:pt x="164" y="398"/>
                    <a:pt x="101" y="618"/>
                    <a:pt x="38" y="838"/>
                  </a:cubicBezTo>
                  <a:cubicBezTo>
                    <a:pt x="1" y="1008"/>
                    <a:pt x="133" y="1110"/>
                    <a:pt x="258" y="1110"/>
                  </a:cubicBezTo>
                  <a:cubicBezTo>
                    <a:pt x="342" y="1110"/>
                    <a:pt x="422" y="1065"/>
                    <a:pt x="447" y="964"/>
                  </a:cubicBezTo>
                  <a:lnTo>
                    <a:pt x="636" y="272"/>
                  </a:lnTo>
                  <a:cubicBezTo>
                    <a:pt x="674" y="102"/>
                    <a:pt x="542" y="0"/>
                    <a:pt x="41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8"/>
            <p:cNvSpPr/>
            <p:nvPr/>
          </p:nvSpPr>
          <p:spPr>
            <a:xfrm>
              <a:off x="5077975" y="808400"/>
              <a:ext cx="13400" cy="10250"/>
            </a:xfrm>
            <a:custGeom>
              <a:avLst/>
              <a:gdLst/>
              <a:ahLst/>
              <a:cxnLst/>
              <a:rect l="l" t="t" r="r" b="b"/>
              <a:pathLst>
                <a:path w="536" h="410" extrusionOk="0">
                  <a:moveTo>
                    <a:pt x="283" y="0"/>
                  </a:moveTo>
                  <a:cubicBezTo>
                    <a:pt x="0" y="0"/>
                    <a:pt x="0" y="409"/>
                    <a:pt x="283" y="409"/>
                  </a:cubicBezTo>
                  <a:cubicBezTo>
                    <a:pt x="535" y="409"/>
                    <a:pt x="535" y="0"/>
                    <a:pt x="28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8"/>
            <p:cNvSpPr/>
            <p:nvPr/>
          </p:nvSpPr>
          <p:spPr>
            <a:xfrm>
              <a:off x="5086025" y="793475"/>
              <a:ext cx="48300" cy="71350"/>
            </a:xfrm>
            <a:custGeom>
              <a:avLst/>
              <a:gdLst/>
              <a:ahLst/>
              <a:cxnLst/>
              <a:rect l="l" t="t" r="r" b="b"/>
              <a:pathLst>
                <a:path w="1932" h="2854" extrusionOk="0">
                  <a:moveTo>
                    <a:pt x="1643" y="0"/>
                  </a:moveTo>
                  <a:cubicBezTo>
                    <a:pt x="1596" y="0"/>
                    <a:pt x="1547" y="19"/>
                    <a:pt x="1503" y="62"/>
                  </a:cubicBezTo>
                  <a:cubicBezTo>
                    <a:pt x="811" y="755"/>
                    <a:pt x="308" y="1636"/>
                    <a:pt x="56" y="2611"/>
                  </a:cubicBezTo>
                  <a:cubicBezTo>
                    <a:pt x="0" y="2760"/>
                    <a:pt x="120" y="2854"/>
                    <a:pt x="240" y="2854"/>
                  </a:cubicBezTo>
                  <a:cubicBezTo>
                    <a:pt x="324" y="2854"/>
                    <a:pt x="408" y="2808"/>
                    <a:pt x="433" y="2705"/>
                  </a:cubicBezTo>
                  <a:cubicBezTo>
                    <a:pt x="685" y="1793"/>
                    <a:pt x="1126" y="975"/>
                    <a:pt x="1786" y="346"/>
                  </a:cubicBezTo>
                  <a:cubicBezTo>
                    <a:pt x="1931" y="201"/>
                    <a:pt x="1798" y="0"/>
                    <a:pt x="164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8"/>
            <p:cNvSpPr/>
            <p:nvPr/>
          </p:nvSpPr>
          <p:spPr>
            <a:xfrm>
              <a:off x="5114150" y="844775"/>
              <a:ext cx="10250" cy="14775"/>
            </a:xfrm>
            <a:custGeom>
              <a:avLst/>
              <a:gdLst/>
              <a:ahLst/>
              <a:cxnLst/>
              <a:rect l="l" t="t" r="r" b="b"/>
              <a:pathLst>
                <a:path w="410" h="591" extrusionOk="0">
                  <a:moveTo>
                    <a:pt x="205" y="1"/>
                  </a:moveTo>
                  <a:cubicBezTo>
                    <a:pt x="103" y="1"/>
                    <a:pt x="1" y="71"/>
                    <a:pt x="1" y="213"/>
                  </a:cubicBezTo>
                  <a:lnTo>
                    <a:pt x="1" y="402"/>
                  </a:lnTo>
                  <a:cubicBezTo>
                    <a:pt x="1" y="528"/>
                    <a:pt x="103" y="591"/>
                    <a:pt x="205" y="591"/>
                  </a:cubicBezTo>
                  <a:cubicBezTo>
                    <a:pt x="307" y="591"/>
                    <a:pt x="410" y="528"/>
                    <a:pt x="410" y="402"/>
                  </a:cubicBezTo>
                  <a:lnTo>
                    <a:pt x="410" y="213"/>
                  </a:lnTo>
                  <a:cubicBezTo>
                    <a:pt x="410" y="71"/>
                    <a:pt x="307" y="1"/>
                    <a:pt x="20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8"/>
            <p:cNvSpPr/>
            <p:nvPr/>
          </p:nvSpPr>
          <p:spPr>
            <a:xfrm>
              <a:off x="5129875" y="825700"/>
              <a:ext cx="12625" cy="9475"/>
            </a:xfrm>
            <a:custGeom>
              <a:avLst/>
              <a:gdLst/>
              <a:ahLst/>
              <a:cxnLst/>
              <a:rect l="l" t="t" r="r" b="b"/>
              <a:pathLst>
                <a:path w="505" h="379" extrusionOk="0">
                  <a:moveTo>
                    <a:pt x="253" y="1"/>
                  </a:moveTo>
                  <a:cubicBezTo>
                    <a:pt x="1" y="1"/>
                    <a:pt x="1" y="378"/>
                    <a:pt x="253" y="378"/>
                  </a:cubicBezTo>
                  <a:cubicBezTo>
                    <a:pt x="504" y="378"/>
                    <a:pt x="504" y="1"/>
                    <a:pt x="25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8"/>
            <p:cNvSpPr/>
            <p:nvPr/>
          </p:nvSpPr>
          <p:spPr>
            <a:xfrm>
              <a:off x="4803575" y="792675"/>
              <a:ext cx="39100" cy="54625"/>
            </a:xfrm>
            <a:custGeom>
              <a:avLst/>
              <a:gdLst/>
              <a:ahLst/>
              <a:cxnLst/>
              <a:rect l="l" t="t" r="r" b="b"/>
              <a:pathLst>
                <a:path w="1564" h="2185" extrusionOk="0">
                  <a:moveTo>
                    <a:pt x="1282" y="1"/>
                  </a:moveTo>
                  <a:cubicBezTo>
                    <a:pt x="1239" y="1"/>
                    <a:pt x="1196" y="19"/>
                    <a:pt x="1160" y="63"/>
                  </a:cubicBezTo>
                  <a:cubicBezTo>
                    <a:pt x="656" y="629"/>
                    <a:pt x="310" y="1259"/>
                    <a:pt x="58" y="1951"/>
                  </a:cubicBezTo>
                  <a:cubicBezTo>
                    <a:pt x="1" y="2085"/>
                    <a:pt x="119" y="2184"/>
                    <a:pt x="241" y="2184"/>
                  </a:cubicBezTo>
                  <a:cubicBezTo>
                    <a:pt x="319" y="2184"/>
                    <a:pt x="399" y="2144"/>
                    <a:pt x="436" y="2045"/>
                  </a:cubicBezTo>
                  <a:cubicBezTo>
                    <a:pt x="656" y="1416"/>
                    <a:pt x="1002" y="850"/>
                    <a:pt x="1443" y="346"/>
                  </a:cubicBezTo>
                  <a:cubicBezTo>
                    <a:pt x="1563" y="201"/>
                    <a:pt x="1425" y="1"/>
                    <a:pt x="128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38"/>
            <p:cNvSpPr/>
            <p:nvPr/>
          </p:nvSpPr>
          <p:spPr>
            <a:xfrm>
              <a:off x="4830150" y="787950"/>
              <a:ext cx="44775" cy="59450"/>
            </a:xfrm>
            <a:custGeom>
              <a:avLst/>
              <a:gdLst/>
              <a:ahLst/>
              <a:cxnLst/>
              <a:rect l="l" t="t" r="r" b="b"/>
              <a:pathLst>
                <a:path w="1791" h="2378" extrusionOk="0">
                  <a:moveTo>
                    <a:pt x="1522" y="1"/>
                  </a:moveTo>
                  <a:cubicBezTo>
                    <a:pt x="1478" y="1"/>
                    <a:pt x="1430" y="19"/>
                    <a:pt x="1387" y="63"/>
                  </a:cubicBezTo>
                  <a:cubicBezTo>
                    <a:pt x="852" y="661"/>
                    <a:pt x="411" y="1353"/>
                    <a:pt x="65" y="2077"/>
                  </a:cubicBezTo>
                  <a:cubicBezTo>
                    <a:pt x="1" y="2227"/>
                    <a:pt x="142" y="2378"/>
                    <a:pt x="268" y="2378"/>
                  </a:cubicBezTo>
                  <a:cubicBezTo>
                    <a:pt x="326" y="2378"/>
                    <a:pt x="381" y="2345"/>
                    <a:pt x="411" y="2266"/>
                  </a:cubicBezTo>
                  <a:cubicBezTo>
                    <a:pt x="726" y="1574"/>
                    <a:pt x="1135" y="913"/>
                    <a:pt x="1670" y="346"/>
                  </a:cubicBezTo>
                  <a:cubicBezTo>
                    <a:pt x="1790" y="202"/>
                    <a:pt x="1670" y="1"/>
                    <a:pt x="152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38"/>
            <p:cNvSpPr/>
            <p:nvPr/>
          </p:nvSpPr>
          <p:spPr>
            <a:xfrm>
              <a:off x="4862625" y="815500"/>
              <a:ext cx="22525" cy="27300"/>
            </a:xfrm>
            <a:custGeom>
              <a:avLst/>
              <a:gdLst/>
              <a:ahLst/>
              <a:cxnLst/>
              <a:rect l="l" t="t" r="r" b="b"/>
              <a:pathLst>
                <a:path w="901" h="1092" extrusionOk="0">
                  <a:moveTo>
                    <a:pt x="620" y="0"/>
                  </a:moveTo>
                  <a:cubicBezTo>
                    <a:pt x="576" y="0"/>
                    <a:pt x="533" y="19"/>
                    <a:pt x="497" y="62"/>
                  </a:cubicBezTo>
                  <a:cubicBezTo>
                    <a:pt x="276" y="283"/>
                    <a:pt x="150" y="566"/>
                    <a:pt x="56" y="849"/>
                  </a:cubicBezTo>
                  <a:cubicBezTo>
                    <a:pt x="0" y="998"/>
                    <a:pt x="109" y="1092"/>
                    <a:pt x="227" y="1092"/>
                  </a:cubicBezTo>
                  <a:cubicBezTo>
                    <a:pt x="309" y="1092"/>
                    <a:pt x="395" y="1047"/>
                    <a:pt x="434" y="943"/>
                  </a:cubicBezTo>
                  <a:cubicBezTo>
                    <a:pt x="497" y="723"/>
                    <a:pt x="622" y="503"/>
                    <a:pt x="780" y="346"/>
                  </a:cubicBezTo>
                  <a:cubicBezTo>
                    <a:pt x="900" y="201"/>
                    <a:pt x="762" y="0"/>
                    <a:pt x="62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8"/>
            <p:cNvSpPr/>
            <p:nvPr/>
          </p:nvSpPr>
          <p:spPr>
            <a:xfrm>
              <a:off x="5291975" y="805025"/>
              <a:ext cx="23375" cy="17775"/>
            </a:xfrm>
            <a:custGeom>
              <a:avLst/>
              <a:gdLst/>
              <a:ahLst/>
              <a:cxnLst/>
              <a:rect l="l" t="t" r="r" b="b"/>
              <a:pathLst>
                <a:path w="935" h="711" extrusionOk="0">
                  <a:moveTo>
                    <a:pt x="263" y="1"/>
                  </a:moveTo>
                  <a:cubicBezTo>
                    <a:pt x="100" y="1"/>
                    <a:pt x="1" y="258"/>
                    <a:pt x="156" y="387"/>
                  </a:cubicBezTo>
                  <a:lnTo>
                    <a:pt x="187" y="387"/>
                  </a:lnTo>
                  <a:lnTo>
                    <a:pt x="565" y="670"/>
                  </a:lnTo>
                  <a:cubicBezTo>
                    <a:pt x="599" y="698"/>
                    <a:pt x="633" y="711"/>
                    <a:pt x="667" y="711"/>
                  </a:cubicBezTo>
                  <a:cubicBezTo>
                    <a:pt x="818" y="711"/>
                    <a:pt x="934" y="459"/>
                    <a:pt x="754" y="356"/>
                  </a:cubicBezTo>
                  <a:lnTo>
                    <a:pt x="376" y="41"/>
                  </a:lnTo>
                  <a:cubicBezTo>
                    <a:pt x="337" y="13"/>
                    <a:pt x="299" y="1"/>
                    <a:pt x="26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8"/>
            <p:cNvSpPr/>
            <p:nvPr/>
          </p:nvSpPr>
          <p:spPr>
            <a:xfrm>
              <a:off x="5339125" y="795800"/>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8"/>
            <p:cNvSpPr/>
            <p:nvPr/>
          </p:nvSpPr>
          <p:spPr>
            <a:xfrm>
              <a:off x="2954200" y="691300"/>
              <a:ext cx="70400" cy="59650"/>
            </a:xfrm>
            <a:custGeom>
              <a:avLst/>
              <a:gdLst/>
              <a:ahLst/>
              <a:cxnLst/>
              <a:rect l="l" t="t" r="r" b="b"/>
              <a:pathLst>
                <a:path w="2816" h="2386" extrusionOk="0">
                  <a:moveTo>
                    <a:pt x="300" y="1"/>
                  </a:moveTo>
                  <a:cubicBezTo>
                    <a:pt x="109" y="1"/>
                    <a:pt x="0" y="267"/>
                    <a:pt x="188" y="374"/>
                  </a:cubicBezTo>
                  <a:cubicBezTo>
                    <a:pt x="1037" y="877"/>
                    <a:pt x="1792" y="1507"/>
                    <a:pt x="2390" y="2293"/>
                  </a:cubicBezTo>
                  <a:cubicBezTo>
                    <a:pt x="2428" y="2359"/>
                    <a:pt x="2484" y="2385"/>
                    <a:pt x="2542" y="2385"/>
                  </a:cubicBezTo>
                  <a:cubicBezTo>
                    <a:pt x="2677" y="2385"/>
                    <a:pt x="2815" y="2237"/>
                    <a:pt x="2705" y="2104"/>
                  </a:cubicBezTo>
                  <a:cubicBezTo>
                    <a:pt x="2075" y="1255"/>
                    <a:pt x="1289" y="563"/>
                    <a:pt x="408" y="28"/>
                  </a:cubicBezTo>
                  <a:cubicBezTo>
                    <a:pt x="370" y="9"/>
                    <a:pt x="334" y="1"/>
                    <a:pt x="30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38"/>
            <p:cNvSpPr/>
            <p:nvPr/>
          </p:nvSpPr>
          <p:spPr>
            <a:xfrm>
              <a:off x="2968350" y="677925"/>
              <a:ext cx="67500" cy="54175"/>
            </a:xfrm>
            <a:custGeom>
              <a:avLst/>
              <a:gdLst/>
              <a:ahLst/>
              <a:cxnLst/>
              <a:rect l="l" t="t" r="r" b="b"/>
              <a:pathLst>
                <a:path w="2700" h="2167" extrusionOk="0">
                  <a:moveTo>
                    <a:pt x="281" y="1"/>
                  </a:moveTo>
                  <a:cubicBezTo>
                    <a:pt x="109" y="1"/>
                    <a:pt x="1" y="267"/>
                    <a:pt x="188" y="374"/>
                  </a:cubicBezTo>
                  <a:cubicBezTo>
                    <a:pt x="1006" y="783"/>
                    <a:pt x="1730" y="1381"/>
                    <a:pt x="2296" y="2104"/>
                  </a:cubicBezTo>
                  <a:cubicBezTo>
                    <a:pt x="2333" y="2148"/>
                    <a:pt x="2376" y="2167"/>
                    <a:pt x="2419" y="2167"/>
                  </a:cubicBezTo>
                  <a:cubicBezTo>
                    <a:pt x="2561" y="2167"/>
                    <a:pt x="2700" y="1966"/>
                    <a:pt x="2579" y="1821"/>
                  </a:cubicBezTo>
                  <a:cubicBezTo>
                    <a:pt x="2013" y="1066"/>
                    <a:pt x="1258" y="437"/>
                    <a:pt x="377" y="28"/>
                  </a:cubicBezTo>
                  <a:cubicBezTo>
                    <a:pt x="344" y="9"/>
                    <a:pt x="311" y="1"/>
                    <a:pt x="28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38"/>
            <p:cNvSpPr/>
            <p:nvPr/>
          </p:nvSpPr>
          <p:spPr>
            <a:xfrm>
              <a:off x="2984300" y="655350"/>
              <a:ext cx="58575" cy="46450"/>
            </a:xfrm>
            <a:custGeom>
              <a:avLst/>
              <a:gdLst/>
              <a:ahLst/>
              <a:cxnLst/>
              <a:rect l="l" t="t" r="r" b="b"/>
              <a:pathLst>
                <a:path w="2343" h="1858" extrusionOk="0">
                  <a:moveTo>
                    <a:pt x="298" y="0"/>
                  </a:moveTo>
                  <a:cubicBezTo>
                    <a:pt x="140" y="0"/>
                    <a:pt x="1" y="186"/>
                    <a:pt x="148" y="333"/>
                  </a:cubicBezTo>
                  <a:lnTo>
                    <a:pt x="1910" y="1812"/>
                  </a:lnTo>
                  <a:cubicBezTo>
                    <a:pt x="1949" y="1844"/>
                    <a:pt x="1991" y="1858"/>
                    <a:pt x="2033" y="1858"/>
                  </a:cubicBezTo>
                  <a:cubicBezTo>
                    <a:pt x="2195" y="1858"/>
                    <a:pt x="2343" y="1654"/>
                    <a:pt x="2193" y="1529"/>
                  </a:cubicBezTo>
                  <a:cubicBezTo>
                    <a:pt x="1595" y="1025"/>
                    <a:pt x="997" y="522"/>
                    <a:pt x="431" y="50"/>
                  </a:cubicBezTo>
                  <a:cubicBezTo>
                    <a:pt x="389" y="15"/>
                    <a:pt x="343" y="0"/>
                    <a:pt x="29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8"/>
            <p:cNvSpPr/>
            <p:nvPr/>
          </p:nvSpPr>
          <p:spPr>
            <a:xfrm>
              <a:off x="3013950" y="661825"/>
              <a:ext cx="43275" cy="109625"/>
            </a:xfrm>
            <a:custGeom>
              <a:avLst/>
              <a:gdLst/>
              <a:ahLst/>
              <a:cxnLst/>
              <a:rect l="l" t="t" r="r" b="b"/>
              <a:pathLst>
                <a:path w="1731" h="4385" extrusionOk="0">
                  <a:moveTo>
                    <a:pt x="1540" y="0"/>
                  </a:moveTo>
                  <a:cubicBezTo>
                    <a:pt x="1481" y="0"/>
                    <a:pt x="1421" y="26"/>
                    <a:pt x="1384" y="74"/>
                  </a:cubicBezTo>
                  <a:cubicBezTo>
                    <a:pt x="535" y="1301"/>
                    <a:pt x="63" y="2717"/>
                    <a:pt x="0" y="4196"/>
                  </a:cubicBezTo>
                  <a:cubicBezTo>
                    <a:pt x="0" y="4322"/>
                    <a:pt x="102" y="4385"/>
                    <a:pt x="205" y="4385"/>
                  </a:cubicBezTo>
                  <a:cubicBezTo>
                    <a:pt x="307" y="4385"/>
                    <a:pt x="409" y="4322"/>
                    <a:pt x="409" y="4196"/>
                  </a:cubicBezTo>
                  <a:cubicBezTo>
                    <a:pt x="438" y="2918"/>
                    <a:pt x="825" y="1691"/>
                    <a:pt x="1479" y="631"/>
                  </a:cubicBezTo>
                  <a:lnTo>
                    <a:pt x="1479" y="631"/>
                  </a:lnTo>
                  <a:cubicBezTo>
                    <a:pt x="1499" y="637"/>
                    <a:pt x="1520" y="640"/>
                    <a:pt x="1542" y="640"/>
                  </a:cubicBezTo>
                  <a:cubicBezTo>
                    <a:pt x="1636" y="640"/>
                    <a:pt x="1731" y="577"/>
                    <a:pt x="1731" y="452"/>
                  </a:cubicBezTo>
                  <a:lnTo>
                    <a:pt x="1731" y="200"/>
                  </a:lnTo>
                  <a:cubicBezTo>
                    <a:pt x="1731" y="64"/>
                    <a:pt x="1635" y="0"/>
                    <a:pt x="154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8"/>
            <p:cNvSpPr/>
            <p:nvPr/>
          </p:nvSpPr>
          <p:spPr>
            <a:xfrm>
              <a:off x="3036750" y="699750"/>
              <a:ext cx="28925" cy="66200"/>
            </a:xfrm>
            <a:custGeom>
              <a:avLst/>
              <a:gdLst/>
              <a:ahLst/>
              <a:cxnLst/>
              <a:rect l="l" t="t" r="r" b="b"/>
              <a:pathLst>
                <a:path w="1157" h="2648" extrusionOk="0">
                  <a:moveTo>
                    <a:pt x="887" y="1"/>
                  </a:moveTo>
                  <a:cubicBezTo>
                    <a:pt x="825" y="1"/>
                    <a:pt x="764" y="29"/>
                    <a:pt x="724" y="99"/>
                  </a:cubicBezTo>
                  <a:cubicBezTo>
                    <a:pt x="315" y="822"/>
                    <a:pt x="63" y="1640"/>
                    <a:pt x="1" y="2459"/>
                  </a:cubicBezTo>
                  <a:cubicBezTo>
                    <a:pt x="1" y="2584"/>
                    <a:pt x="103" y="2647"/>
                    <a:pt x="205" y="2647"/>
                  </a:cubicBezTo>
                  <a:cubicBezTo>
                    <a:pt x="307" y="2647"/>
                    <a:pt x="410" y="2584"/>
                    <a:pt x="410" y="2459"/>
                  </a:cubicBezTo>
                  <a:cubicBezTo>
                    <a:pt x="441" y="1703"/>
                    <a:pt x="693" y="948"/>
                    <a:pt x="1070" y="288"/>
                  </a:cubicBezTo>
                  <a:cubicBezTo>
                    <a:pt x="1157" y="137"/>
                    <a:pt x="1021" y="1"/>
                    <a:pt x="88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8"/>
            <p:cNvSpPr/>
            <p:nvPr/>
          </p:nvSpPr>
          <p:spPr>
            <a:xfrm>
              <a:off x="3062700" y="682550"/>
              <a:ext cx="12625" cy="10250"/>
            </a:xfrm>
            <a:custGeom>
              <a:avLst/>
              <a:gdLst/>
              <a:ahLst/>
              <a:cxnLst/>
              <a:rect l="l" t="t" r="r" b="b"/>
              <a:pathLst>
                <a:path w="505" h="410" extrusionOk="0">
                  <a:moveTo>
                    <a:pt x="253" y="0"/>
                  </a:moveTo>
                  <a:cubicBezTo>
                    <a:pt x="1" y="0"/>
                    <a:pt x="1" y="409"/>
                    <a:pt x="253" y="409"/>
                  </a:cubicBezTo>
                  <a:cubicBezTo>
                    <a:pt x="504" y="409"/>
                    <a:pt x="504" y="0"/>
                    <a:pt x="25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38"/>
            <p:cNvSpPr/>
            <p:nvPr/>
          </p:nvSpPr>
          <p:spPr>
            <a:xfrm>
              <a:off x="3059100" y="715200"/>
              <a:ext cx="24725" cy="41075"/>
            </a:xfrm>
            <a:custGeom>
              <a:avLst/>
              <a:gdLst/>
              <a:ahLst/>
              <a:cxnLst/>
              <a:rect l="l" t="t" r="r" b="b"/>
              <a:pathLst>
                <a:path w="989" h="1643" extrusionOk="0">
                  <a:moveTo>
                    <a:pt x="704" y="0"/>
                  </a:moveTo>
                  <a:cubicBezTo>
                    <a:pt x="646" y="0"/>
                    <a:pt x="591" y="23"/>
                    <a:pt x="554" y="79"/>
                  </a:cubicBezTo>
                  <a:cubicBezTo>
                    <a:pt x="271" y="488"/>
                    <a:pt x="82" y="928"/>
                    <a:pt x="19" y="1400"/>
                  </a:cubicBezTo>
                  <a:cubicBezTo>
                    <a:pt x="0" y="1549"/>
                    <a:pt x="125" y="1643"/>
                    <a:pt x="236" y="1643"/>
                  </a:cubicBezTo>
                  <a:cubicBezTo>
                    <a:pt x="313" y="1643"/>
                    <a:pt x="384" y="1597"/>
                    <a:pt x="397" y="1494"/>
                  </a:cubicBezTo>
                  <a:cubicBezTo>
                    <a:pt x="459" y="1054"/>
                    <a:pt x="617" y="645"/>
                    <a:pt x="900" y="267"/>
                  </a:cubicBezTo>
                  <a:cubicBezTo>
                    <a:pt x="989" y="134"/>
                    <a:pt x="842" y="0"/>
                    <a:pt x="70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38"/>
            <p:cNvSpPr/>
            <p:nvPr/>
          </p:nvSpPr>
          <p:spPr>
            <a:xfrm>
              <a:off x="2496850" y="720125"/>
              <a:ext cx="82050" cy="51000"/>
            </a:xfrm>
            <a:custGeom>
              <a:avLst/>
              <a:gdLst/>
              <a:ahLst/>
              <a:cxnLst/>
              <a:rect l="l" t="t" r="r" b="b"/>
              <a:pathLst>
                <a:path w="3282" h="2040" extrusionOk="0">
                  <a:moveTo>
                    <a:pt x="297" y="0"/>
                  </a:moveTo>
                  <a:cubicBezTo>
                    <a:pt x="63" y="0"/>
                    <a:pt x="0" y="329"/>
                    <a:pt x="233" y="416"/>
                  </a:cubicBezTo>
                  <a:lnTo>
                    <a:pt x="233" y="385"/>
                  </a:lnTo>
                  <a:cubicBezTo>
                    <a:pt x="1239" y="700"/>
                    <a:pt x="2152" y="1235"/>
                    <a:pt x="2876" y="1990"/>
                  </a:cubicBezTo>
                  <a:cubicBezTo>
                    <a:pt x="2917" y="2024"/>
                    <a:pt x="2962" y="2039"/>
                    <a:pt x="3004" y="2039"/>
                  </a:cubicBezTo>
                  <a:cubicBezTo>
                    <a:pt x="3155" y="2039"/>
                    <a:pt x="3281" y="1854"/>
                    <a:pt x="3159" y="1706"/>
                  </a:cubicBezTo>
                  <a:cubicBezTo>
                    <a:pt x="2372" y="920"/>
                    <a:pt x="1428" y="322"/>
                    <a:pt x="358" y="7"/>
                  </a:cubicBezTo>
                  <a:cubicBezTo>
                    <a:pt x="337" y="3"/>
                    <a:pt x="316" y="0"/>
                    <a:pt x="29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8"/>
            <p:cNvSpPr/>
            <p:nvPr/>
          </p:nvSpPr>
          <p:spPr>
            <a:xfrm>
              <a:off x="2518875" y="702025"/>
              <a:ext cx="69425" cy="48175"/>
            </a:xfrm>
            <a:custGeom>
              <a:avLst/>
              <a:gdLst/>
              <a:ahLst/>
              <a:cxnLst/>
              <a:rect l="l" t="t" r="r" b="b"/>
              <a:pathLst>
                <a:path w="2777" h="1927" extrusionOk="0">
                  <a:moveTo>
                    <a:pt x="278" y="1"/>
                  </a:moveTo>
                  <a:cubicBezTo>
                    <a:pt x="90" y="1"/>
                    <a:pt x="0" y="330"/>
                    <a:pt x="233" y="417"/>
                  </a:cubicBezTo>
                  <a:cubicBezTo>
                    <a:pt x="1051" y="700"/>
                    <a:pt x="1774" y="1203"/>
                    <a:pt x="2372" y="1864"/>
                  </a:cubicBezTo>
                  <a:cubicBezTo>
                    <a:pt x="2409" y="1908"/>
                    <a:pt x="2452" y="1926"/>
                    <a:pt x="2495" y="1926"/>
                  </a:cubicBezTo>
                  <a:cubicBezTo>
                    <a:pt x="2637" y="1926"/>
                    <a:pt x="2776" y="1726"/>
                    <a:pt x="2655" y="1581"/>
                  </a:cubicBezTo>
                  <a:cubicBezTo>
                    <a:pt x="2026" y="889"/>
                    <a:pt x="1208" y="354"/>
                    <a:pt x="327" y="8"/>
                  </a:cubicBezTo>
                  <a:cubicBezTo>
                    <a:pt x="310" y="3"/>
                    <a:pt x="294" y="1"/>
                    <a:pt x="27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8"/>
            <p:cNvSpPr/>
            <p:nvPr/>
          </p:nvSpPr>
          <p:spPr>
            <a:xfrm>
              <a:off x="2533375" y="685800"/>
              <a:ext cx="61150" cy="38825"/>
            </a:xfrm>
            <a:custGeom>
              <a:avLst/>
              <a:gdLst/>
              <a:ahLst/>
              <a:cxnLst/>
              <a:rect l="l" t="t" r="r" b="b"/>
              <a:pathLst>
                <a:path w="2446" h="1553" extrusionOk="0">
                  <a:moveTo>
                    <a:pt x="281" y="0"/>
                  </a:moveTo>
                  <a:cubicBezTo>
                    <a:pt x="109" y="0"/>
                    <a:pt x="0" y="267"/>
                    <a:pt x="187" y="374"/>
                  </a:cubicBezTo>
                  <a:cubicBezTo>
                    <a:pt x="848" y="657"/>
                    <a:pt x="1446" y="1034"/>
                    <a:pt x="2012" y="1506"/>
                  </a:cubicBezTo>
                  <a:cubicBezTo>
                    <a:pt x="2051" y="1539"/>
                    <a:pt x="2094" y="1552"/>
                    <a:pt x="2136" y="1552"/>
                  </a:cubicBezTo>
                  <a:cubicBezTo>
                    <a:pt x="2298" y="1552"/>
                    <a:pt x="2445" y="1348"/>
                    <a:pt x="2296" y="1223"/>
                  </a:cubicBezTo>
                  <a:cubicBezTo>
                    <a:pt x="1698" y="751"/>
                    <a:pt x="1068" y="342"/>
                    <a:pt x="376" y="27"/>
                  </a:cubicBezTo>
                  <a:cubicBezTo>
                    <a:pt x="343" y="9"/>
                    <a:pt x="311" y="0"/>
                    <a:pt x="28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8"/>
            <p:cNvSpPr/>
            <p:nvPr/>
          </p:nvSpPr>
          <p:spPr>
            <a:xfrm>
              <a:off x="2566300" y="682050"/>
              <a:ext cx="44300" cy="109925"/>
            </a:xfrm>
            <a:custGeom>
              <a:avLst/>
              <a:gdLst/>
              <a:ahLst/>
              <a:cxnLst/>
              <a:rect l="l" t="t" r="r" b="b"/>
              <a:pathLst>
                <a:path w="1772" h="4397" extrusionOk="0">
                  <a:moveTo>
                    <a:pt x="1534" y="0"/>
                  </a:moveTo>
                  <a:cubicBezTo>
                    <a:pt x="1457" y="0"/>
                    <a:pt x="1381" y="45"/>
                    <a:pt x="1356" y="146"/>
                  </a:cubicBezTo>
                  <a:cubicBezTo>
                    <a:pt x="1041" y="1499"/>
                    <a:pt x="601" y="2820"/>
                    <a:pt x="66" y="4079"/>
                  </a:cubicBezTo>
                  <a:cubicBezTo>
                    <a:pt x="1" y="4253"/>
                    <a:pt x="131" y="4396"/>
                    <a:pt x="248" y="4396"/>
                  </a:cubicBezTo>
                  <a:cubicBezTo>
                    <a:pt x="301" y="4396"/>
                    <a:pt x="351" y="4367"/>
                    <a:pt x="381" y="4299"/>
                  </a:cubicBezTo>
                  <a:cubicBezTo>
                    <a:pt x="947" y="2978"/>
                    <a:pt x="1388" y="1625"/>
                    <a:pt x="1734" y="272"/>
                  </a:cubicBezTo>
                  <a:cubicBezTo>
                    <a:pt x="1771" y="102"/>
                    <a:pt x="1651" y="0"/>
                    <a:pt x="153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8"/>
            <p:cNvSpPr/>
            <p:nvPr/>
          </p:nvSpPr>
          <p:spPr>
            <a:xfrm>
              <a:off x="2591350" y="705400"/>
              <a:ext cx="34700" cy="75425"/>
            </a:xfrm>
            <a:custGeom>
              <a:avLst/>
              <a:gdLst/>
              <a:ahLst/>
              <a:cxnLst/>
              <a:rect l="l" t="t" r="r" b="b"/>
              <a:pathLst>
                <a:path w="1388" h="3017" extrusionOk="0">
                  <a:moveTo>
                    <a:pt x="1145" y="1"/>
                  </a:moveTo>
                  <a:cubicBezTo>
                    <a:pt x="1068" y="1"/>
                    <a:pt x="988" y="39"/>
                    <a:pt x="952" y="124"/>
                  </a:cubicBezTo>
                  <a:lnTo>
                    <a:pt x="39" y="2767"/>
                  </a:lnTo>
                  <a:cubicBezTo>
                    <a:pt x="1" y="2922"/>
                    <a:pt x="128" y="3017"/>
                    <a:pt x="253" y="3017"/>
                  </a:cubicBezTo>
                  <a:cubicBezTo>
                    <a:pt x="333" y="3017"/>
                    <a:pt x="412" y="2979"/>
                    <a:pt x="448" y="2893"/>
                  </a:cubicBezTo>
                  <a:lnTo>
                    <a:pt x="1329" y="250"/>
                  </a:lnTo>
                  <a:cubicBezTo>
                    <a:pt x="1387" y="96"/>
                    <a:pt x="1268" y="1"/>
                    <a:pt x="114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8"/>
            <p:cNvSpPr/>
            <p:nvPr/>
          </p:nvSpPr>
          <p:spPr>
            <a:xfrm>
              <a:off x="2617625" y="739850"/>
              <a:ext cx="17400" cy="23675"/>
            </a:xfrm>
            <a:custGeom>
              <a:avLst/>
              <a:gdLst/>
              <a:ahLst/>
              <a:cxnLst/>
              <a:rect l="l" t="t" r="r" b="b"/>
              <a:pathLst>
                <a:path w="696" h="947" extrusionOk="0">
                  <a:moveTo>
                    <a:pt x="454" y="0"/>
                  </a:moveTo>
                  <a:cubicBezTo>
                    <a:pt x="383" y="0"/>
                    <a:pt x="314" y="37"/>
                    <a:pt x="278" y="131"/>
                  </a:cubicBezTo>
                  <a:lnTo>
                    <a:pt x="58" y="697"/>
                  </a:lnTo>
                  <a:cubicBezTo>
                    <a:pt x="0" y="851"/>
                    <a:pt x="120" y="947"/>
                    <a:pt x="250" y="947"/>
                  </a:cubicBezTo>
                  <a:cubicBezTo>
                    <a:pt x="332" y="947"/>
                    <a:pt x="418" y="908"/>
                    <a:pt x="467" y="823"/>
                  </a:cubicBezTo>
                  <a:cubicBezTo>
                    <a:pt x="562" y="571"/>
                    <a:pt x="593" y="414"/>
                    <a:pt x="656" y="225"/>
                  </a:cubicBezTo>
                  <a:cubicBezTo>
                    <a:pt x="696" y="107"/>
                    <a:pt x="574" y="0"/>
                    <a:pt x="45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38"/>
            <p:cNvSpPr/>
            <p:nvPr/>
          </p:nvSpPr>
          <p:spPr>
            <a:xfrm>
              <a:off x="2648725" y="727200"/>
              <a:ext cx="29050" cy="19850"/>
            </a:xfrm>
            <a:custGeom>
              <a:avLst/>
              <a:gdLst/>
              <a:ahLst/>
              <a:cxnLst/>
              <a:rect l="l" t="t" r="r" b="b"/>
              <a:pathLst>
                <a:path w="1162" h="794" extrusionOk="0">
                  <a:moveTo>
                    <a:pt x="294" y="1"/>
                  </a:moveTo>
                  <a:cubicBezTo>
                    <a:pt x="61" y="1"/>
                    <a:pt x="0" y="327"/>
                    <a:pt x="262" y="385"/>
                  </a:cubicBezTo>
                  <a:cubicBezTo>
                    <a:pt x="450" y="448"/>
                    <a:pt x="608" y="542"/>
                    <a:pt x="765" y="731"/>
                  </a:cubicBezTo>
                  <a:cubicBezTo>
                    <a:pt x="802" y="775"/>
                    <a:pt x="845" y="794"/>
                    <a:pt x="888" y="794"/>
                  </a:cubicBezTo>
                  <a:cubicBezTo>
                    <a:pt x="1028" y="794"/>
                    <a:pt x="1162" y="593"/>
                    <a:pt x="1017" y="448"/>
                  </a:cubicBezTo>
                  <a:cubicBezTo>
                    <a:pt x="859" y="228"/>
                    <a:pt x="608" y="71"/>
                    <a:pt x="356" y="8"/>
                  </a:cubicBezTo>
                  <a:cubicBezTo>
                    <a:pt x="334" y="3"/>
                    <a:pt x="314" y="1"/>
                    <a:pt x="29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38"/>
            <p:cNvSpPr/>
            <p:nvPr/>
          </p:nvSpPr>
          <p:spPr>
            <a:xfrm>
              <a:off x="2673650" y="697500"/>
              <a:ext cx="19075" cy="14950"/>
            </a:xfrm>
            <a:custGeom>
              <a:avLst/>
              <a:gdLst/>
              <a:ahLst/>
              <a:cxnLst/>
              <a:rect l="l" t="t" r="r" b="b"/>
              <a:pathLst>
                <a:path w="763" h="598" extrusionOk="0">
                  <a:moveTo>
                    <a:pt x="289" y="1"/>
                  </a:moveTo>
                  <a:cubicBezTo>
                    <a:pt x="134" y="1"/>
                    <a:pt x="1" y="201"/>
                    <a:pt x="146" y="346"/>
                  </a:cubicBezTo>
                  <a:lnTo>
                    <a:pt x="334" y="535"/>
                  </a:lnTo>
                  <a:cubicBezTo>
                    <a:pt x="378" y="579"/>
                    <a:pt x="427" y="597"/>
                    <a:pt x="474" y="597"/>
                  </a:cubicBezTo>
                  <a:cubicBezTo>
                    <a:pt x="629" y="597"/>
                    <a:pt x="762" y="397"/>
                    <a:pt x="618" y="252"/>
                  </a:cubicBezTo>
                  <a:lnTo>
                    <a:pt x="429" y="63"/>
                  </a:lnTo>
                  <a:cubicBezTo>
                    <a:pt x="385" y="19"/>
                    <a:pt x="336" y="1"/>
                    <a:pt x="28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8"/>
            <p:cNvSpPr/>
            <p:nvPr/>
          </p:nvSpPr>
          <p:spPr>
            <a:xfrm>
              <a:off x="2196850" y="815900"/>
              <a:ext cx="52975" cy="48725"/>
            </a:xfrm>
            <a:custGeom>
              <a:avLst/>
              <a:gdLst/>
              <a:ahLst/>
              <a:cxnLst/>
              <a:rect l="l" t="t" r="r" b="b"/>
              <a:pathLst>
                <a:path w="2119" h="1949" extrusionOk="0">
                  <a:moveTo>
                    <a:pt x="310" y="0"/>
                  </a:moveTo>
                  <a:cubicBezTo>
                    <a:pt x="148" y="0"/>
                    <a:pt x="1" y="205"/>
                    <a:pt x="150" y="330"/>
                  </a:cubicBezTo>
                  <a:cubicBezTo>
                    <a:pt x="717" y="770"/>
                    <a:pt x="1220" y="1274"/>
                    <a:pt x="1661" y="1871"/>
                  </a:cubicBezTo>
                  <a:cubicBezTo>
                    <a:pt x="1706" y="1926"/>
                    <a:pt x="1767" y="1949"/>
                    <a:pt x="1827" y="1949"/>
                  </a:cubicBezTo>
                  <a:cubicBezTo>
                    <a:pt x="1976" y="1949"/>
                    <a:pt x="2119" y="1808"/>
                    <a:pt x="2007" y="1651"/>
                  </a:cubicBezTo>
                  <a:cubicBezTo>
                    <a:pt x="1566" y="1053"/>
                    <a:pt x="1031" y="518"/>
                    <a:pt x="434" y="46"/>
                  </a:cubicBezTo>
                  <a:cubicBezTo>
                    <a:pt x="395" y="14"/>
                    <a:pt x="352" y="0"/>
                    <a:pt x="31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8"/>
            <p:cNvSpPr/>
            <p:nvPr/>
          </p:nvSpPr>
          <p:spPr>
            <a:xfrm>
              <a:off x="2216525" y="803300"/>
              <a:ext cx="64325" cy="62925"/>
            </a:xfrm>
            <a:custGeom>
              <a:avLst/>
              <a:gdLst/>
              <a:ahLst/>
              <a:cxnLst/>
              <a:rect l="l" t="t" r="r" b="b"/>
              <a:pathLst>
                <a:path w="2573" h="2517" extrusionOk="0">
                  <a:moveTo>
                    <a:pt x="310" y="1"/>
                  </a:moveTo>
                  <a:cubicBezTo>
                    <a:pt x="148" y="1"/>
                    <a:pt x="0" y="205"/>
                    <a:pt x="150" y="330"/>
                  </a:cubicBezTo>
                  <a:cubicBezTo>
                    <a:pt x="496" y="645"/>
                    <a:pt x="874" y="960"/>
                    <a:pt x="1220" y="1274"/>
                  </a:cubicBezTo>
                  <a:cubicBezTo>
                    <a:pt x="1346" y="1431"/>
                    <a:pt x="1503" y="1589"/>
                    <a:pt x="1660" y="1746"/>
                  </a:cubicBezTo>
                  <a:cubicBezTo>
                    <a:pt x="1711" y="1822"/>
                    <a:pt x="2005" y="2060"/>
                    <a:pt x="2119" y="2216"/>
                  </a:cubicBezTo>
                  <a:lnTo>
                    <a:pt x="2119" y="2216"/>
                  </a:lnTo>
                  <a:cubicBezTo>
                    <a:pt x="2110" y="2235"/>
                    <a:pt x="2104" y="2257"/>
                    <a:pt x="2101" y="2281"/>
                  </a:cubicBezTo>
                  <a:lnTo>
                    <a:pt x="2101" y="2312"/>
                  </a:lnTo>
                  <a:cubicBezTo>
                    <a:pt x="2101" y="2375"/>
                    <a:pt x="2132" y="2438"/>
                    <a:pt x="2195" y="2470"/>
                  </a:cubicBezTo>
                  <a:cubicBezTo>
                    <a:pt x="2242" y="2501"/>
                    <a:pt x="2290" y="2517"/>
                    <a:pt x="2337" y="2517"/>
                  </a:cubicBezTo>
                  <a:cubicBezTo>
                    <a:pt x="2384" y="2517"/>
                    <a:pt x="2431" y="2501"/>
                    <a:pt x="2478" y="2470"/>
                  </a:cubicBezTo>
                  <a:cubicBezTo>
                    <a:pt x="2541" y="2438"/>
                    <a:pt x="2573" y="2375"/>
                    <a:pt x="2573" y="2312"/>
                  </a:cubicBezTo>
                  <a:cubicBezTo>
                    <a:pt x="2573" y="1935"/>
                    <a:pt x="2006" y="1526"/>
                    <a:pt x="1755" y="1306"/>
                  </a:cubicBezTo>
                  <a:cubicBezTo>
                    <a:pt x="1346" y="865"/>
                    <a:pt x="905" y="425"/>
                    <a:pt x="433" y="47"/>
                  </a:cubicBezTo>
                  <a:cubicBezTo>
                    <a:pt x="394" y="15"/>
                    <a:pt x="352" y="1"/>
                    <a:pt x="31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38"/>
            <p:cNvSpPr/>
            <p:nvPr/>
          </p:nvSpPr>
          <p:spPr>
            <a:xfrm>
              <a:off x="2239200" y="790875"/>
              <a:ext cx="67400" cy="73500"/>
            </a:xfrm>
            <a:custGeom>
              <a:avLst/>
              <a:gdLst/>
              <a:ahLst/>
              <a:cxnLst/>
              <a:rect l="l" t="t" r="r" b="b"/>
              <a:pathLst>
                <a:path w="2696" h="2940" extrusionOk="0">
                  <a:moveTo>
                    <a:pt x="262" y="0"/>
                  </a:moveTo>
                  <a:cubicBezTo>
                    <a:pt x="100" y="0"/>
                    <a:pt x="1" y="252"/>
                    <a:pt x="156" y="355"/>
                  </a:cubicBezTo>
                  <a:cubicBezTo>
                    <a:pt x="1036" y="1016"/>
                    <a:pt x="1760" y="1866"/>
                    <a:pt x="2264" y="2841"/>
                  </a:cubicBezTo>
                  <a:cubicBezTo>
                    <a:pt x="2303" y="2910"/>
                    <a:pt x="2365" y="2939"/>
                    <a:pt x="2426" y="2939"/>
                  </a:cubicBezTo>
                  <a:cubicBezTo>
                    <a:pt x="2561" y="2939"/>
                    <a:pt x="2696" y="2803"/>
                    <a:pt x="2610" y="2652"/>
                  </a:cubicBezTo>
                  <a:cubicBezTo>
                    <a:pt x="2075" y="1614"/>
                    <a:pt x="1288" y="733"/>
                    <a:pt x="376" y="41"/>
                  </a:cubicBezTo>
                  <a:cubicBezTo>
                    <a:pt x="336" y="12"/>
                    <a:pt x="298" y="0"/>
                    <a:pt x="26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38"/>
            <p:cNvSpPr/>
            <p:nvPr/>
          </p:nvSpPr>
          <p:spPr>
            <a:xfrm>
              <a:off x="2290400" y="810775"/>
              <a:ext cx="37475" cy="39425"/>
            </a:xfrm>
            <a:custGeom>
              <a:avLst/>
              <a:gdLst/>
              <a:ahLst/>
              <a:cxnLst/>
              <a:rect l="l" t="t" r="r" b="b"/>
              <a:pathLst>
                <a:path w="1499" h="1577" extrusionOk="0">
                  <a:moveTo>
                    <a:pt x="281" y="0"/>
                  </a:moveTo>
                  <a:cubicBezTo>
                    <a:pt x="139" y="0"/>
                    <a:pt x="0" y="201"/>
                    <a:pt x="121" y="346"/>
                  </a:cubicBezTo>
                  <a:lnTo>
                    <a:pt x="1128" y="1510"/>
                  </a:lnTo>
                  <a:cubicBezTo>
                    <a:pt x="1167" y="1557"/>
                    <a:pt x="1211" y="1576"/>
                    <a:pt x="1254" y="1576"/>
                  </a:cubicBezTo>
                  <a:cubicBezTo>
                    <a:pt x="1385" y="1576"/>
                    <a:pt x="1498" y="1393"/>
                    <a:pt x="1380" y="1227"/>
                  </a:cubicBezTo>
                  <a:lnTo>
                    <a:pt x="404" y="63"/>
                  </a:lnTo>
                  <a:cubicBezTo>
                    <a:pt x="368" y="19"/>
                    <a:pt x="324" y="0"/>
                    <a:pt x="28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38"/>
            <p:cNvSpPr/>
            <p:nvPr/>
          </p:nvSpPr>
          <p:spPr>
            <a:xfrm>
              <a:off x="2271400" y="783225"/>
              <a:ext cx="12600" cy="10250"/>
            </a:xfrm>
            <a:custGeom>
              <a:avLst/>
              <a:gdLst/>
              <a:ahLst/>
              <a:cxnLst/>
              <a:rect l="l" t="t" r="r" b="b"/>
              <a:pathLst>
                <a:path w="504" h="410" extrusionOk="0">
                  <a:moveTo>
                    <a:pt x="252" y="1"/>
                  </a:moveTo>
                  <a:cubicBezTo>
                    <a:pt x="0" y="1"/>
                    <a:pt x="0" y="410"/>
                    <a:pt x="252" y="410"/>
                  </a:cubicBezTo>
                  <a:cubicBezTo>
                    <a:pt x="504" y="410"/>
                    <a:pt x="504" y="1"/>
                    <a:pt x="25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38"/>
            <p:cNvSpPr/>
            <p:nvPr/>
          </p:nvSpPr>
          <p:spPr>
            <a:xfrm>
              <a:off x="2320950" y="808300"/>
              <a:ext cx="21850" cy="54400"/>
            </a:xfrm>
            <a:custGeom>
              <a:avLst/>
              <a:gdLst/>
              <a:ahLst/>
              <a:cxnLst/>
              <a:rect l="l" t="t" r="r" b="b"/>
              <a:pathLst>
                <a:path w="874" h="2176" extrusionOk="0">
                  <a:moveTo>
                    <a:pt x="604" y="1"/>
                  </a:moveTo>
                  <a:cubicBezTo>
                    <a:pt x="542" y="1"/>
                    <a:pt x="481" y="29"/>
                    <a:pt x="441" y="99"/>
                  </a:cubicBezTo>
                  <a:cubicBezTo>
                    <a:pt x="158" y="665"/>
                    <a:pt x="0" y="1326"/>
                    <a:pt x="32" y="1987"/>
                  </a:cubicBezTo>
                  <a:cubicBezTo>
                    <a:pt x="32" y="2112"/>
                    <a:pt x="134" y="2175"/>
                    <a:pt x="236" y="2175"/>
                  </a:cubicBezTo>
                  <a:cubicBezTo>
                    <a:pt x="339" y="2175"/>
                    <a:pt x="441" y="2112"/>
                    <a:pt x="441" y="1987"/>
                  </a:cubicBezTo>
                  <a:cubicBezTo>
                    <a:pt x="409" y="1389"/>
                    <a:pt x="535" y="822"/>
                    <a:pt x="787" y="288"/>
                  </a:cubicBezTo>
                  <a:cubicBezTo>
                    <a:pt x="873" y="137"/>
                    <a:pt x="738" y="1"/>
                    <a:pt x="60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38"/>
            <p:cNvSpPr/>
            <p:nvPr/>
          </p:nvSpPr>
          <p:spPr>
            <a:xfrm>
              <a:off x="2338850" y="827325"/>
              <a:ext cx="16075" cy="32500"/>
            </a:xfrm>
            <a:custGeom>
              <a:avLst/>
              <a:gdLst/>
              <a:ahLst/>
              <a:cxnLst/>
              <a:rect l="l" t="t" r="r" b="b"/>
              <a:pathLst>
                <a:path w="643" h="1300" extrusionOk="0">
                  <a:moveTo>
                    <a:pt x="397" y="1"/>
                  </a:moveTo>
                  <a:cubicBezTo>
                    <a:pt x="310" y="1"/>
                    <a:pt x="223" y="51"/>
                    <a:pt x="197" y="156"/>
                  </a:cubicBezTo>
                  <a:lnTo>
                    <a:pt x="40" y="1037"/>
                  </a:lnTo>
                  <a:cubicBezTo>
                    <a:pt x="1" y="1192"/>
                    <a:pt x="130" y="1300"/>
                    <a:pt x="249" y="1300"/>
                  </a:cubicBezTo>
                  <a:cubicBezTo>
                    <a:pt x="323" y="1300"/>
                    <a:pt x="393" y="1259"/>
                    <a:pt x="417" y="1163"/>
                  </a:cubicBezTo>
                  <a:cubicBezTo>
                    <a:pt x="480" y="848"/>
                    <a:pt x="543" y="565"/>
                    <a:pt x="606" y="282"/>
                  </a:cubicBezTo>
                  <a:cubicBezTo>
                    <a:pt x="643" y="98"/>
                    <a:pt x="519" y="1"/>
                    <a:pt x="39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8"/>
            <p:cNvSpPr/>
            <p:nvPr/>
          </p:nvSpPr>
          <p:spPr>
            <a:xfrm>
              <a:off x="2372200" y="780475"/>
              <a:ext cx="43025" cy="74650"/>
            </a:xfrm>
            <a:custGeom>
              <a:avLst/>
              <a:gdLst/>
              <a:ahLst/>
              <a:cxnLst/>
              <a:rect l="l" t="t" r="r" b="b"/>
              <a:pathLst>
                <a:path w="1721" h="2986" extrusionOk="0">
                  <a:moveTo>
                    <a:pt x="1435" y="1"/>
                  </a:moveTo>
                  <a:cubicBezTo>
                    <a:pt x="1378" y="1"/>
                    <a:pt x="1322" y="24"/>
                    <a:pt x="1286" y="79"/>
                  </a:cubicBezTo>
                  <a:cubicBezTo>
                    <a:pt x="719" y="866"/>
                    <a:pt x="279" y="1778"/>
                    <a:pt x="59" y="2722"/>
                  </a:cubicBezTo>
                  <a:cubicBezTo>
                    <a:pt x="0" y="2878"/>
                    <a:pt x="134" y="2985"/>
                    <a:pt x="260" y="2985"/>
                  </a:cubicBezTo>
                  <a:cubicBezTo>
                    <a:pt x="338" y="2985"/>
                    <a:pt x="412" y="2944"/>
                    <a:pt x="436" y="2848"/>
                  </a:cubicBezTo>
                  <a:cubicBezTo>
                    <a:pt x="656" y="1904"/>
                    <a:pt x="1065" y="1054"/>
                    <a:pt x="1632" y="268"/>
                  </a:cubicBezTo>
                  <a:cubicBezTo>
                    <a:pt x="1721" y="134"/>
                    <a:pt x="1574" y="1"/>
                    <a:pt x="143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8"/>
            <p:cNvSpPr/>
            <p:nvPr/>
          </p:nvSpPr>
          <p:spPr>
            <a:xfrm>
              <a:off x="2393250" y="802800"/>
              <a:ext cx="35275" cy="55250"/>
            </a:xfrm>
            <a:custGeom>
              <a:avLst/>
              <a:gdLst/>
              <a:ahLst/>
              <a:cxnLst/>
              <a:rect l="l" t="t" r="r" b="b"/>
              <a:pathLst>
                <a:path w="1411" h="2210" extrusionOk="0">
                  <a:moveTo>
                    <a:pt x="1141" y="0"/>
                  </a:moveTo>
                  <a:cubicBezTo>
                    <a:pt x="1080" y="0"/>
                    <a:pt x="1018" y="29"/>
                    <a:pt x="978" y="99"/>
                  </a:cubicBezTo>
                  <a:cubicBezTo>
                    <a:pt x="632" y="665"/>
                    <a:pt x="318" y="1263"/>
                    <a:pt x="66" y="1892"/>
                  </a:cubicBezTo>
                  <a:cubicBezTo>
                    <a:pt x="1" y="2066"/>
                    <a:pt x="146" y="2209"/>
                    <a:pt x="272" y="2209"/>
                  </a:cubicBezTo>
                  <a:cubicBezTo>
                    <a:pt x="329" y="2209"/>
                    <a:pt x="383" y="2180"/>
                    <a:pt x="412" y="2112"/>
                  </a:cubicBezTo>
                  <a:cubicBezTo>
                    <a:pt x="664" y="1483"/>
                    <a:pt x="978" y="885"/>
                    <a:pt x="1325" y="287"/>
                  </a:cubicBezTo>
                  <a:cubicBezTo>
                    <a:pt x="1411" y="136"/>
                    <a:pt x="1276" y="0"/>
                    <a:pt x="114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8"/>
            <p:cNvSpPr/>
            <p:nvPr/>
          </p:nvSpPr>
          <p:spPr>
            <a:xfrm>
              <a:off x="2403400" y="826925"/>
              <a:ext cx="44825" cy="26700"/>
            </a:xfrm>
            <a:custGeom>
              <a:avLst/>
              <a:gdLst/>
              <a:ahLst/>
              <a:cxnLst/>
              <a:rect l="l" t="t" r="r" b="b"/>
              <a:pathLst>
                <a:path w="1793" h="1068" extrusionOk="0">
                  <a:moveTo>
                    <a:pt x="271" y="0"/>
                  </a:moveTo>
                  <a:cubicBezTo>
                    <a:pt x="53" y="0"/>
                    <a:pt x="1" y="336"/>
                    <a:pt x="226" y="392"/>
                  </a:cubicBezTo>
                  <a:cubicBezTo>
                    <a:pt x="667" y="518"/>
                    <a:pt x="1044" y="707"/>
                    <a:pt x="1359" y="1021"/>
                  </a:cubicBezTo>
                  <a:cubicBezTo>
                    <a:pt x="1398" y="1054"/>
                    <a:pt x="1441" y="1067"/>
                    <a:pt x="1483" y="1067"/>
                  </a:cubicBezTo>
                  <a:cubicBezTo>
                    <a:pt x="1644" y="1067"/>
                    <a:pt x="1792" y="863"/>
                    <a:pt x="1642" y="738"/>
                  </a:cubicBezTo>
                  <a:cubicBezTo>
                    <a:pt x="1265" y="392"/>
                    <a:pt x="824" y="140"/>
                    <a:pt x="352" y="15"/>
                  </a:cubicBezTo>
                  <a:cubicBezTo>
                    <a:pt x="323" y="5"/>
                    <a:pt x="296" y="0"/>
                    <a:pt x="27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8"/>
            <p:cNvSpPr/>
            <p:nvPr/>
          </p:nvSpPr>
          <p:spPr>
            <a:xfrm>
              <a:off x="2421600" y="810025"/>
              <a:ext cx="57425" cy="41875"/>
            </a:xfrm>
            <a:custGeom>
              <a:avLst/>
              <a:gdLst/>
              <a:ahLst/>
              <a:cxnLst/>
              <a:rect l="l" t="t" r="r" b="b"/>
              <a:pathLst>
                <a:path w="2297" h="1675" extrusionOk="0">
                  <a:moveTo>
                    <a:pt x="248" y="1"/>
                  </a:moveTo>
                  <a:cubicBezTo>
                    <a:pt x="86" y="1"/>
                    <a:pt x="1" y="244"/>
                    <a:pt x="159" y="376"/>
                  </a:cubicBezTo>
                  <a:lnTo>
                    <a:pt x="1921" y="1634"/>
                  </a:lnTo>
                  <a:cubicBezTo>
                    <a:pt x="1960" y="1662"/>
                    <a:pt x="1999" y="1674"/>
                    <a:pt x="2034" y="1674"/>
                  </a:cubicBezTo>
                  <a:cubicBezTo>
                    <a:pt x="2197" y="1674"/>
                    <a:pt x="2297" y="1418"/>
                    <a:pt x="2141" y="1288"/>
                  </a:cubicBezTo>
                  <a:lnTo>
                    <a:pt x="348" y="30"/>
                  </a:lnTo>
                  <a:cubicBezTo>
                    <a:pt x="313" y="10"/>
                    <a:pt x="279" y="1"/>
                    <a:pt x="24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8"/>
            <p:cNvSpPr/>
            <p:nvPr/>
          </p:nvSpPr>
          <p:spPr>
            <a:xfrm>
              <a:off x="2430525" y="783175"/>
              <a:ext cx="51525" cy="29550"/>
            </a:xfrm>
            <a:custGeom>
              <a:avLst/>
              <a:gdLst/>
              <a:ahLst/>
              <a:cxnLst/>
              <a:rect l="l" t="t" r="r" b="b"/>
              <a:pathLst>
                <a:path w="2061" h="1182" extrusionOk="0">
                  <a:moveTo>
                    <a:pt x="311" y="1"/>
                  </a:moveTo>
                  <a:cubicBezTo>
                    <a:pt x="107" y="1"/>
                    <a:pt x="1" y="351"/>
                    <a:pt x="243" y="412"/>
                  </a:cubicBezTo>
                  <a:lnTo>
                    <a:pt x="211" y="380"/>
                  </a:lnTo>
                  <a:lnTo>
                    <a:pt x="211" y="380"/>
                  </a:lnTo>
                  <a:cubicBezTo>
                    <a:pt x="746" y="506"/>
                    <a:pt x="1249" y="758"/>
                    <a:pt x="1658" y="1135"/>
                  </a:cubicBezTo>
                  <a:cubicBezTo>
                    <a:pt x="1691" y="1168"/>
                    <a:pt x="1729" y="1181"/>
                    <a:pt x="1766" y="1181"/>
                  </a:cubicBezTo>
                  <a:cubicBezTo>
                    <a:pt x="1912" y="1181"/>
                    <a:pt x="2060" y="977"/>
                    <a:pt x="1910" y="852"/>
                  </a:cubicBezTo>
                  <a:cubicBezTo>
                    <a:pt x="1470" y="412"/>
                    <a:pt x="935" y="128"/>
                    <a:pt x="337" y="3"/>
                  </a:cubicBezTo>
                  <a:cubicBezTo>
                    <a:pt x="328" y="1"/>
                    <a:pt x="320" y="1"/>
                    <a:pt x="31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38"/>
            <p:cNvSpPr/>
            <p:nvPr/>
          </p:nvSpPr>
          <p:spPr>
            <a:xfrm>
              <a:off x="2482200" y="810750"/>
              <a:ext cx="13400" cy="9475"/>
            </a:xfrm>
            <a:custGeom>
              <a:avLst/>
              <a:gdLst/>
              <a:ahLst/>
              <a:cxnLst/>
              <a:rect l="l" t="t" r="r" b="b"/>
              <a:pathLst>
                <a:path w="536" h="379" extrusionOk="0">
                  <a:moveTo>
                    <a:pt x="284" y="1"/>
                  </a:moveTo>
                  <a:cubicBezTo>
                    <a:pt x="1" y="1"/>
                    <a:pt x="1" y="378"/>
                    <a:pt x="284" y="378"/>
                  </a:cubicBezTo>
                  <a:cubicBezTo>
                    <a:pt x="535" y="378"/>
                    <a:pt x="535" y="1"/>
                    <a:pt x="28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38"/>
            <p:cNvSpPr/>
            <p:nvPr/>
          </p:nvSpPr>
          <p:spPr>
            <a:xfrm>
              <a:off x="2503825" y="830475"/>
              <a:ext cx="31850" cy="26600"/>
            </a:xfrm>
            <a:custGeom>
              <a:avLst/>
              <a:gdLst/>
              <a:ahLst/>
              <a:cxnLst/>
              <a:rect l="l" t="t" r="r" b="b"/>
              <a:pathLst>
                <a:path w="1274" h="1064" extrusionOk="0">
                  <a:moveTo>
                    <a:pt x="285" y="1"/>
                  </a:moveTo>
                  <a:cubicBezTo>
                    <a:pt x="138" y="1"/>
                    <a:pt x="0" y="149"/>
                    <a:pt x="111" y="282"/>
                  </a:cubicBezTo>
                  <a:lnTo>
                    <a:pt x="111" y="313"/>
                  </a:lnTo>
                  <a:cubicBezTo>
                    <a:pt x="300" y="596"/>
                    <a:pt x="583" y="879"/>
                    <a:pt x="897" y="1037"/>
                  </a:cubicBezTo>
                  <a:cubicBezTo>
                    <a:pt x="935" y="1056"/>
                    <a:pt x="971" y="1064"/>
                    <a:pt x="1003" y="1064"/>
                  </a:cubicBezTo>
                  <a:cubicBezTo>
                    <a:pt x="1188" y="1064"/>
                    <a:pt x="1274" y="798"/>
                    <a:pt x="1086" y="691"/>
                  </a:cubicBezTo>
                  <a:cubicBezTo>
                    <a:pt x="803" y="533"/>
                    <a:pt x="614" y="344"/>
                    <a:pt x="457" y="93"/>
                  </a:cubicBezTo>
                  <a:cubicBezTo>
                    <a:pt x="410" y="27"/>
                    <a:pt x="347" y="1"/>
                    <a:pt x="28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8"/>
            <p:cNvSpPr/>
            <p:nvPr/>
          </p:nvSpPr>
          <p:spPr>
            <a:xfrm>
              <a:off x="2498900" y="788375"/>
              <a:ext cx="65800" cy="61725"/>
            </a:xfrm>
            <a:custGeom>
              <a:avLst/>
              <a:gdLst/>
              <a:ahLst/>
              <a:cxnLst/>
              <a:rect l="l" t="t" r="r" b="b"/>
              <a:pathLst>
                <a:path w="2632" h="2469" extrusionOk="0">
                  <a:moveTo>
                    <a:pt x="310" y="0"/>
                  </a:moveTo>
                  <a:cubicBezTo>
                    <a:pt x="148" y="0"/>
                    <a:pt x="1" y="204"/>
                    <a:pt x="151" y="329"/>
                  </a:cubicBezTo>
                  <a:cubicBezTo>
                    <a:pt x="874" y="990"/>
                    <a:pt x="1566" y="1682"/>
                    <a:pt x="2227" y="2406"/>
                  </a:cubicBezTo>
                  <a:cubicBezTo>
                    <a:pt x="2264" y="2450"/>
                    <a:pt x="2307" y="2468"/>
                    <a:pt x="2350" y="2468"/>
                  </a:cubicBezTo>
                  <a:cubicBezTo>
                    <a:pt x="2492" y="2468"/>
                    <a:pt x="2631" y="2268"/>
                    <a:pt x="2510" y="2123"/>
                  </a:cubicBezTo>
                  <a:cubicBezTo>
                    <a:pt x="1850" y="1399"/>
                    <a:pt x="1157" y="707"/>
                    <a:pt x="434" y="46"/>
                  </a:cubicBezTo>
                  <a:cubicBezTo>
                    <a:pt x="395" y="14"/>
                    <a:pt x="352" y="0"/>
                    <a:pt x="31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8"/>
            <p:cNvSpPr/>
            <p:nvPr/>
          </p:nvSpPr>
          <p:spPr>
            <a:xfrm>
              <a:off x="2811750" y="773050"/>
              <a:ext cx="30400" cy="27875"/>
            </a:xfrm>
            <a:custGeom>
              <a:avLst/>
              <a:gdLst/>
              <a:ahLst/>
              <a:cxnLst/>
              <a:rect l="l" t="t" r="r" b="b"/>
              <a:pathLst>
                <a:path w="1216" h="1115" extrusionOk="0">
                  <a:moveTo>
                    <a:pt x="277" y="1"/>
                  </a:moveTo>
                  <a:cubicBezTo>
                    <a:pt x="108" y="1"/>
                    <a:pt x="1" y="244"/>
                    <a:pt x="159" y="376"/>
                  </a:cubicBezTo>
                  <a:cubicBezTo>
                    <a:pt x="411" y="565"/>
                    <a:pt x="631" y="754"/>
                    <a:pt x="788" y="1037"/>
                  </a:cubicBezTo>
                  <a:cubicBezTo>
                    <a:pt x="825" y="1091"/>
                    <a:pt x="879" y="1114"/>
                    <a:pt x="935" y="1114"/>
                  </a:cubicBezTo>
                  <a:cubicBezTo>
                    <a:pt x="1072" y="1114"/>
                    <a:pt x="1215" y="973"/>
                    <a:pt x="1103" y="817"/>
                  </a:cubicBezTo>
                  <a:cubicBezTo>
                    <a:pt x="914" y="502"/>
                    <a:pt x="663" y="250"/>
                    <a:pt x="379" y="30"/>
                  </a:cubicBezTo>
                  <a:cubicBezTo>
                    <a:pt x="344" y="10"/>
                    <a:pt x="310" y="1"/>
                    <a:pt x="27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8"/>
            <p:cNvSpPr/>
            <p:nvPr/>
          </p:nvSpPr>
          <p:spPr>
            <a:xfrm>
              <a:off x="2828625" y="761225"/>
              <a:ext cx="23175" cy="22800"/>
            </a:xfrm>
            <a:custGeom>
              <a:avLst/>
              <a:gdLst/>
              <a:ahLst/>
              <a:cxnLst/>
              <a:rect l="l" t="t" r="r" b="b"/>
              <a:pathLst>
                <a:path w="927" h="912" extrusionOk="0">
                  <a:moveTo>
                    <a:pt x="274" y="0"/>
                  </a:moveTo>
                  <a:cubicBezTo>
                    <a:pt x="133" y="0"/>
                    <a:pt x="0" y="201"/>
                    <a:pt x="145" y="346"/>
                  </a:cubicBezTo>
                  <a:lnTo>
                    <a:pt x="523" y="849"/>
                  </a:lnTo>
                  <a:cubicBezTo>
                    <a:pt x="559" y="893"/>
                    <a:pt x="602" y="911"/>
                    <a:pt x="645" y="911"/>
                  </a:cubicBezTo>
                  <a:cubicBezTo>
                    <a:pt x="788" y="911"/>
                    <a:pt x="926" y="711"/>
                    <a:pt x="806" y="566"/>
                  </a:cubicBezTo>
                  <a:lnTo>
                    <a:pt x="397" y="62"/>
                  </a:lnTo>
                  <a:cubicBezTo>
                    <a:pt x="360" y="19"/>
                    <a:pt x="317" y="0"/>
                    <a:pt x="27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38"/>
            <p:cNvSpPr/>
            <p:nvPr/>
          </p:nvSpPr>
          <p:spPr>
            <a:xfrm>
              <a:off x="3346875" y="558050"/>
              <a:ext cx="49250" cy="43075"/>
            </a:xfrm>
            <a:custGeom>
              <a:avLst/>
              <a:gdLst/>
              <a:ahLst/>
              <a:cxnLst/>
              <a:rect l="l" t="t" r="r" b="b"/>
              <a:pathLst>
                <a:path w="1970" h="1723" extrusionOk="0">
                  <a:moveTo>
                    <a:pt x="274" y="0"/>
                  </a:moveTo>
                  <a:cubicBezTo>
                    <a:pt x="95" y="0"/>
                    <a:pt x="0" y="252"/>
                    <a:pt x="181" y="355"/>
                  </a:cubicBezTo>
                  <a:cubicBezTo>
                    <a:pt x="716" y="670"/>
                    <a:pt x="1188" y="1110"/>
                    <a:pt x="1534" y="1645"/>
                  </a:cubicBezTo>
                  <a:cubicBezTo>
                    <a:pt x="1570" y="1699"/>
                    <a:pt x="1625" y="1722"/>
                    <a:pt x="1681" y="1722"/>
                  </a:cubicBezTo>
                  <a:cubicBezTo>
                    <a:pt x="1820" y="1722"/>
                    <a:pt x="1970" y="1582"/>
                    <a:pt x="1880" y="1425"/>
                  </a:cubicBezTo>
                  <a:cubicBezTo>
                    <a:pt x="1471" y="858"/>
                    <a:pt x="968" y="386"/>
                    <a:pt x="401" y="40"/>
                  </a:cubicBezTo>
                  <a:cubicBezTo>
                    <a:pt x="356" y="12"/>
                    <a:pt x="313" y="0"/>
                    <a:pt x="27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38"/>
            <p:cNvSpPr/>
            <p:nvPr/>
          </p:nvSpPr>
          <p:spPr>
            <a:xfrm>
              <a:off x="3368700" y="542875"/>
              <a:ext cx="37400" cy="28375"/>
            </a:xfrm>
            <a:custGeom>
              <a:avLst/>
              <a:gdLst/>
              <a:ahLst/>
              <a:cxnLst/>
              <a:rect l="l" t="t" r="r" b="b"/>
              <a:pathLst>
                <a:path w="1496" h="1135" extrusionOk="0">
                  <a:moveTo>
                    <a:pt x="326" y="1"/>
                  </a:moveTo>
                  <a:cubicBezTo>
                    <a:pt x="141" y="1"/>
                    <a:pt x="1" y="254"/>
                    <a:pt x="221" y="364"/>
                  </a:cubicBezTo>
                  <a:cubicBezTo>
                    <a:pt x="535" y="521"/>
                    <a:pt x="818" y="773"/>
                    <a:pt x="1039" y="1056"/>
                  </a:cubicBezTo>
                  <a:cubicBezTo>
                    <a:pt x="1085" y="1112"/>
                    <a:pt x="1147" y="1135"/>
                    <a:pt x="1208" y="1135"/>
                  </a:cubicBezTo>
                  <a:cubicBezTo>
                    <a:pt x="1355" y="1135"/>
                    <a:pt x="1496" y="1001"/>
                    <a:pt x="1385" y="868"/>
                  </a:cubicBezTo>
                  <a:cubicBezTo>
                    <a:pt x="1133" y="521"/>
                    <a:pt x="787" y="238"/>
                    <a:pt x="409" y="18"/>
                  </a:cubicBezTo>
                  <a:cubicBezTo>
                    <a:pt x="381" y="6"/>
                    <a:pt x="353" y="1"/>
                    <a:pt x="32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8"/>
            <p:cNvSpPr/>
            <p:nvPr/>
          </p:nvSpPr>
          <p:spPr>
            <a:xfrm>
              <a:off x="3383250" y="552650"/>
              <a:ext cx="33250" cy="73775"/>
            </a:xfrm>
            <a:custGeom>
              <a:avLst/>
              <a:gdLst/>
              <a:ahLst/>
              <a:cxnLst/>
              <a:rect l="l" t="t" r="r" b="b"/>
              <a:pathLst>
                <a:path w="1330" h="2951" extrusionOk="0">
                  <a:moveTo>
                    <a:pt x="1060" y="1"/>
                  </a:moveTo>
                  <a:cubicBezTo>
                    <a:pt x="998" y="1"/>
                    <a:pt x="937" y="30"/>
                    <a:pt x="897" y="99"/>
                  </a:cubicBezTo>
                  <a:cubicBezTo>
                    <a:pt x="425" y="917"/>
                    <a:pt x="142" y="1829"/>
                    <a:pt x="16" y="2773"/>
                  </a:cubicBezTo>
                  <a:cubicBezTo>
                    <a:pt x="1" y="2895"/>
                    <a:pt x="89" y="2951"/>
                    <a:pt x="187" y="2951"/>
                  </a:cubicBezTo>
                  <a:cubicBezTo>
                    <a:pt x="292" y="2951"/>
                    <a:pt x="409" y="2887"/>
                    <a:pt x="425" y="2773"/>
                  </a:cubicBezTo>
                  <a:cubicBezTo>
                    <a:pt x="520" y="1892"/>
                    <a:pt x="803" y="1043"/>
                    <a:pt x="1243" y="288"/>
                  </a:cubicBezTo>
                  <a:cubicBezTo>
                    <a:pt x="1329" y="137"/>
                    <a:pt x="1194" y="1"/>
                    <a:pt x="106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8"/>
            <p:cNvSpPr/>
            <p:nvPr/>
          </p:nvSpPr>
          <p:spPr>
            <a:xfrm>
              <a:off x="3405275" y="586925"/>
              <a:ext cx="19075" cy="34275"/>
            </a:xfrm>
            <a:custGeom>
              <a:avLst/>
              <a:gdLst/>
              <a:ahLst/>
              <a:cxnLst/>
              <a:rect l="l" t="t" r="r" b="b"/>
              <a:pathLst>
                <a:path w="763" h="1371" extrusionOk="0">
                  <a:moveTo>
                    <a:pt x="495" y="0"/>
                  </a:moveTo>
                  <a:cubicBezTo>
                    <a:pt x="433" y="0"/>
                    <a:pt x="371" y="33"/>
                    <a:pt x="331" y="112"/>
                  </a:cubicBezTo>
                  <a:cubicBezTo>
                    <a:pt x="173" y="427"/>
                    <a:pt x="48" y="805"/>
                    <a:pt x="16" y="1182"/>
                  </a:cubicBezTo>
                  <a:cubicBezTo>
                    <a:pt x="0" y="1308"/>
                    <a:pt x="95" y="1371"/>
                    <a:pt x="197" y="1371"/>
                  </a:cubicBezTo>
                  <a:cubicBezTo>
                    <a:pt x="299" y="1371"/>
                    <a:pt x="409" y="1308"/>
                    <a:pt x="425" y="1182"/>
                  </a:cubicBezTo>
                  <a:cubicBezTo>
                    <a:pt x="457" y="868"/>
                    <a:pt x="551" y="584"/>
                    <a:pt x="677" y="301"/>
                  </a:cubicBezTo>
                  <a:cubicBezTo>
                    <a:pt x="763" y="151"/>
                    <a:pt x="629" y="0"/>
                    <a:pt x="49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8"/>
            <p:cNvSpPr/>
            <p:nvPr/>
          </p:nvSpPr>
          <p:spPr>
            <a:xfrm>
              <a:off x="3445775" y="577125"/>
              <a:ext cx="13400" cy="9475"/>
            </a:xfrm>
            <a:custGeom>
              <a:avLst/>
              <a:gdLst/>
              <a:ahLst/>
              <a:cxnLst/>
              <a:rect l="l" t="t" r="r" b="b"/>
              <a:pathLst>
                <a:path w="536" h="379" extrusionOk="0">
                  <a:moveTo>
                    <a:pt x="284" y="1"/>
                  </a:moveTo>
                  <a:cubicBezTo>
                    <a:pt x="1" y="1"/>
                    <a:pt x="1" y="379"/>
                    <a:pt x="284" y="379"/>
                  </a:cubicBezTo>
                  <a:cubicBezTo>
                    <a:pt x="536" y="379"/>
                    <a:pt x="536" y="1"/>
                    <a:pt x="28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38"/>
            <p:cNvSpPr/>
            <p:nvPr/>
          </p:nvSpPr>
          <p:spPr>
            <a:xfrm>
              <a:off x="3711850" y="547025"/>
              <a:ext cx="22575" cy="17775"/>
            </a:xfrm>
            <a:custGeom>
              <a:avLst/>
              <a:gdLst/>
              <a:ahLst/>
              <a:cxnLst/>
              <a:rect l="l" t="t" r="r" b="b"/>
              <a:pathLst>
                <a:path w="903" h="711" extrusionOk="0">
                  <a:moveTo>
                    <a:pt x="258" y="1"/>
                  </a:moveTo>
                  <a:cubicBezTo>
                    <a:pt x="96" y="1"/>
                    <a:pt x="0" y="258"/>
                    <a:pt x="181" y="387"/>
                  </a:cubicBezTo>
                  <a:lnTo>
                    <a:pt x="150" y="387"/>
                  </a:lnTo>
                  <a:lnTo>
                    <a:pt x="559" y="670"/>
                  </a:lnTo>
                  <a:cubicBezTo>
                    <a:pt x="592" y="698"/>
                    <a:pt x="626" y="710"/>
                    <a:pt x="658" y="710"/>
                  </a:cubicBezTo>
                  <a:cubicBezTo>
                    <a:pt x="803" y="710"/>
                    <a:pt x="903" y="453"/>
                    <a:pt x="748" y="324"/>
                  </a:cubicBezTo>
                  <a:lnTo>
                    <a:pt x="370" y="41"/>
                  </a:lnTo>
                  <a:cubicBezTo>
                    <a:pt x="331" y="13"/>
                    <a:pt x="293" y="1"/>
                    <a:pt x="25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8"/>
            <p:cNvSpPr/>
            <p:nvPr/>
          </p:nvSpPr>
          <p:spPr>
            <a:xfrm>
              <a:off x="3746250" y="518150"/>
              <a:ext cx="12625" cy="9450"/>
            </a:xfrm>
            <a:custGeom>
              <a:avLst/>
              <a:gdLst/>
              <a:ahLst/>
              <a:cxnLst/>
              <a:rect l="l" t="t" r="r" b="b"/>
              <a:pathLst>
                <a:path w="505" h="378" extrusionOk="0">
                  <a:moveTo>
                    <a:pt x="253" y="0"/>
                  </a:moveTo>
                  <a:cubicBezTo>
                    <a:pt x="1" y="0"/>
                    <a:pt x="1" y="378"/>
                    <a:pt x="253" y="378"/>
                  </a:cubicBezTo>
                  <a:cubicBezTo>
                    <a:pt x="504" y="378"/>
                    <a:pt x="504" y="0"/>
                    <a:pt x="25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8"/>
            <p:cNvSpPr/>
            <p:nvPr/>
          </p:nvSpPr>
          <p:spPr>
            <a:xfrm>
              <a:off x="4543050" y="635400"/>
              <a:ext cx="49000" cy="51875"/>
            </a:xfrm>
            <a:custGeom>
              <a:avLst/>
              <a:gdLst/>
              <a:ahLst/>
              <a:cxnLst/>
              <a:rect l="l" t="t" r="r" b="b"/>
              <a:pathLst>
                <a:path w="1960" h="2075" extrusionOk="0">
                  <a:moveTo>
                    <a:pt x="277" y="1"/>
                  </a:moveTo>
                  <a:cubicBezTo>
                    <a:pt x="108" y="1"/>
                    <a:pt x="1" y="239"/>
                    <a:pt x="159" y="344"/>
                  </a:cubicBezTo>
                  <a:cubicBezTo>
                    <a:pt x="788" y="722"/>
                    <a:pt x="1260" y="1288"/>
                    <a:pt x="1512" y="1949"/>
                  </a:cubicBezTo>
                  <a:cubicBezTo>
                    <a:pt x="1550" y="2037"/>
                    <a:pt x="1632" y="2074"/>
                    <a:pt x="1713" y="2074"/>
                  </a:cubicBezTo>
                  <a:cubicBezTo>
                    <a:pt x="1837" y="2074"/>
                    <a:pt x="1959" y="1987"/>
                    <a:pt x="1921" y="1855"/>
                  </a:cubicBezTo>
                  <a:cubicBezTo>
                    <a:pt x="1638" y="1068"/>
                    <a:pt x="1072" y="439"/>
                    <a:pt x="379" y="30"/>
                  </a:cubicBezTo>
                  <a:cubicBezTo>
                    <a:pt x="344" y="9"/>
                    <a:pt x="309" y="1"/>
                    <a:pt x="27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8"/>
            <p:cNvSpPr/>
            <p:nvPr/>
          </p:nvSpPr>
          <p:spPr>
            <a:xfrm>
              <a:off x="4561500" y="624350"/>
              <a:ext cx="49475" cy="55625"/>
            </a:xfrm>
            <a:custGeom>
              <a:avLst/>
              <a:gdLst/>
              <a:ahLst/>
              <a:cxnLst/>
              <a:rect l="l" t="t" r="r" b="b"/>
              <a:pathLst>
                <a:path w="1979" h="2225" extrusionOk="0">
                  <a:moveTo>
                    <a:pt x="260" y="0"/>
                  </a:moveTo>
                  <a:cubicBezTo>
                    <a:pt x="114" y="0"/>
                    <a:pt x="0" y="194"/>
                    <a:pt x="145" y="314"/>
                  </a:cubicBezTo>
                  <a:cubicBezTo>
                    <a:pt x="629" y="772"/>
                    <a:pt x="1045" y="1276"/>
                    <a:pt x="1391" y="1826"/>
                  </a:cubicBezTo>
                  <a:lnTo>
                    <a:pt x="1391" y="1826"/>
                  </a:lnTo>
                  <a:cubicBezTo>
                    <a:pt x="1383" y="1878"/>
                    <a:pt x="1394" y="1933"/>
                    <a:pt x="1435" y="1982"/>
                  </a:cubicBezTo>
                  <a:lnTo>
                    <a:pt x="1592" y="2171"/>
                  </a:lnTo>
                  <a:cubicBezTo>
                    <a:pt x="1630" y="2208"/>
                    <a:pt x="1673" y="2225"/>
                    <a:pt x="1715" y="2225"/>
                  </a:cubicBezTo>
                  <a:cubicBezTo>
                    <a:pt x="1850" y="2225"/>
                    <a:pt x="1979" y="2063"/>
                    <a:pt x="1907" y="1919"/>
                  </a:cubicBezTo>
                  <a:cubicBezTo>
                    <a:pt x="1498" y="1227"/>
                    <a:pt x="994" y="598"/>
                    <a:pt x="397" y="63"/>
                  </a:cubicBezTo>
                  <a:cubicBezTo>
                    <a:pt x="352" y="18"/>
                    <a:pt x="304" y="0"/>
                    <a:pt x="26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8"/>
            <p:cNvSpPr/>
            <p:nvPr/>
          </p:nvSpPr>
          <p:spPr>
            <a:xfrm>
              <a:off x="4584300" y="616475"/>
              <a:ext cx="32025" cy="34700"/>
            </a:xfrm>
            <a:custGeom>
              <a:avLst/>
              <a:gdLst/>
              <a:ahLst/>
              <a:cxnLst/>
              <a:rect l="l" t="t" r="r" b="b"/>
              <a:pathLst>
                <a:path w="1281" h="1388" extrusionOk="0">
                  <a:moveTo>
                    <a:pt x="287" y="0"/>
                  </a:moveTo>
                  <a:cubicBezTo>
                    <a:pt x="133" y="0"/>
                    <a:pt x="1" y="194"/>
                    <a:pt x="145" y="315"/>
                  </a:cubicBezTo>
                  <a:lnTo>
                    <a:pt x="114" y="315"/>
                  </a:lnTo>
                  <a:cubicBezTo>
                    <a:pt x="428" y="598"/>
                    <a:pt x="680" y="913"/>
                    <a:pt x="869" y="1290"/>
                  </a:cubicBezTo>
                  <a:cubicBezTo>
                    <a:pt x="898" y="1358"/>
                    <a:pt x="952" y="1387"/>
                    <a:pt x="1009" y="1387"/>
                  </a:cubicBezTo>
                  <a:cubicBezTo>
                    <a:pt x="1136" y="1387"/>
                    <a:pt x="1280" y="1244"/>
                    <a:pt x="1215" y="1070"/>
                  </a:cubicBezTo>
                  <a:cubicBezTo>
                    <a:pt x="995" y="692"/>
                    <a:pt x="743" y="346"/>
                    <a:pt x="428" y="63"/>
                  </a:cubicBezTo>
                  <a:cubicBezTo>
                    <a:pt x="384" y="19"/>
                    <a:pt x="335" y="0"/>
                    <a:pt x="28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8"/>
            <p:cNvSpPr/>
            <p:nvPr/>
          </p:nvSpPr>
          <p:spPr>
            <a:xfrm>
              <a:off x="4579225" y="635350"/>
              <a:ext cx="62075" cy="82275"/>
            </a:xfrm>
            <a:custGeom>
              <a:avLst/>
              <a:gdLst/>
              <a:ahLst/>
              <a:cxnLst/>
              <a:rect l="l" t="t" r="r" b="b"/>
              <a:pathLst>
                <a:path w="2483" h="3291" extrusionOk="0">
                  <a:moveTo>
                    <a:pt x="2215" y="1"/>
                  </a:moveTo>
                  <a:cubicBezTo>
                    <a:pt x="2170" y="1"/>
                    <a:pt x="2123" y="19"/>
                    <a:pt x="2079" y="63"/>
                  </a:cubicBezTo>
                  <a:cubicBezTo>
                    <a:pt x="1229" y="913"/>
                    <a:pt x="569" y="1920"/>
                    <a:pt x="65" y="2989"/>
                  </a:cubicBezTo>
                  <a:cubicBezTo>
                    <a:pt x="1" y="3140"/>
                    <a:pt x="142" y="3290"/>
                    <a:pt x="268" y="3290"/>
                  </a:cubicBezTo>
                  <a:cubicBezTo>
                    <a:pt x="326" y="3290"/>
                    <a:pt x="381" y="3258"/>
                    <a:pt x="411" y="3178"/>
                  </a:cubicBezTo>
                  <a:cubicBezTo>
                    <a:pt x="883" y="2108"/>
                    <a:pt x="1544" y="1164"/>
                    <a:pt x="2362" y="346"/>
                  </a:cubicBezTo>
                  <a:cubicBezTo>
                    <a:pt x="2483" y="201"/>
                    <a:pt x="2362" y="1"/>
                    <a:pt x="221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38"/>
            <p:cNvSpPr/>
            <p:nvPr/>
          </p:nvSpPr>
          <p:spPr>
            <a:xfrm>
              <a:off x="4611175" y="672725"/>
              <a:ext cx="25175" cy="24875"/>
            </a:xfrm>
            <a:custGeom>
              <a:avLst/>
              <a:gdLst/>
              <a:ahLst/>
              <a:cxnLst/>
              <a:rect l="l" t="t" r="r" b="b"/>
              <a:pathLst>
                <a:path w="1007" h="995" extrusionOk="0">
                  <a:moveTo>
                    <a:pt x="718" y="0"/>
                  </a:moveTo>
                  <a:cubicBezTo>
                    <a:pt x="657" y="0"/>
                    <a:pt x="595" y="23"/>
                    <a:pt x="549" y="79"/>
                  </a:cubicBezTo>
                  <a:lnTo>
                    <a:pt x="109" y="708"/>
                  </a:lnTo>
                  <a:cubicBezTo>
                    <a:pt x="1" y="859"/>
                    <a:pt x="129" y="995"/>
                    <a:pt x="271" y="995"/>
                  </a:cubicBezTo>
                  <a:cubicBezTo>
                    <a:pt x="337" y="995"/>
                    <a:pt x="405" y="966"/>
                    <a:pt x="455" y="897"/>
                  </a:cubicBezTo>
                  <a:lnTo>
                    <a:pt x="895" y="267"/>
                  </a:lnTo>
                  <a:cubicBezTo>
                    <a:pt x="1006" y="134"/>
                    <a:pt x="866" y="0"/>
                    <a:pt x="71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38"/>
            <p:cNvSpPr/>
            <p:nvPr/>
          </p:nvSpPr>
          <p:spPr>
            <a:xfrm>
              <a:off x="4640625" y="655800"/>
              <a:ext cx="13400" cy="9450"/>
            </a:xfrm>
            <a:custGeom>
              <a:avLst/>
              <a:gdLst/>
              <a:ahLst/>
              <a:cxnLst/>
              <a:rect l="l" t="t" r="r" b="b"/>
              <a:pathLst>
                <a:path w="536" h="378" extrusionOk="0">
                  <a:moveTo>
                    <a:pt x="252" y="0"/>
                  </a:moveTo>
                  <a:cubicBezTo>
                    <a:pt x="0" y="0"/>
                    <a:pt x="0" y="378"/>
                    <a:pt x="252" y="378"/>
                  </a:cubicBezTo>
                  <a:cubicBezTo>
                    <a:pt x="535" y="378"/>
                    <a:pt x="535" y="0"/>
                    <a:pt x="25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8"/>
            <p:cNvSpPr/>
            <p:nvPr/>
          </p:nvSpPr>
          <p:spPr>
            <a:xfrm>
              <a:off x="4586350" y="714800"/>
              <a:ext cx="13400" cy="9450"/>
            </a:xfrm>
            <a:custGeom>
              <a:avLst/>
              <a:gdLst/>
              <a:ahLst/>
              <a:cxnLst/>
              <a:rect l="l" t="t" r="r" b="b"/>
              <a:pathLst>
                <a:path w="536" h="378" extrusionOk="0">
                  <a:moveTo>
                    <a:pt x="284" y="0"/>
                  </a:moveTo>
                  <a:cubicBezTo>
                    <a:pt x="0" y="0"/>
                    <a:pt x="0" y="378"/>
                    <a:pt x="284" y="378"/>
                  </a:cubicBezTo>
                  <a:cubicBezTo>
                    <a:pt x="535" y="378"/>
                    <a:pt x="535" y="0"/>
                    <a:pt x="28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13" name="Google Shape;1613;p38"/>
          <p:cNvSpPr txBox="1">
            <a:spLocks noGrp="1"/>
          </p:cNvSpPr>
          <p:nvPr>
            <p:ph type="ctrTitle"/>
          </p:nvPr>
        </p:nvSpPr>
        <p:spPr>
          <a:xfrm>
            <a:off x="4721335" y="802538"/>
            <a:ext cx="3709500" cy="2867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ru-RU" sz="4800" dirty="0"/>
              <a:t>ЕЩЕ ОДНА ИГРА НА </a:t>
            </a:r>
            <a:r>
              <a:rPr lang="en-US" sz="4800" dirty="0"/>
              <a:t>PYTHON</a:t>
            </a:r>
            <a:br>
              <a:rPr lang="en-US" sz="4800" dirty="0"/>
            </a:br>
            <a:r>
              <a:rPr lang="en-US" sz="4800" dirty="0"/>
              <a:t>PYGAME</a:t>
            </a:r>
            <a:endParaRPr sz="4800" dirty="0"/>
          </a:p>
        </p:txBody>
      </p:sp>
      <p:sp>
        <p:nvSpPr>
          <p:cNvPr id="1614" name="Google Shape;1614;p38"/>
          <p:cNvSpPr txBox="1">
            <a:spLocks noGrp="1"/>
          </p:cNvSpPr>
          <p:nvPr>
            <p:ph type="subTitle" idx="1"/>
          </p:nvPr>
        </p:nvSpPr>
        <p:spPr>
          <a:xfrm>
            <a:off x="5151825" y="3899363"/>
            <a:ext cx="3642854" cy="441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ru-RU" dirty="0"/>
              <a:t>Выполнил: Коломейцев Арсений</a:t>
            </a:r>
          </a:p>
          <a:p>
            <a:pPr marL="0" lvl="0" indent="0" algn="r"/>
            <a:r>
              <a:rPr lang="en-US" sz="1400" dirty="0"/>
              <a:t>https://github.com/Martian2024/game</a:t>
            </a:r>
            <a:endParaRPr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18"/>
        <p:cNvGrpSpPr/>
        <p:nvPr/>
      </p:nvGrpSpPr>
      <p:grpSpPr>
        <a:xfrm>
          <a:off x="0" y="0"/>
          <a:ext cx="0" cy="0"/>
          <a:chOff x="0" y="0"/>
          <a:chExt cx="0" cy="0"/>
        </a:xfrm>
      </p:grpSpPr>
      <p:sp>
        <p:nvSpPr>
          <p:cNvPr id="1619" name="Google Shape;1619;p39"/>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Краткое описание</a:t>
            </a:r>
            <a:endParaRPr dirty="0"/>
          </a:p>
        </p:txBody>
      </p:sp>
      <p:sp>
        <p:nvSpPr>
          <p:cNvPr id="1620" name="Google Shape;1620;p39"/>
          <p:cNvSpPr txBox="1">
            <a:spLocks noGrp="1"/>
          </p:cNvSpPr>
          <p:nvPr>
            <p:ph type="body" idx="1"/>
          </p:nvPr>
        </p:nvSpPr>
        <p:spPr>
          <a:xfrm>
            <a:off x="713225" y="1246950"/>
            <a:ext cx="7717500" cy="3357000"/>
          </a:xfrm>
          <a:prstGeom prst="rect">
            <a:avLst/>
          </a:prstGeom>
        </p:spPr>
        <p:txBody>
          <a:bodyPr spcFirstLastPara="1" wrap="square" lIns="91425" tIns="91425" rIns="91425" bIns="91425" anchor="t" anchorCtr="0">
            <a:noAutofit/>
          </a:bodyPr>
          <a:lstStyle/>
          <a:p>
            <a:pPr marL="285750" indent="-285750"/>
            <a:r>
              <a:rPr lang="ru-RU" sz="2400" dirty="0">
                <a:solidFill>
                  <a:schemeClr val="accent3"/>
                </a:solidFill>
              </a:rPr>
              <a:t>Жанр: псевдо-варгейм</a:t>
            </a:r>
          </a:p>
          <a:p>
            <a:pPr marL="285750" indent="-285750"/>
            <a:r>
              <a:rPr lang="ru-RU" sz="2400" dirty="0"/>
              <a:t>Камера: вид сверху</a:t>
            </a:r>
          </a:p>
          <a:p>
            <a:pPr marL="285750" indent="-285750"/>
            <a:r>
              <a:rPr lang="ru-RU" sz="2400" dirty="0">
                <a:solidFill>
                  <a:schemeClr val="accent3"/>
                </a:solidFill>
              </a:rPr>
              <a:t>Ресурсы: ограничены</a:t>
            </a:r>
          </a:p>
          <a:p>
            <a:pPr marL="285750" indent="-285750"/>
            <a:r>
              <a:rPr lang="ru-RU" sz="2400" dirty="0">
                <a:solidFill>
                  <a:schemeClr val="accent3"/>
                </a:solidFill>
              </a:rPr>
              <a:t>Стилизация: тактические </a:t>
            </a:r>
          </a:p>
          <a:p>
            <a:pPr marL="285750" indent="-285750"/>
            <a:r>
              <a:rPr lang="ru-RU" sz="2400" dirty="0">
                <a:solidFill>
                  <a:schemeClr val="accent3"/>
                </a:solidFill>
              </a:rPr>
              <a:t>дисплеи</a:t>
            </a:r>
            <a:endParaRPr sz="2400" dirty="0">
              <a:solidFill>
                <a:schemeClr val="accent3"/>
              </a:solidFill>
            </a:endParaRPr>
          </a:p>
        </p:txBody>
      </p:sp>
      <p:pic>
        <p:nvPicPr>
          <p:cNvPr id="3" name="Рисунок 2">
            <a:extLst>
              <a:ext uri="{FF2B5EF4-FFF2-40B4-BE49-F238E27FC236}">
                <a16:creationId xmlns:a16="http://schemas.microsoft.com/office/drawing/2014/main" id="{8D0E27F0-AE34-B8AC-E84A-03C0CB4363EB}"/>
              </a:ext>
            </a:extLst>
          </p:cNvPr>
          <p:cNvPicPr>
            <a:picLocks noChangeAspect="1"/>
          </p:cNvPicPr>
          <p:nvPr/>
        </p:nvPicPr>
        <p:blipFill>
          <a:blip r:embed="rId3"/>
          <a:stretch>
            <a:fillRect/>
          </a:stretch>
        </p:blipFill>
        <p:spPr>
          <a:xfrm>
            <a:off x="5219928" y="1427758"/>
            <a:ext cx="3633402" cy="271656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4"/>
        <p:cNvGrpSpPr/>
        <p:nvPr/>
      </p:nvGrpSpPr>
      <p:grpSpPr>
        <a:xfrm>
          <a:off x="0" y="0"/>
          <a:ext cx="0" cy="0"/>
          <a:chOff x="0" y="0"/>
          <a:chExt cx="0" cy="0"/>
        </a:xfrm>
      </p:grpSpPr>
      <p:sp>
        <p:nvSpPr>
          <p:cNvPr id="1625" name="Google Shape;1625;p40"/>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ru-RU" dirty="0">
                <a:solidFill>
                  <a:schemeClr val="accent2"/>
                </a:solidFill>
              </a:rPr>
              <a:t>Игровые классы</a:t>
            </a:r>
            <a:endParaRPr dirty="0">
              <a:solidFill>
                <a:schemeClr val="accent2"/>
              </a:solidFill>
            </a:endParaRPr>
          </a:p>
        </p:txBody>
      </p:sp>
      <p:sp>
        <p:nvSpPr>
          <p:cNvPr id="1638" name="Google Shape;1638;p40"/>
          <p:cNvSpPr/>
          <p:nvPr/>
        </p:nvSpPr>
        <p:spPr>
          <a:xfrm rot="5998833">
            <a:off x="902659" y="3741903"/>
            <a:ext cx="643564" cy="613178"/>
          </a:xfrm>
          <a:custGeom>
            <a:avLst/>
            <a:gdLst/>
            <a:ahLst/>
            <a:cxnLst/>
            <a:rect l="l" t="t" r="r" b="b"/>
            <a:pathLst>
              <a:path w="30392" h="28957" extrusionOk="0">
                <a:moveTo>
                  <a:pt x="18733" y="1"/>
                </a:moveTo>
                <a:cubicBezTo>
                  <a:pt x="18672" y="1"/>
                  <a:pt x="18607" y="14"/>
                  <a:pt x="18546" y="45"/>
                </a:cubicBezTo>
                <a:cubicBezTo>
                  <a:pt x="13577" y="2263"/>
                  <a:pt x="9229" y="5680"/>
                  <a:pt x="5857" y="9939"/>
                </a:cubicBezTo>
                <a:cubicBezTo>
                  <a:pt x="4126" y="12069"/>
                  <a:pt x="2706" y="14376"/>
                  <a:pt x="1642" y="16905"/>
                </a:cubicBezTo>
                <a:cubicBezTo>
                  <a:pt x="621" y="19301"/>
                  <a:pt x="0" y="22229"/>
                  <a:pt x="1065" y="24713"/>
                </a:cubicBezTo>
                <a:cubicBezTo>
                  <a:pt x="2041" y="26888"/>
                  <a:pt x="4037" y="28396"/>
                  <a:pt x="6345" y="28795"/>
                </a:cubicBezTo>
                <a:cubicBezTo>
                  <a:pt x="6972" y="28903"/>
                  <a:pt x="7602" y="28956"/>
                  <a:pt x="8229" y="28956"/>
                </a:cubicBezTo>
                <a:cubicBezTo>
                  <a:pt x="10176" y="28956"/>
                  <a:pt x="12098" y="28448"/>
                  <a:pt x="13843" y="27509"/>
                </a:cubicBezTo>
                <a:cubicBezTo>
                  <a:pt x="16327" y="26133"/>
                  <a:pt x="18635" y="24403"/>
                  <a:pt x="20675" y="22451"/>
                </a:cubicBezTo>
                <a:cubicBezTo>
                  <a:pt x="22761" y="20632"/>
                  <a:pt x="24580" y="18591"/>
                  <a:pt x="26221" y="16328"/>
                </a:cubicBezTo>
                <a:cubicBezTo>
                  <a:pt x="27774" y="14198"/>
                  <a:pt x="28972" y="11847"/>
                  <a:pt x="29726" y="9318"/>
                </a:cubicBezTo>
                <a:cubicBezTo>
                  <a:pt x="30126" y="7987"/>
                  <a:pt x="30348" y="6656"/>
                  <a:pt x="30392" y="5280"/>
                </a:cubicBezTo>
                <a:cubicBezTo>
                  <a:pt x="30392" y="3905"/>
                  <a:pt x="29416" y="3284"/>
                  <a:pt x="28262" y="2796"/>
                </a:cubicBezTo>
                <a:cubicBezTo>
                  <a:pt x="27192" y="2369"/>
                  <a:pt x="26135" y="2181"/>
                  <a:pt x="25101" y="2181"/>
                </a:cubicBezTo>
                <a:cubicBezTo>
                  <a:pt x="20648" y="2181"/>
                  <a:pt x="16601" y="5672"/>
                  <a:pt x="13577" y="8697"/>
                </a:cubicBezTo>
                <a:cubicBezTo>
                  <a:pt x="11624" y="10649"/>
                  <a:pt x="9539" y="12690"/>
                  <a:pt x="8474" y="15263"/>
                </a:cubicBezTo>
                <a:cubicBezTo>
                  <a:pt x="7720" y="17038"/>
                  <a:pt x="6921" y="20720"/>
                  <a:pt x="9672" y="21164"/>
                </a:cubicBezTo>
                <a:cubicBezTo>
                  <a:pt x="9844" y="21192"/>
                  <a:pt x="10017" y="21204"/>
                  <a:pt x="10190" y="21204"/>
                </a:cubicBezTo>
                <a:cubicBezTo>
                  <a:pt x="11137" y="21204"/>
                  <a:pt x="12100" y="20829"/>
                  <a:pt x="13000" y="20454"/>
                </a:cubicBezTo>
                <a:cubicBezTo>
                  <a:pt x="14198" y="19966"/>
                  <a:pt x="15351" y="19345"/>
                  <a:pt x="16416" y="18635"/>
                </a:cubicBezTo>
                <a:cubicBezTo>
                  <a:pt x="18679" y="17171"/>
                  <a:pt x="20631" y="15352"/>
                  <a:pt x="22228" y="13222"/>
                </a:cubicBezTo>
                <a:cubicBezTo>
                  <a:pt x="22983" y="12157"/>
                  <a:pt x="23692" y="11048"/>
                  <a:pt x="24269" y="9895"/>
                </a:cubicBezTo>
                <a:cubicBezTo>
                  <a:pt x="24669" y="9096"/>
                  <a:pt x="25023" y="8031"/>
                  <a:pt x="24580" y="7188"/>
                </a:cubicBezTo>
                <a:cubicBezTo>
                  <a:pt x="24330" y="6746"/>
                  <a:pt x="23964" y="6596"/>
                  <a:pt x="23564" y="6596"/>
                </a:cubicBezTo>
                <a:cubicBezTo>
                  <a:pt x="23040" y="6596"/>
                  <a:pt x="22459" y="6854"/>
                  <a:pt x="22006" y="7055"/>
                </a:cubicBezTo>
                <a:cubicBezTo>
                  <a:pt x="20720" y="7587"/>
                  <a:pt x="19478" y="8253"/>
                  <a:pt x="18280" y="9007"/>
                </a:cubicBezTo>
                <a:cubicBezTo>
                  <a:pt x="17082" y="9806"/>
                  <a:pt x="15972" y="10649"/>
                  <a:pt x="14908" y="11581"/>
                </a:cubicBezTo>
                <a:cubicBezTo>
                  <a:pt x="14020" y="12424"/>
                  <a:pt x="12822" y="13400"/>
                  <a:pt x="12334" y="14598"/>
                </a:cubicBezTo>
                <a:cubicBezTo>
                  <a:pt x="11891" y="15751"/>
                  <a:pt x="12600" y="16505"/>
                  <a:pt x="13754" y="16638"/>
                </a:cubicBezTo>
                <a:cubicBezTo>
                  <a:pt x="13885" y="16649"/>
                  <a:pt x="14016" y="16654"/>
                  <a:pt x="14147" y="16654"/>
                </a:cubicBezTo>
                <a:cubicBezTo>
                  <a:pt x="16264" y="16654"/>
                  <a:pt x="18237" y="15317"/>
                  <a:pt x="18989" y="13311"/>
                </a:cubicBezTo>
                <a:cubicBezTo>
                  <a:pt x="19060" y="13077"/>
                  <a:pt x="18895" y="12966"/>
                  <a:pt x="18704" y="12966"/>
                </a:cubicBezTo>
                <a:cubicBezTo>
                  <a:pt x="18534" y="12966"/>
                  <a:pt x="18342" y="13055"/>
                  <a:pt x="18280" y="13222"/>
                </a:cubicBezTo>
                <a:cubicBezTo>
                  <a:pt x="17925" y="14287"/>
                  <a:pt x="17126" y="15174"/>
                  <a:pt x="16106" y="15662"/>
                </a:cubicBezTo>
                <a:cubicBezTo>
                  <a:pt x="15724" y="15853"/>
                  <a:pt x="14938" y="16074"/>
                  <a:pt x="14244" y="16074"/>
                </a:cubicBezTo>
                <a:cubicBezTo>
                  <a:pt x="13486" y="16074"/>
                  <a:pt x="12840" y="15810"/>
                  <a:pt x="12955" y="14953"/>
                </a:cubicBezTo>
                <a:cubicBezTo>
                  <a:pt x="13133" y="14376"/>
                  <a:pt x="13443" y="13799"/>
                  <a:pt x="13932" y="13400"/>
                </a:cubicBezTo>
                <a:cubicBezTo>
                  <a:pt x="14420" y="12912"/>
                  <a:pt x="14908" y="12379"/>
                  <a:pt x="15440" y="11935"/>
                </a:cubicBezTo>
                <a:cubicBezTo>
                  <a:pt x="16327" y="11092"/>
                  <a:pt x="17303" y="10338"/>
                  <a:pt x="18324" y="9673"/>
                </a:cubicBezTo>
                <a:cubicBezTo>
                  <a:pt x="19344" y="8963"/>
                  <a:pt x="20409" y="8386"/>
                  <a:pt x="21518" y="7854"/>
                </a:cubicBezTo>
                <a:cubicBezTo>
                  <a:pt x="22051" y="7543"/>
                  <a:pt x="22583" y="7277"/>
                  <a:pt x="23160" y="7144"/>
                </a:cubicBezTo>
                <a:cubicBezTo>
                  <a:pt x="23199" y="7139"/>
                  <a:pt x="23236" y="7137"/>
                  <a:pt x="23272" y="7137"/>
                </a:cubicBezTo>
                <a:cubicBezTo>
                  <a:pt x="23928" y="7137"/>
                  <a:pt x="24045" y="7881"/>
                  <a:pt x="24003" y="8386"/>
                </a:cubicBezTo>
                <a:cubicBezTo>
                  <a:pt x="23914" y="9451"/>
                  <a:pt x="23249" y="10427"/>
                  <a:pt x="22716" y="11270"/>
                </a:cubicBezTo>
                <a:cubicBezTo>
                  <a:pt x="22095" y="12290"/>
                  <a:pt x="21430" y="13222"/>
                  <a:pt x="20631" y="14110"/>
                </a:cubicBezTo>
                <a:cubicBezTo>
                  <a:pt x="19167" y="15840"/>
                  <a:pt x="17437" y="17304"/>
                  <a:pt x="15484" y="18502"/>
                </a:cubicBezTo>
                <a:cubicBezTo>
                  <a:pt x="14464" y="19167"/>
                  <a:pt x="13443" y="19700"/>
                  <a:pt x="12379" y="20144"/>
                </a:cubicBezTo>
                <a:cubicBezTo>
                  <a:pt x="11776" y="20379"/>
                  <a:pt x="11004" y="20661"/>
                  <a:pt x="10299" y="20661"/>
                </a:cubicBezTo>
                <a:cubicBezTo>
                  <a:pt x="9809" y="20661"/>
                  <a:pt x="9352" y="20525"/>
                  <a:pt x="9007" y="20144"/>
                </a:cubicBezTo>
                <a:cubicBezTo>
                  <a:pt x="8164" y="19167"/>
                  <a:pt x="8474" y="17570"/>
                  <a:pt x="8785" y="16505"/>
                </a:cubicBezTo>
                <a:cubicBezTo>
                  <a:pt x="9140" y="15307"/>
                  <a:pt x="9672" y="14198"/>
                  <a:pt x="10426" y="13178"/>
                </a:cubicBezTo>
                <a:cubicBezTo>
                  <a:pt x="11891" y="11270"/>
                  <a:pt x="13532" y="9451"/>
                  <a:pt x="15307" y="7854"/>
                </a:cubicBezTo>
                <a:cubicBezTo>
                  <a:pt x="17215" y="5990"/>
                  <a:pt x="19344" y="4215"/>
                  <a:pt x="21918" y="3372"/>
                </a:cubicBezTo>
                <a:cubicBezTo>
                  <a:pt x="22956" y="3013"/>
                  <a:pt x="24066" y="2833"/>
                  <a:pt x="25183" y="2833"/>
                </a:cubicBezTo>
                <a:cubicBezTo>
                  <a:pt x="25307" y="2833"/>
                  <a:pt x="25432" y="2836"/>
                  <a:pt x="25556" y="2840"/>
                </a:cubicBezTo>
                <a:cubicBezTo>
                  <a:pt x="26843" y="2884"/>
                  <a:pt x="28085" y="3284"/>
                  <a:pt x="29105" y="4038"/>
                </a:cubicBezTo>
                <a:cubicBezTo>
                  <a:pt x="30037" y="4881"/>
                  <a:pt x="29549" y="6656"/>
                  <a:pt x="29372" y="7721"/>
                </a:cubicBezTo>
                <a:cubicBezTo>
                  <a:pt x="29150" y="8874"/>
                  <a:pt x="28795" y="10028"/>
                  <a:pt x="28351" y="11137"/>
                </a:cubicBezTo>
                <a:cubicBezTo>
                  <a:pt x="27464" y="13311"/>
                  <a:pt x="26266" y="15352"/>
                  <a:pt x="24802" y="17215"/>
                </a:cubicBezTo>
                <a:cubicBezTo>
                  <a:pt x="23338" y="19079"/>
                  <a:pt x="21740" y="20765"/>
                  <a:pt x="19966" y="22362"/>
                </a:cubicBezTo>
                <a:cubicBezTo>
                  <a:pt x="18146" y="24048"/>
                  <a:pt x="16150" y="25512"/>
                  <a:pt x="14020" y="26799"/>
                </a:cubicBezTo>
                <a:cubicBezTo>
                  <a:pt x="12267" y="27769"/>
                  <a:pt x="10326" y="28425"/>
                  <a:pt x="8329" y="28425"/>
                </a:cubicBezTo>
                <a:cubicBezTo>
                  <a:pt x="7950" y="28425"/>
                  <a:pt x="7569" y="28401"/>
                  <a:pt x="7188" y="28352"/>
                </a:cubicBezTo>
                <a:cubicBezTo>
                  <a:pt x="4969" y="28041"/>
                  <a:pt x="2884" y="26799"/>
                  <a:pt x="1908" y="24713"/>
                </a:cubicBezTo>
                <a:cubicBezTo>
                  <a:pt x="843" y="22495"/>
                  <a:pt x="1287" y="19877"/>
                  <a:pt x="2130" y="17615"/>
                </a:cubicBezTo>
                <a:cubicBezTo>
                  <a:pt x="2973" y="15441"/>
                  <a:pt x="4082" y="13355"/>
                  <a:pt x="5502" y="11447"/>
                </a:cubicBezTo>
                <a:cubicBezTo>
                  <a:pt x="8208" y="7632"/>
                  <a:pt x="11713" y="4437"/>
                  <a:pt x="15795" y="2041"/>
                </a:cubicBezTo>
                <a:cubicBezTo>
                  <a:pt x="16771" y="1465"/>
                  <a:pt x="17792" y="932"/>
                  <a:pt x="18856" y="489"/>
                </a:cubicBezTo>
                <a:cubicBezTo>
                  <a:pt x="19260" y="305"/>
                  <a:pt x="19027" y="1"/>
                  <a:pt x="18733"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9" name="Google Shape;1639;p40"/>
          <p:cNvGrpSpPr/>
          <p:nvPr/>
        </p:nvGrpSpPr>
        <p:grpSpPr>
          <a:xfrm>
            <a:off x="7920158" y="195272"/>
            <a:ext cx="693310" cy="648967"/>
            <a:chOff x="4231052" y="1337496"/>
            <a:chExt cx="3948235" cy="3695710"/>
          </a:xfrm>
        </p:grpSpPr>
        <p:sp>
          <p:nvSpPr>
            <p:cNvPr id="1640" name="Google Shape;1640;p40"/>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40"/>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40"/>
            <p:cNvSpPr/>
            <p:nvPr/>
          </p:nvSpPr>
          <p:spPr>
            <a:xfrm>
              <a:off x="4372080" y="2432477"/>
              <a:ext cx="3630956" cy="1319830"/>
            </a:xfrm>
            <a:custGeom>
              <a:avLst/>
              <a:gdLst/>
              <a:ahLst/>
              <a:cxnLst/>
              <a:rect l="l" t="t" r="r" b="b"/>
              <a:pathLst>
                <a:path w="27420" h="9967" extrusionOk="0">
                  <a:moveTo>
                    <a:pt x="10666" y="1"/>
                  </a:moveTo>
                  <a:cubicBezTo>
                    <a:pt x="9121" y="1"/>
                    <a:pt x="7710" y="413"/>
                    <a:pt x="6123" y="738"/>
                  </a:cubicBezTo>
                  <a:cubicBezTo>
                    <a:pt x="4437" y="1093"/>
                    <a:pt x="2662" y="916"/>
                    <a:pt x="1021" y="1404"/>
                  </a:cubicBezTo>
                  <a:cubicBezTo>
                    <a:pt x="133" y="3844"/>
                    <a:pt x="0" y="6506"/>
                    <a:pt x="621" y="8991"/>
                  </a:cubicBezTo>
                  <a:cubicBezTo>
                    <a:pt x="2263" y="9567"/>
                    <a:pt x="3949" y="9922"/>
                    <a:pt x="5679" y="9967"/>
                  </a:cubicBezTo>
                  <a:cubicBezTo>
                    <a:pt x="9007" y="9745"/>
                    <a:pt x="11846" y="8059"/>
                    <a:pt x="14863" y="6905"/>
                  </a:cubicBezTo>
                  <a:cubicBezTo>
                    <a:pt x="15849" y="6538"/>
                    <a:pt x="16877" y="6397"/>
                    <a:pt x="17931" y="6397"/>
                  </a:cubicBezTo>
                  <a:cubicBezTo>
                    <a:pt x="20954" y="6397"/>
                    <a:pt x="24194" y="7564"/>
                    <a:pt x="27286" y="7926"/>
                  </a:cubicBezTo>
                  <a:cubicBezTo>
                    <a:pt x="27375" y="7260"/>
                    <a:pt x="27420" y="6550"/>
                    <a:pt x="27420" y="5885"/>
                  </a:cubicBezTo>
                  <a:cubicBezTo>
                    <a:pt x="27420" y="5574"/>
                    <a:pt x="27420" y="5219"/>
                    <a:pt x="27375" y="4909"/>
                  </a:cubicBezTo>
                  <a:cubicBezTo>
                    <a:pt x="25911" y="4820"/>
                    <a:pt x="24447" y="4554"/>
                    <a:pt x="23027" y="4199"/>
                  </a:cubicBezTo>
                  <a:cubicBezTo>
                    <a:pt x="19256" y="3001"/>
                    <a:pt x="15751" y="649"/>
                    <a:pt x="11758" y="73"/>
                  </a:cubicBezTo>
                  <a:cubicBezTo>
                    <a:pt x="11384" y="23"/>
                    <a:pt x="11021" y="1"/>
                    <a:pt x="10666"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40"/>
            <p:cNvSpPr/>
            <p:nvPr/>
          </p:nvSpPr>
          <p:spPr>
            <a:xfrm>
              <a:off x="4436701" y="3399673"/>
              <a:ext cx="3554550" cy="1224488"/>
            </a:xfrm>
            <a:custGeom>
              <a:avLst/>
              <a:gdLst/>
              <a:ahLst/>
              <a:cxnLst/>
              <a:rect l="l" t="t" r="r" b="b"/>
              <a:pathLst>
                <a:path w="26843" h="9247" extrusionOk="0">
                  <a:moveTo>
                    <a:pt x="26843" y="1"/>
                  </a:moveTo>
                  <a:lnTo>
                    <a:pt x="26843" y="1"/>
                  </a:lnTo>
                  <a:cubicBezTo>
                    <a:pt x="24891" y="622"/>
                    <a:pt x="22894" y="1021"/>
                    <a:pt x="20853" y="1332"/>
                  </a:cubicBezTo>
                  <a:cubicBezTo>
                    <a:pt x="20674" y="1347"/>
                    <a:pt x="20497" y="1353"/>
                    <a:pt x="20321" y="1353"/>
                  </a:cubicBezTo>
                  <a:cubicBezTo>
                    <a:pt x="18623" y="1353"/>
                    <a:pt x="17075" y="722"/>
                    <a:pt x="15413" y="722"/>
                  </a:cubicBezTo>
                  <a:cubicBezTo>
                    <a:pt x="15202" y="722"/>
                    <a:pt x="14990" y="732"/>
                    <a:pt x="14775" y="755"/>
                  </a:cubicBezTo>
                  <a:cubicBezTo>
                    <a:pt x="12911" y="1021"/>
                    <a:pt x="11048" y="1420"/>
                    <a:pt x="9273" y="1908"/>
                  </a:cubicBezTo>
                  <a:cubicBezTo>
                    <a:pt x="8055" y="2179"/>
                    <a:pt x="7192" y="2347"/>
                    <a:pt x="6305" y="2347"/>
                  </a:cubicBezTo>
                  <a:cubicBezTo>
                    <a:pt x="5449" y="2347"/>
                    <a:pt x="4571" y="2190"/>
                    <a:pt x="3328" y="1820"/>
                  </a:cubicBezTo>
                  <a:cubicBezTo>
                    <a:pt x="2549" y="1586"/>
                    <a:pt x="1872" y="1078"/>
                    <a:pt x="1028" y="1078"/>
                  </a:cubicBezTo>
                  <a:cubicBezTo>
                    <a:pt x="910" y="1078"/>
                    <a:pt x="790" y="1088"/>
                    <a:pt x="666" y="1110"/>
                  </a:cubicBezTo>
                  <a:cubicBezTo>
                    <a:pt x="444" y="1110"/>
                    <a:pt x="222" y="1198"/>
                    <a:pt x="0" y="1287"/>
                  </a:cubicBezTo>
                  <a:cubicBezTo>
                    <a:pt x="178" y="1997"/>
                    <a:pt x="400" y="2751"/>
                    <a:pt x="666" y="3417"/>
                  </a:cubicBezTo>
                  <a:cubicBezTo>
                    <a:pt x="1775" y="4171"/>
                    <a:pt x="3062" y="5901"/>
                    <a:pt x="3328" y="6168"/>
                  </a:cubicBezTo>
                  <a:cubicBezTo>
                    <a:pt x="4748" y="7366"/>
                    <a:pt x="4659" y="6966"/>
                    <a:pt x="6300" y="7543"/>
                  </a:cubicBezTo>
                  <a:cubicBezTo>
                    <a:pt x="8552" y="8306"/>
                    <a:pt x="10774" y="9247"/>
                    <a:pt x="13113" y="9247"/>
                  </a:cubicBezTo>
                  <a:cubicBezTo>
                    <a:pt x="13631" y="9247"/>
                    <a:pt x="14155" y="9201"/>
                    <a:pt x="14686" y="9096"/>
                  </a:cubicBezTo>
                  <a:cubicBezTo>
                    <a:pt x="17481" y="8564"/>
                    <a:pt x="20676" y="7721"/>
                    <a:pt x="23560" y="7499"/>
                  </a:cubicBezTo>
                  <a:cubicBezTo>
                    <a:pt x="25423" y="5413"/>
                    <a:pt x="26577" y="2796"/>
                    <a:pt x="26843"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40"/>
            <p:cNvSpPr/>
            <p:nvPr/>
          </p:nvSpPr>
          <p:spPr>
            <a:xfrm>
              <a:off x="4483710" y="1908756"/>
              <a:ext cx="3366514" cy="786045"/>
            </a:xfrm>
            <a:custGeom>
              <a:avLst/>
              <a:gdLst/>
              <a:ahLst/>
              <a:cxnLst/>
              <a:rect l="l" t="t" r="r" b="b"/>
              <a:pathLst>
                <a:path w="25423" h="5936" extrusionOk="0">
                  <a:moveTo>
                    <a:pt x="14071" y="1"/>
                  </a:moveTo>
                  <a:cubicBezTo>
                    <a:pt x="12558" y="1"/>
                    <a:pt x="11042" y="130"/>
                    <a:pt x="9539" y="389"/>
                  </a:cubicBezTo>
                  <a:cubicBezTo>
                    <a:pt x="7321" y="789"/>
                    <a:pt x="4969" y="700"/>
                    <a:pt x="2751" y="922"/>
                  </a:cubicBezTo>
                  <a:cubicBezTo>
                    <a:pt x="1509" y="2386"/>
                    <a:pt x="533" y="4116"/>
                    <a:pt x="0" y="5935"/>
                  </a:cubicBezTo>
                  <a:cubicBezTo>
                    <a:pt x="1725" y="5375"/>
                    <a:pt x="3365" y="4647"/>
                    <a:pt x="5370" y="4647"/>
                  </a:cubicBezTo>
                  <a:cubicBezTo>
                    <a:pt x="5429" y="4647"/>
                    <a:pt x="5487" y="4647"/>
                    <a:pt x="5546" y="4649"/>
                  </a:cubicBezTo>
                  <a:cubicBezTo>
                    <a:pt x="6112" y="4661"/>
                    <a:pt x="6593" y="4673"/>
                    <a:pt x="7038" y="4673"/>
                  </a:cubicBezTo>
                  <a:cubicBezTo>
                    <a:pt x="8196" y="4673"/>
                    <a:pt x="9109" y="4590"/>
                    <a:pt x="10648" y="4205"/>
                  </a:cubicBezTo>
                  <a:cubicBezTo>
                    <a:pt x="11992" y="3839"/>
                    <a:pt x="13343" y="3711"/>
                    <a:pt x="14697" y="3711"/>
                  </a:cubicBezTo>
                  <a:cubicBezTo>
                    <a:pt x="17809" y="3711"/>
                    <a:pt x="20942" y="4385"/>
                    <a:pt x="24063" y="4385"/>
                  </a:cubicBezTo>
                  <a:cubicBezTo>
                    <a:pt x="24516" y="4385"/>
                    <a:pt x="24970" y="4371"/>
                    <a:pt x="25423" y="4338"/>
                  </a:cubicBezTo>
                  <a:cubicBezTo>
                    <a:pt x="25068" y="3495"/>
                    <a:pt x="24580" y="2697"/>
                    <a:pt x="24048" y="1942"/>
                  </a:cubicBezTo>
                  <a:cubicBezTo>
                    <a:pt x="20854" y="653"/>
                    <a:pt x="17470" y="1"/>
                    <a:pt x="14071"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40"/>
            <p:cNvSpPr/>
            <p:nvPr/>
          </p:nvSpPr>
          <p:spPr>
            <a:xfrm>
              <a:off x="6352024" y="1419729"/>
              <a:ext cx="1656839" cy="3578121"/>
            </a:xfrm>
            <a:custGeom>
              <a:avLst/>
              <a:gdLst/>
              <a:ahLst/>
              <a:cxnLst/>
              <a:rect l="l" t="t" r="r" b="b"/>
              <a:pathLst>
                <a:path w="12512" h="27021" extrusionOk="0">
                  <a:moveTo>
                    <a:pt x="0" y="1"/>
                  </a:moveTo>
                  <a:lnTo>
                    <a:pt x="0" y="1"/>
                  </a:lnTo>
                  <a:cubicBezTo>
                    <a:pt x="5369" y="7410"/>
                    <a:pt x="2928" y="18325"/>
                    <a:pt x="399" y="27021"/>
                  </a:cubicBezTo>
                  <a:cubicBezTo>
                    <a:pt x="7277" y="26266"/>
                    <a:pt x="12468" y="20454"/>
                    <a:pt x="12512" y="13533"/>
                  </a:cubicBezTo>
                  <a:cubicBezTo>
                    <a:pt x="12468" y="6434"/>
                    <a:pt x="7055" y="577"/>
                    <a:pt x="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40"/>
            <p:cNvSpPr/>
            <p:nvPr/>
          </p:nvSpPr>
          <p:spPr>
            <a:xfrm>
              <a:off x="6440083" y="1537185"/>
              <a:ext cx="1645054" cy="3454838"/>
            </a:xfrm>
            <a:custGeom>
              <a:avLst/>
              <a:gdLst/>
              <a:ahLst/>
              <a:cxnLst/>
              <a:rect l="l" t="t" r="r" b="b"/>
              <a:pathLst>
                <a:path w="12423" h="26090" extrusionOk="0">
                  <a:moveTo>
                    <a:pt x="3240" y="1"/>
                  </a:moveTo>
                  <a:lnTo>
                    <a:pt x="3240" y="45"/>
                  </a:lnTo>
                  <a:cubicBezTo>
                    <a:pt x="3251" y="50"/>
                    <a:pt x="3262" y="54"/>
                    <a:pt x="3272" y="58"/>
                  </a:cubicBezTo>
                  <a:lnTo>
                    <a:pt x="3272" y="58"/>
                  </a:lnTo>
                  <a:cubicBezTo>
                    <a:pt x="3262" y="39"/>
                    <a:pt x="3251" y="20"/>
                    <a:pt x="3240" y="1"/>
                  </a:cubicBezTo>
                  <a:close/>
                  <a:moveTo>
                    <a:pt x="3272" y="58"/>
                  </a:moveTo>
                  <a:cubicBezTo>
                    <a:pt x="6310" y="5366"/>
                    <a:pt x="7493" y="11028"/>
                    <a:pt x="5813" y="17526"/>
                  </a:cubicBezTo>
                  <a:cubicBezTo>
                    <a:pt x="4970" y="20987"/>
                    <a:pt x="2929" y="24048"/>
                    <a:pt x="1" y="26089"/>
                  </a:cubicBezTo>
                  <a:cubicBezTo>
                    <a:pt x="6123" y="25291"/>
                    <a:pt x="10915" y="20455"/>
                    <a:pt x="11669" y="14332"/>
                  </a:cubicBezTo>
                  <a:cubicBezTo>
                    <a:pt x="12422" y="8221"/>
                    <a:pt x="8976" y="2331"/>
                    <a:pt x="3272" y="58"/>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40"/>
            <p:cNvSpPr/>
            <p:nvPr/>
          </p:nvSpPr>
          <p:spPr>
            <a:xfrm>
              <a:off x="4236879" y="1337496"/>
              <a:ext cx="3930623" cy="3695710"/>
            </a:xfrm>
            <a:custGeom>
              <a:avLst/>
              <a:gdLst/>
              <a:ahLst/>
              <a:cxnLst/>
              <a:rect l="l" t="t" r="r" b="b"/>
              <a:pathLst>
                <a:path w="29683" h="27909" extrusionOk="0">
                  <a:moveTo>
                    <a:pt x="28307" y="14109"/>
                  </a:moveTo>
                  <a:cubicBezTo>
                    <a:pt x="28263" y="14553"/>
                    <a:pt x="28263" y="14997"/>
                    <a:pt x="28174" y="15485"/>
                  </a:cubicBezTo>
                  <a:lnTo>
                    <a:pt x="28086" y="15485"/>
                  </a:lnTo>
                  <a:cubicBezTo>
                    <a:pt x="27997" y="15529"/>
                    <a:pt x="27908" y="15574"/>
                    <a:pt x="27819" y="15618"/>
                  </a:cubicBezTo>
                  <a:cubicBezTo>
                    <a:pt x="27908" y="15086"/>
                    <a:pt x="28041" y="14553"/>
                    <a:pt x="28307" y="14109"/>
                  </a:cubicBezTo>
                  <a:close/>
                  <a:moveTo>
                    <a:pt x="20587" y="23959"/>
                  </a:moveTo>
                  <a:cubicBezTo>
                    <a:pt x="21031" y="24225"/>
                    <a:pt x="21386" y="24536"/>
                    <a:pt x="21697" y="24935"/>
                  </a:cubicBezTo>
                  <a:cubicBezTo>
                    <a:pt x="21673" y="24923"/>
                    <a:pt x="21646" y="24918"/>
                    <a:pt x="21618" y="24918"/>
                  </a:cubicBezTo>
                  <a:cubicBezTo>
                    <a:pt x="21543" y="24918"/>
                    <a:pt x="21463" y="24959"/>
                    <a:pt x="21430" y="25024"/>
                  </a:cubicBezTo>
                  <a:cubicBezTo>
                    <a:pt x="21209" y="25290"/>
                    <a:pt x="20987" y="25601"/>
                    <a:pt x="20809" y="25867"/>
                  </a:cubicBezTo>
                  <a:cubicBezTo>
                    <a:pt x="20765" y="25956"/>
                    <a:pt x="20765" y="26044"/>
                    <a:pt x="20809" y="26089"/>
                  </a:cubicBezTo>
                  <a:cubicBezTo>
                    <a:pt x="20499" y="26222"/>
                    <a:pt x="20232" y="26355"/>
                    <a:pt x="19922" y="26488"/>
                  </a:cubicBezTo>
                  <a:cubicBezTo>
                    <a:pt x="20099" y="26266"/>
                    <a:pt x="20321" y="26089"/>
                    <a:pt x="20454" y="25867"/>
                  </a:cubicBezTo>
                  <a:cubicBezTo>
                    <a:pt x="20612" y="25646"/>
                    <a:pt x="20410" y="25447"/>
                    <a:pt x="20201" y="25447"/>
                  </a:cubicBezTo>
                  <a:cubicBezTo>
                    <a:pt x="20116" y="25447"/>
                    <a:pt x="20030" y="25480"/>
                    <a:pt x="19966" y="25556"/>
                  </a:cubicBezTo>
                  <a:cubicBezTo>
                    <a:pt x="19611" y="26089"/>
                    <a:pt x="19123" y="26488"/>
                    <a:pt x="18591" y="26754"/>
                  </a:cubicBezTo>
                  <a:cubicBezTo>
                    <a:pt x="18502" y="26799"/>
                    <a:pt x="18458" y="26843"/>
                    <a:pt x="18458" y="26932"/>
                  </a:cubicBezTo>
                  <a:cubicBezTo>
                    <a:pt x="18147" y="27020"/>
                    <a:pt x="17792" y="27065"/>
                    <a:pt x="17437" y="27154"/>
                  </a:cubicBezTo>
                  <a:cubicBezTo>
                    <a:pt x="18680" y="26222"/>
                    <a:pt x="19700" y="25157"/>
                    <a:pt x="20587" y="23959"/>
                  </a:cubicBezTo>
                  <a:close/>
                  <a:moveTo>
                    <a:pt x="14775" y="622"/>
                  </a:moveTo>
                  <a:cubicBezTo>
                    <a:pt x="18458" y="888"/>
                    <a:pt x="21963" y="2396"/>
                    <a:pt x="24625" y="4925"/>
                  </a:cubicBezTo>
                  <a:cubicBezTo>
                    <a:pt x="24447" y="5236"/>
                    <a:pt x="24314" y="5502"/>
                    <a:pt x="24137" y="5813"/>
                  </a:cubicBezTo>
                  <a:cubicBezTo>
                    <a:pt x="24046" y="6025"/>
                    <a:pt x="24246" y="6217"/>
                    <a:pt x="24424" y="6217"/>
                  </a:cubicBezTo>
                  <a:cubicBezTo>
                    <a:pt x="24506" y="6217"/>
                    <a:pt x="24583" y="6177"/>
                    <a:pt x="24625" y="6079"/>
                  </a:cubicBezTo>
                  <a:cubicBezTo>
                    <a:pt x="24714" y="5857"/>
                    <a:pt x="24847" y="5635"/>
                    <a:pt x="24980" y="5458"/>
                  </a:cubicBezTo>
                  <a:cubicBezTo>
                    <a:pt x="25024" y="5413"/>
                    <a:pt x="25024" y="5413"/>
                    <a:pt x="25069" y="5413"/>
                  </a:cubicBezTo>
                  <a:cubicBezTo>
                    <a:pt x="25246" y="5591"/>
                    <a:pt x="25424" y="5813"/>
                    <a:pt x="25601" y="6034"/>
                  </a:cubicBezTo>
                  <a:cubicBezTo>
                    <a:pt x="25468" y="6123"/>
                    <a:pt x="25335" y="6301"/>
                    <a:pt x="25335" y="6478"/>
                  </a:cubicBezTo>
                  <a:cubicBezTo>
                    <a:pt x="25280" y="6696"/>
                    <a:pt x="25459" y="6830"/>
                    <a:pt x="25626" y="6830"/>
                  </a:cubicBezTo>
                  <a:cubicBezTo>
                    <a:pt x="25732" y="6830"/>
                    <a:pt x="25833" y="6776"/>
                    <a:pt x="25867" y="6656"/>
                  </a:cubicBezTo>
                  <a:cubicBezTo>
                    <a:pt x="25912" y="6567"/>
                    <a:pt x="25912" y="6478"/>
                    <a:pt x="26000" y="6434"/>
                  </a:cubicBezTo>
                  <a:cubicBezTo>
                    <a:pt x="26178" y="6744"/>
                    <a:pt x="26400" y="7055"/>
                    <a:pt x="26577" y="7365"/>
                  </a:cubicBezTo>
                  <a:cubicBezTo>
                    <a:pt x="26178" y="8342"/>
                    <a:pt x="26222" y="9495"/>
                    <a:pt x="26799" y="10383"/>
                  </a:cubicBezTo>
                  <a:cubicBezTo>
                    <a:pt x="26855" y="10480"/>
                    <a:pt x="26942" y="10521"/>
                    <a:pt x="27029" y="10521"/>
                  </a:cubicBezTo>
                  <a:cubicBezTo>
                    <a:pt x="27218" y="10521"/>
                    <a:pt x="27409" y="10329"/>
                    <a:pt x="27287" y="10116"/>
                  </a:cubicBezTo>
                  <a:cubicBezTo>
                    <a:pt x="26888" y="9495"/>
                    <a:pt x="26799" y="8741"/>
                    <a:pt x="26976" y="8031"/>
                  </a:cubicBezTo>
                  <a:lnTo>
                    <a:pt x="26976" y="8031"/>
                  </a:lnTo>
                  <a:cubicBezTo>
                    <a:pt x="27154" y="8475"/>
                    <a:pt x="27376" y="8874"/>
                    <a:pt x="27553" y="9318"/>
                  </a:cubicBezTo>
                  <a:lnTo>
                    <a:pt x="27464" y="9318"/>
                  </a:lnTo>
                  <a:lnTo>
                    <a:pt x="27331" y="9406"/>
                  </a:lnTo>
                  <a:cubicBezTo>
                    <a:pt x="27067" y="9557"/>
                    <a:pt x="27220" y="9933"/>
                    <a:pt x="27490" y="9933"/>
                  </a:cubicBezTo>
                  <a:cubicBezTo>
                    <a:pt x="27538" y="9933"/>
                    <a:pt x="27589" y="9921"/>
                    <a:pt x="27642" y="9894"/>
                  </a:cubicBezTo>
                  <a:lnTo>
                    <a:pt x="27731" y="9850"/>
                  </a:lnTo>
                  <a:cubicBezTo>
                    <a:pt x="27864" y="10249"/>
                    <a:pt x="27997" y="10693"/>
                    <a:pt x="28086" y="11137"/>
                  </a:cubicBezTo>
                  <a:cubicBezTo>
                    <a:pt x="28041" y="11137"/>
                    <a:pt x="28041" y="11181"/>
                    <a:pt x="27997" y="11181"/>
                  </a:cubicBezTo>
                  <a:lnTo>
                    <a:pt x="27464" y="11935"/>
                  </a:lnTo>
                  <a:cubicBezTo>
                    <a:pt x="27307" y="12157"/>
                    <a:pt x="27508" y="12355"/>
                    <a:pt x="27702" y="12355"/>
                  </a:cubicBezTo>
                  <a:cubicBezTo>
                    <a:pt x="27780" y="12355"/>
                    <a:pt x="27857" y="12323"/>
                    <a:pt x="27908" y="12246"/>
                  </a:cubicBezTo>
                  <a:lnTo>
                    <a:pt x="28174" y="11891"/>
                  </a:lnTo>
                  <a:cubicBezTo>
                    <a:pt x="28219" y="12290"/>
                    <a:pt x="28263" y="12690"/>
                    <a:pt x="28307" y="13089"/>
                  </a:cubicBezTo>
                  <a:cubicBezTo>
                    <a:pt x="28219" y="13133"/>
                    <a:pt x="28174" y="13178"/>
                    <a:pt x="28174" y="13222"/>
                  </a:cubicBezTo>
                  <a:cubicBezTo>
                    <a:pt x="27731" y="13888"/>
                    <a:pt x="27464" y="14642"/>
                    <a:pt x="27331" y="15440"/>
                  </a:cubicBezTo>
                  <a:cubicBezTo>
                    <a:pt x="27154" y="15440"/>
                    <a:pt x="26976" y="15396"/>
                    <a:pt x="26755" y="15396"/>
                  </a:cubicBezTo>
                  <a:cubicBezTo>
                    <a:pt x="26799" y="14997"/>
                    <a:pt x="26888" y="14642"/>
                    <a:pt x="27021" y="14287"/>
                  </a:cubicBezTo>
                  <a:cubicBezTo>
                    <a:pt x="27112" y="14075"/>
                    <a:pt x="26933" y="13863"/>
                    <a:pt x="26769" y="13863"/>
                  </a:cubicBezTo>
                  <a:cubicBezTo>
                    <a:pt x="26693" y="13863"/>
                    <a:pt x="26619" y="13908"/>
                    <a:pt x="26577" y="14021"/>
                  </a:cubicBezTo>
                  <a:cubicBezTo>
                    <a:pt x="26355" y="14464"/>
                    <a:pt x="26222" y="14908"/>
                    <a:pt x="26222" y="15396"/>
                  </a:cubicBezTo>
                  <a:cubicBezTo>
                    <a:pt x="26045" y="15396"/>
                    <a:pt x="25867" y="15440"/>
                    <a:pt x="25690" y="15440"/>
                  </a:cubicBezTo>
                  <a:cubicBezTo>
                    <a:pt x="25645" y="14331"/>
                    <a:pt x="25867" y="13222"/>
                    <a:pt x="26355" y="12157"/>
                  </a:cubicBezTo>
                  <a:cubicBezTo>
                    <a:pt x="26458" y="11951"/>
                    <a:pt x="26269" y="11745"/>
                    <a:pt x="26075" y="11745"/>
                  </a:cubicBezTo>
                  <a:cubicBezTo>
                    <a:pt x="26018" y="11745"/>
                    <a:pt x="25962" y="11762"/>
                    <a:pt x="25912" y="11802"/>
                  </a:cubicBezTo>
                  <a:cubicBezTo>
                    <a:pt x="24802" y="10826"/>
                    <a:pt x="24226" y="9406"/>
                    <a:pt x="24314" y="7942"/>
                  </a:cubicBezTo>
                  <a:cubicBezTo>
                    <a:pt x="24314" y="7765"/>
                    <a:pt x="24181" y="7676"/>
                    <a:pt x="24048" y="7676"/>
                  </a:cubicBezTo>
                  <a:cubicBezTo>
                    <a:pt x="23915" y="7676"/>
                    <a:pt x="23782" y="7765"/>
                    <a:pt x="23782" y="7942"/>
                  </a:cubicBezTo>
                  <a:lnTo>
                    <a:pt x="23782" y="8297"/>
                  </a:lnTo>
                  <a:lnTo>
                    <a:pt x="23693" y="8297"/>
                  </a:lnTo>
                  <a:lnTo>
                    <a:pt x="22717" y="8785"/>
                  </a:lnTo>
                  <a:cubicBezTo>
                    <a:pt x="22446" y="8940"/>
                    <a:pt x="22648" y="9298"/>
                    <a:pt x="22910" y="9298"/>
                  </a:cubicBezTo>
                  <a:cubicBezTo>
                    <a:pt x="22949" y="9298"/>
                    <a:pt x="22988" y="9290"/>
                    <a:pt x="23028" y="9273"/>
                  </a:cubicBezTo>
                  <a:lnTo>
                    <a:pt x="23782" y="8874"/>
                  </a:lnTo>
                  <a:cubicBezTo>
                    <a:pt x="23826" y="9051"/>
                    <a:pt x="23826" y="9185"/>
                    <a:pt x="23871" y="9318"/>
                  </a:cubicBezTo>
                  <a:lnTo>
                    <a:pt x="23826" y="9318"/>
                  </a:lnTo>
                  <a:cubicBezTo>
                    <a:pt x="23427" y="9540"/>
                    <a:pt x="23072" y="9806"/>
                    <a:pt x="22850" y="10205"/>
                  </a:cubicBezTo>
                  <a:cubicBezTo>
                    <a:pt x="22725" y="10425"/>
                    <a:pt x="22932" y="10644"/>
                    <a:pt x="23127" y="10644"/>
                  </a:cubicBezTo>
                  <a:cubicBezTo>
                    <a:pt x="23208" y="10644"/>
                    <a:pt x="23286" y="10607"/>
                    <a:pt x="23338" y="10516"/>
                  </a:cubicBezTo>
                  <a:cubicBezTo>
                    <a:pt x="23471" y="10205"/>
                    <a:pt x="23738" y="10028"/>
                    <a:pt x="24004" y="9894"/>
                  </a:cubicBezTo>
                  <a:cubicBezTo>
                    <a:pt x="24181" y="10383"/>
                    <a:pt x="24447" y="10915"/>
                    <a:pt x="24758" y="11359"/>
                  </a:cubicBezTo>
                  <a:cubicBezTo>
                    <a:pt x="24314" y="11048"/>
                    <a:pt x="23782" y="10826"/>
                    <a:pt x="23250" y="10737"/>
                  </a:cubicBezTo>
                  <a:cubicBezTo>
                    <a:pt x="23222" y="10731"/>
                    <a:pt x="23196" y="10728"/>
                    <a:pt x="23171" y="10728"/>
                  </a:cubicBezTo>
                  <a:cubicBezTo>
                    <a:pt x="22871" y="10728"/>
                    <a:pt x="22744" y="11188"/>
                    <a:pt x="23072" y="11270"/>
                  </a:cubicBezTo>
                  <a:cubicBezTo>
                    <a:pt x="23871" y="11447"/>
                    <a:pt x="24625" y="11802"/>
                    <a:pt x="25246" y="12379"/>
                  </a:cubicBezTo>
                  <a:cubicBezTo>
                    <a:pt x="25299" y="12432"/>
                    <a:pt x="25365" y="12456"/>
                    <a:pt x="25431" y="12456"/>
                  </a:cubicBezTo>
                  <a:cubicBezTo>
                    <a:pt x="25533" y="12456"/>
                    <a:pt x="25636" y="12398"/>
                    <a:pt x="25690" y="12290"/>
                  </a:cubicBezTo>
                  <a:lnTo>
                    <a:pt x="25690" y="12290"/>
                  </a:lnTo>
                  <a:cubicBezTo>
                    <a:pt x="25645" y="12468"/>
                    <a:pt x="25557" y="12645"/>
                    <a:pt x="25512" y="12823"/>
                  </a:cubicBezTo>
                  <a:lnTo>
                    <a:pt x="25424" y="12778"/>
                  </a:lnTo>
                  <a:cubicBezTo>
                    <a:pt x="25362" y="12717"/>
                    <a:pt x="25293" y="12691"/>
                    <a:pt x="25226" y="12691"/>
                  </a:cubicBezTo>
                  <a:cubicBezTo>
                    <a:pt x="25008" y="12691"/>
                    <a:pt x="24820" y="12973"/>
                    <a:pt x="25024" y="13178"/>
                  </a:cubicBezTo>
                  <a:lnTo>
                    <a:pt x="25246" y="13355"/>
                  </a:lnTo>
                  <a:cubicBezTo>
                    <a:pt x="25290" y="13400"/>
                    <a:pt x="25290" y="13400"/>
                    <a:pt x="25335" y="13444"/>
                  </a:cubicBezTo>
                  <a:cubicBezTo>
                    <a:pt x="25290" y="13710"/>
                    <a:pt x="25246" y="14021"/>
                    <a:pt x="25202" y="14331"/>
                  </a:cubicBezTo>
                  <a:cubicBezTo>
                    <a:pt x="25202" y="14287"/>
                    <a:pt x="25157" y="14243"/>
                    <a:pt x="25157" y="14243"/>
                  </a:cubicBezTo>
                  <a:cubicBezTo>
                    <a:pt x="24625" y="13666"/>
                    <a:pt x="23959" y="13266"/>
                    <a:pt x="23250" y="13045"/>
                  </a:cubicBezTo>
                  <a:cubicBezTo>
                    <a:pt x="23211" y="13030"/>
                    <a:pt x="23174" y="13023"/>
                    <a:pt x="23141" y="13023"/>
                  </a:cubicBezTo>
                  <a:cubicBezTo>
                    <a:pt x="22871" y="13023"/>
                    <a:pt x="22800" y="13458"/>
                    <a:pt x="23116" y="13577"/>
                  </a:cubicBezTo>
                  <a:cubicBezTo>
                    <a:pt x="23738" y="13799"/>
                    <a:pt x="24314" y="14154"/>
                    <a:pt x="24758" y="14642"/>
                  </a:cubicBezTo>
                  <a:cubicBezTo>
                    <a:pt x="24825" y="14708"/>
                    <a:pt x="24902" y="14742"/>
                    <a:pt x="24974" y="14742"/>
                  </a:cubicBezTo>
                  <a:cubicBezTo>
                    <a:pt x="25046" y="14742"/>
                    <a:pt x="25113" y="14708"/>
                    <a:pt x="25157" y="14642"/>
                  </a:cubicBezTo>
                  <a:cubicBezTo>
                    <a:pt x="25157" y="14864"/>
                    <a:pt x="25157" y="15130"/>
                    <a:pt x="25157" y="15352"/>
                  </a:cubicBezTo>
                  <a:cubicBezTo>
                    <a:pt x="25113" y="15307"/>
                    <a:pt x="25024" y="15263"/>
                    <a:pt x="24980" y="15263"/>
                  </a:cubicBezTo>
                  <a:lnTo>
                    <a:pt x="24935" y="15263"/>
                  </a:lnTo>
                  <a:cubicBezTo>
                    <a:pt x="24847" y="15219"/>
                    <a:pt x="24802" y="15130"/>
                    <a:pt x="24758" y="15130"/>
                  </a:cubicBezTo>
                  <a:cubicBezTo>
                    <a:pt x="24625" y="14997"/>
                    <a:pt x="24492" y="14908"/>
                    <a:pt x="24314" y="14819"/>
                  </a:cubicBezTo>
                  <a:cubicBezTo>
                    <a:pt x="24048" y="14686"/>
                    <a:pt x="23738" y="14553"/>
                    <a:pt x="23383" y="14509"/>
                  </a:cubicBezTo>
                  <a:cubicBezTo>
                    <a:pt x="23359" y="14497"/>
                    <a:pt x="23332" y="14491"/>
                    <a:pt x="23304" y="14491"/>
                  </a:cubicBezTo>
                  <a:cubicBezTo>
                    <a:pt x="23229" y="14491"/>
                    <a:pt x="23149" y="14533"/>
                    <a:pt x="23116" y="14597"/>
                  </a:cubicBezTo>
                  <a:cubicBezTo>
                    <a:pt x="22983" y="13488"/>
                    <a:pt x="22584" y="12468"/>
                    <a:pt x="21963" y="11580"/>
                  </a:cubicBezTo>
                  <a:cubicBezTo>
                    <a:pt x="21897" y="11488"/>
                    <a:pt x="21807" y="11451"/>
                    <a:pt x="21720" y="11451"/>
                  </a:cubicBezTo>
                  <a:cubicBezTo>
                    <a:pt x="21514" y="11451"/>
                    <a:pt x="21319" y="11660"/>
                    <a:pt x="21475" y="11847"/>
                  </a:cubicBezTo>
                  <a:cubicBezTo>
                    <a:pt x="22185" y="12823"/>
                    <a:pt x="22584" y="13976"/>
                    <a:pt x="22628" y="15219"/>
                  </a:cubicBezTo>
                  <a:cubicBezTo>
                    <a:pt x="22628" y="15396"/>
                    <a:pt x="22761" y="15485"/>
                    <a:pt x="22895" y="15485"/>
                  </a:cubicBezTo>
                  <a:cubicBezTo>
                    <a:pt x="23028" y="15485"/>
                    <a:pt x="23161" y="15396"/>
                    <a:pt x="23161" y="15219"/>
                  </a:cubicBezTo>
                  <a:lnTo>
                    <a:pt x="23161" y="14997"/>
                  </a:lnTo>
                  <a:cubicBezTo>
                    <a:pt x="23205" y="14997"/>
                    <a:pt x="23250" y="14997"/>
                    <a:pt x="23250" y="15041"/>
                  </a:cubicBezTo>
                  <a:cubicBezTo>
                    <a:pt x="23604" y="15086"/>
                    <a:pt x="23915" y="15219"/>
                    <a:pt x="24181" y="15396"/>
                  </a:cubicBezTo>
                  <a:cubicBezTo>
                    <a:pt x="24314" y="15485"/>
                    <a:pt x="24447" y="15574"/>
                    <a:pt x="24581" y="15662"/>
                  </a:cubicBezTo>
                  <a:cubicBezTo>
                    <a:pt x="24669" y="15751"/>
                    <a:pt x="24758" y="15884"/>
                    <a:pt x="24891" y="15884"/>
                  </a:cubicBezTo>
                  <a:cubicBezTo>
                    <a:pt x="24913" y="15906"/>
                    <a:pt x="24935" y="15917"/>
                    <a:pt x="24958" y="15917"/>
                  </a:cubicBezTo>
                  <a:cubicBezTo>
                    <a:pt x="24980" y="15917"/>
                    <a:pt x="25002" y="15906"/>
                    <a:pt x="25024" y="15884"/>
                  </a:cubicBezTo>
                  <a:cubicBezTo>
                    <a:pt x="25061" y="15994"/>
                    <a:pt x="25157" y="16073"/>
                    <a:pt x="25265" y="16073"/>
                  </a:cubicBezTo>
                  <a:cubicBezTo>
                    <a:pt x="25288" y="16073"/>
                    <a:pt x="25311" y="16069"/>
                    <a:pt x="25335" y="16062"/>
                  </a:cubicBezTo>
                  <a:cubicBezTo>
                    <a:pt x="25765" y="15976"/>
                    <a:pt x="26194" y="15927"/>
                    <a:pt x="26612" y="15927"/>
                  </a:cubicBezTo>
                  <a:cubicBezTo>
                    <a:pt x="26841" y="15927"/>
                    <a:pt x="27067" y="15941"/>
                    <a:pt x="27287" y="15973"/>
                  </a:cubicBezTo>
                  <a:cubicBezTo>
                    <a:pt x="26843" y="16239"/>
                    <a:pt x="26444" y="16550"/>
                    <a:pt x="26045" y="16860"/>
                  </a:cubicBezTo>
                  <a:cubicBezTo>
                    <a:pt x="25840" y="17065"/>
                    <a:pt x="26028" y="17347"/>
                    <a:pt x="26247" y="17347"/>
                  </a:cubicBezTo>
                  <a:cubicBezTo>
                    <a:pt x="26313" y="17347"/>
                    <a:pt x="26382" y="17321"/>
                    <a:pt x="26444" y="17260"/>
                  </a:cubicBezTo>
                  <a:cubicBezTo>
                    <a:pt x="26932" y="16860"/>
                    <a:pt x="27509" y="16461"/>
                    <a:pt x="28086" y="16150"/>
                  </a:cubicBezTo>
                  <a:lnTo>
                    <a:pt x="28086" y="16150"/>
                  </a:lnTo>
                  <a:cubicBezTo>
                    <a:pt x="28041" y="16417"/>
                    <a:pt x="27997" y="16683"/>
                    <a:pt x="27953" y="16905"/>
                  </a:cubicBezTo>
                  <a:cubicBezTo>
                    <a:pt x="27908" y="16905"/>
                    <a:pt x="27864" y="16949"/>
                    <a:pt x="27819" y="16949"/>
                  </a:cubicBezTo>
                  <a:cubicBezTo>
                    <a:pt x="26976" y="17526"/>
                    <a:pt x="26267" y="18236"/>
                    <a:pt x="25690" y="19079"/>
                  </a:cubicBezTo>
                  <a:cubicBezTo>
                    <a:pt x="25563" y="19300"/>
                    <a:pt x="25774" y="19498"/>
                    <a:pt x="25970" y="19498"/>
                  </a:cubicBezTo>
                  <a:cubicBezTo>
                    <a:pt x="26050" y="19498"/>
                    <a:pt x="26127" y="19466"/>
                    <a:pt x="26178" y="19389"/>
                  </a:cubicBezTo>
                  <a:cubicBezTo>
                    <a:pt x="26621" y="18724"/>
                    <a:pt x="27154" y="18191"/>
                    <a:pt x="27731" y="17703"/>
                  </a:cubicBezTo>
                  <a:lnTo>
                    <a:pt x="27731" y="17703"/>
                  </a:lnTo>
                  <a:cubicBezTo>
                    <a:pt x="27642" y="18103"/>
                    <a:pt x="27509" y="18502"/>
                    <a:pt x="27376" y="18857"/>
                  </a:cubicBezTo>
                  <a:cubicBezTo>
                    <a:pt x="27287" y="18857"/>
                    <a:pt x="27198" y="18901"/>
                    <a:pt x="27154" y="18946"/>
                  </a:cubicBezTo>
                  <a:cubicBezTo>
                    <a:pt x="26400" y="19744"/>
                    <a:pt x="25867" y="20720"/>
                    <a:pt x="25601" y="21785"/>
                  </a:cubicBezTo>
                  <a:cubicBezTo>
                    <a:pt x="25601" y="21874"/>
                    <a:pt x="25601" y="21963"/>
                    <a:pt x="25690" y="22051"/>
                  </a:cubicBezTo>
                  <a:cubicBezTo>
                    <a:pt x="25468" y="22362"/>
                    <a:pt x="25202" y="22717"/>
                    <a:pt x="24935" y="23027"/>
                  </a:cubicBezTo>
                  <a:cubicBezTo>
                    <a:pt x="24980" y="21963"/>
                    <a:pt x="25290" y="20942"/>
                    <a:pt x="25823" y="20055"/>
                  </a:cubicBezTo>
                  <a:cubicBezTo>
                    <a:pt x="25944" y="19842"/>
                    <a:pt x="25754" y="19650"/>
                    <a:pt x="25564" y="19650"/>
                  </a:cubicBezTo>
                  <a:cubicBezTo>
                    <a:pt x="25477" y="19650"/>
                    <a:pt x="25391" y="19691"/>
                    <a:pt x="25335" y="19789"/>
                  </a:cubicBezTo>
                  <a:cubicBezTo>
                    <a:pt x="24714" y="20809"/>
                    <a:pt x="24403" y="22007"/>
                    <a:pt x="24359" y="23205"/>
                  </a:cubicBezTo>
                  <a:lnTo>
                    <a:pt x="24181" y="22983"/>
                  </a:lnTo>
                  <a:lnTo>
                    <a:pt x="24181" y="22939"/>
                  </a:lnTo>
                  <a:cubicBezTo>
                    <a:pt x="23915" y="21430"/>
                    <a:pt x="24314" y="19877"/>
                    <a:pt x="25290" y="18679"/>
                  </a:cubicBezTo>
                  <a:cubicBezTo>
                    <a:pt x="25461" y="18475"/>
                    <a:pt x="25265" y="18192"/>
                    <a:pt x="25065" y="18192"/>
                  </a:cubicBezTo>
                  <a:cubicBezTo>
                    <a:pt x="25004" y="18192"/>
                    <a:pt x="24943" y="18218"/>
                    <a:pt x="24891" y="18280"/>
                  </a:cubicBezTo>
                  <a:cubicBezTo>
                    <a:pt x="24181" y="19167"/>
                    <a:pt x="23738" y="20232"/>
                    <a:pt x="23604" y="21341"/>
                  </a:cubicBezTo>
                  <a:cubicBezTo>
                    <a:pt x="23560" y="21297"/>
                    <a:pt x="23560" y="21253"/>
                    <a:pt x="23516" y="21253"/>
                  </a:cubicBezTo>
                  <a:cubicBezTo>
                    <a:pt x="23205" y="21031"/>
                    <a:pt x="22850" y="20809"/>
                    <a:pt x="22495" y="20632"/>
                  </a:cubicBezTo>
                  <a:cubicBezTo>
                    <a:pt x="22673" y="20321"/>
                    <a:pt x="22939" y="20055"/>
                    <a:pt x="23250" y="19877"/>
                  </a:cubicBezTo>
                  <a:cubicBezTo>
                    <a:pt x="23514" y="19726"/>
                    <a:pt x="23329" y="19351"/>
                    <a:pt x="23104" y="19351"/>
                  </a:cubicBezTo>
                  <a:cubicBezTo>
                    <a:pt x="23064" y="19351"/>
                    <a:pt x="23023" y="19363"/>
                    <a:pt x="22983" y="19389"/>
                  </a:cubicBezTo>
                  <a:cubicBezTo>
                    <a:pt x="22495" y="19700"/>
                    <a:pt x="22140" y="20099"/>
                    <a:pt x="21874" y="20587"/>
                  </a:cubicBezTo>
                  <a:cubicBezTo>
                    <a:pt x="21741" y="20676"/>
                    <a:pt x="21785" y="20898"/>
                    <a:pt x="21918" y="20986"/>
                  </a:cubicBezTo>
                  <a:cubicBezTo>
                    <a:pt x="22407" y="21164"/>
                    <a:pt x="22850" y="21430"/>
                    <a:pt x="23250" y="21741"/>
                  </a:cubicBezTo>
                  <a:cubicBezTo>
                    <a:pt x="23283" y="21775"/>
                    <a:pt x="23324" y="21789"/>
                    <a:pt x="23366" y="21789"/>
                  </a:cubicBezTo>
                  <a:cubicBezTo>
                    <a:pt x="23433" y="21789"/>
                    <a:pt x="23505" y="21751"/>
                    <a:pt x="23560" y="21696"/>
                  </a:cubicBezTo>
                  <a:lnTo>
                    <a:pt x="23560" y="21696"/>
                  </a:lnTo>
                  <a:cubicBezTo>
                    <a:pt x="23516" y="22184"/>
                    <a:pt x="23560" y="22628"/>
                    <a:pt x="23604" y="23072"/>
                  </a:cubicBezTo>
                  <a:cubicBezTo>
                    <a:pt x="23604" y="23160"/>
                    <a:pt x="23649" y="23205"/>
                    <a:pt x="23693" y="23249"/>
                  </a:cubicBezTo>
                  <a:cubicBezTo>
                    <a:pt x="23693" y="23294"/>
                    <a:pt x="23738" y="23338"/>
                    <a:pt x="23738" y="23338"/>
                  </a:cubicBezTo>
                  <a:lnTo>
                    <a:pt x="24181" y="23826"/>
                  </a:lnTo>
                  <a:cubicBezTo>
                    <a:pt x="23915" y="24048"/>
                    <a:pt x="23693" y="24270"/>
                    <a:pt x="23427" y="24492"/>
                  </a:cubicBezTo>
                  <a:cubicBezTo>
                    <a:pt x="22850" y="24935"/>
                    <a:pt x="22273" y="25335"/>
                    <a:pt x="21608" y="25645"/>
                  </a:cubicBezTo>
                  <a:lnTo>
                    <a:pt x="21874" y="25335"/>
                  </a:lnTo>
                  <a:cubicBezTo>
                    <a:pt x="21918" y="25290"/>
                    <a:pt x="21918" y="25246"/>
                    <a:pt x="21918" y="25201"/>
                  </a:cubicBezTo>
                  <a:cubicBezTo>
                    <a:pt x="21988" y="25259"/>
                    <a:pt x="22067" y="25284"/>
                    <a:pt x="22141" y="25284"/>
                  </a:cubicBezTo>
                  <a:cubicBezTo>
                    <a:pt x="22351" y="25284"/>
                    <a:pt x="22526" y="25087"/>
                    <a:pt x="22362" y="24891"/>
                  </a:cubicBezTo>
                  <a:cubicBezTo>
                    <a:pt x="21918" y="24270"/>
                    <a:pt x="21342" y="23737"/>
                    <a:pt x="20676" y="23338"/>
                  </a:cubicBezTo>
                  <a:cubicBezTo>
                    <a:pt x="20632" y="23316"/>
                    <a:pt x="20587" y="23305"/>
                    <a:pt x="20543" y="23305"/>
                  </a:cubicBezTo>
                  <a:cubicBezTo>
                    <a:pt x="20499" y="23305"/>
                    <a:pt x="20454" y="23316"/>
                    <a:pt x="20410" y="23338"/>
                  </a:cubicBezTo>
                  <a:cubicBezTo>
                    <a:pt x="20499" y="23205"/>
                    <a:pt x="20587" y="23116"/>
                    <a:pt x="20676" y="22983"/>
                  </a:cubicBezTo>
                  <a:cubicBezTo>
                    <a:pt x="20676" y="23027"/>
                    <a:pt x="20721" y="23027"/>
                    <a:pt x="20765" y="23072"/>
                  </a:cubicBezTo>
                  <a:cubicBezTo>
                    <a:pt x="21386" y="23515"/>
                    <a:pt x="22007" y="24092"/>
                    <a:pt x="22540" y="24713"/>
                  </a:cubicBezTo>
                  <a:cubicBezTo>
                    <a:pt x="22591" y="24775"/>
                    <a:pt x="22652" y="24801"/>
                    <a:pt x="22713" y="24801"/>
                  </a:cubicBezTo>
                  <a:cubicBezTo>
                    <a:pt x="22914" y="24801"/>
                    <a:pt x="23109" y="24518"/>
                    <a:pt x="22939" y="24314"/>
                  </a:cubicBezTo>
                  <a:cubicBezTo>
                    <a:pt x="22362" y="23693"/>
                    <a:pt x="21741" y="23072"/>
                    <a:pt x="21031" y="22584"/>
                  </a:cubicBezTo>
                  <a:cubicBezTo>
                    <a:pt x="20987" y="22584"/>
                    <a:pt x="20942" y="22539"/>
                    <a:pt x="20898" y="22539"/>
                  </a:cubicBezTo>
                  <a:cubicBezTo>
                    <a:pt x="20987" y="22406"/>
                    <a:pt x="21031" y="22273"/>
                    <a:pt x="21075" y="22184"/>
                  </a:cubicBezTo>
                  <a:cubicBezTo>
                    <a:pt x="21785" y="22761"/>
                    <a:pt x="22495" y="23382"/>
                    <a:pt x="23116" y="24092"/>
                  </a:cubicBezTo>
                  <a:cubicBezTo>
                    <a:pt x="23168" y="24154"/>
                    <a:pt x="23229" y="24180"/>
                    <a:pt x="23290" y="24180"/>
                  </a:cubicBezTo>
                  <a:cubicBezTo>
                    <a:pt x="23490" y="24180"/>
                    <a:pt x="23686" y="23897"/>
                    <a:pt x="23516" y="23693"/>
                  </a:cubicBezTo>
                  <a:cubicBezTo>
                    <a:pt x="22850" y="22983"/>
                    <a:pt x="22185" y="22317"/>
                    <a:pt x="21430" y="21741"/>
                  </a:cubicBezTo>
                  <a:cubicBezTo>
                    <a:pt x="21386" y="21696"/>
                    <a:pt x="21297" y="21652"/>
                    <a:pt x="21253" y="21652"/>
                  </a:cubicBezTo>
                  <a:cubicBezTo>
                    <a:pt x="21430" y="20898"/>
                    <a:pt x="21386" y="20055"/>
                    <a:pt x="21164" y="19300"/>
                  </a:cubicBezTo>
                  <a:cubicBezTo>
                    <a:pt x="21129" y="19140"/>
                    <a:pt x="21014" y="19073"/>
                    <a:pt x="20895" y="19073"/>
                  </a:cubicBezTo>
                  <a:cubicBezTo>
                    <a:pt x="20719" y="19073"/>
                    <a:pt x="20534" y="19221"/>
                    <a:pt x="20587" y="19434"/>
                  </a:cubicBezTo>
                  <a:cubicBezTo>
                    <a:pt x="21031" y="20809"/>
                    <a:pt x="20721" y="22273"/>
                    <a:pt x="19744" y="23338"/>
                  </a:cubicBezTo>
                  <a:cubicBezTo>
                    <a:pt x="19529" y="23518"/>
                    <a:pt x="19721" y="23785"/>
                    <a:pt x="19944" y="23785"/>
                  </a:cubicBezTo>
                  <a:cubicBezTo>
                    <a:pt x="19996" y="23785"/>
                    <a:pt x="20049" y="23771"/>
                    <a:pt x="20099" y="23737"/>
                  </a:cubicBezTo>
                  <a:lnTo>
                    <a:pt x="20099" y="23737"/>
                  </a:lnTo>
                  <a:cubicBezTo>
                    <a:pt x="19079" y="25113"/>
                    <a:pt x="17792" y="26311"/>
                    <a:pt x="16372" y="27242"/>
                  </a:cubicBezTo>
                  <a:cubicBezTo>
                    <a:pt x="16328" y="27242"/>
                    <a:pt x="16284" y="27287"/>
                    <a:pt x="16284" y="27331"/>
                  </a:cubicBezTo>
                  <a:cubicBezTo>
                    <a:pt x="15848" y="27373"/>
                    <a:pt x="15412" y="27394"/>
                    <a:pt x="14978" y="27394"/>
                  </a:cubicBezTo>
                  <a:cubicBezTo>
                    <a:pt x="12227" y="27394"/>
                    <a:pt x="9526" y="26557"/>
                    <a:pt x="7188" y="25024"/>
                  </a:cubicBezTo>
                  <a:cubicBezTo>
                    <a:pt x="2840" y="21963"/>
                    <a:pt x="755" y="16594"/>
                    <a:pt x="1864" y="11403"/>
                  </a:cubicBezTo>
                  <a:cubicBezTo>
                    <a:pt x="2485" y="8741"/>
                    <a:pt x="3861" y="6301"/>
                    <a:pt x="5813" y="4393"/>
                  </a:cubicBezTo>
                  <a:cubicBezTo>
                    <a:pt x="7672" y="2534"/>
                    <a:pt x="10477" y="675"/>
                    <a:pt x="13255" y="675"/>
                  </a:cubicBezTo>
                  <a:cubicBezTo>
                    <a:pt x="13660" y="675"/>
                    <a:pt x="14064" y="714"/>
                    <a:pt x="14465" y="799"/>
                  </a:cubicBezTo>
                  <a:cubicBezTo>
                    <a:pt x="14598" y="799"/>
                    <a:pt x="14731" y="755"/>
                    <a:pt x="14775" y="622"/>
                  </a:cubicBezTo>
                  <a:close/>
                  <a:moveTo>
                    <a:pt x="14243" y="0"/>
                  </a:moveTo>
                  <a:cubicBezTo>
                    <a:pt x="14154" y="0"/>
                    <a:pt x="14065" y="45"/>
                    <a:pt x="14021" y="89"/>
                  </a:cubicBezTo>
                  <a:cubicBezTo>
                    <a:pt x="13767" y="63"/>
                    <a:pt x="13513" y="50"/>
                    <a:pt x="13260" y="50"/>
                  </a:cubicBezTo>
                  <a:cubicBezTo>
                    <a:pt x="8423" y="50"/>
                    <a:pt x="3772" y="4742"/>
                    <a:pt x="2086" y="8874"/>
                  </a:cubicBezTo>
                  <a:cubicBezTo>
                    <a:pt x="1" y="14021"/>
                    <a:pt x="1110" y="19877"/>
                    <a:pt x="4926" y="23826"/>
                  </a:cubicBezTo>
                  <a:cubicBezTo>
                    <a:pt x="7554" y="26510"/>
                    <a:pt x="11298" y="27909"/>
                    <a:pt x="15031" y="27909"/>
                  </a:cubicBezTo>
                  <a:cubicBezTo>
                    <a:pt x="17347" y="27909"/>
                    <a:pt x="19658" y="27370"/>
                    <a:pt x="21697" y="26266"/>
                  </a:cubicBezTo>
                  <a:cubicBezTo>
                    <a:pt x="26799" y="23471"/>
                    <a:pt x="29683" y="17126"/>
                    <a:pt x="28707" y="11403"/>
                  </a:cubicBezTo>
                  <a:cubicBezTo>
                    <a:pt x="27509" y="4437"/>
                    <a:pt x="20898" y="355"/>
                    <a:pt x="142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40"/>
            <p:cNvSpPr/>
            <p:nvPr/>
          </p:nvSpPr>
          <p:spPr>
            <a:xfrm>
              <a:off x="7061795" y="4119640"/>
              <a:ext cx="199954" cy="143676"/>
            </a:xfrm>
            <a:custGeom>
              <a:avLst/>
              <a:gdLst/>
              <a:ahLst/>
              <a:cxnLst/>
              <a:rect l="l" t="t" r="r" b="b"/>
              <a:pathLst>
                <a:path w="1510" h="1085" extrusionOk="0">
                  <a:moveTo>
                    <a:pt x="382" y="1"/>
                  </a:moveTo>
                  <a:cubicBezTo>
                    <a:pt x="75" y="1"/>
                    <a:pt x="1" y="474"/>
                    <a:pt x="319" y="553"/>
                  </a:cubicBezTo>
                  <a:cubicBezTo>
                    <a:pt x="585" y="642"/>
                    <a:pt x="807" y="775"/>
                    <a:pt x="985" y="997"/>
                  </a:cubicBezTo>
                  <a:cubicBezTo>
                    <a:pt x="1026" y="1059"/>
                    <a:pt x="1079" y="1085"/>
                    <a:pt x="1134" y="1085"/>
                  </a:cubicBezTo>
                  <a:cubicBezTo>
                    <a:pt x="1314" y="1085"/>
                    <a:pt x="1510" y="802"/>
                    <a:pt x="1340" y="598"/>
                  </a:cubicBezTo>
                  <a:cubicBezTo>
                    <a:pt x="1118" y="287"/>
                    <a:pt x="807" y="110"/>
                    <a:pt x="497" y="21"/>
                  </a:cubicBezTo>
                  <a:cubicBezTo>
                    <a:pt x="456" y="7"/>
                    <a:pt x="418"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40"/>
            <p:cNvSpPr/>
            <p:nvPr/>
          </p:nvSpPr>
          <p:spPr>
            <a:xfrm>
              <a:off x="7256717" y="4247161"/>
              <a:ext cx="76539" cy="85278"/>
            </a:xfrm>
            <a:custGeom>
              <a:avLst/>
              <a:gdLst/>
              <a:ahLst/>
              <a:cxnLst/>
              <a:rect l="l" t="t" r="r" b="b"/>
              <a:pathLst>
                <a:path w="578" h="644" extrusionOk="0">
                  <a:moveTo>
                    <a:pt x="289" y="1"/>
                  </a:moveTo>
                  <a:cubicBezTo>
                    <a:pt x="145" y="1"/>
                    <a:pt x="1" y="100"/>
                    <a:pt x="1" y="300"/>
                  </a:cubicBezTo>
                  <a:lnTo>
                    <a:pt x="1" y="344"/>
                  </a:lnTo>
                  <a:cubicBezTo>
                    <a:pt x="1" y="544"/>
                    <a:pt x="145" y="644"/>
                    <a:pt x="289" y="644"/>
                  </a:cubicBezTo>
                  <a:cubicBezTo>
                    <a:pt x="433" y="644"/>
                    <a:pt x="578" y="544"/>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40"/>
            <p:cNvSpPr/>
            <p:nvPr/>
          </p:nvSpPr>
          <p:spPr>
            <a:xfrm>
              <a:off x="7579954" y="3652330"/>
              <a:ext cx="105804" cy="70580"/>
            </a:xfrm>
            <a:custGeom>
              <a:avLst/>
              <a:gdLst/>
              <a:ahLst/>
              <a:cxnLst/>
              <a:rect l="l" t="t" r="r" b="b"/>
              <a:pathLst>
                <a:path w="799" h="533" extrusionOk="0">
                  <a:moveTo>
                    <a:pt x="355" y="0"/>
                  </a:moveTo>
                  <a:cubicBezTo>
                    <a:pt x="0" y="0"/>
                    <a:pt x="0" y="533"/>
                    <a:pt x="355"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40"/>
            <p:cNvSpPr/>
            <p:nvPr/>
          </p:nvSpPr>
          <p:spPr>
            <a:xfrm>
              <a:off x="7193950" y="3569700"/>
              <a:ext cx="489954" cy="287616"/>
            </a:xfrm>
            <a:custGeom>
              <a:avLst/>
              <a:gdLst/>
              <a:ahLst/>
              <a:cxnLst/>
              <a:rect l="l" t="t" r="r" b="b"/>
              <a:pathLst>
                <a:path w="3700" h="2172" extrusionOk="0">
                  <a:moveTo>
                    <a:pt x="3267" y="1"/>
                  </a:moveTo>
                  <a:cubicBezTo>
                    <a:pt x="3254" y="1"/>
                    <a:pt x="3240" y="1"/>
                    <a:pt x="3226" y="3"/>
                  </a:cubicBezTo>
                  <a:cubicBezTo>
                    <a:pt x="2072" y="269"/>
                    <a:pt x="1052" y="846"/>
                    <a:pt x="209" y="1689"/>
                  </a:cubicBezTo>
                  <a:cubicBezTo>
                    <a:pt x="1" y="1862"/>
                    <a:pt x="172" y="2171"/>
                    <a:pt x="405" y="2171"/>
                  </a:cubicBezTo>
                  <a:cubicBezTo>
                    <a:pt x="470" y="2171"/>
                    <a:pt x="540" y="2147"/>
                    <a:pt x="608" y="2089"/>
                  </a:cubicBezTo>
                  <a:cubicBezTo>
                    <a:pt x="1362" y="1334"/>
                    <a:pt x="2294" y="802"/>
                    <a:pt x="3359" y="580"/>
                  </a:cubicBezTo>
                  <a:cubicBezTo>
                    <a:pt x="3700" y="495"/>
                    <a:pt x="3590" y="1"/>
                    <a:pt x="3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40"/>
            <p:cNvSpPr/>
            <p:nvPr/>
          </p:nvSpPr>
          <p:spPr>
            <a:xfrm>
              <a:off x="7206795" y="3518056"/>
              <a:ext cx="202603" cy="169233"/>
            </a:xfrm>
            <a:custGeom>
              <a:avLst/>
              <a:gdLst/>
              <a:ahLst/>
              <a:cxnLst/>
              <a:rect l="l" t="t" r="r" b="b"/>
              <a:pathLst>
                <a:path w="1530" h="1278" extrusionOk="0">
                  <a:moveTo>
                    <a:pt x="1134" y="0"/>
                  </a:moveTo>
                  <a:cubicBezTo>
                    <a:pt x="1091" y="0"/>
                    <a:pt x="1046" y="12"/>
                    <a:pt x="999" y="38"/>
                  </a:cubicBezTo>
                  <a:cubicBezTo>
                    <a:pt x="688" y="260"/>
                    <a:pt x="378" y="526"/>
                    <a:pt x="156" y="881"/>
                  </a:cubicBezTo>
                  <a:cubicBezTo>
                    <a:pt x="0" y="1068"/>
                    <a:pt x="195" y="1277"/>
                    <a:pt x="401" y="1277"/>
                  </a:cubicBezTo>
                  <a:cubicBezTo>
                    <a:pt x="489" y="1277"/>
                    <a:pt x="578" y="1240"/>
                    <a:pt x="644" y="1147"/>
                  </a:cubicBezTo>
                  <a:cubicBezTo>
                    <a:pt x="822" y="881"/>
                    <a:pt x="1043" y="704"/>
                    <a:pt x="1265" y="526"/>
                  </a:cubicBezTo>
                  <a:cubicBezTo>
                    <a:pt x="1529" y="375"/>
                    <a:pt x="1376" y="0"/>
                    <a:pt x="11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40"/>
            <p:cNvSpPr/>
            <p:nvPr/>
          </p:nvSpPr>
          <p:spPr>
            <a:xfrm>
              <a:off x="7254466" y="2893034"/>
              <a:ext cx="202867" cy="116000"/>
            </a:xfrm>
            <a:custGeom>
              <a:avLst/>
              <a:gdLst/>
              <a:ahLst/>
              <a:cxnLst/>
              <a:rect l="l" t="t" r="r" b="b"/>
              <a:pathLst>
                <a:path w="1532" h="876" extrusionOk="0">
                  <a:moveTo>
                    <a:pt x="393" y="1"/>
                  </a:moveTo>
                  <a:cubicBezTo>
                    <a:pt x="127" y="1"/>
                    <a:pt x="1" y="465"/>
                    <a:pt x="328" y="588"/>
                  </a:cubicBezTo>
                  <a:lnTo>
                    <a:pt x="1083" y="854"/>
                  </a:lnTo>
                  <a:cubicBezTo>
                    <a:pt x="1117" y="868"/>
                    <a:pt x="1149" y="875"/>
                    <a:pt x="1179" y="875"/>
                  </a:cubicBezTo>
                  <a:cubicBezTo>
                    <a:pt x="1426" y="875"/>
                    <a:pt x="1532" y="440"/>
                    <a:pt x="1216" y="321"/>
                  </a:cubicBezTo>
                  <a:lnTo>
                    <a:pt x="462" y="11"/>
                  </a:lnTo>
                  <a:cubicBezTo>
                    <a:pt x="438" y="4"/>
                    <a:pt x="415" y="1"/>
                    <a:pt x="3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40"/>
            <p:cNvSpPr/>
            <p:nvPr/>
          </p:nvSpPr>
          <p:spPr>
            <a:xfrm>
              <a:off x="7462365" y="2972221"/>
              <a:ext cx="70712" cy="80909"/>
            </a:xfrm>
            <a:custGeom>
              <a:avLst/>
              <a:gdLst/>
              <a:ahLst/>
              <a:cxnLst/>
              <a:rect l="l" t="t" r="r" b="b"/>
              <a:pathLst>
                <a:path w="534" h="611" extrusionOk="0">
                  <a:moveTo>
                    <a:pt x="267" y="1"/>
                  </a:moveTo>
                  <a:cubicBezTo>
                    <a:pt x="134" y="1"/>
                    <a:pt x="1" y="101"/>
                    <a:pt x="1" y="300"/>
                  </a:cubicBezTo>
                  <a:lnTo>
                    <a:pt x="1" y="345"/>
                  </a:lnTo>
                  <a:cubicBezTo>
                    <a:pt x="1" y="522"/>
                    <a:pt x="134" y="611"/>
                    <a:pt x="267" y="611"/>
                  </a:cubicBezTo>
                  <a:cubicBezTo>
                    <a:pt x="400" y="611"/>
                    <a:pt x="533" y="522"/>
                    <a:pt x="533" y="345"/>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40"/>
            <p:cNvSpPr/>
            <p:nvPr/>
          </p:nvSpPr>
          <p:spPr>
            <a:xfrm>
              <a:off x="7529899" y="2430226"/>
              <a:ext cx="276625" cy="422155"/>
            </a:xfrm>
            <a:custGeom>
              <a:avLst/>
              <a:gdLst/>
              <a:ahLst/>
              <a:cxnLst/>
              <a:rect l="l" t="t" r="r" b="b"/>
              <a:pathLst>
                <a:path w="2089" h="3188" extrusionOk="0">
                  <a:moveTo>
                    <a:pt x="256" y="1"/>
                  </a:moveTo>
                  <a:cubicBezTo>
                    <a:pt x="123" y="1"/>
                    <a:pt x="1" y="90"/>
                    <a:pt x="23" y="267"/>
                  </a:cubicBezTo>
                  <a:cubicBezTo>
                    <a:pt x="112" y="1332"/>
                    <a:pt x="556" y="2308"/>
                    <a:pt x="1265" y="3107"/>
                  </a:cubicBezTo>
                  <a:cubicBezTo>
                    <a:pt x="1321" y="3162"/>
                    <a:pt x="1390" y="3187"/>
                    <a:pt x="1458" y="3187"/>
                  </a:cubicBezTo>
                  <a:cubicBezTo>
                    <a:pt x="1607" y="3187"/>
                    <a:pt x="1753" y="3067"/>
                    <a:pt x="1753" y="2885"/>
                  </a:cubicBezTo>
                  <a:cubicBezTo>
                    <a:pt x="1777" y="2891"/>
                    <a:pt x="1799" y="2893"/>
                    <a:pt x="1821" y="2893"/>
                  </a:cubicBezTo>
                  <a:cubicBezTo>
                    <a:pt x="1964" y="2893"/>
                    <a:pt x="2064" y="2773"/>
                    <a:pt x="2064" y="2619"/>
                  </a:cubicBezTo>
                  <a:lnTo>
                    <a:pt x="2064" y="2574"/>
                  </a:lnTo>
                  <a:cubicBezTo>
                    <a:pt x="2089" y="2375"/>
                    <a:pt x="1918" y="2259"/>
                    <a:pt x="1755" y="2259"/>
                  </a:cubicBezTo>
                  <a:cubicBezTo>
                    <a:pt x="1629" y="2259"/>
                    <a:pt x="1507" y="2330"/>
                    <a:pt x="1487" y="2485"/>
                  </a:cubicBezTo>
                  <a:cubicBezTo>
                    <a:pt x="955" y="1864"/>
                    <a:pt x="644" y="1110"/>
                    <a:pt x="556" y="267"/>
                  </a:cubicBezTo>
                  <a:cubicBezTo>
                    <a:pt x="533" y="90"/>
                    <a:pt x="389" y="1"/>
                    <a:pt x="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40"/>
            <p:cNvSpPr/>
            <p:nvPr/>
          </p:nvSpPr>
          <p:spPr>
            <a:xfrm>
              <a:off x="7532945" y="2290788"/>
              <a:ext cx="76406" cy="80909"/>
            </a:xfrm>
            <a:custGeom>
              <a:avLst/>
              <a:gdLst/>
              <a:ahLst/>
              <a:cxnLst/>
              <a:rect l="l" t="t" r="r" b="b"/>
              <a:pathLst>
                <a:path w="577" h="611" extrusionOk="0">
                  <a:moveTo>
                    <a:pt x="289" y="0"/>
                  </a:moveTo>
                  <a:cubicBezTo>
                    <a:pt x="144" y="0"/>
                    <a:pt x="0" y="100"/>
                    <a:pt x="0" y="300"/>
                  </a:cubicBezTo>
                  <a:lnTo>
                    <a:pt x="0" y="344"/>
                  </a:lnTo>
                  <a:cubicBezTo>
                    <a:pt x="0" y="521"/>
                    <a:pt x="144" y="610"/>
                    <a:pt x="289" y="610"/>
                  </a:cubicBezTo>
                  <a:cubicBezTo>
                    <a:pt x="433" y="610"/>
                    <a:pt x="577" y="521"/>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40"/>
            <p:cNvSpPr/>
            <p:nvPr/>
          </p:nvSpPr>
          <p:spPr>
            <a:xfrm>
              <a:off x="7165877" y="2230537"/>
              <a:ext cx="326018" cy="124740"/>
            </a:xfrm>
            <a:custGeom>
              <a:avLst/>
              <a:gdLst/>
              <a:ahLst/>
              <a:cxnLst/>
              <a:rect l="l" t="t" r="r" b="b"/>
              <a:pathLst>
                <a:path w="2462" h="942" extrusionOk="0">
                  <a:moveTo>
                    <a:pt x="2018" y="0"/>
                  </a:moveTo>
                  <a:cubicBezTo>
                    <a:pt x="1929" y="0"/>
                    <a:pt x="1840" y="45"/>
                    <a:pt x="1796" y="133"/>
                  </a:cubicBezTo>
                  <a:cubicBezTo>
                    <a:pt x="1752" y="89"/>
                    <a:pt x="1663" y="89"/>
                    <a:pt x="1619" y="89"/>
                  </a:cubicBezTo>
                  <a:cubicBezTo>
                    <a:pt x="1175" y="89"/>
                    <a:pt x="731" y="222"/>
                    <a:pt x="288" y="355"/>
                  </a:cubicBezTo>
                  <a:cubicBezTo>
                    <a:pt x="1" y="478"/>
                    <a:pt x="92" y="942"/>
                    <a:pt x="353" y="942"/>
                  </a:cubicBezTo>
                  <a:cubicBezTo>
                    <a:pt x="374" y="942"/>
                    <a:pt x="397" y="939"/>
                    <a:pt x="421" y="932"/>
                  </a:cubicBezTo>
                  <a:cubicBezTo>
                    <a:pt x="820" y="755"/>
                    <a:pt x="1219" y="666"/>
                    <a:pt x="1619" y="666"/>
                  </a:cubicBezTo>
                  <a:cubicBezTo>
                    <a:pt x="1707" y="621"/>
                    <a:pt x="1796" y="577"/>
                    <a:pt x="1840" y="488"/>
                  </a:cubicBezTo>
                  <a:cubicBezTo>
                    <a:pt x="1872" y="520"/>
                    <a:pt x="1925" y="551"/>
                    <a:pt x="1970" y="551"/>
                  </a:cubicBezTo>
                  <a:cubicBezTo>
                    <a:pt x="1988" y="551"/>
                    <a:pt x="2005" y="546"/>
                    <a:pt x="2018" y="533"/>
                  </a:cubicBezTo>
                  <a:lnTo>
                    <a:pt x="2107" y="533"/>
                  </a:lnTo>
                  <a:cubicBezTo>
                    <a:pt x="2462" y="533"/>
                    <a:pt x="2462"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40"/>
            <p:cNvSpPr/>
            <p:nvPr/>
          </p:nvSpPr>
          <p:spPr>
            <a:xfrm>
              <a:off x="7203881" y="1918423"/>
              <a:ext cx="121959" cy="253452"/>
            </a:xfrm>
            <a:custGeom>
              <a:avLst/>
              <a:gdLst/>
              <a:ahLst/>
              <a:cxnLst/>
              <a:rect l="l" t="t" r="r" b="b"/>
              <a:pathLst>
                <a:path w="921" h="1914" extrusionOk="0">
                  <a:moveTo>
                    <a:pt x="555" y="0"/>
                  </a:moveTo>
                  <a:cubicBezTo>
                    <a:pt x="475" y="0"/>
                    <a:pt x="397" y="41"/>
                    <a:pt x="355" y="139"/>
                  </a:cubicBezTo>
                  <a:cubicBezTo>
                    <a:pt x="134" y="627"/>
                    <a:pt x="1" y="1115"/>
                    <a:pt x="1" y="1647"/>
                  </a:cubicBezTo>
                  <a:cubicBezTo>
                    <a:pt x="1" y="1825"/>
                    <a:pt x="134" y="1914"/>
                    <a:pt x="267" y="1914"/>
                  </a:cubicBezTo>
                  <a:cubicBezTo>
                    <a:pt x="400" y="1914"/>
                    <a:pt x="533" y="1825"/>
                    <a:pt x="533" y="1647"/>
                  </a:cubicBezTo>
                  <a:cubicBezTo>
                    <a:pt x="533" y="1204"/>
                    <a:pt x="622" y="804"/>
                    <a:pt x="799" y="405"/>
                  </a:cubicBezTo>
                  <a:cubicBezTo>
                    <a:pt x="921" y="192"/>
                    <a:pt x="730" y="0"/>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40"/>
            <p:cNvSpPr/>
            <p:nvPr/>
          </p:nvSpPr>
          <p:spPr>
            <a:xfrm>
              <a:off x="7094635" y="1862144"/>
              <a:ext cx="104612" cy="155329"/>
            </a:xfrm>
            <a:custGeom>
              <a:avLst/>
              <a:gdLst/>
              <a:ahLst/>
              <a:cxnLst/>
              <a:rect l="l" t="t" r="r" b="b"/>
              <a:pathLst>
                <a:path w="790" h="1173" extrusionOk="0">
                  <a:moveTo>
                    <a:pt x="463" y="0"/>
                  </a:moveTo>
                  <a:cubicBezTo>
                    <a:pt x="351" y="0"/>
                    <a:pt x="241" y="64"/>
                    <a:pt x="204" y="209"/>
                  </a:cubicBezTo>
                  <a:cubicBezTo>
                    <a:pt x="160" y="386"/>
                    <a:pt x="116" y="608"/>
                    <a:pt x="27" y="830"/>
                  </a:cubicBezTo>
                  <a:cubicBezTo>
                    <a:pt x="1" y="1040"/>
                    <a:pt x="176" y="1172"/>
                    <a:pt x="342" y="1172"/>
                  </a:cubicBezTo>
                  <a:cubicBezTo>
                    <a:pt x="457" y="1172"/>
                    <a:pt x="567" y="1109"/>
                    <a:pt x="604" y="963"/>
                  </a:cubicBezTo>
                  <a:cubicBezTo>
                    <a:pt x="648" y="741"/>
                    <a:pt x="692" y="564"/>
                    <a:pt x="737" y="342"/>
                  </a:cubicBezTo>
                  <a:cubicBezTo>
                    <a:pt x="789" y="132"/>
                    <a:pt x="625"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40"/>
            <p:cNvSpPr/>
            <p:nvPr/>
          </p:nvSpPr>
          <p:spPr>
            <a:xfrm>
              <a:off x="7051731" y="2063290"/>
              <a:ext cx="115603" cy="82630"/>
            </a:xfrm>
            <a:custGeom>
              <a:avLst/>
              <a:gdLst/>
              <a:ahLst/>
              <a:cxnLst/>
              <a:rect l="l" t="t" r="r" b="b"/>
              <a:pathLst>
                <a:path w="873" h="624" extrusionOk="0">
                  <a:moveTo>
                    <a:pt x="436" y="0"/>
                  </a:moveTo>
                  <a:cubicBezTo>
                    <a:pt x="377" y="0"/>
                    <a:pt x="317" y="20"/>
                    <a:pt x="262" y="65"/>
                  </a:cubicBezTo>
                  <a:lnTo>
                    <a:pt x="173" y="154"/>
                  </a:lnTo>
                  <a:cubicBezTo>
                    <a:pt x="0" y="362"/>
                    <a:pt x="178" y="623"/>
                    <a:pt x="391" y="623"/>
                  </a:cubicBezTo>
                  <a:cubicBezTo>
                    <a:pt x="451" y="623"/>
                    <a:pt x="514" y="602"/>
                    <a:pt x="573" y="553"/>
                  </a:cubicBezTo>
                  <a:lnTo>
                    <a:pt x="661" y="465"/>
                  </a:lnTo>
                  <a:cubicBezTo>
                    <a:pt x="873" y="289"/>
                    <a:pt x="665" y="0"/>
                    <a:pt x="4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40"/>
            <p:cNvSpPr/>
            <p:nvPr/>
          </p:nvSpPr>
          <p:spPr>
            <a:xfrm>
              <a:off x="6989096" y="3038563"/>
              <a:ext cx="162082" cy="232000"/>
            </a:xfrm>
            <a:custGeom>
              <a:avLst/>
              <a:gdLst/>
              <a:ahLst/>
              <a:cxnLst/>
              <a:rect l="l" t="t" r="r" b="b"/>
              <a:pathLst>
                <a:path w="1224" h="1752" extrusionOk="0">
                  <a:moveTo>
                    <a:pt x="396" y="1"/>
                  </a:moveTo>
                  <a:cubicBezTo>
                    <a:pt x="202" y="1"/>
                    <a:pt x="0" y="199"/>
                    <a:pt x="158" y="420"/>
                  </a:cubicBezTo>
                  <a:cubicBezTo>
                    <a:pt x="247" y="554"/>
                    <a:pt x="336" y="687"/>
                    <a:pt x="425" y="864"/>
                  </a:cubicBezTo>
                  <a:cubicBezTo>
                    <a:pt x="469" y="997"/>
                    <a:pt x="513" y="1130"/>
                    <a:pt x="558" y="1263"/>
                  </a:cubicBezTo>
                  <a:cubicBezTo>
                    <a:pt x="469" y="1441"/>
                    <a:pt x="558" y="1663"/>
                    <a:pt x="780" y="1751"/>
                  </a:cubicBezTo>
                  <a:cubicBezTo>
                    <a:pt x="868" y="1751"/>
                    <a:pt x="1001" y="1707"/>
                    <a:pt x="1090" y="1618"/>
                  </a:cubicBezTo>
                  <a:cubicBezTo>
                    <a:pt x="1223" y="1397"/>
                    <a:pt x="1090" y="1086"/>
                    <a:pt x="1001" y="864"/>
                  </a:cubicBezTo>
                  <a:cubicBezTo>
                    <a:pt x="913" y="598"/>
                    <a:pt x="780" y="332"/>
                    <a:pt x="602" y="110"/>
                  </a:cubicBezTo>
                  <a:cubicBezTo>
                    <a:pt x="551" y="33"/>
                    <a:pt x="474"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40"/>
            <p:cNvSpPr/>
            <p:nvPr/>
          </p:nvSpPr>
          <p:spPr>
            <a:xfrm>
              <a:off x="6811786" y="4040056"/>
              <a:ext cx="121959" cy="256100"/>
            </a:xfrm>
            <a:custGeom>
              <a:avLst/>
              <a:gdLst/>
              <a:ahLst/>
              <a:cxnLst/>
              <a:rect l="l" t="t" r="r" b="b"/>
              <a:pathLst>
                <a:path w="921" h="1934" extrusionOk="0">
                  <a:moveTo>
                    <a:pt x="571" y="1"/>
                  </a:moveTo>
                  <a:cubicBezTo>
                    <a:pt x="433" y="1"/>
                    <a:pt x="299" y="89"/>
                    <a:pt x="299" y="267"/>
                  </a:cubicBezTo>
                  <a:cubicBezTo>
                    <a:pt x="388" y="666"/>
                    <a:pt x="299" y="1110"/>
                    <a:pt x="122" y="1509"/>
                  </a:cubicBezTo>
                  <a:cubicBezTo>
                    <a:pt x="1" y="1721"/>
                    <a:pt x="190" y="1934"/>
                    <a:pt x="379" y="1934"/>
                  </a:cubicBezTo>
                  <a:cubicBezTo>
                    <a:pt x="466" y="1934"/>
                    <a:pt x="554" y="1888"/>
                    <a:pt x="610" y="1775"/>
                  </a:cubicBezTo>
                  <a:cubicBezTo>
                    <a:pt x="832" y="1332"/>
                    <a:pt x="921" y="799"/>
                    <a:pt x="876" y="267"/>
                  </a:cubicBezTo>
                  <a:cubicBezTo>
                    <a:pt x="854" y="89"/>
                    <a:pt x="710" y="1"/>
                    <a:pt x="5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40"/>
            <p:cNvSpPr/>
            <p:nvPr/>
          </p:nvSpPr>
          <p:spPr>
            <a:xfrm>
              <a:off x="6658973" y="2916340"/>
              <a:ext cx="161685" cy="149237"/>
            </a:xfrm>
            <a:custGeom>
              <a:avLst/>
              <a:gdLst/>
              <a:ahLst/>
              <a:cxnLst/>
              <a:rect l="l" t="t" r="r" b="b"/>
              <a:pathLst>
                <a:path w="1221" h="1127" extrusionOk="0">
                  <a:moveTo>
                    <a:pt x="363" y="0"/>
                  </a:moveTo>
                  <a:cubicBezTo>
                    <a:pt x="135" y="0"/>
                    <a:pt x="0" y="362"/>
                    <a:pt x="256" y="545"/>
                  </a:cubicBezTo>
                  <a:cubicBezTo>
                    <a:pt x="389" y="634"/>
                    <a:pt x="522" y="811"/>
                    <a:pt x="610" y="988"/>
                  </a:cubicBezTo>
                  <a:cubicBezTo>
                    <a:pt x="666" y="1086"/>
                    <a:pt x="753" y="1127"/>
                    <a:pt x="840" y="1127"/>
                  </a:cubicBezTo>
                  <a:cubicBezTo>
                    <a:pt x="1029" y="1127"/>
                    <a:pt x="1220" y="935"/>
                    <a:pt x="1098" y="722"/>
                  </a:cubicBezTo>
                  <a:cubicBezTo>
                    <a:pt x="965" y="456"/>
                    <a:pt x="744" y="234"/>
                    <a:pt x="522" y="57"/>
                  </a:cubicBezTo>
                  <a:cubicBezTo>
                    <a:pt x="466" y="17"/>
                    <a:pt x="413"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40"/>
            <p:cNvSpPr/>
            <p:nvPr/>
          </p:nvSpPr>
          <p:spPr>
            <a:xfrm>
              <a:off x="6740279" y="2826427"/>
              <a:ext cx="111498" cy="80379"/>
            </a:xfrm>
            <a:custGeom>
              <a:avLst/>
              <a:gdLst/>
              <a:ahLst/>
              <a:cxnLst/>
              <a:rect l="l" t="t" r="r" b="b"/>
              <a:pathLst>
                <a:path w="842" h="607" extrusionOk="0">
                  <a:moveTo>
                    <a:pt x="391" y="0"/>
                  </a:moveTo>
                  <a:cubicBezTo>
                    <a:pt x="179" y="0"/>
                    <a:pt x="1" y="262"/>
                    <a:pt x="174" y="470"/>
                  </a:cubicBezTo>
                  <a:cubicBezTo>
                    <a:pt x="218" y="470"/>
                    <a:pt x="218" y="514"/>
                    <a:pt x="263" y="558"/>
                  </a:cubicBezTo>
                  <a:cubicBezTo>
                    <a:pt x="313" y="592"/>
                    <a:pt x="366" y="606"/>
                    <a:pt x="419" y="606"/>
                  </a:cubicBezTo>
                  <a:cubicBezTo>
                    <a:pt x="642" y="606"/>
                    <a:pt x="842" y="339"/>
                    <a:pt x="662" y="159"/>
                  </a:cubicBezTo>
                  <a:lnTo>
                    <a:pt x="573" y="70"/>
                  </a:lnTo>
                  <a:cubicBezTo>
                    <a:pt x="515" y="21"/>
                    <a:pt x="452" y="0"/>
                    <a:pt x="3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40"/>
            <p:cNvSpPr/>
            <p:nvPr/>
          </p:nvSpPr>
          <p:spPr>
            <a:xfrm>
              <a:off x="6459284" y="2158368"/>
              <a:ext cx="237164" cy="183799"/>
            </a:xfrm>
            <a:custGeom>
              <a:avLst/>
              <a:gdLst/>
              <a:ahLst/>
              <a:cxnLst/>
              <a:rect l="l" t="t" r="r" b="b"/>
              <a:pathLst>
                <a:path w="1791" h="1388" extrusionOk="0">
                  <a:moveTo>
                    <a:pt x="386" y="1"/>
                  </a:moveTo>
                  <a:cubicBezTo>
                    <a:pt x="134" y="1"/>
                    <a:pt x="0" y="355"/>
                    <a:pt x="255" y="501"/>
                  </a:cubicBezTo>
                  <a:cubicBezTo>
                    <a:pt x="610" y="723"/>
                    <a:pt x="921" y="989"/>
                    <a:pt x="1187" y="1300"/>
                  </a:cubicBezTo>
                  <a:cubicBezTo>
                    <a:pt x="1249" y="1361"/>
                    <a:pt x="1318" y="1387"/>
                    <a:pt x="1384" y="1387"/>
                  </a:cubicBezTo>
                  <a:cubicBezTo>
                    <a:pt x="1603" y="1387"/>
                    <a:pt x="1790" y="1105"/>
                    <a:pt x="1586" y="900"/>
                  </a:cubicBezTo>
                  <a:cubicBezTo>
                    <a:pt x="1320" y="545"/>
                    <a:pt x="965" y="235"/>
                    <a:pt x="566" y="57"/>
                  </a:cubicBezTo>
                  <a:cubicBezTo>
                    <a:pt x="502" y="17"/>
                    <a:pt x="441" y="1"/>
                    <a:pt x="3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40"/>
            <p:cNvSpPr/>
            <p:nvPr/>
          </p:nvSpPr>
          <p:spPr>
            <a:xfrm>
              <a:off x="6545224" y="2074546"/>
              <a:ext cx="141425" cy="90708"/>
            </a:xfrm>
            <a:custGeom>
              <a:avLst/>
              <a:gdLst/>
              <a:ahLst/>
              <a:cxnLst/>
              <a:rect l="l" t="t" r="r" b="b"/>
              <a:pathLst>
                <a:path w="1068" h="685" extrusionOk="0">
                  <a:moveTo>
                    <a:pt x="422" y="0"/>
                  </a:moveTo>
                  <a:cubicBezTo>
                    <a:pt x="169" y="0"/>
                    <a:pt x="0" y="358"/>
                    <a:pt x="272" y="513"/>
                  </a:cubicBezTo>
                  <a:lnTo>
                    <a:pt x="538" y="646"/>
                  </a:lnTo>
                  <a:cubicBezTo>
                    <a:pt x="584" y="672"/>
                    <a:pt x="630" y="684"/>
                    <a:pt x="673" y="684"/>
                  </a:cubicBezTo>
                  <a:cubicBezTo>
                    <a:pt x="915" y="684"/>
                    <a:pt x="1068" y="309"/>
                    <a:pt x="804" y="158"/>
                  </a:cubicBezTo>
                  <a:lnTo>
                    <a:pt x="538" y="25"/>
                  </a:lnTo>
                  <a:cubicBezTo>
                    <a:pt x="498" y="8"/>
                    <a:pt x="459" y="0"/>
                    <a:pt x="4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40"/>
            <p:cNvSpPr/>
            <p:nvPr/>
          </p:nvSpPr>
          <p:spPr>
            <a:xfrm>
              <a:off x="5817312" y="4171814"/>
              <a:ext cx="369717" cy="191479"/>
            </a:xfrm>
            <a:custGeom>
              <a:avLst/>
              <a:gdLst/>
              <a:ahLst/>
              <a:cxnLst/>
              <a:rect l="l" t="t" r="r" b="b"/>
              <a:pathLst>
                <a:path w="2792" h="1446" extrusionOk="0">
                  <a:moveTo>
                    <a:pt x="2383" y="1"/>
                  </a:moveTo>
                  <a:cubicBezTo>
                    <a:pt x="2325" y="1"/>
                    <a:pt x="2268" y="22"/>
                    <a:pt x="2219" y="70"/>
                  </a:cubicBezTo>
                  <a:cubicBezTo>
                    <a:pt x="1762" y="569"/>
                    <a:pt x="1149" y="873"/>
                    <a:pt x="490" y="873"/>
                  </a:cubicBezTo>
                  <a:cubicBezTo>
                    <a:pt x="445" y="873"/>
                    <a:pt x="401" y="872"/>
                    <a:pt x="356" y="869"/>
                  </a:cubicBezTo>
                  <a:cubicBezTo>
                    <a:pt x="1" y="869"/>
                    <a:pt x="1" y="1446"/>
                    <a:pt x="356" y="1446"/>
                  </a:cubicBezTo>
                  <a:cubicBezTo>
                    <a:pt x="1199" y="1446"/>
                    <a:pt x="2042" y="1091"/>
                    <a:pt x="2618" y="470"/>
                  </a:cubicBezTo>
                  <a:cubicBezTo>
                    <a:pt x="2791" y="262"/>
                    <a:pt x="2587" y="1"/>
                    <a:pt x="2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40"/>
            <p:cNvSpPr/>
            <p:nvPr/>
          </p:nvSpPr>
          <p:spPr>
            <a:xfrm>
              <a:off x="5766065" y="4157248"/>
              <a:ext cx="190552" cy="83027"/>
            </a:xfrm>
            <a:custGeom>
              <a:avLst/>
              <a:gdLst/>
              <a:ahLst/>
              <a:cxnLst/>
              <a:rect l="l" t="t" r="r" b="b"/>
              <a:pathLst>
                <a:path w="1439" h="627" extrusionOk="0">
                  <a:moveTo>
                    <a:pt x="962" y="0"/>
                  </a:moveTo>
                  <a:cubicBezTo>
                    <a:pt x="948" y="0"/>
                    <a:pt x="934" y="1"/>
                    <a:pt x="920" y="3"/>
                  </a:cubicBezTo>
                  <a:lnTo>
                    <a:pt x="299" y="92"/>
                  </a:lnTo>
                  <a:cubicBezTo>
                    <a:pt x="1" y="134"/>
                    <a:pt x="112" y="627"/>
                    <a:pt x="435" y="627"/>
                  </a:cubicBezTo>
                  <a:cubicBezTo>
                    <a:pt x="448" y="627"/>
                    <a:pt x="462" y="626"/>
                    <a:pt x="476" y="624"/>
                  </a:cubicBezTo>
                  <a:lnTo>
                    <a:pt x="1098" y="535"/>
                  </a:lnTo>
                  <a:cubicBezTo>
                    <a:pt x="1438" y="493"/>
                    <a:pt x="1288" y="0"/>
                    <a:pt x="9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40"/>
            <p:cNvSpPr/>
            <p:nvPr/>
          </p:nvSpPr>
          <p:spPr>
            <a:xfrm>
              <a:off x="5940727" y="4081238"/>
              <a:ext cx="111762" cy="76539"/>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40"/>
            <p:cNvSpPr/>
            <p:nvPr/>
          </p:nvSpPr>
          <p:spPr>
            <a:xfrm>
              <a:off x="6024416" y="4009070"/>
              <a:ext cx="139173" cy="103288"/>
            </a:xfrm>
            <a:custGeom>
              <a:avLst/>
              <a:gdLst/>
              <a:ahLst/>
              <a:cxnLst/>
              <a:rect l="l" t="t" r="r" b="b"/>
              <a:pathLst>
                <a:path w="1051" h="780" extrusionOk="0">
                  <a:moveTo>
                    <a:pt x="707" y="0"/>
                  </a:moveTo>
                  <a:cubicBezTo>
                    <a:pt x="662" y="0"/>
                    <a:pt x="614" y="17"/>
                    <a:pt x="566" y="57"/>
                  </a:cubicBezTo>
                  <a:lnTo>
                    <a:pt x="256" y="235"/>
                  </a:lnTo>
                  <a:cubicBezTo>
                    <a:pt x="0" y="417"/>
                    <a:pt x="135" y="779"/>
                    <a:pt x="388" y="779"/>
                  </a:cubicBezTo>
                  <a:cubicBezTo>
                    <a:pt x="443" y="779"/>
                    <a:pt x="503" y="762"/>
                    <a:pt x="566" y="723"/>
                  </a:cubicBezTo>
                  <a:lnTo>
                    <a:pt x="833" y="501"/>
                  </a:lnTo>
                  <a:cubicBezTo>
                    <a:pt x="1051" y="355"/>
                    <a:pt x="911" y="0"/>
                    <a:pt x="7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40"/>
            <p:cNvSpPr/>
            <p:nvPr/>
          </p:nvSpPr>
          <p:spPr>
            <a:xfrm>
              <a:off x="6218279" y="4045485"/>
              <a:ext cx="174927" cy="314100"/>
            </a:xfrm>
            <a:custGeom>
              <a:avLst/>
              <a:gdLst/>
              <a:ahLst/>
              <a:cxnLst/>
              <a:rect l="l" t="t" r="r" b="b"/>
              <a:pathLst>
                <a:path w="1321" h="2372" extrusionOk="0">
                  <a:moveTo>
                    <a:pt x="385" y="0"/>
                  </a:moveTo>
                  <a:cubicBezTo>
                    <a:pt x="195" y="0"/>
                    <a:pt x="0" y="203"/>
                    <a:pt x="123" y="448"/>
                  </a:cubicBezTo>
                  <a:cubicBezTo>
                    <a:pt x="433" y="936"/>
                    <a:pt x="655" y="1557"/>
                    <a:pt x="744" y="2178"/>
                  </a:cubicBezTo>
                  <a:cubicBezTo>
                    <a:pt x="761" y="2314"/>
                    <a:pt x="849" y="2372"/>
                    <a:pt x="952" y="2372"/>
                  </a:cubicBezTo>
                  <a:cubicBezTo>
                    <a:pt x="1117" y="2372"/>
                    <a:pt x="1321" y="2220"/>
                    <a:pt x="1321" y="2001"/>
                  </a:cubicBezTo>
                  <a:cubicBezTo>
                    <a:pt x="1188" y="1335"/>
                    <a:pt x="966" y="714"/>
                    <a:pt x="611" y="137"/>
                  </a:cubicBezTo>
                  <a:cubicBezTo>
                    <a:pt x="556" y="41"/>
                    <a:pt x="471" y="0"/>
                    <a:pt x="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40"/>
            <p:cNvSpPr/>
            <p:nvPr/>
          </p:nvSpPr>
          <p:spPr>
            <a:xfrm>
              <a:off x="6338914" y="3984704"/>
              <a:ext cx="115603" cy="122621"/>
            </a:xfrm>
            <a:custGeom>
              <a:avLst/>
              <a:gdLst/>
              <a:ahLst/>
              <a:cxnLst/>
              <a:rect l="l" t="t" r="r" b="b"/>
              <a:pathLst>
                <a:path w="873" h="926" extrusionOk="0">
                  <a:moveTo>
                    <a:pt x="354" y="1"/>
                  </a:moveTo>
                  <a:cubicBezTo>
                    <a:pt x="177" y="1"/>
                    <a:pt x="1" y="141"/>
                    <a:pt x="55" y="330"/>
                  </a:cubicBezTo>
                  <a:lnTo>
                    <a:pt x="232" y="729"/>
                  </a:lnTo>
                  <a:cubicBezTo>
                    <a:pt x="302" y="868"/>
                    <a:pt x="425" y="925"/>
                    <a:pt x="539" y="925"/>
                  </a:cubicBezTo>
                  <a:cubicBezTo>
                    <a:pt x="717" y="925"/>
                    <a:pt x="873" y="785"/>
                    <a:pt x="765" y="596"/>
                  </a:cubicBezTo>
                  <a:lnTo>
                    <a:pt x="632" y="197"/>
                  </a:lnTo>
                  <a:cubicBezTo>
                    <a:pt x="580" y="58"/>
                    <a:pt x="467" y="1"/>
                    <a:pt x="3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40"/>
            <p:cNvSpPr/>
            <p:nvPr/>
          </p:nvSpPr>
          <p:spPr>
            <a:xfrm>
              <a:off x="6401416" y="4140033"/>
              <a:ext cx="108717" cy="79849"/>
            </a:xfrm>
            <a:custGeom>
              <a:avLst/>
              <a:gdLst/>
              <a:ahLst/>
              <a:cxnLst/>
              <a:rect l="l" t="t" r="r" b="b"/>
              <a:pathLst>
                <a:path w="821" h="603" extrusionOk="0">
                  <a:moveTo>
                    <a:pt x="384" y="0"/>
                  </a:moveTo>
                  <a:cubicBezTo>
                    <a:pt x="186" y="0"/>
                    <a:pt x="0" y="274"/>
                    <a:pt x="204" y="444"/>
                  </a:cubicBezTo>
                  <a:lnTo>
                    <a:pt x="248" y="532"/>
                  </a:lnTo>
                  <a:cubicBezTo>
                    <a:pt x="307" y="581"/>
                    <a:pt x="370" y="602"/>
                    <a:pt x="430" y="602"/>
                  </a:cubicBezTo>
                  <a:cubicBezTo>
                    <a:pt x="643" y="602"/>
                    <a:pt x="821" y="341"/>
                    <a:pt x="648" y="133"/>
                  </a:cubicBezTo>
                  <a:lnTo>
                    <a:pt x="559" y="89"/>
                  </a:lnTo>
                  <a:cubicBezTo>
                    <a:pt x="507" y="26"/>
                    <a:pt x="445"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40"/>
            <p:cNvSpPr/>
            <p:nvPr/>
          </p:nvSpPr>
          <p:spPr>
            <a:xfrm>
              <a:off x="6157366" y="2759819"/>
              <a:ext cx="140365" cy="158904"/>
            </a:xfrm>
            <a:custGeom>
              <a:avLst/>
              <a:gdLst/>
              <a:ahLst/>
              <a:cxnLst/>
              <a:rect l="l" t="t" r="r" b="b"/>
              <a:pathLst>
                <a:path w="1060" h="1200" extrusionOk="0">
                  <a:moveTo>
                    <a:pt x="380" y="1"/>
                  </a:moveTo>
                  <a:cubicBezTo>
                    <a:pt x="195" y="1"/>
                    <a:pt x="1" y="221"/>
                    <a:pt x="95" y="440"/>
                  </a:cubicBezTo>
                  <a:lnTo>
                    <a:pt x="450" y="1061"/>
                  </a:lnTo>
                  <a:cubicBezTo>
                    <a:pt x="520" y="1159"/>
                    <a:pt x="611" y="1200"/>
                    <a:pt x="699" y="1200"/>
                  </a:cubicBezTo>
                  <a:cubicBezTo>
                    <a:pt x="889" y="1200"/>
                    <a:pt x="1059" y="1008"/>
                    <a:pt x="938" y="795"/>
                  </a:cubicBezTo>
                  <a:cubicBezTo>
                    <a:pt x="805" y="573"/>
                    <a:pt x="716" y="351"/>
                    <a:pt x="583" y="130"/>
                  </a:cubicBezTo>
                  <a:cubicBezTo>
                    <a:pt x="531" y="39"/>
                    <a:pt x="456" y="1"/>
                    <a:pt x="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40"/>
            <p:cNvSpPr/>
            <p:nvPr/>
          </p:nvSpPr>
          <p:spPr>
            <a:xfrm>
              <a:off x="6353348" y="2766838"/>
              <a:ext cx="99977" cy="112160"/>
            </a:xfrm>
            <a:custGeom>
              <a:avLst/>
              <a:gdLst/>
              <a:ahLst/>
              <a:cxnLst/>
              <a:rect l="l" t="t" r="r" b="b"/>
              <a:pathLst>
                <a:path w="755" h="847" extrusionOk="0">
                  <a:moveTo>
                    <a:pt x="339" y="1"/>
                  </a:moveTo>
                  <a:cubicBezTo>
                    <a:pt x="169" y="1"/>
                    <a:pt x="0" y="133"/>
                    <a:pt x="79" y="343"/>
                  </a:cubicBezTo>
                  <a:cubicBezTo>
                    <a:pt x="79" y="476"/>
                    <a:pt x="123" y="565"/>
                    <a:pt x="123" y="653"/>
                  </a:cubicBezTo>
                  <a:cubicBezTo>
                    <a:pt x="157" y="789"/>
                    <a:pt x="262" y="847"/>
                    <a:pt x="374" y="847"/>
                  </a:cubicBezTo>
                  <a:cubicBezTo>
                    <a:pt x="556" y="847"/>
                    <a:pt x="755" y="695"/>
                    <a:pt x="700" y="476"/>
                  </a:cubicBezTo>
                  <a:cubicBezTo>
                    <a:pt x="700" y="387"/>
                    <a:pt x="656" y="298"/>
                    <a:pt x="611" y="210"/>
                  </a:cubicBezTo>
                  <a:cubicBezTo>
                    <a:pt x="575" y="64"/>
                    <a:pt x="457" y="1"/>
                    <a:pt x="3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40"/>
            <p:cNvSpPr/>
            <p:nvPr/>
          </p:nvSpPr>
          <p:spPr>
            <a:xfrm>
              <a:off x="6488549" y="3575394"/>
              <a:ext cx="134274" cy="120899"/>
            </a:xfrm>
            <a:custGeom>
              <a:avLst/>
              <a:gdLst/>
              <a:ahLst/>
              <a:cxnLst/>
              <a:rect l="l" t="t" r="r" b="b"/>
              <a:pathLst>
                <a:path w="1014" h="913" extrusionOk="0">
                  <a:moveTo>
                    <a:pt x="630" y="1"/>
                  </a:moveTo>
                  <a:cubicBezTo>
                    <a:pt x="550" y="1"/>
                    <a:pt x="475" y="41"/>
                    <a:pt x="433" y="138"/>
                  </a:cubicBezTo>
                  <a:cubicBezTo>
                    <a:pt x="389" y="271"/>
                    <a:pt x="300" y="360"/>
                    <a:pt x="211" y="448"/>
                  </a:cubicBezTo>
                  <a:cubicBezTo>
                    <a:pt x="0" y="624"/>
                    <a:pt x="208" y="913"/>
                    <a:pt x="436" y="913"/>
                  </a:cubicBezTo>
                  <a:cubicBezTo>
                    <a:pt x="496" y="913"/>
                    <a:pt x="556" y="893"/>
                    <a:pt x="611" y="848"/>
                  </a:cubicBezTo>
                  <a:cubicBezTo>
                    <a:pt x="744" y="759"/>
                    <a:pt x="877" y="581"/>
                    <a:pt x="921" y="448"/>
                  </a:cubicBezTo>
                  <a:cubicBezTo>
                    <a:pt x="1013" y="203"/>
                    <a:pt x="809" y="1"/>
                    <a:pt x="6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0"/>
            <p:cNvSpPr/>
            <p:nvPr/>
          </p:nvSpPr>
          <p:spPr>
            <a:xfrm>
              <a:off x="6610507" y="3694969"/>
              <a:ext cx="76539" cy="92562"/>
            </a:xfrm>
            <a:custGeom>
              <a:avLst/>
              <a:gdLst/>
              <a:ahLst/>
              <a:cxnLst/>
              <a:rect l="l" t="t" r="r" b="b"/>
              <a:pathLst>
                <a:path w="578" h="699" extrusionOk="0">
                  <a:moveTo>
                    <a:pt x="289" y="0"/>
                  </a:moveTo>
                  <a:cubicBezTo>
                    <a:pt x="145" y="0"/>
                    <a:pt x="0" y="100"/>
                    <a:pt x="0" y="300"/>
                  </a:cubicBezTo>
                  <a:lnTo>
                    <a:pt x="0" y="433"/>
                  </a:lnTo>
                  <a:cubicBezTo>
                    <a:pt x="0" y="610"/>
                    <a:pt x="145" y="699"/>
                    <a:pt x="289" y="699"/>
                  </a:cubicBezTo>
                  <a:cubicBezTo>
                    <a:pt x="433" y="699"/>
                    <a:pt x="577" y="610"/>
                    <a:pt x="577" y="433"/>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40"/>
            <p:cNvSpPr/>
            <p:nvPr/>
          </p:nvSpPr>
          <p:spPr>
            <a:xfrm>
              <a:off x="5287234" y="4304896"/>
              <a:ext cx="258484" cy="295032"/>
            </a:xfrm>
            <a:custGeom>
              <a:avLst/>
              <a:gdLst/>
              <a:ahLst/>
              <a:cxnLst/>
              <a:rect l="l" t="t" r="r" b="b"/>
              <a:pathLst>
                <a:path w="1952" h="2228" extrusionOk="0">
                  <a:moveTo>
                    <a:pt x="346" y="1"/>
                  </a:moveTo>
                  <a:cubicBezTo>
                    <a:pt x="179" y="1"/>
                    <a:pt x="1" y="135"/>
                    <a:pt x="55" y="352"/>
                  </a:cubicBezTo>
                  <a:cubicBezTo>
                    <a:pt x="277" y="1106"/>
                    <a:pt x="765" y="1728"/>
                    <a:pt x="1430" y="2171"/>
                  </a:cubicBezTo>
                  <a:cubicBezTo>
                    <a:pt x="1486" y="2211"/>
                    <a:pt x="1540" y="2228"/>
                    <a:pt x="1589" y="2228"/>
                  </a:cubicBezTo>
                  <a:cubicBezTo>
                    <a:pt x="1817" y="2228"/>
                    <a:pt x="1952" y="1866"/>
                    <a:pt x="1697" y="1683"/>
                  </a:cubicBezTo>
                  <a:cubicBezTo>
                    <a:pt x="1164" y="1328"/>
                    <a:pt x="809" y="796"/>
                    <a:pt x="587" y="175"/>
                  </a:cubicBezTo>
                  <a:cubicBezTo>
                    <a:pt x="553" y="54"/>
                    <a:pt x="452" y="1"/>
                    <a:pt x="3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40"/>
            <p:cNvSpPr/>
            <p:nvPr/>
          </p:nvSpPr>
          <p:spPr>
            <a:xfrm>
              <a:off x="5558828" y="4576224"/>
              <a:ext cx="76539" cy="80909"/>
            </a:xfrm>
            <a:custGeom>
              <a:avLst/>
              <a:gdLst/>
              <a:ahLst/>
              <a:cxnLst/>
              <a:rect l="l" t="t" r="r" b="b"/>
              <a:pathLst>
                <a:path w="578" h="611" extrusionOk="0">
                  <a:moveTo>
                    <a:pt x="289" y="0"/>
                  </a:moveTo>
                  <a:cubicBezTo>
                    <a:pt x="145" y="0"/>
                    <a:pt x="0" y="100"/>
                    <a:pt x="0" y="300"/>
                  </a:cubicBezTo>
                  <a:lnTo>
                    <a:pt x="0" y="344"/>
                  </a:lnTo>
                  <a:cubicBezTo>
                    <a:pt x="0" y="522"/>
                    <a:pt x="145" y="610"/>
                    <a:pt x="289" y="610"/>
                  </a:cubicBezTo>
                  <a:cubicBezTo>
                    <a:pt x="433" y="610"/>
                    <a:pt x="577" y="522"/>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40"/>
            <p:cNvSpPr/>
            <p:nvPr/>
          </p:nvSpPr>
          <p:spPr>
            <a:xfrm>
              <a:off x="5364568" y="4262786"/>
              <a:ext cx="293972" cy="270137"/>
            </a:xfrm>
            <a:custGeom>
              <a:avLst/>
              <a:gdLst/>
              <a:ahLst/>
              <a:cxnLst/>
              <a:rect l="l" t="t" r="r" b="b"/>
              <a:pathLst>
                <a:path w="2220" h="2040" extrusionOk="0">
                  <a:moveTo>
                    <a:pt x="364" y="1"/>
                  </a:moveTo>
                  <a:cubicBezTo>
                    <a:pt x="183" y="1"/>
                    <a:pt x="0" y="203"/>
                    <a:pt x="92" y="448"/>
                  </a:cubicBezTo>
                  <a:cubicBezTo>
                    <a:pt x="403" y="1114"/>
                    <a:pt x="979" y="1691"/>
                    <a:pt x="1689" y="2001"/>
                  </a:cubicBezTo>
                  <a:cubicBezTo>
                    <a:pt x="1736" y="2028"/>
                    <a:pt x="1782" y="2040"/>
                    <a:pt x="1825" y="2040"/>
                  </a:cubicBezTo>
                  <a:cubicBezTo>
                    <a:pt x="2067" y="2040"/>
                    <a:pt x="2219" y="1671"/>
                    <a:pt x="1956" y="1558"/>
                  </a:cubicBezTo>
                  <a:cubicBezTo>
                    <a:pt x="1334" y="1247"/>
                    <a:pt x="846" y="759"/>
                    <a:pt x="580" y="138"/>
                  </a:cubicBezTo>
                  <a:cubicBezTo>
                    <a:pt x="525" y="42"/>
                    <a:pt x="445"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40"/>
            <p:cNvSpPr/>
            <p:nvPr/>
          </p:nvSpPr>
          <p:spPr>
            <a:xfrm>
              <a:off x="5471828" y="4240672"/>
              <a:ext cx="127918" cy="80776"/>
            </a:xfrm>
            <a:custGeom>
              <a:avLst/>
              <a:gdLst/>
              <a:ahLst/>
              <a:cxnLst/>
              <a:rect l="l" t="t" r="r" b="b"/>
              <a:pathLst>
                <a:path w="966" h="610" extrusionOk="0">
                  <a:moveTo>
                    <a:pt x="417" y="0"/>
                  </a:moveTo>
                  <a:cubicBezTo>
                    <a:pt x="148" y="0"/>
                    <a:pt x="1" y="376"/>
                    <a:pt x="303" y="527"/>
                  </a:cubicBezTo>
                  <a:lnTo>
                    <a:pt x="436" y="571"/>
                  </a:lnTo>
                  <a:cubicBezTo>
                    <a:pt x="482" y="598"/>
                    <a:pt x="528" y="609"/>
                    <a:pt x="570" y="609"/>
                  </a:cubicBezTo>
                  <a:cubicBezTo>
                    <a:pt x="813" y="609"/>
                    <a:pt x="966" y="234"/>
                    <a:pt x="702" y="83"/>
                  </a:cubicBezTo>
                  <a:lnTo>
                    <a:pt x="569" y="39"/>
                  </a:lnTo>
                  <a:cubicBezTo>
                    <a:pt x="516" y="12"/>
                    <a:pt x="464" y="0"/>
                    <a:pt x="4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Google Shape;1625;p40">
            <a:extLst>
              <a:ext uri="{FF2B5EF4-FFF2-40B4-BE49-F238E27FC236}">
                <a16:creationId xmlns:a16="http://schemas.microsoft.com/office/drawing/2014/main" id="{69D49660-19E7-EF65-D6CD-1E7AC426FE45}"/>
              </a:ext>
            </a:extLst>
          </p:cNvPr>
          <p:cNvSpPr txBox="1">
            <a:spLocks/>
          </p:cNvSpPr>
          <p:nvPr/>
        </p:nvSpPr>
        <p:spPr>
          <a:xfrm>
            <a:off x="595991" y="1126710"/>
            <a:ext cx="3498274" cy="222780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1pPr>
            <a:lvl2pPr marR="0" lvl="1"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2pPr>
            <a:lvl3pPr marR="0" lvl="2"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3pPr>
            <a:lvl4pPr marR="0" lvl="3"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4pPr>
            <a:lvl5pPr marR="0" lvl="4"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5pPr>
            <a:lvl6pPr marR="0" lvl="5"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6pPr>
            <a:lvl7pPr marR="0" lvl="6"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7pPr>
            <a:lvl8pPr marR="0" lvl="7"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8pPr>
            <a:lvl9pPr marR="0" lvl="8"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9pPr>
          </a:lstStyle>
          <a:p>
            <a:r>
              <a:rPr lang="ru-RU" dirty="0">
                <a:solidFill>
                  <a:schemeClr val="accent2"/>
                </a:solidFill>
              </a:rPr>
              <a:t>Игрок</a:t>
            </a:r>
          </a:p>
          <a:p>
            <a:pPr marL="342900" indent="-342900" algn="l">
              <a:buFont typeface="Arial" panose="020B0604020202020204" pitchFamily="34" charset="0"/>
              <a:buChar char="•"/>
            </a:pPr>
            <a:r>
              <a:rPr lang="ru-RU" sz="2000" dirty="0">
                <a:solidFill>
                  <a:schemeClr val="accent2"/>
                </a:solidFill>
              </a:rPr>
              <a:t>Стрелок</a:t>
            </a:r>
          </a:p>
          <a:p>
            <a:pPr marL="342900" indent="-342900" algn="l">
              <a:buFont typeface="Arial" panose="020B0604020202020204" pitchFamily="34" charset="0"/>
              <a:buChar char="•"/>
            </a:pPr>
            <a:r>
              <a:rPr lang="ru-RU" sz="2000" dirty="0">
                <a:solidFill>
                  <a:schemeClr val="accent2"/>
                </a:solidFill>
              </a:rPr>
              <a:t>«Танк»</a:t>
            </a:r>
          </a:p>
        </p:txBody>
      </p:sp>
      <p:sp>
        <p:nvSpPr>
          <p:cNvPr id="28" name="Google Shape;1625;p40">
            <a:extLst>
              <a:ext uri="{FF2B5EF4-FFF2-40B4-BE49-F238E27FC236}">
                <a16:creationId xmlns:a16="http://schemas.microsoft.com/office/drawing/2014/main" id="{01F114D6-1D71-7951-23E9-5172F86164A0}"/>
              </a:ext>
            </a:extLst>
          </p:cNvPr>
          <p:cNvSpPr txBox="1">
            <a:spLocks/>
          </p:cNvSpPr>
          <p:nvPr/>
        </p:nvSpPr>
        <p:spPr>
          <a:xfrm>
            <a:off x="5049736" y="1126709"/>
            <a:ext cx="3498274" cy="255173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1pPr>
            <a:lvl2pPr marR="0" lvl="1"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2pPr>
            <a:lvl3pPr marR="0" lvl="2"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3pPr>
            <a:lvl4pPr marR="0" lvl="3"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4pPr>
            <a:lvl5pPr marR="0" lvl="4"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5pPr>
            <a:lvl6pPr marR="0" lvl="5"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6pPr>
            <a:lvl7pPr marR="0" lvl="6"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7pPr>
            <a:lvl8pPr marR="0" lvl="7"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8pPr>
            <a:lvl9pPr marR="0" lvl="8"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9pPr>
          </a:lstStyle>
          <a:p>
            <a:r>
              <a:rPr lang="ru-RU" dirty="0">
                <a:solidFill>
                  <a:schemeClr val="accent2"/>
                </a:solidFill>
              </a:rPr>
              <a:t>Противники</a:t>
            </a:r>
          </a:p>
          <a:p>
            <a:pPr marL="285750" indent="-285750" algn="l">
              <a:buFont typeface="Arial" panose="020B0604020202020204" pitchFamily="34" charset="0"/>
              <a:buChar char="•"/>
            </a:pPr>
            <a:r>
              <a:rPr lang="ru-RU" sz="2000" dirty="0">
                <a:solidFill>
                  <a:schemeClr val="accent2"/>
                </a:solidFill>
              </a:rPr>
              <a:t>Босс</a:t>
            </a:r>
          </a:p>
          <a:p>
            <a:pPr marL="285750" indent="-285750" algn="l">
              <a:buFont typeface="Arial" panose="020B0604020202020204" pitchFamily="34" charset="0"/>
              <a:buChar char="•"/>
            </a:pPr>
            <a:r>
              <a:rPr lang="ru-RU" sz="2000" dirty="0" err="1">
                <a:solidFill>
                  <a:schemeClr val="accent2"/>
                </a:solidFill>
              </a:rPr>
              <a:t>Милишный</a:t>
            </a:r>
            <a:r>
              <a:rPr lang="ru-RU" sz="2000" dirty="0">
                <a:solidFill>
                  <a:schemeClr val="accent2"/>
                </a:solidFill>
              </a:rPr>
              <a:t> моб</a:t>
            </a:r>
          </a:p>
        </p:txBody>
      </p:sp>
      <p:sp>
        <p:nvSpPr>
          <p:cNvPr id="29" name="Google Shape;1625;p40">
            <a:extLst>
              <a:ext uri="{FF2B5EF4-FFF2-40B4-BE49-F238E27FC236}">
                <a16:creationId xmlns:a16="http://schemas.microsoft.com/office/drawing/2014/main" id="{7D5841FD-DCBF-BCB6-FEB3-0447E9171FAF}"/>
              </a:ext>
            </a:extLst>
          </p:cNvPr>
          <p:cNvSpPr txBox="1">
            <a:spLocks/>
          </p:cNvSpPr>
          <p:nvPr/>
        </p:nvSpPr>
        <p:spPr>
          <a:xfrm>
            <a:off x="2822864" y="2560647"/>
            <a:ext cx="3498274" cy="226460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1pPr>
            <a:lvl2pPr marR="0" lvl="1"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2pPr>
            <a:lvl3pPr marR="0" lvl="2"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3pPr>
            <a:lvl4pPr marR="0" lvl="3"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4pPr>
            <a:lvl5pPr marR="0" lvl="4"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5pPr>
            <a:lvl6pPr marR="0" lvl="5"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6pPr>
            <a:lvl7pPr marR="0" lvl="6"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7pPr>
            <a:lvl8pPr marR="0" lvl="7"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8pPr>
            <a:lvl9pPr marR="0" lvl="8" algn="ctr" rtl="0">
              <a:lnSpc>
                <a:spcPct val="100000"/>
              </a:lnSpc>
              <a:spcBef>
                <a:spcPts val="0"/>
              </a:spcBef>
              <a:spcAft>
                <a:spcPts val="0"/>
              </a:spcAft>
              <a:buClr>
                <a:schemeClr val="accent3"/>
              </a:buClr>
              <a:buSzPts val="2800"/>
              <a:buFont typeface="Orbitron"/>
              <a:buNone/>
              <a:defRPr sz="2800" b="1" i="0" u="none" strike="noStrike" cap="none">
                <a:solidFill>
                  <a:schemeClr val="accent3"/>
                </a:solidFill>
                <a:latin typeface="Orbitron"/>
                <a:ea typeface="Orbitron"/>
                <a:cs typeface="Orbitron"/>
                <a:sym typeface="Orbitron"/>
              </a:defRPr>
            </a:lvl9pPr>
          </a:lstStyle>
          <a:p>
            <a:r>
              <a:rPr lang="ru-RU" dirty="0">
                <a:solidFill>
                  <a:schemeClr val="accent2"/>
                </a:solidFill>
              </a:rPr>
              <a:t>Окружение</a:t>
            </a:r>
          </a:p>
          <a:p>
            <a:pPr marL="342900" indent="-342900" algn="l">
              <a:buFont typeface="Arial" panose="020B0604020202020204" pitchFamily="34" charset="0"/>
              <a:buChar char="•"/>
            </a:pPr>
            <a:r>
              <a:rPr lang="ru-RU" sz="2000" dirty="0">
                <a:solidFill>
                  <a:schemeClr val="accent2"/>
                </a:solidFill>
              </a:rPr>
              <a:t>Строения</a:t>
            </a:r>
          </a:p>
          <a:p>
            <a:pPr marL="342900" indent="-342900" algn="l">
              <a:buFont typeface="Arial" panose="020B0604020202020204" pitchFamily="34" charset="0"/>
              <a:buChar char="•"/>
            </a:pPr>
            <a:r>
              <a:rPr lang="ru-RU" sz="2000" dirty="0">
                <a:solidFill>
                  <a:schemeClr val="accent2"/>
                </a:solidFill>
              </a:rPr>
              <a:t>Деревья</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85"/>
        <p:cNvGrpSpPr/>
        <p:nvPr/>
      </p:nvGrpSpPr>
      <p:grpSpPr>
        <a:xfrm>
          <a:off x="0" y="0"/>
          <a:ext cx="0" cy="0"/>
          <a:chOff x="0" y="0"/>
          <a:chExt cx="0" cy="0"/>
        </a:xfrm>
      </p:grpSpPr>
      <p:sp>
        <p:nvSpPr>
          <p:cNvPr id="1686" name="Google Shape;1686;p41"/>
          <p:cNvSpPr txBox="1">
            <a:spLocks noGrp="1"/>
          </p:cNvSpPr>
          <p:nvPr>
            <p:ph type="title"/>
          </p:nvPr>
        </p:nvSpPr>
        <p:spPr>
          <a:xfrm>
            <a:off x="1608450" y="2791619"/>
            <a:ext cx="59271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INTRODUCTION</a:t>
            </a:r>
            <a:endParaRPr/>
          </a:p>
        </p:txBody>
      </p:sp>
      <p:sp>
        <p:nvSpPr>
          <p:cNvPr id="1687" name="Google Shape;1687;p41"/>
          <p:cNvSpPr txBox="1">
            <a:spLocks noGrp="1"/>
          </p:cNvSpPr>
          <p:nvPr>
            <p:ph type="subTitle" idx="1"/>
          </p:nvPr>
        </p:nvSpPr>
        <p:spPr>
          <a:xfrm>
            <a:off x="2137050" y="3496540"/>
            <a:ext cx="4869900" cy="477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you can use a subtitle if you need it</a:t>
            </a:r>
            <a:endParaRPr/>
          </a:p>
        </p:txBody>
      </p:sp>
      <p:sp>
        <p:nvSpPr>
          <p:cNvPr id="1688" name="Google Shape;1688;p41"/>
          <p:cNvSpPr txBox="1">
            <a:spLocks noGrp="1"/>
          </p:cNvSpPr>
          <p:nvPr>
            <p:ph type="title" idx="2"/>
          </p:nvPr>
        </p:nvSpPr>
        <p:spPr>
          <a:xfrm>
            <a:off x="3118800" y="1210729"/>
            <a:ext cx="2906400" cy="15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01</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1693" name="Google Shape;1693;p42"/>
          <p:cNvSpPr txBox="1">
            <a:spLocks noGrp="1"/>
          </p:cNvSpPr>
          <p:nvPr>
            <p:ph type="title"/>
          </p:nvPr>
        </p:nvSpPr>
        <p:spPr>
          <a:xfrm>
            <a:off x="2177075" y="3104783"/>
            <a:ext cx="4789800" cy="52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—SOMEONE</a:t>
            </a:r>
            <a:r>
              <a:rPr lang="en"/>
              <a:t> FAMOUS</a:t>
            </a:r>
            <a:endParaRPr/>
          </a:p>
        </p:txBody>
      </p:sp>
      <p:sp>
        <p:nvSpPr>
          <p:cNvPr id="1694" name="Google Shape;1694;p42"/>
          <p:cNvSpPr txBox="1">
            <a:spLocks noGrp="1"/>
          </p:cNvSpPr>
          <p:nvPr>
            <p:ph type="subTitle" idx="1"/>
          </p:nvPr>
        </p:nvSpPr>
        <p:spPr>
          <a:xfrm>
            <a:off x="2177125" y="1823108"/>
            <a:ext cx="4789800" cy="1028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quote, words full of wisdom that someone important said and can make the reader get inspired.”</a:t>
            </a:r>
            <a:endParaRPr/>
          </a:p>
          <a:p>
            <a:pPr marL="0" lvl="0" indent="0" algn="ctr" rtl="0">
              <a:spcBef>
                <a:spcPts val="0"/>
              </a:spcBef>
              <a:spcAft>
                <a:spcPts val="0"/>
              </a:spcAft>
              <a:buNone/>
            </a:pPr>
            <a:endParaRPr/>
          </a:p>
        </p:txBody>
      </p:sp>
      <p:sp>
        <p:nvSpPr>
          <p:cNvPr id="1695" name="Google Shape;1695;p42"/>
          <p:cNvSpPr/>
          <p:nvPr/>
        </p:nvSpPr>
        <p:spPr>
          <a:xfrm>
            <a:off x="2070405" y="501837"/>
            <a:ext cx="643551" cy="613164"/>
          </a:xfrm>
          <a:custGeom>
            <a:avLst/>
            <a:gdLst/>
            <a:ahLst/>
            <a:cxnLst/>
            <a:rect l="l" t="t" r="r" b="b"/>
            <a:pathLst>
              <a:path w="30392" h="28957" extrusionOk="0">
                <a:moveTo>
                  <a:pt x="18733" y="1"/>
                </a:moveTo>
                <a:cubicBezTo>
                  <a:pt x="18672" y="1"/>
                  <a:pt x="18607" y="14"/>
                  <a:pt x="18546" y="45"/>
                </a:cubicBezTo>
                <a:cubicBezTo>
                  <a:pt x="13577" y="2263"/>
                  <a:pt x="9229" y="5680"/>
                  <a:pt x="5857" y="9939"/>
                </a:cubicBezTo>
                <a:cubicBezTo>
                  <a:pt x="4126" y="12069"/>
                  <a:pt x="2706" y="14376"/>
                  <a:pt x="1642" y="16905"/>
                </a:cubicBezTo>
                <a:cubicBezTo>
                  <a:pt x="621" y="19301"/>
                  <a:pt x="0" y="22229"/>
                  <a:pt x="1065" y="24713"/>
                </a:cubicBezTo>
                <a:cubicBezTo>
                  <a:pt x="2041" y="26888"/>
                  <a:pt x="4037" y="28396"/>
                  <a:pt x="6345" y="28795"/>
                </a:cubicBezTo>
                <a:cubicBezTo>
                  <a:pt x="6972" y="28903"/>
                  <a:pt x="7602" y="28956"/>
                  <a:pt x="8229" y="28956"/>
                </a:cubicBezTo>
                <a:cubicBezTo>
                  <a:pt x="10176" y="28956"/>
                  <a:pt x="12098" y="28448"/>
                  <a:pt x="13843" y="27509"/>
                </a:cubicBezTo>
                <a:cubicBezTo>
                  <a:pt x="16327" y="26133"/>
                  <a:pt x="18635" y="24403"/>
                  <a:pt x="20675" y="22451"/>
                </a:cubicBezTo>
                <a:cubicBezTo>
                  <a:pt x="22761" y="20632"/>
                  <a:pt x="24580" y="18591"/>
                  <a:pt x="26221" y="16328"/>
                </a:cubicBezTo>
                <a:cubicBezTo>
                  <a:pt x="27774" y="14198"/>
                  <a:pt x="28972" y="11847"/>
                  <a:pt x="29726" y="9318"/>
                </a:cubicBezTo>
                <a:cubicBezTo>
                  <a:pt x="30126" y="7987"/>
                  <a:pt x="30348" y="6656"/>
                  <a:pt x="30392" y="5280"/>
                </a:cubicBezTo>
                <a:cubicBezTo>
                  <a:pt x="30392" y="3905"/>
                  <a:pt x="29416" y="3284"/>
                  <a:pt x="28262" y="2796"/>
                </a:cubicBezTo>
                <a:cubicBezTo>
                  <a:pt x="27192" y="2369"/>
                  <a:pt x="26135" y="2181"/>
                  <a:pt x="25101" y="2181"/>
                </a:cubicBezTo>
                <a:cubicBezTo>
                  <a:pt x="20648" y="2181"/>
                  <a:pt x="16601" y="5672"/>
                  <a:pt x="13577" y="8697"/>
                </a:cubicBezTo>
                <a:cubicBezTo>
                  <a:pt x="11624" y="10649"/>
                  <a:pt x="9539" y="12690"/>
                  <a:pt x="8474" y="15263"/>
                </a:cubicBezTo>
                <a:cubicBezTo>
                  <a:pt x="7720" y="17038"/>
                  <a:pt x="6921" y="20720"/>
                  <a:pt x="9672" y="21164"/>
                </a:cubicBezTo>
                <a:cubicBezTo>
                  <a:pt x="9844" y="21192"/>
                  <a:pt x="10017" y="21204"/>
                  <a:pt x="10190" y="21204"/>
                </a:cubicBezTo>
                <a:cubicBezTo>
                  <a:pt x="11137" y="21204"/>
                  <a:pt x="12100" y="20829"/>
                  <a:pt x="13000" y="20454"/>
                </a:cubicBezTo>
                <a:cubicBezTo>
                  <a:pt x="14198" y="19966"/>
                  <a:pt x="15351" y="19345"/>
                  <a:pt x="16416" y="18635"/>
                </a:cubicBezTo>
                <a:cubicBezTo>
                  <a:pt x="18679" y="17171"/>
                  <a:pt x="20631" y="15352"/>
                  <a:pt x="22228" y="13222"/>
                </a:cubicBezTo>
                <a:cubicBezTo>
                  <a:pt x="22983" y="12157"/>
                  <a:pt x="23692" y="11048"/>
                  <a:pt x="24269" y="9895"/>
                </a:cubicBezTo>
                <a:cubicBezTo>
                  <a:pt x="24669" y="9096"/>
                  <a:pt x="25023" y="8031"/>
                  <a:pt x="24580" y="7188"/>
                </a:cubicBezTo>
                <a:cubicBezTo>
                  <a:pt x="24330" y="6746"/>
                  <a:pt x="23964" y="6596"/>
                  <a:pt x="23564" y="6596"/>
                </a:cubicBezTo>
                <a:cubicBezTo>
                  <a:pt x="23040" y="6596"/>
                  <a:pt x="22459" y="6854"/>
                  <a:pt x="22006" y="7055"/>
                </a:cubicBezTo>
                <a:cubicBezTo>
                  <a:pt x="20720" y="7587"/>
                  <a:pt x="19478" y="8253"/>
                  <a:pt x="18280" y="9007"/>
                </a:cubicBezTo>
                <a:cubicBezTo>
                  <a:pt x="17082" y="9806"/>
                  <a:pt x="15972" y="10649"/>
                  <a:pt x="14908" y="11581"/>
                </a:cubicBezTo>
                <a:cubicBezTo>
                  <a:pt x="14020" y="12424"/>
                  <a:pt x="12822" y="13400"/>
                  <a:pt x="12334" y="14598"/>
                </a:cubicBezTo>
                <a:cubicBezTo>
                  <a:pt x="11891" y="15751"/>
                  <a:pt x="12600" y="16505"/>
                  <a:pt x="13754" y="16638"/>
                </a:cubicBezTo>
                <a:cubicBezTo>
                  <a:pt x="13885" y="16649"/>
                  <a:pt x="14016" y="16654"/>
                  <a:pt x="14147" y="16654"/>
                </a:cubicBezTo>
                <a:cubicBezTo>
                  <a:pt x="16264" y="16654"/>
                  <a:pt x="18237" y="15317"/>
                  <a:pt x="18989" y="13311"/>
                </a:cubicBezTo>
                <a:cubicBezTo>
                  <a:pt x="19060" y="13077"/>
                  <a:pt x="18895" y="12966"/>
                  <a:pt x="18704" y="12966"/>
                </a:cubicBezTo>
                <a:cubicBezTo>
                  <a:pt x="18534" y="12966"/>
                  <a:pt x="18342" y="13055"/>
                  <a:pt x="18280" y="13222"/>
                </a:cubicBezTo>
                <a:cubicBezTo>
                  <a:pt x="17925" y="14287"/>
                  <a:pt x="17126" y="15174"/>
                  <a:pt x="16106" y="15662"/>
                </a:cubicBezTo>
                <a:cubicBezTo>
                  <a:pt x="15724" y="15853"/>
                  <a:pt x="14938" y="16074"/>
                  <a:pt x="14244" y="16074"/>
                </a:cubicBezTo>
                <a:cubicBezTo>
                  <a:pt x="13486" y="16074"/>
                  <a:pt x="12840" y="15810"/>
                  <a:pt x="12955" y="14953"/>
                </a:cubicBezTo>
                <a:cubicBezTo>
                  <a:pt x="13133" y="14376"/>
                  <a:pt x="13443" y="13799"/>
                  <a:pt x="13932" y="13400"/>
                </a:cubicBezTo>
                <a:cubicBezTo>
                  <a:pt x="14420" y="12912"/>
                  <a:pt x="14908" y="12379"/>
                  <a:pt x="15440" y="11935"/>
                </a:cubicBezTo>
                <a:cubicBezTo>
                  <a:pt x="16327" y="11092"/>
                  <a:pt x="17303" y="10338"/>
                  <a:pt x="18324" y="9673"/>
                </a:cubicBezTo>
                <a:cubicBezTo>
                  <a:pt x="19344" y="8963"/>
                  <a:pt x="20409" y="8386"/>
                  <a:pt x="21518" y="7854"/>
                </a:cubicBezTo>
                <a:cubicBezTo>
                  <a:pt x="22051" y="7543"/>
                  <a:pt x="22583" y="7277"/>
                  <a:pt x="23160" y="7144"/>
                </a:cubicBezTo>
                <a:cubicBezTo>
                  <a:pt x="23199" y="7139"/>
                  <a:pt x="23236" y="7137"/>
                  <a:pt x="23272" y="7137"/>
                </a:cubicBezTo>
                <a:cubicBezTo>
                  <a:pt x="23928" y="7137"/>
                  <a:pt x="24045" y="7881"/>
                  <a:pt x="24003" y="8386"/>
                </a:cubicBezTo>
                <a:cubicBezTo>
                  <a:pt x="23914" y="9451"/>
                  <a:pt x="23249" y="10427"/>
                  <a:pt x="22716" y="11270"/>
                </a:cubicBezTo>
                <a:cubicBezTo>
                  <a:pt x="22095" y="12290"/>
                  <a:pt x="21430" y="13222"/>
                  <a:pt x="20631" y="14110"/>
                </a:cubicBezTo>
                <a:cubicBezTo>
                  <a:pt x="19167" y="15840"/>
                  <a:pt x="17437" y="17304"/>
                  <a:pt x="15484" y="18502"/>
                </a:cubicBezTo>
                <a:cubicBezTo>
                  <a:pt x="14464" y="19167"/>
                  <a:pt x="13443" y="19700"/>
                  <a:pt x="12379" y="20144"/>
                </a:cubicBezTo>
                <a:cubicBezTo>
                  <a:pt x="11776" y="20379"/>
                  <a:pt x="11004" y="20661"/>
                  <a:pt x="10299" y="20661"/>
                </a:cubicBezTo>
                <a:cubicBezTo>
                  <a:pt x="9809" y="20661"/>
                  <a:pt x="9352" y="20525"/>
                  <a:pt x="9007" y="20144"/>
                </a:cubicBezTo>
                <a:cubicBezTo>
                  <a:pt x="8164" y="19167"/>
                  <a:pt x="8474" y="17570"/>
                  <a:pt x="8785" y="16505"/>
                </a:cubicBezTo>
                <a:cubicBezTo>
                  <a:pt x="9140" y="15307"/>
                  <a:pt x="9672" y="14198"/>
                  <a:pt x="10426" y="13178"/>
                </a:cubicBezTo>
                <a:cubicBezTo>
                  <a:pt x="11891" y="11270"/>
                  <a:pt x="13532" y="9451"/>
                  <a:pt x="15307" y="7854"/>
                </a:cubicBezTo>
                <a:cubicBezTo>
                  <a:pt x="17215" y="5990"/>
                  <a:pt x="19344" y="4215"/>
                  <a:pt x="21918" y="3372"/>
                </a:cubicBezTo>
                <a:cubicBezTo>
                  <a:pt x="22956" y="3013"/>
                  <a:pt x="24066" y="2833"/>
                  <a:pt x="25183" y="2833"/>
                </a:cubicBezTo>
                <a:cubicBezTo>
                  <a:pt x="25307" y="2833"/>
                  <a:pt x="25432" y="2836"/>
                  <a:pt x="25556" y="2840"/>
                </a:cubicBezTo>
                <a:cubicBezTo>
                  <a:pt x="26843" y="2884"/>
                  <a:pt x="28085" y="3284"/>
                  <a:pt x="29105" y="4038"/>
                </a:cubicBezTo>
                <a:cubicBezTo>
                  <a:pt x="30037" y="4881"/>
                  <a:pt x="29549" y="6656"/>
                  <a:pt x="29372" y="7721"/>
                </a:cubicBezTo>
                <a:cubicBezTo>
                  <a:pt x="29150" y="8874"/>
                  <a:pt x="28795" y="10028"/>
                  <a:pt x="28351" y="11137"/>
                </a:cubicBezTo>
                <a:cubicBezTo>
                  <a:pt x="27464" y="13311"/>
                  <a:pt x="26266" y="15352"/>
                  <a:pt x="24802" y="17215"/>
                </a:cubicBezTo>
                <a:cubicBezTo>
                  <a:pt x="23338" y="19079"/>
                  <a:pt x="21740" y="20765"/>
                  <a:pt x="19966" y="22362"/>
                </a:cubicBezTo>
                <a:cubicBezTo>
                  <a:pt x="18146" y="24048"/>
                  <a:pt x="16150" y="25512"/>
                  <a:pt x="14020" y="26799"/>
                </a:cubicBezTo>
                <a:cubicBezTo>
                  <a:pt x="12267" y="27769"/>
                  <a:pt x="10326" y="28425"/>
                  <a:pt x="8329" y="28425"/>
                </a:cubicBezTo>
                <a:cubicBezTo>
                  <a:pt x="7950" y="28425"/>
                  <a:pt x="7569" y="28401"/>
                  <a:pt x="7188" y="28352"/>
                </a:cubicBezTo>
                <a:cubicBezTo>
                  <a:pt x="4969" y="28041"/>
                  <a:pt x="2884" y="26799"/>
                  <a:pt x="1908" y="24713"/>
                </a:cubicBezTo>
                <a:cubicBezTo>
                  <a:pt x="843" y="22495"/>
                  <a:pt x="1287" y="19877"/>
                  <a:pt x="2130" y="17615"/>
                </a:cubicBezTo>
                <a:cubicBezTo>
                  <a:pt x="2973" y="15441"/>
                  <a:pt x="4082" y="13355"/>
                  <a:pt x="5502" y="11447"/>
                </a:cubicBezTo>
                <a:cubicBezTo>
                  <a:pt x="8208" y="7632"/>
                  <a:pt x="11713" y="4437"/>
                  <a:pt x="15795" y="2041"/>
                </a:cubicBezTo>
                <a:cubicBezTo>
                  <a:pt x="16771" y="1465"/>
                  <a:pt x="17792" y="932"/>
                  <a:pt x="18856" y="489"/>
                </a:cubicBezTo>
                <a:cubicBezTo>
                  <a:pt x="19260" y="305"/>
                  <a:pt x="19027" y="1"/>
                  <a:pt x="18733"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42"/>
          <p:cNvSpPr/>
          <p:nvPr/>
        </p:nvSpPr>
        <p:spPr>
          <a:xfrm rot="3829944">
            <a:off x="7209331" y="3934593"/>
            <a:ext cx="465358" cy="443385"/>
          </a:xfrm>
          <a:custGeom>
            <a:avLst/>
            <a:gdLst/>
            <a:ahLst/>
            <a:cxnLst/>
            <a:rect l="l" t="t" r="r" b="b"/>
            <a:pathLst>
              <a:path w="30392" h="28957" extrusionOk="0">
                <a:moveTo>
                  <a:pt x="18733" y="1"/>
                </a:moveTo>
                <a:cubicBezTo>
                  <a:pt x="18672" y="1"/>
                  <a:pt x="18607" y="14"/>
                  <a:pt x="18546" y="45"/>
                </a:cubicBezTo>
                <a:cubicBezTo>
                  <a:pt x="13577" y="2263"/>
                  <a:pt x="9229" y="5680"/>
                  <a:pt x="5857" y="9939"/>
                </a:cubicBezTo>
                <a:cubicBezTo>
                  <a:pt x="4126" y="12069"/>
                  <a:pt x="2706" y="14376"/>
                  <a:pt x="1642" y="16905"/>
                </a:cubicBezTo>
                <a:cubicBezTo>
                  <a:pt x="621" y="19301"/>
                  <a:pt x="0" y="22229"/>
                  <a:pt x="1065" y="24713"/>
                </a:cubicBezTo>
                <a:cubicBezTo>
                  <a:pt x="2041" y="26888"/>
                  <a:pt x="4037" y="28396"/>
                  <a:pt x="6345" y="28795"/>
                </a:cubicBezTo>
                <a:cubicBezTo>
                  <a:pt x="6972" y="28903"/>
                  <a:pt x="7602" y="28956"/>
                  <a:pt x="8229" y="28956"/>
                </a:cubicBezTo>
                <a:cubicBezTo>
                  <a:pt x="10176" y="28956"/>
                  <a:pt x="12098" y="28448"/>
                  <a:pt x="13843" y="27509"/>
                </a:cubicBezTo>
                <a:cubicBezTo>
                  <a:pt x="16327" y="26133"/>
                  <a:pt x="18635" y="24403"/>
                  <a:pt x="20675" y="22451"/>
                </a:cubicBezTo>
                <a:cubicBezTo>
                  <a:pt x="22761" y="20632"/>
                  <a:pt x="24580" y="18591"/>
                  <a:pt x="26221" y="16328"/>
                </a:cubicBezTo>
                <a:cubicBezTo>
                  <a:pt x="27774" y="14198"/>
                  <a:pt x="28972" y="11847"/>
                  <a:pt x="29726" y="9318"/>
                </a:cubicBezTo>
                <a:cubicBezTo>
                  <a:pt x="30126" y="7987"/>
                  <a:pt x="30348" y="6656"/>
                  <a:pt x="30392" y="5280"/>
                </a:cubicBezTo>
                <a:cubicBezTo>
                  <a:pt x="30392" y="3905"/>
                  <a:pt x="29416" y="3284"/>
                  <a:pt x="28262" y="2796"/>
                </a:cubicBezTo>
                <a:cubicBezTo>
                  <a:pt x="27192" y="2369"/>
                  <a:pt x="26135" y="2181"/>
                  <a:pt x="25101" y="2181"/>
                </a:cubicBezTo>
                <a:cubicBezTo>
                  <a:pt x="20648" y="2181"/>
                  <a:pt x="16601" y="5672"/>
                  <a:pt x="13577" y="8697"/>
                </a:cubicBezTo>
                <a:cubicBezTo>
                  <a:pt x="11624" y="10649"/>
                  <a:pt x="9539" y="12690"/>
                  <a:pt x="8474" y="15263"/>
                </a:cubicBezTo>
                <a:cubicBezTo>
                  <a:pt x="7720" y="17038"/>
                  <a:pt x="6921" y="20720"/>
                  <a:pt x="9672" y="21164"/>
                </a:cubicBezTo>
                <a:cubicBezTo>
                  <a:pt x="9844" y="21192"/>
                  <a:pt x="10017" y="21204"/>
                  <a:pt x="10190" y="21204"/>
                </a:cubicBezTo>
                <a:cubicBezTo>
                  <a:pt x="11137" y="21204"/>
                  <a:pt x="12100" y="20829"/>
                  <a:pt x="13000" y="20454"/>
                </a:cubicBezTo>
                <a:cubicBezTo>
                  <a:pt x="14198" y="19966"/>
                  <a:pt x="15351" y="19345"/>
                  <a:pt x="16416" y="18635"/>
                </a:cubicBezTo>
                <a:cubicBezTo>
                  <a:pt x="18679" y="17171"/>
                  <a:pt x="20631" y="15352"/>
                  <a:pt x="22228" y="13222"/>
                </a:cubicBezTo>
                <a:cubicBezTo>
                  <a:pt x="22983" y="12157"/>
                  <a:pt x="23692" y="11048"/>
                  <a:pt x="24269" y="9895"/>
                </a:cubicBezTo>
                <a:cubicBezTo>
                  <a:pt x="24669" y="9096"/>
                  <a:pt x="25023" y="8031"/>
                  <a:pt x="24580" y="7188"/>
                </a:cubicBezTo>
                <a:cubicBezTo>
                  <a:pt x="24330" y="6746"/>
                  <a:pt x="23964" y="6596"/>
                  <a:pt x="23564" y="6596"/>
                </a:cubicBezTo>
                <a:cubicBezTo>
                  <a:pt x="23040" y="6596"/>
                  <a:pt x="22459" y="6854"/>
                  <a:pt x="22006" y="7055"/>
                </a:cubicBezTo>
                <a:cubicBezTo>
                  <a:pt x="20720" y="7587"/>
                  <a:pt x="19478" y="8253"/>
                  <a:pt x="18280" y="9007"/>
                </a:cubicBezTo>
                <a:cubicBezTo>
                  <a:pt x="17082" y="9806"/>
                  <a:pt x="15972" y="10649"/>
                  <a:pt x="14908" y="11581"/>
                </a:cubicBezTo>
                <a:cubicBezTo>
                  <a:pt x="14020" y="12424"/>
                  <a:pt x="12822" y="13400"/>
                  <a:pt x="12334" y="14598"/>
                </a:cubicBezTo>
                <a:cubicBezTo>
                  <a:pt x="11891" y="15751"/>
                  <a:pt x="12600" y="16505"/>
                  <a:pt x="13754" y="16638"/>
                </a:cubicBezTo>
                <a:cubicBezTo>
                  <a:pt x="13885" y="16649"/>
                  <a:pt x="14016" y="16654"/>
                  <a:pt x="14147" y="16654"/>
                </a:cubicBezTo>
                <a:cubicBezTo>
                  <a:pt x="16264" y="16654"/>
                  <a:pt x="18237" y="15317"/>
                  <a:pt x="18989" y="13311"/>
                </a:cubicBezTo>
                <a:cubicBezTo>
                  <a:pt x="19060" y="13077"/>
                  <a:pt x="18895" y="12966"/>
                  <a:pt x="18704" y="12966"/>
                </a:cubicBezTo>
                <a:cubicBezTo>
                  <a:pt x="18534" y="12966"/>
                  <a:pt x="18342" y="13055"/>
                  <a:pt x="18280" y="13222"/>
                </a:cubicBezTo>
                <a:cubicBezTo>
                  <a:pt x="17925" y="14287"/>
                  <a:pt x="17126" y="15174"/>
                  <a:pt x="16106" y="15662"/>
                </a:cubicBezTo>
                <a:cubicBezTo>
                  <a:pt x="15724" y="15853"/>
                  <a:pt x="14938" y="16074"/>
                  <a:pt x="14244" y="16074"/>
                </a:cubicBezTo>
                <a:cubicBezTo>
                  <a:pt x="13486" y="16074"/>
                  <a:pt x="12840" y="15810"/>
                  <a:pt x="12955" y="14953"/>
                </a:cubicBezTo>
                <a:cubicBezTo>
                  <a:pt x="13133" y="14376"/>
                  <a:pt x="13443" y="13799"/>
                  <a:pt x="13932" y="13400"/>
                </a:cubicBezTo>
                <a:cubicBezTo>
                  <a:pt x="14420" y="12912"/>
                  <a:pt x="14908" y="12379"/>
                  <a:pt x="15440" y="11935"/>
                </a:cubicBezTo>
                <a:cubicBezTo>
                  <a:pt x="16327" y="11092"/>
                  <a:pt x="17303" y="10338"/>
                  <a:pt x="18324" y="9673"/>
                </a:cubicBezTo>
                <a:cubicBezTo>
                  <a:pt x="19344" y="8963"/>
                  <a:pt x="20409" y="8386"/>
                  <a:pt x="21518" y="7854"/>
                </a:cubicBezTo>
                <a:cubicBezTo>
                  <a:pt x="22051" y="7543"/>
                  <a:pt x="22583" y="7277"/>
                  <a:pt x="23160" y="7144"/>
                </a:cubicBezTo>
                <a:cubicBezTo>
                  <a:pt x="23199" y="7139"/>
                  <a:pt x="23236" y="7137"/>
                  <a:pt x="23272" y="7137"/>
                </a:cubicBezTo>
                <a:cubicBezTo>
                  <a:pt x="23928" y="7137"/>
                  <a:pt x="24045" y="7881"/>
                  <a:pt x="24003" y="8386"/>
                </a:cubicBezTo>
                <a:cubicBezTo>
                  <a:pt x="23914" y="9451"/>
                  <a:pt x="23249" y="10427"/>
                  <a:pt x="22716" y="11270"/>
                </a:cubicBezTo>
                <a:cubicBezTo>
                  <a:pt x="22095" y="12290"/>
                  <a:pt x="21430" y="13222"/>
                  <a:pt x="20631" y="14110"/>
                </a:cubicBezTo>
                <a:cubicBezTo>
                  <a:pt x="19167" y="15840"/>
                  <a:pt x="17437" y="17304"/>
                  <a:pt x="15484" y="18502"/>
                </a:cubicBezTo>
                <a:cubicBezTo>
                  <a:pt x="14464" y="19167"/>
                  <a:pt x="13443" y="19700"/>
                  <a:pt x="12379" y="20144"/>
                </a:cubicBezTo>
                <a:cubicBezTo>
                  <a:pt x="11776" y="20379"/>
                  <a:pt x="11004" y="20661"/>
                  <a:pt x="10299" y="20661"/>
                </a:cubicBezTo>
                <a:cubicBezTo>
                  <a:pt x="9809" y="20661"/>
                  <a:pt x="9352" y="20525"/>
                  <a:pt x="9007" y="20144"/>
                </a:cubicBezTo>
                <a:cubicBezTo>
                  <a:pt x="8164" y="19167"/>
                  <a:pt x="8474" y="17570"/>
                  <a:pt x="8785" y="16505"/>
                </a:cubicBezTo>
                <a:cubicBezTo>
                  <a:pt x="9140" y="15307"/>
                  <a:pt x="9672" y="14198"/>
                  <a:pt x="10426" y="13178"/>
                </a:cubicBezTo>
                <a:cubicBezTo>
                  <a:pt x="11891" y="11270"/>
                  <a:pt x="13532" y="9451"/>
                  <a:pt x="15307" y="7854"/>
                </a:cubicBezTo>
                <a:cubicBezTo>
                  <a:pt x="17215" y="5990"/>
                  <a:pt x="19344" y="4215"/>
                  <a:pt x="21918" y="3372"/>
                </a:cubicBezTo>
                <a:cubicBezTo>
                  <a:pt x="22956" y="3013"/>
                  <a:pt x="24066" y="2833"/>
                  <a:pt x="25183" y="2833"/>
                </a:cubicBezTo>
                <a:cubicBezTo>
                  <a:pt x="25307" y="2833"/>
                  <a:pt x="25432" y="2836"/>
                  <a:pt x="25556" y="2840"/>
                </a:cubicBezTo>
                <a:cubicBezTo>
                  <a:pt x="26843" y="2884"/>
                  <a:pt x="28085" y="3284"/>
                  <a:pt x="29105" y="4038"/>
                </a:cubicBezTo>
                <a:cubicBezTo>
                  <a:pt x="30037" y="4881"/>
                  <a:pt x="29549" y="6656"/>
                  <a:pt x="29372" y="7721"/>
                </a:cubicBezTo>
                <a:cubicBezTo>
                  <a:pt x="29150" y="8874"/>
                  <a:pt x="28795" y="10028"/>
                  <a:pt x="28351" y="11137"/>
                </a:cubicBezTo>
                <a:cubicBezTo>
                  <a:pt x="27464" y="13311"/>
                  <a:pt x="26266" y="15352"/>
                  <a:pt x="24802" y="17215"/>
                </a:cubicBezTo>
                <a:cubicBezTo>
                  <a:pt x="23338" y="19079"/>
                  <a:pt x="21740" y="20765"/>
                  <a:pt x="19966" y="22362"/>
                </a:cubicBezTo>
                <a:cubicBezTo>
                  <a:pt x="18146" y="24048"/>
                  <a:pt x="16150" y="25512"/>
                  <a:pt x="14020" y="26799"/>
                </a:cubicBezTo>
                <a:cubicBezTo>
                  <a:pt x="12267" y="27769"/>
                  <a:pt x="10326" y="28425"/>
                  <a:pt x="8329" y="28425"/>
                </a:cubicBezTo>
                <a:cubicBezTo>
                  <a:pt x="7950" y="28425"/>
                  <a:pt x="7569" y="28401"/>
                  <a:pt x="7188" y="28352"/>
                </a:cubicBezTo>
                <a:cubicBezTo>
                  <a:pt x="4969" y="28041"/>
                  <a:pt x="2884" y="26799"/>
                  <a:pt x="1908" y="24713"/>
                </a:cubicBezTo>
                <a:cubicBezTo>
                  <a:pt x="843" y="22495"/>
                  <a:pt x="1287" y="19877"/>
                  <a:pt x="2130" y="17615"/>
                </a:cubicBezTo>
                <a:cubicBezTo>
                  <a:pt x="2973" y="15441"/>
                  <a:pt x="4082" y="13355"/>
                  <a:pt x="5502" y="11447"/>
                </a:cubicBezTo>
                <a:cubicBezTo>
                  <a:pt x="8208" y="7632"/>
                  <a:pt x="11713" y="4437"/>
                  <a:pt x="15795" y="2041"/>
                </a:cubicBezTo>
                <a:cubicBezTo>
                  <a:pt x="16771" y="1465"/>
                  <a:pt x="17792" y="932"/>
                  <a:pt x="18856" y="489"/>
                </a:cubicBezTo>
                <a:cubicBezTo>
                  <a:pt x="19260" y="305"/>
                  <a:pt x="19027" y="1"/>
                  <a:pt x="18733"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97" name="Google Shape;1697;p42"/>
          <p:cNvGrpSpPr/>
          <p:nvPr/>
        </p:nvGrpSpPr>
        <p:grpSpPr>
          <a:xfrm>
            <a:off x="7140433" y="837005"/>
            <a:ext cx="1135998" cy="1050583"/>
            <a:chOff x="249044" y="1100462"/>
            <a:chExt cx="3625911" cy="3353281"/>
          </a:xfrm>
        </p:grpSpPr>
        <p:sp>
          <p:nvSpPr>
            <p:cNvPr id="1698" name="Google Shape;1698;p42"/>
            <p:cNvSpPr/>
            <p:nvPr/>
          </p:nvSpPr>
          <p:spPr>
            <a:xfrm>
              <a:off x="249044" y="1150024"/>
              <a:ext cx="3531856" cy="3300011"/>
            </a:xfrm>
            <a:custGeom>
              <a:avLst/>
              <a:gdLst/>
              <a:ahLst/>
              <a:cxnLst/>
              <a:rect l="l" t="t" r="r" b="b"/>
              <a:pathLst>
                <a:path w="46676" h="43612" extrusionOk="0">
                  <a:moveTo>
                    <a:pt x="23368" y="1"/>
                  </a:moveTo>
                  <a:cubicBezTo>
                    <a:pt x="12762" y="1"/>
                    <a:pt x="3427" y="7725"/>
                    <a:pt x="1775" y="18523"/>
                  </a:cubicBezTo>
                  <a:cubicBezTo>
                    <a:pt x="1" y="30458"/>
                    <a:pt x="8164" y="41550"/>
                    <a:pt x="20055" y="43369"/>
                  </a:cubicBezTo>
                  <a:cubicBezTo>
                    <a:pt x="21152" y="43532"/>
                    <a:pt x="22242" y="43611"/>
                    <a:pt x="23318" y="43611"/>
                  </a:cubicBezTo>
                  <a:cubicBezTo>
                    <a:pt x="33951" y="43611"/>
                    <a:pt x="43249" y="35887"/>
                    <a:pt x="44901" y="25089"/>
                  </a:cubicBezTo>
                  <a:cubicBezTo>
                    <a:pt x="46676" y="13154"/>
                    <a:pt x="38512" y="2062"/>
                    <a:pt x="26621" y="243"/>
                  </a:cubicBezTo>
                  <a:cubicBezTo>
                    <a:pt x="25528" y="80"/>
                    <a:pt x="24442" y="1"/>
                    <a:pt x="2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42"/>
            <p:cNvSpPr/>
            <p:nvPr/>
          </p:nvSpPr>
          <p:spPr>
            <a:xfrm>
              <a:off x="661961" y="1671979"/>
              <a:ext cx="2712756" cy="230635"/>
            </a:xfrm>
            <a:custGeom>
              <a:avLst/>
              <a:gdLst/>
              <a:ahLst/>
              <a:cxnLst/>
              <a:rect l="l" t="t" r="r" b="b"/>
              <a:pathLst>
                <a:path w="35851" h="3048" extrusionOk="0">
                  <a:moveTo>
                    <a:pt x="33765" y="0"/>
                  </a:moveTo>
                  <a:cubicBezTo>
                    <a:pt x="30526" y="355"/>
                    <a:pt x="27287" y="710"/>
                    <a:pt x="24048" y="843"/>
                  </a:cubicBezTo>
                  <a:cubicBezTo>
                    <a:pt x="19567" y="1110"/>
                    <a:pt x="15042" y="1243"/>
                    <a:pt x="10560" y="1243"/>
                  </a:cubicBezTo>
                  <a:cubicBezTo>
                    <a:pt x="7987" y="1243"/>
                    <a:pt x="5414" y="1198"/>
                    <a:pt x="2840" y="1154"/>
                  </a:cubicBezTo>
                  <a:cubicBezTo>
                    <a:pt x="2308" y="1154"/>
                    <a:pt x="1642" y="1154"/>
                    <a:pt x="977" y="1198"/>
                  </a:cubicBezTo>
                  <a:cubicBezTo>
                    <a:pt x="622" y="1598"/>
                    <a:pt x="311" y="2041"/>
                    <a:pt x="1" y="2485"/>
                  </a:cubicBezTo>
                  <a:lnTo>
                    <a:pt x="933" y="2529"/>
                  </a:lnTo>
                  <a:cubicBezTo>
                    <a:pt x="5675" y="2910"/>
                    <a:pt x="10444" y="3048"/>
                    <a:pt x="15199" y="3048"/>
                  </a:cubicBezTo>
                  <a:cubicBezTo>
                    <a:pt x="16538" y="3048"/>
                    <a:pt x="17876" y="3037"/>
                    <a:pt x="19212" y="3017"/>
                  </a:cubicBezTo>
                  <a:cubicBezTo>
                    <a:pt x="24536" y="2929"/>
                    <a:pt x="30215" y="2929"/>
                    <a:pt x="35850" y="2574"/>
                  </a:cubicBezTo>
                  <a:cubicBezTo>
                    <a:pt x="35229" y="1686"/>
                    <a:pt x="34519" y="799"/>
                    <a:pt x="33765"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42"/>
            <p:cNvSpPr/>
            <p:nvPr/>
          </p:nvSpPr>
          <p:spPr>
            <a:xfrm>
              <a:off x="369885" y="1910331"/>
              <a:ext cx="3293504" cy="805783"/>
            </a:xfrm>
            <a:custGeom>
              <a:avLst/>
              <a:gdLst/>
              <a:ahLst/>
              <a:cxnLst/>
              <a:rect l="l" t="t" r="r" b="b"/>
              <a:pathLst>
                <a:path w="43526" h="10649" extrusionOk="0">
                  <a:moveTo>
                    <a:pt x="40110" y="1"/>
                  </a:moveTo>
                  <a:lnTo>
                    <a:pt x="35318" y="489"/>
                  </a:lnTo>
                  <a:cubicBezTo>
                    <a:pt x="23605" y="1731"/>
                    <a:pt x="12025" y="3772"/>
                    <a:pt x="578" y="6567"/>
                  </a:cubicBezTo>
                  <a:cubicBezTo>
                    <a:pt x="311" y="7676"/>
                    <a:pt x="134" y="8830"/>
                    <a:pt x="1" y="9983"/>
                  </a:cubicBezTo>
                  <a:cubicBezTo>
                    <a:pt x="4142" y="9616"/>
                    <a:pt x="8311" y="9478"/>
                    <a:pt x="12487" y="9478"/>
                  </a:cubicBezTo>
                  <a:cubicBezTo>
                    <a:pt x="21417" y="9478"/>
                    <a:pt x="30380" y="10109"/>
                    <a:pt x="39178" y="10471"/>
                  </a:cubicBezTo>
                  <a:cubicBezTo>
                    <a:pt x="40598" y="10560"/>
                    <a:pt x="42062" y="10604"/>
                    <a:pt x="43526" y="10649"/>
                  </a:cubicBezTo>
                  <a:cubicBezTo>
                    <a:pt x="43304" y="6878"/>
                    <a:pt x="42150" y="3195"/>
                    <a:pt x="4011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42"/>
            <p:cNvSpPr/>
            <p:nvPr/>
          </p:nvSpPr>
          <p:spPr>
            <a:xfrm>
              <a:off x="366556" y="2803359"/>
              <a:ext cx="3296833" cy="154513"/>
            </a:xfrm>
            <a:custGeom>
              <a:avLst/>
              <a:gdLst/>
              <a:ahLst/>
              <a:cxnLst/>
              <a:rect l="l" t="t" r="r" b="b"/>
              <a:pathLst>
                <a:path w="43570" h="2042" extrusionOk="0">
                  <a:moveTo>
                    <a:pt x="0" y="0"/>
                  </a:moveTo>
                  <a:lnTo>
                    <a:pt x="0" y="533"/>
                  </a:lnTo>
                  <a:cubicBezTo>
                    <a:pt x="11536" y="1287"/>
                    <a:pt x="23072" y="2041"/>
                    <a:pt x="34608" y="2041"/>
                  </a:cubicBezTo>
                  <a:cubicBezTo>
                    <a:pt x="37580" y="2041"/>
                    <a:pt x="40553" y="1997"/>
                    <a:pt x="43481" y="1953"/>
                  </a:cubicBezTo>
                  <a:cubicBezTo>
                    <a:pt x="43525" y="1420"/>
                    <a:pt x="43570" y="932"/>
                    <a:pt x="43570" y="400"/>
                  </a:cubicBezTo>
                  <a:lnTo>
                    <a:pt x="43570" y="400"/>
                  </a:lnTo>
                  <a:cubicBezTo>
                    <a:pt x="38749" y="710"/>
                    <a:pt x="33888" y="829"/>
                    <a:pt x="29020" y="829"/>
                  </a:cubicBezTo>
                  <a:cubicBezTo>
                    <a:pt x="19286" y="829"/>
                    <a:pt x="9525" y="355"/>
                    <a:pt x="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42"/>
            <p:cNvSpPr/>
            <p:nvPr/>
          </p:nvSpPr>
          <p:spPr>
            <a:xfrm>
              <a:off x="933910" y="1514212"/>
              <a:ext cx="2215847" cy="137715"/>
            </a:xfrm>
            <a:custGeom>
              <a:avLst/>
              <a:gdLst/>
              <a:ahLst/>
              <a:cxnLst/>
              <a:rect l="l" t="t" r="r" b="b"/>
              <a:pathLst>
                <a:path w="29284" h="1820" extrusionOk="0">
                  <a:moveTo>
                    <a:pt x="666" y="0"/>
                  </a:moveTo>
                  <a:cubicBezTo>
                    <a:pt x="444" y="178"/>
                    <a:pt x="223" y="355"/>
                    <a:pt x="1" y="577"/>
                  </a:cubicBezTo>
                  <a:cubicBezTo>
                    <a:pt x="5791" y="1351"/>
                    <a:pt x="11709" y="1820"/>
                    <a:pt x="17611" y="1820"/>
                  </a:cubicBezTo>
                  <a:cubicBezTo>
                    <a:pt x="21523" y="1820"/>
                    <a:pt x="25428" y="1614"/>
                    <a:pt x="29284" y="1154"/>
                  </a:cubicBezTo>
                  <a:cubicBezTo>
                    <a:pt x="28840" y="754"/>
                    <a:pt x="28441" y="399"/>
                    <a:pt x="27952" y="44"/>
                  </a:cubicBezTo>
                  <a:cubicBezTo>
                    <a:pt x="23101" y="351"/>
                    <a:pt x="18288" y="557"/>
                    <a:pt x="13472" y="557"/>
                  </a:cubicBezTo>
                  <a:cubicBezTo>
                    <a:pt x="9214" y="557"/>
                    <a:pt x="4955" y="396"/>
                    <a:pt x="666"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42"/>
            <p:cNvSpPr/>
            <p:nvPr/>
          </p:nvSpPr>
          <p:spPr>
            <a:xfrm>
              <a:off x="433673" y="3259937"/>
              <a:ext cx="3162599" cy="165939"/>
            </a:xfrm>
            <a:custGeom>
              <a:avLst/>
              <a:gdLst/>
              <a:ahLst/>
              <a:cxnLst/>
              <a:rect l="l" t="t" r="r" b="b"/>
              <a:pathLst>
                <a:path w="41796" h="2193" extrusionOk="0">
                  <a:moveTo>
                    <a:pt x="1" y="0"/>
                  </a:moveTo>
                  <a:cubicBezTo>
                    <a:pt x="1" y="178"/>
                    <a:pt x="45" y="311"/>
                    <a:pt x="90" y="444"/>
                  </a:cubicBezTo>
                  <a:cubicBezTo>
                    <a:pt x="10615" y="1610"/>
                    <a:pt x="21193" y="2193"/>
                    <a:pt x="31783" y="2193"/>
                  </a:cubicBezTo>
                  <a:cubicBezTo>
                    <a:pt x="34898" y="2193"/>
                    <a:pt x="38014" y="2142"/>
                    <a:pt x="41130" y="2041"/>
                  </a:cubicBezTo>
                  <a:cubicBezTo>
                    <a:pt x="41396" y="1420"/>
                    <a:pt x="41618" y="755"/>
                    <a:pt x="41795" y="89"/>
                  </a:cubicBezTo>
                  <a:lnTo>
                    <a:pt x="41795" y="89"/>
                  </a:lnTo>
                  <a:cubicBezTo>
                    <a:pt x="35035" y="434"/>
                    <a:pt x="28264" y="611"/>
                    <a:pt x="21497" y="611"/>
                  </a:cubicBezTo>
                  <a:cubicBezTo>
                    <a:pt x="14320" y="611"/>
                    <a:pt x="7149" y="412"/>
                    <a:pt x="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42"/>
            <p:cNvSpPr/>
            <p:nvPr/>
          </p:nvSpPr>
          <p:spPr>
            <a:xfrm>
              <a:off x="625036" y="3575092"/>
              <a:ext cx="2846990" cy="165031"/>
            </a:xfrm>
            <a:custGeom>
              <a:avLst/>
              <a:gdLst/>
              <a:ahLst/>
              <a:cxnLst/>
              <a:rect l="l" t="t" r="r" b="b"/>
              <a:pathLst>
                <a:path w="37625" h="2181" extrusionOk="0">
                  <a:moveTo>
                    <a:pt x="36150" y="0"/>
                  </a:moveTo>
                  <a:cubicBezTo>
                    <a:pt x="31090" y="0"/>
                    <a:pt x="26005" y="195"/>
                    <a:pt x="21031" y="317"/>
                  </a:cubicBezTo>
                  <a:cubicBezTo>
                    <a:pt x="13977" y="494"/>
                    <a:pt x="7011" y="849"/>
                    <a:pt x="1" y="1426"/>
                  </a:cubicBezTo>
                  <a:cubicBezTo>
                    <a:pt x="134" y="1692"/>
                    <a:pt x="311" y="1914"/>
                    <a:pt x="489" y="2180"/>
                  </a:cubicBezTo>
                  <a:cubicBezTo>
                    <a:pt x="7322" y="1825"/>
                    <a:pt x="14199" y="1603"/>
                    <a:pt x="21031" y="1470"/>
                  </a:cubicBezTo>
                  <a:cubicBezTo>
                    <a:pt x="21487" y="1466"/>
                    <a:pt x="21943" y="1464"/>
                    <a:pt x="22400" y="1464"/>
                  </a:cubicBezTo>
                  <a:cubicBezTo>
                    <a:pt x="27097" y="1464"/>
                    <a:pt x="31829" y="1659"/>
                    <a:pt x="36560" y="1781"/>
                  </a:cubicBezTo>
                  <a:cubicBezTo>
                    <a:pt x="36915" y="1204"/>
                    <a:pt x="37270" y="627"/>
                    <a:pt x="37625" y="6"/>
                  </a:cubicBezTo>
                  <a:cubicBezTo>
                    <a:pt x="37134" y="2"/>
                    <a:pt x="36642" y="0"/>
                    <a:pt x="3615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42"/>
            <p:cNvSpPr/>
            <p:nvPr/>
          </p:nvSpPr>
          <p:spPr>
            <a:xfrm>
              <a:off x="698887" y="3737474"/>
              <a:ext cx="2635499" cy="711804"/>
            </a:xfrm>
            <a:custGeom>
              <a:avLst/>
              <a:gdLst/>
              <a:ahLst/>
              <a:cxnLst/>
              <a:rect l="l" t="t" r="r" b="b"/>
              <a:pathLst>
                <a:path w="34830" h="9407" extrusionOk="0">
                  <a:moveTo>
                    <a:pt x="10106" y="1"/>
                  </a:moveTo>
                  <a:cubicBezTo>
                    <a:pt x="6712" y="1"/>
                    <a:pt x="3329" y="167"/>
                    <a:pt x="1" y="700"/>
                  </a:cubicBezTo>
                  <a:cubicBezTo>
                    <a:pt x="4357" y="6501"/>
                    <a:pt x="10896" y="9407"/>
                    <a:pt x="17436" y="9407"/>
                  </a:cubicBezTo>
                  <a:cubicBezTo>
                    <a:pt x="23951" y="9407"/>
                    <a:pt x="30468" y="6523"/>
                    <a:pt x="34830" y="744"/>
                  </a:cubicBezTo>
                  <a:cubicBezTo>
                    <a:pt x="29949" y="611"/>
                    <a:pt x="25113" y="522"/>
                    <a:pt x="20277" y="300"/>
                  </a:cubicBezTo>
                  <a:cubicBezTo>
                    <a:pt x="16905" y="167"/>
                    <a:pt x="13500" y="1"/>
                    <a:pt x="10106"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42"/>
            <p:cNvSpPr/>
            <p:nvPr/>
          </p:nvSpPr>
          <p:spPr>
            <a:xfrm>
              <a:off x="1967982" y="1148208"/>
              <a:ext cx="1671949" cy="3300238"/>
            </a:xfrm>
            <a:custGeom>
              <a:avLst/>
              <a:gdLst/>
              <a:ahLst/>
              <a:cxnLst/>
              <a:rect l="l" t="t" r="r" b="b"/>
              <a:pathLst>
                <a:path w="22096" h="43615" extrusionOk="0">
                  <a:moveTo>
                    <a:pt x="621" y="1"/>
                  </a:moveTo>
                  <a:lnTo>
                    <a:pt x="621" y="45"/>
                  </a:lnTo>
                  <a:lnTo>
                    <a:pt x="222" y="45"/>
                  </a:lnTo>
                  <a:cubicBezTo>
                    <a:pt x="3549" y="6035"/>
                    <a:pt x="4215" y="13888"/>
                    <a:pt x="4304" y="20499"/>
                  </a:cubicBezTo>
                  <a:cubicBezTo>
                    <a:pt x="4392" y="28396"/>
                    <a:pt x="2928" y="36250"/>
                    <a:pt x="0" y="43615"/>
                  </a:cubicBezTo>
                  <a:lnTo>
                    <a:pt x="621" y="43615"/>
                  </a:lnTo>
                  <a:cubicBezTo>
                    <a:pt x="12512" y="43393"/>
                    <a:pt x="22095" y="33721"/>
                    <a:pt x="22095" y="21786"/>
                  </a:cubicBezTo>
                  <a:cubicBezTo>
                    <a:pt x="22095" y="9895"/>
                    <a:pt x="12512" y="178"/>
                    <a:pt x="621"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42"/>
            <p:cNvSpPr/>
            <p:nvPr/>
          </p:nvSpPr>
          <p:spPr>
            <a:xfrm>
              <a:off x="1961248" y="1151613"/>
              <a:ext cx="1913707" cy="3296833"/>
            </a:xfrm>
            <a:custGeom>
              <a:avLst/>
              <a:gdLst/>
              <a:ahLst/>
              <a:cxnLst/>
              <a:rect l="l" t="t" r="r" b="b"/>
              <a:pathLst>
                <a:path w="25291" h="43570" extrusionOk="0">
                  <a:moveTo>
                    <a:pt x="1109" y="0"/>
                  </a:moveTo>
                  <a:lnTo>
                    <a:pt x="1109" y="0"/>
                  </a:lnTo>
                  <a:cubicBezTo>
                    <a:pt x="5768" y="2130"/>
                    <a:pt x="9894" y="4925"/>
                    <a:pt x="11580" y="10161"/>
                  </a:cubicBezTo>
                  <a:cubicBezTo>
                    <a:pt x="13133" y="15130"/>
                    <a:pt x="13399" y="20410"/>
                    <a:pt x="12290" y="25512"/>
                  </a:cubicBezTo>
                  <a:cubicBezTo>
                    <a:pt x="11181" y="30614"/>
                    <a:pt x="8741" y="35362"/>
                    <a:pt x="5236" y="39266"/>
                  </a:cubicBezTo>
                  <a:cubicBezTo>
                    <a:pt x="3727" y="40908"/>
                    <a:pt x="1819" y="42194"/>
                    <a:pt x="0" y="43570"/>
                  </a:cubicBezTo>
                  <a:lnTo>
                    <a:pt x="710" y="43570"/>
                  </a:lnTo>
                  <a:cubicBezTo>
                    <a:pt x="14908" y="43525"/>
                    <a:pt x="25290" y="30215"/>
                    <a:pt x="21874" y="16461"/>
                  </a:cubicBezTo>
                  <a:cubicBezTo>
                    <a:pt x="21164" y="14021"/>
                    <a:pt x="20143" y="11714"/>
                    <a:pt x="18768" y="9584"/>
                  </a:cubicBezTo>
                  <a:cubicBezTo>
                    <a:pt x="14819" y="3683"/>
                    <a:pt x="8208" y="89"/>
                    <a:pt x="1109"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42"/>
            <p:cNvSpPr/>
            <p:nvPr/>
          </p:nvSpPr>
          <p:spPr>
            <a:xfrm>
              <a:off x="319566" y="1100462"/>
              <a:ext cx="3491601" cy="3353281"/>
            </a:xfrm>
            <a:custGeom>
              <a:avLst/>
              <a:gdLst/>
              <a:ahLst/>
              <a:cxnLst/>
              <a:rect l="l" t="t" r="r" b="b"/>
              <a:pathLst>
                <a:path w="46144" h="44316" extrusionOk="0">
                  <a:moveTo>
                    <a:pt x="43925" y="22860"/>
                  </a:moveTo>
                  <a:cubicBezTo>
                    <a:pt x="43925" y="23659"/>
                    <a:pt x="43836" y="24413"/>
                    <a:pt x="43747" y="25212"/>
                  </a:cubicBezTo>
                  <a:cubicBezTo>
                    <a:pt x="43703" y="24413"/>
                    <a:pt x="43747" y="23615"/>
                    <a:pt x="43925" y="22860"/>
                  </a:cubicBezTo>
                  <a:close/>
                  <a:moveTo>
                    <a:pt x="32655" y="33553"/>
                  </a:moveTo>
                  <a:lnTo>
                    <a:pt x="32655" y="33553"/>
                  </a:lnTo>
                  <a:cubicBezTo>
                    <a:pt x="33764" y="33642"/>
                    <a:pt x="34829" y="34085"/>
                    <a:pt x="35672" y="34840"/>
                  </a:cubicBezTo>
                  <a:lnTo>
                    <a:pt x="35273" y="35283"/>
                  </a:lnTo>
                  <a:cubicBezTo>
                    <a:pt x="35273" y="35239"/>
                    <a:pt x="35229" y="35150"/>
                    <a:pt x="35184" y="35106"/>
                  </a:cubicBezTo>
                  <a:cubicBezTo>
                    <a:pt x="34474" y="34662"/>
                    <a:pt x="33676" y="34352"/>
                    <a:pt x="32833" y="34263"/>
                  </a:cubicBezTo>
                  <a:cubicBezTo>
                    <a:pt x="32744" y="34041"/>
                    <a:pt x="32700" y="33775"/>
                    <a:pt x="32655" y="33553"/>
                  </a:cubicBezTo>
                  <a:close/>
                  <a:moveTo>
                    <a:pt x="39310" y="35816"/>
                  </a:moveTo>
                  <a:lnTo>
                    <a:pt x="39310" y="35816"/>
                  </a:lnTo>
                  <a:cubicBezTo>
                    <a:pt x="39000" y="36215"/>
                    <a:pt x="38645" y="36614"/>
                    <a:pt x="38334" y="37014"/>
                  </a:cubicBezTo>
                  <a:cubicBezTo>
                    <a:pt x="37580" y="37812"/>
                    <a:pt x="36781" y="38522"/>
                    <a:pt x="35938" y="39188"/>
                  </a:cubicBezTo>
                  <a:cubicBezTo>
                    <a:pt x="36914" y="37945"/>
                    <a:pt x="38024" y="36792"/>
                    <a:pt x="39310" y="35816"/>
                  </a:cubicBezTo>
                  <a:close/>
                  <a:moveTo>
                    <a:pt x="39577" y="26720"/>
                  </a:moveTo>
                  <a:cubicBezTo>
                    <a:pt x="39621" y="26942"/>
                    <a:pt x="39710" y="27164"/>
                    <a:pt x="39754" y="27386"/>
                  </a:cubicBezTo>
                  <a:cubicBezTo>
                    <a:pt x="39577" y="27563"/>
                    <a:pt x="39488" y="27830"/>
                    <a:pt x="39488" y="28140"/>
                  </a:cubicBezTo>
                  <a:cubicBezTo>
                    <a:pt x="39488" y="28318"/>
                    <a:pt x="39632" y="28406"/>
                    <a:pt x="39776" y="28406"/>
                  </a:cubicBezTo>
                  <a:cubicBezTo>
                    <a:pt x="39920" y="28406"/>
                    <a:pt x="40065" y="28318"/>
                    <a:pt x="40065" y="28140"/>
                  </a:cubicBezTo>
                  <a:cubicBezTo>
                    <a:pt x="40331" y="28850"/>
                    <a:pt x="40641" y="29516"/>
                    <a:pt x="41041" y="30137"/>
                  </a:cubicBezTo>
                  <a:cubicBezTo>
                    <a:pt x="41085" y="30225"/>
                    <a:pt x="41174" y="30270"/>
                    <a:pt x="41218" y="30270"/>
                  </a:cubicBezTo>
                  <a:lnTo>
                    <a:pt x="40242" y="30891"/>
                  </a:lnTo>
                  <a:cubicBezTo>
                    <a:pt x="39978" y="31042"/>
                    <a:pt x="40163" y="31417"/>
                    <a:pt x="40388" y="31417"/>
                  </a:cubicBezTo>
                  <a:cubicBezTo>
                    <a:pt x="40428" y="31417"/>
                    <a:pt x="40468" y="31406"/>
                    <a:pt x="40508" y="31379"/>
                  </a:cubicBezTo>
                  <a:lnTo>
                    <a:pt x="42549" y="30092"/>
                  </a:lnTo>
                  <a:lnTo>
                    <a:pt x="42549" y="30092"/>
                  </a:lnTo>
                  <a:cubicBezTo>
                    <a:pt x="42416" y="30492"/>
                    <a:pt x="42239" y="30891"/>
                    <a:pt x="42106" y="31246"/>
                  </a:cubicBezTo>
                  <a:cubicBezTo>
                    <a:pt x="42061" y="31224"/>
                    <a:pt x="42017" y="31213"/>
                    <a:pt x="41972" y="31213"/>
                  </a:cubicBezTo>
                  <a:cubicBezTo>
                    <a:pt x="41928" y="31213"/>
                    <a:pt x="41884" y="31224"/>
                    <a:pt x="41839" y="31246"/>
                  </a:cubicBezTo>
                  <a:cubicBezTo>
                    <a:pt x="40508" y="32045"/>
                    <a:pt x="39310" y="33021"/>
                    <a:pt x="38201" y="34130"/>
                  </a:cubicBezTo>
                  <a:cubicBezTo>
                    <a:pt x="37990" y="34306"/>
                    <a:pt x="38198" y="34594"/>
                    <a:pt x="38404" y="34594"/>
                  </a:cubicBezTo>
                  <a:cubicBezTo>
                    <a:pt x="38457" y="34594"/>
                    <a:pt x="38510" y="34575"/>
                    <a:pt x="38556" y="34529"/>
                  </a:cubicBezTo>
                  <a:cubicBezTo>
                    <a:pt x="39532" y="33553"/>
                    <a:pt x="40597" y="32710"/>
                    <a:pt x="41751" y="31956"/>
                  </a:cubicBezTo>
                  <a:lnTo>
                    <a:pt x="41751" y="31956"/>
                  </a:lnTo>
                  <a:cubicBezTo>
                    <a:pt x="41351" y="32843"/>
                    <a:pt x="40863" y="33686"/>
                    <a:pt x="40331" y="34485"/>
                  </a:cubicBezTo>
                  <a:cubicBezTo>
                    <a:pt x="40286" y="34485"/>
                    <a:pt x="40286" y="34485"/>
                    <a:pt x="40242" y="34529"/>
                  </a:cubicBezTo>
                  <a:cubicBezTo>
                    <a:pt x="38201" y="35816"/>
                    <a:pt x="36426" y="37502"/>
                    <a:pt x="35051" y="39498"/>
                  </a:cubicBezTo>
                  <a:cubicBezTo>
                    <a:pt x="35007" y="39543"/>
                    <a:pt x="35007" y="39587"/>
                    <a:pt x="35007" y="39587"/>
                  </a:cubicBezTo>
                  <a:lnTo>
                    <a:pt x="34918" y="39454"/>
                  </a:lnTo>
                  <a:cubicBezTo>
                    <a:pt x="34874" y="39410"/>
                    <a:pt x="34829" y="39365"/>
                    <a:pt x="34740" y="39321"/>
                  </a:cubicBezTo>
                  <a:lnTo>
                    <a:pt x="34607" y="39099"/>
                  </a:lnTo>
                  <a:cubicBezTo>
                    <a:pt x="34652" y="39099"/>
                    <a:pt x="34696" y="39055"/>
                    <a:pt x="34740" y="39010"/>
                  </a:cubicBezTo>
                  <a:cubicBezTo>
                    <a:pt x="35317" y="37945"/>
                    <a:pt x="36071" y="36969"/>
                    <a:pt x="36959" y="36126"/>
                  </a:cubicBezTo>
                  <a:cubicBezTo>
                    <a:pt x="37163" y="35922"/>
                    <a:pt x="36975" y="35639"/>
                    <a:pt x="36757" y="35639"/>
                  </a:cubicBezTo>
                  <a:cubicBezTo>
                    <a:pt x="36690" y="35639"/>
                    <a:pt x="36621" y="35665"/>
                    <a:pt x="36560" y="35727"/>
                  </a:cubicBezTo>
                  <a:cubicBezTo>
                    <a:pt x="35628" y="36570"/>
                    <a:pt x="34874" y="37546"/>
                    <a:pt x="34297" y="38655"/>
                  </a:cubicBezTo>
                  <a:cubicBezTo>
                    <a:pt x="34119" y="38434"/>
                    <a:pt x="33986" y="38256"/>
                    <a:pt x="33853" y="38123"/>
                  </a:cubicBezTo>
                  <a:cubicBezTo>
                    <a:pt x="33897" y="38079"/>
                    <a:pt x="33942" y="38034"/>
                    <a:pt x="33986" y="37990"/>
                  </a:cubicBezTo>
                  <a:cubicBezTo>
                    <a:pt x="35184" y="36126"/>
                    <a:pt x="36693" y="34440"/>
                    <a:pt x="38423" y="33021"/>
                  </a:cubicBezTo>
                  <a:cubicBezTo>
                    <a:pt x="38512" y="32932"/>
                    <a:pt x="38512" y="32754"/>
                    <a:pt x="38423" y="32621"/>
                  </a:cubicBezTo>
                  <a:cubicBezTo>
                    <a:pt x="38512" y="32577"/>
                    <a:pt x="38556" y="32399"/>
                    <a:pt x="38467" y="32266"/>
                  </a:cubicBezTo>
                  <a:cubicBezTo>
                    <a:pt x="37314" y="30669"/>
                    <a:pt x="38423" y="28051"/>
                    <a:pt x="39577" y="26720"/>
                  </a:cubicBezTo>
                  <a:close/>
                  <a:moveTo>
                    <a:pt x="35051" y="39809"/>
                  </a:moveTo>
                  <a:cubicBezTo>
                    <a:pt x="35051" y="39809"/>
                    <a:pt x="35051" y="39853"/>
                    <a:pt x="35095" y="39853"/>
                  </a:cubicBezTo>
                  <a:lnTo>
                    <a:pt x="35051" y="39853"/>
                  </a:lnTo>
                  <a:cubicBezTo>
                    <a:pt x="35051" y="39853"/>
                    <a:pt x="35051" y="39809"/>
                    <a:pt x="35051" y="39809"/>
                  </a:cubicBezTo>
                  <a:close/>
                  <a:moveTo>
                    <a:pt x="32211" y="40785"/>
                  </a:moveTo>
                  <a:cubicBezTo>
                    <a:pt x="32300" y="40962"/>
                    <a:pt x="32433" y="41096"/>
                    <a:pt x="32566" y="41273"/>
                  </a:cubicBezTo>
                  <a:cubicBezTo>
                    <a:pt x="32566" y="41317"/>
                    <a:pt x="32611" y="41317"/>
                    <a:pt x="32611" y="41362"/>
                  </a:cubicBezTo>
                  <a:cubicBezTo>
                    <a:pt x="32211" y="41539"/>
                    <a:pt x="31857" y="41761"/>
                    <a:pt x="31457" y="41894"/>
                  </a:cubicBezTo>
                  <a:cubicBezTo>
                    <a:pt x="31590" y="41539"/>
                    <a:pt x="31812" y="41184"/>
                    <a:pt x="32123" y="40918"/>
                  </a:cubicBezTo>
                  <a:cubicBezTo>
                    <a:pt x="32167" y="40874"/>
                    <a:pt x="32211" y="40829"/>
                    <a:pt x="32211" y="40785"/>
                  </a:cubicBezTo>
                  <a:close/>
                  <a:moveTo>
                    <a:pt x="31413" y="39765"/>
                  </a:moveTo>
                  <a:cubicBezTo>
                    <a:pt x="31635" y="39986"/>
                    <a:pt x="31812" y="40253"/>
                    <a:pt x="31990" y="40474"/>
                  </a:cubicBezTo>
                  <a:cubicBezTo>
                    <a:pt x="31964" y="40461"/>
                    <a:pt x="31934" y="40456"/>
                    <a:pt x="31904" y="40456"/>
                  </a:cubicBezTo>
                  <a:cubicBezTo>
                    <a:pt x="31831" y="40456"/>
                    <a:pt x="31755" y="40487"/>
                    <a:pt x="31723" y="40519"/>
                  </a:cubicBezTo>
                  <a:cubicBezTo>
                    <a:pt x="31324" y="40874"/>
                    <a:pt x="31014" y="41317"/>
                    <a:pt x="30880" y="41850"/>
                  </a:cubicBezTo>
                  <a:cubicBezTo>
                    <a:pt x="30836" y="41939"/>
                    <a:pt x="30880" y="42072"/>
                    <a:pt x="30969" y="42116"/>
                  </a:cubicBezTo>
                  <a:cubicBezTo>
                    <a:pt x="30659" y="42249"/>
                    <a:pt x="30348" y="42382"/>
                    <a:pt x="30037" y="42471"/>
                  </a:cubicBezTo>
                  <a:cubicBezTo>
                    <a:pt x="30304" y="41495"/>
                    <a:pt x="30792" y="40563"/>
                    <a:pt x="31413" y="39765"/>
                  </a:cubicBezTo>
                  <a:close/>
                  <a:moveTo>
                    <a:pt x="29505" y="37945"/>
                  </a:moveTo>
                  <a:cubicBezTo>
                    <a:pt x="30037" y="38389"/>
                    <a:pt x="30570" y="38833"/>
                    <a:pt x="31058" y="39365"/>
                  </a:cubicBezTo>
                  <a:cubicBezTo>
                    <a:pt x="30304" y="40253"/>
                    <a:pt x="29771" y="41317"/>
                    <a:pt x="29461" y="42471"/>
                  </a:cubicBezTo>
                  <a:cubicBezTo>
                    <a:pt x="29461" y="42560"/>
                    <a:pt x="29461" y="42604"/>
                    <a:pt x="29461" y="42693"/>
                  </a:cubicBezTo>
                  <a:cubicBezTo>
                    <a:pt x="29283" y="42737"/>
                    <a:pt x="29106" y="42826"/>
                    <a:pt x="28928" y="42870"/>
                  </a:cubicBezTo>
                  <a:cubicBezTo>
                    <a:pt x="29017" y="42027"/>
                    <a:pt x="29239" y="41273"/>
                    <a:pt x="29594" y="40519"/>
                  </a:cubicBezTo>
                  <a:cubicBezTo>
                    <a:pt x="29716" y="40274"/>
                    <a:pt x="29522" y="40071"/>
                    <a:pt x="29331" y="40071"/>
                  </a:cubicBezTo>
                  <a:cubicBezTo>
                    <a:pt x="29246" y="40071"/>
                    <a:pt x="29161" y="40112"/>
                    <a:pt x="29106" y="40208"/>
                  </a:cubicBezTo>
                  <a:cubicBezTo>
                    <a:pt x="28751" y="41007"/>
                    <a:pt x="28529" y="41805"/>
                    <a:pt x="28396" y="42693"/>
                  </a:cubicBezTo>
                  <a:cubicBezTo>
                    <a:pt x="28218" y="42560"/>
                    <a:pt x="28041" y="42471"/>
                    <a:pt x="27863" y="42382"/>
                  </a:cubicBezTo>
                  <a:cubicBezTo>
                    <a:pt x="27908" y="40918"/>
                    <a:pt x="28351" y="39498"/>
                    <a:pt x="29239" y="38300"/>
                  </a:cubicBezTo>
                  <a:cubicBezTo>
                    <a:pt x="29328" y="38256"/>
                    <a:pt x="29372" y="38212"/>
                    <a:pt x="29416" y="38123"/>
                  </a:cubicBezTo>
                  <a:lnTo>
                    <a:pt x="29505" y="37945"/>
                  </a:lnTo>
                  <a:close/>
                  <a:moveTo>
                    <a:pt x="26086" y="43413"/>
                  </a:moveTo>
                  <a:cubicBezTo>
                    <a:pt x="26234" y="43413"/>
                    <a:pt x="26383" y="43424"/>
                    <a:pt x="26532" y="43447"/>
                  </a:cubicBezTo>
                  <a:cubicBezTo>
                    <a:pt x="25956" y="43536"/>
                    <a:pt x="25423" y="43580"/>
                    <a:pt x="24846" y="43669"/>
                  </a:cubicBezTo>
                  <a:cubicBezTo>
                    <a:pt x="25241" y="43504"/>
                    <a:pt x="25661" y="43413"/>
                    <a:pt x="26086" y="43413"/>
                  </a:cubicBezTo>
                  <a:close/>
                  <a:moveTo>
                    <a:pt x="21641" y="583"/>
                  </a:moveTo>
                  <a:cubicBezTo>
                    <a:pt x="27812" y="583"/>
                    <a:pt x="33697" y="3098"/>
                    <a:pt x="37979" y="7553"/>
                  </a:cubicBezTo>
                  <a:cubicBezTo>
                    <a:pt x="37979" y="7598"/>
                    <a:pt x="37935" y="7598"/>
                    <a:pt x="37935" y="7642"/>
                  </a:cubicBezTo>
                  <a:cubicBezTo>
                    <a:pt x="37802" y="8041"/>
                    <a:pt x="37713" y="8485"/>
                    <a:pt x="37757" y="8929"/>
                  </a:cubicBezTo>
                  <a:cubicBezTo>
                    <a:pt x="37757" y="9106"/>
                    <a:pt x="37891" y="9195"/>
                    <a:pt x="38024" y="9195"/>
                  </a:cubicBezTo>
                  <a:cubicBezTo>
                    <a:pt x="38157" y="9195"/>
                    <a:pt x="38290" y="9106"/>
                    <a:pt x="38290" y="8929"/>
                  </a:cubicBezTo>
                  <a:cubicBezTo>
                    <a:pt x="38290" y="8618"/>
                    <a:pt x="38334" y="8308"/>
                    <a:pt x="38423" y="7997"/>
                  </a:cubicBezTo>
                  <a:cubicBezTo>
                    <a:pt x="38734" y="8396"/>
                    <a:pt x="39044" y="8751"/>
                    <a:pt x="39355" y="9106"/>
                  </a:cubicBezTo>
                  <a:cubicBezTo>
                    <a:pt x="39222" y="9106"/>
                    <a:pt x="39089" y="9151"/>
                    <a:pt x="39044" y="9284"/>
                  </a:cubicBezTo>
                  <a:cubicBezTo>
                    <a:pt x="38911" y="9594"/>
                    <a:pt x="38911" y="9949"/>
                    <a:pt x="39089" y="10260"/>
                  </a:cubicBezTo>
                  <a:cubicBezTo>
                    <a:pt x="39130" y="10358"/>
                    <a:pt x="39208" y="10398"/>
                    <a:pt x="39289" y="10398"/>
                  </a:cubicBezTo>
                  <a:cubicBezTo>
                    <a:pt x="39467" y="10398"/>
                    <a:pt x="39668" y="10206"/>
                    <a:pt x="39577" y="9994"/>
                  </a:cubicBezTo>
                  <a:cubicBezTo>
                    <a:pt x="39488" y="9816"/>
                    <a:pt x="39488" y="9639"/>
                    <a:pt x="39577" y="9461"/>
                  </a:cubicBezTo>
                  <a:cubicBezTo>
                    <a:pt x="39577" y="9417"/>
                    <a:pt x="39577" y="9417"/>
                    <a:pt x="39577" y="9417"/>
                  </a:cubicBezTo>
                  <a:cubicBezTo>
                    <a:pt x="39798" y="9727"/>
                    <a:pt x="40065" y="10038"/>
                    <a:pt x="40286" y="10349"/>
                  </a:cubicBezTo>
                  <a:cubicBezTo>
                    <a:pt x="40198" y="10393"/>
                    <a:pt x="40153" y="10482"/>
                    <a:pt x="40153" y="10570"/>
                  </a:cubicBezTo>
                  <a:lnTo>
                    <a:pt x="40153" y="11147"/>
                  </a:lnTo>
                  <a:cubicBezTo>
                    <a:pt x="40153" y="11325"/>
                    <a:pt x="40286" y="11413"/>
                    <a:pt x="40420" y="11413"/>
                  </a:cubicBezTo>
                  <a:cubicBezTo>
                    <a:pt x="40553" y="11413"/>
                    <a:pt x="40686" y="11325"/>
                    <a:pt x="40686" y="11147"/>
                  </a:cubicBezTo>
                  <a:lnTo>
                    <a:pt x="40686" y="11058"/>
                  </a:lnTo>
                  <a:cubicBezTo>
                    <a:pt x="41129" y="11680"/>
                    <a:pt x="41484" y="12345"/>
                    <a:pt x="41795" y="13011"/>
                  </a:cubicBezTo>
                  <a:cubicBezTo>
                    <a:pt x="42106" y="13587"/>
                    <a:pt x="42372" y="14209"/>
                    <a:pt x="42594" y="14830"/>
                  </a:cubicBezTo>
                  <a:cubicBezTo>
                    <a:pt x="42327" y="15140"/>
                    <a:pt x="42061" y="15451"/>
                    <a:pt x="41839" y="15761"/>
                  </a:cubicBezTo>
                  <a:cubicBezTo>
                    <a:pt x="41307" y="15052"/>
                    <a:pt x="40952" y="14209"/>
                    <a:pt x="40819" y="13277"/>
                  </a:cubicBezTo>
                  <a:cubicBezTo>
                    <a:pt x="40784" y="13138"/>
                    <a:pt x="40682" y="13081"/>
                    <a:pt x="40573" y="13081"/>
                  </a:cubicBezTo>
                  <a:cubicBezTo>
                    <a:pt x="40402" y="13081"/>
                    <a:pt x="40215" y="13221"/>
                    <a:pt x="40242" y="13410"/>
                  </a:cubicBezTo>
                  <a:cubicBezTo>
                    <a:pt x="40375" y="14342"/>
                    <a:pt x="40730" y="15229"/>
                    <a:pt x="41263" y="15983"/>
                  </a:cubicBezTo>
                  <a:cubicBezTo>
                    <a:pt x="41129" y="16028"/>
                    <a:pt x="40996" y="16116"/>
                    <a:pt x="40863" y="16205"/>
                  </a:cubicBezTo>
                  <a:cubicBezTo>
                    <a:pt x="40153" y="15362"/>
                    <a:pt x="39710" y="14297"/>
                    <a:pt x="39577" y="13188"/>
                  </a:cubicBezTo>
                  <a:cubicBezTo>
                    <a:pt x="39577" y="13011"/>
                    <a:pt x="39432" y="12922"/>
                    <a:pt x="39294" y="12922"/>
                  </a:cubicBezTo>
                  <a:cubicBezTo>
                    <a:pt x="39155" y="12922"/>
                    <a:pt x="39022" y="13011"/>
                    <a:pt x="39044" y="13188"/>
                  </a:cubicBezTo>
                  <a:cubicBezTo>
                    <a:pt x="39177" y="14430"/>
                    <a:pt x="39665" y="15628"/>
                    <a:pt x="40464" y="16604"/>
                  </a:cubicBezTo>
                  <a:cubicBezTo>
                    <a:pt x="40508" y="16649"/>
                    <a:pt x="40553" y="16649"/>
                    <a:pt x="40597" y="16649"/>
                  </a:cubicBezTo>
                  <a:cubicBezTo>
                    <a:pt x="40597" y="16800"/>
                    <a:pt x="40720" y="16889"/>
                    <a:pt x="40854" y="16889"/>
                  </a:cubicBezTo>
                  <a:cubicBezTo>
                    <a:pt x="40918" y="16889"/>
                    <a:pt x="40984" y="16869"/>
                    <a:pt x="41041" y="16826"/>
                  </a:cubicBezTo>
                  <a:cubicBezTo>
                    <a:pt x="41129" y="16738"/>
                    <a:pt x="41218" y="16649"/>
                    <a:pt x="41351" y="16604"/>
                  </a:cubicBezTo>
                  <a:lnTo>
                    <a:pt x="41351" y="16604"/>
                  </a:lnTo>
                  <a:cubicBezTo>
                    <a:pt x="40775" y="17536"/>
                    <a:pt x="40375" y="18512"/>
                    <a:pt x="40065" y="19577"/>
                  </a:cubicBezTo>
                  <a:lnTo>
                    <a:pt x="40020" y="19577"/>
                  </a:lnTo>
                  <a:cubicBezTo>
                    <a:pt x="39577" y="19710"/>
                    <a:pt x="39222" y="19976"/>
                    <a:pt x="38911" y="20287"/>
                  </a:cubicBezTo>
                  <a:cubicBezTo>
                    <a:pt x="38707" y="20491"/>
                    <a:pt x="38894" y="20774"/>
                    <a:pt x="39113" y="20774"/>
                  </a:cubicBezTo>
                  <a:cubicBezTo>
                    <a:pt x="39179" y="20774"/>
                    <a:pt x="39248" y="20748"/>
                    <a:pt x="39310" y="20686"/>
                  </a:cubicBezTo>
                  <a:cubicBezTo>
                    <a:pt x="39488" y="20509"/>
                    <a:pt x="39710" y="20331"/>
                    <a:pt x="39932" y="20243"/>
                  </a:cubicBezTo>
                  <a:cubicBezTo>
                    <a:pt x="39956" y="20391"/>
                    <a:pt x="40105" y="20484"/>
                    <a:pt x="40247" y="20484"/>
                  </a:cubicBezTo>
                  <a:cubicBezTo>
                    <a:pt x="40360" y="20484"/>
                    <a:pt x="40469" y="20425"/>
                    <a:pt x="40508" y="20287"/>
                  </a:cubicBezTo>
                  <a:cubicBezTo>
                    <a:pt x="40908" y="18512"/>
                    <a:pt x="41706" y="16871"/>
                    <a:pt x="42815" y="15451"/>
                  </a:cubicBezTo>
                  <a:cubicBezTo>
                    <a:pt x="42993" y="15895"/>
                    <a:pt x="43126" y="16338"/>
                    <a:pt x="43259" y="16782"/>
                  </a:cubicBezTo>
                  <a:cubicBezTo>
                    <a:pt x="43170" y="16782"/>
                    <a:pt x="43126" y="16826"/>
                    <a:pt x="43082" y="16871"/>
                  </a:cubicBezTo>
                  <a:cubicBezTo>
                    <a:pt x="41706" y="18778"/>
                    <a:pt x="40952" y="21041"/>
                    <a:pt x="40863" y="23348"/>
                  </a:cubicBezTo>
                  <a:cubicBezTo>
                    <a:pt x="40863" y="23526"/>
                    <a:pt x="41007" y="23615"/>
                    <a:pt x="41152" y="23615"/>
                  </a:cubicBezTo>
                  <a:cubicBezTo>
                    <a:pt x="41296" y="23615"/>
                    <a:pt x="41440" y="23526"/>
                    <a:pt x="41440" y="23348"/>
                  </a:cubicBezTo>
                  <a:cubicBezTo>
                    <a:pt x="41484" y="21219"/>
                    <a:pt x="42194" y="19133"/>
                    <a:pt x="43437" y="17403"/>
                  </a:cubicBezTo>
                  <a:cubicBezTo>
                    <a:pt x="43525" y="17758"/>
                    <a:pt x="43570" y="18157"/>
                    <a:pt x="43658" y="18512"/>
                  </a:cubicBezTo>
                  <a:cubicBezTo>
                    <a:pt x="43614" y="18512"/>
                    <a:pt x="43614" y="18557"/>
                    <a:pt x="43614" y="18557"/>
                  </a:cubicBezTo>
                  <a:cubicBezTo>
                    <a:pt x="43259" y="19000"/>
                    <a:pt x="43037" y="19488"/>
                    <a:pt x="42904" y="20021"/>
                  </a:cubicBezTo>
                  <a:cubicBezTo>
                    <a:pt x="42852" y="20230"/>
                    <a:pt x="43016" y="20363"/>
                    <a:pt x="43187" y="20363"/>
                  </a:cubicBezTo>
                  <a:cubicBezTo>
                    <a:pt x="43305" y="20363"/>
                    <a:pt x="43426" y="20299"/>
                    <a:pt x="43481" y="20154"/>
                  </a:cubicBezTo>
                  <a:cubicBezTo>
                    <a:pt x="43525" y="19843"/>
                    <a:pt x="43658" y="19577"/>
                    <a:pt x="43836" y="19267"/>
                  </a:cubicBezTo>
                  <a:cubicBezTo>
                    <a:pt x="43925" y="20021"/>
                    <a:pt x="43969" y="20775"/>
                    <a:pt x="44013" y="21485"/>
                  </a:cubicBezTo>
                  <a:cubicBezTo>
                    <a:pt x="43880" y="21485"/>
                    <a:pt x="43792" y="21574"/>
                    <a:pt x="43747" y="21707"/>
                  </a:cubicBezTo>
                  <a:cubicBezTo>
                    <a:pt x="43259" y="23260"/>
                    <a:pt x="43170" y="24946"/>
                    <a:pt x="43525" y="26543"/>
                  </a:cubicBezTo>
                  <a:cubicBezTo>
                    <a:pt x="43525" y="26632"/>
                    <a:pt x="43570" y="26720"/>
                    <a:pt x="43614" y="26720"/>
                  </a:cubicBezTo>
                  <a:cubicBezTo>
                    <a:pt x="43525" y="27253"/>
                    <a:pt x="43437" y="27741"/>
                    <a:pt x="43303" y="28229"/>
                  </a:cubicBezTo>
                  <a:cubicBezTo>
                    <a:pt x="42682" y="26365"/>
                    <a:pt x="42505" y="24369"/>
                    <a:pt x="42815" y="22417"/>
                  </a:cubicBezTo>
                  <a:cubicBezTo>
                    <a:pt x="42843" y="22197"/>
                    <a:pt x="42650" y="22046"/>
                    <a:pt x="42478" y="22046"/>
                  </a:cubicBezTo>
                  <a:cubicBezTo>
                    <a:pt x="42371" y="22046"/>
                    <a:pt x="42273" y="22104"/>
                    <a:pt x="42239" y="22239"/>
                  </a:cubicBezTo>
                  <a:cubicBezTo>
                    <a:pt x="41884" y="24546"/>
                    <a:pt x="42150" y="26898"/>
                    <a:pt x="42949" y="29072"/>
                  </a:cubicBezTo>
                  <a:cubicBezTo>
                    <a:pt x="42949" y="29116"/>
                    <a:pt x="42993" y="29116"/>
                    <a:pt x="42993" y="29116"/>
                  </a:cubicBezTo>
                  <a:lnTo>
                    <a:pt x="42949" y="29338"/>
                  </a:lnTo>
                  <a:lnTo>
                    <a:pt x="42860" y="29338"/>
                  </a:lnTo>
                  <a:lnTo>
                    <a:pt x="42594" y="29516"/>
                  </a:lnTo>
                  <a:cubicBezTo>
                    <a:pt x="42017" y="28318"/>
                    <a:pt x="41662" y="26987"/>
                    <a:pt x="41484" y="25656"/>
                  </a:cubicBezTo>
                  <a:cubicBezTo>
                    <a:pt x="41462" y="25478"/>
                    <a:pt x="41318" y="25389"/>
                    <a:pt x="41185" y="25389"/>
                  </a:cubicBezTo>
                  <a:cubicBezTo>
                    <a:pt x="41052" y="25389"/>
                    <a:pt x="40930" y="25478"/>
                    <a:pt x="40952" y="25656"/>
                  </a:cubicBezTo>
                  <a:cubicBezTo>
                    <a:pt x="41085" y="27075"/>
                    <a:pt x="41440" y="28495"/>
                    <a:pt x="42061" y="29782"/>
                  </a:cubicBezTo>
                  <a:lnTo>
                    <a:pt x="41573" y="30048"/>
                  </a:lnTo>
                  <a:cubicBezTo>
                    <a:pt x="41617" y="30004"/>
                    <a:pt x="41573" y="29915"/>
                    <a:pt x="41529" y="29870"/>
                  </a:cubicBezTo>
                  <a:cubicBezTo>
                    <a:pt x="40420" y="28096"/>
                    <a:pt x="39843" y="26010"/>
                    <a:pt x="39843" y="23881"/>
                  </a:cubicBezTo>
                  <a:cubicBezTo>
                    <a:pt x="39843" y="23703"/>
                    <a:pt x="39699" y="23615"/>
                    <a:pt x="39554" y="23615"/>
                  </a:cubicBezTo>
                  <a:cubicBezTo>
                    <a:pt x="39410" y="23615"/>
                    <a:pt x="39266" y="23703"/>
                    <a:pt x="39266" y="23881"/>
                  </a:cubicBezTo>
                  <a:cubicBezTo>
                    <a:pt x="39266" y="24147"/>
                    <a:pt x="39266" y="24413"/>
                    <a:pt x="39310" y="24635"/>
                  </a:cubicBezTo>
                  <a:cubicBezTo>
                    <a:pt x="38778" y="24990"/>
                    <a:pt x="38290" y="25389"/>
                    <a:pt x="37891" y="25833"/>
                  </a:cubicBezTo>
                  <a:cubicBezTo>
                    <a:pt x="37891" y="25789"/>
                    <a:pt x="37846" y="25744"/>
                    <a:pt x="37846" y="25656"/>
                  </a:cubicBezTo>
                  <a:cubicBezTo>
                    <a:pt x="37846" y="25611"/>
                    <a:pt x="37846" y="25567"/>
                    <a:pt x="37846" y="25567"/>
                  </a:cubicBezTo>
                  <a:cubicBezTo>
                    <a:pt x="37891" y="24236"/>
                    <a:pt x="38556" y="23038"/>
                    <a:pt x="39621" y="22239"/>
                  </a:cubicBezTo>
                  <a:cubicBezTo>
                    <a:pt x="39832" y="22063"/>
                    <a:pt x="39624" y="21775"/>
                    <a:pt x="39396" y="21775"/>
                  </a:cubicBezTo>
                  <a:cubicBezTo>
                    <a:pt x="39337" y="21775"/>
                    <a:pt x="39276" y="21794"/>
                    <a:pt x="39222" y="21840"/>
                  </a:cubicBezTo>
                  <a:cubicBezTo>
                    <a:pt x="38201" y="22639"/>
                    <a:pt x="37536" y="23748"/>
                    <a:pt x="37358" y="25034"/>
                  </a:cubicBezTo>
                  <a:cubicBezTo>
                    <a:pt x="37318" y="25014"/>
                    <a:pt x="37277" y="25005"/>
                    <a:pt x="37237" y="25005"/>
                  </a:cubicBezTo>
                  <a:cubicBezTo>
                    <a:pt x="37010" y="25005"/>
                    <a:pt x="36815" y="25290"/>
                    <a:pt x="37003" y="25478"/>
                  </a:cubicBezTo>
                  <a:cubicBezTo>
                    <a:pt x="37225" y="25656"/>
                    <a:pt x="37358" y="25922"/>
                    <a:pt x="37403" y="26188"/>
                  </a:cubicBezTo>
                  <a:cubicBezTo>
                    <a:pt x="37403" y="26277"/>
                    <a:pt x="37403" y="26321"/>
                    <a:pt x="37491" y="26365"/>
                  </a:cubicBezTo>
                  <a:cubicBezTo>
                    <a:pt x="37401" y="26547"/>
                    <a:pt x="37557" y="26707"/>
                    <a:pt x="37736" y="26707"/>
                  </a:cubicBezTo>
                  <a:cubicBezTo>
                    <a:pt x="37820" y="26707"/>
                    <a:pt x="37909" y="26672"/>
                    <a:pt x="37979" y="26587"/>
                  </a:cubicBezTo>
                  <a:cubicBezTo>
                    <a:pt x="38334" y="26055"/>
                    <a:pt x="38822" y="25611"/>
                    <a:pt x="39355" y="25256"/>
                  </a:cubicBezTo>
                  <a:cubicBezTo>
                    <a:pt x="39399" y="25567"/>
                    <a:pt x="39443" y="25922"/>
                    <a:pt x="39488" y="26232"/>
                  </a:cubicBezTo>
                  <a:cubicBezTo>
                    <a:pt x="39464" y="26220"/>
                    <a:pt x="39440" y="26215"/>
                    <a:pt x="39417" y="26215"/>
                  </a:cubicBezTo>
                  <a:cubicBezTo>
                    <a:pt x="39355" y="26215"/>
                    <a:pt x="39298" y="26256"/>
                    <a:pt x="39266" y="26321"/>
                  </a:cubicBezTo>
                  <a:cubicBezTo>
                    <a:pt x="37979" y="27785"/>
                    <a:pt x="36737" y="30758"/>
                    <a:pt x="38068" y="32533"/>
                  </a:cubicBezTo>
                  <a:lnTo>
                    <a:pt x="38112" y="32577"/>
                  </a:lnTo>
                  <a:cubicBezTo>
                    <a:pt x="37891" y="32754"/>
                    <a:pt x="37713" y="32932"/>
                    <a:pt x="37491" y="33109"/>
                  </a:cubicBezTo>
                  <a:cubicBezTo>
                    <a:pt x="36870" y="32133"/>
                    <a:pt x="36604" y="30980"/>
                    <a:pt x="36737" y="29782"/>
                  </a:cubicBezTo>
                  <a:cubicBezTo>
                    <a:pt x="36737" y="29604"/>
                    <a:pt x="36604" y="29516"/>
                    <a:pt x="36465" y="29516"/>
                  </a:cubicBezTo>
                  <a:cubicBezTo>
                    <a:pt x="36327" y="29516"/>
                    <a:pt x="36182" y="29604"/>
                    <a:pt x="36160" y="29782"/>
                  </a:cubicBezTo>
                  <a:cubicBezTo>
                    <a:pt x="36160" y="29870"/>
                    <a:pt x="36160" y="29915"/>
                    <a:pt x="36160" y="30004"/>
                  </a:cubicBezTo>
                  <a:cubicBezTo>
                    <a:pt x="36116" y="29959"/>
                    <a:pt x="36071" y="29915"/>
                    <a:pt x="36027" y="29870"/>
                  </a:cubicBezTo>
                  <a:cubicBezTo>
                    <a:pt x="35140" y="29516"/>
                    <a:pt x="34208" y="29338"/>
                    <a:pt x="33276" y="29338"/>
                  </a:cubicBezTo>
                  <a:cubicBezTo>
                    <a:pt x="32877" y="29338"/>
                    <a:pt x="32877" y="29870"/>
                    <a:pt x="33276" y="29870"/>
                  </a:cubicBezTo>
                  <a:cubicBezTo>
                    <a:pt x="34164" y="29870"/>
                    <a:pt x="35051" y="30092"/>
                    <a:pt x="35894" y="30403"/>
                  </a:cubicBezTo>
                  <a:cubicBezTo>
                    <a:pt x="35931" y="30421"/>
                    <a:pt x="35968" y="30432"/>
                    <a:pt x="36004" y="30432"/>
                  </a:cubicBezTo>
                  <a:cubicBezTo>
                    <a:pt x="36056" y="30432"/>
                    <a:pt x="36108" y="30411"/>
                    <a:pt x="36160" y="30359"/>
                  </a:cubicBezTo>
                  <a:lnTo>
                    <a:pt x="36160" y="30359"/>
                  </a:lnTo>
                  <a:cubicBezTo>
                    <a:pt x="36116" y="30580"/>
                    <a:pt x="36160" y="30802"/>
                    <a:pt x="36160" y="31024"/>
                  </a:cubicBezTo>
                  <a:cubicBezTo>
                    <a:pt x="36146" y="31022"/>
                    <a:pt x="36133" y="31021"/>
                    <a:pt x="36119" y="31021"/>
                  </a:cubicBezTo>
                  <a:cubicBezTo>
                    <a:pt x="35877" y="31021"/>
                    <a:pt x="35730" y="31386"/>
                    <a:pt x="35983" y="31512"/>
                  </a:cubicBezTo>
                  <a:lnTo>
                    <a:pt x="36160" y="31601"/>
                  </a:lnTo>
                  <a:cubicBezTo>
                    <a:pt x="36205" y="31601"/>
                    <a:pt x="36249" y="31645"/>
                    <a:pt x="36293" y="31645"/>
                  </a:cubicBezTo>
                  <a:cubicBezTo>
                    <a:pt x="36426" y="32266"/>
                    <a:pt x="36693" y="32888"/>
                    <a:pt x="37003" y="33420"/>
                  </a:cubicBezTo>
                  <a:lnTo>
                    <a:pt x="36560" y="33242"/>
                  </a:lnTo>
                  <a:cubicBezTo>
                    <a:pt x="36525" y="33228"/>
                    <a:pt x="36493" y="33221"/>
                    <a:pt x="36463" y="33221"/>
                  </a:cubicBezTo>
                  <a:cubicBezTo>
                    <a:pt x="36216" y="33221"/>
                    <a:pt x="36110" y="33656"/>
                    <a:pt x="36426" y="33775"/>
                  </a:cubicBezTo>
                  <a:lnTo>
                    <a:pt x="36693" y="33908"/>
                  </a:lnTo>
                  <a:cubicBezTo>
                    <a:pt x="36471" y="34085"/>
                    <a:pt x="36293" y="34263"/>
                    <a:pt x="36116" y="34440"/>
                  </a:cubicBezTo>
                  <a:cubicBezTo>
                    <a:pt x="35140" y="33597"/>
                    <a:pt x="33897" y="33109"/>
                    <a:pt x="32611" y="32976"/>
                  </a:cubicBezTo>
                  <a:cubicBezTo>
                    <a:pt x="32566" y="32710"/>
                    <a:pt x="32566" y="32444"/>
                    <a:pt x="32522" y="32133"/>
                  </a:cubicBezTo>
                  <a:lnTo>
                    <a:pt x="32522" y="32133"/>
                  </a:lnTo>
                  <a:cubicBezTo>
                    <a:pt x="33143" y="32178"/>
                    <a:pt x="33764" y="32311"/>
                    <a:pt x="34341" y="32621"/>
                  </a:cubicBezTo>
                  <a:cubicBezTo>
                    <a:pt x="34388" y="32648"/>
                    <a:pt x="34433" y="32660"/>
                    <a:pt x="34476" y="32660"/>
                  </a:cubicBezTo>
                  <a:cubicBezTo>
                    <a:pt x="34719" y="32660"/>
                    <a:pt x="34871" y="32284"/>
                    <a:pt x="34607" y="32133"/>
                  </a:cubicBezTo>
                  <a:cubicBezTo>
                    <a:pt x="33942" y="31778"/>
                    <a:pt x="33232" y="31601"/>
                    <a:pt x="32478" y="31601"/>
                  </a:cubicBezTo>
                  <a:cubicBezTo>
                    <a:pt x="32458" y="31423"/>
                    <a:pt x="32333" y="31342"/>
                    <a:pt x="32208" y="31342"/>
                  </a:cubicBezTo>
                  <a:cubicBezTo>
                    <a:pt x="32052" y="31342"/>
                    <a:pt x="31896" y="31468"/>
                    <a:pt x="31945" y="31690"/>
                  </a:cubicBezTo>
                  <a:cubicBezTo>
                    <a:pt x="31945" y="33109"/>
                    <a:pt x="32256" y="34529"/>
                    <a:pt x="32833" y="35905"/>
                  </a:cubicBezTo>
                  <a:cubicBezTo>
                    <a:pt x="32886" y="36028"/>
                    <a:pt x="33001" y="36081"/>
                    <a:pt x="33114" y="36081"/>
                  </a:cubicBezTo>
                  <a:cubicBezTo>
                    <a:pt x="33284" y="36081"/>
                    <a:pt x="33445" y="35959"/>
                    <a:pt x="33365" y="35771"/>
                  </a:cubicBezTo>
                  <a:cubicBezTo>
                    <a:pt x="33276" y="35416"/>
                    <a:pt x="33143" y="35150"/>
                    <a:pt x="33054" y="34840"/>
                  </a:cubicBezTo>
                  <a:lnTo>
                    <a:pt x="33054" y="34840"/>
                  </a:lnTo>
                  <a:cubicBezTo>
                    <a:pt x="33720" y="34973"/>
                    <a:pt x="34341" y="35239"/>
                    <a:pt x="34918" y="35594"/>
                  </a:cubicBezTo>
                  <a:cubicBezTo>
                    <a:pt x="34962" y="35638"/>
                    <a:pt x="35007" y="35638"/>
                    <a:pt x="35051" y="35638"/>
                  </a:cubicBezTo>
                  <a:cubicBezTo>
                    <a:pt x="34474" y="36304"/>
                    <a:pt x="33986" y="36969"/>
                    <a:pt x="33498" y="37679"/>
                  </a:cubicBezTo>
                  <a:cubicBezTo>
                    <a:pt x="33188" y="37280"/>
                    <a:pt x="32788" y="36925"/>
                    <a:pt x="32389" y="36614"/>
                  </a:cubicBezTo>
                  <a:cubicBezTo>
                    <a:pt x="32478" y="36526"/>
                    <a:pt x="32478" y="36437"/>
                    <a:pt x="32389" y="36348"/>
                  </a:cubicBezTo>
                  <a:cubicBezTo>
                    <a:pt x="31945" y="35594"/>
                    <a:pt x="31679" y="34751"/>
                    <a:pt x="31546" y="33864"/>
                  </a:cubicBezTo>
                  <a:cubicBezTo>
                    <a:pt x="31524" y="33686"/>
                    <a:pt x="31380" y="33597"/>
                    <a:pt x="31246" y="33597"/>
                  </a:cubicBezTo>
                  <a:cubicBezTo>
                    <a:pt x="31113" y="33597"/>
                    <a:pt x="30991" y="33686"/>
                    <a:pt x="31014" y="33864"/>
                  </a:cubicBezTo>
                  <a:cubicBezTo>
                    <a:pt x="31102" y="34618"/>
                    <a:pt x="31324" y="35372"/>
                    <a:pt x="31635" y="36038"/>
                  </a:cubicBezTo>
                  <a:cubicBezTo>
                    <a:pt x="31235" y="35771"/>
                    <a:pt x="30792" y="35505"/>
                    <a:pt x="30348" y="35283"/>
                  </a:cubicBezTo>
                  <a:cubicBezTo>
                    <a:pt x="30311" y="35268"/>
                    <a:pt x="30275" y="35261"/>
                    <a:pt x="30241" y="35261"/>
                  </a:cubicBezTo>
                  <a:cubicBezTo>
                    <a:pt x="29983" y="35261"/>
                    <a:pt x="29808" y="35654"/>
                    <a:pt x="30082" y="35771"/>
                  </a:cubicBezTo>
                  <a:cubicBezTo>
                    <a:pt x="31990" y="36703"/>
                    <a:pt x="33587" y="38212"/>
                    <a:pt x="34563" y="40075"/>
                  </a:cubicBezTo>
                  <a:cubicBezTo>
                    <a:pt x="34563" y="40119"/>
                    <a:pt x="34607" y="40164"/>
                    <a:pt x="34652" y="40164"/>
                  </a:cubicBezTo>
                  <a:cubicBezTo>
                    <a:pt x="34119" y="40519"/>
                    <a:pt x="33631" y="40829"/>
                    <a:pt x="33099" y="41096"/>
                  </a:cubicBezTo>
                  <a:cubicBezTo>
                    <a:pt x="33099" y="41096"/>
                    <a:pt x="33099" y="41051"/>
                    <a:pt x="33054" y="41007"/>
                  </a:cubicBezTo>
                  <a:cubicBezTo>
                    <a:pt x="32123" y="39454"/>
                    <a:pt x="30836" y="38123"/>
                    <a:pt x="29328" y="37102"/>
                  </a:cubicBezTo>
                  <a:cubicBezTo>
                    <a:pt x="29281" y="37076"/>
                    <a:pt x="29236" y="37064"/>
                    <a:pt x="29193" y="37064"/>
                  </a:cubicBezTo>
                  <a:cubicBezTo>
                    <a:pt x="28950" y="37064"/>
                    <a:pt x="28797" y="37440"/>
                    <a:pt x="29061" y="37591"/>
                  </a:cubicBezTo>
                  <a:cubicBezTo>
                    <a:pt x="27997" y="38877"/>
                    <a:pt x="27420" y="40430"/>
                    <a:pt x="27331" y="42072"/>
                  </a:cubicBezTo>
                  <a:cubicBezTo>
                    <a:pt x="27065" y="41939"/>
                    <a:pt x="26799" y="41805"/>
                    <a:pt x="26532" y="41717"/>
                  </a:cubicBezTo>
                  <a:cubicBezTo>
                    <a:pt x="26514" y="41709"/>
                    <a:pt x="26496" y="41706"/>
                    <a:pt x="26478" y="41706"/>
                  </a:cubicBezTo>
                  <a:cubicBezTo>
                    <a:pt x="26278" y="41706"/>
                    <a:pt x="26114" y="42131"/>
                    <a:pt x="26399" y="42294"/>
                  </a:cubicBezTo>
                  <a:cubicBezTo>
                    <a:pt x="26710" y="42427"/>
                    <a:pt x="27065" y="42560"/>
                    <a:pt x="27375" y="42693"/>
                  </a:cubicBezTo>
                  <a:cubicBezTo>
                    <a:pt x="27420" y="42782"/>
                    <a:pt x="27508" y="42870"/>
                    <a:pt x="27597" y="42870"/>
                  </a:cubicBezTo>
                  <a:cubicBezTo>
                    <a:pt x="27730" y="42915"/>
                    <a:pt x="27908" y="43003"/>
                    <a:pt x="28041" y="43092"/>
                  </a:cubicBezTo>
                  <a:lnTo>
                    <a:pt x="27287" y="43314"/>
                  </a:lnTo>
                  <a:cubicBezTo>
                    <a:pt x="27331" y="43137"/>
                    <a:pt x="27287" y="42959"/>
                    <a:pt x="27109" y="42959"/>
                  </a:cubicBezTo>
                  <a:cubicBezTo>
                    <a:pt x="26816" y="42895"/>
                    <a:pt x="26520" y="42865"/>
                    <a:pt x="26224" y="42865"/>
                  </a:cubicBezTo>
                  <a:cubicBezTo>
                    <a:pt x="25489" y="42865"/>
                    <a:pt x="24757" y="43055"/>
                    <a:pt x="24092" y="43403"/>
                  </a:cubicBezTo>
                  <a:cubicBezTo>
                    <a:pt x="23959" y="43491"/>
                    <a:pt x="23915" y="43625"/>
                    <a:pt x="23959" y="43758"/>
                  </a:cubicBezTo>
                  <a:cubicBezTo>
                    <a:pt x="23471" y="43758"/>
                    <a:pt x="22983" y="43802"/>
                    <a:pt x="22451" y="43802"/>
                  </a:cubicBezTo>
                  <a:cubicBezTo>
                    <a:pt x="22894" y="43314"/>
                    <a:pt x="23427" y="42959"/>
                    <a:pt x="24048" y="42737"/>
                  </a:cubicBezTo>
                  <a:cubicBezTo>
                    <a:pt x="24376" y="42655"/>
                    <a:pt x="24287" y="42195"/>
                    <a:pt x="23992" y="42195"/>
                  </a:cubicBezTo>
                  <a:cubicBezTo>
                    <a:pt x="23968" y="42195"/>
                    <a:pt x="23942" y="42198"/>
                    <a:pt x="23915" y="42205"/>
                  </a:cubicBezTo>
                  <a:cubicBezTo>
                    <a:pt x="23116" y="42427"/>
                    <a:pt x="22406" y="42915"/>
                    <a:pt x="21918" y="43536"/>
                  </a:cubicBezTo>
                  <a:cubicBezTo>
                    <a:pt x="21874" y="43625"/>
                    <a:pt x="21829" y="43669"/>
                    <a:pt x="21874" y="43713"/>
                  </a:cubicBezTo>
                  <a:cubicBezTo>
                    <a:pt x="19300" y="43669"/>
                    <a:pt x="16771" y="43181"/>
                    <a:pt x="14376" y="42249"/>
                  </a:cubicBezTo>
                  <a:cubicBezTo>
                    <a:pt x="10072" y="40652"/>
                    <a:pt x="6345" y="37724"/>
                    <a:pt x="3816" y="33908"/>
                  </a:cubicBezTo>
                  <a:cubicBezTo>
                    <a:pt x="1287" y="29870"/>
                    <a:pt x="666" y="25034"/>
                    <a:pt x="1198" y="20420"/>
                  </a:cubicBezTo>
                  <a:cubicBezTo>
                    <a:pt x="2396" y="10038"/>
                    <a:pt x="10382" y="987"/>
                    <a:pt x="21164" y="588"/>
                  </a:cubicBezTo>
                  <a:cubicBezTo>
                    <a:pt x="21323" y="584"/>
                    <a:pt x="21482" y="583"/>
                    <a:pt x="21641" y="583"/>
                  </a:cubicBezTo>
                  <a:close/>
                  <a:moveTo>
                    <a:pt x="21546" y="0"/>
                  </a:moveTo>
                  <a:cubicBezTo>
                    <a:pt x="21316" y="0"/>
                    <a:pt x="21085" y="4"/>
                    <a:pt x="20853" y="11"/>
                  </a:cubicBezTo>
                  <a:lnTo>
                    <a:pt x="20765" y="11"/>
                  </a:lnTo>
                  <a:cubicBezTo>
                    <a:pt x="11492" y="588"/>
                    <a:pt x="3905" y="7465"/>
                    <a:pt x="1464" y="16250"/>
                  </a:cubicBezTo>
                  <a:cubicBezTo>
                    <a:pt x="133" y="20953"/>
                    <a:pt x="0" y="26277"/>
                    <a:pt x="1731" y="30891"/>
                  </a:cubicBezTo>
                  <a:cubicBezTo>
                    <a:pt x="3328" y="35062"/>
                    <a:pt x="6478" y="38478"/>
                    <a:pt x="10249" y="40785"/>
                  </a:cubicBezTo>
                  <a:cubicBezTo>
                    <a:pt x="14030" y="43109"/>
                    <a:pt x="18375" y="44316"/>
                    <a:pt x="22688" y="44316"/>
                  </a:cubicBezTo>
                  <a:cubicBezTo>
                    <a:pt x="27435" y="44316"/>
                    <a:pt x="32145" y="42854"/>
                    <a:pt x="36027" y="39809"/>
                  </a:cubicBezTo>
                  <a:cubicBezTo>
                    <a:pt x="43170" y="34263"/>
                    <a:pt x="46143" y="24901"/>
                    <a:pt x="43614" y="16250"/>
                  </a:cubicBezTo>
                  <a:cubicBezTo>
                    <a:pt x="40795" y="6535"/>
                    <a:pt x="31533" y="0"/>
                    <a:pt x="21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42"/>
            <p:cNvSpPr/>
            <p:nvPr/>
          </p:nvSpPr>
          <p:spPr>
            <a:xfrm>
              <a:off x="2216399" y="4260413"/>
              <a:ext cx="63863" cy="40331"/>
            </a:xfrm>
            <a:custGeom>
              <a:avLst/>
              <a:gdLst/>
              <a:ahLst/>
              <a:cxnLst/>
              <a:rect l="l" t="t" r="r" b="b"/>
              <a:pathLst>
                <a:path w="844" h="533" extrusionOk="0">
                  <a:moveTo>
                    <a:pt x="400" y="0"/>
                  </a:moveTo>
                  <a:cubicBezTo>
                    <a:pt x="0" y="0"/>
                    <a:pt x="0" y="533"/>
                    <a:pt x="400" y="533"/>
                  </a:cubicBezTo>
                  <a:lnTo>
                    <a:pt x="488" y="533"/>
                  </a:lnTo>
                  <a:cubicBezTo>
                    <a:pt x="843" y="533"/>
                    <a:pt x="843" y="0"/>
                    <a:pt x="4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42"/>
            <p:cNvSpPr/>
            <p:nvPr/>
          </p:nvSpPr>
          <p:spPr>
            <a:xfrm>
              <a:off x="2552136" y="4055581"/>
              <a:ext cx="43660" cy="49638"/>
            </a:xfrm>
            <a:custGeom>
              <a:avLst/>
              <a:gdLst/>
              <a:ahLst/>
              <a:cxnLst/>
              <a:rect l="l" t="t" r="r" b="b"/>
              <a:pathLst>
                <a:path w="577" h="656" extrusionOk="0">
                  <a:moveTo>
                    <a:pt x="288" y="1"/>
                  </a:moveTo>
                  <a:cubicBezTo>
                    <a:pt x="144" y="1"/>
                    <a:pt x="0" y="89"/>
                    <a:pt x="0" y="267"/>
                  </a:cubicBezTo>
                  <a:lnTo>
                    <a:pt x="0" y="356"/>
                  </a:lnTo>
                  <a:cubicBezTo>
                    <a:pt x="0" y="555"/>
                    <a:pt x="144" y="655"/>
                    <a:pt x="288" y="655"/>
                  </a:cubicBezTo>
                  <a:cubicBezTo>
                    <a:pt x="433" y="655"/>
                    <a:pt x="577" y="555"/>
                    <a:pt x="577" y="356"/>
                  </a:cubicBezTo>
                  <a:lnTo>
                    <a:pt x="577" y="267"/>
                  </a:lnTo>
                  <a:cubicBezTo>
                    <a:pt x="577" y="89"/>
                    <a:pt x="433" y="1"/>
                    <a:pt x="2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42"/>
            <p:cNvSpPr/>
            <p:nvPr/>
          </p:nvSpPr>
          <p:spPr>
            <a:xfrm>
              <a:off x="2549185" y="3854456"/>
              <a:ext cx="233283" cy="170933"/>
            </a:xfrm>
            <a:custGeom>
              <a:avLst/>
              <a:gdLst/>
              <a:ahLst/>
              <a:cxnLst/>
              <a:rect l="l" t="t" r="r" b="b"/>
              <a:pathLst>
                <a:path w="3083" h="2259" extrusionOk="0">
                  <a:moveTo>
                    <a:pt x="425" y="0"/>
                  </a:moveTo>
                  <a:cubicBezTo>
                    <a:pt x="177" y="0"/>
                    <a:pt x="0" y="343"/>
                    <a:pt x="261" y="529"/>
                  </a:cubicBezTo>
                  <a:cubicBezTo>
                    <a:pt x="1059" y="1017"/>
                    <a:pt x="1769" y="1594"/>
                    <a:pt x="2479" y="2171"/>
                  </a:cubicBezTo>
                  <a:cubicBezTo>
                    <a:pt x="2542" y="2233"/>
                    <a:pt x="2612" y="2259"/>
                    <a:pt x="2679" y="2259"/>
                  </a:cubicBezTo>
                  <a:cubicBezTo>
                    <a:pt x="2896" y="2259"/>
                    <a:pt x="3082" y="1985"/>
                    <a:pt x="2879" y="1816"/>
                  </a:cubicBezTo>
                  <a:cubicBezTo>
                    <a:pt x="2124" y="1150"/>
                    <a:pt x="1370" y="573"/>
                    <a:pt x="571" y="41"/>
                  </a:cubicBezTo>
                  <a:cubicBezTo>
                    <a:pt x="522" y="13"/>
                    <a:pt x="472" y="0"/>
                    <a:pt x="4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42"/>
            <p:cNvSpPr/>
            <p:nvPr/>
          </p:nvSpPr>
          <p:spPr>
            <a:xfrm>
              <a:off x="2783754" y="4048846"/>
              <a:ext cx="63863" cy="43736"/>
            </a:xfrm>
            <a:custGeom>
              <a:avLst/>
              <a:gdLst/>
              <a:ahLst/>
              <a:cxnLst/>
              <a:rect l="l" t="t" r="r" b="b"/>
              <a:pathLst>
                <a:path w="844" h="578" extrusionOk="0">
                  <a:moveTo>
                    <a:pt x="355" y="1"/>
                  </a:moveTo>
                  <a:cubicBezTo>
                    <a:pt x="0" y="1"/>
                    <a:pt x="0" y="578"/>
                    <a:pt x="355" y="578"/>
                  </a:cubicBezTo>
                  <a:lnTo>
                    <a:pt x="444" y="578"/>
                  </a:lnTo>
                  <a:cubicBezTo>
                    <a:pt x="843" y="578"/>
                    <a:pt x="843"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42"/>
            <p:cNvSpPr/>
            <p:nvPr/>
          </p:nvSpPr>
          <p:spPr>
            <a:xfrm>
              <a:off x="2838083" y="4112710"/>
              <a:ext cx="65301" cy="50319"/>
            </a:xfrm>
            <a:custGeom>
              <a:avLst/>
              <a:gdLst/>
              <a:ahLst/>
              <a:cxnLst/>
              <a:rect l="l" t="t" r="r" b="b"/>
              <a:pathLst>
                <a:path w="863" h="665" extrusionOk="0">
                  <a:moveTo>
                    <a:pt x="394" y="0"/>
                  </a:moveTo>
                  <a:cubicBezTo>
                    <a:pt x="194" y="0"/>
                    <a:pt x="0" y="274"/>
                    <a:pt x="170" y="444"/>
                  </a:cubicBezTo>
                  <a:lnTo>
                    <a:pt x="259" y="577"/>
                  </a:lnTo>
                  <a:cubicBezTo>
                    <a:pt x="320" y="639"/>
                    <a:pt x="389" y="664"/>
                    <a:pt x="456" y="664"/>
                  </a:cubicBezTo>
                  <a:cubicBezTo>
                    <a:pt x="674" y="664"/>
                    <a:pt x="862" y="382"/>
                    <a:pt x="658" y="177"/>
                  </a:cubicBezTo>
                  <a:cubicBezTo>
                    <a:pt x="658" y="133"/>
                    <a:pt x="613" y="89"/>
                    <a:pt x="569" y="89"/>
                  </a:cubicBezTo>
                  <a:cubicBezTo>
                    <a:pt x="517" y="26"/>
                    <a:pt x="455" y="0"/>
                    <a:pt x="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42"/>
            <p:cNvSpPr/>
            <p:nvPr/>
          </p:nvSpPr>
          <p:spPr>
            <a:xfrm>
              <a:off x="3153011" y="3719844"/>
              <a:ext cx="43736" cy="49638"/>
            </a:xfrm>
            <a:custGeom>
              <a:avLst/>
              <a:gdLst/>
              <a:ahLst/>
              <a:cxnLst/>
              <a:rect l="l" t="t" r="r" b="b"/>
              <a:pathLst>
                <a:path w="578" h="656" extrusionOk="0">
                  <a:moveTo>
                    <a:pt x="289" y="1"/>
                  </a:moveTo>
                  <a:cubicBezTo>
                    <a:pt x="145" y="1"/>
                    <a:pt x="1" y="90"/>
                    <a:pt x="1" y="267"/>
                  </a:cubicBezTo>
                  <a:lnTo>
                    <a:pt x="1" y="356"/>
                  </a:lnTo>
                  <a:cubicBezTo>
                    <a:pt x="1" y="555"/>
                    <a:pt x="145" y="655"/>
                    <a:pt x="289" y="655"/>
                  </a:cubicBezTo>
                  <a:cubicBezTo>
                    <a:pt x="433" y="655"/>
                    <a:pt x="578" y="555"/>
                    <a:pt x="578" y="356"/>
                  </a:cubicBezTo>
                  <a:lnTo>
                    <a:pt x="578" y="267"/>
                  </a:lnTo>
                  <a:cubicBezTo>
                    <a:pt x="578" y="9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42"/>
            <p:cNvSpPr/>
            <p:nvPr/>
          </p:nvSpPr>
          <p:spPr>
            <a:xfrm>
              <a:off x="3300790" y="2796625"/>
              <a:ext cx="43660" cy="49638"/>
            </a:xfrm>
            <a:custGeom>
              <a:avLst/>
              <a:gdLst/>
              <a:ahLst/>
              <a:cxnLst/>
              <a:rect l="l" t="t" r="r" b="b"/>
              <a:pathLst>
                <a:path w="577" h="656" extrusionOk="0">
                  <a:moveTo>
                    <a:pt x="288" y="1"/>
                  </a:moveTo>
                  <a:cubicBezTo>
                    <a:pt x="144" y="1"/>
                    <a:pt x="0" y="89"/>
                    <a:pt x="0" y="267"/>
                  </a:cubicBezTo>
                  <a:lnTo>
                    <a:pt x="0" y="356"/>
                  </a:lnTo>
                  <a:cubicBezTo>
                    <a:pt x="0" y="555"/>
                    <a:pt x="144" y="655"/>
                    <a:pt x="288" y="655"/>
                  </a:cubicBezTo>
                  <a:cubicBezTo>
                    <a:pt x="433" y="655"/>
                    <a:pt x="577" y="555"/>
                    <a:pt x="577" y="356"/>
                  </a:cubicBezTo>
                  <a:lnTo>
                    <a:pt x="577" y="267"/>
                  </a:lnTo>
                  <a:cubicBezTo>
                    <a:pt x="577" y="89"/>
                    <a:pt x="433" y="1"/>
                    <a:pt x="2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42"/>
            <p:cNvSpPr/>
            <p:nvPr/>
          </p:nvSpPr>
          <p:spPr>
            <a:xfrm>
              <a:off x="3262199" y="3378659"/>
              <a:ext cx="57129" cy="159961"/>
            </a:xfrm>
            <a:custGeom>
              <a:avLst/>
              <a:gdLst/>
              <a:ahLst/>
              <a:cxnLst/>
              <a:rect l="l" t="t" r="r" b="b"/>
              <a:pathLst>
                <a:path w="755" h="2114" extrusionOk="0">
                  <a:moveTo>
                    <a:pt x="263" y="1"/>
                  </a:moveTo>
                  <a:cubicBezTo>
                    <a:pt x="124" y="1"/>
                    <a:pt x="1" y="79"/>
                    <a:pt x="22" y="251"/>
                  </a:cubicBezTo>
                  <a:cubicBezTo>
                    <a:pt x="66" y="783"/>
                    <a:pt x="155" y="1315"/>
                    <a:pt x="200" y="1848"/>
                  </a:cubicBezTo>
                  <a:cubicBezTo>
                    <a:pt x="222" y="2025"/>
                    <a:pt x="366" y="2114"/>
                    <a:pt x="499" y="2114"/>
                  </a:cubicBezTo>
                  <a:cubicBezTo>
                    <a:pt x="632" y="2114"/>
                    <a:pt x="754" y="2025"/>
                    <a:pt x="732" y="1848"/>
                  </a:cubicBezTo>
                  <a:cubicBezTo>
                    <a:pt x="688" y="1315"/>
                    <a:pt x="643" y="783"/>
                    <a:pt x="599" y="251"/>
                  </a:cubicBezTo>
                  <a:cubicBezTo>
                    <a:pt x="576" y="90"/>
                    <a:pt x="411" y="1"/>
                    <a:pt x="2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42"/>
            <p:cNvSpPr/>
            <p:nvPr/>
          </p:nvSpPr>
          <p:spPr>
            <a:xfrm>
              <a:off x="3062740" y="3244576"/>
              <a:ext cx="65528" cy="48957"/>
            </a:xfrm>
            <a:custGeom>
              <a:avLst/>
              <a:gdLst/>
              <a:ahLst/>
              <a:cxnLst/>
              <a:rect l="l" t="t" r="r" b="b"/>
              <a:pathLst>
                <a:path w="866" h="647" extrusionOk="0">
                  <a:moveTo>
                    <a:pt x="391" y="1"/>
                  </a:moveTo>
                  <a:cubicBezTo>
                    <a:pt x="178" y="1"/>
                    <a:pt x="0" y="262"/>
                    <a:pt x="173" y="470"/>
                  </a:cubicBezTo>
                  <a:lnTo>
                    <a:pt x="262" y="558"/>
                  </a:lnTo>
                  <a:cubicBezTo>
                    <a:pt x="324" y="620"/>
                    <a:pt x="393" y="646"/>
                    <a:pt x="459" y="646"/>
                  </a:cubicBezTo>
                  <a:cubicBezTo>
                    <a:pt x="678" y="646"/>
                    <a:pt x="866" y="363"/>
                    <a:pt x="661" y="159"/>
                  </a:cubicBezTo>
                  <a:lnTo>
                    <a:pt x="573" y="70"/>
                  </a:lnTo>
                  <a:cubicBezTo>
                    <a:pt x="514" y="21"/>
                    <a:pt x="451" y="1"/>
                    <a:pt x="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42"/>
            <p:cNvSpPr/>
            <p:nvPr/>
          </p:nvSpPr>
          <p:spPr>
            <a:xfrm>
              <a:off x="2770285" y="3404310"/>
              <a:ext cx="175095" cy="62123"/>
            </a:xfrm>
            <a:custGeom>
              <a:avLst/>
              <a:gdLst/>
              <a:ahLst/>
              <a:cxnLst/>
              <a:rect l="l" t="t" r="r" b="b"/>
              <a:pathLst>
                <a:path w="2314" h="821" extrusionOk="0">
                  <a:moveTo>
                    <a:pt x="356" y="0"/>
                  </a:moveTo>
                  <a:cubicBezTo>
                    <a:pt x="1" y="45"/>
                    <a:pt x="1" y="577"/>
                    <a:pt x="356" y="577"/>
                  </a:cubicBezTo>
                  <a:cubicBezTo>
                    <a:pt x="888" y="577"/>
                    <a:pt x="1376" y="621"/>
                    <a:pt x="1864" y="799"/>
                  </a:cubicBezTo>
                  <a:cubicBezTo>
                    <a:pt x="1903" y="813"/>
                    <a:pt x="1940" y="820"/>
                    <a:pt x="1973" y="820"/>
                  </a:cubicBezTo>
                  <a:cubicBezTo>
                    <a:pt x="2243" y="820"/>
                    <a:pt x="2314" y="385"/>
                    <a:pt x="1998" y="266"/>
                  </a:cubicBezTo>
                  <a:cubicBezTo>
                    <a:pt x="1465" y="45"/>
                    <a:pt x="933"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42"/>
            <p:cNvSpPr/>
            <p:nvPr/>
          </p:nvSpPr>
          <p:spPr>
            <a:xfrm>
              <a:off x="2951584" y="3434502"/>
              <a:ext cx="63863" cy="40331"/>
            </a:xfrm>
            <a:custGeom>
              <a:avLst/>
              <a:gdLst/>
              <a:ahLst/>
              <a:cxnLst/>
              <a:rect l="l" t="t" r="r" b="b"/>
              <a:pathLst>
                <a:path w="844" h="533" extrusionOk="0">
                  <a:moveTo>
                    <a:pt x="356" y="1"/>
                  </a:moveTo>
                  <a:cubicBezTo>
                    <a:pt x="1" y="1"/>
                    <a:pt x="1" y="533"/>
                    <a:pt x="356" y="533"/>
                  </a:cubicBezTo>
                  <a:lnTo>
                    <a:pt x="445" y="533"/>
                  </a:lnTo>
                  <a:cubicBezTo>
                    <a:pt x="844" y="533"/>
                    <a:pt x="844" y="1"/>
                    <a:pt x="4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42"/>
            <p:cNvSpPr/>
            <p:nvPr/>
          </p:nvSpPr>
          <p:spPr>
            <a:xfrm>
              <a:off x="2847541" y="3246468"/>
              <a:ext cx="239563" cy="74759"/>
            </a:xfrm>
            <a:custGeom>
              <a:avLst/>
              <a:gdLst/>
              <a:ahLst/>
              <a:cxnLst/>
              <a:rect l="l" t="t" r="r" b="b"/>
              <a:pathLst>
                <a:path w="3166" h="988" extrusionOk="0">
                  <a:moveTo>
                    <a:pt x="355" y="1"/>
                  </a:moveTo>
                  <a:cubicBezTo>
                    <a:pt x="0" y="1"/>
                    <a:pt x="0" y="533"/>
                    <a:pt x="355" y="533"/>
                  </a:cubicBezTo>
                  <a:cubicBezTo>
                    <a:pt x="1154" y="578"/>
                    <a:pt x="1953" y="711"/>
                    <a:pt x="2707" y="977"/>
                  </a:cubicBezTo>
                  <a:cubicBezTo>
                    <a:pt x="2732" y="984"/>
                    <a:pt x="2757" y="988"/>
                    <a:pt x="2781" y="988"/>
                  </a:cubicBezTo>
                  <a:cubicBezTo>
                    <a:pt x="3043" y="988"/>
                    <a:pt x="3166" y="567"/>
                    <a:pt x="2840" y="445"/>
                  </a:cubicBezTo>
                  <a:cubicBezTo>
                    <a:pt x="2041" y="178"/>
                    <a:pt x="1198" y="45"/>
                    <a:pt x="3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42"/>
            <p:cNvSpPr/>
            <p:nvPr/>
          </p:nvSpPr>
          <p:spPr>
            <a:xfrm>
              <a:off x="2847541" y="3169060"/>
              <a:ext cx="110777" cy="47519"/>
            </a:xfrm>
            <a:custGeom>
              <a:avLst/>
              <a:gdLst/>
              <a:ahLst/>
              <a:cxnLst/>
              <a:rect l="l" t="t" r="r" b="b"/>
              <a:pathLst>
                <a:path w="1464" h="628" extrusionOk="0">
                  <a:moveTo>
                    <a:pt x="315" y="1"/>
                  </a:moveTo>
                  <a:cubicBezTo>
                    <a:pt x="1" y="1"/>
                    <a:pt x="15" y="493"/>
                    <a:pt x="355" y="536"/>
                  </a:cubicBezTo>
                  <a:lnTo>
                    <a:pt x="1110" y="625"/>
                  </a:lnTo>
                  <a:cubicBezTo>
                    <a:pt x="1124" y="626"/>
                    <a:pt x="1137" y="627"/>
                    <a:pt x="1150" y="627"/>
                  </a:cubicBezTo>
                  <a:cubicBezTo>
                    <a:pt x="1464" y="627"/>
                    <a:pt x="1450" y="135"/>
                    <a:pt x="1110" y="92"/>
                  </a:cubicBezTo>
                  <a:lnTo>
                    <a:pt x="355" y="4"/>
                  </a:lnTo>
                  <a:cubicBezTo>
                    <a:pt x="341" y="2"/>
                    <a:pt x="328" y="1"/>
                    <a:pt x="3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42"/>
            <p:cNvSpPr/>
            <p:nvPr/>
          </p:nvSpPr>
          <p:spPr>
            <a:xfrm>
              <a:off x="3028008" y="3174433"/>
              <a:ext cx="78543" cy="50243"/>
            </a:xfrm>
            <a:custGeom>
              <a:avLst/>
              <a:gdLst/>
              <a:ahLst/>
              <a:cxnLst/>
              <a:rect l="l" t="t" r="r" b="b"/>
              <a:pathLst>
                <a:path w="1038" h="664" extrusionOk="0">
                  <a:moveTo>
                    <a:pt x="347" y="0"/>
                  </a:moveTo>
                  <a:cubicBezTo>
                    <a:pt x="76" y="0"/>
                    <a:pt x="1" y="435"/>
                    <a:pt x="277" y="554"/>
                  </a:cubicBezTo>
                  <a:lnTo>
                    <a:pt x="588" y="642"/>
                  </a:lnTo>
                  <a:cubicBezTo>
                    <a:pt x="622" y="657"/>
                    <a:pt x="655" y="664"/>
                    <a:pt x="685" y="664"/>
                  </a:cubicBezTo>
                  <a:cubicBezTo>
                    <a:pt x="931" y="664"/>
                    <a:pt x="1037" y="228"/>
                    <a:pt x="721" y="110"/>
                  </a:cubicBezTo>
                  <a:lnTo>
                    <a:pt x="455" y="21"/>
                  </a:lnTo>
                  <a:cubicBezTo>
                    <a:pt x="416" y="7"/>
                    <a:pt x="380" y="0"/>
                    <a:pt x="3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42"/>
            <p:cNvSpPr/>
            <p:nvPr/>
          </p:nvSpPr>
          <p:spPr>
            <a:xfrm>
              <a:off x="2881970" y="3040804"/>
              <a:ext cx="159583" cy="162458"/>
            </a:xfrm>
            <a:custGeom>
              <a:avLst/>
              <a:gdLst/>
              <a:ahLst/>
              <a:cxnLst/>
              <a:rect l="l" t="t" r="r" b="b"/>
              <a:pathLst>
                <a:path w="2109" h="2147" extrusionOk="0">
                  <a:moveTo>
                    <a:pt x="363" y="0"/>
                  </a:moveTo>
                  <a:cubicBezTo>
                    <a:pt x="134" y="0"/>
                    <a:pt x="0" y="363"/>
                    <a:pt x="255" y="545"/>
                  </a:cubicBezTo>
                  <a:cubicBezTo>
                    <a:pt x="788" y="856"/>
                    <a:pt x="1231" y="1388"/>
                    <a:pt x="1542" y="2009"/>
                  </a:cubicBezTo>
                  <a:cubicBezTo>
                    <a:pt x="1583" y="2105"/>
                    <a:pt x="1659" y="2146"/>
                    <a:pt x="1738" y="2146"/>
                  </a:cubicBezTo>
                  <a:cubicBezTo>
                    <a:pt x="1914" y="2146"/>
                    <a:pt x="2108" y="1943"/>
                    <a:pt x="1986" y="1699"/>
                  </a:cubicBezTo>
                  <a:cubicBezTo>
                    <a:pt x="1675" y="1033"/>
                    <a:pt x="1187" y="456"/>
                    <a:pt x="522" y="57"/>
                  </a:cubicBezTo>
                  <a:cubicBezTo>
                    <a:pt x="466" y="17"/>
                    <a:pt x="412"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42"/>
            <p:cNvSpPr/>
            <p:nvPr/>
          </p:nvSpPr>
          <p:spPr>
            <a:xfrm>
              <a:off x="2912767" y="2929346"/>
              <a:ext cx="206951" cy="230332"/>
            </a:xfrm>
            <a:custGeom>
              <a:avLst/>
              <a:gdLst/>
              <a:ahLst/>
              <a:cxnLst/>
              <a:rect l="l" t="t" r="r" b="b"/>
              <a:pathLst>
                <a:path w="2735" h="3044" extrusionOk="0">
                  <a:moveTo>
                    <a:pt x="429" y="1"/>
                  </a:moveTo>
                  <a:cubicBezTo>
                    <a:pt x="202" y="1"/>
                    <a:pt x="1" y="289"/>
                    <a:pt x="248" y="465"/>
                  </a:cubicBezTo>
                  <a:cubicBezTo>
                    <a:pt x="1002" y="1131"/>
                    <a:pt x="1667" y="1974"/>
                    <a:pt x="2155" y="2905"/>
                  </a:cubicBezTo>
                  <a:cubicBezTo>
                    <a:pt x="2211" y="3003"/>
                    <a:pt x="2294" y="3044"/>
                    <a:pt x="2376" y="3044"/>
                  </a:cubicBezTo>
                  <a:cubicBezTo>
                    <a:pt x="2555" y="3044"/>
                    <a:pt x="2735" y="2852"/>
                    <a:pt x="2643" y="2639"/>
                  </a:cubicBezTo>
                  <a:cubicBezTo>
                    <a:pt x="2155" y="1663"/>
                    <a:pt x="1446" y="776"/>
                    <a:pt x="603" y="66"/>
                  </a:cubicBezTo>
                  <a:cubicBezTo>
                    <a:pt x="548" y="20"/>
                    <a:pt x="487" y="1"/>
                    <a:pt x="4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42"/>
            <p:cNvSpPr/>
            <p:nvPr/>
          </p:nvSpPr>
          <p:spPr>
            <a:xfrm>
              <a:off x="3063799" y="2717552"/>
              <a:ext cx="138699" cy="246071"/>
            </a:xfrm>
            <a:custGeom>
              <a:avLst/>
              <a:gdLst/>
              <a:ahLst/>
              <a:cxnLst/>
              <a:rect l="l" t="t" r="r" b="b"/>
              <a:pathLst>
                <a:path w="1833" h="3252" extrusionOk="0">
                  <a:moveTo>
                    <a:pt x="1462" y="1"/>
                  </a:moveTo>
                  <a:cubicBezTo>
                    <a:pt x="1395" y="1"/>
                    <a:pt x="1326" y="34"/>
                    <a:pt x="1269" y="114"/>
                  </a:cubicBezTo>
                  <a:cubicBezTo>
                    <a:pt x="603" y="913"/>
                    <a:pt x="159" y="1889"/>
                    <a:pt x="26" y="2909"/>
                  </a:cubicBezTo>
                  <a:cubicBezTo>
                    <a:pt x="0" y="3119"/>
                    <a:pt x="175" y="3251"/>
                    <a:pt x="332" y="3251"/>
                  </a:cubicBezTo>
                  <a:cubicBezTo>
                    <a:pt x="441" y="3251"/>
                    <a:pt x="541" y="3188"/>
                    <a:pt x="559" y="3042"/>
                  </a:cubicBezTo>
                  <a:cubicBezTo>
                    <a:pt x="692" y="2110"/>
                    <a:pt x="1091" y="1223"/>
                    <a:pt x="1668" y="469"/>
                  </a:cubicBezTo>
                  <a:cubicBezTo>
                    <a:pt x="1832" y="271"/>
                    <a:pt x="1655" y="1"/>
                    <a:pt x="14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42"/>
            <p:cNvSpPr/>
            <p:nvPr/>
          </p:nvSpPr>
          <p:spPr>
            <a:xfrm>
              <a:off x="2923436" y="2453473"/>
              <a:ext cx="302216" cy="468987"/>
            </a:xfrm>
            <a:custGeom>
              <a:avLst/>
              <a:gdLst/>
              <a:ahLst/>
              <a:cxnLst/>
              <a:rect l="l" t="t" r="r" b="b"/>
              <a:pathLst>
                <a:path w="3994" h="6198" extrusionOk="0">
                  <a:moveTo>
                    <a:pt x="393" y="0"/>
                  </a:moveTo>
                  <a:cubicBezTo>
                    <a:pt x="127" y="0"/>
                    <a:pt x="1" y="464"/>
                    <a:pt x="328" y="587"/>
                  </a:cubicBezTo>
                  <a:cubicBezTo>
                    <a:pt x="994" y="809"/>
                    <a:pt x="1659" y="1119"/>
                    <a:pt x="2281" y="1474"/>
                  </a:cubicBezTo>
                  <a:cubicBezTo>
                    <a:pt x="2340" y="1474"/>
                    <a:pt x="2379" y="1494"/>
                    <a:pt x="2412" y="1494"/>
                  </a:cubicBezTo>
                  <a:cubicBezTo>
                    <a:pt x="2429" y="1494"/>
                    <a:pt x="2443" y="1489"/>
                    <a:pt x="2458" y="1474"/>
                  </a:cubicBezTo>
                  <a:lnTo>
                    <a:pt x="2458" y="1474"/>
                  </a:lnTo>
                  <a:cubicBezTo>
                    <a:pt x="1659" y="2495"/>
                    <a:pt x="1083" y="3648"/>
                    <a:pt x="772" y="4891"/>
                  </a:cubicBezTo>
                  <a:cubicBezTo>
                    <a:pt x="683" y="4846"/>
                    <a:pt x="595" y="4758"/>
                    <a:pt x="506" y="4713"/>
                  </a:cubicBezTo>
                  <a:cubicBezTo>
                    <a:pt x="463" y="4695"/>
                    <a:pt x="422" y="4687"/>
                    <a:pt x="384" y="4687"/>
                  </a:cubicBezTo>
                  <a:cubicBezTo>
                    <a:pt x="144" y="4687"/>
                    <a:pt x="10" y="5010"/>
                    <a:pt x="240" y="5201"/>
                  </a:cubicBezTo>
                  <a:cubicBezTo>
                    <a:pt x="639" y="5423"/>
                    <a:pt x="994" y="5689"/>
                    <a:pt x="1260" y="6089"/>
                  </a:cubicBezTo>
                  <a:cubicBezTo>
                    <a:pt x="1324" y="6165"/>
                    <a:pt x="1410" y="6198"/>
                    <a:pt x="1495" y="6198"/>
                  </a:cubicBezTo>
                  <a:cubicBezTo>
                    <a:pt x="1704" y="6198"/>
                    <a:pt x="1906" y="5999"/>
                    <a:pt x="1748" y="5778"/>
                  </a:cubicBezTo>
                  <a:cubicBezTo>
                    <a:pt x="1571" y="5600"/>
                    <a:pt x="1438" y="5423"/>
                    <a:pt x="1260" y="5246"/>
                  </a:cubicBezTo>
                  <a:cubicBezTo>
                    <a:pt x="1260" y="5201"/>
                    <a:pt x="1260" y="5201"/>
                    <a:pt x="1260" y="5157"/>
                  </a:cubicBezTo>
                  <a:cubicBezTo>
                    <a:pt x="1659" y="3515"/>
                    <a:pt x="2547" y="2007"/>
                    <a:pt x="3789" y="853"/>
                  </a:cubicBezTo>
                  <a:cubicBezTo>
                    <a:pt x="3993" y="649"/>
                    <a:pt x="3806" y="366"/>
                    <a:pt x="3587" y="366"/>
                  </a:cubicBezTo>
                  <a:cubicBezTo>
                    <a:pt x="3521" y="366"/>
                    <a:pt x="3452" y="392"/>
                    <a:pt x="3390" y="454"/>
                  </a:cubicBezTo>
                  <a:cubicBezTo>
                    <a:pt x="3168" y="676"/>
                    <a:pt x="2946" y="897"/>
                    <a:pt x="2724" y="1164"/>
                  </a:cubicBezTo>
                  <a:cubicBezTo>
                    <a:pt x="2724" y="1075"/>
                    <a:pt x="2680" y="986"/>
                    <a:pt x="2591" y="942"/>
                  </a:cubicBezTo>
                  <a:cubicBezTo>
                    <a:pt x="2547" y="942"/>
                    <a:pt x="2502" y="897"/>
                    <a:pt x="2458" y="897"/>
                  </a:cubicBezTo>
                  <a:lnTo>
                    <a:pt x="2414" y="897"/>
                  </a:lnTo>
                  <a:cubicBezTo>
                    <a:pt x="1793" y="543"/>
                    <a:pt x="1127" y="276"/>
                    <a:pt x="462" y="10"/>
                  </a:cubicBezTo>
                  <a:cubicBezTo>
                    <a:pt x="438" y="3"/>
                    <a:pt x="415" y="0"/>
                    <a:pt x="3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42"/>
            <p:cNvSpPr/>
            <p:nvPr/>
          </p:nvSpPr>
          <p:spPr>
            <a:xfrm>
              <a:off x="3214832" y="2428351"/>
              <a:ext cx="62653" cy="46006"/>
            </a:xfrm>
            <a:custGeom>
              <a:avLst/>
              <a:gdLst/>
              <a:ahLst/>
              <a:cxnLst/>
              <a:rect l="l" t="t" r="r" b="b"/>
              <a:pathLst>
                <a:path w="828" h="608" extrusionOk="0">
                  <a:moveTo>
                    <a:pt x="485" y="0"/>
                  </a:moveTo>
                  <a:cubicBezTo>
                    <a:pt x="423" y="0"/>
                    <a:pt x="357" y="23"/>
                    <a:pt x="293" y="76"/>
                  </a:cubicBezTo>
                  <a:lnTo>
                    <a:pt x="204" y="165"/>
                  </a:lnTo>
                  <a:cubicBezTo>
                    <a:pt x="1" y="334"/>
                    <a:pt x="187" y="608"/>
                    <a:pt x="404" y="608"/>
                  </a:cubicBezTo>
                  <a:cubicBezTo>
                    <a:pt x="471" y="608"/>
                    <a:pt x="541" y="582"/>
                    <a:pt x="604" y="520"/>
                  </a:cubicBezTo>
                  <a:lnTo>
                    <a:pt x="692" y="431"/>
                  </a:lnTo>
                  <a:cubicBezTo>
                    <a:pt x="827" y="228"/>
                    <a:pt x="680" y="0"/>
                    <a:pt x="4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42"/>
            <p:cNvSpPr/>
            <p:nvPr/>
          </p:nvSpPr>
          <p:spPr>
            <a:xfrm>
              <a:off x="3260459" y="1978281"/>
              <a:ext cx="40406" cy="49638"/>
            </a:xfrm>
            <a:custGeom>
              <a:avLst/>
              <a:gdLst/>
              <a:ahLst/>
              <a:cxnLst/>
              <a:rect l="l" t="t" r="r" b="b"/>
              <a:pathLst>
                <a:path w="534" h="656" extrusionOk="0">
                  <a:moveTo>
                    <a:pt x="267" y="1"/>
                  </a:moveTo>
                  <a:cubicBezTo>
                    <a:pt x="134" y="1"/>
                    <a:pt x="1" y="101"/>
                    <a:pt x="1" y="300"/>
                  </a:cubicBezTo>
                  <a:lnTo>
                    <a:pt x="1" y="389"/>
                  </a:lnTo>
                  <a:cubicBezTo>
                    <a:pt x="1" y="567"/>
                    <a:pt x="134" y="655"/>
                    <a:pt x="267" y="655"/>
                  </a:cubicBezTo>
                  <a:cubicBezTo>
                    <a:pt x="400" y="655"/>
                    <a:pt x="533" y="567"/>
                    <a:pt x="533" y="389"/>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42"/>
            <p:cNvSpPr/>
            <p:nvPr/>
          </p:nvSpPr>
          <p:spPr>
            <a:xfrm>
              <a:off x="3163151" y="2027843"/>
              <a:ext cx="194995" cy="398238"/>
            </a:xfrm>
            <a:custGeom>
              <a:avLst/>
              <a:gdLst/>
              <a:ahLst/>
              <a:cxnLst/>
              <a:rect l="l" t="t" r="r" b="b"/>
              <a:pathLst>
                <a:path w="2577" h="5263" extrusionOk="0">
                  <a:moveTo>
                    <a:pt x="266" y="0"/>
                  </a:moveTo>
                  <a:cubicBezTo>
                    <a:pt x="133" y="0"/>
                    <a:pt x="0" y="89"/>
                    <a:pt x="0" y="267"/>
                  </a:cubicBezTo>
                  <a:cubicBezTo>
                    <a:pt x="44" y="1908"/>
                    <a:pt x="577" y="3505"/>
                    <a:pt x="1509" y="4837"/>
                  </a:cubicBezTo>
                  <a:cubicBezTo>
                    <a:pt x="1573" y="4901"/>
                    <a:pt x="1662" y="4943"/>
                    <a:pt x="1740" y="4943"/>
                  </a:cubicBezTo>
                  <a:cubicBezTo>
                    <a:pt x="1768" y="4943"/>
                    <a:pt x="1795" y="4937"/>
                    <a:pt x="1819" y="4925"/>
                  </a:cubicBezTo>
                  <a:cubicBezTo>
                    <a:pt x="1819" y="5117"/>
                    <a:pt x="1980" y="5263"/>
                    <a:pt x="2137" y="5263"/>
                  </a:cubicBezTo>
                  <a:cubicBezTo>
                    <a:pt x="2198" y="5263"/>
                    <a:pt x="2258" y="5241"/>
                    <a:pt x="2307" y="5191"/>
                  </a:cubicBezTo>
                  <a:lnTo>
                    <a:pt x="2396" y="5103"/>
                  </a:lnTo>
                  <a:cubicBezTo>
                    <a:pt x="2576" y="4886"/>
                    <a:pt x="2375" y="4611"/>
                    <a:pt x="2175" y="4611"/>
                  </a:cubicBezTo>
                  <a:cubicBezTo>
                    <a:pt x="2129" y="4611"/>
                    <a:pt x="2082" y="4626"/>
                    <a:pt x="2041" y="4659"/>
                  </a:cubicBezTo>
                  <a:cubicBezTo>
                    <a:pt x="2041" y="4615"/>
                    <a:pt x="1997" y="4615"/>
                    <a:pt x="1997" y="4570"/>
                  </a:cubicBezTo>
                  <a:cubicBezTo>
                    <a:pt x="1109" y="3284"/>
                    <a:pt x="621" y="1819"/>
                    <a:pt x="532" y="267"/>
                  </a:cubicBezTo>
                  <a:cubicBezTo>
                    <a:pt x="532" y="89"/>
                    <a:pt x="399"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42"/>
            <p:cNvSpPr/>
            <p:nvPr/>
          </p:nvSpPr>
          <p:spPr>
            <a:xfrm>
              <a:off x="3176544" y="1914493"/>
              <a:ext cx="40331" cy="49638"/>
            </a:xfrm>
            <a:custGeom>
              <a:avLst/>
              <a:gdLst/>
              <a:ahLst/>
              <a:cxnLst/>
              <a:rect l="l" t="t" r="r" b="b"/>
              <a:pathLst>
                <a:path w="533" h="656" extrusionOk="0">
                  <a:moveTo>
                    <a:pt x="267" y="1"/>
                  </a:moveTo>
                  <a:cubicBezTo>
                    <a:pt x="134" y="1"/>
                    <a:pt x="0" y="101"/>
                    <a:pt x="0" y="300"/>
                  </a:cubicBezTo>
                  <a:lnTo>
                    <a:pt x="0" y="389"/>
                  </a:lnTo>
                  <a:cubicBezTo>
                    <a:pt x="0" y="567"/>
                    <a:pt x="134" y="655"/>
                    <a:pt x="267" y="655"/>
                  </a:cubicBezTo>
                  <a:cubicBezTo>
                    <a:pt x="400" y="655"/>
                    <a:pt x="533" y="567"/>
                    <a:pt x="533" y="389"/>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42"/>
            <p:cNvSpPr/>
            <p:nvPr/>
          </p:nvSpPr>
          <p:spPr>
            <a:xfrm>
              <a:off x="2907546" y="2321660"/>
              <a:ext cx="262339" cy="178802"/>
            </a:xfrm>
            <a:custGeom>
              <a:avLst/>
              <a:gdLst/>
              <a:ahLst/>
              <a:cxnLst/>
              <a:rect l="l" t="t" r="r" b="b"/>
              <a:pathLst>
                <a:path w="3467" h="2363" extrusionOk="0">
                  <a:moveTo>
                    <a:pt x="341" y="1"/>
                  </a:moveTo>
                  <a:cubicBezTo>
                    <a:pt x="71" y="1"/>
                    <a:pt x="1" y="436"/>
                    <a:pt x="317" y="554"/>
                  </a:cubicBezTo>
                  <a:cubicBezTo>
                    <a:pt x="805" y="732"/>
                    <a:pt x="1293" y="998"/>
                    <a:pt x="1736" y="1308"/>
                  </a:cubicBezTo>
                  <a:cubicBezTo>
                    <a:pt x="2003" y="1442"/>
                    <a:pt x="2224" y="1619"/>
                    <a:pt x="2491" y="1796"/>
                  </a:cubicBezTo>
                  <a:lnTo>
                    <a:pt x="2757" y="2063"/>
                  </a:lnTo>
                  <a:lnTo>
                    <a:pt x="2801" y="2107"/>
                  </a:lnTo>
                  <a:cubicBezTo>
                    <a:pt x="2801" y="2196"/>
                    <a:pt x="2890" y="2285"/>
                    <a:pt x="2979" y="2329"/>
                  </a:cubicBezTo>
                  <a:cubicBezTo>
                    <a:pt x="3023" y="2351"/>
                    <a:pt x="3079" y="2362"/>
                    <a:pt x="3140" y="2362"/>
                  </a:cubicBezTo>
                  <a:cubicBezTo>
                    <a:pt x="3201" y="2362"/>
                    <a:pt x="3267" y="2351"/>
                    <a:pt x="3334" y="2329"/>
                  </a:cubicBezTo>
                  <a:cubicBezTo>
                    <a:pt x="3422" y="2285"/>
                    <a:pt x="3467" y="2196"/>
                    <a:pt x="3467" y="2063"/>
                  </a:cubicBezTo>
                  <a:cubicBezTo>
                    <a:pt x="3422" y="1619"/>
                    <a:pt x="2757" y="1264"/>
                    <a:pt x="2358" y="998"/>
                  </a:cubicBezTo>
                  <a:cubicBezTo>
                    <a:pt x="1736" y="599"/>
                    <a:pt x="1115" y="244"/>
                    <a:pt x="450" y="22"/>
                  </a:cubicBezTo>
                  <a:cubicBezTo>
                    <a:pt x="411" y="7"/>
                    <a:pt x="375" y="1"/>
                    <a:pt x="3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42"/>
            <p:cNvSpPr/>
            <p:nvPr/>
          </p:nvSpPr>
          <p:spPr>
            <a:xfrm>
              <a:off x="2887797" y="2076346"/>
              <a:ext cx="352535" cy="356016"/>
            </a:xfrm>
            <a:custGeom>
              <a:avLst/>
              <a:gdLst/>
              <a:ahLst/>
              <a:cxnLst/>
              <a:rect l="l" t="t" r="r" b="b"/>
              <a:pathLst>
                <a:path w="4659" h="4705" extrusionOk="0">
                  <a:moveTo>
                    <a:pt x="3256" y="1"/>
                  </a:moveTo>
                  <a:cubicBezTo>
                    <a:pt x="3189" y="1"/>
                    <a:pt x="3120" y="33"/>
                    <a:pt x="3062" y="114"/>
                  </a:cubicBezTo>
                  <a:cubicBezTo>
                    <a:pt x="2574" y="735"/>
                    <a:pt x="2175" y="1400"/>
                    <a:pt x="1864" y="2155"/>
                  </a:cubicBezTo>
                  <a:cubicBezTo>
                    <a:pt x="1820" y="2199"/>
                    <a:pt x="1820" y="2288"/>
                    <a:pt x="1864" y="2376"/>
                  </a:cubicBezTo>
                  <a:cubicBezTo>
                    <a:pt x="1376" y="2155"/>
                    <a:pt x="888" y="1933"/>
                    <a:pt x="356" y="1800"/>
                  </a:cubicBezTo>
                  <a:cubicBezTo>
                    <a:pt x="90" y="1844"/>
                    <a:pt x="1" y="2199"/>
                    <a:pt x="223" y="2332"/>
                  </a:cubicBezTo>
                  <a:cubicBezTo>
                    <a:pt x="1687" y="2731"/>
                    <a:pt x="3018" y="3530"/>
                    <a:pt x="4083" y="4639"/>
                  </a:cubicBezTo>
                  <a:cubicBezTo>
                    <a:pt x="4137" y="4685"/>
                    <a:pt x="4196" y="4704"/>
                    <a:pt x="4253" y="4704"/>
                  </a:cubicBezTo>
                  <a:cubicBezTo>
                    <a:pt x="4471" y="4704"/>
                    <a:pt x="4658" y="4416"/>
                    <a:pt x="4482" y="4240"/>
                  </a:cubicBezTo>
                  <a:cubicBezTo>
                    <a:pt x="3772" y="3530"/>
                    <a:pt x="2973" y="2909"/>
                    <a:pt x="2086" y="2465"/>
                  </a:cubicBezTo>
                  <a:cubicBezTo>
                    <a:pt x="2219" y="2465"/>
                    <a:pt x="2352" y="2421"/>
                    <a:pt x="2397" y="2288"/>
                  </a:cubicBezTo>
                  <a:cubicBezTo>
                    <a:pt x="2663" y="1622"/>
                    <a:pt x="3018" y="1045"/>
                    <a:pt x="3462" y="469"/>
                  </a:cubicBezTo>
                  <a:cubicBezTo>
                    <a:pt x="3626" y="271"/>
                    <a:pt x="3449" y="1"/>
                    <a:pt x="3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42"/>
            <p:cNvSpPr/>
            <p:nvPr/>
          </p:nvSpPr>
          <p:spPr>
            <a:xfrm>
              <a:off x="2984575" y="2046381"/>
              <a:ext cx="110702" cy="128256"/>
            </a:xfrm>
            <a:custGeom>
              <a:avLst/>
              <a:gdLst/>
              <a:ahLst/>
              <a:cxnLst/>
              <a:rect l="l" t="t" r="r" b="b"/>
              <a:pathLst>
                <a:path w="1463" h="1695" extrusionOk="0">
                  <a:moveTo>
                    <a:pt x="1026" y="1"/>
                  </a:moveTo>
                  <a:cubicBezTo>
                    <a:pt x="967" y="1"/>
                    <a:pt x="906" y="20"/>
                    <a:pt x="851" y="66"/>
                  </a:cubicBezTo>
                  <a:cubicBezTo>
                    <a:pt x="452" y="377"/>
                    <a:pt x="142" y="820"/>
                    <a:pt x="53" y="1353"/>
                  </a:cubicBezTo>
                  <a:cubicBezTo>
                    <a:pt x="0" y="1562"/>
                    <a:pt x="165" y="1695"/>
                    <a:pt x="326" y="1695"/>
                  </a:cubicBezTo>
                  <a:cubicBezTo>
                    <a:pt x="438" y="1695"/>
                    <a:pt x="549" y="1631"/>
                    <a:pt x="585" y="1486"/>
                  </a:cubicBezTo>
                  <a:cubicBezTo>
                    <a:pt x="674" y="1086"/>
                    <a:pt x="896" y="731"/>
                    <a:pt x="1251" y="465"/>
                  </a:cubicBezTo>
                  <a:cubicBezTo>
                    <a:pt x="1462" y="289"/>
                    <a:pt x="1254" y="1"/>
                    <a:pt x="10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42"/>
            <p:cNvSpPr/>
            <p:nvPr/>
          </p:nvSpPr>
          <p:spPr>
            <a:xfrm>
              <a:off x="2958924" y="1967006"/>
              <a:ext cx="71430" cy="60685"/>
            </a:xfrm>
            <a:custGeom>
              <a:avLst/>
              <a:gdLst/>
              <a:ahLst/>
              <a:cxnLst/>
              <a:rect l="l" t="t" r="r" b="b"/>
              <a:pathLst>
                <a:path w="944" h="802" extrusionOk="0">
                  <a:moveTo>
                    <a:pt x="576" y="0"/>
                  </a:moveTo>
                  <a:cubicBezTo>
                    <a:pt x="490" y="0"/>
                    <a:pt x="403" y="41"/>
                    <a:pt x="348" y="139"/>
                  </a:cubicBezTo>
                  <a:lnTo>
                    <a:pt x="126" y="405"/>
                  </a:lnTo>
                  <a:cubicBezTo>
                    <a:pt x="1" y="592"/>
                    <a:pt x="205" y="801"/>
                    <a:pt x="399" y="801"/>
                  </a:cubicBezTo>
                  <a:cubicBezTo>
                    <a:pt x="481" y="801"/>
                    <a:pt x="561" y="764"/>
                    <a:pt x="614" y="671"/>
                  </a:cubicBezTo>
                  <a:lnTo>
                    <a:pt x="791" y="405"/>
                  </a:lnTo>
                  <a:cubicBezTo>
                    <a:pt x="943" y="192"/>
                    <a:pt x="762" y="0"/>
                    <a:pt x="5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42"/>
            <p:cNvSpPr/>
            <p:nvPr/>
          </p:nvSpPr>
          <p:spPr>
            <a:xfrm>
              <a:off x="2918064" y="1758013"/>
              <a:ext cx="117966" cy="53270"/>
            </a:xfrm>
            <a:custGeom>
              <a:avLst/>
              <a:gdLst/>
              <a:ahLst/>
              <a:cxnLst/>
              <a:rect l="l" t="t" r="r" b="b"/>
              <a:pathLst>
                <a:path w="1559" h="704" extrusionOk="0">
                  <a:moveTo>
                    <a:pt x="587" y="0"/>
                  </a:moveTo>
                  <a:cubicBezTo>
                    <a:pt x="510" y="0"/>
                    <a:pt x="433" y="6"/>
                    <a:pt x="355" y="17"/>
                  </a:cubicBezTo>
                  <a:cubicBezTo>
                    <a:pt x="14" y="102"/>
                    <a:pt x="1" y="596"/>
                    <a:pt x="314" y="596"/>
                  </a:cubicBezTo>
                  <a:cubicBezTo>
                    <a:pt x="327" y="596"/>
                    <a:pt x="341" y="596"/>
                    <a:pt x="355" y="594"/>
                  </a:cubicBezTo>
                  <a:cubicBezTo>
                    <a:pt x="426" y="582"/>
                    <a:pt x="498" y="576"/>
                    <a:pt x="568" y="576"/>
                  </a:cubicBezTo>
                  <a:cubicBezTo>
                    <a:pt x="761" y="576"/>
                    <a:pt x="947" y="618"/>
                    <a:pt x="1109" y="682"/>
                  </a:cubicBezTo>
                  <a:cubicBezTo>
                    <a:pt x="1148" y="697"/>
                    <a:pt x="1184" y="704"/>
                    <a:pt x="1218" y="704"/>
                  </a:cubicBezTo>
                  <a:cubicBezTo>
                    <a:pt x="1488" y="704"/>
                    <a:pt x="1558" y="269"/>
                    <a:pt x="1242" y="150"/>
                  </a:cubicBezTo>
                  <a:cubicBezTo>
                    <a:pt x="1043" y="50"/>
                    <a:pt x="818" y="0"/>
                    <a:pt x="5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42"/>
            <p:cNvSpPr/>
            <p:nvPr/>
          </p:nvSpPr>
          <p:spPr>
            <a:xfrm>
              <a:off x="2955141" y="1628773"/>
              <a:ext cx="90347" cy="56221"/>
            </a:xfrm>
            <a:custGeom>
              <a:avLst/>
              <a:gdLst/>
              <a:ahLst/>
              <a:cxnLst/>
              <a:rect l="l" t="t" r="r" b="b"/>
              <a:pathLst>
                <a:path w="1194" h="743" extrusionOk="0">
                  <a:moveTo>
                    <a:pt x="396" y="1"/>
                  </a:moveTo>
                  <a:cubicBezTo>
                    <a:pt x="153" y="1"/>
                    <a:pt x="0" y="376"/>
                    <a:pt x="264" y="527"/>
                  </a:cubicBezTo>
                  <a:lnTo>
                    <a:pt x="664" y="704"/>
                  </a:lnTo>
                  <a:cubicBezTo>
                    <a:pt x="710" y="731"/>
                    <a:pt x="756" y="743"/>
                    <a:pt x="798" y="743"/>
                  </a:cubicBezTo>
                  <a:cubicBezTo>
                    <a:pt x="1041" y="743"/>
                    <a:pt x="1194" y="367"/>
                    <a:pt x="930" y="216"/>
                  </a:cubicBezTo>
                  <a:lnTo>
                    <a:pt x="531" y="39"/>
                  </a:lnTo>
                  <a:cubicBezTo>
                    <a:pt x="484" y="12"/>
                    <a:pt x="439"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42"/>
            <p:cNvSpPr/>
            <p:nvPr/>
          </p:nvSpPr>
          <p:spPr>
            <a:xfrm>
              <a:off x="2714896" y="2427594"/>
              <a:ext cx="90725" cy="150881"/>
            </a:xfrm>
            <a:custGeom>
              <a:avLst/>
              <a:gdLst/>
              <a:ahLst/>
              <a:cxnLst/>
              <a:rect l="l" t="t" r="r" b="b"/>
              <a:pathLst>
                <a:path w="1199" h="1994" extrusionOk="0">
                  <a:moveTo>
                    <a:pt x="386" y="1"/>
                  </a:moveTo>
                  <a:cubicBezTo>
                    <a:pt x="195" y="1"/>
                    <a:pt x="0" y="209"/>
                    <a:pt x="156" y="396"/>
                  </a:cubicBezTo>
                  <a:cubicBezTo>
                    <a:pt x="422" y="796"/>
                    <a:pt x="555" y="1239"/>
                    <a:pt x="600" y="1728"/>
                  </a:cubicBezTo>
                  <a:cubicBezTo>
                    <a:pt x="622" y="1905"/>
                    <a:pt x="777" y="1994"/>
                    <a:pt x="922" y="1994"/>
                  </a:cubicBezTo>
                  <a:cubicBezTo>
                    <a:pt x="1066" y="1994"/>
                    <a:pt x="1199" y="1905"/>
                    <a:pt x="1177" y="1728"/>
                  </a:cubicBezTo>
                  <a:cubicBezTo>
                    <a:pt x="1132" y="1151"/>
                    <a:pt x="955" y="618"/>
                    <a:pt x="600" y="130"/>
                  </a:cubicBezTo>
                  <a:cubicBezTo>
                    <a:pt x="547" y="38"/>
                    <a:pt x="467" y="1"/>
                    <a:pt x="3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42"/>
            <p:cNvSpPr/>
            <p:nvPr/>
          </p:nvSpPr>
          <p:spPr>
            <a:xfrm>
              <a:off x="2796542" y="2354727"/>
              <a:ext cx="65074" cy="91860"/>
            </a:xfrm>
            <a:custGeom>
              <a:avLst/>
              <a:gdLst/>
              <a:ahLst/>
              <a:cxnLst/>
              <a:rect l="l" t="t" r="r" b="b"/>
              <a:pathLst>
                <a:path w="860" h="1214" extrusionOk="0">
                  <a:moveTo>
                    <a:pt x="334" y="0"/>
                  </a:moveTo>
                  <a:cubicBezTo>
                    <a:pt x="170" y="0"/>
                    <a:pt x="0" y="144"/>
                    <a:pt x="53" y="383"/>
                  </a:cubicBezTo>
                  <a:cubicBezTo>
                    <a:pt x="98" y="561"/>
                    <a:pt x="186" y="783"/>
                    <a:pt x="231" y="1005"/>
                  </a:cubicBezTo>
                  <a:cubicBezTo>
                    <a:pt x="267" y="1150"/>
                    <a:pt x="385" y="1213"/>
                    <a:pt x="506" y="1213"/>
                  </a:cubicBezTo>
                  <a:cubicBezTo>
                    <a:pt x="680" y="1213"/>
                    <a:pt x="860" y="1081"/>
                    <a:pt x="808" y="871"/>
                  </a:cubicBezTo>
                  <a:lnTo>
                    <a:pt x="586" y="206"/>
                  </a:lnTo>
                  <a:cubicBezTo>
                    <a:pt x="550" y="64"/>
                    <a:pt x="444" y="0"/>
                    <a:pt x="3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42"/>
            <p:cNvSpPr/>
            <p:nvPr/>
          </p:nvSpPr>
          <p:spPr>
            <a:xfrm>
              <a:off x="2743045" y="2868887"/>
              <a:ext cx="74381" cy="138472"/>
            </a:xfrm>
            <a:custGeom>
              <a:avLst/>
              <a:gdLst/>
              <a:ahLst/>
              <a:cxnLst/>
              <a:rect l="l" t="t" r="r" b="b"/>
              <a:pathLst>
                <a:path w="983" h="1830" extrusionOk="0">
                  <a:moveTo>
                    <a:pt x="360" y="0"/>
                  </a:moveTo>
                  <a:cubicBezTo>
                    <a:pt x="173" y="0"/>
                    <a:pt x="1" y="188"/>
                    <a:pt x="95" y="377"/>
                  </a:cubicBezTo>
                  <a:cubicBezTo>
                    <a:pt x="317" y="732"/>
                    <a:pt x="405" y="1131"/>
                    <a:pt x="405" y="1530"/>
                  </a:cubicBezTo>
                  <a:cubicBezTo>
                    <a:pt x="405" y="1730"/>
                    <a:pt x="538" y="1830"/>
                    <a:pt x="672" y="1830"/>
                  </a:cubicBezTo>
                  <a:cubicBezTo>
                    <a:pt x="805" y="1830"/>
                    <a:pt x="938" y="1730"/>
                    <a:pt x="938" y="1530"/>
                  </a:cubicBezTo>
                  <a:cubicBezTo>
                    <a:pt x="982" y="1042"/>
                    <a:pt x="849" y="554"/>
                    <a:pt x="583" y="110"/>
                  </a:cubicBezTo>
                  <a:cubicBezTo>
                    <a:pt x="518" y="33"/>
                    <a:pt x="43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42"/>
            <p:cNvSpPr/>
            <p:nvPr/>
          </p:nvSpPr>
          <p:spPr>
            <a:xfrm>
              <a:off x="2663745" y="2930027"/>
              <a:ext cx="63031" cy="70673"/>
            </a:xfrm>
            <a:custGeom>
              <a:avLst/>
              <a:gdLst/>
              <a:ahLst/>
              <a:cxnLst/>
              <a:rect l="l" t="t" r="r" b="b"/>
              <a:pathLst>
                <a:path w="833" h="934" extrusionOk="0">
                  <a:moveTo>
                    <a:pt x="362" y="0"/>
                  </a:moveTo>
                  <a:cubicBezTo>
                    <a:pt x="134" y="0"/>
                    <a:pt x="1" y="355"/>
                    <a:pt x="255" y="500"/>
                  </a:cubicBezTo>
                  <a:cubicBezTo>
                    <a:pt x="300" y="545"/>
                    <a:pt x="300" y="589"/>
                    <a:pt x="300" y="634"/>
                  </a:cubicBezTo>
                  <a:cubicBezTo>
                    <a:pt x="300" y="833"/>
                    <a:pt x="433" y="933"/>
                    <a:pt x="566" y="933"/>
                  </a:cubicBezTo>
                  <a:cubicBezTo>
                    <a:pt x="699" y="933"/>
                    <a:pt x="832" y="833"/>
                    <a:pt x="832" y="634"/>
                  </a:cubicBezTo>
                  <a:cubicBezTo>
                    <a:pt x="832" y="412"/>
                    <a:pt x="743" y="145"/>
                    <a:pt x="522" y="57"/>
                  </a:cubicBezTo>
                  <a:cubicBezTo>
                    <a:pt x="466" y="17"/>
                    <a:pt x="412" y="0"/>
                    <a:pt x="3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42"/>
            <p:cNvSpPr/>
            <p:nvPr/>
          </p:nvSpPr>
          <p:spPr>
            <a:xfrm>
              <a:off x="2622582" y="3223011"/>
              <a:ext cx="43736" cy="50395"/>
            </a:xfrm>
            <a:custGeom>
              <a:avLst/>
              <a:gdLst/>
              <a:ahLst/>
              <a:cxnLst/>
              <a:rect l="l" t="t" r="r" b="b"/>
              <a:pathLst>
                <a:path w="578" h="666" extrusionOk="0">
                  <a:moveTo>
                    <a:pt x="289" y="0"/>
                  </a:moveTo>
                  <a:cubicBezTo>
                    <a:pt x="145" y="0"/>
                    <a:pt x="1" y="89"/>
                    <a:pt x="1" y="267"/>
                  </a:cubicBezTo>
                  <a:lnTo>
                    <a:pt x="1" y="400"/>
                  </a:lnTo>
                  <a:cubicBezTo>
                    <a:pt x="1" y="577"/>
                    <a:pt x="145" y="666"/>
                    <a:pt x="289" y="666"/>
                  </a:cubicBezTo>
                  <a:cubicBezTo>
                    <a:pt x="433" y="666"/>
                    <a:pt x="578" y="577"/>
                    <a:pt x="578" y="400"/>
                  </a:cubicBezTo>
                  <a:lnTo>
                    <a:pt x="578" y="267"/>
                  </a:lnTo>
                  <a:cubicBezTo>
                    <a:pt x="578" y="89"/>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42"/>
            <p:cNvSpPr/>
            <p:nvPr/>
          </p:nvSpPr>
          <p:spPr>
            <a:xfrm>
              <a:off x="2579300" y="3384259"/>
              <a:ext cx="65528" cy="48881"/>
            </a:xfrm>
            <a:custGeom>
              <a:avLst/>
              <a:gdLst/>
              <a:ahLst/>
              <a:cxnLst/>
              <a:rect l="l" t="t" r="r" b="b"/>
              <a:pathLst>
                <a:path w="866" h="646" extrusionOk="0">
                  <a:moveTo>
                    <a:pt x="479" y="0"/>
                  </a:moveTo>
                  <a:cubicBezTo>
                    <a:pt x="419" y="0"/>
                    <a:pt x="358" y="26"/>
                    <a:pt x="307" y="88"/>
                  </a:cubicBezTo>
                  <a:lnTo>
                    <a:pt x="173" y="177"/>
                  </a:lnTo>
                  <a:cubicBezTo>
                    <a:pt x="0" y="384"/>
                    <a:pt x="178" y="646"/>
                    <a:pt x="391" y="646"/>
                  </a:cubicBezTo>
                  <a:cubicBezTo>
                    <a:pt x="451" y="646"/>
                    <a:pt x="514" y="625"/>
                    <a:pt x="573" y="576"/>
                  </a:cubicBezTo>
                  <a:lnTo>
                    <a:pt x="661" y="487"/>
                  </a:lnTo>
                  <a:cubicBezTo>
                    <a:pt x="866" y="283"/>
                    <a:pt x="678" y="0"/>
                    <a:pt x="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42"/>
            <p:cNvSpPr/>
            <p:nvPr/>
          </p:nvSpPr>
          <p:spPr>
            <a:xfrm>
              <a:off x="2062113" y="3683372"/>
              <a:ext cx="217922" cy="123035"/>
            </a:xfrm>
            <a:custGeom>
              <a:avLst/>
              <a:gdLst/>
              <a:ahLst/>
              <a:cxnLst/>
              <a:rect l="l" t="t" r="r" b="b"/>
              <a:pathLst>
                <a:path w="2880" h="1626" extrusionOk="0">
                  <a:moveTo>
                    <a:pt x="396" y="1"/>
                  </a:moveTo>
                  <a:cubicBezTo>
                    <a:pt x="153" y="1"/>
                    <a:pt x="0" y="376"/>
                    <a:pt x="265" y="527"/>
                  </a:cubicBezTo>
                  <a:cubicBezTo>
                    <a:pt x="930" y="971"/>
                    <a:pt x="1684" y="1326"/>
                    <a:pt x="2439" y="1592"/>
                  </a:cubicBezTo>
                  <a:cubicBezTo>
                    <a:pt x="2480" y="1615"/>
                    <a:pt x="2518" y="1626"/>
                    <a:pt x="2554" y="1626"/>
                  </a:cubicBezTo>
                  <a:cubicBezTo>
                    <a:pt x="2787" y="1626"/>
                    <a:pt x="2880" y="1181"/>
                    <a:pt x="2572" y="1104"/>
                  </a:cubicBezTo>
                  <a:cubicBezTo>
                    <a:pt x="1862" y="793"/>
                    <a:pt x="1196" y="438"/>
                    <a:pt x="531" y="39"/>
                  </a:cubicBezTo>
                  <a:cubicBezTo>
                    <a:pt x="484" y="13"/>
                    <a:pt x="439"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42"/>
            <p:cNvSpPr/>
            <p:nvPr/>
          </p:nvSpPr>
          <p:spPr>
            <a:xfrm>
              <a:off x="2136494" y="3629724"/>
              <a:ext cx="154210" cy="92087"/>
            </a:xfrm>
            <a:custGeom>
              <a:avLst/>
              <a:gdLst/>
              <a:ahLst/>
              <a:cxnLst/>
              <a:rect l="l" t="t" r="r" b="b"/>
              <a:pathLst>
                <a:path w="2038" h="1217" extrusionOk="0">
                  <a:moveTo>
                    <a:pt x="431" y="0"/>
                  </a:moveTo>
                  <a:cubicBezTo>
                    <a:pt x="180" y="0"/>
                    <a:pt x="0" y="375"/>
                    <a:pt x="302" y="526"/>
                  </a:cubicBezTo>
                  <a:lnTo>
                    <a:pt x="1456" y="1192"/>
                  </a:lnTo>
                  <a:cubicBezTo>
                    <a:pt x="1495" y="1209"/>
                    <a:pt x="1535" y="1216"/>
                    <a:pt x="1573" y="1216"/>
                  </a:cubicBezTo>
                  <a:cubicBezTo>
                    <a:pt x="1835" y="1216"/>
                    <a:pt x="2037" y="859"/>
                    <a:pt x="1766" y="704"/>
                  </a:cubicBezTo>
                  <a:lnTo>
                    <a:pt x="568" y="38"/>
                  </a:lnTo>
                  <a:cubicBezTo>
                    <a:pt x="522" y="12"/>
                    <a:pt x="475" y="0"/>
                    <a:pt x="4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42"/>
            <p:cNvSpPr/>
            <p:nvPr/>
          </p:nvSpPr>
          <p:spPr>
            <a:xfrm>
              <a:off x="2186359" y="3565936"/>
              <a:ext cx="100335" cy="71052"/>
            </a:xfrm>
            <a:custGeom>
              <a:avLst/>
              <a:gdLst/>
              <a:ahLst/>
              <a:cxnLst/>
              <a:rect l="l" t="t" r="r" b="b"/>
              <a:pathLst>
                <a:path w="1326" h="939" extrusionOk="0">
                  <a:moveTo>
                    <a:pt x="396" y="0"/>
                  </a:moveTo>
                  <a:cubicBezTo>
                    <a:pt x="153" y="0"/>
                    <a:pt x="0" y="375"/>
                    <a:pt x="264" y="526"/>
                  </a:cubicBezTo>
                  <a:lnTo>
                    <a:pt x="797" y="881"/>
                  </a:lnTo>
                  <a:cubicBezTo>
                    <a:pt x="852" y="921"/>
                    <a:pt x="907" y="938"/>
                    <a:pt x="957" y="938"/>
                  </a:cubicBezTo>
                  <a:cubicBezTo>
                    <a:pt x="1185" y="938"/>
                    <a:pt x="1326" y="583"/>
                    <a:pt x="1107" y="438"/>
                  </a:cubicBezTo>
                  <a:lnTo>
                    <a:pt x="530" y="38"/>
                  </a:lnTo>
                  <a:cubicBezTo>
                    <a:pt x="484" y="12"/>
                    <a:pt x="438" y="0"/>
                    <a:pt x="3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42"/>
            <p:cNvSpPr/>
            <p:nvPr/>
          </p:nvSpPr>
          <p:spPr>
            <a:xfrm>
              <a:off x="2276782" y="3545279"/>
              <a:ext cx="99957" cy="252275"/>
            </a:xfrm>
            <a:custGeom>
              <a:avLst/>
              <a:gdLst/>
              <a:ahLst/>
              <a:cxnLst/>
              <a:rect l="l" t="t" r="r" b="b"/>
              <a:pathLst>
                <a:path w="1321" h="3334" extrusionOk="0">
                  <a:moveTo>
                    <a:pt x="378" y="1"/>
                  </a:moveTo>
                  <a:cubicBezTo>
                    <a:pt x="234" y="1"/>
                    <a:pt x="90" y="89"/>
                    <a:pt x="90" y="267"/>
                  </a:cubicBezTo>
                  <a:cubicBezTo>
                    <a:pt x="1" y="1287"/>
                    <a:pt x="223" y="2308"/>
                    <a:pt x="711" y="3195"/>
                  </a:cubicBezTo>
                  <a:cubicBezTo>
                    <a:pt x="767" y="3293"/>
                    <a:pt x="853" y="3334"/>
                    <a:pt x="940" y="3334"/>
                  </a:cubicBezTo>
                  <a:cubicBezTo>
                    <a:pt x="1130" y="3334"/>
                    <a:pt x="1320" y="3142"/>
                    <a:pt x="1199" y="2929"/>
                  </a:cubicBezTo>
                  <a:cubicBezTo>
                    <a:pt x="755" y="2086"/>
                    <a:pt x="578" y="1199"/>
                    <a:pt x="666" y="267"/>
                  </a:cubicBezTo>
                  <a:cubicBezTo>
                    <a:pt x="666" y="89"/>
                    <a:pt x="522" y="1"/>
                    <a:pt x="37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42"/>
            <p:cNvSpPr/>
            <p:nvPr/>
          </p:nvSpPr>
          <p:spPr>
            <a:xfrm>
              <a:off x="2360772" y="3568812"/>
              <a:ext cx="83461" cy="154437"/>
            </a:xfrm>
            <a:custGeom>
              <a:avLst/>
              <a:gdLst/>
              <a:ahLst/>
              <a:cxnLst/>
              <a:rect l="l" t="t" r="r" b="b"/>
              <a:pathLst>
                <a:path w="1103" h="2041" extrusionOk="0">
                  <a:moveTo>
                    <a:pt x="344" y="0"/>
                  </a:moveTo>
                  <a:cubicBezTo>
                    <a:pt x="211" y="0"/>
                    <a:pt x="67" y="89"/>
                    <a:pt x="44" y="267"/>
                  </a:cubicBezTo>
                  <a:cubicBezTo>
                    <a:pt x="0" y="843"/>
                    <a:pt x="178" y="1464"/>
                    <a:pt x="577" y="1952"/>
                  </a:cubicBezTo>
                  <a:cubicBezTo>
                    <a:pt x="628" y="2014"/>
                    <a:pt x="687" y="2040"/>
                    <a:pt x="744" y="2040"/>
                  </a:cubicBezTo>
                  <a:cubicBezTo>
                    <a:pt x="933" y="2040"/>
                    <a:pt x="1102" y="1758"/>
                    <a:pt x="932" y="1553"/>
                  </a:cubicBezTo>
                  <a:cubicBezTo>
                    <a:pt x="666" y="1198"/>
                    <a:pt x="532" y="710"/>
                    <a:pt x="577" y="267"/>
                  </a:cubicBezTo>
                  <a:cubicBezTo>
                    <a:pt x="599" y="89"/>
                    <a:pt x="477" y="0"/>
                    <a:pt x="3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42"/>
            <p:cNvSpPr/>
            <p:nvPr/>
          </p:nvSpPr>
          <p:spPr>
            <a:xfrm>
              <a:off x="2442115" y="3546263"/>
              <a:ext cx="67117" cy="74381"/>
            </a:xfrm>
            <a:custGeom>
              <a:avLst/>
              <a:gdLst/>
              <a:ahLst/>
              <a:cxnLst/>
              <a:rect l="l" t="t" r="r" b="b"/>
              <a:pathLst>
                <a:path w="887" h="983" extrusionOk="0">
                  <a:moveTo>
                    <a:pt x="329" y="1"/>
                  </a:moveTo>
                  <a:cubicBezTo>
                    <a:pt x="154" y="1"/>
                    <a:pt x="0" y="133"/>
                    <a:pt x="79" y="343"/>
                  </a:cubicBezTo>
                  <a:lnTo>
                    <a:pt x="256" y="786"/>
                  </a:lnTo>
                  <a:cubicBezTo>
                    <a:pt x="308" y="925"/>
                    <a:pt x="421" y="982"/>
                    <a:pt x="534" y="982"/>
                  </a:cubicBezTo>
                  <a:cubicBezTo>
                    <a:pt x="710" y="982"/>
                    <a:pt x="887" y="843"/>
                    <a:pt x="833" y="653"/>
                  </a:cubicBezTo>
                  <a:cubicBezTo>
                    <a:pt x="744" y="520"/>
                    <a:pt x="700" y="343"/>
                    <a:pt x="655" y="210"/>
                  </a:cubicBezTo>
                  <a:cubicBezTo>
                    <a:pt x="583" y="64"/>
                    <a:pt x="451" y="1"/>
                    <a:pt x="3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42"/>
            <p:cNvSpPr/>
            <p:nvPr/>
          </p:nvSpPr>
          <p:spPr>
            <a:xfrm>
              <a:off x="2368264" y="1811434"/>
              <a:ext cx="123489" cy="186293"/>
            </a:xfrm>
            <a:custGeom>
              <a:avLst/>
              <a:gdLst/>
              <a:ahLst/>
              <a:cxnLst/>
              <a:rect l="l" t="t" r="r" b="b"/>
              <a:pathLst>
                <a:path w="1632" h="2462" extrusionOk="0">
                  <a:moveTo>
                    <a:pt x="437" y="0"/>
                  </a:moveTo>
                  <a:cubicBezTo>
                    <a:pt x="209" y="0"/>
                    <a:pt x="0" y="288"/>
                    <a:pt x="212" y="465"/>
                  </a:cubicBezTo>
                  <a:cubicBezTo>
                    <a:pt x="744" y="908"/>
                    <a:pt x="1010" y="1529"/>
                    <a:pt x="1055" y="2195"/>
                  </a:cubicBezTo>
                  <a:cubicBezTo>
                    <a:pt x="1055" y="2372"/>
                    <a:pt x="1199" y="2461"/>
                    <a:pt x="1343" y="2461"/>
                  </a:cubicBezTo>
                  <a:cubicBezTo>
                    <a:pt x="1487" y="2461"/>
                    <a:pt x="1631" y="2372"/>
                    <a:pt x="1631" y="2195"/>
                  </a:cubicBezTo>
                  <a:cubicBezTo>
                    <a:pt x="1587" y="1396"/>
                    <a:pt x="1232" y="598"/>
                    <a:pt x="611" y="65"/>
                  </a:cubicBezTo>
                  <a:cubicBezTo>
                    <a:pt x="556" y="20"/>
                    <a:pt x="496" y="0"/>
                    <a:pt x="4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42"/>
            <p:cNvSpPr/>
            <p:nvPr/>
          </p:nvSpPr>
          <p:spPr>
            <a:xfrm>
              <a:off x="2498941" y="1809921"/>
              <a:ext cx="75062" cy="140742"/>
            </a:xfrm>
            <a:custGeom>
              <a:avLst/>
              <a:gdLst/>
              <a:ahLst/>
              <a:cxnLst/>
              <a:rect l="l" t="t" r="r" b="b"/>
              <a:pathLst>
                <a:path w="992" h="1860" extrusionOk="0">
                  <a:moveTo>
                    <a:pt x="387" y="1"/>
                  </a:moveTo>
                  <a:cubicBezTo>
                    <a:pt x="208" y="1"/>
                    <a:pt x="1" y="221"/>
                    <a:pt x="126" y="440"/>
                  </a:cubicBezTo>
                  <a:cubicBezTo>
                    <a:pt x="304" y="795"/>
                    <a:pt x="392" y="1194"/>
                    <a:pt x="437" y="1594"/>
                  </a:cubicBezTo>
                  <a:cubicBezTo>
                    <a:pt x="459" y="1771"/>
                    <a:pt x="603" y="1860"/>
                    <a:pt x="736" y="1860"/>
                  </a:cubicBezTo>
                  <a:cubicBezTo>
                    <a:pt x="869" y="1860"/>
                    <a:pt x="991" y="1771"/>
                    <a:pt x="969" y="1594"/>
                  </a:cubicBezTo>
                  <a:cubicBezTo>
                    <a:pt x="925" y="1061"/>
                    <a:pt x="792" y="573"/>
                    <a:pt x="570" y="130"/>
                  </a:cubicBezTo>
                  <a:cubicBezTo>
                    <a:pt x="531" y="39"/>
                    <a:pt x="462"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42"/>
            <p:cNvSpPr/>
            <p:nvPr/>
          </p:nvSpPr>
          <p:spPr>
            <a:xfrm>
              <a:off x="2600411" y="1831940"/>
              <a:ext cx="51076" cy="90877"/>
            </a:xfrm>
            <a:custGeom>
              <a:avLst/>
              <a:gdLst/>
              <a:ahLst/>
              <a:cxnLst/>
              <a:rect l="l" t="t" r="r" b="b"/>
              <a:pathLst>
                <a:path w="675" h="1201" extrusionOk="0">
                  <a:moveTo>
                    <a:pt x="355" y="0"/>
                  </a:moveTo>
                  <a:cubicBezTo>
                    <a:pt x="193" y="0"/>
                    <a:pt x="0" y="152"/>
                    <a:pt x="28" y="371"/>
                  </a:cubicBezTo>
                  <a:cubicBezTo>
                    <a:pt x="28" y="548"/>
                    <a:pt x="72" y="770"/>
                    <a:pt x="116" y="992"/>
                  </a:cubicBezTo>
                  <a:cubicBezTo>
                    <a:pt x="134" y="1137"/>
                    <a:pt x="234" y="1201"/>
                    <a:pt x="343" y="1201"/>
                  </a:cubicBezTo>
                  <a:cubicBezTo>
                    <a:pt x="500" y="1201"/>
                    <a:pt x="675" y="1069"/>
                    <a:pt x="649" y="859"/>
                  </a:cubicBezTo>
                  <a:cubicBezTo>
                    <a:pt x="649" y="637"/>
                    <a:pt x="604" y="415"/>
                    <a:pt x="560" y="194"/>
                  </a:cubicBezTo>
                  <a:cubicBezTo>
                    <a:pt x="543" y="58"/>
                    <a:pt x="455" y="0"/>
                    <a:pt x="3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42"/>
            <p:cNvSpPr/>
            <p:nvPr/>
          </p:nvSpPr>
          <p:spPr>
            <a:xfrm>
              <a:off x="2535489" y="1679167"/>
              <a:ext cx="140212" cy="83083"/>
            </a:xfrm>
            <a:custGeom>
              <a:avLst/>
              <a:gdLst/>
              <a:ahLst/>
              <a:cxnLst/>
              <a:rect l="l" t="t" r="r" b="b"/>
              <a:pathLst>
                <a:path w="1853" h="1098" extrusionOk="0">
                  <a:moveTo>
                    <a:pt x="396" y="0"/>
                  </a:moveTo>
                  <a:cubicBezTo>
                    <a:pt x="153" y="0"/>
                    <a:pt x="0" y="376"/>
                    <a:pt x="264" y="527"/>
                  </a:cubicBezTo>
                  <a:lnTo>
                    <a:pt x="1285" y="1059"/>
                  </a:lnTo>
                  <a:cubicBezTo>
                    <a:pt x="1331" y="1086"/>
                    <a:pt x="1378" y="1097"/>
                    <a:pt x="1422" y="1097"/>
                  </a:cubicBezTo>
                  <a:cubicBezTo>
                    <a:pt x="1674" y="1097"/>
                    <a:pt x="1853" y="722"/>
                    <a:pt x="1551" y="571"/>
                  </a:cubicBezTo>
                  <a:lnTo>
                    <a:pt x="531" y="38"/>
                  </a:lnTo>
                  <a:cubicBezTo>
                    <a:pt x="484" y="12"/>
                    <a:pt x="439" y="0"/>
                    <a:pt x="3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42"/>
            <p:cNvSpPr/>
            <p:nvPr/>
          </p:nvSpPr>
          <p:spPr>
            <a:xfrm>
              <a:off x="2600790" y="1594344"/>
              <a:ext cx="80964" cy="64166"/>
            </a:xfrm>
            <a:custGeom>
              <a:avLst/>
              <a:gdLst/>
              <a:ahLst/>
              <a:cxnLst/>
              <a:rect l="l" t="t" r="r" b="b"/>
              <a:pathLst>
                <a:path w="1070" h="848" extrusionOk="0">
                  <a:moveTo>
                    <a:pt x="387" y="0"/>
                  </a:moveTo>
                  <a:cubicBezTo>
                    <a:pt x="175" y="0"/>
                    <a:pt x="0" y="250"/>
                    <a:pt x="200" y="450"/>
                  </a:cubicBezTo>
                  <a:cubicBezTo>
                    <a:pt x="289" y="583"/>
                    <a:pt x="377" y="671"/>
                    <a:pt x="466" y="760"/>
                  </a:cubicBezTo>
                  <a:cubicBezTo>
                    <a:pt x="528" y="822"/>
                    <a:pt x="597" y="848"/>
                    <a:pt x="663" y="848"/>
                  </a:cubicBezTo>
                  <a:cubicBezTo>
                    <a:pt x="882" y="848"/>
                    <a:pt x="1070" y="565"/>
                    <a:pt x="866" y="361"/>
                  </a:cubicBezTo>
                  <a:lnTo>
                    <a:pt x="599" y="95"/>
                  </a:lnTo>
                  <a:cubicBezTo>
                    <a:pt x="533" y="28"/>
                    <a:pt x="458"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4" name="Google Shape;1754;p42"/>
          <p:cNvGrpSpPr/>
          <p:nvPr/>
        </p:nvGrpSpPr>
        <p:grpSpPr>
          <a:xfrm>
            <a:off x="641800" y="3408375"/>
            <a:ext cx="2091148" cy="1250461"/>
            <a:chOff x="1186065" y="489079"/>
            <a:chExt cx="6771853" cy="4049419"/>
          </a:xfrm>
        </p:grpSpPr>
        <p:sp>
          <p:nvSpPr>
            <p:cNvPr id="1755" name="Google Shape;1755;p42"/>
            <p:cNvSpPr/>
            <p:nvPr/>
          </p:nvSpPr>
          <p:spPr>
            <a:xfrm>
              <a:off x="2263761" y="505698"/>
              <a:ext cx="4572358" cy="4011138"/>
            </a:xfrm>
            <a:custGeom>
              <a:avLst/>
              <a:gdLst/>
              <a:ahLst/>
              <a:cxnLst/>
              <a:rect l="l" t="t" r="r" b="b"/>
              <a:pathLst>
                <a:path w="64379" h="56477" extrusionOk="0">
                  <a:moveTo>
                    <a:pt x="32163" y="0"/>
                  </a:moveTo>
                  <a:cubicBezTo>
                    <a:pt x="27096" y="0"/>
                    <a:pt x="21968" y="1368"/>
                    <a:pt x="17349" y="4235"/>
                  </a:cubicBezTo>
                  <a:cubicBezTo>
                    <a:pt x="4083" y="12443"/>
                    <a:pt x="1" y="29880"/>
                    <a:pt x="8209" y="43102"/>
                  </a:cubicBezTo>
                  <a:cubicBezTo>
                    <a:pt x="13549" y="51733"/>
                    <a:pt x="22778" y="56476"/>
                    <a:pt x="32228" y="56476"/>
                  </a:cubicBezTo>
                  <a:cubicBezTo>
                    <a:pt x="37302" y="56476"/>
                    <a:pt x="42441" y="55109"/>
                    <a:pt x="47075" y="52241"/>
                  </a:cubicBezTo>
                  <a:cubicBezTo>
                    <a:pt x="60297" y="44033"/>
                    <a:pt x="64379" y="26641"/>
                    <a:pt x="56171" y="13375"/>
                  </a:cubicBezTo>
                  <a:cubicBezTo>
                    <a:pt x="50830" y="4744"/>
                    <a:pt x="41601" y="0"/>
                    <a:pt x="32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2"/>
            <p:cNvSpPr/>
            <p:nvPr/>
          </p:nvSpPr>
          <p:spPr>
            <a:xfrm>
              <a:off x="3435987" y="636308"/>
              <a:ext cx="2101911" cy="211505"/>
            </a:xfrm>
            <a:custGeom>
              <a:avLst/>
              <a:gdLst/>
              <a:ahLst/>
              <a:cxnLst/>
              <a:rect l="l" t="t" r="r" b="b"/>
              <a:pathLst>
                <a:path w="29595" h="2978" extrusionOk="0">
                  <a:moveTo>
                    <a:pt x="25601" y="0"/>
                  </a:moveTo>
                  <a:cubicBezTo>
                    <a:pt x="21963" y="400"/>
                    <a:pt x="18280" y="710"/>
                    <a:pt x="14509" y="799"/>
                  </a:cubicBezTo>
                  <a:cubicBezTo>
                    <a:pt x="10782" y="932"/>
                    <a:pt x="6878" y="1154"/>
                    <a:pt x="2929" y="1243"/>
                  </a:cubicBezTo>
                  <a:cubicBezTo>
                    <a:pt x="2840" y="1287"/>
                    <a:pt x="2751" y="1331"/>
                    <a:pt x="2663" y="1376"/>
                  </a:cubicBezTo>
                  <a:cubicBezTo>
                    <a:pt x="1775" y="1864"/>
                    <a:pt x="844" y="2396"/>
                    <a:pt x="1" y="2973"/>
                  </a:cubicBezTo>
                  <a:cubicBezTo>
                    <a:pt x="372" y="2976"/>
                    <a:pt x="744" y="2978"/>
                    <a:pt x="1116" y="2978"/>
                  </a:cubicBezTo>
                  <a:cubicBezTo>
                    <a:pt x="5668" y="2978"/>
                    <a:pt x="10202" y="2741"/>
                    <a:pt x="14509" y="2618"/>
                  </a:cubicBezTo>
                  <a:cubicBezTo>
                    <a:pt x="19434" y="2529"/>
                    <a:pt x="24536" y="2352"/>
                    <a:pt x="29594" y="1864"/>
                  </a:cubicBezTo>
                  <a:cubicBezTo>
                    <a:pt x="28307" y="1154"/>
                    <a:pt x="26976" y="533"/>
                    <a:pt x="2560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42"/>
            <p:cNvSpPr/>
            <p:nvPr/>
          </p:nvSpPr>
          <p:spPr>
            <a:xfrm>
              <a:off x="2604101" y="2700293"/>
              <a:ext cx="3938979" cy="934869"/>
            </a:xfrm>
            <a:custGeom>
              <a:avLst/>
              <a:gdLst/>
              <a:ahLst/>
              <a:cxnLst/>
              <a:rect l="l" t="t" r="r" b="b"/>
              <a:pathLst>
                <a:path w="55461" h="13163" extrusionOk="0">
                  <a:moveTo>
                    <a:pt x="55460" y="0"/>
                  </a:moveTo>
                  <a:lnTo>
                    <a:pt x="55460" y="0"/>
                  </a:lnTo>
                  <a:cubicBezTo>
                    <a:pt x="52088" y="400"/>
                    <a:pt x="48716" y="755"/>
                    <a:pt x="45300" y="1110"/>
                  </a:cubicBezTo>
                  <a:cubicBezTo>
                    <a:pt x="35495" y="2086"/>
                    <a:pt x="25689" y="2840"/>
                    <a:pt x="15840" y="3195"/>
                  </a:cubicBezTo>
                  <a:cubicBezTo>
                    <a:pt x="10560" y="3372"/>
                    <a:pt x="5280" y="3772"/>
                    <a:pt x="0" y="4215"/>
                  </a:cubicBezTo>
                  <a:cubicBezTo>
                    <a:pt x="533" y="6256"/>
                    <a:pt x="1287" y="8297"/>
                    <a:pt x="2219" y="10205"/>
                  </a:cubicBezTo>
                  <a:cubicBezTo>
                    <a:pt x="5990" y="10826"/>
                    <a:pt x="9761" y="11314"/>
                    <a:pt x="13577" y="11669"/>
                  </a:cubicBezTo>
                  <a:cubicBezTo>
                    <a:pt x="23338" y="12512"/>
                    <a:pt x="33188" y="13000"/>
                    <a:pt x="42993" y="13133"/>
                  </a:cubicBezTo>
                  <a:cubicBezTo>
                    <a:pt x="44077" y="13152"/>
                    <a:pt x="45162" y="13162"/>
                    <a:pt x="46243" y="13162"/>
                  </a:cubicBezTo>
                  <a:cubicBezTo>
                    <a:pt x="47772" y="13162"/>
                    <a:pt x="49294" y="13141"/>
                    <a:pt x="50802" y="13089"/>
                  </a:cubicBezTo>
                  <a:cubicBezTo>
                    <a:pt x="53419" y="9185"/>
                    <a:pt x="55017" y="4659"/>
                    <a:pt x="5546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42"/>
            <p:cNvSpPr/>
            <p:nvPr/>
          </p:nvSpPr>
          <p:spPr>
            <a:xfrm>
              <a:off x="2607226" y="1367343"/>
              <a:ext cx="3901195" cy="764486"/>
            </a:xfrm>
            <a:custGeom>
              <a:avLst/>
              <a:gdLst/>
              <a:ahLst/>
              <a:cxnLst/>
              <a:rect l="l" t="t" r="r" b="b"/>
              <a:pathLst>
                <a:path w="54929" h="10764" extrusionOk="0">
                  <a:moveTo>
                    <a:pt x="50492" y="1"/>
                  </a:moveTo>
                  <a:cubicBezTo>
                    <a:pt x="44236" y="755"/>
                    <a:pt x="37980" y="1465"/>
                    <a:pt x="31724" y="2308"/>
                  </a:cubicBezTo>
                  <a:cubicBezTo>
                    <a:pt x="21741" y="3639"/>
                    <a:pt x="11625" y="4437"/>
                    <a:pt x="1554" y="4659"/>
                  </a:cubicBezTo>
                  <a:cubicBezTo>
                    <a:pt x="888" y="6123"/>
                    <a:pt x="400" y="7588"/>
                    <a:pt x="1" y="9096"/>
                  </a:cubicBezTo>
                  <a:cubicBezTo>
                    <a:pt x="10072" y="10338"/>
                    <a:pt x="20366" y="10294"/>
                    <a:pt x="30570" y="10649"/>
                  </a:cubicBezTo>
                  <a:cubicBezTo>
                    <a:pt x="32848" y="10728"/>
                    <a:pt x="35118" y="10764"/>
                    <a:pt x="37383" y="10764"/>
                  </a:cubicBezTo>
                  <a:cubicBezTo>
                    <a:pt x="42753" y="10764"/>
                    <a:pt x="48097" y="10562"/>
                    <a:pt x="53464" y="10250"/>
                  </a:cubicBezTo>
                  <a:lnTo>
                    <a:pt x="54928" y="10161"/>
                  </a:lnTo>
                  <a:cubicBezTo>
                    <a:pt x="54174" y="6523"/>
                    <a:pt x="52666" y="3062"/>
                    <a:pt x="5049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2"/>
            <p:cNvSpPr/>
            <p:nvPr/>
          </p:nvSpPr>
          <p:spPr>
            <a:xfrm>
              <a:off x="2547354" y="2467126"/>
              <a:ext cx="4008297" cy="245241"/>
            </a:xfrm>
            <a:custGeom>
              <a:avLst/>
              <a:gdLst/>
              <a:ahLst/>
              <a:cxnLst/>
              <a:rect l="l" t="t" r="r" b="b"/>
              <a:pathLst>
                <a:path w="56437" h="3453" extrusionOk="0">
                  <a:moveTo>
                    <a:pt x="1" y="0"/>
                  </a:moveTo>
                  <a:lnTo>
                    <a:pt x="1" y="1553"/>
                  </a:lnTo>
                  <a:cubicBezTo>
                    <a:pt x="9229" y="2529"/>
                    <a:pt x="18591" y="3017"/>
                    <a:pt x="27864" y="3328"/>
                  </a:cubicBezTo>
                  <a:cubicBezTo>
                    <a:pt x="30636" y="3405"/>
                    <a:pt x="33407" y="3452"/>
                    <a:pt x="36177" y="3452"/>
                  </a:cubicBezTo>
                  <a:cubicBezTo>
                    <a:pt x="42939" y="3452"/>
                    <a:pt x="49688" y="3170"/>
                    <a:pt x="56393" y="2352"/>
                  </a:cubicBezTo>
                  <a:cubicBezTo>
                    <a:pt x="56437" y="1642"/>
                    <a:pt x="56437" y="887"/>
                    <a:pt x="56437" y="178"/>
                  </a:cubicBezTo>
                  <a:lnTo>
                    <a:pt x="56437" y="178"/>
                  </a:lnTo>
                  <a:cubicBezTo>
                    <a:pt x="49326" y="911"/>
                    <a:pt x="42214" y="1278"/>
                    <a:pt x="35103" y="1278"/>
                  </a:cubicBezTo>
                  <a:cubicBezTo>
                    <a:pt x="32320" y="1278"/>
                    <a:pt x="29537" y="1222"/>
                    <a:pt x="26755" y="1109"/>
                  </a:cubicBezTo>
                  <a:cubicBezTo>
                    <a:pt x="17881" y="799"/>
                    <a:pt x="8919" y="533"/>
                    <a:pt x="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42"/>
            <p:cNvSpPr/>
            <p:nvPr/>
          </p:nvSpPr>
          <p:spPr>
            <a:xfrm>
              <a:off x="2881372" y="1074304"/>
              <a:ext cx="3289833" cy="366334"/>
            </a:xfrm>
            <a:custGeom>
              <a:avLst/>
              <a:gdLst/>
              <a:ahLst/>
              <a:cxnLst/>
              <a:rect l="l" t="t" r="r" b="b"/>
              <a:pathLst>
                <a:path w="46321" h="5158" extrusionOk="0">
                  <a:moveTo>
                    <a:pt x="43126" y="0"/>
                  </a:moveTo>
                  <a:cubicBezTo>
                    <a:pt x="37270" y="710"/>
                    <a:pt x="31413" y="1420"/>
                    <a:pt x="25512" y="1864"/>
                  </a:cubicBezTo>
                  <a:cubicBezTo>
                    <a:pt x="19130" y="2358"/>
                    <a:pt x="12776" y="2571"/>
                    <a:pt x="6450" y="2571"/>
                  </a:cubicBezTo>
                  <a:cubicBezTo>
                    <a:pt x="4816" y="2571"/>
                    <a:pt x="3184" y="2557"/>
                    <a:pt x="1554" y="2529"/>
                  </a:cubicBezTo>
                  <a:cubicBezTo>
                    <a:pt x="977" y="3195"/>
                    <a:pt x="444" y="3905"/>
                    <a:pt x="1" y="4659"/>
                  </a:cubicBezTo>
                  <a:cubicBezTo>
                    <a:pt x="5132" y="4981"/>
                    <a:pt x="10280" y="5157"/>
                    <a:pt x="15435" y="5157"/>
                  </a:cubicBezTo>
                  <a:cubicBezTo>
                    <a:pt x="18792" y="5157"/>
                    <a:pt x="22152" y="5083"/>
                    <a:pt x="25512" y="4925"/>
                  </a:cubicBezTo>
                  <a:cubicBezTo>
                    <a:pt x="32389" y="4703"/>
                    <a:pt x="39355" y="4260"/>
                    <a:pt x="46321" y="3683"/>
                  </a:cubicBezTo>
                  <a:cubicBezTo>
                    <a:pt x="45389" y="2352"/>
                    <a:pt x="44324" y="1110"/>
                    <a:pt x="43126"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42"/>
            <p:cNvSpPr/>
            <p:nvPr/>
          </p:nvSpPr>
          <p:spPr>
            <a:xfrm>
              <a:off x="3086201" y="3806327"/>
              <a:ext cx="2993669" cy="646021"/>
            </a:xfrm>
            <a:custGeom>
              <a:avLst/>
              <a:gdLst/>
              <a:ahLst/>
              <a:cxnLst/>
              <a:rect l="l" t="t" r="r" b="b"/>
              <a:pathLst>
                <a:path w="42151" h="9096" extrusionOk="0">
                  <a:moveTo>
                    <a:pt x="42150" y="0"/>
                  </a:moveTo>
                  <a:lnTo>
                    <a:pt x="42150" y="0"/>
                  </a:lnTo>
                  <a:cubicBezTo>
                    <a:pt x="32186" y="744"/>
                    <a:pt x="22253" y="1207"/>
                    <a:pt x="12220" y="1207"/>
                  </a:cubicBezTo>
                  <a:cubicBezTo>
                    <a:pt x="10281" y="1207"/>
                    <a:pt x="8337" y="1190"/>
                    <a:pt x="6390" y="1154"/>
                  </a:cubicBezTo>
                  <a:cubicBezTo>
                    <a:pt x="4260" y="1110"/>
                    <a:pt x="2130" y="1065"/>
                    <a:pt x="1" y="1065"/>
                  </a:cubicBezTo>
                  <a:cubicBezTo>
                    <a:pt x="3639" y="4970"/>
                    <a:pt x="8342" y="7765"/>
                    <a:pt x="13533" y="9096"/>
                  </a:cubicBezTo>
                  <a:cubicBezTo>
                    <a:pt x="21342" y="7898"/>
                    <a:pt x="29150" y="6478"/>
                    <a:pt x="36915" y="4837"/>
                  </a:cubicBezTo>
                  <a:cubicBezTo>
                    <a:pt x="38867" y="3461"/>
                    <a:pt x="40642" y="1820"/>
                    <a:pt x="4215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42"/>
            <p:cNvSpPr/>
            <p:nvPr/>
          </p:nvSpPr>
          <p:spPr>
            <a:xfrm>
              <a:off x="4595572" y="510243"/>
              <a:ext cx="1960079" cy="4008297"/>
            </a:xfrm>
            <a:custGeom>
              <a:avLst/>
              <a:gdLst/>
              <a:ahLst/>
              <a:cxnLst/>
              <a:rect l="l" t="t" r="r" b="b"/>
              <a:pathLst>
                <a:path w="27598" h="56437" extrusionOk="0">
                  <a:moveTo>
                    <a:pt x="312" y="1"/>
                  </a:moveTo>
                  <a:cubicBezTo>
                    <a:pt x="5458" y="7410"/>
                    <a:pt x="6079" y="19389"/>
                    <a:pt x="5991" y="27376"/>
                  </a:cubicBezTo>
                  <a:cubicBezTo>
                    <a:pt x="5858" y="37358"/>
                    <a:pt x="3817" y="47208"/>
                    <a:pt x="1" y="56437"/>
                  </a:cubicBezTo>
                  <a:cubicBezTo>
                    <a:pt x="15264" y="56037"/>
                    <a:pt x="27420" y="43614"/>
                    <a:pt x="27509" y="28352"/>
                  </a:cubicBezTo>
                  <a:cubicBezTo>
                    <a:pt x="27598" y="13089"/>
                    <a:pt x="15530" y="533"/>
                    <a:pt x="31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2"/>
            <p:cNvSpPr/>
            <p:nvPr/>
          </p:nvSpPr>
          <p:spPr>
            <a:xfrm>
              <a:off x="4623981" y="541777"/>
              <a:ext cx="2000988" cy="3973638"/>
            </a:xfrm>
            <a:custGeom>
              <a:avLst/>
              <a:gdLst/>
              <a:ahLst/>
              <a:cxnLst/>
              <a:rect l="l" t="t" r="r" b="b"/>
              <a:pathLst>
                <a:path w="28174" h="55949" extrusionOk="0">
                  <a:moveTo>
                    <a:pt x="4127" y="0"/>
                  </a:moveTo>
                  <a:cubicBezTo>
                    <a:pt x="8031" y="2662"/>
                    <a:pt x="11713" y="5546"/>
                    <a:pt x="14154" y="9850"/>
                  </a:cubicBezTo>
                  <a:cubicBezTo>
                    <a:pt x="17304" y="15618"/>
                    <a:pt x="18857" y="22140"/>
                    <a:pt x="18679" y="28751"/>
                  </a:cubicBezTo>
                  <a:cubicBezTo>
                    <a:pt x="18546" y="34918"/>
                    <a:pt x="17038" y="40863"/>
                    <a:pt x="13266" y="45877"/>
                  </a:cubicBezTo>
                  <a:cubicBezTo>
                    <a:pt x="9761" y="50535"/>
                    <a:pt x="4881" y="53064"/>
                    <a:pt x="0" y="55948"/>
                  </a:cubicBezTo>
                  <a:cubicBezTo>
                    <a:pt x="14420" y="55416"/>
                    <a:pt x="26089" y="44146"/>
                    <a:pt x="27154" y="29816"/>
                  </a:cubicBezTo>
                  <a:cubicBezTo>
                    <a:pt x="28174" y="15485"/>
                    <a:pt x="18280" y="2618"/>
                    <a:pt x="4127"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2"/>
            <p:cNvSpPr/>
            <p:nvPr/>
          </p:nvSpPr>
          <p:spPr>
            <a:xfrm>
              <a:off x="1220724" y="671536"/>
              <a:ext cx="6737194" cy="3681877"/>
            </a:xfrm>
            <a:custGeom>
              <a:avLst/>
              <a:gdLst/>
              <a:ahLst/>
              <a:cxnLst/>
              <a:rect l="l" t="t" r="r" b="b"/>
              <a:pathLst>
                <a:path w="94860" h="51841" extrusionOk="0">
                  <a:moveTo>
                    <a:pt x="84175" y="1"/>
                  </a:moveTo>
                  <a:cubicBezTo>
                    <a:pt x="79341" y="1"/>
                    <a:pt x="72571" y="1420"/>
                    <a:pt x="64734" y="4074"/>
                  </a:cubicBezTo>
                  <a:cubicBezTo>
                    <a:pt x="65311" y="4562"/>
                    <a:pt x="65932" y="5095"/>
                    <a:pt x="66464" y="5627"/>
                  </a:cubicBezTo>
                  <a:cubicBezTo>
                    <a:pt x="69838" y="4798"/>
                    <a:pt x="72782" y="4365"/>
                    <a:pt x="75128" y="4365"/>
                  </a:cubicBezTo>
                  <a:cubicBezTo>
                    <a:pt x="78058" y="4365"/>
                    <a:pt x="80056" y="5041"/>
                    <a:pt x="80795" y="6470"/>
                  </a:cubicBezTo>
                  <a:cubicBezTo>
                    <a:pt x="83368" y="11395"/>
                    <a:pt x="69925" y="23463"/>
                    <a:pt x="50758" y="33446"/>
                  </a:cubicBezTo>
                  <a:cubicBezTo>
                    <a:pt x="37157" y="40498"/>
                    <a:pt x="24360" y="44579"/>
                    <a:pt x="17156" y="44579"/>
                  </a:cubicBezTo>
                  <a:cubicBezTo>
                    <a:pt x="14207" y="44579"/>
                    <a:pt x="12195" y="43896"/>
                    <a:pt x="11448" y="42453"/>
                  </a:cubicBezTo>
                  <a:cubicBezTo>
                    <a:pt x="10117" y="39879"/>
                    <a:pt x="13089" y="35398"/>
                    <a:pt x="19035" y="30251"/>
                  </a:cubicBezTo>
                  <a:cubicBezTo>
                    <a:pt x="18902" y="29497"/>
                    <a:pt x="18813" y="28743"/>
                    <a:pt x="18769" y="27944"/>
                  </a:cubicBezTo>
                  <a:cubicBezTo>
                    <a:pt x="6834" y="36729"/>
                    <a:pt x="1" y="44893"/>
                    <a:pt x="2219" y="49108"/>
                  </a:cubicBezTo>
                  <a:cubicBezTo>
                    <a:pt x="3185" y="50962"/>
                    <a:pt x="5780" y="51841"/>
                    <a:pt x="9581" y="51841"/>
                  </a:cubicBezTo>
                  <a:cubicBezTo>
                    <a:pt x="18875" y="51841"/>
                    <a:pt x="35378" y="46584"/>
                    <a:pt x="52888" y="37483"/>
                  </a:cubicBezTo>
                  <a:cubicBezTo>
                    <a:pt x="77556" y="24661"/>
                    <a:pt x="94860" y="9088"/>
                    <a:pt x="91576" y="2743"/>
                  </a:cubicBezTo>
                  <a:cubicBezTo>
                    <a:pt x="90598" y="884"/>
                    <a:pt x="87989" y="1"/>
                    <a:pt x="84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42"/>
            <p:cNvSpPr/>
            <p:nvPr/>
          </p:nvSpPr>
          <p:spPr>
            <a:xfrm>
              <a:off x="3454879" y="2640421"/>
              <a:ext cx="3094521" cy="1780463"/>
            </a:xfrm>
            <a:custGeom>
              <a:avLst/>
              <a:gdLst/>
              <a:ahLst/>
              <a:cxnLst/>
              <a:rect l="l" t="t" r="r" b="b"/>
              <a:pathLst>
                <a:path w="43571" h="25069" extrusionOk="0">
                  <a:moveTo>
                    <a:pt x="43570" y="0"/>
                  </a:moveTo>
                  <a:lnTo>
                    <a:pt x="43570" y="0"/>
                  </a:lnTo>
                  <a:cubicBezTo>
                    <a:pt x="37492" y="4615"/>
                    <a:pt x="31014" y="8696"/>
                    <a:pt x="24226" y="12157"/>
                  </a:cubicBezTo>
                  <a:cubicBezTo>
                    <a:pt x="15396" y="16771"/>
                    <a:pt x="6878" y="20099"/>
                    <a:pt x="1" y="21874"/>
                  </a:cubicBezTo>
                  <a:cubicBezTo>
                    <a:pt x="2086" y="23205"/>
                    <a:pt x="4304" y="24314"/>
                    <a:pt x="6656" y="25068"/>
                  </a:cubicBezTo>
                  <a:cubicBezTo>
                    <a:pt x="13400" y="22495"/>
                    <a:pt x="20011" y="19567"/>
                    <a:pt x="26400" y="16239"/>
                  </a:cubicBezTo>
                  <a:cubicBezTo>
                    <a:pt x="31813" y="13399"/>
                    <a:pt x="37092" y="10338"/>
                    <a:pt x="42239" y="6966"/>
                  </a:cubicBezTo>
                  <a:cubicBezTo>
                    <a:pt x="42993" y="4703"/>
                    <a:pt x="43437" y="2352"/>
                    <a:pt x="4357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42"/>
            <p:cNvSpPr/>
            <p:nvPr/>
          </p:nvSpPr>
          <p:spPr>
            <a:xfrm>
              <a:off x="4850968" y="4348725"/>
              <a:ext cx="64844" cy="64915"/>
            </a:xfrm>
            <a:custGeom>
              <a:avLst/>
              <a:gdLst/>
              <a:ahLst/>
              <a:cxnLst/>
              <a:rect l="l" t="t" r="r" b="b"/>
              <a:pathLst>
                <a:path w="913" h="914" extrusionOk="0">
                  <a:moveTo>
                    <a:pt x="396" y="1"/>
                  </a:moveTo>
                  <a:cubicBezTo>
                    <a:pt x="154" y="1"/>
                    <a:pt x="1" y="376"/>
                    <a:pt x="265" y="527"/>
                  </a:cubicBezTo>
                  <a:cubicBezTo>
                    <a:pt x="309" y="572"/>
                    <a:pt x="309" y="616"/>
                    <a:pt x="354" y="705"/>
                  </a:cubicBezTo>
                  <a:cubicBezTo>
                    <a:pt x="372" y="850"/>
                    <a:pt x="472" y="913"/>
                    <a:pt x="581" y="913"/>
                  </a:cubicBezTo>
                  <a:cubicBezTo>
                    <a:pt x="737" y="913"/>
                    <a:pt x="912" y="781"/>
                    <a:pt x="886" y="572"/>
                  </a:cubicBezTo>
                  <a:cubicBezTo>
                    <a:pt x="842" y="350"/>
                    <a:pt x="709" y="172"/>
                    <a:pt x="531" y="39"/>
                  </a:cubicBezTo>
                  <a:cubicBezTo>
                    <a:pt x="485" y="13"/>
                    <a:pt x="439" y="1"/>
                    <a:pt x="39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7" name="Google Shape;1767;p42"/>
            <p:cNvGrpSpPr/>
            <p:nvPr/>
          </p:nvGrpSpPr>
          <p:grpSpPr>
            <a:xfrm>
              <a:off x="1186065" y="489079"/>
              <a:ext cx="6623771" cy="4049419"/>
              <a:chOff x="1186065" y="489079"/>
              <a:chExt cx="6623771" cy="4049419"/>
            </a:xfrm>
          </p:grpSpPr>
          <p:sp>
            <p:nvSpPr>
              <p:cNvPr id="1768" name="Google Shape;1768;p42"/>
              <p:cNvSpPr/>
              <p:nvPr/>
            </p:nvSpPr>
            <p:spPr>
              <a:xfrm>
                <a:off x="6168010" y="1402002"/>
                <a:ext cx="129261" cy="126136"/>
              </a:xfrm>
              <a:custGeom>
                <a:avLst/>
                <a:gdLst/>
                <a:ahLst/>
                <a:cxnLst/>
                <a:rect l="l" t="t" r="r" b="b"/>
                <a:pathLst>
                  <a:path w="1820" h="1776" extrusionOk="0">
                    <a:moveTo>
                      <a:pt x="711" y="1"/>
                    </a:moveTo>
                    <a:cubicBezTo>
                      <a:pt x="489" y="89"/>
                      <a:pt x="267" y="178"/>
                      <a:pt x="1" y="223"/>
                    </a:cubicBezTo>
                    <a:cubicBezTo>
                      <a:pt x="622" y="755"/>
                      <a:pt x="1199" y="1243"/>
                      <a:pt x="1775" y="1775"/>
                    </a:cubicBezTo>
                    <a:lnTo>
                      <a:pt x="1820" y="1775"/>
                    </a:lnTo>
                    <a:cubicBezTo>
                      <a:pt x="1465" y="1154"/>
                      <a:pt x="1110" y="578"/>
                      <a:pt x="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42"/>
              <p:cNvSpPr/>
              <p:nvPr/>
            </p:nvSpPr>
            <p:spPr>
              <a:xfrm>
                <a:off x="1186065" y="489079"/>
                <a:ext cx="6623771" cy="4049419"/>
              </a:xfrm>
              <a:custGeom>
                <a:avLst/>
                <a:gdLst/>
                <a:ahLst/>
                <a:cxnLst/>
                <a:rect l="l" t="t" r="r" b="b"/>
                <a:pathLst>
                  <a:path w="93263" h="57016" extrusionOk="0">
                    <a:moveTo>
                      <a:pt x="69126" y="11169"/>
                    </a:moveTo>
                    <a:cubicBezTo>
                      <a:pt x="69392" y="11524"/>
                      <a:pt x="69659" y="11834"/>
                      <a:pt x="69880" y="12145"/>
                    </a:cubicBezTo>
                    <a:cubicBezTo>
                      <a:pt x="69747" y="12278"/>
                      <a:pt x="69614" y="12367"/>
                      <a:pt x="69525" y="12544"/>
                    </a:cubicBezTo>
                    <a:cubicBezTo>
                      <a:pt x="69259" y="12100"/>
                      <a:pt x="69126" y="11657"/>
                      <a:pt x="69126" y="11169"/>
                    </a:cubicBezTo>
                    <a:close/>
                    <a:moveTo>
                      <a:pt x="71034" y="13786"/>
                    </a:moveTo>
                    <a:cubicBezTo>
                      <a:pt x="71256" y="14141"/>
                      <a:pt x="71478" y="14496"/>
                      <a:pt x="71655" y="14851"/>
                    </a:cubicBezTo>
                    <a:cubicBezTo>
                      <a:pt x="71300" y="14629"/>
                      <a:pt x="70901" y="14452"/>
                      <a:pt x="70502" y="14363"/>
                    </a:cubicBezTo>
                    <a:cubicBezTo>
                      <a:pt x="70635" y="14230"/>
                      <a:pt x="70812" y="14053"/>
                      <a:pt x="70945" y="13920"/>
                    </a:cubicBezTo>
                    <a:cubicBezTo>
                      <a:pt x="70990" y="13875"/>
                      <a:pt x="70990" y="13831"/>
                      <a:pt x="71034" y="13786"/>
                    </a:cubicBezTo>
                    <a:close/>
                    <a:moveTo>
                      <a:pt x="75792" y="6910"/>
                    </a:moveTo>
                    <a:cubicBezTo>
                      <a:pt x="76615" y="6910"/>
                      <a:pt x="77424" y="6992"/>
                      <a:pt x="78177" y="7220"/>
                    </a:cubicBezTo>
                    <a:cubicBezTo>
                      <a:pt x="80396" y="7930"/>
                      <a:pt x="81638" y="9793"/>
                      <a:pt x="80884" y="12056"/>
                    </a:cubicBezTo>
                    <a:cubicBezTo>
                      <a:pt x="80307" y="13831"/>
                      <a:pt x="78931" y="15472"/>
                      <a:pt x="77689" y="16803"/>
                    </a:cubicBezTo>
                    <a:cubicBezTo>
                      <a:pt x="76713" y="17913"/>
                      <a:pt x="75648" y="18977"/>
                      <a:pt x="74539" y="19998"/>
                    </a:cubicBezTo>
                    <a:cubicBezTo>
                      <a:pt x="73075" y="15561"/>
                      <a:pt x="70590" y="11568"/>
                      <a:pt x="67218" y="8329"/>
                    </a:cubicBezTo>
                    <a:cubicBezTo>
                      <a:pt x="68816" y="7841"/>
                      <a:pt x="70413" y="7531"/>
                      <a:pt x="72054" y="7264"/>
                    </a:cubicBezTo>
                    <a:cubicBezTo>
                      <a:pt x="73236" y="7103"/>
                      <a:pt x="74531" y="6910"/>
                      <a:pt x="75792" y="6910"/>
                    </a:cubicBezTo>
                    <a:close/>
                    <a:moveTo>
                      <a:pt x="73652" y="19066"/>
                    </a:moveTo>
                    <a:cubicBezTo>
                      <a:pt x="73785" y="19510"/>
                      <a:pt x="73962" y="19954"/>
                      <a:pt x="74095" y="20397"/>
                    </a:cubicBezTo>
                    <a:cubicBezTo>
                      <a:pt x="73252" y="21196"/>
                      <a:pt x="72321" y="21950"/>
                      <a:pt x="71389" y="22704"/>
                    </a:cubicBezTo>
                    <a:cubicBezTo>
                      <a:pt x="71522" y="22039"/>
                      <a:pt x="71744" y="21373"/>
                      <a:pt x="72054" y="20797"/>
                    </a:cubicBezTo>
                    <a:cubicBezTo>
                      <a:pt x="72321" y="20309"/>
                      <a:pt x="72986" y="19332"/>
                      <a:pt x="73563" y="19066"/>
                    </a:cubicBezTo>
                    <a:close/>
                    <a:moveTo>
                      <a:pt x="69254" y="20486"/>
                    </a:moveTo>
                    <a:cubicBezTo>
                      <a:pt x="69437" y="20486"/>
                      <a:pt x="69614" y="20530"/>
                      <a:pt x="69747" y="20663"/>
                    </a:cubicBezTo>
                    <a:cubicBezTo>
                      <a:pt x="69799" y="20715"/>
                      <a:pt x="69851" y="20737"/>
                      <a:pt x="69903" y="20737"/>
                    </a:cubicBezTo>
                    <a:cubicBezTo>
                      <a:pt x="69940" y="20737"/>
                      <a:pt x="69977" y="20726"/>
                      <a:pt x="70014" y="20708"/>
                    </a:cubicBezTo>
                    <a:lnTo>
                      <a:pt x="70014" y="20708"/>
                    </a:lnTo>
                    <a:cubicBezTo>
                      <a:pt x="69880" y="21018"/>
                      <a:pt x="69792" y="21373"/>
                      <a:pt x="69747" y="21684"/>
                    </a:cubicBezTo>
                    <a:cubicBezTo>
                      <a:pt x="69614" y="22128"/>
                      <a:pt x="69570" y="22616"/>
                      <a:pt x="69525" y="23059"/>
                    </a:cubicBezTo>
                    <a:cubicBezTo>
                      <a:pt x="69126" y="22261"/>
                      <a:pt x="68860" y="21418"/>
                      <a:pt x="68727" y="20575"/>
                    </a:cubicBezTo>
                    <a:cubicBezTo>
                      <a:pt x="68882" y="20530"/>
                      <a:pt x="69071" y="20486"/>
                      <a:pt x="69254" y="20486"/>
                    </a:cubicBezTo>
                    <a:close/>
                    <a:moveTo>
                      <a:pt x="71433" y="29581"/>
                    </a:moveTo>
                    <a:lnTo>
                      <a:pt x="71433" y="29581"/>
                    </a:lnTo>
                    <a:cubicBezTo>
                      <a:pt x="71300" y="29803"/>
                      <a:pt x="71211" y="30025"/>
                      <a:pt x="71123" y="30247"/>
                    </a:cubicBezTo>
                    <a:cubicBezTo>
                      <a:pt x="70990" y="30158"/>
                      <a:pt x="70945" y="30025"/>
                      <a:pt x="70901" y="29892"/>
                    </a:cubicBezTo>
                    <a:lnTo>
                      <a:pt x="71433" y="29581"/>
                    </a:lnTo>
                    <a:close/>
                    <a:moveTo>
                      <a:pt x="70457" y="30247"/>
                    </a:moveTo>
                    <a:cubicBezTo>
                      <a:pt x="70457" y="30291"/>
                      <a:pt x="70457" y="30291"/>
                      <a:pt x="70502" y="30336"/>
                    </a:cubicBezTo>
                    <a:lnTo>
                      <a:pt x="70413" y="30336"/>
                    </a:lnTo>
                    <a:cubicBezTo>
                      <a:pt x="69659" y="31001"/>
                      <a:pt x="68949" y="31711"/>
                      <a:pt x="68328" y="32465"/>
                    </a:cubicBezTo>
                    <a:cubicBezTo>
                      <a:pt x="68150" y="32288"/>
                      <a:pt x="68017" y="32110"/>
                      <a:pt x="67884" y="31933"/>
                    </a:cubicBezTo>
                    <a:cubicBezTo>
                      <a:pt x="68727" y="31356"/>
                      <a:pt x="69614" y="30824"/>
                      <a:pt x="70457" y="30247"/>
                    </a:cubicBezTo>
                    <a:close/>
                    <a:moveTo>
                      <a:pt x="74938" y="27052"/>
                    </a:moveTo>
                    <a:lnTo>
                      <a:pt x="74938" y="27052"/>
                    </a:lnTo>
                    <a:cubicBezTo>
                      <a:pt x="74450" y="27762"/>
                      <a:pt x="74007" y="28561"/>
                      <a:pt x="73696" y="29404"/>
                    </a:cubicBezTo>
                    <a:cubicBezTo>
                      <a:pt x="73574" y="29617"/>
                      <a:pt x="73765" y="29809"/>
                      <a:pt x="73954" y="29809"/>
                    </a:cubicBezTo>
                    <a:cubicBezTo>
                      <a:pt x="74041" y="29809"/>
                      <a:pt x="74128" y="29768"/>
                      <a:pt x="74184" y="29670"/>
                    </a:cubicBezTo>
                    <a:cubicBezTo>
                      <a:pt x="74450" y="28960"/>
                      <a:pt x="74850" y="28295"/>
                      <a:pt x="75249" y="27674"/>
                    </a:cubicBezTo>
                    <a:lnTo>
                      <a:pt x="75249" y="27674"/>
                    </a:lnTo>
                    <a:cubicBezTo>
                      <a:pt x="75338" y="30513"/>
                      <a:pt x="74983" y="33308"/>
                      <a:pt x="74273" y="36059"/>
                    </a:cubicBezTo>
                    <a:cubicBezTo>
                      <a:pt x="74051" y="34728"/>
                      <a:pt x="74184" y="33353"/>
                      <a:pt x="74539" y="32110"/>
                    </a:cubicBezTo>
                    <a:cubicBezTo>
                      <a:pt x="74621" y="31893"/>
                      <a:pt x="74452" y="31759"/>
                      <a:pt x="74279" y="31759"/>
                    </a:cubicBezTo>
                    <a:cubicBezTo>
                      <a:pt x="74170" y="31759"/>
                      <a:pt x="74058" y="31813"/>
                      <a:pt x="74007" y="31933"/>
                    </a:cubicBezTo>
                    <a:cubicBezTo>
                      <a:pt x="73430" y="33708"/>
                      <a:pt x="73607" y="35438"/>
                      <a:pt x="73829" y="37213"/>
                    </a:cubicBezTo>
                    <a:cubicBezTo>
                      <a:pt x="73829" y="37257"/>
                      <a:pt x="73829" y="37301"/>
                      <a:pt x="73874" y="37301"/>
                    </a:cubicBezTo>
                    <a:lnTo>
                      <a:pt x="73652" y="37923"/>
                    </a:lnTo>
                    <a:lnTo>
                      <a:pt x="73519" y="37923"/>
                    </a:lnTo>
                    <a:cubicBezTo>
                      <a:pt x="73563" y="37878"/>
                      <a:pt x="73563" y="37834"/>
                      <a:pt x="73519" y="37790"/>
                    </a:cubicBezTo>
                    <a:cubicBezTo>
                      <a:pt x="73075" y="36769"/>
                      <a:pt x="72853" y="35660"/>
                      <a:pt x="72942" y="34551"/>
                    </a:cubicBezTo>
                    <a:cubicBezTo>
                      <a:pt x="72942" y="34357"/>
                      <a:pt x="72806" y="34268"/>
                      <a:pt x="72666" y="34268"/>
                    </a:cubicBezTo>
                    <a:cubicBezTo>
                      <a:pt x="72518" y="34268"/>
                      <a:pt x="72365" y="34368"/>
                      <a:pt x="72365" y="34551"/>
                    </a:cubicBezTo>
                    <a:cubicBezTo>
                      <a:pt x="72321" y="35749"/>
                      <a:pt x="72542" y="36991"/>
                      <a:pt x="73075" y="38100"/>
                    </a:cubicBezTo>
                    <a:lnTo>
                      <a:pt x="72454" y="38366"/>
                    </a:lnTo>
                    <a:cubicBezTo>
                      <a:pt x="70812" y="34861"/>
                      <a:pt x="72099" y="31046"/>
                      <a:pt x="73874" y="27807"/>
                    </a:cubicBezTo>
                    <a:cubicBezTo>
                      <a:pt x="74228" y="27541"/>
                      <a:pt x="74583" y="27274"/>
                      <a:pt x="74938" y="27052"/>
                    </a:cubicBezTo>
                    <a:close/>
                    <a:moveTo>
                      <a:pt x="70368" y="37479"/>
                    </a:moveTo>
                    <a:cubicBezTo>
                      <a:pt x="70546" y="38056"/>
                      <a:pt x="70768" y="38588"/>
                      <a:pt x="71034" y="39121"/>
                    </a:cubicBezTo>
                    <a:cubicBezTo>
                      <a:pt x="70546" y="39431"/>
                      <a:pt x="70058" y="39742"/>
                      <a:pt x="69525" y="40052"/>
                    </a:cubicBezTo>
                    <a:cubicBezTo>
                      <a:pt x="69481" y="39121"/>
                      <a:pt x="69792" y="38189"/>
                      <a:pt x="70368" y="37479"/>
                    </a:cubicBezTo>
                    <a:close/>
                    <a:moveTo>
                      <a:pt x="47491" y="640"/>
                    </a:moveTo>
                    <a:cubicBezTo>
                      <a:pt x="52129" y="640"/>
                      <a:pt x="56786" y="1802"/>
                      <a:pt x="61007" y="4247"/>
                    </a:cubicBezTo>
                    <a:cubicBezTo>
                      <a:pt x="62338" y="5002"/>
                      <a:pt x="63580" y="5889"/>
                      <a:pt x="64778" y="6821"/>
                    </a:cubicBezTo>
                    <a:cubicBezTo>
                      <a:pt x="64822" y="6865"/>
                      <a:pt x="64822" y="6909"/>
                      <a:pt x="64867" y="6909"/>
                    </a:cubicBezTo>
                    <a:cubicBezTo>
                      <a:pt x="65044" y="7087"/>
                      <a:pt x="65266" y="7220"/>
                      <a:pt x="65444" y="7353"/>
                    </a:cubicBezTo>
                    <a:cubicBezTo>
                      <a:pt x="65177" y="7841"/>
                      <a:pt x="65044" y="8418"/>
                      <a:pt x="65044" y="8950"/>
                    </a:cubicBezTo>
                    <a:cubicBezTo>
                      <a:pt x="65044" y="9128"/>
                      <a:pt x="65177" y="9217"/>
                      <a:pt x="65311" y="9217"/>
                    </a:cubicBezTo>
                    <a:cubicBezTo>
                      <a:pt x="65444" y="9217"/>
                      <a:pt x="65577" y="9128"/>
                      <a:pt x="65577" y="8950"/>
                    </a:cubicBezTo>
                    <a:cubicBezTo>
                      <a:pt x="65621" y="8551"/>
                      <a:pt x="65710" y="8107"/>
                      <a:pt x="65887" y="7752"/>
                    </a:cubicBezTo>
                    <a:cubicBezTo>
                      <a:pt x="66109" y="7974"/>
                      <a:pt x="66375" y="8196"/>
                      <a:pt x="66597" y="8418"/>
                    </a:cubicBezTo>
                    <a:cubicBezTo>
                      <a:pt x="66597" y="8462"/>
                      <a:pt x="66597" y="8462"/>
                      <a:pt x="66597" y="8462"/>
                    </a:cubicBezTo>
                    <a:cubicBezTo>
                      <a:pt x="66153" y="9838"/>
                      <a:pt x="66153" y="11302"/>
                      <a:pt x="66597" y="12633"/>
                    </a:cubicBezTo>
                    <a:cubicBezTo>
                      <a:pt x="66331" y="12500"/>
                      <a:pt x="66065" y="12367"/>
                      <a:pt x="65843" y="12234"/>
                    </a:cubicBezTo>
                    <a:cubicBezTo>
                      <a:pt x="65976" y="12145"/>
                      <a:pt x="66020" y="11923"/>
                      <a:pt x="65887" y="11790"/>
                    </a:cubicBezTo>
                    <a:cubicBezTo>
                      <a:pt x="65754" y="11657"/>
                      <a:pt x="65665" y="11391"/>
                      <a:pt x="65710" y="11169"/>
                    </a:cubicBezTo>
                    <a:cubicBezTo>
                      <a:pt x="65736" y="10959"/>
                      <a:pt x="65561" y="10827"/>
                      <a:pt x="65395" y="10827"/>
                    </a:cubicBezTo>
                    <a:cubicBezTo>
                      <a:pt x="65280" y="10827"/>
                      <a:pt x="65169" y="10890"/>
                      <a:pt x="65133" y="11036"/>
                    </a:cubicBezTo>
                    <a:cubicBezTo>
                      <a:pt x="65089" y="11302"/>
                      <a:pt x="65133" y="11612"/>
                      <a:pt x="65266" y="11923"/>
                    </a:cubicBezTo>
                    <a:cubicBezTo>
                      <a:pt x="65089" y="11790"/>
                      <a:pt x="64911" y="11657"/>
                      <a:pt x="64734" y="11524"/>
                    </a:cubicBezTo>
                    <a:cubicBezTo>
                      <a:pt x="64674" y="11474"/>
                      <a:pt x="64608" y="11453"/>
                      <a:pt x="64545" y="11453"/>
                    </a:cubicBezTo>
                    <a:cubicBezTo>
                      <a:pt x="64323" y="11453"/>
                      <a:pt x="64128" y="11706"/>
                      <a:pt x="64334" y="11879"/>
                    </a:cubicBezTo>
                    <a:cubicBezTo>
                      <a:pt x="65488" y="12810"/>
                      <a:pt x="66863" y="13476"/>
                      <a:pt x="68328" y="13786"/>
                    </a:cubicBezTo>
                    <a:cubicBezTo>
                      <a:pt x="68351" y="13793"/>
                      <a:pt x="68374" y="13796"/>
                      <a:pt x="68396" y="13796"/>
                    </a:cubicBezTo>
                    <a:cubicBezTo>
                      <a:pt x="68662" y="13796"/>
                      <a:pt x="68788" y="13336"/>
                      <a:pt x="68461" y="13254"/>
                    </a:cubicBezTo>
                    <a:cubicBezTo>
                      <a:pt x="67973" y="13121"/>
                      <a:pt x="67529" y="12988"/>
                      <a:pt x="67085" y="12810"/>
                    </a:cubicBezTo>
                    <a:cubicBezTo>
                      <a:pt x="67130" y="12766"/>
                      <a:pt x="67174" y="12633"/>
                      <a:pt x="67130" y="12544"/>
                    </a:cubicBezTo>
                    <a:cubicBezTo>
                      <a:pt x="66686" y="11346"/>
                      <a:pt x="66686" y="10060"/>
                      <a:pt x="67085" y="8817"/>
                    </a:cubicBezTo>
                    <a:lnTo>
                      <a:pt x="67085" y="8817"/>
                    </a:lnTo>
                    <a:cubicBezTo>
                      <a:pt x="67263" y="9039"/>
                      <a:pt x="67440" y="9217"/>
                      <a:pt x="67618" y="9394"/>
                    </a:cubicBezTo>
                    <a:lnTo>
                      <a:pt x="67573" y="9438"/>
                    </a:lnTo>
                    <a:cubicBezTo>
                      <a:pt x="67440" y="9882"/>
                      <a:pt x="67396" y="10326"/>
                      <a:pt x="67529" y="10769"/>
                    </a:cubicBezTo>
                    <a:cubicBezTo>
                      <a:pt x="67547" y="10915"/>
                      <a:pt x="67654" y="10978"/>
                      <a:pt x="67769" y="10978"/>
                    </a:cubicBezTo>
                    <a:cubicBezTo>
                      <a:pt x="67934" y="10978"/>
                      <a:pt x="68114" y="10846"/>
                      <a:pt x="68061" y="10636"/>
                    </a:cubicBezTo>
                    <a:cubicBezTo>
                      <a:pt x="68017" y="10370"/>
                      <a:pt x="68017" y="10104"/>
                      <a:pt x="68061" y="9838"/>
                    </a:cubicBezTo>
                    <a:cubicBezTo>
                      <a:pt x="68283" y="10104"/>
                      <a:pt x="68461" y="10326"/>
                      <a:pt x="68682" y="10548"/>
                    </a:cubicBezTo>
                    <a:cubicBezTo>
                      <a:pt x="68505" y="11346"/>
                      <a:pt x="68682" y="12145"/>
                      <a:pt x="69126" y="12855"/>
                    </a:cubicBezTo>
                    <a:cubicBezTo>
                      <a:pt x="69171" y="12855"/>
                      <a:pt x="69171" y="12899"/>
                      <a:pt x="69215" y="12899"/>
                    </a:cubicBezTo>
                    <a:cubicBezTo>
                      <a:pt x="68949" y="13210"/>
                      <a:pt x="68727" y="13520"/>
                      <a:pt x="68505" y="13875"/>
                    </a:cubicBezTo>
                    <a:cubicBezTo>
                      <a:pt x="68380" y="14062"/>
                      <a:pt x="68584" y="14271"/>
                      <a:pt x="68778" y="14271"/>
                    </a:cubicBezTo>
                    <a:cubicBezTo>
                      <a:pt x="68860" y="14271"/>
                      <a:pt x="68940" y="14234"/>
                      <a:pt x="68993" y="14141"/>
                    </a:cubicBezTo>
                    <a:cubicBezTo>
                      <a:pt x="69171" y="13831"/>
                      <a:pt x="69392" y="13565"/>
                      <a:pt x="69614" y="13298"/>
                    </a:cubicBezTo>
                    <a:cubicBezTo>
                      <a:pt x="69703" y="13165"/>
                      <a:pt x="69792" y="13077"/>
                      <a:pt x="69925" y="12943"/>
                    </a:cubicBezTo>
                    <a:cubicBezTo>
                      <a:pt x="70014" y="12855"/>
                      <a:pt x="70102" y="12766"/>
                      <a:pt x="70147" y="12677"/>
                    </a:cubicBezTo>
                    <a:lnTo>
                      <a:pt x="70235" y="12677"/>
                    </a:lnTo>
                    <a:cubicBezTo>
                      <a:pt x="70413" y="12943"/>
                      <a:pt x="70635" y="13210"/>
                      <a:pt x="70812" y="13476"/>
                    </a:cubicBezTo>
                    <a:cubicBezTo>
                      <a:pt x="70786" y="13463"/>
                      <a:pt x="70760" y="13457"/>
                      <a:pt x="70735" y="13457"/>
                    </a:cubicBezTo>
                    <a:cubicBezTo>
                      <a:pt x="70675" y="13457"/>
                      <a:pt x="70622" y="13489"/>
                      <a:pt x="70590" y="13520"/>
                    </a:cubicBezTo>
                    <a:cubicBezTo>
                      <a:pt x="69836" y="14230"/>
                      <a:pt x="69259" y="15073"/>
                      <a:pt x="68904" y="16005"/>
                    </a:cubicBezTo>
                    <a:cubicBezTo>
                      <a:pt x="68823" y="16222"/>
                      <a:pt x="68991" y="16356"/>
                      <a:pt x="69174" y="16356"/>
                    </a:cubicBezTo>
                    <a:cubicBezTo>
                      <a:pt x="69290" y="16356"/>
                      <a:pt x="69412" y="16303"/>
                      <a:pt x="69481" y="16182"/>
                    </a:cubicBezTo>
                    <a:cubicBezTo>
                      <a:pt x="69481" y="16094"/>
                      <a:pt x="69570" y="15960"/>
                      <a:pt x="69614" y="15872"/>
                    </a:cubicBezTo>
                    <a:cubicBezTo>
                      <a:pt x="69636" y="15894"/>
                      <a:pt x="69659" y="15905"/>
                      <a:pt x="69686" y="15905"/>
                    </a:cubicBezTo>
                    <a:cubicBezTo>
                      <a:pt x="69714" y="15905"/>
                      <a:pt x="69747" y="15894"/>
                      <a:pt x="69792" y="15872"/>
                    </a:cubicBezTo>
                    <a:cubicBezTo>
                      <a:pt x="69822" y="15864"/>
                      <a:pt x="69854" y="15860"/>
                      <a:pt x="69886" y="15860"/>
                    </a:cubicBezTo>
                    <a:cubicBezTo>
                      <a:pt x="70043" y="15860"/>
                      <a:pt x="70214" y="15947"/>
                      <a:pt x="70324" y="16094"/>
                    </a:cubicBezTo>
                    <a:cubicBezTo>
                      <a:pt x="70376" y="16155"/>
                      <a:pt x="70437" y="16181"/>
                      <a:pt x="70497" y="16181"/>
                    </a:cubicBezTo>
                    <a:cubicBezTo>
                      <a:pt x="70698" y="16181"/>
                      <a:pt x="70894" y="15899"/>
                      <a:pt x="70723" y="15694"/>
                    </a:cubicBezTo>
                    <a:cubicBezTo>
                      <a:pt x="70530" y="15462"/>
                      <a:pt x="70268" y="15331"/>
                      <a:pt x="69999" y="15331"/>
                    </a:cubicBezTo>
                    <a:cubicBezTo>
                      <a:pt x="69959" y="15331"/>
                      <a:pt x="69920" y="15334"/>
                      <a:pt x="69880" y="15339"/>
                    </a:cubicBezTo>
                    <a:cubicBezTo>
                      <a:pt x="69969" y="15162"/>
                      <a:pt x="70058" y="15029"/>
                      <a:pt x="70147" y="14851"/>
                    </a:cubicBezTo>
                    <a:cubicBezTo>
                      <a:pt x="70945" y="14940"/>
                      <a:pt x="71611" y="15384"/>
                      <a:pt x="72054" y="16005"/>
                    </a:cubicBezTo>
                    <a:cubicBezTo>
                      <a:pt x="72143" y="16094"/>
                      <a:pt x="72232" y="16138"/>
                      <a:pt x="72365" y="16138"/>
                    </a:cubicBezTo>
                    <a:cubicBezTo>
                      <a:pt x="72542" y="16493"/>
                      <a:pt x="72720" y="16848"/>
                      <a:pt x="72897" y="17247"/>
                    </a:cubicBezTo>
                    <a:lnTo>
                      <a:pt x="72853" y="17247"/>
                    </a:lnTo>
                    <a:cubicBezTo>
                      <a:pt x="72853" y="17247"/>
                      <a:pt x="72853" y="17203"/>
                      <a:pt x="72853" y="17158"/>
                    </a:cubicBezTo>
                    <a:lnTo>
                      <a:pt x="72542" y="16759"/>
                    </a:lnTo>
                    <a:cubicBezTo>
                      <a:pt x="72491" y="16681"/>
                      <a:pt x="72412" y="16649"/>
                      <a:pt x="72331" y="16649"/>
                    </a:cubicBezTo>
                    <a:cubicBezTo>
                      <a:pt x="72136" y="16649"/>
                      <a:pt x="71929" y="16837"/>
                      <a:pt x="72054" y="17025"/>
                    </a:cubicBezTo>
                    <a:lnTo>
                      <a:pt x="72365" y="17469"/>
                    </a:lnTo>
                    <a:cubicBezTo>
                      <a:pt x="72409" y="17513"/>
                      <a:pt x="72498" y="17558"/>
                      <a:pt x="72587" y="17558"/>
                    </a:cubicBezTo>
                    <a:cubicBezTo>
                      <a:pt x="72498" y="17646"/>
                      <a:pt x="72409" y="17735"/>
                      <a:pt x="72321" y="17824"/>
                    </a:cubicBezTo>
                    <a:cubicBezTo>
                      <a:pt x="72116" y="18028"/>
                      <a:pt x="72304" y="18311"/>
                      <a:pt x="72523" y="18311"/>
                    </a:cubicBezTo>
                    <a:cubicBezTo>
                      <a:pt x="72589" y="18311"/>
                      <a:pt x="72658" y="18285"/>
                      <a:pt x="72720" y="18223"/>
                    </a:cubicBezTo>
                    <a:lnTo>
                      <a:pt x="73164" y="17780"/>
                    </a:lnTo>
                    <a:lnTo>
                      <a:pt x="73430" y="18489"/>
                    </a:lnTo>
                    <a:cubicBezTo>
                      <a:pt x="72764" y="18756"/>
                      <a:pt x="72099" y="19687"/>
                      <a:pt x="71744" y="20264"/>
                    </a:cubicBezTo>
                    <a:cubicBezTo>
                      <a:pt x="71211" y="21107"/>
                      <a:pt x="70901" y="22039"/>
                      <a:pt x="70812" y="23059"/>
                    </a:cubicBezTo>
                    <a:cubicBezTo>
                      <a:pt x="70812" y="23059"/>
                      <a:pt x="70812" y="23104"/>
                      <a:pt x="70812" y="23148"/>
                    </a:cubicBezTo>
                    <a:lnTo>
                      <a:pt x="70147" y="23681"/>
                    </a:lnTo>
                    <a:cubicBezTo>
                      <a:pt x="70058" y="23059"/>
                      <a:pt x="70102" y="22394"/>
                      <a:pt x="70280" y="21773"/>
                    </a:cubicBezTo>
                    <a:cubicBezTo>
                      <a:pt x="70413" y="21063"/>
                      <a:pt x="70723" y="20353"/>
                      <a:pt x="71167" y="19776"/>
                    </a:cubicBezTo>
                    <a:cubicBezTo>
                      <a:pt x="71371" y="19572"/>
                      <a:pt x="71184" y="19289"/>
                      <a:pt x="70965" y="19289"/>
                    </a:cubicBezTo>
                    <a:cubicBezTo>
                      <a:pt x="70899" y="19289"/>
                      <a:pt x="70830" y="19315"/>
                      <a:pt x="70768" y="19377"/>
                    </a:cubicBezTo>
                    <a:cubicBezTo>
                      <a:pt x="70546" y="19643"/>
                      <a:pt x="70368" y="19954"/>
                      <a:pt x="70191" y="20309"/>
                    </a:cubicBezTo>
                    <a:cubicBezTo>
                      <a:pt x="70191" y="20264"/>
                      <a:pt x="70147" y="20264"/>
                      <a:pt x="70147" y="20220"/>
                    </a:cubicBezTo>
                    <a:cubicBezTo>
                      <a:pt x="69869" y="20004"/>
                      <a:pt x="69507" y="19874"/>
                      <a:pt x="69147" y="19874"/>
                    </a:cubicBezTo>
                    <a:cubicBezTo>
                      <a:pt x="68989" y="19874"/>
                      <a:pt x="68832" y="19899"/>
                      <a:pt x="68682" y="19954"/>
                    </a:cubicBezTo>
                    <a:lnTo>
                      <a:pt x="68682" y="19244"/>
                    </a:lnTo>
                    <a:cubicBezTo>
                      <a:pt x="68747" y="19231"/>
                      <a:pt x="68812" y="19225"/>
                      <a:pt x="68877" y="19225"/>
                    </a:cubicBezTo>
                    <a:cubicBezTo>
                      <a:pt x="69034" y="19225"/>
                      <a:pt x="69191" y="19257"/>
                      <a:pt x="69348" y="19288"/>
                    </a:cubicBezTo>
                    <a:cubicBezTo>
                      <a:pt x="69375" y="19295"/>
                      <a:pt x="69401" y="19298"/>
                      <a:pt x="69425" y="19298"/>
                    </a:cubicBezTo>
                    <a:cubicBezTo>
                      <a:pt x="69720" y="19298"/>
                      <a:pt x="69809" y="18834"/>
                      <a:pt x="69481" y="18711"/>
                    </a:cubicBezTo>
                    <a:cubicBezTo>
                      <a:pt x="69293" y="18680"/>
                      <a:pt x="69082" y="18649"/>
                      <a:pt x="68866" y="18649"/>
                    </a:cubicBezTo>
                    <a:cubicBezTo>
                      <a:pt x="68776" y="18649"/>
                      <a:pt x="68685" y="18654"/>
                      <a:pt x="68594" y="18667"/>
                    </a:cubicBezTo>
                    <a:cubicBezTo>
                      <a:pt x="68539" y="18626"/>
                      <a:pt x="68475" y="18606"/>
                      <a:pt x="68413" y="18606"/>
                    </a:cubicBezTo>
                    <a:cubicBezTo>
                      <a:pt x="68273" y="18606"/>
                      <a:pt x="68136" y="18705"/>
                      <a:pt x="68106" y="18889"/>
                    </a:cubicBezTo>
                    <a:cubicBezTo>
                      <a:pt x="68017" y="20309"/>
                      <a:pt x="68328" y="21728"/>
                      <a:pt x="68949" y="23015"/>
                    </a:cubicBezTo>
                    <a:cubicBezTo>
                      <a:pt x="68771" y="23104"/>
                      <a:pt x="68682" y="23326"/>
                      <a:pt x="68860" y="23459"/>
                    </a:cubicBezTo>
                    <a:cubicBezTo>
                      <a:pt x="69082" y="23636"/>
                      <a:pt x="69304" y="23858"/>
                      <a:pt x="69481" y="24124"/>
                    </a:cubicBezTo>
                    <a:cubicBezTo>
                      <a:pt x="69481" y="24124"/>
                      <a:pt x="69481" y="24169"/>
                      <a:pt x="69525" y="24169"/>
                    </a:cubicBezTo>
                    <a:lnTo>
                      <a:pt x="68416" y="25012"/>
                    </a:lnTo>
                    <a:cubicBezTo>
                      <a:pt x="68372" y="24967"/>
                      <a:pt x="68328" y="24923"/>
                      <a:pt x="68283" y="24923"/>
                    </a:cubicBezTo>
                    <a:lnTo>
                      <a:pt x="67085" y="24124"/>
                    </a:lnTo>
                    <a:cubicBezTo>
                      <a:pt x="67039" y="24098"/>
                      <a:pt x="66993" y="24086"/>
                      <a:pt x="66950" y="24086"/>
                    </a:cubicBezTo>
                    <a:cubicBezTo>
                      <a:pt x="66708" y="24086"/>
                      <a:pt x="66555" y="24461"/>
                      <a:pt x="66819" y="24612"/>
                    </a:cubicBezTo>
                    <a:lnTo>
                      <a:pt x="67973" y="25322"/>
                    </a:lnTo>
                    <a:cubicBezTo>
                      <a:pt x="65799" y="26919"/>
                      <a:pt x="63536" y="28384"/>
                      <a:pt x="61317" y="29759"/>
                    </a:cubicBezTo>
                    <a:cubicBezTo>
                      <a:pt x="55461" y="33353"/>
                      <a:pt x="49427" y="36592"/>
                      <a:pt x="43171" y="39431"/>
                    </a:cubicBezTo>
                    <a:cubicBezTo>
                      <a:pt x="37492" y="42093"/>
                      <a:pt x="31591" y="44578"/>
                      <a:pt x="25379" y="45820"/>
                    </a:cubicBezTo>
                    <a:cubicBezTo>
                      <a:pt x="17127" y="35349"/>
                      <a:pt x="17482" y="19421"/>
                      <a:pt x="26755" y="9571"/>
                    </a:cubicBezTo>
                    <a:cubicBezTo>
                      <a:pt x="32251" y="3799"/>
                      <a:pt x="39844" y="640"/>
                      <a:pt x="47491" y="640"/>
                    </a:cubicBezTo>
                    <a:close/>
                    <a:moveTo>
                      <a:pt x="19390" y="33663"/>
                    </a:moveTo>
                    <a:cubicBezTo>
                      <a:pt x="20188" y="38144"/>
                      <a:pt x="22007" y="42404"/>
                      <a:pt x="24758" y="46042"/>
                    </a:cubicBezTo>
                    <a:cubicBezTo>
                      <a:pt x="24137" y="46131"/>
                      <a:pt x="23471" y="46264"/>
                      <a:pt x="22806" y="46353"/>
                    </a:cubicBezTo>
                    <a:cubicBezTo>
                      <a:pt x="21551" y="46544"/>
                      <a:pt x="19563" y="46866"/>
                      <a:pt x="17637" y="46866"/>
                    </a:cubicBezTo>
                    <a:cubicBezTo>
                      <a:pt x="14659" y="46866"/>
                      <a:pt x="11826" y="46097"/>
                      <a:pt x="12069" y="42892"/>
                    </a:cubicBezTo>
                    <a:cubicBezTo>
                      <a:pt x="12202" y="40762"/>
                      <a:pt x="13799" y="38987"/>
                      <a:pt x="15175" y="37523"/>
                    </a:cubicBezTo>
                    <a:cubicBezTo>
                      <a:pt x="16461" y="36104"/>
                      <a:pt x="17881" y="34817"/>
                      <a:pt x="19390" y="33663"/>
                    </a:cubicBezTo>
                    <a:close/>
                    <a:moveTo>
                      <a:pt x="71211" y="43247"/>
                    </a:moveTo>
                    <a:lnTo>
                      <a:pt x="71211" y="43247"/>
                    </a:lnTo>
                    <a:cubicBezTo>
                      <a:pt x="69836" y="45510"/>
                      <a:pt x="68150" y="47550"/>
                      <a:pt x="66198" y="49281"/>
                    </a:cubicBezTo>
                    <a:cubicBezTo>
                      <a:pt x="65799" y="49680"/>
                      <a:pt x="65399" y="49991"/>
                      <a:pt x="64956" y="50346"/>
                    </a:cubicBezTo>
                    <a:cubicBezTo>
                      <a:pt x="65444" y="48748"/>
                      <a:pt x="66730" y="47284"/>
                      <a:pt x="67839" y="46086"/>
                    </a:cubicBezTo>
                    <a:cubicBezTo>
                      <a:pt x="68860" y="45022"/>
                      <a:pt x="69969" y="44090"/>
                      <a:pt x="71211" y="43247"/>
                    </a:cubicBezTo>
                    <a:close/>
                    <a:moveTo>
                      <a:pt x="84923" y="2878"/>
                    </a:moveTo>
                    <a:cubicBezTo>
                      <a:pt x="86673" y="2878"/>
                      <a:pt x="88456" y="3045"/>
                      <a:pt x="89979" y="3626"/>
                    </a:cubicBezTo>
                    <a:cubicBezTo>
                      <a:pt x="93218" y="5002"/>
                      <a:pt x="92020" y="9128"/>
                      <a:pt x="90689" y="11435"/>
                    </a:cubicBezTo>
                    <a:cubicBezTo>
                      <a:pt x="89402" y="13653"/>
                      <a:pt x="87494" y="15517"/>
                      <a:pt x="85675" y="17336"/>
                    </a:cubicBezTo>
                    <a:cubicBezTo>
                      <a:pt x="83901" y="19022"/>
                      <a:pt x="82126" y="20663"/>
                      <a:pt x="80218" y="22261"/>
                    </a:cubicBezTo>
                    <a:cubicBezTo>
                      <a:pt x="76269" y="25544"/>
                      <a:pt x="72054" y="28605"/>
                      <a:pt x="67706" y="31356"/>
                    </a:cubicBezTo>
                    <a:cubicBezTo>
                      <a:pt x="59232" y="36725"/>
                      <a:pt x="50270" y="41161"/>
                      <a:pt x="41130" y="45199"/>
                    </a:cubicBezTo>
                    <a:cubicBezTo>
                      <a:pt x="31280" y="49503"/>
                      <a:pt x="20632" y="54117"/>
                      <a:pt x="9673" y="54516"/>
                    </a:cubicBezTo>
                    <a:cubicBezTo>
                      <a:pt x="9489" y="54522"/>
                      <a:pt x="9302" y="54526"/>
                      <a:pt x="9112" y="54526"/>
                    </a:cubicBezTo>
                    <a:cubicBezTo>
                      <a:pt x="6551" y="54526"/>
                      <a:pt x="3533" y="53912"/>
                      <a:pt x="2707" y="51144"/>
                    </a:cubicBezTo>
                    <a:cubicBezTo>
                      <a:pt x="1864" y="48172"/>
                      <a:pt x="3772" y="45022"/>
                      <a:pt x="5636" y="42803"/>
                    </a:cubicBezTo>
                    <a:cubicBezTo>
                      <a:pt x="9496" y="38233"/>
                      <a:pt x="14287" y="34284"/>
                      <a:pt x="18990" y="30602"/>
                    </a:cubicBezTo>
                    <a:cubicBezTo>
                      <a:pt x="18990" y="30868"/>
                      <a:pt x="19035" y="31090"/>
                      <a:pt x="19035" y="31312"/>
                    </a:cubicBezTo>
                    <a:cubicBezTo>
                      <a:pt x="16018" y="33575"/>
                      <a:pt x="13222" y="36104"/>
                      <a:pt x="10738" y="38899"/>
                    </a:cubicBezTo>
                    <a:cubicBezTo>
                      <a:pt x="10534" y="39103"/>
                      <a:pt x="10721" y="39386"/>
                      <a:pt x="10940" y="39386"/>
                    </a:cubicBezTo>
                    <a:cubicBezTo>
                      <a:pt x="11006" y="39386"/>
                      <a:pt x="11075" y="39360"/>
                      <a:pt x="11137" y="39298"/>
                    </a:cubicBezTo>
                    <a:cubicBezTo>
                      <a:pt x="13533" y="36592"/>
                      <a:pt x="16240" y="34151"/>
                      <a:pt x="19123" y="31977"/>
                    </a:cubicBezTo>
                    <a:cubicBezTo>
                      <a:pt x="19168" y="32332"/>
                      <a:pt x="19212" y="32732"/>
                      <a:pt x="19301" y="33087"/>
                    </a:cubicBezTo>
                    <a:cubicBezTo>
                      <a:pt x="16550" y="35127"/>
                      <a:pt x="13444" y="37790"/>
                      <a:pt x="12025" y="40940"/>
                    </a:cubicBezTo>
                    <a:cubicBezTo>
                      <a:pt x="10827" y="43646"/>
                      <a:pt x="11847" y="46663"/>
                      <a:pt x="14953" y="47151"/>
                    </a:cubicBezTo>
                    <a:cubicBezTo>
                      <a:pt x="15946" y="47331"/>
                      <a:pt x="16974" y="47407"/>
                      <a:pt x="18017" y="47407"/>
                    </a:cubicBezTo>
                    <a:cubicBezTo>
                      <a:pt x="20842" y="47407"/>
                      <a:pt x="23775" y="46847"/>
                      <a:pt x="26400" y="46264"/>
                    </a:cubicBezTo>
                    <a:cubicBezTo>
                      <a:pt x="30482" y="45288"/>
                      <a:pt x="34519" y="43957"/>
                      <a:pt x="38379" y="42271"/>
                    </a:cubicBezTo>
                    <a:cubicBezTo>
                      <a:pt x="46099" y="39032"/>
                      <a:pt x="53597" y="35216"/>
                      <a:pt x="60741" y="30868"/>
                    </a:cubicBezTo>
                    <a:cubicBezTo>
                      <a:pt x="64157" y="28783"/>
                      <a:pt x="67440" y="26476"/>
                      <a:pt x="70590" y="24035"/>
                    </a:cubicBezTo>
                    <a:cubicBezTo>
                      <a:pt x="73785" y="21506"/>
                      <a:pt x="77024" y="18800"/>
                      <a:pt x="79508" y="15561"/>
                    </a:cubicBezTo>
                    <a:cubicBezTo>
                      <a:pt x="81505" y="12899"/>
                      <a:pt x="83102" y="9039"/>
                      <a:pt x="79375" y="7087"/>
                    </a:cubicBezTo>
                    <a:cubicBezTo>
                      <a:pt x="78300" y="6536"/>
                      <a:pt x="77123" y="6361"/>
                      <a:pt x="75928" y="6361"/>
                    </a:cubicBezTo>
                    <a:cubicBezTo>
                      <a:pt x="75199" y="6361"/>
                      <a:pt x="74463" y="6426"/>
                      <a:pt x="73740" y="6510"/>
                    </a:cubicBezTo>
                    <a:cubicBezTo>
                      <a:pt x="71389" y="6732"/>
                      <a:pt x="69082" y="7176"/>
                      <a:pt x="66775" y="7841"/>
                    </a:cubicBezTo>
                    <a:cubicBezTo>
                      <a:pt x="66642" y="7708"/>
                      <a:pt x="66508" y="7575"/>
                      <a:pt x="66331" y="7442"/>
                    </a:cubicBezTo>
                    <a:cubicBezTo>
                      <a:pt x="68993" y="6554"/>
                      <a:pt x="71699" y="5845"/>
                      <a:pt x="74450" y="5401"/>
                    </a:cubicBezTo>
                    <a:cubicBezTo>
                      <a:pt x="74791" y="5316"/>
                      <a:pt x="74682" y="4821"/>
                      <a:pt x="74359" y="4821"/>
                    </a:cubicBezTo>
                    <a:cubicBezTo>
                      <a:pt x="74345" y="4821"/>
                      <a:pt x="74331" y="4822"/>
                      <a:pt x="74317" y="4824"/>
                    </a:cubicBezTo>
                    <a:cubicBezTo>
                      <a:pt x="71522" y="5312"/>
                      <a:pt x="68771" y="6022"/>
                      <a:pt x="66065" y="6909"/>
                    </a:cubicBezTo>
                    <a:cubicBezTo>
                      <a:pt x="66020" y="6954"/>
                      <a:pt x="65932" y="6998"/>
                      <a:pt x="65932" y="7043"/>
                    </a:cubicBezTo>
                    <a:lnTo>
                      <a:pt x="65577" y="6732"/>
                    </a:lnTo>
                    <a:cubicBezTo>
                      <a:pt x="70857" y="4957"/>
                      <a:pt x="76269" y="3360"/>
                      <a:pt x="81860" y="3005"/>
                    </a:cubicBezTo>
                    <a:cubicBezTo>
                      <a:pt x="82827" y="2938"/>
                      <a:pt x="83869" y="2878"/>
                      <a:pt x="84923" y="2878"/>
                    </a:cubicBezTo>
                    <a:close/>
                    <a:moveTo>
                      <a:pt x="56570" y="53806"/>
                    </a:moveTo>
                    <a:lnTo>
                      <a:pt x="57812" y="54472"/>
                    </a:lnTo>
                    <a:cubicBezTo>
                      <a:pt x="57413" y="54649"/>
                      <a:pt x="57058" y="54782"/>
                      <a:pt x="56659" y="54916"/>
                    </a:cubicBezTo>
                    <a:cubicBezTo>
                      <a:pt x="56614" y="54561"/>
                      <a:pt x="56570" y="54161"/>
                      <a:pt x="56570" y="53806"/>
                    </a:cubicBezTo>
                    <a:close/>
                    <a:moveTo>
                      <a:pt x="72942" y="28561"/>
                    </a:moveTo>
                    <a:lnTo>
                      <a:pt x="72942" y="28561"/>
                    </a:lnTo>
                    <a:cubicBezTo>
                      <a:pt x="71345" y="31711"/>
                      <a:pt x="70413" y="35261"/>
                      <a:pt x="72010" y="38633"/>
                    </a:cubicBezTo>
                    <a:lnTo>
                      <a:pt x="71566" y="38899"/>
                    </a:lnTo>
                    <a:cubicBezTo>
                      <a:pt x="70901" y="37656"/>
                      <a:pt x="70590" y="36281"/>
                      <a:pt x="70679" y="34861"/>
                    </a:cubicBezTo>
                    <a:cubicBezTo>
                      <a:pt x="70679" y="34684"/>
                      <a:pt x="70535" y="34595"/>
                      <a:pt x="70391" y="34595"/>
                    </a:cubicBezTo>
                    <a:cubicBezTo>
                      <a:pt x="70246" y="34595"/>
                      <a:pt x="70102" y="34684"/>
                      <a:pt x="70102" y="34861"/>
                    </a:cubicBezTo>
                    <a:lnTo>
                      <a:pt x="70102" y="35127"/>
                    </a:lnTo>
                    <a:cubicBezTo>
                      <a:pt x="70014" y="35039"/>
                      <a:pt x="69925" y="35039"/>
                      <a:pt x="69836" y="35039"/>
                    </a:cubicBezTo>
                    <a:cubicBezTo>
                      <a:pt x="69703" y="35083"/>
                      <a:pt x="69570" y="35216"/>
                      <a:pt x="69525" y="35349"/>
                    </a:cubicBezTo>
                    <a:lnTo>
                      <a:pt x="69082" y="35882"/>
                    </a:lnTo>
                    <a:cubicBezTo>
                      <a:pt x="68960" y="36094"/>
                      <a:pt x="69130" y="36286"/>
                      <a:pt x="69320" y="36286"/>
                    </a:cubicBezTo>
                    <a:cubicBezTo>
                      <a:pt x="69408" y="36286"/>
                      <a:pt x="69500" y="36246"/>
                      <a:pt x="69570" y="36148"/>
                    </a:cubicBezTo>
                    <a:lnTo>
                      <a:pt x="69836" y="35837"/>
                    </a:lnTo>
                    <a:lnTo>
                      <a:pt x="69925" y="35660"/>
                    </a:lnTo>
                    <a:cubicBezTo>
                      <a:pt x="70014" y="35660"/>
                      <a:pt x="70058" y="35660"/>
                      <a:pt x="70102" y="35615"/>
                    </a:cubicBezTo>
                    <a:cubicBezTo>
                      <a:pt x="70147" y="36059"/>
                      <a:pt x="70191" y="36547"/>
                      <a:pt x="70280" y="36991"/>
                    </a:cubicBezTo>
                    <a:cubicBezTo>
                      <a:pt x="70243" y="36973"/>
                      <a:pt x="70199" y="36962"/>
                      <a:pt x="70156" y="36962"/>
                    </a:cubicBezTo>
                    <a:cubicBezTo>
                      <a:pt x="70096" y="36962"/>
                      <a:pt x="70040" y="36983"/>
                      <a:pt x="70014" y="37035"/>
                    </a:cubicBezTo>
                    <a:cubicBezTo>
                      <a:pt x="69259" y="37967"/>
                      <a:pt x="68904" y="39165"/>
                      <a:pt x="69037" y="40363"/>
                    </a:cubicBezTo>
                    <a:cubicBezTo>
                      <a:pt x="68904" y="40452"/>
                      <a:pt x="68816" y="40540"/>
                      <a:pt x="68682" y="40629"/>
                    </a:cubicBezTo>
                    <a:cubicBezTo>
                      <a:pt x="68464" y="40775"/>
                      <a:pt x="68604" y="41130"/>
                      <a:pt x="68833" y="41130"/>
                    </a:cubicBezTo>
                    <a:cubicBezTo>
                      <a:pt x="68883" y="41130"/>
                      <a:pt x="68937" y="41113"/>
                      <a:pt x="68993" y="41073"/>
                    </a:cubicBezTo>
                    <a:cubicBezTo>
                      <a:pt x="70368" y="40097"/>
                      <a:pt x="71877" y="39209"/>
                      <a:pt x="73474" y="38544"/>
                    </a:cubicBezTo>
                    <a:lnTo>
                      <a:pt x="73474" y="38544"/>
                    </a:lnTo>
                    <a:cubicBezTo>
                      <a:pt x="73297" y="38987"/>
                      <a:pt x="73119" y="39431"/>
                      <a:pt x="72897" y="39875"/>
                    </a:cubicBezTo>
                    <a:lnTo>
                      <a:pt x="72720" y="39875"/>
                    </a:lnTo>
                    <a:cubicBezTo>
                      <a:pt x="70590" y="40895"/>
                      <a:pt x="68638" y="42271"/>
                      <a:pt x="66952" y="43957"/>
                    </a:cubicBezTo>
                    <a:cubicBezTo>
                      <a:pt x="66779" y="44164"/>
                      <a:pt x="66984" y="44426"/>
                      <a:pt x="67188" y="44426"/>
                    </a:cubicBezTo>
                    <a:cubicBezTo>
                      <a:pt x="67245" y="44426"/>
                      <a:pt x="67303" y="44405"/>
                      <a:pt x="67351" y="44356"/>
                    </a:cubicBezTo>
                    <a:cubicBezTo>
                      <a:pt x="68904" y="42847"/>
                      <a:pt x="70679" y="41561"/>
                      <a:pt x="72587" y="40585"/>
                    </a:cubicBezTo>
                    <a:lnTo>
                      <a:pt x="72587" y="40585"/>
                    </a:lnTo>
                    <a:cubicBezTo>
                      <a:pt x="72365" y="41117"/>
                      <a:pt x="72099" y="41605"/>
                      <a:pt x="71833" y="42093"/>
                    </a:cubicBezTo>
                    <a:cubicBezTo>
                      <a:pt x="70102" y="43158"/>
                      <a:pt x="68505" y="44445"/>
                      <a:pt x="67174" y="45998"/>
                    </a:cubicBezTo>
                    <a:cubicBezTo>
                      <a:pt x="65932" y="47329"/>
                      <a:pt x="64601" y="48926"/>
                      <a:pt x="64290" y="50789"/>
                    </a:cubicBezTo>
                    <a:lnTo>
                      <a:pt x="64290" y="50834"/>
                    </a:lnTo>
                    <a:cubicBezTo>
                      <a:pt x="64024" y="51011"/>
                      <a:pt x="63758" y="51233"/>
                      <a:pt x="63447" y="51410"/>
                    </a:cubicBezTo>
                    <a:cubicBezTo>
                      <a:pt x="63758" y="49636"/>
                      <a:pt x="64468" y="47994"/>
                      <a:pt x="65577" y="46574"/>
                    </a:cubicBezTo>
                    <a:cubicBezTo>
                      <a:pt x="65734" y="46386"/>
                      <a:pt x="65536" y="46198"/>
                      <a:pt x="65328" y="46198"/>
                    </a:cubicBezTo>
                    <a:cubicBezTo>
                      <a:pt x="65241" y="46198"/>
                      <a:pt x="65154" y="46230"/>
                      <a:pt x="65089" y="46308"/>
                    </a:cubicBezTo>
                    <a:cubicBezTo>
                      <a:pt x="63846" y="47950"/>
                      <a:pt x="63092" y="49858"/>
                      <a:pt x="62826" y="51899"/>
                    </a:cubicBezTo>
                    <a:cubicBezTo>
                      <a:pt x="62648" y="52032"/>
                      <a:pt x="62427" y="52165"/>
                      <a:pt x="62249" y="52298"/>
                    </a:cubicBezTo>
                    <a:cubicBezTo>
                      <a:pt x="62648" y="48527"/>
                      <a:pt x="64468" y="45110"/>
                      <a:pt x="67307" y="42626"/>
                    </a:cubicBezTo>
                    <a:cubicBezTo>
                      <a:pt x="67485" y="42448"/>
                      <a:pt x="67396" y="42182"/>
                      <a:pt x="67130" y="42138"/>
                    </a:cubicBezTo>
                    <a:cubicBezTo>
                      <a:pt x="67174" y="42093"/>
                      <a:pt x="67174" y="42093"/>
                      <a:pt x="67130" y="42049"/>
                    </a:cubicBezTo>
                    <a:cubicBezTo>
                      <a:pt x="66775" y="39964"/>
                      <a:pt x="67174" y="37790"/>
                      <a:pt x="68194" y="35926"/>
                    </a:cubicBezTo>
                    <a:cubicBezTo>
                      <a:pt x="68316" y="35713"/>
                      <a:pt x="68125" y="35521"/>
                      <a:pt x="67936" y="35521"/>
                    </a:cubicBezTo>
                    <a:cubicBezTo>
                      <a:pt x="67849" y="35521"/>
                      <a:pt x="67762" y="35562"/>
                      <a:pt x="67706" y="35660"/>
                    </a:cubicBezTo>
                    <a:cubicBezTo>
                      <a:pt x="66642" y="37656"/>
                      <a:pt x="66242" y="39919"/>
                      <a:pt x="66597" y="42182"/>
                    </a:cubicBezTo>
                    <a:cubicBezTo>
                      <a:pt x="66642" y="42271"/>
                      <a:pt x="66686" y="42315"/>
                      <a:pt x="66775" y="42359"/>
                    </a:cubicBezTo>
                    <a:cubicBezTo>
                      <a:pt x="66420" y="42670"/>
                      <a:pt x="66109" y="42981"/>
                      <a:pt x="65799" y="43291"/>
                    </a:cubicBezTo>
                    <a:cubicBezTo>
                      <a:pt x="65577" y="40984"/>
                      <a:pt x="65887" y="38677"/>
                      <a:pt x="66642" y="36503"/>
                    </a:cubicBezTo>
                    <a:cubicBezTo>
                      <a:pt x="66723" y="36285"/>
                      <a:pt x="66555" y="36151"/>
                      <a:pt x="66382" y="36151"/>
                    </a:cubicBezTo>
                    <a:cubicBezTo>
                      <a:pt x="66272" y="36151"/>
                      <a:pt x="66161" y="36205"/>
                      <a:pt x="66109" y="36325"/>
                    </a:cubicBezTo>
                    <a:cubicBezTo>
                      <a:pt x="65266" y="38633"/>
                      <a:pt x="65000" y="41073"/>
                      <a:pt x="65266" y="43469"/>
                    </a:cubicBezTo>
                    <a:cubicBezTo>
                      <a:pt x="65266" y="43557"/>
                      <a:pt x="65355" y="43646"/>
                      <a:pt x="65444" y="43690"/>
                    </a:cubicBezTo>
                    <a:cubicBezTo>
                      <a:pt x="65222" y="43912"/>
                      <a:pt x="65044" y="44134"/>
                      <a:pt x="64867" y="44356"/>
                    </a:cubicBezTo>
                    <a:cubicBezTo>
                      <a:pt x="64601" y="43602"/>
                      <a:pt x="64512" y="42803"/>
                      <a:pt x="64645" y="42004"/>
                    </a:cubicBezTo>
                    <a:cubicBezTo>
                      <a:pt x="64672" y="41815"/>
                      <a:pt x="64485" y="41675"/>
                      <a:pt x="64314" y="41675"/>
                    </a:cubicBezTo>
                    <a:cubicBezTo>
                      <a:pt x="64205" y="41675"/>
                      <a:pt x="64103" y="41733"/>
                      <a:pt x="64068" y="41871"/>
                    </a:cubicBezTo>
                    <a:cubicBezTo>
                      <a:pt x="63935" y="42803"/>
                      <a:pt x="64024" y="43779"/>
                      <a:pt x="64379" y="44667"/>
                    </a:cubicBezTo>
                    <a:cubicBezTo>
                      <a:pt x="64379" y="44711"/>
                      <a:pt x="64423" y="44755"/>
                      <a:pt x="64512" y="44800"/>
                    </a:cubicBezTo>
                    <a:cubicBezTo>
                      <a:pt x="64113" y="45332"/>
                      <a:pt x="63802" y="45864"/>
                      <a:pt x="63491" y="46397"/>
                    </a:cubicBezTo>
                    <a:cubicBezTo>
                      <a:pt x="63536" y="46264"/>
                      <a:pt x="63491" y="46131"/>
                      <a:pt x="63403" y="46042"/>
                    </a:cubicBezTo>
                    <a:lnTo>
                      <a:pt x="62338" y="45288"/>
                    </a:lnTo>
                    <a:cubicBezTo>
                      <a:pt x="62295" y="45259"/>
                      <a:pt x="62253" y="45247"/>
                      <a:pt x="62212" y="45247"/>
                    </a:cubicBezTo>
                    <a:cubicBezTo>
                      <a:pt x="62000" y="45247"/>
                      <a:pt x="61848" y="45589"/>
                      <a:pt x="62072" y="45776"/>
                    </a:cubicBezTo>
                    <a:lnTo>
                      <a:pt x="63136" y="46574"/>
                    </a:lnTo>
                    <a:cubicBezTo>
                      <a:pt x="63187" y="46608"/>
                      <a:pt x="63238" y="46623"/>
                      <a:pt x="63287" y="46623"/>
                    </a:cubicBezTo>
                    <a:cubicBezTo>
                      <a:pt x="63365" y="46623"/>
                      <a:pt x="63437" y="46585"/>
                      <a:pt x="63491" y="46530"/>
                    </a:cubicBezTo>
                    <a:lnTo>
                      <a:pt x="63491" y="46530"/>
                    </a:lnTo>
                    <a:cubicBezTo>
                      <a:pt x="63403" y="46707"/>
                      <a:pt x="63314" y="46885"/>
                      <a:pt x="63225" y="47062"/>
                    </a:cubicBezTo>
                    <a:lnTo>
                      <a:pt x="63181" y="47062"/>
                    </a:lnTo>
                    <a:lnTo>
                      <a:pt x="61761" y="46264"/>
                    </a:lnTo>
                    <a:cubicBezTo>
                      <a:pt x="61718" y="46245"/>
                      <a:pt x="61677" y="46237"/>
                      <a:pt x="61639" y="46237"/>
                    </a:cubicBezTo>
                    <a:cubicBezTo>
                      <a:pt x="61399" y="46237"/>
                      <a:pt x="61265" y="46561"/>
                      <a:pt x="61495" y="46752"/>
                    </a:cubicBezTo>
                    <a:lnTo>
                      <a:pt x="62870" y="47550"/>
                    </a:lnTo>
                    <a:lnTo>
                      <a:pt x="62959" y="47550"/>
                    </a:lnTo>
                    <a:cubicBezTo>
                      <a:pt x="62826" y="47861"/>
                      <a:pt x="62737" y="48172"/>
                      <a:pt x="62604" y="48482"/>
                    </a:cubicBezTo>
                    <a:cubicBezTo>
                      <a:pt x="62604" y="48393"/>
                      <a:pt x="62604" y="48349"/>
                      <a:pt x="62560" y="48305"/>
                    </a:cubicBezTo>
                    <a:cubicBezTo>
                      <a:pt x="62205" y="47817"/>
                      <a:pt x="61805" y="47417"/>
                      <a:pt x="61273" y="47151"/>
                    </a:cubicBezTo>
                    <a:cubicBezTo>
                      <a:pt x="61227" y="47125"/>
                      <a:pt x="61181" y="47113"/>
                      <a:pt x="61138" y="47113"/>
                    </a:cubicBezTo>
                    <a:cubicBezTo>
                      <a:pt x="60896" y="47113"/>
                      <a:pt x="60743" y="47488"/>
                      <a:pt x="61007" y="47639"/>
                    </a:cubicBezTo>
                    <a:cubicBezTo>
                      <a:pt x="61406" y="47861"/>
                      <a:pt x="61805" y="48172"/>
                      <a:pt x="62072" y="48571"/>
                    </a:cubicBezTo>
                    <a:cubicBezTo>
                      <a:pt x="62130" y="48649"/>
                      <a:pt x="62222" y="48684"/>
                      <a:pt x="62315" y="48684"/>
                    </a:cubicBezTo>
                    <a:cubicBezTo>
                      <a:pt x="62434" y="48684"/>
                      <a:pt x="62554" y="48626"/>
                      <a:pt x="62604" y="48527"/>
                    </a:cubicBezTo>
                    <a:lnTo>
                      <a:pt x="62604" y="48527"/>
                    </a:lnTo>
                    <a:cubicBezTo>
                      <a:pt x="62205" y="49503"/>
                      <a:pt x="61939" y="50523"/>
                      <a:pt x="61805" y="51544"/>
                    </a:cubicBezTo>
                    <a:cubicBezTo>
                      <a:pt x="61761" y="51322"/>
                      <a:pt x="61717" y="51100"/>
                      <a:pt x="61672" y="50834"/>
                    </a:cubicBezTo>
                    <a:cubicBezTo>
                      <a:pt x="61655" y="50698"/>
                      <a:pt x="61567" y="50640"/>
                      <a:pt x="61467" y="50640"/>
                    </a:cubicBezTo>
                    <a:cubicBezTo>
                      <a:pt x="61305" y="50640"/>
                      <a:pt x="61112" y="50792"/>
                      <a:pt x="61140" y="51011"/>
                    </a:cubicBezTo>
                    <a:cubicBezTo>
                      <a:pt x="61140" y="51322"/>
                      <a:pt x="61229" y="51544"/>
                      <a:pt x="61273" y="51854"/>
                    </a:cubicBezTo>
                    <a:cubicBezTo>
                      <a:pt x="61051" y="51721"/>
                      <a:pt x="60829" y="51632"/>
                      <a:pt x="60652" y="51544"/>
                    </a:cubicBezTo>
                    <a:cubicBezTo>
                      <a:pt x="60696" y="51499"/>
                      <a:pt x="60696" y="51410"/>
                      <a:pt x="60696" y="51322"/>
                    </a:cubicBezTo>
                    <a:cubicBezTo>
                      <a:pt x="60563" y="50434"/>
                      <a:pt x="60297" y="49591"/>
                      <a:pt x="59898" y="48748"/>
                    </a:cubicBezTo>
                    <a:cubicBezTo>
                      <a:pt x="59856" y="48652"/>
                      <a:pt x="59781" y="48611"/>
                      <a:pt x="59701" y="48611"/>
                    </a:cubicBezTo>
                    <a:cubicBezTo>
                      <a:pt x="59522" y="48611"/>
                      <a:pt x="59318" y="48814"/>
                      <a:pt x="59410" y="49059"/>
                    </a:cubicBezTo>
                    <a:cubicBezTo>
                      <a:pt x="59765" y="49769"/>
                      <a:pt x="59986" y="50523"/>
                      <a:pt x="60119" y="51322"/>
                    </a:cubicBezTo>
                    <a:lnTo>
                      <a:pt x="59809" y="51189"/>
                    </a:lnTo>
                    <a:cubicBezTo>
                      <a:pt x="59676" y="50612"/>
                      <a:pt x="59498" y="50035"/>
                      <a:pt x="59276" y="49503"/>
                    </a:cubicBezTo>
                    <a:cubicBezTo>
                      <a:pt x="59224" y="49412"/>
                      <a:pt x="59146" y="49374"/>
                      <a:pt x="59065" y="49374"/>
                    </a:cubicBezTo>
                    <a:cubicBezTo>
                      <a:pt x="58870" y="49374"/>
                      <a:pt x="58663" y="49594"/>
                      <a:pt x="58788" y="49813"/>
                    </a:cubicBezTo>
                    <a:cubicBezTo>
                      <a:pt x="58966" y="50168"/>
                      <a:pt x="59099" y="50568"/>
                      <a:pt x="59188" y="50967"/>
                    </a:cubicBezTo>
                    <a:cubicBezTo>
                      <a:pt x="58744" y="50789"/>
                      <a:pt x="58300" y="50656"/>
                      <a:pt x="57857" y="50523"/>
                    </a:cubicBezTo>
                    <a:cubicBezTo>
                      <a:pt x="57830" y="50516"/>
                      <a:pt x="57804" y="50513"/>
                      <a:pt x="57780" y="50513"/>
                    </a:cubicBezTo>
                    <a:cubicBezTo>
                      <a:pt x="57484" y="50513"/>
                      <a:pt x="57396" y="50977"/>
                      <a:pt x="57724" y="51100"/>
                    </a:cubicBezTo>
                    <a:cubicBezTo>
                      <a:pt x="58300" y="51233"/>
                      <a:pt x="58833" y="51410"/>
                      <a:pt x="59410" y="51632"/>
                    </a:cubicBezTo>
                    <a:cubicBezTo>
                      <a:pt x="59443" y="51732"/>
                      <a:pt x="59526" y="51782"/>
                      <a:pt x="59622" y="51782"/>
                    </a:cubicBezTo>
                    <a:cubicBezTo>
                      <a:pt x="59654" y="51782"/>
                      <a:pt x="59687" y="51777"/>
                      <a:pt x="59720" y="51765"/>
                    </a:cubicBezTo>
                    <a:cubicBezTo>
                      <a:pt x="60341" y="52032"/>
                      <a:pt x="60962" y="52298"/>
                      <a:pt x="61584" y="52653"/>
                    </a:cubicBezTo>
                    <a:lnTo>
                      <a:pt x="61672" y="52653"/>
                    </a:lnTo>
                    <a:cubicBezTo>
                      <a:pt x="61450" y="52742"/>
                      <a:pt x="61273" y="52875"/>
                      <a:pt x="61051" y="53008"/>
                    </a:cubicBezTo>
                    <a:cubicBezTo>
                      <a:pt x="61096" y="52875"/>
                      <a:pt x="61051" y="52742"/>
                      <a:pt x="60918" y="52697"/>
                    </a:cubicBezTo>
                    <a:lnTo>
                      <a:pt x="60430" y="52475"/>
                    </a:lnTo>
                    <a:cubicBezTo>
                      <a:pt x="60393" y="52460"/>
                      <a:pt x="60357" y="52453"/>
                      <a:pt x="60323" y="52453"/>
                    </a:cubicBezTo>
                    <a:cubicBezTo>
                      <a:pt x="60065" y="52453"/>
                      <a:pt x="59890" y="52846"/>
                      <a:pt x="60164" y="52963"/>
                    </a:cubicBezTo>
                    <a:lnTo>
                      <a:pt x="60652" y="53185"/>
                    </a:lnTo>
                    <a:cubicBezTo>
                      <a:pt x="59898" y="53585"/>
                      <a:pt x="59099" y="53984"/>
                      <a:pt x="58256" y="54339"/>
                    </a:cubicBezTo>
                    <a:cubicBezTo>
                      <a:pt x="58300" y="54206"/>
                      <a:pt x="58212" y="54117"/>
                      <a:pt x="58123" y="54073"/>
                    </a:cubicBezTo>
                    <a:lnTo>
                      <a:pt x="56570" y="53185"/>
                    </a:lnTo>
                    <a:cubicBezTo>
                      <a:pt x="56570" y="53008"/>
                      <a:pt x="56570" y="52875"/>
                      <a:pt x="56614" y="52697"/>
                    </a:cubicBezTo>
                    <a:cubicBezTo>
                      <a:pt x="57324" y="53052"/>
                      <a:pt x="57990" y="53451"/>
                      <a:pt x="58655" y="53939"/>
                    </a:cubicBezTo>
                    <a:cubicBezTo>
                      <a:pt x="58710" y="53985"/>
                      <a:pt x="58771" y="54004"/>
                      <a:pt x="58830" y="54004"/>
                    </a:cubicBezTo>
                    <a:cubicBezTo>
                      <a:pt x="59058" y="54004"/>
                      <a:pt x="59266" y="53716"/>
                      <a:pt x="59055" y="53540"/>
                    </a:cubicBezTo>
                    <a:cubicBezTo>
                      <a:pt x="58300" y="53008"/>
                      <a:pt x="57546" y="52520"/>
                      <a:pt x="56703" y="52120"/>
                    </a:cubicBezTo>
                    <a:cubicBezTo>
                      <a:pt x="56703" y="52032"/>
                      <a:pt x="56747" y="51899"/>
                      <a:pt x="56792" y="51810"/>
                    </a:cubicBezTo>
                    <a:cubicBezTo>
                      <a:pt x="56792" y="51765"/>
                      <a:pt x="56792" y="51677"/>
                      <a:pt x="56792" y="51632"/>
                    </a:cubicBezTo>
                    <a:lnTo>
                      <a:pt x="58744" y="52298"/>
                    </a:lnTo>
                    <a:cubicBezTo>
                      <a:pt x="58783" y="52312"/>
                      <a:pt x="58819" y="52319"/>
                      <a:pt x="58852" y="52319"/>
                    </a:cubicBezTo>
                    <a:cubicBezTo>
                      <a:pt x="59122" y="52319"/>
                      <a:pt x="59193" y="51884"/>
                      <a:pt x="58877" y="51765"/>
                    </a:cubicBezTo>
                    <a:lnTo>
                      <a:pt x="56792" y="51056"/>
                    </a:lnTo>
                    <a:cubicBezTo>
                      <a:pt x="56756" y="51044"/>
                      <a:pt x="56722" y="51038"/>
                      <a:pt x="56691" y="51038"/>
                    </a:cubicBezTo>
                    <a:cubicBezTo>
                      <a:pt x="56494" y="51038"/>
                      <a:pt x="56405" y="51263"/>
                      <a:pt x="56481" y="51455"/>
                    </a:cubicBezTo>
                    <a:cubicBezTo>
                      <a:pt x="56393" y="51455"/>
                      <a:pt x="56259" y="51544"/>
                      <a:pt x="56259" y="51632"/>
                    </a:cubicBezTo>
                    <a:cubicBezTo>
                      <a:pt x="55993" y="52742"/>
                      <a:pt x="55949" y="53939"/>
                      <a:pt x="56126" y="55049"/>
                    </a:cubicBezTo>
                    <a:cubicBezTo>
                      <a:pt x="56082" y="55093"/>
                      <a:pt x="56082" y="55093"/>
                      <a:pt x="56126" y="55093"/>
                    </a:cubicBezTo>
                    <a:cubicBezTo>
                      <a:pt x="55550" y="55271"/>
                      <a:pt x="54973" y="55448"/>
                      <a:pt x="54352" y="55625"/>
                    </a:cubicBezTo>
                    <a:cubicBezTo>
                      <a:pt x="54263" y="54827"/>
                      <a:pt x="54263" y="54073"/>
                      <a:pt x="54440" y="53318"/>
                    </a:cubicBezTo>
                    <a:cubicBezTo>
                      <a:pt x="54493" y="53109"/>
                      <a:pt x="54328" y="52976"/>
                      <a:pt x="54167" y="52976"/>
                    </a:cubicBezTo>
                    <a:cubicBezTo>
                      <a:pt x="54055" y="52976"/>
                      <a:pt x="53944" y="53040"/>
                      <a:pt x="53908" y="53185"/>
                    </a:cubicBezTo>
                    <a:cubicBezTo>
                      <a:pt x="53775" y="53806"/>
                      <a:pt x="53686" y="54472"/>
                      <a:pt x="53730" y="55137"/>
                    </a:cubicBezTo>
                    <a:cubicBezTo>
                      <a:pt x="53553" y="54694"/>
                      <a:pt x="53287" y="54294"/>
                      <a:pt x="52976" y="53984"/>
                    </a:cubicBezTo>
                    <a:cubicBezTo>
                      <a:pt x="52914" y="53921"/>
                      <a:pt x="52844" y="53895"/>
                      <a:pt x="52777" y="53895"/>
                    </a:cubicBezTo>
                    <a:cubicBezTo>
                      <a:pt x="52559" y="53895"/>
                      <a:pt x="52373" y="54169"/>
                      <a:pt x="52577" y="54339"/>
                    </a:cubicBezTo>
                    <a:cubicBezTo>
                      <a:pt x="52932" y="54738"/>
                      <a:pt x="53242" y="55226"/>
                      <a:pt x="53376" y="55759"/>
                    </a:cubicBezTo>
                    <a:cubicBezTo>
                      <a:pt x="53420" y="55759"/>
                      <a:pt x="53420" y="55803"/>
                      <a:pt x="53420" y="55847"/>
                    </a:cubicBezTo>
                    <a:cubicBezTo>
                      <a:pt x="52887" y="55936"/>
                      <a:pt x="52355" y="56069"/>
                      <a:pt x="51823" y="56158"/>
                    </a:cubicBezTo>
                    <a:cubicBezTo>
                      <a:pt x="51823" y="56069"/>
                      <a:pt x="51823" y="55980"/>
                      <a:pt x="51778" y="55936"/>
                    </a:cubicBezTo>
                    <a:lnTo>
                      <a:pt x="51290" y="55004"/>
                    </a:lnTo>
                    <a:cubicBezTo>
                      <a:pt x="51234" y="54906"/>
                      <a:pt x="51148" y="54866"/>
                      <a:pt x="51061" y="54866"/>
                    </a:cubicBezTo>
                    <a:cubicBezTo>
                      <a:pt x="50871" y="54866"/>
                      <a:pt x="50681" y="55058"/>
                      <a:pt x="50802" y="55271"/>
                    </a:cubicBezTo>
                    <a:lnTo>
                      <a:pt x="51290" y="56202"/>
                    </a:lnTo>
                    <a:lnTo>
                      <a:pt x="50935" y="56247"/>
                    </a:lnTo>
                    <a:lnTo>
                      <a:pt x="50580" y="55448"/>
                    </a:lnTo>
                    <a:cubicBezTo>
                      <a:pt x="50524" y="55350"/>
                      <a:pt x="50438" y="55310"/>
                      <a:pt x="50351" y="55310"/>
                    </a:cubicBezTo>
                    <a:cubicBezTo>
                      <a:pt x="50161" y="55310"/>
                      <a:pt x="49971" y="55501"/>
                      <a:pt x="50092" y="55714"/>
                    </a:cubicBezTo>
                    <a:lnTo>
                      <a:pt x="50403" y="56335"/>
                    </a:lnTo>
                    <a:cubicBezTo>
                      <a:pt x="49440" y="56440"/>
                      <a:pt x="48485" y="56490"/>
                      <a:pt x="47533" y="56490"/>
                    </a:cubicBezTo>
                    <a:cubicBezTo>
                      <a:pt x="46073" y="56490"/>
                      <a:pt x="44622" y="56373"/>
                      <a:pt x="43171" y="56158"/>
                    </a:cubicBezTo>
                    <a:lnTo>
                      <a:pt x="43171" y="56114"/>
                    </a:lnTo>
                    <a:cubicBezTo>
                      <a:pt x="38379" y="55359"/>
                      <a:pt x="33854" y="53318"/>
                      <a:pt x="30082" y="50301"/>
                    </a:cubicBezTo>
                    <a:cubicBezTo>
                      <a:pt x="31990" y="49591"/>
                      <a:pt x="33898" y="48837"/>
                      <a:pt x="35806" y="48039"/>
                    </a:cubicBezTo>
                    <a:cubicBezTo>
                      <a:pt x="46321" y="43690"/>
                      <a:pt x="56659" y="38810"/>
                      <a:pt x="66375" y="32865"/>
                    </a:cubicBezTo>
                    <a:lnTo>
                      <a:pt x="67396" y="32199"/>
                    </a:lnTo>
                    <a:lnTo>
                      <a:pt x="67928" y="32865"/>
                    </a:lnTo>
                    <a:lnTo>
                      <a:pt x="67973" y="32865"/>
                    </a:lnTo>
                    <a:cubicBezTo>
                      <a:pt x="68017" y="32865"/>
                      <a:pt x="67884" y="32953"/>
                      <a:pt x="67884" y="32998"/>
                    </a:cubicBezTo>
                    <a:cubicBezTo>
                      <a:pt x="67714" y="33202"/>
                      <a:pt x="67909" y="33485"/>
                      <a:pt x="68090" y="33485"/>
                    </a:cubicBezTo>
                    <a:cubicBezTo>
                      <a:pt x="68144" y="33485"/>
                      <a:pt x="68198" y="33459"/>
                      <a:pt x="68239" y="33397"/>
                    </a:cubicBezTo>
                    <a:cubicBezTo>
                      <a:pt x="69037" y="32421"/>
                      <a:pt x="69880" y="31534"/>
                      <a:pt x="70812" y="30735"/>
                    </a:cubicBezTo>
                    <a:lnTo>
                      <a:pt x="70901" y="30735"/>
                    </a:lnTo>
                    <a:cubicBezTo>
                      <a:pt x="70679" y="31312"/>
                      <a:pt x="70546" y="31933"/>
                      <a:pt x="70413" y="32554"/>
                    </a:cubicBezTo>
                    <a:cubicBezTo>
                      <a:pt x="70387" y="32764"/>
                      <a:pt x="70562" y="32896"/>
                      <a:pt x="70728" y="32896"/>
                    </a:cubicBezTo>
                    <a:cubicBezTo>
                      <a:pt x="70843" y="32896"/>
                      <a:pt x="70953" y="32832"/>
                      <a:pt x="70990" y="32687"/>
                    </a:cubicBezTo>
                    <a:cubicBezTo>
                      <a:pt x="71211" y="31489"/>
                      <a:pt x="71611" y="30380"/>
                      <a:pt x="72188" y="29315"/>
                    </a:cubicBezTo>
                    <a:cubicBezTo>
                      <a:pt x="72232" y="29227"/>
                      <a:pt x="72232" y="29138"/>
                      <a:pt x="72188" y="29093"/>
                    </a:cubicBezTo>
                    <a:lnTo>
                      <a:pt x="72942" y="28561"/>
                    </a:lnTo>
                    <a:close/>
                    <a:moveTo>
                      <a:pt x="47278" y="0"/>
                    </a:moveTo>
                    <a:cubicBezTo>
                      <a:pt x="46591" y="0"/>
                      <a:pt x="45902" y="26"/>
                      <a:pt x="45212" y="77"/>
                    </a:cubicBezTo>
                    <a:cubicBezTo>
                      <a:pt x="31946" y="1186"/>
                      <a:pt x="20721" y="11524"/>
                      <a:pt x="19079" y="24834"/>
                    </a:cubicBezTo>
                    <a:cubicBezTo>
                      <a:pt x="18902" y="26520"/>
                      <a:pt x="18857" y="28250"/>
                      <a:pt x="18946" y="29936"/>
                    </a:cubicBezTo>
                    <a:lnTo>
                      <a:pt x="18857" y="29981"/>
                    </a:lnTo>
                    <a:cubicBezTo>
                      <a:pt x="14065" y="33752"/>
                      <a:pt x="9185" y="37745"/>
                      <a:pt x="5236" y="42404"/>
                    </a:cubicBezTo>
                    <a:cubicBezTo>
                      <a:pt x="2840" y="45288"/>
                      <a:pt x="1" y="50612"/>
                      <a:pt x="3816" y="53673"/>
                    </a:cubicBezTo>
                    <a:cubicBezTo>
                      <a:pt x="5272" y="54784"/>
                      <a:pt x="7189" y="55068"/>
                      <a:pt x="9028" y="55068"/>
                    </a:cubicBezTo>
                    <a:cubicBezTo>
                      <a:pt x="9320" y="55068"/>
                      <a:pt x="9609" y="55061"/>
                      <a:pt x="9895" y="55049"/>
                    </a:cubicBezTo>
                    <a:cubicBezTo>
                      <a:pt x="12734" y="54871"/>
                      <a:pt x="15530" y="54472"/>
                      <a:pt x="18325" y="53806"/>
                    </a:cubicBezTo>
                    <a:cubicBezTo>
                      <a:pt x="22096" y="52963"/>
                      <a:pt x="25867" y="51854"/>
                      <a:pt x="29506" y="50479"/>
                    </a:cubicBezTo>
                    <a:cubicBezTo>
                      <a:pt x="29550" y="50523"/>
                      <a:pt x="29550" y="50568"/>
                      <a:pt x="29594" y="50612"/>
                    </a:cubicBezTo>
                    <a:cubicBezTo>
                      <a:pt x="34742" y="54845"/>
                      <a:pt x="41105" y="57016"/>
                      <a:pt x="47515" y="57016"/>
                    </a:cubicBezTo>
                    <a:cubicBezTo>
                      <a:pt x="51989" y="57016"/>
                      <a:pt x="56486" y="55958"/>
                      <a:pt x="60608" y="53806"/>
                    </a:cubicBezTo>
                    <a:cubicBezTo>
                      <a:pt x="70679" y="48571"/>
                      <a:pt x="76624" y="37834"/>
                      <a:pt x="75781" y="26520"/>
                    </a:cubicBezTo>
                    <a:lnTo>
                      <a:pt x="75781" y="26476"/>
                    </a:lnTo>
                    <a:cubicBezTo>
                      <a:pt x="77157" y="25455"/>
                      <a:pt x="78532" y="24390"/>
                      <a:pt x="79908" y="23281"/>
                    </a:cubicBezTo>
                    <a:cubicBezTo>
                      <a:pt x="82082" y="21462"/>
                      <a:pt x="84211" y="19599"/>
                      <a:pt x="86252" y="17602"/>
                    </a:cubicBezTo>
                    <a:cubicBezTo>
                      <a:pt x="88116" y="15783"/>
                      <a:pt x="90023" y="13875"/>
                      <a:pt x="91266" y="11524"/>
                    </a:cubicBezTo>
                    <a:cubicBezTo>
                      <a:pt x="92331" y="9571"/>
                      <a:pt x="93262" y="6865"/>
                      <a:pt x="92064" y="4780"/>
                    </a:cubicBezTo>
                    <a:cubicBezTo>
                      <a:pt x="90866" y="2561"/>
                      <a:pt x="87672" y="2517"/>
                      <a:pt x="85498" y="2428"/>
                    </a:cubicBezTo>
                    <a:cubicBezTo>
                      <a:pt x="84969" y="2401"/>
                      <a:pt x="84441" y="2389"/>
                      <a:pt x="83914" y="2389"/>
                    </a:cubicBezTo>
                    <a:cubicBezTo>
                      <a:pt x="77452" y="2389"/>
                      <a:pt x="71116" y="4326"/>
                      <a:pt x="65044" y="6377"/>
                    </a:cubicBezTo>
                    <a:cubicBezTo>
                      <a:pt x="59991" y="2246"/>
                      <a:pt x="53741" y="0"/>
                      <a:pt x="472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2"/>
              <p:cNvSpPr/>
              <p:nvPr/>
            </p:nvSpPr>
            <p:spPr>
              <a:xfrm>
                <a:off x="1891958" y="3308459"/>
                <a:ext cx="37855" cy="44176"/>
              </a:xfrm>
              <a:custGeom>
                <a:avLst/>
                <a:gdLst/>
                <a:ahLst/>
                <a:cxnLst/>
                <a:rect l="l" t="t" r="r" b="b"/>
                <a:pathLst>
                  <a:path w="533" h="622" extrusionOk="0">
                    <a:moveTo>
                      <a:pt x="266" y="0"/>
                    </a:moveTo>
                    <a:cubicBezTo>
                      <a:pt x="133" y="0"/>
                      <a:pt x="0" y="89"/>
                      <a:pt x="0" y="267"/>
                    </a:cubicBezTo>
                    <a:lnTo>
                      <a:pt x="0" y="355"/>
                    </a:lnTo>
                    <a:cubicBezTo>
                      <a:pt x="0" y="533"/>
                      <a:pt x="133" y="622"/>
                      <a:pt x="266" y="622"/>
                    </a:cubicBezTo>
                    <a:cubicBezTo>
                      <a:pt x="400" y="622"/>
                      <a:pt x="533" y="533"/>
                      <a:pt x="533" y="355"/>
                    </a:cubicBezTo>
                    <a:lnTo>
                      <a:pt x="533" y="267"/>
                    </a:lnTo>
                    <a:cubicBezTo>
                      <a:pt x="533" y="89"/>
                      <a:pt x="400"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2"/>
              <p:cNvSpPr/>
              <p:nvPr/>
            </p:nvSpPr>
            <p:spPr>
              <a:xfrm>
                <a:off x="1677683" y="3475078"/>
                <a:ext cx="262854" cy="584089"/>
              </a:xfrm>
              <a:custGeom>
                <a:avLst/>
                <a:gdLst/>
                <a:ahLst/>
                <a:cxnLst/>
                <a:rect l="l" t="t" r="r" b="b"/>
                <a:pathLst>
                  <a:path w="3701" h="8224" extrusionOk="0">
                    <a:moveTo>
                      <a:pt x="1960" y="1"/>
                    </a:moveTo>
                    <a:cubicBezTo>
                      <a:pt x="1873" y="1"/>
                      <a:pt x="1787" y="41"/>
                      <a:pt x="1731" y="139"/>
                    </a:cubicBezTo>
                    <a:cubicBezTo>
                      <a:pt x="888" y="1692"/>
                      <a:pt x="0" y="3821"/>
                      <a:pt x="311" y="5641"/>
                    </a:cubicBezTo>
                    <a:cubicBezTo>
                      <a:pt x="621" y="7105"/>
                      <a:pt x="1908" y="7815"/>
                      <a:pt x="3195" y="8214"/>
                    </a:cubicBezTo>
                    <a:cubicBezTo>
                      <a:pt x="3222" y="8221"/>
                      <a:pt x="3248" y="8224"/>
                      <a:pt x="3273" y="8224"/>
                    </a:cubicBezTo>
                    <a:cubicBezTo>
                      <a:pt x="3574" y="8224"/>
                      <a:pt x="3700" y="7760"/>
                      <a:pt x="3372" y="7637"/>
                    </a:cubicBezTo>
                    <a:cubicBezTo>
                      <a:pt x="1642" y="7149"/>
                      <a:pt x="666" y="6173"/>
                      <a:pt x="888" y="4310"/>
                    </a:cubicBezTo>
                    <a:cubicBezTo>
                      <a:pt x="1109" y="2934"/>
                      <a:pt x="1553" y="1603"/>
                      <a:pt x="2219" y="405"/>
                    </a:cubicBezTo>
                    <a:cubicBezTo>
                      <a:pt x="2340" y="192"/>
                      <a:pt x="2150" y="1"/>
                      <a:pt x="19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2"/>
              <p:cNvSpPr/>
              <p:nvPr/>
            </p:nvSpPr>
            <p:spPr>
              <a:xfrm>
                <a:off x="1977043" y="4017477"/>
                <a:ext cx="59943" cy="37855"/>
              </a:xfrm>
              <a:custGeom>
                <a:avLst/>
                <a:gdLst/>
                <a:ahLst/>
                <a:cxnLst/>
                <a:rect l="l" t="t" r="r" b="b"/>
                <a:pathLst>
                  <a:path w="844" h="533" extrusionOk="0">
                    <a:moveTo>
                      <a:pt x="355" y="0"/>
                    </a:moveTo>
                    <a:cubicBezTo>
                      <a:pt x="0" y="0"/>
                      <a:pt x="0" y="533"/>
                      <a:pt x="355" y="533"/>
                    </a:cubicBezTo>
                    <a:lnTo>
                      <a:pt x="444" y="533"/>
                    </a:lnTo>
                    <a:cubicBezTo>
                      <a:pt x="843" y="533"/>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2"/>
              <p:cNvSpPr/>
              <p:nvPr/>
            </p:nvSpPr>
            <p:spPr>
              <a:xfrm>
                <a:off x="4056582" y="2423234"/>
                <a:ext cx="2023360" cy="1126417"/>
              </a:xfrm>
              <a:custGeom>
                <a:avLst/>
                <a:gdLst/>
                <a:ahLst/>
                <a:cxnLst/>
                <a:rect l="l" t="t" r="r" b="b"/>
                <a:pathLst>
                  <a:path w="28489" h="15860" extrusionOk="0">
                    <a:moveTo>
                      <a:pt x="28099" y="0"/>
                    </a:moveTo>
                    <a:cubicBezTo>
                      <a:pt x="28053" y="0"/>
                      <a:pt x="28005" y="13"/>
                      <a:pt x="27955" y="41"/>
                    </a:cubicBezTo>
                    <a:cubicBezTo>
                      <a:pt x="23651" y="3014"/>
                      <a:pt x="19436" y="6164"/>
                      <a:pt x="14733" y="8471"/>
                    </a:cubicBezTo>
                    <a:cubicBezTo>
                      <a:pt x="10030" y="10778"/>
                      <a:pt x="5105" y="13041"/>
                      <a:pt x="314" y="15348"/>
                    </a:cubicBezTo>
                    <a:cubicBezTo>
                      <a:pt x="1" y="15466"/>
                      <a:pt x="205" y="15859"/>
                      <a:pt x="471" y="15859"/>
                    </a:cubicBezTo>
                    <a:cubicBezTo>
                      <a:pt x="506" y="15859"/>
                      <a:pt x="543" y="15852"/>
                      <a:pt x="580" y="15836"/>
                    </a:cubicBezTo>
                    <a:cubicBezTo>
                      <a:pt x="5372" y="13529"/>
                      <a:pt x="10208" y="11266"/>
                      <a:pt x="14999" y="8915"/>
                    </a:cubicBezTo>
                    <a:cubicBezTo>
                      <a:pt x="19791" y="6608"/>
                      <a:pt x="23962" y="3458"/>
                      <a:pt x="28265" y="529"/>
                    </a:cubicBezTo>
                    <a:cubicBezTo>
                      <a:pt x="28489" y="343"/>
                      <a:pt x="28337" y="0"/>
                      <a:pt x="28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42"/>
              <p:cNvSpPr/>
              <p:nvPr/>
            </p:nvSpPr>
            <p:spPr>
              <a:xfrm>
                <a:off x="6212115" y="2296956"/>
                <a:ext cx="56818" cy="37855"/>
              </a:xfrm>
              <a:custGeom>
                <a:avLst/>
                <a:gdLst/>
                <a:ahLst/>
                <a:cxnLst/>
                <a:rect l="l" t="t" r="r" b="b"/>
                <a:pathLst>
                  <a:path w="800" h="533" extrusionOk="0">
                    <a:moveTo>
                      <a:pt x="356" y="0"/>
                    </a:moveTo>
                    <a:cubicBezTo>
                      <a:pt x="1" y="0"/>
                      <a:pt x="1" y="533"/>
                      <a:pt x="356"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42"/>
              <p:cNvSpPr/>
              <p:nvPr/>
            </p:nvSpPr>
            <p:spPr>
              <a:xfrm>
                <a:off x="6392512" y="1222102"/>
                <a:ext cx="897582" cy="975565"/>
              </a:xfrm>
              <a:custGeom>
                <a:avLst/>
                <a:gdLst/>
                <a:ahLst/>
                <a:cxnLst/>
                <a:rect l="l" t="t" r="r" b="b"/>
                <a:pathLst>
                  <a:path w="12638" h="13736" extrusionOk="0">
                    <a:moveTo>
                      <a:pt x="12274" y="1"/>
                    </a:moveTo>
                    <a:cubicBezTo>
                      <a:pt x="12193" y="1"/>
                      <a:pt x="12113" y="42"/>
                      <a:pt x="12058" y="138"/>
                    </a:cubicBezTo>
                    <a:cubicBezTo>
                      <a:pt x="9396" y="5551"/>
                      <a:pt x="4737" y="9499"/>
                      <a:pt x="212" y="13271"/>
                    </a:cubicBezTo>
                    <a:cubicBezTo>
                      <a:pt x="0" y="13447"/>
                      <a:pt x="181" y="13735"/>
                      <a:pt x="419" y="13735"/>
                    </a:cubicBezTo>
                    <a:cubicBezTo>
                      <a:pt x="481" y="13735"/>
                      <a:pt x="547" y="13716"/>
                      <a:pt x="611" y="13670"/>
                    </a:cubicBezTo>
                    <a:cubicBezTo>
                      <a:pt x="5181" y="9854"/>
                      <a:pt x="9839" y="5861"/>
                      <a:pt x="12546" y="448"/>
                    </a:cubicBezTo>
                    <a:cubicBezTo>
                      <a:pt x="12638" y="203"/>
                      <a:pt x="12455" y="1"/>
                      <a:pt x="122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42"/>
              <p:cNvSpPr/>
              <p:nvPr/>
            </p:nvSpPr>
            <p:spPr>
              <a:xfrm>
                <a:off x="7248830" y="1036520"/>
                <a:ext cx="37926" cy="46520"/>
              </a:xfrm>
              <a:custGeom>
                <a:avLst/>
                <a:gdLst/>
                <a:ahLst/>
                <a:cxnLst/>
                <a:rect l="l" t="t" r="r" b="b"/>
                <a:pathLst>
                  <a:path w="534" h="655" extrusionOk="0">
                    <a:moveTo>
                      <a:pt x="267" y="0"/>
                    </a:moveTo>
                    <a:cubicBezTo>
                      <a:pt x="134" y="0"/>
                      <a:pt x="1" y="89"/>
                      <a:pt x="1" y="266"/>
                    </a:cubicBezTo>
                    <a:lnTo>
                      <a:pt x="1" y="355"/>
                    </a:lnTo>
                    <a:cubicBezTo>
                      <a:pt x="1" y="555"/>
                      <a:pt x="134" y="654"/>
                      <a:pt x="267" y="654"/>
                    </a:cubicBezTo>
                    <a:cubicBezTo>
                      <a:pt x="400" y="654"/>
                      <a:pt x="533" y="555"/>
                      <a:pt x="533" y="355"/>
                    </a:cubicBezTo>
                    <a:lnTo>
                      <a:pt x="533" y="266"/>
                    </a:lnTo>
                    <a:cubicBezTo>
                      <a:pt x="533" y="89"/>
                      <a:pt x="400"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42"/>
              <p:cNvSpPr/>
              <p:nvPr/>
            </p:nvSpPr>
            <p:spPr>
              <a:xfrm>
                <a:off x="6527241" y="812728"/>
                <a:ext cx="56818" cy="41051"/>
              </a:xfrm>
              <a:custGeom>
                <a:avLst/>
                <a:gdLst/>
                <a:ahLst/>
                <a:cxnLst/>
                <a:rect l="l" t="t" r="r" b="b"/>
                <a:pathLst>
                  <a:path w="800" h="578" extrusionOk="0">
                    <a:moveTo>
                      <a:pt x="356" y="1"/>
                    </a:moveTo>
                    <a:cubicBezTo>
                      <a:pt x="1" y="1"/>
                      <a:pt x="1" y="578"/>
                      <a:pt x="356" y="578"/>
                    </a:cubicBezTo>
                    <a:lnTo>
                      <a:pt x="444" y="578"/>
                    </a:lnTo>
                    <a:cubicBezTo>
                      <a:pt x="799" y="578"/>
                      <a:pt x="799"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42"/>
              <p:cNvSpPr/>
              <p:nvPr/>
            </p:nvSpPr>
            <p:spPr>
              <a:xfrm>
                <a:off x="6599755" y="806478"/>
                <a:ext cx="56747" cy="40980"/>
              </a:xfrm>
              <a:custGeom>
                <a:avLst/>
                <a:gdLst/>
                <a:ahLst/>
                <a:cxnLst/>
                <a:rect l="l" t="t" r="r" b="b"/>
                <a:pathLst>
                  <a:path w="799" h="577" extrusionOk="0">
                    <a:moveTo>
                      <a:pt x="355" y="0"/>
                    </a:moveTo>
                    <a:cubicBezTo>
                      <a:pt x="0" y="0"/>
                      <a:pt x="0" y="577"/>
                      <a:pt x="355" y="577"/>
                    </a:cubicBezTo>
                    <a:lnTo>
                      <a:pt x="444" y="577"/>
                    </a:lnTo>
                    <a:cubicBezTo>
                      <a:pt x="799" y="577"/>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42"/>
              <p:cNvSpPr/>
              <p:nvPr/>
            </p:nvSpPr>
            <p:spPr>
              <a:xfrm>
                <a:off x="6777170" y="785172"/>
                <a:ext cx="284019" cy="53551"/>
              </a:xfrm>
              <a:custGeom>
                <a:avLst/>
                <a:gdLst/>
                <a:ahLst/>
                <a:cxnLst/>
                <a:rect l="l" t="t" r="r" b="b"/>
                <a:pathLst>
                  <a:path w="3999" h="754" extrusionOk="0">
                    <a:moveTo>
                      <a:pt x="2005" y="1"/>
                    </a:moveTo>
                    <a:cubicBezTo>
                      <a:pt x="1451" y="1"/>
                      <a:pt x="896" y="56"/>
                      <a:pt x="342" y="167"/>
                    </a:cubicBezTo>
                    <a:cubicBezTo>
                      <a:pt x="1" y="252"/>
                      <a:pt x="110" y="746"/>
                      <a:pt x="433" y="746"/>
                    </a:cubicBezTo>
                    <a:cubicBezTo>
                      <a:pt x="447" y="746"/>
                      <a:pt x="461" y="746"/>
                      <a:pt x="475" y="744"/>
                    </a:cubicBezTo>
                    <a:cubicBezTo>
                      <a:pt x="985" y="633"/>
                      <a:pt x="1495" y="577"/>
                      <a:pt x="2000" y="577"/>
                    </a:cubicBezTo>
                    <a:cubicBezTo>
                      <a:pt x="2505" y="577"/>
                      <a:pt x="3004" y="633"/>
                      <a:pt x="3492" y="744"/>
                    </a:cubicBezTo>
                    <a:cubicBezTo>
                      <a:pt x="3520" y="750"/>
                      <a:pt x="3547" y="753"/>
                      <a:pt x="3573" y="753"/>
                    </a:cubicBezTo>
                    <a:cubicBezTo>
                      <a:pt x="3907" y="753"/>
                      <a:pt x="3999" y="249"/>
                      <a:pt x="3669" y="167"/>
                    </a:cubicBezTo>
                    <a:cubicBezTo>
                      <a:pt x="3115" y="56"/>
                      <a:pt x="2560" y="1"/>
                      <a:pt x="2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42"/>
              <p:cNvSpPr/>
              <p:nvPr/>
            </p:nvSpPr>
            <p:spPr>
              <a:xfrm>
                <a:off x="5084064" y="4208385"/>
                <a:ext cx="56250" cy="92755"/>
              </a:xfrm>
              <a:custGeom>
                <a:avLst/>
                <a:gdLst/>
                <a:ahLst/>
                <a:cxnLst/>
                <a:rect l="l" t="t" r="r" b="b"/>
                <a:pathLst>
                  <a:path w="792" h="1306" extrusionOk="0">
                    <a:moveTo>
                      <a:pt x="443" y="0"/>
                    </a:moveTo>
                    <a:cubicBezTo>
                      <a:pt x="326" y="0"/>
                      <a:pt x="202" y="57"/>
                      <a:pt x="133" y="196"/>
                    </a:cubicBezTo>
                    <a:cubicBezTo>
                      <a:pt x="44" y="462"/>
                      <a:pt x="0" y="728"/>
                      <a:pt x="0" y="1039"/>
                    </a:cubicBezTo>
                    <a:cubicBezTo>
                      <a:pt x="0" y="1217"/>
                      <a:pt x="144" y="1305"/>
                      <a:pt x="288" y="1305"/>
                    </a:cubicBezTo>
                    <a:cubicBezTo>
                      <a:pt x="433" y="1305"/>
                      <a:pt x="577" y="1217"/>
                      <a:pt x="577" y="1039"/>
                    </a:cubicBezTo>
                    <a:cubicBezTo>
                      <a:pt x="577" y="773"/>
                      <a:pt x="621" y="551"/>
                      <a:pt x="710" y="329"/>
                    </a:cubicBezTo>
                    <a:cubicBezTo>
                      <a:pt x="791" y="140"/>
                      <a:pt x="625" y="0"/>
                      <a:pt x="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42"/>
              <p:cNvSpPr/>
              <p:nvPr/>
            </p:nvSpPr>
            <p:spPr>
              <a:xfrm>
                <a:off x="5389674" y="4187646"/>
                <a:ext cx="41051" cy="44176"/>
              </a:xfrm>
              <a:custGeom>
                <a:avLst/>
                <a:gdLst/>
                <a:ahLst/>
                <a:cxnLst/>
                <a:rect l="l" t="t" r="r" b="b"/>
                <a:pathLst>
                  <a:path w="578" h="622" extrusionOk="0">
                    <a:moveTo>
                      <a:pt x="289" y="0"/>
                    </a:moveTo>
                    <a:cubicBezTo>
                      <a:pt x="145" y="0"/>
                      <a:pt x="1" y="89"/>
                      <a:pt x="1" y="266"/>
                    </a:cubicBezTo>
                    <a:lnTo>
                      <a:pt x="1" y="355"/>
                    </a:lnTo>
                    <a:cubicBezTo>
                      <a:pt x="1" y="532"/>
                      <a:pt x="145" y="621"/>
                      <a:pt x="289" y="621"/>
                    </a:cubicBezTo>
                    <a:cubicBezTo>
                      <a:pt x="433" y="621"/>
                      <a:pt x="578" y="532"/>
                      <a:pt x="578" y="355"/>
                    </a:cubicBezTo>
                    <a:lnTo>
                      <a:pt x="578" y="266"/>
                    </a:lnTo>
                    <a:cubicBezTo>
                      <a:pt x="578" y="89"/>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42"/>
              <p:cNvSpPr/>
              <p:nvPr/>
            </p:nvSpPr>
            <p:spPr>
              <a:xfrm>
                <a:off x="5843437" y="3705475"/>
                <a:ext cx="41051" cy="44176"/>
              </a:xfrm>
              <a:custGeom>
                <a:avLst/>
                <a:gdLst/>
                <a:ahLst/>
                <a:cxnLst/>
                <a:rect l="l" t="t" r="r" b="b"/>
                <a:pathLst>
                  <a:path w="578" h="622" extrusionOk="0">
                    <a:moveTo>
                      <a:pt x="289" y="1"/>
                    </a:moveTo>
                    <a:cubicBezTo>
                      <a:pt x="145" y="1"/>
                      <a:pt x="1" y="89"/>
                      <a:pt x="1" y="267"/>
                    </a:cubicBezTo>
                    <a:lnTo>
                      <a:pt x="1" y="356"/>
                    </a:lnTo>
                    <a:cubicBezTo>
                      <a:pt x="1" y="533"/>
                      <a:pt x="145" y="622"/>
                      <a:pt x="289" y="622"/>
                    </a:cubicBezTo>
                    <a:cubicBezTo>
                      <a:pt x="433" y="622"/>
                      <a:pt x="577" y="533"/>
                      <a:pt x="577" y="356"/>
                    </a:cubicBezTo>
                    <a:lnTo>
                      <a:pt x="577" y="267"/>
                    </a:lnTo>
                    <a:cubicBezTo>
                      <a:pt x="577" y="89"/>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42"/>
              <p:cNvSpPr/>
              <p:nvPr/>
            </p:nvSpPr>
            <p:spPr>
              <a:xfrm>
                <a:off x="5488679" y="3882889"/>
                <a:ext cx="54261" cy="82386"/>
              </a:xfrm>
              <a:custGeom>
                <a:avLst/>
                <a:gdLst/>
                <a:ahLst/>
                <a:cxnLst/>
                <a:rect l="l" t="t" r="r" b="b"/>
                <a:pathLst>
                  <a:path w="764" h="1160" extrusionOk="0">
                    <a:moveTo>
                      <a:pt x="313" y="0"/>
                    </a:moveTo>
                    <a:cubicBezTo>
                      <a:pt x="160" y="0"/>
                      <a:pt x="0" y="133"/>
                      <a:pt x="27" y="342"/>
                    </a:cubicBezTo>
                    <a:cubicBezTo>
                      <a:pt x="71" y="564"/>
                      <a:pt x="115" y="742"/>
                      <a:pt x="160" y="963"/>
                    </a:cubicBezTo>
                    <a:cubicBezTo>
                      <a:pt x="194" y="1102"/>
                      <a:pt x="297" y="1159"/>
                      <a:pt x="406" y="1159"/>
                    </a:cubicBezTo>
                    <a:cubicBezTo>
                      <a:pt x="576" y="1159"/>
                      <a:pt x="763" y="1020"/>
                      <a:pt x="736" y="830"/>
                    </a:cubicBezTo>
                    <a:cubicBezTo>
                      <a:pt x="692" y="608"/>
                      <a:pt x="648" y="387"/>
                      <a:pt x="559" y="209"/>
                    </a:cubicBezTo>
                    <a:cubicBezTo>
                      <a:pt x="523" y="64"/>
                      <a:pt x="419"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42"/>
              <p:cNvSpPr/>
              <p:nvPr/>
            </p:nvSpPr>
            <p:spPr>
              <a:xfrm>
                <a:off x="6168791" y="2862651"/>
                <a:ext cx="59517" cy="44318"/>
              </a:xfrm>
              <a:custGeom>
                <a:avLst/>
                <a:gdLst/>
                <a:ahLst/>
                <a:cxnLst/>
                <a:rect l="l" t="t" r="r" b="b"/>
                <a:pathLst>
                  <a:path w="838" h="624" extrusionOk="0">
                    <a:moveTo>
                      <a:pt x="454" y="1"/>
                    </a:moveTo>
                    <a:cubicBezTo>
                      <a:pt x="236" y="1"/>
                      <a:pt x="0" y="289"/>
                      <a:pt x="211" y="465"/>
                    </a:cubicBezTo>
                    <a:lnTo>
                      <a:pt x="300" y="554"/>
                    </a:lnTo>
                    <a:cubicBezTo>
                      <a:pt x="349" y="603"/>
                      <a:pt x="404" y="624"/>
                      <a:pt x="459" y="624"/>
                    </a:cubicBezTo>
                    <a:cubicBezTo>
                      <a:pt x="653" y="624"/>
                      <a:pt x="838" y="362"/>
                      <a:pt x="700" y="155"/>
                    </a:cubicBezTo>
                    <a:lnTo>
                      <a:pt x="611" y="66"/>
                    </a:lnTo>
                    <a:cubicBezTo>
                      <a:pt x="565" y="20"/>
                      <a:pt x="510" y="1"/>
                      <a:pt x="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42"/>
              <p:cNvSpPr/>
              <p:nvPr/>
            </p:nvSpPr>
            <p:spPr>
              <a:xfrm>
                <a:off x="6335055" y="2852352"/>
                <a:ext cx="40980" cy="45738"/>
              </a:xfrm>
              <a:custGeom>
                <a:avLst/>
                <a:gdLst/>
                <a:ahLst/>
                <a:cxnLst/>
                <a:rect l="l" t="t" r="r" b="b"/>
                <a:pathLst>
                  <a:path w="577" h="644" extrusionOk="0">
                    <a:moveTo>
                      <a:pt x="289" y="0"/>
                    </a:moveTo>
                    <a:cubicBezTo>
                      <a:pt x="144" y="0"/>
                      <a:pt x="0" y="100"/>
                      <a:pt x="0" y="300"/>
                    </a:cubicBezTo>
                    <a:lnTo>
                      <a:pt x="0" y="344"/>
                    </a:lnTo>
                    <a:cubicBezTo>
                      <a:pt x="0" y="544"/>
                      <a:pt x="144" y="643"/>
                      <a:pt x="289" y="643"/>
                    </a:cubicBezTo>
                    <a:cubicBezTo>
                      <a:pt x="433" y="643"/>
                      <a:pt x="577" y="544"/>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42"/>
              <p:cNvSpPr/>
              <p:nvPr/>
            </p:nvSpPr>
            <p:spPr>
              <a:xfrm>
                <a:off x="6352100" y="2646955"/>
                <a:ext cx="84162" cy="140696"/>
              </a:xfrm>
              <a:custGeom>
                <a:avLst/>
                <a:gdLst/>
                <a:ahLst/>
                <a:cxnLst/>
                <a:rect l="l" t="t" r="r" b="b"/>
                <a:pathLst>
                  <a:path w="1185" h="1981" extrusionOk="0">
                    <a:moveTo>
                      <a:pt x="810" y="0"/>
                    </a:moveTo>
                    <a:cubicBezTo>
                      <a:pt x="732" y="0"/>
                      <a:pt x="656" y="38"/>
                      <a:pt x="603" y="130"/>
                    </a:cubicBezTo>
                    <a:cubicBezTo>
                      <a:pt x="337" y="618"/>
                      <a:pt x="159" y="1106"/>
                      <a:pt x="26" y="1639"/>
                    </a:cubicBezTo>
                    <a:cubicBezTo>
                      <a:pt x="0" y="1848"/>
                      <a:pt x="175" y="1981"/>
                      <a:pt x="341" y="1981"/>
                    </a:cubicBezTo>
                    <a:cubicBezTo>
                      <a:pt x="456" y="1981"/>
                      <a:pt x="567" y="1917"/>
                      <a:pt x="603" y="1772"/>
                    </a:cubicBezTo>
                    <a:cubicBezTo>
                      <a:pt x="692" y="1328"/>
                      <a:pt x="869" y="840"/>
                      <a:pt x="1091" y="396"/>
                    </a:cubicBezTo>
                    <a:cubicBezTo>
                      <a:pt x="1185" y="209"/>
                      <a:pt x="993" y="0"/>
                      <a:pt x="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42"/>
              <p:cNvSpPr/>
              <p:nvPr/>
            </p:nvSpPr>
            <p:spPr>
              <a:xfrm>
                <a:off x="6470494" y="2656188"/>
                <a:ext cx="41051" cy="44176"/>
              </a:xfrm>
              <a:custGeom>
                <a:avLst/>
                <a:gdLst/>
                <a:ahLst/>
                <a:cxnLst/>
                <a:rect l="l" t="t" r="r" b="b"/>
                <a:pathLst>
                  <a:path w="578" h="622" extrusionOk="0">
                    <a:moveTo>
                      <a:pt x="289" y="0"/>
                    </a:moveTo>
                    <a:cubicBezTo>
                      <a:pt x="145" y="0"/>
                      <a:pt x="1" y="89"/>
                      <a:pt x="1" y="266"/>
                    </a:cubicBezTo>
                    <a:lnTo>
                      <a:pt x="1" y="355"/>
                    </a:lnTo>
                    <a:cubicBezTo>
                      <a:pt x="1" y="533"/>
                      <a:pt x="145" y="621"/>
                      <a:pt x="289" y="621"/>
                    </a:cubicBezTo>
                    <a:cubicBezTo>
                      <a:pt x="434" y="621"/>
                      <a:pt x="578" y="533"/>
                      <a:pt x="578" y="355"/>
                    </a:cubicBezTo>
                    <a:lnTo>
                      <a:pt x="578" y="266"/>
                    </a:lnTo>
                    <a:cubicBezTo>
                      <a:pt x="578" y="89"/>
                      <a:pt x="434"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42"/>
              <p:cNvSpPr/>
              <p:nvPr/>
            </p:nvSpPr>
            <p:spPr>
              <a:xfrm>
                <a:off x="5982073" y="3181968"/>
                <a:ext cx="79474" cy="277840"/>
              </a:xfrm>
              <a:custGeom>
                <a:avLst/>
                <a:gdLst/>
                <a:ahLst/>
                <a:cxnLst/>
                <a:rect l="l" t="t" r="r" b="b"/>
                <a:pathLst>
                  <a:path w="1119" h="3912" extrusionOk="0">
                    <a:moveTo>
                      <a:pt x="758" y="1"/>
                    </a:moveTo>
                    <a:cubicBezTo>
                      <a:pt x="639" y="1"/>
                      <a:pt x="525" y="68"/>
                      <a:pt x="489" y="228"/>
                    </a:cubicBezTo>
                    <a:cubicBezTo>
                      <a:pt x="178" y="1249"/>
                      <a:pt x="178" y="2314"/>
                      <a:pt x="489" y="3334"/>
                    </a:cubicBezTo>
                    <a:lnTo>
                      <a:pt x="356" y="3334"/>
                    </a:lnTo>
                    <a:cubicBezTo>
                      <a:pt x="1" y="3334"/>
                      <a:pt x="1" y="3911"/>
                      <a:pt x="356" y="3911"/>
                    </a:cubicBezTo>
                    <a:lnTo>
                      <a:pt x="445" y="3911"/>
                    </a:lnTo>
                    <a:cubicBezTo>
                      <a:pt x="622" y="3911"/>
                      <a:pt x="755" y="3734"/>
                      <a:pt x="666" y="3556"/>
                    </a:cubicBezTo>
                    <a:lnTo>
                      <a:pt x="666" y="3556"/>
                    </a:lnTo>
                    <a:cubicBezTo>
                      <a:pt x="690" y="3561"/>
                      <a:pt x="712" y="3563"/>
                      <a:pt x="734" y="3563"/>
                    </a:cubicBezTo>
                    <a:cubicBezTo>
                      <a:pt x="923" y="3563"/>
                      <a:pt x="1061" y="3400"/>
                      <a:pt x="1021" y="3201"/>
                    </a:cubicBezTo>
                    <a:cubicBezTo>
                      <a:pt x="755" y="2269"/>
                      <a:pt x="755" y="1293"/>
                      <a:pt x="1066" y="362"/>
                    </a:cubicBezTo>
                    <a:cubicBezTo>
                      <a:pt x="1119" y="149"/>
                      <a:pt x="934" y="1"/>
                      <a:pt x="7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42"/>
              <p:cNvSpPr/>
              <p:nvPr/>
            </p:nvSpPr>
            <p:spPr>
              <a:xfrm>
                <a:off x="6025681" y="2939852"/>
                <a:ext cx="59233" cy="44673"/>
              </a:xfrm>
              <a:custGeom>
                <a:avLst/>
                <a:gdLst/>
                <a:ahLst/>
                <a:cxnLst/>
                <a:rect l="l" t="t" r="r" b="b"/>
                <a:pathLst>
                  <a:path w="834" h="629" extrusionOk="0">
                    <a:moveTo>
                      <a:pt x="427" y="0"/>
                    </a:moveTo>
                    <a:cubicBezTo>
                      <a:pt x="361" y="0"/>
                      <a:pt x="292" y="26"/>
                      <a:pt x="230" y="88"/>
                    </a:cubicBezTo>
                    <a:lnTo>
                      <a:pt x="141" y="177"/>
                    </a:lnTo>
                    <a:cubicBezTo>
                      <a:pt x="0" y="388"/>
                      <a:pt x="168" y="628"/>
                      <a:pt x="376" y="628"/>
                    </a:cubicBezTo>
                    <a:cubicBezTo>
                      <a:pt x="430" y="628"/>
                      <a:pt x="486" y="612"/>
                      <a:pt x="540" y="576"/>
                    </a:cubicBezTo>
                    <a:lnTo>
                      <a:pt x="629" y="487"/>
                    </a:lnTo>
                    <a:cubicBezTo>
                      <a:pt x="834" y="283"/>
                      <a:pt x="646" y="0"/>
                      <a:pt x="4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42"/>
              <p:cNvSpPr/>
              <p:nvPr/>
            </p:nvSpPr>
            <p:spPr>
              <a:xfrm>
                <a:off x="6083422" y="2812438"/>
                <a:ext cx="94105" cy="95809"/>
              </a:xfrm>
              <a:custGeom>
                <a:avLst/>
                <a:gdLst/>
                <a:ahLst/>
                <a:cxnLst/>
                <a:rect l="l" t="t" r="r" b="b"/>
                <a:pathLst>
                  <a:path w="1325" h="1349" extrusionOk="0">
                    <a:moveTo>
                      <a:pt x="1083" y="0"/>
                    </a:moveTo>
                    <a:cubicBezTo>
                      <a:pt x="1062" y="0"/>
                      <a:pt x="1040" y="6"/>
                      <a:pt x="1014" y="19"/>
                    </a:cubicBezTo>
                    <a:cubicBezTo>
                      <a:pt x="837" y="19"/>
                      <a:pt x="748" y="196"/>
                      <a:pt x="659" y="329"/>
                    </a:cubicBezTo>
                    <a:lnTo>
                      <a:pt x="171" y="862"/>
                    </a:lnTo>
                    <a:cubicBezTo>
                      <a:pt x="1" y="1066"/>
                      <a:pt x="197" y="1349"/>
                      <a:pt x="397" y="1349"/>
                    </a:cubicBezTo>
                    <a:cubicBezTo>
                      <a:pt x="458" y="1349"/>
                      <a:pt x="519" y="1323"/>
                      <a:pt x="570" y="1261"/>
                    </a:cubicBezTo>
                    <a:lnTo>
                      <a:pt x="925" y="862"/>
                    </a:lnTo>
                    <a:lnTo>
                      <a:pt x="1059" y="684"/>
                    </a:lnTo>
                    <a:lnTo>
                      <a:pt x="1103" y="595"/>
                    </a:lnTo>
                    <a:cubicBezTo>
                      <a:pt x="1192" y="551"/>
                      <a:pt x="1280" y="507"/>
                      <a:pt x="1325" y="418"/>
                    </a:cubicBezTo>
                    <a:cubicBezTo>
                      <a:pt x="1325" y="285"/>
                      <a:pt x="1325" y="152"/>
                      <a:pt x="1236" y="63"/>
                    </a:cubicBezTo>
                    <a:cubicBezTo>
                      <a:pt x="1173" y="32"/>
                      <a:pt x="1133" y="0"/>
                      <a:pt x="10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2"/>
              <p:cNvSpPr/>
              <p:nvPr/>
            </p:nvSpPr>
            <p:spPr>
              <a:xfrm>
                <a:off x="5887045" y="2115707"/>
                <a:ext cx="192045" cy="126065"/>
              </a:xfrm>
              <a:custGeom>
                <a:avLst/>
                <a:gdLst/>
                <a:ahLst/>
                <a:cxnLst/>
                <a:rect l="l" t="t" r="r" b="b"/>
                <a:pathLst>
                  <a:path w="2704" h="1775" extrusionOk="0">
                    <a:moveTo>
                      <a:pt x="463" y="0"/>
                    </a:moveTo>
                    <a:cubicBezTo>
                      <a:pt x="175" y="0"/>
                      <a:pt x="0" y="394"/>
                      <a:pt x="274" y="511"/>
                    </a:cubicBezTo>
                    <a:cubicBezTo>
                      <a:pt x="940" y="778"/>
                      <a:pt x="1561" y="1177"/>
                      <a:pt x="2138" y="1709"/>
                    </a:cubicBezTo>
                    <a:cubicBezTo>
                      <a:pt x="2183" y="1755"/>
                      <a:pt x="2236" y="1774"/>
                      <a:pt x="2290" y="1774"/>
                    </a:cubicBezTo>
                    <a:cubicBezTo>
                      <a:pt x="2496" y="1774"/>
                      <a:pt x="2704" y="1486"/>
                      <a:pt x="2492" y="1310"/>
                    </a:cubicBezTo>
                    <a:cubicBezTo>
                      <a:pt x="1960" y="778"/>
                      <a:pt x="1295" y="334"/>
                      <a:pt x="585" y="23"/>
                    </a:cubicBezTo>
                    <a:cubicBezTo>
                      <a:pt x="543" y="8"/>
                      <a:pt x="502"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2"/>
              <p:cNvSpPr/>
              <p:nvPr/>
            </p:nvSpPr>
            <p:spPr>
              <a:xfrm>
                <a:off x="6246774" y="1804131"/>
                <a:ext cx="41051" cy="42258"/>
              </a:xfrm>
              <a:custGeom>
                <a:avLst/>
                <a:gdLst/>
                <a:ahLst/>
                <a:cxnLst/>
                <a:rect l="l" t="t" r="r" b="b"/>
                <a:pathLst>
                  <a:path w="578" h="595" extrusionOk="0">
                    <a:moveTo>
                      <a:pt x="285" y="1"/>
                    </a:moveTo>
                    <a:cubicBezTo>
                      <a:pt x="142" y="1"/>
                      <a:pt x="1" y="101"/>
                      <a:pt x="1" y="284"/>
                    </a:cubicBezTo>
                    <a:lnTo>
                      <a:pt x="1" y="328"/>
                    </a:lnTo>
                    <a:cubicBezTo>
                      <a:pt x="1" y="506"/>
                      <a:pt x="145" y="595"/>
                      <a:pt x="289" y="595"/>
                    </a:cubicBezTo>
                    <a:cubicBezTo>
                      <a:pt x="433" y="595"/>
                      <a:pt x="578" y="506"/>
                      <a:pt x="578" y="328"/>
                    </a:cubicBezTo>
                    <a:lnTo>
                      <a:pt x="578" y="284"/>
                    </a:lnTo>
                    <a:cubicBezTo>
                      <a:pt x="556" y="90"/>
                      <a:pt x="420" y="1"/>
                      <a:pt x="2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2"/>
              <p:cNvSpPr/>
              <p:nvPr/>
            </p:nvSpPr>
            <p:spPr>
              <a:xfrm>
                <a:off x="6001036" y="1538294"/>
                <a:ext cx="40980" cy="43395"/>
              </a:xfrm>
              <a:custGeom>
                <a:avLst/>
                <a:gdLst/>
                <a:ahLst/>
                <a:cxnLst/>
                <a:rect l="l" t="t" r="r" b="b"/>
                <a:pathLst>
                  <a:path w="577" h="611" extrusionOk="0">
                    <a:moveTo>
                      <a:pt x="289" y="1"/>
                    </a:moveTo>
                    <a:cubicBezTo>
                      <a:pt x="144" y="1"/>
                      <a:pt x="0" y="100"/>
                      <a:pt x="0" y="300"/>
                    </a:cubicBezTo>
                    <a:lnTo>
                      <a:pt x="0" y="344"/>
                    </a:lnTo>
                    <a:cubicBezTo>
                      <a:pt x="0" y="522"/>
                      <a:pt x="144" y="611"/>
                      <a:pt x="289" y="611"/>
                    </a:cubicBezTo>
                    <a:cubicBezTo>
                      <a:pt x="433" y="611"/>
                      <a:pt x="577" y="522"/>
                      <a:pt x="577" y="344"/>
                    </a:cubicBezTo>
                    <a:lnTo>
                      <a:pt x="577" y="300"/>
                    </a:lnTo>
                    <a:cubicBezTo>
                      <a:pt x="577"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2"/>
              <p:cNvSpPr/>
              <p:nvPr/>
            </p:nvSpPr>
            <p:spPr>
              <a:xfrm>
                <a:off x="6038820" y="1729700"/>
                <a:ext cx="37855" cy="44247"/>
              </a:xfrm>
              <a:custGeom>
                <a:avLst/>
                <a:gdLst/>
                <a:ahLst/>
                <a:cxnLst/>
                <a:rect l="l" t="t" r="r" b="b"/>
                <a:pathLst>
                  <a:path w="533" h="623" extrusionOk="0">
                    <a:moveTo>
                      <a:pt x="267" y="1"/>
                    </a:moveTo>
                    <a:cubicBezTo>
                      <a:pt x="134" y="1"/>
                      <a:pt x="1" y="90"/>
                      <a:pt x="1" y="267"/>
                    </a:cubicBezTo>
                    <a:lnTo>
                      <a:pt x="1" y="356"/>
                    </a:lnTo>
                    <a:cubicBezTo>
                      <a:pt x="1" y="533"/>
                      <a:pt x="134" y="622"/>
                      <a:pt x="267" y="622"/>
                    </a:cubicBezTo>
                    <a:cubicBezTo>
                      <a:pt x="400" y="622"/>
                      <a:pt x="533" y="533"/>
                      <a:pt x="533" y="356"/>
                    </a:cubicBezTo>
                    <a:lnTo>
                      <a:pt x="533" y="267"/>
                    </a:lnTo>
                    <a:cubicBezTo>
                      <a:pt x="533" y="90"/>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42"/>
              <p:cNvSpPr/>
              <p:nvPr/>
            </p:nvSpPr>
            <p:spPr>
              <a:xfrm>
                <a:off x="6049757" y="1668976"/>
                <a:ext cx="237854" cy="124716"/>
              </a:xfrm>
              <a:custGeom>
                <a:avLst/>
                <a:gdLst/>
                <a:ahLst/>
                <a:cxnLst/>
                <a:rect l="l" t="t" r="r" b="b"/>
                <a:pathLst>
                  <a:path w="3349" h="1756" extrusionOk="0">
                    <a:moveTo>
                      <a:pt x="279" y="1"/>
                    </a:moveTo>
                    <a:cubicBezTo>
                      <a:pt x="138" y="1"/>
                      <a:pt x="1" y="113"/>
                      <a:pt x="24" y="324"/>
                    </a:cubicBezTo>
                    <a:lnTo>
                      <a:pt x="24" y="368"/>
                    </a:lnTo>
                    <a:cubicBezTo>
                      <a:pt x="24" y="522"/>
                      <a:pt x="124" y="643"/>
                      <a:pt x="267" y="643"/>
                    </a:cubicBezTo>
                    <a:cubicBezTo>
                      <a:pt x="289" y="643"/>
                      <a:pt x="311" y="640"/>
                      <a:pt x="335" y="634"/>
                    </a:cubicBezTo>
                    <a:cubicBezTo>
                      <a:pt x="379" y="767"/>
                      <a:pt x="512" y="812"/>
                      <a:pt x="645" y="812"/>
                    </a:cubicBezTo>
                    <a:cubicBezTo>
                      <a:pt x="735" y="798"/>
                      <a:pt x="822" y="791"/>
                      <a:pt x="909" y="791"/>
                    </a:cubicBezTo>
                    <a:cubicBezTo>
                      <a:pt x="1638" y="791"/>
                      <a:pt x="2269" y="1263"/>
                      <a:pt x="2864" y="1699"/>
                    </a:cubicBezTo>
                    <a:cubicBezTo>
                      <a:pt x="2911" y="1738"/>
                      <a:pt x="2958" y="1755"/>
                      <a:pt x="3003" y="1755"/>
                    </a:cubicBezTo>
                    <a:cubicBezTo>
                      <a:pt x="3208" y="1755"/>
                      <a:pt x="3349" y="1393"/>
                      <a:pt x="3130" y="1211"/>
                    </a:cubicBezTo>
                    <a:cubicBezTo>
                      <a:pt x="2455" y="735"/>
                      <a:pt x="1710" y="259"/>
                      <a:pt x="861" y="259"/>
                    </a:cubicBezTo>
                    <a:cubicBezTo>
                      <a:pt x="761" y="259"/>
                      <a:pt x="659" y="265"/>
                      <a:pt x="556" y="279"/>
                    </a:cubicBezTo>
                    <a:cubicBezTo>
                      <a:pt x="535" y="91"/>
                      <a:pt x="406" y="1"/>
                      <a:pt x="2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42"/>
              <p:cNvSpPr/>
              <p:nvPr/>
            </p:nvSpPr>
            <p:spPr>
              <a:xfrm>
                <a:off x="5729659" y="1500155"/>
                <a:ext cx="290695" cy="596660"/>
              </a:xfrm>
              <a:custGeom>
                <a:avLst/>
                <a:gdLst/>
                <a:ahLst/>
                <a:cxnLst/>
                <a:rect l="l" t="t" r="r" b="b"/>
                <a:pathLst>
                  <a:path w="4093" h="8401" extrusionOk="0">
                    <a:moveTo>
                      <a:pt x="348" y="0"/>
                    </a:moveTo>
                    <a:cubicBezTo>
                      <a:pt x="160" y="0"/>
                      <a:pt x="1" y="376"/>
                      <a:pt x="227" y="527"/>
                    </a:cubicBezTo>
                    <a:cubicBezTo>
                      <a:pt x="1159" y="1192"/>
                      <a:pt x="2135" y="1680"/>
                      <a:pt x="3244" y="1991"/>
                    </a:cubicBezTo>
                    <a:lnTo>
                      <a:pt x="3289" y="1991"/>
                    </a:lnTo>
                    <a:cubicBezTo>
                      <a:pt x="3200" y="2168"/>
                      <a:pt x="3156" y="2390"/>
                      <a:pt x="3067" y="2612"/>
                    </a:cubicBezTo>
                    <a:cubicBezTo>
                      <a:pt x="2446" y="2523"/>
                      <a:pt x="1825" y="2257"/>
                      <a:pt x="1292" y="1858"/>
                    </a:cubicBezTo>
                    <a:cubicBezTo>
                      <a:pt x="1237" y="1812"/>
                      <a:pt x="1177" y="1793"/>
                      <a:pt x="1118" y="1793"/>
                    </a:cubicBezTo>
                    <a:cubicBezTo>
                      <a:pt x="890" y="1793"/>
                      <a:pt x="681" y="2081"/>
                      <a:pt x="893" y="2257"/>
                    </a:cubicBezTo>
                    <a:cubicBezTo>
                      <a:pt x="1470" y="2701"/>
                      <a:pt x="2179" y="3011"/>
                      <a:pt x="2934" y="3144"/>
                    </a:cubicBezTo>
                    <a:cubicBezTo>
                      <a:pt x="2579" y="4608"/>
                      <a:pt x="2668" y="6161"/>
                      <a:pt x="3156" y="7581"/>
                    </a:cubicBezTo>
                    <a:cubicBezTo>
                      <a:pt x="2978" y="7492"/>
                      <a:pt x="2801" y="7404"/>
                      <a:pt x="2579" y="7315"/>
                    </a:cubicBezTo>
                    <a:cubicBezTo>
                      <a:pt x="2532" y="7288"/>
                      <a:pt x="2487" y="7277"/>
                      <a:pt x="2444" y="7277"/>
                    </a:cubicBezTo>
                    <a:cubicBezTo>
                      <a:pt x="2201" y="7277"/>
                      <a:pt x="2049" y="7652"/>
                      <a:pt x="2313" y="7803"/>
                    </a:cubicBezTo>
                    <a:cubicBezTo>
                      <a:pt x="2756" y="8025"/>
                      <a:pt x="3200" y="8202"/>
                      <a:pt x="3644" y="8380"/>
                    </a:cubicBezTo>
                    <a:cubicBezTo>
                      <a:pt x="3683" y="8394"/>
                      <a:pt x="3719" y="8401"/>
                      <a:pt x="3752" y="8401"/>
                    </a:cubicBezTo>
                    <a:cubicBezTo>
                      <a:pt x="4022" y="8401"/>
                      <a:pt x="4093" y="7966"/>
                      <a:pt x="3777" y="7847"/>
                    </a:cubicBezTo>
                    <a:lnTo>
                      <a:pt x="3688" y="7803"/>
                    </a:lnTo>
                    <a:cubicBezTo>
                      <a:pt x="3732" y="7714"/>
                      <a:pt x="3732" y="7670"/>
                      <a:pt x="3688" y="7581"/>
                    </a:cubicBezTo>
                    <a:cubicBezTo>
                      <a:pt x="3022" y="5718"/>
                      <a:pt x="3067" y="3632"/>
                      <a:pt x="3910" y="1813"/>
                    </a:cubicBezTo>
                    <a:cubicBezTo>
                      <a:pt x="4013" y="1607"/>
                      <a:pt x="3797" y="1401"/>
                      <a:pt x="3611" y="1401"/>
                    </a:cubicBezTo>
                    <a:cubicBezTo>
                      <a:pt x="3557" y="1401"/>
                      <a:pt x="3506" y="1418"/>
                      <a:pt x="3466" y="1458"/>
                    </a:cubicBezTo>
                    <a:cubicBezTo>
                      <a:pt x="3422" y="1458"/>
                      <a:pt x="3377" y="1414"/>
                      <a:pt x="3333" y="1414"/>
                    </a:cubicBezTo>
                    <a:cubicBezTo>
                      <a:pt x="2313" y="1103"/>
                      <a:pt x="1337" y="660"/>
                      <a:pt x="449" y="38"/>
                    </a:cubicBezTo>
                    <a:cubicBezTo>
                      <a:pt x="416" y="12"/>
                      <a:pt x="382" y="0"/>
                      <a:pt x="3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2"/>
              <p:cNvSpPr/>
              <p:nvPr/>
            </p:nvSpPr>
            <p:spPr>
              <a:xfrm>
                <a:off x="5670852" y="1353281"/>
                <a:ext cx="207173" cy="136576"/>
              </a:xfrm>
              <a:custGeom>
                <a:avLst/>
                <a:gdLst/>
                <a:ahLst/>
                <a:cxnLst/>
                <a:rect l="l" t="t" r="r" b="b"/>
                <a:pathLst>
                  <a:path w="2917" h="1923" extrusionOk="0">
                    <a:moveTo>
                      <a:pt x="420" y="1"/>
                    </a:moveTo>
                    <a:cubicBezTo>
                      <a:pt x="181" y="1"/>
                      <a:pt x="1" y="289"/>
                      <a:pt x="212" y="465"/>
                    </a:cubicBezTo>
                    <a:cubicBezTo>
                      <a:pt x="833" y="1042"/>
                      <a:pt x="1588" y="1530"/>
                      <a:pt x="2342" y="1885"/>
                    </a:cubicBezTo>
                    <a:cubicBezTo>
                      <a:pt x="2395" y="1911"/>
                      <a:pt x="2446" y="1923"/>
                      <a:pt x="2494" y="1923"/>
                    </a:cubicBezTo>
                    <a:cubicBezTo>
                      <a:pt x="2764" y="1923"/>
                      <a:pt x="2917" y="1547"/>
                      <a:pt x="2653" y="1397"/>
                    </a:cubicBezTo>
                    <a:cubicBezTo>
                      <a:pt x="1898" y="1086"/>
                      <a:pt x="1188" y="642"/>
                      <a:pt x="612" y="66"/>
                    </a:cubicBezTo>
                    <a:cubicBezTo>
                      <a:pt x="548" y="20"/>
                      <a:pt x="482" y="1"/>
                      <a:pt x="4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42"/>
              <p:cNvSpPr/>
              <p:nvPr/>
            </p:nvSpPr>
            <p:spPr>
              <a:xfrm>
                <a:off x="5874971" y="1468195"/>
                <a:ext cx="59943" cy="41051"/>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42"/>
              <p:cNvSpPr/>
              <p:nvPr/>
            </p:nvSpPr>
            <p:spPr>
              <a:xfrm>
                <a:off x="5964459" y="1493479"/>
                <a:ext cx="58025" cy="43182"/>
              </a:xfrm>
              <a:custGeom>
                <a:avLst/>
                <a:gdLst/>
                <a:ahLst/>
                <a:cxnLst/>
                <a:rect l="l" t="t" r="r" b="b"/>
                <a:pathLst>
                  <a:path w="817" h="608" extrusionOk="0">
                    <a:moveTo>
                      <a:pt x="387" y="0"/>
                    </a:moveTo>
                    <a:cubicBezTo>
                      <a:pt x="188" y="0"/>
                      <a:pt x="0" y="283"/>
                      <a:pt x="205" y="487"/>
                    </a:cubicBezTo>
                    <a:lnTo>
                      <a:pt x="249" y="532"/>
                    </a:lnTo>
                    <a:cubicBezTo>
                      <a:pt x="313" y="585"/>
                      <a:pt x="381" y="608"/>
                      <a:pt x="446" y="608"/>
                    </a:cubicBezTo>
                    <a:cubicBezTo>
                      <a:pt x="652" y="608"/>
                      <a:pt x="817" y="379"/>
                      <a:pt x="648" y="177"/>
                    </a:cubicBezTo>
                    <a:lnTo>
                      <a:pt x="559" y="88"/>
                    </a:lnTo>
                    <a:cubicBezTo>
                      <a:pt x="508" y="26"/>
                      <a:pt x="447"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2"/>
              <p:cNvSpPr/>
              <p:nvPr/>
            </p:nvSpPr>
            <p:spPr>
              <a:xfrm>
                <a:off x="5620213" y="1559672"/>
                <a:ext cx="149573" cy="254261"/>
              </a:xfrm>
              <a:custGeom>
                <a:avLst/>
                <a:gdLst/>
                <a:ahLst/>
                <a:cxnLst/>
                <a:rect l="l" t="t" r="r" b="b"/>
                <a:pathLst>
                  <a:path w="2106" h="3580" extrusionOk="0">
                    <a:moveTo>
                      <a:pt x="359" y="0"/>
                    </a:moveTo>
                    <a:cubicBezTo>
                      <a:pt x="170" y="0"/>
                      <a:pt x="1" y="283"/>
                      <a:pt x="171" y="487"/>
                    </a:cubicBezTo>
                    <a:cubicBezTo>
                      <a:pt x="837" y="1330"/>
                      <a:pt x="1280" y="2306"/>
                      <a:pt x="1502" y="3371"/>
                    </a:cubicBezTo>
                    <a:cubicBezTo>
                      <a:pt x="1538" y="3516"/>
                      <a:pt x="1649" y="3580"/>
                      <a:pt x="1764" y="3580"/>
                    </a:cubicBezTo>
                    <a:cubicBezTo>
                      <a:pt x="1930" y="3580"/>
                      <a:pt x="2105" y="3448"/>
                      <a:pt x="2079" y="3238"/>
                    </a:cubicBezTo>
                    <a:cubicBezTo>
                      <a:pt x="1813" y="2084"/>
                      <a:pt x="1280" y="1020"/>
                      <a:pt x="526" y="88"/>
                    </a:cubicBezTo>
                    <a:cubicBezTo>
                      <a:pt x="474" y="26"/>
                      <a:pt x="416" y="0"/>
                      <a:pt x="3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42"/>
              <p:cNvSpPr/>
              <p:nvPr/>
            </p:nvSpPr>
            <p:spPr>
              <a:xfrm>
                <a:off x="5739531" y="1855197"/>
                <a:ext cx="58878" cy="43395"/>
              </a:xfrm>
              <a:custGeom>
                <a:avLst/>
                <a:gdLst/>
                <a:ahLst/>
                <a:cxnLst/>
                <a:rect l="l" t="t" r="r" b="b"/>
                <a:pathLst>
                  <a:path w="829" h="611" extrusionOk="0">
                    <a:moveTo>
                      <a:pt x="385" y="1"/>
                    </a:moveTo>
                    <a:cubicBezTo>
                      <a:pt x="189" y="1"/>
                      <a:pt x="1" y="241"/>
                      <a:pt x="177" y="452"/>
                    </a:cubicBezTo>
                    <a:lnTo>
                      <a:pt x="221" y="541"/>
                    </a:lnTo>
                    <a:cubicBezTo>
                      <a:pt x="280" y="590"/>
                      <a:pt x="345" y="611"/>
                      <a:pt x="408" y="611"/>
                    </a:cubicBezTo>
                    <a:cubicBezTo>
                      <a:pt x="631" y="611"/>
                      <a:pt x="828" y="349"/>
                      <a:pt x="621" y="142"/>
                    </a:cubicBezTo>
                    <a:lnTo>
                      <a:pt x="532" y="53"/>
                    </a:lnTo>
                    <a:cubicBezTo>
                      <a:pt x="487" y="17"/>
                      <a:pt x="436" y="1"/>
                      <a:pt x="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42"/>
              <p:cNvSpPr/>
              <p:nvPr/>
            </p:nvSpPr>
            <p:spPr>
              <a:xfrm>
                <a:off x="5592869" y="1632257"/>
                <a:ext cx="121448" cy="221590"/>
              </a:xfrm>
              <a:custGeom>
                <a:avLst/>
                <a:gdLst/>
                <a:ahLst/>
                <a:cxnLst/>
                <a:rect l="l" t="t" r="r" b="b"/>
                <a:pathLst>
                  <a:path w="1710" h="3120" extrusionOk="0">
                    <a:moveTo>
                      <a:pt x="387" y="1"/>
                    </a:moveTo>
                    <a:cubicBezTo>
                      <a:pt x="195" y="1"/>
                      <a:pt x="1" y="210"/>
                      <a:pt x="157" y="397"/>
                    </a:cubicBezTo>
                    <a:cubicBezTo>
                      <a:pt x="645" y="1151"/>
                      <a:pt x="1000" y="1994"/>
                      <a:pt x="1133" y="2926"/>
                    </a:cubicBezTo>
                    <a:cubicBezTo>
                      <a:pt x="1167" y="3061"/>
                      <a:pt x="1259" y="3119"/>
                      <a:pt x="1360" y="3119"/>
                    </a:cubicBezTo>
                    <a:cubicBezTo>
                      <a:pt x="1523" y="3119"/>
                      <a:pt x="1710" y="2968"/>
                      <a:pt x="1710" y="2748"/>
                    </a:cubicBezTo>
                    <a:cubicBezTo>
                      <a:pt x="1532" y="1817"/>
                      <a:pt x="1177" y="929"/>
                      <a:pt x="600" y="131"/>
                    </a:cubicBezTo>
                    <a:cubicBezTo>
                      <a:pt x="548" y="38"/>
                      <a:pt x="467"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2"/>
              <p:cNvSpPr/>
              <p:nvPr/>
            </p:nvSpPr>
            <p:spPr>
              <a:xfrm>
                <a:off x="5490526" y="1022600"/>
                <a:ext cx="104758" cy="319601"/>
              </a:xfrm>
              <a:custGeom>
                <a:avLst/>
                <a:gdLst/>
                <a:ahLst/>
                <a:cxnLst/>
                <a:rect l="l" t="t" r="r" b="b"/>
                <a:pathLst>
                  <a:path w="1475" h="4500" extrusionOk="0">
                    <a:moveTo>
                      <a:pt x="1121" y="0"/>
                    </a:moveTo>
                    <a:cubicBezTo>
                      <a:pt x="1008" y="0"/>
                      <a:pt x="895" y="57"/>
                      <a:pt x="843" y="196"/>
                    </a:cubicBezTo>
                    <a:cubicBezTo>
                      <a:pt x="355" y="1483"/>
                      <a:pt x="45" y="2814"/>
                      <a:pt x="1" y="4234"/>
                    </a:cubicBezTo>
                    <a:cubicBezTo>
                      <a:pt x="1" y="4411"/>
                      <a:pt x="145" y="4500"/>
                      <a:pt x="289" y="4500"/>
                    </a:cubicBezTo>
                    <a:cubicBezTo>
                      <a:pt x="433" y="4500"/>
                      <a:pt x="577" y="4411"/>
                      <a:pt x="577" y="4234"/>
                    </a:cubicBezTo>
                    <a:cubicBezTo>
                      <a:pt x="622" y="2902"/>
                      <a:pt x="932" y="1571"/>
                      <a:pt x="1420" y="329"/>
                    </a:cubicBezTo>
                    <a:cubicBezTo>
                      <a:pt x="1474" y="140"/>
                      <a:pt x="1298" y="0"/>
                      <a:pt x="1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42"/>
              <p:cNvSpPr/>
              <p:nvPr/>
            </p:nvSpPr>
            <p:spPr>
              <a:xfrm>
                <a:off x="5455228" y="985668"/>
                <a:ext cx="70667" cy="130113"/>
              </a:xfrm>
              <a:custGeom>
                <a:avLst/>
                <a:gdLst/>
                <a:ahLst/>
                <a:cxnLst/>
                <a:rect l="l" t="t" r="r" b="b"/>
                <a:pathLst>
                  <a:path w="995" h="1832" extrusionOk="0">
                    <a:moveTo>
                      <a:pt x="662" y="0"/>
                    </a:moveTo>
                    <a:cubicBezTo>
                      <a:pt x="552" y="0"/>
                      <a:pt x="444" y="67"/>
                      <a:pt x="409" y="228"/>
                    </a:cubicBezTo>
                    <a:cubicBezTo>
                      <a:pt x="276" y="627"/>
                      <a:pt x="143" y="1071"/>
                      <a:pt x="54" y="1470"/>
                    </a:cubicBezTo>
                    <a:cubicBezTo>
                      <a:pt x="1" y="1682"/>
                      <a:pt x="170" y="1831"/>
                      <a:pt x="333" y="1831"/>
                    </a:cubicBezTo>
                    <a:cubicBezTo>
                      <a:pt x="443" y="1831"/>
                      <a:pt x="551" y="1764"/>
                      <a:pt x="586" y="1603"/>
                    </a:cubicBezTo>
                    <a:cubicBezTo>
                      <a:pt x="719" y="1204"/>
                      <a:pt x="852" y="805"/>
                      <a:pt x="941" y="361"/>
                    </a:cubicBezTo>
                    <a:cubicBezTo>
                      <a:pt x="994" y="149"/>
                      <a:pt x="825" y="0"/>
                      <a:pt x="6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42"/>
              <p:cNvSpPr/>
              <p:nvPr/>
            </p:nvSpPr>
            <p:spPr>
              <a:xfrm>
                <a:off x="5334419" y="869120"/>
                <a:ext cx="86008" cy="87003"/>
              </a:xfrm>
              <a:custGeom>
                <a:avLst/>
                <a:gdLst/>
                <a:ahLst/>
                <a:cxnLst/>
                <a:rect l="l" t="t" r="r" b="b"/>
                <a:pathLst>
                  <a:path w="1211" h="1225" extrusionOk="0">
                    <a:moveTo>
                      <a:pt x="831" y="0"/>
                    </a:moveTo>
                    <a:cubicBezTo>
                      <a:pt x="744" y="0"/>
                      <a:pt x="657" y="41"/>
                      <a:pt x="601" y="139"/>
                    </a:cubicBezTo>
                    <a:cubicBezTo>
                      <a:pt x="468" y="360"/>
                      <a:pt x="335" y="627"/>
                      <a:pt x="158" y="849"/>
                    </a:cubicBezTo>
                    <a:cubicBezTo>
                      <a:pt x="1" y="1037"/>
                      <a:pt x="199" y="1225"/>
                      <a:pt x="391" y="1225"/>
                    </a:cubicBezTo>
                    <a:cubicBezTo>
                      <a:pt x="471" y="1225"/>
                      <a:pt x="549" y="1193"/>
                      <a:pt x="601" y="1115"/>
                    </a:cubicBezTo>
                    <a:cubicBezTo>
                      <a:pt x="779" y="893"/>
                      <a:pt x="956" y="671"/>
                      <a:pt x="1089" y="405"/>
                    </a:cubicBezTo>
                    <a:cubicBezTo>
                      <a:pt x="1211" y="192"/>
                      <a:pt x="1020" y="0"/>
                      <a:pt x="8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42"/>
              <p:cNvSpPr/>
              <p:nvPr/>
            </p:nvSpPr>
            <p:spPr>
              <a:xfrm>
                <a:off x="5345569" y="813510"/>
                <a:ext cx="41051" cy="49716"/>
              </a:xfrm>
              <a:custGeom>
                <a:avLst/>
                <a:gdLst/>
                <a:ahLst/>
                <a:cxnLst/>
                <a:rect l="l" t="t" r="r" b="b"/>
                <a:pathLst>
                  <a:path w="578" h="700" extrusionOk="0">
                    <a:moveTo>
                      <a:pt x="289" y="1"/>
                    </a:moveTo>
                    <a:cubicBezTo>
                      <a:pt x="145" y="1"/>
                      <a:pt x="1" y="101"/>
                      <a:pt x="1" y="300"/>
                    </a:cubicBezTo>
                    <a:lnTo>
                      <a:pt x="1" y="434"/>
                    </a:lnTo>
                    <a:cubicBezTo>
                      <a:pt x="1" y="611"/>
                      <a:pt x="145" y="700"/>
                      <a:pt x="289" y="700"/>
                    </a:cubicBezTo>
                    <a:cubicBezTo>
                      <a:pt x="433" y="700"/>
                      <a:pt x="577" y="611"/>
                      <a:pt x="577" y="434"/>
                    </a:cubicBezTo>
                    <a:lnTo>
                      <a:pt x="577" y="300"/>
                    </a:lnTo>
                    <a:cubicBezTo>
                      <a:pt x="577" y="101"/>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2"/>
              <p:cNvSpPr/>
              <p:nvPr/>
            </p:nvSpPr>
            <p:spPr>
              <a:xfrm>
                <a:off x="5334916" y="2132397"/>
                <a:ext cx="254616" cy="166690"/>
              </a:xfrm>
              <a:custGeom>
                <a:avLst/>
                <a:gdLst/>
                <a:ahLst/>
                <a:cxnLst/>
                <a:rect l="l" t="t" r="r" b="b"/>
                <a:pathLst>
                  <a:path w="3585" h="2347" extrusionOk="0">
                    <a:moveTo>
                      <a:pt x="384" y="0"/>
                    </a:moveTo>
                    <a:cubicBezTo>
                      <a:pt x="89" y="0"/>
                      <a:pt x="0" y="464"/>
                      <a:pt x="328" y="587"/>
                    </a:cubicBezTo>
                    <a:cubicBezTo>
                      <a:pt x="1215" y="853"/>
                      <a:pt x="2058" y="1341"/>
                      <a:pt x="2724" y="2007"/>
                    </a:cubicBezTo>
                    <a:cubicBezTo>
                      <a:pt x="2724" y="2095"/>
                      <a:pt x="2768" y="2184"/>
                      <a:pt x="2901" y="2228"/>
                    </a:cubicBezTo>
                    <a:lnTo>
                      <a:pt x="3079" y="2317"/>
                    </a:lnTo>
                    <a:cubicBezTo>
                      <a:pt x="3119" y="2337"/>
                      <a:pt x="3159" y="2346"/>
                      <a:pt x="3198" y="2346"/>
                    </a:cubicBezTo>
                    <a:cubicBezTo>
                      <a:pt x="3415" y="2346"/>
                      <a:pt x="3585" y="2062"/>
                      <a:pt x="3434" y="1874"/>
                    </a:cubicBezTo>
                    <a:cubicBezTo>
                      <a:pt x="2591" y="1031"/>
                      <a:pt x="1570" y="365"/>
                      <a:pt x="461" y="10"/>
                    </a:cubicBezTo>
                    <a:cubicBezTo>
                      <a:pt x="434" y="3"/>
                      <a:pt x="408"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2"/>
              <p:cNvSpPr/>
              <p:nvPr/>
            </p:nvSpPr>
            <p:spPr>
              <a:xfrm>
                <a:off x="5379518" y="2074869"/>
                <a:ext cx="154829" cy="86363"/>
              </a:xfrm>
              <a:custGeom>
                <a:avLst/>
                <a:gdLst/>
                <a:ahLst/>
                <a:cxnLst/>
                <a:rect l="l" t="t" r="r" b="b"/>
                <a:pathLst>
                  <a:path w="2180" h="1216" extrusionOk="0">
                    <a:moveTo>
                      <a:pt x="346" y="0"/>
                    </a:moveTo>
                    <a:cubicBezTo>
                      <a:pt x="76" y="0"/>
                      <a:pt x="0" y="440"/>
                      <a:pt x="277" y="598"/>
                    </a:cubicBezTo>
                    <a:cubicBezTo>
                      <a:pt x="765" y="731"/>
                      <a:pt x="1209" y="953"/>
                      <a:pt x="1608" y="1175"/>
                    </a:cubicBezTo>
                    <a:cubicBezTo>
                      <a:pt x="1665" y="1203"/>
                      <a:pt x="1719" y="1216"/>
                      <a:pt x="1770" y="1216"/>
                    </a:cubicBezTo>
                    <a:cubicBezTo>
                      <a:pt x="2033" y="1216"/>
                      <a:pt x="2179" y="873"/>
                      <a:pt x="1918" y="687"/>
                    </a:cubicBezTo>
                    <a:cubicBezTo>
                      <a:pt x="1430" y="421"/>
                      <a:pt x="942" y="199"/>
                      <a:pt x="454" y="21"/>
                    </a:cubicBezTo>
                    <a:cubicBezTo>
                      <a:pt x="416" y="7"/>
                      <a:pt x="379"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42"/>
              <p:cNvSpPr/>
              <p:nvPr/>
            </p:nvSpPr>
            <p:spPr>
              <a:xfrm>
                <a:off x="5071422" y="2394683"/>
                <a:ext cx="70028" cy="189062"/>
              </a:xfrm>
              <a:custGeom>
                <a:avLst/>
                <a:gdLst/>
                <a:ahLst/>
                <a:cxnLst/>
                <a:rect l="l" t="t" r="r" b="b"/>
                <a:pathLst>
                  <a:path w="986" h="2662" extrusionOk="0">
                    <a:moveTo>
                      <a:pt x="649" y="0"/>
                    </a:moveTo>
                    <a:cubicBezTo>
                      <a:pt x="540" y="0"/>
                      <a:pt x="435" y="54"/>
                      <a:pt x="400" y="177"/>
                    </a:cubicBezTo>
                    <a:cubicBezTo>
                      <a:pt x="134" y="887"/>
                      <a:pt x="1" y="1641"/>
                      <a:pt x="1" y="2396"/>
                    </a:cubicBezTo>
                    <a:cubicBezTo>
                      <a:pt x="1" y="2573"/>
                      <a:pt x="145" y="2662"/>
                      <a:pt x="289" y="2662"/>
                    </a:cubicBezTo>
                    <a:cubicBezTo>
                      <a:pt x="433" y="2662"/>
                      <a:pt x="577" y="2573"/>
                      <a:pt x="577" y="2396"/>
                    </a:cubicBezTo>
                    <a:cubicBezTo>
                      <a:pt x="533" y="1686"/>
                      <a:pt x="666" y="976"/>
                      <a:pt x="932" y="310"/>
                    </a:cubicBezTo>
                    <a:cubicBezTo>
                      <a:pt x="986" y="123"/>
                      <a:pt x="814" y="0"/>
                      <a:pt x="6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42"/>
              <p:cNvSpPr/>
              <p:nvPr/>
            </p:nvSpPr>
            <p:spPr>
              <a:xfrm>
                <a:off x="5121848" y="2414428"/>
                <a:ext cx="66832" cy="236647"/>
              </a:xfrm>
              <a:custGeom>
                <a:avLst/>
                <a:gdLst/>
                <a:ahLst/>
                <a:cxnLst/>
                <a:rect l="l" t="t" r="r" b="b"/>
                <a:pathLst>
                  <a:path w="941" h="3332" extrusionOk="0">
                    <a:moveTo>
                      <a:pt x="614" y="1"/>
                    </a:moveTo>
                    <a:cubicBezTo>
                      <a:pt x="502" y="1"/>
                      <a:pt x="392" y="64"/>
                      <a:pt x="355" y="210"/>
                    </a:cubicBezTo>
                    <a:cubicBezTo>
                      <a:pt x="45" y="1141"/>
                      <a:pt x="0" y="2162"/>
                      <a:pt x="178" y="3138"/>
                    </a:cubicBezTo>
                    <a:cubicBezTo>
                      <a:pt x="195" y="3274"/>
                      <a:pt x="283" y="3331"/>
                      <a:pt x="383" y="3331"/>
                    </a:cubicBezTo>
                    <a:cubicBezTo>
                      <a:pt x="545" y="3331"/>
                      <a:pt x="738" y="3180"/>
                      <a:pt x="710" y="2960"/>
                    </a:cubicBezTo>
                    <a:cubicBezTo>
                      <a:pt x="577" y="2118"/>
                      <a:pt x="622" y="1230"/>
                      <a:pt x="888" y="343"/>
                    </a:cubicBezTo>
                    <a:cubicBezTo>
                      <a:pt x="940" y="133"/>
                      <a:pt x="776" y="1"/>
                      <a:pt x="6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2"/>
              <p:cNvSpPr/>
              <p:nvPr/>
            </p:nvSpPr>
            <p:spPr>
              <a:xfrm>
                <a:off x="5409844" y="3217124"/>
                <a:ext cx="160227" cy="229829"/>
              </a:xfrm>
              <a:custGeom>
                <a:avLst/>
                <a:gdLst/>
                <a:ahLst/>
                <a:cxnLst/>
                <a:rect l="l" t="t" r="r" b="b"/>
                <a:pathLst>
                  <a:path w="2256" h="3236" extrusionOk="0">
                    <a:moveTo>
                      <a:pt x="387" y="1"/>
                    </a:moveTo>
                    <a:cubicBezTo>
                      <a:pt x="188" y="1"/>
                      <a:pt x="0" y="283"/>
                      <a:pt x="205" y="488"/>
                    </a:cubicBezTo>
                    <a:cubicBezTo>
                      <a:pt x="826" y="1242"/>
                      <a:pt x="1358" y="2085"/>
                      <a:pt x="1669" y="3061"/>
                    </a:cubicBezTo>
                    <a:cubicBezTo>
                      <a:pt x="1703" y="3181"/>
                      <a:pt x="1804" y="3235"/>
                      <a:pt x="1910" y="3235"/>
                    </a:cubicBezTo>
                    <a:cubicBezTo>
                      <a:pt x="2077" y="3235"/>
                      <a:pt x="2256" y="3101"/>
                      <a:pt x="2201" y="2884"/>
                    </a:cubicBezTo>
                    <a:cubicBezTo>
                      <a:pt x="1846" y="1863"/>
                      <a:pt x="1314" y="887"/>
                      <a:pt x="560" y="88"/>
                    </a:cubicBezTo>
                    <a:cubicBezTo>
                      <a:pt x="508" y="27"/>
                      <a:pt x="447"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2"/>
              <p:cNvSpPr/>
              <p:nvPr/>
            </p:nvSpPr>
            <p:spPr>
              <a:xfrm>
                <a:off x="5456151" y="3174297"/>
                <a:ext cx="100142" cy="86861"/>
              </a:xfrm>
              <a:custGeom>
                <a:avLst/>
                <a:gdLst/>
                <a:ahLst/>
                <a:cxnLst/>
                <a:rect l="l" t="t" r="r" b="b"/>
                <a:pathLst>
                  <a:path w="1410" h="1223" extrusionOk="0">
                    <a:moveTo>
                      <a:pt x="409" y="1"/>
                    </a:moveTo>
                    <a:cubicBezTo>
                      <a:pt x="206" y="1"/>
                      <a:pt x="1" y="262"/>
                      <a:pt x="174" y="470"/>
                    </a:cubicBezTo>
                    <a:lnTo>
                      <a:pt x="839" y="1135"/>
                    </a:lnTo>
                    <a:cubicBezTo>
                      <a:pt x="891" y="1197"/>
                      <a:pt x="952" y="1223"/>
                      <a:pt x="1013" y="1223"/>
                    </a:cubicBezTo>
                    <a:cubicBezTo>
                      <a:pt x="1213" y="1223"/>
                      <a:pt x="1409" y="940"/>
                      <a:pt x="1239" y="736"/>
                    </a:cubicBezTo>
                    <a:cubicBezTo>
                      <a:pt x="973" y="470"/>
                      <a:pt x="795" y="292"/>
                      <a:pt x="573" y="70"/>
                    </a:cubicBezTo>
                    <a:cubicBezTo>
                      <a:pt x="524" y="21"/>
                      <a:pt x="467" y="1"/>
                      <a:pt x="40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42"/>
              <p:cNvSpPr/>
              <p:nvPr/>
            </p:nvSpPr>
            <p:spPr>
              <a:xfrm>
                <a:off x="5588963" y="3321953"/>
                <a:ext cx="59872" cy="61932"/>
              </a:xfrm>
              <a:custGeom>
                <a:avLst/>
                <a:gdLst/>
                <a:ahLst/>
                <a:cxnLst/>
                <a:rect l="l" t="t" r="r" b="b"/>
                <a:pathLst>
                  <a:path w="843" h="872" extrusionOk="0">
                    <a:moveTo>
                      <a:pt x="320" y="1"/>
                    </a:moveTo>
                    <a:cubicBezTo>
                      <a:pt x="154" y="1"/>
                      <a:pt x="0" y="133"/>
                      <a:pt x="79" y="343"/>
                    </a:cubicBezTo>
                    <a:cubicBezTo>
                      <a:pt x="123" y="432"/>
                      <a:pt x="167" y="609"/>
                      <a:pt x="212" y="698"/>
                    </a:cubicBezTo>
                    <a:cubicBezTo>
                      <a:pt x="263" y="818"/>
                      <a:pt x="375" y="872"/>
                      <a:pt x="487" y="872"/>
                    </a:cubicBezTo>
                    <a:cubicBezTo>
                      <a:pt x="664" y="872"/>
                      <a:pt x="843" y="738"/>
                      <a:pt x="789" y="520"/>
                    </a:cubicBezTo>
                    <a:cubicBezTo>
                      <a:pt x="700" y="432"/>
                      <a:pt x="655" y="298"/>
                      <a:pt x="611" y="210"/>
                    </a:cubicBezTo>
                    <a:cubicBezTo>
                      <a:pt x="557" y="64"/>
                      <a:pt x="435" y="1"/>
                      <a:pt x="3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42"/>
              <p:cNvSpPr/>
              <p:nvPr/>
            </p:nvSpPr>
            <p:spPr>
              <a:xfrm>
                <a:off x="5672628" y="2994468"/>
                <a:ext cx="104900" cy="194673"/>
              </a:xfrm>
              <a:custGeom>
                <a:avLst/>
                <a:gdLst/>
                <a:ahLst/>
                <a:cxnLst/>
                <a:rect l="l" t="t" r="r" b="b"/>
                <a:pathLst>
                  <a:path w="1477" h="2741" extrusionOk="0">
                    <a:moveTo>
                      <a:pt x="335" y="1"/>
                    </a:moveTo>
                    <a:cubicBezTo>
                      <a:pt x="171" y="1"/>
                      <a:pt x="1" y="144"/>
                      <a:pt x="54" y="384"/>
                    </a:cubicBezTo>
                    <a:cubicBezTo>
                      <a:pt x="232" y="1138"/>
                      <a:pt x="542" y="1892"/>
                      <a:pt x="897" y="2602"/>
                    </a:cubicBezTo>
                    <a:cubicBezTo>
                      <a:pt x="953" y="2700"/>
                      <a:pt x="1035" y="2741"/>
                      <a:pt x="1118" y="2741"/>
                    </a:cubicBezTo>
                    <a:cubicBezTo>
                      <a:pt x="1297" y="2741"/>
                      <a:pt x="1476" y="2549"/>
                      <a:pt x="1385" y="2336"/>
                    </a:cubicBezTo>
                    <a:cubicBezTo>
                      <a:pt x="1030" y="1626"/>
                      <a:pt x="764" y="961"/>
                      <a:pt x="587" y="206"/>
                    </a:cubicBezTo>
                    <a:cubicBezTo>
                      <a:pt x="551" y="64"/>
                      <a:pt x="445"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42"/>
              <p:cNvSpPr/>
              <p:nvPr/>
            </p:nvSpPr>
            <p:spPr>
              <a:xfrm>
                <a:off x="5751392" y="3031400"/>
                <a:ext cx="54900" cy="52486"/>
              </a:xfrm>
              <a:custGeom>
                <a:avLst/>
                <a:gdLst/>
                <a:ahLst/>
                <a:cxnLst/>
                <a:rect l="l" t="t" r="r" b="b"/>
                <a:pathLst>
                  <a:path w="773" h="739" extrusionOk="0">
                    <a:moveTo>
                      <a:pt x="356" y="0"/>
                    </a:moveTo>
                    <a:cubicBezTo>
                      <a:pt x="179" y="0"/>
                      <a:pt x="0" y="135"/>
                      <a:pt x="54" y="352"/>
                    </a:cubicBezTo>
                    <a:lnTo>
                      <a:pt x="143" y="529"/>
                    </a:lnTo>
                    <a:cubicBezTo>
                      <a:pt x="198" y="675"/>
                      <a:pt x="319" y="738"/>
                      <a:pt x="437" y="738"/>
                    </a:cubicBezTo>
                    <a:cubicBezTo>
                      <a:pt x="608" y="738"/>
                      <a:pt x="772" y="606"/>
                      <a:pt x="720" y="396"/>
                    </a:cubicBezTo>
                    <a:cubicBezTo>
                      <a:pt x="720" y="308"/>
                      <a:pt x="631" y="263"/>
                      <a:pt x="631" y="174"/>
                    </a:cubicBezTo>
                    <a:cubicBezTo>
                      <a:pt x="580" y="54"/>
                      <a:pt x="468"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2"/>
              <p:cNvSpPr/>
              <p:nvPr/>
            </p:nvSpPr>
            <p:spPr>
              <a:xfrm>
                <a:off x="5087189" y="3831540"/>
                <a:ext cx="59943" cy="41051"/>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2"/>
              <p:cNvSpPr/>
              <p:nvPr/>
            </p:nvSpPr>
            <p:spPr>
              <a:xfrm>
                <a:off x="5097132" y="3409382"/>
                <a:ext cx="257954" cy="397016"/>
              </a:xfrm>
              <a:custGeom>
                <a:avLst/>
                <a:gdLst/>
                <a:ahLst/>
                <a:cxnLst/>
                <a:rect l="l" t="t" r="r" b="b"/>
                <a:pathLst>
                  <a:path w="3632" h="5590" extrusionOk="0">
                    <a:moveTo>
                      <a:pt x="397" y="0"/>
                    </a:moveTo>
                    <a:cubicBezTo>
                      <a:pt x="196" y="0"/>
                      <a:pt x="1" y="283"/>
                      <a:pt x="171" y="487"/>
                    </a:cubicBezTo>
                    <a:cubicBezTo>
                      <a:pt x="526" y="842"/>
                      <a:pt x="925" y="1197"/>
                      <a:pt x="1280" y="1508"/>
                    </a:cubicBezTo>
                    <a:cubicBezTo>
                      <a:pt x="703" y="2706"/>
                      <a:pt x="304" y="3992"/>
                      <a:pt x="127" y="5323"/>
                    </a:cubicBezTo>
                    <a:cubicBezTo>
                      <a:pt x="104" y="5501"/>
                      <a:pt x="226" y="5589"/>
                      <a:pt x="360" y="5589"/>
                    </a:cubicBezTo>
                    <a:cubicBezTo>
                      <a:pt x="493" y="5589"/>
                      <a:pt x="637" y="5501"/>
                      <a:pt x="659" y="5323"/>
                    </a:cubicBezTo>
                    <a:cubicBezTo>
                      <a:pt x="836" y="4125"/>
                      <a:pt x="1191" y="2927"/>
                      <a:pt x="1768" y="1863"/>
                    </a:cubicBezTo>
                    <a:cubicBezTo>
                      <a:pt x="1857" y="1907"/>
                      <a:pt x="1946" y="1996"/>
                      <a:pt x="2079" y="2040"/>
                    </a:cubicBezTo>
                    <a:cubicBezTo>
                      <a:pt x="1591" y="2927"/>
                      <a:pt x="1280" y="3859"/>
                      <a:pt x="1147" y="4835"/>
                    </a:cubicBezTo>
                    <a:cubicBezTo>
                      <a:pt x="1125" y="5013"/>
                      <a:pt x="1258" y="5101"/>
                      <a:pt x="1402" y="5101"/>
                    </a:cubicBezTo>
                    <a:cubicBezTo>
                      <a:pt x="1546" y="5101"/>
                      <a:pt x="1702" y="5013"/>
                      <a:pt x="1724" y="4835"/>
                    </a:cubicBezTo>
                    <a:cubicBezTo>
                      <a:pt x="1813" y="3948"/>
                      <a:pt x="2079" y="3105"/>
                      <a:pt x="2522" y="2351"/>
                    </a:cubicBezTo>
                    <a:lnTo>
                      <a:pt x="2567" y="2351"/>
                    </a:lnTo>
                    <a:cubicBezTo>
                      <a:pt x="2789" y="2439"/>
                      <a:pt x="3055" y="2661"/>
                      <a:pt x="3277" y="2661"/>
                    </a:cubicBezTo>
                    <a:cubicBezTo>
                      <a:pt x="3619" y="2618"/>
                      <a:pt x="3631" y="2082"/>
                      <a:pt x="3315" y="2082"/>
                    </a:cubicBezTo>
                    <a:cubicBezTo>
                      <a:pt x="3303" y="2082"/>
                      <a:pt x="3290" y="2083"/>
                      <a:pt x="3277" y="2084"/>
                    </a:cubicBezTo>
                    <a:cubicBezTo>
                      <a:pt x="3144" y="2084"/>
                      <a:pt x="2789" y="1818"/>
                      <a:pt x="2700" y="1774"/>
                    </a:cubicBezTo>
                    <a:cubicBezTo>
                      <a:pt x="2434" y="1596"/>
                      <a:pt x="2168" y="1463"/>
                      <a:pt x="1946" y="1286"/>
                    </a:cubicBezTo>
                    <a:cubicBezTo>
                      <a:pt x="1458" y="931"/>
                      <a:pt x="1014" y="532"/>
                      <a:pt x="570" y="88"/>
                    </a:cubicBezTo>
                    <a:cubicBezTo>
                      <a:pt x="519" y="26"/>
                      <a:pt x="458" y="0"/>
                      <a:pt x="3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2"/>
              <p:cNvSpPr/>
              <p:nvPr/>
            </p:nvSpPr>
            <p:spPr>
              <a:xfrm>
                <a:off x="5141237" y="3365206"/>
                <a:ext cx="115341" cy="92329"/>
              </a:xfrm>
              <a:custGeom>
                <a:avLst/>
                <a:gdLst/>
                <a:ahLst/>
                <a:cxnLst/>
                <a:rect l="l" t="t" r="r" b="b"/>
                <a:pathLst>
                  <a:path w="1624" h="1300" extrusionOk="0">
                    <a:moveTo>
                      <a:pt x="397" y="1"/>
                    </a:moveTo>
                    <a:cubicBezTo>
                      <a:pt x="197" y="1"/>
                      <a:pt x="1" y="284"/>
                      <a:pt x="171" y="488"/>
                    </a:cubicBezTo>
                    <a:cubicBezTo>
                      <a:pt x="437" y="799"/>
                      <a:pt x="748" y="1065"/>
                      <a:pt x="1103" y="1242"/>
                    </a:cubicBezTo>
                    <a:cubicBezTo>
                      <a:pt x="1151" y="1282"/>
                      <a:pt x="1200" y="1299"/>
                      <a:pt x="1247" y="1299"/>
                    </a:cubicBezTo>
                    <a:cubicBezTo>
                      <a:pt x="1460" y="1299"/>
                      <a:pt x="1624" y="944"/>
                      <a:pt x="1369" y="799"/>
                    </a:cubicBezTo>
                    <a:cubicBezTo>
                      <a:pt x="1058" y="577"/>
                      <a:pt x="792" y="355"/>
                      <a:pt x="570" y="89"/>
                    </a:cubicBezTo>
                    <a:cubicBezTo>
                      <a:pt x="519" y="27"/>
                      <a:pt x="458" y="1"/>
                      <a:pt x="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2"/>
              <p:cNvSpPr/>
              <p:nvPr/>
            </p:nvSpPr>
            <p:spPr>
              <a:xfrm>
                <a:off x="5309064" y="3478629"/>
                <a:ext cx="105895" cy="57386"/>
              </a:xfrm>
              <a:custGeom>
                <a:avLst/>
                <a:gdLst/>
                <a:ahLst/>
                <a:cxnLst/>
                <a:rect l="l" t="t" r="r" b="b"/>
                <a:pathLst>
                  <a:path w="1491" h="808" extrusionOk="0">
                    <a:moveTo>
                      <a:pt x="404" y="1"/>
                    </a:moveTo>
                    <a:cubicBezTo>
                      <a:pt x="186" y="1"/>
                      <a:pt x="0" y="274"/>
                      <a:pt x="204" y="444"/>
                    </a:cubicBezTo>
                    <a:cubicBezTo>
                      <a:pt x="436" y="676"/>
                      <a:pt x="703" y="807"/>
                      <a:pt x="1003" y="807"/>
                    </a:cubicBezTo>
                    <a:cubicBezTo>
                      <a:pt x="1046" y="807"/>
                      <a:pt x="1091" y="804"/>
                      <a:pt x="1136" y="799"/>
                    </a:cubicBezTo>
                    <a:cubicBezTo>
                      <a:pt x="1491" y="799"/>
                      <a:pt x="1491" y="266"/>
                      <a:pt x="1136" y="266"/>
                    </a:cubicBezTo>
                    <a:cubicBezTo>
                      <a:pt x="958" y="266"/>
                      <a:pt x="736" y="222"/>
                      <a:pt x="603" y="89"/>
                    </a:cubicBezTo>
                    <a:cubicBezTo>
                      <a:pt x="541" y="26"/>
                      <a:pt x="471" y="1"/>
                      <a:pt x="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2"/>
              <p:cNvSpPr/>
              <p:nvPr/>
            </p:nvSpPr>
            <p:spPr>
              <a:xfrm>
                <a:off x="4719790" y="3627634"/>
                <a:ext cx="159517" cy="219886"/>
              </a:xfrm>
              <a:custGeom>
                <a:avLst/>
                <a:gdLst/>
                <a:ahLst/>
                <a:cxnLst/>
                <a:rect l="l" t="t" r="r" b="b"/>
                <a:pathLst>
                  <a:path w="2246" h="3096" extrusionOk="0">
                    <a:moveTo>
                      <a:pt x="341" y="1"/>
                    </a:moveTo>
                    <a:cubicBezTo>
                      <a:pt x="176" y="1"/>
                      <a:pt x="1" y="133"/>
                      <a:pt x="27" y="342"/>
                    </a:cubicBezTo>
                    <a:cubicBezTo>
                      <a:pt x="160" y="964"/>
                      <a:pt x="426" y="1585"/>
                      <a:pt x="825" y="2117"/>
                    </a:cubicBezTo>
                    <a:cubicBezTo>
                      <a:pt x="1040" y="2418"/>
                      <a:pt x="1464" y="3095"/>
                      <a:pt x="1894" y="3095"/>
                    </a:cubicBezTo>
                    <a:cubicBezTo>
                      <a:pt x="1908" y="3095"/>
                      <a:pt x="1921" y="3095"/>
                      <a:pt x="1935" y="3093"/>
                    </a:cubicBezTo>
                    <a:cubicBezTo>
                      <a:pt x="2068" y="3093"/>
                      <a:pt x="2156" y="3005"/>
                      <a:pt x="2201" y="2916"/>
                    </a:cubicBezTo>
                    <a:cubicBezTo>
                      <a:pt x="2245" y="2783"/>
                      <a:pt x="2201" y="2650"/>
                      <a:pt x="2112" y="2561"/>
                    </a:cubicBezTo>
                    <a:cubicBezTo>
                      <a:pt x="2081" y="2529"/>
                      <a:pt x="2027" y="2498"/>
                      <a:pt x="1967" y="2498"/>
                    </a:cubicBezTo>
                    <a:cubicBezTo>
                      <a:pt x="1942" y="2498"/>
                      <a:pt x="1916" y="2503"/>
                      <a:pt x="1890" y="2516"/>
                    </a:cubicBezTo>
                    <a:cubicBezTo>
                      <a:pt x="1757" y="2383"/>
                      <a:pt x="1668" y="2295"/>
                      <a:pt x="1580" y="2162"/>
                    </a:cubicBezTo>
                    <a:cubicBezTo>
                      <a:pt x="1402" y="1984"/>
                      <a:pt x="1225" y="1762"/>
                      <a:pt x="1092" y="1540"/>
                    </a:cubicBezTo>
                    <a:cubicBezTo>
                      <a:pt x="870" y="1097"/>
                      <a:pt x="692" y="653"/>
                      <a:pt x="603" y="209"/>
                    </a:cubicBezTo>
                    <a:cubicBezTo>
                      <a:pt x="567" y="64"/>
                      <a:pt x="457" y="1"/>
                      <a:pt x="3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2"/>
              <p:cNvSpPr/>
              <p:nvPr/>
            </p:nvSpPr>
            <p:spPr>
              <a:xfrm>
                <a:off x="4872985" y="3837932"/>
                <a:ext cx="58594" cy="41477"/>
              </a:xfrm>
              <a:custGeom>
                <a:avLst/>
                <a:gdLst/>
                <a:ahLst/>
                <a:cxnLst/>
                <a:rect l="l" t="t" r="r" b="b"/>
                <a:pathLst>
                  <a:path w="825" h="584" extrusionOk="0">
                    <a:moveTo>
                      <a:pt x="418" y="0"/>
                    </a:moveTo>
                    <a:cubicBezTo>
                      <a:pt x="352" y="0"/>
                      <a:pt x="283" y="26"/>
                      <a:pt x="221" y="88"/>
                    </a:cubicBezTo>
                    <a:lnTo>
                      <a:pt x="177" y="132"/>
                    </a:lnTo>
                    <a:cubicBezTo>
                      <a:pt x="0" y="344"/>
                      <a:pt x="189" y="584"/>
                      <a:pt x="385" y="584"/>
                    </a:cubicBezTo>
                    <a:cubicBezTo>
                      <a:pt x="435" y="584"/>
                      <a:pt x="486" y="568"/>
                      <a:pt x="532" y="532"/>
                    </a:cubicBezTo>
                    <a:lnTo>
                      <a:pt x="621" y="487"/>
                    </a:lnTo>
                    <a:cubicBezTo>
                      <a:pt x="825" y="283"/>
                      <a:pt x="637" y="0"/>
                      <a:pt x="4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42"/>
              <p:cNvSpPr/>
              <p:nvPr/>
            </p:nvSpPr>
            <p:spPr>
              <a:xfrm>
                <a:off x="4777815" y="3611867"/>
                <a:ext cx="99432" cy="103125"/>
              </a:xfrm>
              <a:custGeom>
                <a:avLst/>
                <a:gdLst/>
                <a:ahLst/>
                <a:cxnLst/>
                <a:rect l="l" t="t" r="r" b="b"/>
                <a:pathLst>
                  <a:path w="1400" h="1452" extrusionOk="0">
                    <a:moveTo>
                      <a:pt x="335" y="1"/>
                    </a:moveTo>
                    <a:cubicBezTo>
                      <a:pt x="165" y="1"/>
                      <a:pt x="0" y="133"/>
                      <a:pt x="53" y="343"/>
                    </a:cubicBezTo>
                    <a:cubicBezTo>
                      <a:pt x="230" y="742"/>
                      <a:pt x="452" y="1097"/>
                      <a:pt x="807" y="1363"/>
                    </a:cubicBezTo>
                    <a:cubicBezTo>
                      <a:pt x="870" y="1426"/>
                      <a:pt x="939" y="1451"/>
                      <a:pt x="1006" y="1451"/>
                    </a:cubicBezTo>
                    <a:cubicBezTo>
                      <a:pt x="1222" y="1451"/>
                      <a:pt x="1400" y="1178"/>
                      <a:pt x="1162" y="1008"/>
                    </a:cubicBezTo>
                    <a:cubicBezTo>
                      <a:pt x="940" y="786"/>
                      <a:pt x="763" y="520"/>
                      <a:pt x="629" y="210"/>
                    </a:cubicBezTo>
                    <a:cubicBezTo>
                      <a:pt x="575" y="64"/>
                      <a:pt x="454"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42"/>
              <p:cNvSpPr/>
              <p:nvPr/>
            </p:nvSpPr>
            <p:spPr>
              <a:xfrm>
                <a:off x="4557503" y="3664992"/>
                <a:ext cx="164204" cy="81747"/>
              </a:xfrm>
              <a:custGeom>
                <a:avLst/>
                <a:gdLst/>
                <a:ahLst/>
                <a:cxnLst/>
                <a:rect l="l" t="t" r="r" b="b"/>
                <a:pathLst>
                  <a:path w="2312" h="1151" extrusionOk="0">
                    <a:moveTo>
                      <a:pt x="402" y="0"/>
                    </a:moveTo>
                    <a:cubicBezTo>
                      <a:pt x="159" y="0"/>
                      <a:pt x="0" y="375"/>
                      <a:pt x="226" y="526"/>
                    </a:cubicBezTo>
                    <a:cubicBezTo>
                      <a:pt x="759" y="881"/>
                      <a:pt x="1336" y="1103"/>
                      <a:pt x="2001" y="1147"/>
                    </a:cubicBezTo>
                    <a:cubicBezTo>
                      <a:pt x="2014" y="1149"/>
                      <a:pt x="2025" y="1150"/>
                      <a:pt x="2037" y="1150"/>
                    </a:cubicBezTo>
                    <a:cubicBezTo>
                      <a:pt x="2311" y="1150"/>
                      <a:pt x="2299" y="658"/>
                      <a:pt x="2001" y="615"/>
                    </a:cubicBezTo>
                    <a:cubicBezTo>
                      <a:pt x="1469" y="526"/>
                      <a:pt x="936" y="349"/>
                      <a:pt x="537" y="38"/>
                    </a:cubicBezTo>
                    <a:cubicBezTo>
                      <a:pt x="490" y="12"/>
                      <a:pt x="445" y="0"/>
                      <a:pt x="4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2"/>
              <p:cNvSpPr/>
              <p:nvPr/>
            </p:nvSpPr>
            <p:spPr>
              <a:xfrm>
                <a:off x="4516737" y="3718330"/>
                <a:ext cx="134730" cy="75710"/>
              </a:xfrm>
              <a:custGeom>
                <a:avLst/>
                <a:gdLst/>
                <a:ahLst/>
                <a:cxnLst/>
                <a:rect l="l" t="t" r="r" b="b"/>
                <a:pathLst>
                  <a:path w="1897" h="1066" extrusionOk="0">
                    <a:moveTo>
                      <a:pt x="390" y="1"/>
                    </a:moveTo>
                    <a:cubicBezTo>
                      <a:pt x="152" y="1"/>
                      <a:pt x="0" y="343"/>
                      <a:pt x="224" y="530"/>
                    </a:cubicBezTo>
                    <a:cubicBezTo>
                      <a:pt x="623" y="796"/>
                      <a:pt x="1067" y="973"/>
                      <a:pt x="1510" y="1062"/>
                    </a:cubicBezTo>
                    <a:cubicBezTo>
                      <a:pt x="1525" y="1064"/>
                      <a:pt x="1539" y="1065"/>
                      <a:pt x="1553" y="1065"/>
                    </a:cubicBezTo>
                    <a:cubicBezTo>
                      <a:pt x="1828" y="1065"/>
                      <a:pt x="1897" y="659"/>
                      <a:pt x="1643" y="574"/>
                    </a:cubicBezTo>
                    <a:cubicBezTo>
                      <a:pt x="1244" y="441"/>
                      <a:pt x="845" y="263"/>
                      <a:pt x="534" y="42"/>
                    </a:cubicBezTo>
                    <a:cubicBezTo>
                      <a:pt x="484" y="13"/>
                      <a:pt x="436" y="1"/>
                      <a:pt x="3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2"/>
              <p:cNvSpPr/>
              <p:nvPr/>
            </p:nvSpPr>
            <p:spPr>
              <a:xfrm>
                <a:off x="4869576" y="2023236"/>
                <a:ext cx="220667" cy="239488"/>
              </a:xfrm>
              <a:custGeom>
                <a:avLst/>
                <a:gdLst/>
                <a:ahLst/>
                <a:cxnLst/>
                <a:rect l="l" t="t" r="r" b="b"/>
                <a:pathLst>
                  <a:path w="3107" h="3372" extrusionOk="0">
                    <a:moveTo>
                      <a:pt x="2669" y="0"/>
                    </a:moveTo>
                    <a:cubicBezTo>
                      <a:pt x="2625" y="0"/>
                      <a:pt x="2579" y="12"/>
                      <a:pt x="2532" y="39"/>
                    </a:cubicBezTo>
                    <a:cubicBezTo>
                      <a:pt x="1467" y="793"/>
                      <a:pt x="624" y="1769"/>
                      <a:pt x="92" y="2967"/>
                    </a:cubicBezTo>
                    <a:cubicBezTo>
                      <a:pt x="1" y="3180"/>
                      <a:pt x="180" y="3372"/>
                      <a:pt x="359" y="3372"/>
                    </a:cubicBezTo>
                    <a:cubicBezTo>
                      <a:pt x="442" y="3372"/>
                      <a:pt x="524" y="3331"/>
                      <a:pt x="580" y="3233"/>
                    </a:cubicBezTo>
                    <a:cubicBezTo>
                      <a:pt x="1068" y="2124"/>
                      <a:pt x="1822" y="1192"/>
                      <a:pt x="2843" y="527"/>
                    </a:cubicBezTo>
                    <a:cubicBezTo>
                      <a:pt x="3107" y="376"/>
                      <a:pt x="2922" y="0"/>
                      <a:pt x="2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2"/>
              <p:cNvSpPr/>
              <p:nvPr/>
            </p:nvSpPr>
            <p:spPr>
              <a:xfrm>
                <a:off x="5055655" y="1932185"/>
                <a:ext cx="41051" cy="43395"/>
              </a:xfrm>
              <a:custGeom>
                <a:avLst/>
                <a:gdLst/>
                <a:ahLst/>
                <a:cxnLst/>
                <a:rect l="l" t="t" r="r" b="b"/>
                <a:pathLst>
                  <a:path w="578" h="611" extrusionOk="0">
                    <a:moveTo>
                      <a:pt x="289" y="1"/>
                    </a:moveTo>
                    <a:cubicBezTo>
                      <a:pt x="145" y="1"/>
                      <a:pt x="1" y="100"/>
                      <a:pt x="1" y="300"/>
                    </a:cubicBezTo>
                    <a:lnTo>
                      <a:pt x="1" y="344"/>
                    </a:lnTo>
                    <a:cubicBezTo>
                      <a:pt x="1" y="522"/>
                      <a:pt x="145" y="611"/>
                      <a:pt x="289" y="611"/>
                    </a:cubicBezTo>
                    <a:cubicBezTo>
                      <a:pt x="433" y="611"/>
                      <a:pt x="578" y="522"/>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2"/>
              <p:cNvSpPr/>
              <p:nvPr/>
            </p:nvSpPr>
            <p:spPr>
              <a:xfrm>
                <a:off x="4832716" y="1716774"/>
                <a:ext cx="240127" cy="467044"/>
              </a:xfrm>
              <a:custGeom>
                <a:avLst/>
                <a:gdLst/>
                <a:ahLst/>
                <a:cxnLst/>
                <a:rect l="l" t="t" r="r" b="b"/>
                <a:pathLst>
                  <a:path w="3381" h="6576" extrusionOk="0">
                    <a:moveTo>
                      <a:pt x="2999" y="0"/>
                    </a:moveTo>
                    <a:cubicBezTo>
                      <a:pt x="2907" y="0"/>
                      <a:pt x="2810" y="41"/>
                      <a:pt x="2740" y="139"/>
                    </a:cubicBezTo>
                    <a:cubicBezTo>
                      <a:pt x="2031" y="1248"/>
                      <a:pt x="1321" y="2889"/>
                      <a:pt x="1720" y="4265"/>
                    </a:cubicBezTo>
                    <a:cubicBezTo>
                      <a:pt x="1631" y="4354"/>
                      <a:pt x="1542" y="4442"/>
                      <a:pt x="1454" y="4487"/>
                    </a:cubicBezTo>
                    <a:cubicBezTo>
                      <a:pt x="1321" y="4043"/>
                      <a:pt x="1276" y="3555"/>
                      <a:pt x="1321" y="3067"/>
                    </a:cubicBezTo>
                    <a:cubicBezTo>
                      <a:pt x="1365" y="2534"/>
                      <a:pt x="1454" y="2046"/>
                      <a:pt x="1631" y="1603"/>
                    </a:cubicBezTo>
                    <a:cubicBezTo>
                      <a:pt x="1684" y="1363"/>
                      <a:pt x="1498" y="1219"/>
                      <a:pt x="1321" y="1219"/>
                    </a:cubicBezTo>
                    <a:cubicBezTo>
                      <a:pt x="1204" y="1219"/>
                      <a:pt x="1090" y="1283"/>
                      <a:pt x="1054" y="1425"/>
                    </a:cubicBezTo>
                    <a:cubicBezTo>
                      <a:pt x="788" y="2401"/>
                      <a:pt x="433" y="3954"/>
                      <a:pt x="1010" y="4842"/>
                    </a:cubicBezTo>
                    <a:cubicBezTo>
                      <a:pt x="655" y="5241"/>
                      <a:pt x="345" y="5685"/>
                      <a:pt x="123" y="6128"/>
                    </a:cubicBezTo>
                    <a:cubicBezTo>
                      <a:pt x="0" y="6373"/>
                      <a:pt x="195" y="6576"/>
                      <a:pt x="371" y="6576"/>
                    </a:cubicBezTo>
                    <a:cubicBezTo>
                      <a:pt x="450" y="6576"/>
                      <a:pt x="525" y="6535"/>
                      <a:pt x="566" y="6439"/>
                    </a:cubicBezTo>
                    <a:cubicBezTo>
                      <a:pt x="921" y="5729"/>
                      <a:pt x="1409" y="5152"/>
                      <a:pt x="2031" y="4709"/>
                    </a:cubicBezTo>
                    <a:cubicBezTo>
                      <a:pt x="2119" y="4709"/>
                      <a:pt x="2208" y="4664"/>
                      <a:pt x="2252" y="4575"/>
                    </a:cubicBezTo>
                    <a:cubicBezTo>
                      <a:pt x="2430" y="4487"/>
                      <a:pt x="2607" y="4354"/>
                      <a:pt x="2785" y="4265"/>
                    </a:cubicBezTo>
                    <a:cubicBezTo>
                      <a:pt x="3049" y="4152"/>
                      <a:pt x="2864" y="3783"/>
                      <a:pt x="2613" y="3783"/>
                    </a:cubicBezTo>
                    <a:cubicBezTo>
                      <a:pt x="2568" y="3783"/>
                      <a:pt x="2521" y="3794"/>
                      <a:pt x="2474" y="3821"/>
                    </a:cubicBezTo>
                    <a:cubicBezTo>
                      <a:pt x="2385" y="3866"/>
                      <a:pt x="2297" y="3910"/>
                      <a:pt x="2208" y="3954"/>
                    </a:cubicBezTo>
                    <a:cubicBezTo>
                      <a:pt x="1942" y="2801"/>
                      <a:pt x="2652" y="1337"/>
                      <a:pt x="3228" y="405"/>
                    </a:cubicBezTo>
                    <a:cubicBezTo>
                      <a:pt x="3380" y="192"/>
                      <a:pt x="3199" y="0"/>
                      <a:pt x="2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2"/>
              <p:cNvSpPr/>
              <p:nvPr/>
            </p:nvSpPr>
            <p:spPr>
              <a:xfrm>
                <a:off x="5065101" y="1661163"/>
                <a:ext cx="41051" cy="43466"/>
              </a:xfrm>
              <a:custGeom>
                <a:avLst/>
                <a:gdLst/>
                <a:ahLst/>
                <a:cxnLst/>
                <a:rect l="l" t="t" r="r" b="b"/>
                <a:pathLst>
                  <a:path w="578" h="612" extrusionOk="0">
                    <a:moveTo>
                      <a:pt x="289" y="1"/>
                    </a:moveTo>
                    <a:cubicBezTo>
                      <a:pt x="145" y="1"/>
                      <a:pt x="1" y="101"/>
                      <a:pt x="1" y="300"/>
                    </a:cubicBezTo>
                    <a:lnTo>
                      <a:pt x="1" y="345"/>
                    </a:lnTo>
                    <a:cubicBezTo>
                      <a:pt x="1" y="522"/>
                      <a:pt x="145" y="611"/>
                      <a:pt x="289" y="611"/>
                    </a:cubicBezTo>
                    <a:cubicBezTo>
                      <a:pt x="433" y="611"/>
                      <a:pt x="578" y="522"/>
                      <a:pt x="578" y="345"/>
                    </a:cubicBezTo>
                    <a:lnTo>
                      <a:pt x="578" y="300"/>
                    </a:lnTo>
                    <a:cubicBezTo>
                      <a:pt x="578" y="101"/>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2"/>
              <p:cNvSpPr/>
              <p:nvPr/>
            </p:nvSpPr>
            <p:spPr>
              <a:xfrm>
                <a:off x="4976891" y="1650936"/>
                <a:ext cx="41051" cy="44176"/>
              </a:xfrm>
              <a:custGeom>
                <a:avLst/>
                <a:gdLst/>
                <a:ahLst/>
                <a:cxnLst/>
                <a:rect l="l" t="t" r="r" b="b"/>
                <a:pathLst>
                  <a:path w="578" h="622" extrusionOk="0">
                    <a:moveTo>
                      <a:pt x="289" y="1"/>
                    </a:moveTo>
                    <a:cubicBezTo>
                      <a:pt x="145" y="1"/>
                      <a:pt x="1" y="90"/>
                      <a:pt x="1" y="267"/>
                    </a:cubicBezTo>
                    <a:lnTo>
                      <a:pt x="1" y="356"/>
                    </a:lnTo>
                    <a:cubicBezTo>
                      <a:pt x="1" y="533"/>
                      <a:pt x="134" y="622"/>
                      <a:pt x="272" y="622"/>
                    </a:cubicBezTo>
                    <a:cubicBezTo>
                      <a:pt x="411" y="622"/>
                      <a:pt x="555" y="533"/>
                      <a:pt x="577" y="356"/>
                    </a:cubicBezTo>
                    <a:lnTo>
                      <a:pt x="577" y="267"/>
                    </a:lnTo>
                    <a:cubicBezTo>
                      <a:pt x="577" y="9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42"/>
              <p:cNvSpPr/>
              <p:nvPr/>
            </p:nvSpPr>
            <p:spPr>
              <a:xfrm>
                <a:off x="5100044" y="1306619"/>
                <a:ext cx="135440" cy="98366"/>
              </a:xfrm>
              <a:custGeom>
                <a:avLst/>
                <a:gdLst/>
                <a:ahLst/>
                <a:cxnLst/>
                <a:rect l="l" t="t" r="r" b="b"/>
                <a:pathLst>
                  <a:path w="1907" h="1385" extrusionOk="0">
                    <a:moveTo>
                      <a:pt x="329" y="0"/>
                    </a:moveTo>
                    <a:cubicBezTo>
                      <a:pt x="110" y="0"/>
                      <a:pt x="0" y="355"/>
                      <a:pt x="219" y="501"/>
                    </a:cubicBezTo>
                    <a:lnTo>
                      <a:pt x="1417" y="1344"/>
                    </a:lnTo>
                    <a:cubicBezTo>
                      <a:pt x="1459" y="1372"/>
                      <a:pt x="1502" y="1385"/>
                      <a:pt x="1542" y="1385"/>
                    </a:cubicBezTo>
                    <a:cubicBezTo>
                      <a:pt x="1755" y="1385"/>
                      <a:pt x="1906" y="1042"/>
                      <a:pt x="1683" y="856"/>
                    </a:cubicBezTo>
                    <a:lnTo>
                      <a:pt x="485" y="57"/>
                    </a:lnTo>
                    <a:cubicBezTo>
                      <a:pt x="429" y="17"/>
                      <a:pt x="376" y="0"/>
                      <a:pt x="3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42"/>
              <p:cNvSpPr/>
              <p:nvPr/>
            </p:nvSpPr>
            <p:spPr>
              <a:xfrm>
                <a:off x="5134632" y="1266988"/>
                <a:ext cx="91406" cy="58238"/>
              </a:xfrm>
              <a:custGeom>
                <a:avLst/>
                <a:gdLst/>
                <a:ahLst/>
                <a:cxnLst/>
                <a:rect l="l" t="t" r="r" b="b"/>
                <a:pathLst>
                  <a:path w="1287" h="820" extrusionOk="0">
                    <a:moveTo>
                      <a:pt x="423" y="0"/>
                    </a:moveTo>
                    <a:cubicBezTo>
                      <a:pt x="153" y="0"/>
                      <a:pt x="0" y="375"/>
                      <a:pt x="264" y="526"/>
                    </a:cubicBezTo>
                    <a:lnTo>
                      <a:pt x="752" y="793"/>
                    </a:lnTo>
                    <a:cubicBezTo>
                      <a:pt x="795" y="811"/>
                      <a:pt x="837" y="819"/>
                      <a:pt x="876" y="819"/>
                    </a:cubicBezTo>
                    <a:cubicBezTo>
                      <a:pt x="1125" y="819"/>
                      <a:pt x="1286" y="496"/>
                      <a:pt x="1018" y="304"/>
                    </a:cubicBezTo>
                    <a:lnTo>
                      <a:pt x="575" y="38"/>
                    </a:lnTo>
                    <a:cubicBezTo>
                      <a:pt x="522" y="12"/>
                      <a:pt x="470" y="0"/>
                      <a:pt x="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42"/>
              <p:cNvSpPr/>
              <p:nvPr/>
            </p:nvSpPr>
            <p:spPr>
              <a:xfrm>
                <a:off x="4782787" y="972032"/>
                <a:ext cx="142400" cy="255823"/>
              </a:xfrm>
              <a:custGeom>
                <a:avLst/>
                <a:gdLst/>
                <a:ahLst/>
                <a:cxnLst/>
                <a:rect l="l" t="t" r="r" b="b"/>
                <a:pathLst>
                  <a:path w="2005" h="3602" extrusionOk="0">
                    <a:moveTo>
                      <a:pt x="1593" y="0"/>
                    </a:moveTo>
                    <a:cubicBezTo>
                      <a:pt x="1508" y="0"/>
                      <a:pt x="1422" y="33"/>
                      <a:pt x="1358" y="109"/>
                    </a:cubicBezTo>
                    <a:cubicBezTo>
                      <a:pt x="693" y="1041"/>
                      <a:pt x="249" y="2106"/>
                      <a:pt x="27" y="3260"/>
                    </a:cubicBezTo>
                    <a:cubicBezTo>
                      <a:pt x="1" y="3469"/>
                      <a:pt x="176" y="3601"/>
                      <a:pt x="342" y="3601"/>
                    </a:cubicBezTo>
                    <a:cubicBezTo>
                      <a:pt x="457" y="3601"/>
                      <a:pt x="568" y="3538"/>
                      <a:pt x="604" y="3393"/>
                    </a:cubicBezTo>
                    <a:cubicBezTo>
                      <a:pt x="737" y="2328"/>
                      <a:pt x="1181" y="1307"/>
                      <a:pt x="1846" y="420"/>
                    </a:cubicBezTo>
                    <a:cubicBezTo>
                      <a:pt x="2004" y="199"/>
                      <a:pt x="1802" y="0"/>
                      <a:pt x="1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42"/>
              <p:cNvSpPr/>
              <p:nvPr/>
            </p:nvSpPr>
            <p:spPr>
              <a:xfrm>
                <a:off x="4907573" y="932472"/>
                <a:ext cx="56818" cy="41051"/>
              </a:xfrm>
              <a:custGeom>
                <a:avLst/>
                <a:gdLst/>
                <a:ahLst/>
                <a:cxnLst/>
                <a:rect l="l" t="t" r="r" b="b"/>
                <a:pathLst>
                  <a:path w="800" h="578" extrusionOk="0">
                    <a:moveTo>
                      <a:pt x="400" y="1"/>
                    </a:moveTo>
                    <a:cubicBezTo>
                      <a:pt x="0" y="1"/>
                      <a:pt x="0" y="578"/>
                      <a:pt x="400" y="578"/>
                    </a:cubicBezTo>
                    <a:lnTo>
                      <a:pt x="444" y="578"/>
                    </a:lnTo>
                    <a:cubicBezTo>
                      <a:pt x="799" y="578"/>
                      <a:pt x="799"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42"/>
              <p:cNvSpPr/>
              <p:nvPr/>
            </p:nvSpPr>
            <p:spPr>
              <a:xfrm>
                <a:off x="4740528" y="1084105"/>
                <a:ext cx="197158" cy="332030"/>
              </a:xfrm>
              <a:custGeom>
                <a:avLst/>
                <a:gdLst/>
                <a:ahLst/>
                <a:cxnLst/>
                <a:rect l="l" t="t" r="r" b="b"/>
                <a:pathLst>
                  <a:path w="2776" h="4675" extrusionOk="0">
                    <a:moveTo>
                      <a:pt x="2385" y="0"/>
                    </a:moveTo>
                    <a:cubicBezTo>
                      <a:pt x="2306" y="0"/>
                      <a:pt x="2227" y="38"/>
                      <a:pt x="2175" y="129"/>
                    </a:cubicBezTo>
                    <a:cubicBezTo>
                      <a:pt x="1554" y="1149"/>
                      <a:pt x="1154" y="2303"/>
                      <a:pt x="933" y="3456"/>
                    </a:cubicBezTo>
                    <a:cubicBezTo>
                      <a:pt x="711" y="3412"/>
                      <a:pt x="533" y="3412"/>
                      <a:pt x="356" y="3368"/>
                    </a:cubicBezTo>
                    <a:cubicBezTo>
                      <a:pt x="1" y="3368"/>
                      <a:pt x="1" y="3944"/>
                      <a:pt x="356" y="3944"/>
                    </a:cubicBezTo>
                    <a:cubicBezTo>
                      <a:pt x="977" y="3989"/>
                      <a:pt x="1554" y="4211"/>
                      <a:pt x="1997" y="4610"/>
                    </a:cubicBezTo>
                    <a:cubicBezTo>
                      <a:pt x="2061" y="4655"/>
                      <a:pt x="2127" y="4675"/>
                      <a:pt x="2189" y="4675"/>
                    </a:cubicBezTo>
                    <a:cubicBezTo>
                      <a:pt x="2428" y="4675"/>
                      <a:pt x="2608" y="4387"/>
                      <a:pt x="2397" y="4211"/>
                    </a:cubicBezTo>
                    <a:cubicBezTo>
                      <a:pt x="2131" y="3989"/>
                      <a:pt x="1820" y="3811"/>
                      <a:pt x="1465" y="3634"/>
                    </a:cubicBezTo>
                    <a:cubicBezTo>
                      <a:pt x="1643" y="2480"/>
                      <a:pt x="2042" y="1415"/>
                      <a:pt x="2619" y="439"/>
                    </a:cubicBezTo>
                    <a:cubicBezTo>
                      <a:pt x="2775" y="220"/>
                      <a:pt x="2577" y="0"/>
                      <a:pt x="2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42"/>
              <p:cNvSpPr/>
              <p:nvPr/>
            </p:nvSpPr>
            <p:spPr>
              <a:xfrm>
                <a:off x="4935911" y="1420894"/>
                <a:ext cx="37926" cy="44247"/>
              </a:xfrm>
              <a:custGeom>
                <a:avLst/>
                <a:gdLst/>
                <a:ahLst/>
                <a:cxnLst/>
                <a:rect l="l" t="t" r="r" b="b"/>
                <a:pathLst>
                  <a:path w="534" h="623" extrusionOk="0">
                    <a:moveTo>
                      <a:pt x="267" y="1"/>
                    </a:moveTo>
                    <a:cubicBezTo>
                      <a:pt x="134" y="1"/>
                      <a:pt x="1" y="90"/>
                      <a:pt x="1" y="267"/>
                    </a:cubicBezTo>
                    <a:lnTo>
                      <a:pt x="1" y="356"/>
                    </a:lnTo>
                    <a:cubicBezTo>
                      <a:pt x="1" y="533"/>
                      <a:pt x="134" y="622"/>
                      <a:pt x="267" y="622"/>
                    </a:cubicBezTo>
                    <a:cubicBezTo>
                      <a:pt x="400" y="622"/>
                      <a:pt x="533" y="533"/>
                      <a:pt x="533" y="356"/>
                    </a:cubicBezTo>
                    <a:lnTo>
                      <a:pt x="533" y="267"/>
                    </a:lnTo>
                    <a:cubicBezTo>
                      <a:pt x="533" y="90"/>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39"/>
        <p:cNvGrpSpPr/>
        <p:nvPr/>
      </p:nvGrpSpPr>
      <p:grpSpPr>
        <a:xfrm>
          <a:off x="0" y="0"/>
          <a:ext cx="0" cy="0"/>
          <a:chOff x="0" y="0"/>
          <a:chExt cx="0" cy="0"/>
        </a:xfrm>
      </p:grpSpPr>
      <p:grpSp>
        <p:nvGrpSpPr>
          <p:cNvPr id="1840" name="Google Shape;1840;p43"/>
          <p:cNvGrpSpPr/>
          <p:nvPr/>
        </p:nvGrpSpPr>
        <p:grpSpPr>
          <a:xfrm>
            <a:off x="-662029" y="2715040"/>
            <a:ext cx="4996282" cy="4996609"/>
            <a:chOff x="-2113750" y="596808"/>
            <a:chExt cx="9144000" cy="9144600"/>
          </a:xfrm>
        </p:grpSpPr>
        <p:sp>
          <p:nvSpPr>
            <p:cNvPr id="1841" name="Google Shape;1841;p43"/>
            <p:cNvSpPr/>
            <p:nvPr/>
          </p:nvSpPr>
          <p:spPr>
            <a:xfrm rot="10800000">
              <a:off x="-2113750" y="596808"/>
              <a:ext cx="9144000" cy="91446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43"/>
            <p:cNvSpPr/>
            <p:nvPr/>
          </p:nvSpPr>
          <p:spPr>
            <a:xfrm rot="10800000">
              <a:off x="-436262" y="2274828"/>
              <a:ext cx="5789100" cy="57891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43"/>
            <p:cNvSpPr/>
            <p:nvPr/>
          </p:nvSpPr>
          <p:spPr>
            <a:xfrm rot="10800000">
              <a:off x="-812875" y="1851643"/>
              <a:ext cx="6635400" cy="66354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43"/>
            <p:cNvSpPr/>
            <p:nvPr/>
          </p:nvSpPr>
          <p:spPr>
            <a:xfrm rot="10800000">
              <a:off x="-1272015" y="1439077"/>
              <a:ext cx="7460700" cy="74607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43"/>
            <p:cNvSpPr/>
            <p:nvPr/>
          </p:nvSpPr>
          <p:spPr>
            <a:xfrm rot="10800000">
              <a:off x="-1669972" y="1040757"/>
              <a:ext cx="8256600" cy="8256900"/>
            </a:xfrm>
            <a:prstGeom prst="pie">
              <a:avLst>
                <a:gd name="adj1" fmla="val 0"/>
                <a:gd name="adj2" fmla="val 10769643"/>
              </a:avLst>
            </a:prstGeom>
            <a:solidFill>
              <a:srgbClr val="0F494D">
                <a:alpha val="580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46" name="Google Shape;1846;p43"/>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 </a:t>
            </a:r>
            <a:r>
              <a:rPr lang="en">
                <a:solidFill>
                  <a:schemeClr val="accent2"/>
                </a:solidFill>
              </a:rPr>
              <a:t>SLIDE </a:t>
            </a:r>
            <a:r>
              <a:rPr lang="en"/>
              <a:t>TITLE GOES HERE!</a:t>
            </a:r>
            <a:endParaRPr/>
          </a:p>
        </p:txBody>
      </p:sp>
      <p:sp>
        <p:nvSpPr>
          <p:cNvPr id="1847" name="Google Shape;1847;p43"/>
          <p:cNvSpPr txBox="1">
            <a:spLocks noGrp="1"/>
          </p:cNvSpPr>
          <p:nvPr>
            <p:ph type="subTitle" idx="1"/>
          </p:nvPr>
        </p:nvSpPr>
        <p:spPr>
          <a:xfrm>
            <a:off x="3892625" y="1309975"/>
            <a:ext cx="4538100" cy="3294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Do you know what helps you make your point clear? Lists like this one:</a:t>
            </a:r>
            <a:endParaRPr/>
          </a:p>
          <a:p>
            <a:pPr marL="0" lvl="0" indent="0" algn="l" rtl="0">
              <a:spcBef>
                <a:spcPts val="0"/>
              </a:spcBef>
              <a:spcAft>
                <a:spcPts val="0"/>
              </a:spcAft>
              <a:buNone/>
            </a:pPr>
            <a:endParaRPr/>
          </a:p>
          <a:p>
            <a:pPr marL="457200" lvl="0" indent="-330200" algn="l" rtl="0">
              <a:spcBef>
                <a:spcPts val="0"/>
              </a:spcBef>
              <a:spcAft>
                <a:spcPts val="0"/>
              </a:spcAft>
              <a:buSzPts val="1600"/>
              <a:buChar char="●"/>
            </a:pPr>
            <a:r>
              <a:rPr lang="en"/>
              <a:t>They’re simple</a:t>
            </a:r>
            <a:endParaRPr/>
          </a:p>
          <a:p>
            <a:pPr marL="457200" lvl="0" indent="-330200" algn="l" rtl="0">
              <a:spcBef>
                <a:spcPts val="0"/>
              </a:spcBef>
              <a:spcAft>
                <a:spcPts val="0"/>
              </a:spcAft>
              <a:buSzPts val="1600"/>
              <a:buChar char="●"/>
            </a:pPr>
            <a:r>
              <a:rPr lang="en"/>
              <a:t>You can organize your ideas clearly</a:t>
            </a:r>
            <a:endParaRPr/>
          </a:p>
          <a:p>
            <a:pPr marL="457200" lvl="0" indent="-330200" algn="l" rtl="0">
              <a:spcBef>
                <a:spcPts val="0"/>
              </a:spcBef>
              <a:spcAft>
                <a:spcPts val="0"/>
              </a:spcAft>
              <a:buSzPts val="1600"/>
              <a:buChar char="●"/>
            </a:pPr>
            <a:r>
              <a:rPr lang="en"/>
              <a:t>You’ll never forget to buy milk!</a:t>
            </a:r>
            <a:endParaRPr/>
          </a:p>
          <a:p>
            <a:pPr marL="0" lvl="0" indent="0" algn="l" rtl="0">
              <a:spcBef>
                <a:spcPts val="0"/>
              </a:spcBef>
              <a:spcAft>
                <a:spcPts val="0"/>
              </a:spcAft>
              <a:buNone/>
            </a:pPr>
            <a:endParaRPr/>
          </a:p>
          <a:p>
            <a:pPr marL="0" lvl="0" indent="0" algn="l" rtl="0">
              <a:spcBef>
                <a:spcPts val="0"/>
              </a:spcBef>
              <a:spcAft>
                <a:spcPts val="0"/>
              </a:spcAft>
              <a:buNone/>
            </a:pPr>
            <a:r>
              <a:rPr lang="en"/>
              <a:t>And the most important thing: the audience won’t miss the point of your presentation</a:t>
            </a:r>
            <a:endParaRPr/>
          </a:p>
        </p:txBody>
      </p:sp>
      <p:grpSp>
        <p:nvGrpSpPr>
          <p:cNvPr id="1848" name="Google Shape;1848;p43"/>
          <p:cNvGrpSpPr/>
          <p:nvPr/>
        </p:nvGrpSpPr>
        <p:grpSpPr>
          <a:xfrm>
            <a:off x="993472" y="1208446"/>
            <a:ext cx="1702668" cy="4649337"/>
            <a:chOff x="921616" y="-3836106"/>
            <a:chExt cx="4616777" cy="12606663"/>
          </a:xfrm>
        </p:grpSpPr>
        <p:sp>
          <p:nvSpPr>
            <p:cNvPr id="1849" name="Google Shape;1849;p43"/>
            <p:cNvSpPr/>
            <p:nvPr/>
          </p:nvSpPr>
          <p:spPr>
            <a:xfrm>
              <a:off x="3228763" y="4103794"/>
              <a:ext cx="1577037" cy="4666763"/>
            </a:xfrm>
            <a:custGeom>
              <a:avLst/>
              <a:gdLst/>
              <a:ahLst/>
              <a:cxnLst/>
              <a:rect l="l" t="t" r="r" b="b"/>
              <a:pathLst>
                <a:path w="26028" h="77022" extrusionOk="0">
                  <a:moveTo>
                    <a:pt x="1" y="0"/>
                  </a:moveTo>
                  <a:lnTo>
                    <a:pt x="1" y="77021"/>
                  </a:lnTo>
                  <a:lnTo>
                    <a:pt x="26027" y="77021"/>
                  </a:lnTo>
                  <a:lnTo>
                    <a:pt x="6674" y="0"/>
                  </a:lnTo>
                  <a:close/>
                </a:path>
              </a:pathLst>
            </a:custGeom>
            <a:solidFill>
              <a:srgbClr val="FEFF97">
                <a:alpha val="78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43"/>
            <p:cNvSpPr/>
            <p:nvPr/>
          </p:nvSpPr>
          <p:spPr>
            <a:xfrm>
              <a:off x="1654210" y="4103794"/>
              <a:ext cx="1574613" cy="4666763"/>
            </a:xfrm>
            <a:custGeom>
              <a:avLst/>
              <a:gdLst/>
              <a:ahLst/>
              <a:cxnLst/>
              <a:rect l="l" t="t" r="r" b="b"/>
              <a:pathLst>
                <a:path w="25988" h="77022" extrusionOk="0">
                  <a:moveTo>
                    <a:pt x="19353" y="0"/>
                  </a:moveTo>
                  <a:lnTo>
                    <a:pt x="0" y="77021"/>
                  </a:lnTo>
                  <a:lnTo>
                    <a:pt x="25988" y="77021"/>
                  </a:lnTo>
                  <a:lnTo>
                    <a:pt x="25988" y="0"/>
                  </a:lnTo>
                  <a:close/>
                </a:path>
              </a:pathLst>
            </a:custGeom>
            <a:solidFill>
              <a:srgbClr val="FEFF97">
                <a:alpha val="78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43"/>
            <p:cNvSpPr/>
            <p:nvPr/>
          </p:nvSpPr>
          <p:spPr>
            <a:xfrm>
              <a:off x="2598445" y="4841478"/>
              <a:ext cx="1244034" cy="1800250"/>
            </a:xfrm>
            <a:custGeom>
              <a:avLst/>
              <a:gdLst/>
              <a:ahLst/>
              <a:cxnLst/>
              <a:rect l="l" t="t" r="r" b="b"/>
              <a:pathLst>
                <a:path w="20532" h="29712" extrusionOk="0">
                  <a:moveTo>
                    <a:pt x="6924" y="1"/>
                  </a:moveTo>
                  <a:cubicBezTo>
                    <a:pt x="5897" y="1"/>
                    <a:pt x="4710" y="1345"/>
                    <a:pt x="3455" y="5373"/>
                  </a:cubicBezTo>
                  <a:cubicBezTo>
                    <a:pt x="1" y="16404"/>
                    <a:pt x="8598" y="27553"/>
                    <a:pt x="10168" y="29437"/>
                  </a:cubicBezTo>
                  <a:lnTo>
                    <a:pt x="10168" y="29712"/>
                  </a:lnTo>
                  <a:lnTo>
                    <a:pt x="10286" y="29594"/>
                  </a:lnTo>
                  <a:lnTo>
                    <a:pt x="10404" y="29712"/>
                  </a:lnTo>
                  <a:lnTo>
                    <a:pt x="10404" y="29437"/>
                  </a:lnTo>
                  <a:cubicBezTo>
                    <a:pt x="11974" y="27514"/>
                    <a:pt x="20532" y="16404"/>
                    <a:pt x="17116" y="5373"/>
                  </a:cubicBezTo>
                  <a:cubicBezTo>
                    <a:pt x="15862" y="1345"/>
                    <a:pt x="14675" y="1"/>
                    <a:pt x="13647" y="1"/>
                  </a:cubicBezTo>
                  <a:cubicBezTo>
                    <a:pt x="11942" y="1"/>
                    <a:pt x="10678" y="3706"/>
                    <a:pt x="10286" y="4980"/>
                  </a:cubicBezTo>
                  <a:cubicBezTo>
                    <a:pt x="9894" y="3706"/>
                    <a:pt x="8630" y="1"/>
                    <a:pt x="692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43"/>
            <p:cNvSpPr/>
            <p:nvPr/>
          </p:nvSpPr>
          <p:spPr>
            <a:xfrm>
              <a:off x="2986161" y="4998103"/>
              <a:ext cx="487689" cy="882493"/>
            </a:xfrm>
            <a:custGeom>
              <a:avLst/>
              <a:gdLst/>
              <a:ahLst/>
              <a:cxnLst/>
              <a:rect l="l" t="t" r="r" b="b"/>
              <a:pathLst>
                <a:path w="8049" h="14565" extrusionOk="0">
                  <a:moveTo>
                    <a:pt x="707" y="1"/>
                  </a:moveTo>
                  <a:lnTo>
                    <a:pt x="825" y="472"/>
                  </a:lnTo>
                  <a:cubicBezTo>
                    <a:pt x="1" y="7891"/>
                    <a:pt x="4005" y="14565"/>
                    <a:pt x="4005" y="14565"/>
                  </a:cubicBezTo>
                  <a:cubicBezTo>
                    <a:pt x="4005" y="14565"/>
                    <a:pt x="8048" y="7891"/>
                    <a:pt x="7184" y="472"/>
                  </a:cubicBezTo>
                  <a:lnTo>
                    <a:pt x="7302" y="1"/>
                  </a:lnTo>
                  <a:lnTo>
                    <a:pt x="4005" y="1964"/>
                  </a:lnTo>
                  <a:lnTo>
                    <a:pt x="7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43"/>
            <p:cNvSpPr/>
            <p:nvPr/>
          </p:nvSpPr>
          <p:spPr>
            <a:xfrm>
              <a:off x="2500956" y="4187045"/>
              <a:ext cx="1455675" cy="1032332"/>
            </a:xfrm>
            <a:custGeom>
              <a:avLst/>
              <a:gdLst/>
              <a:ahLst/>
              <a:cxnLst/>
              <a:rect l="l" t="t" r="r" b="b"/>
              <a:pathLst>
                <a:path w="24025" h="17038" extrusionOk="0">
                  <a:moveTo>
                    <a:pt x="12013" y="0"/>
                  </a:moveTo>
                  <a:lnTo>
                    <a:pt x="4004" y="1688"/>
                  </a:lnTo>
                  <a:lnTo>
                    <a:pt x="0" y="14250"/>
                  </a:lnTo>
                  <a:cubicBezTo>
                    <a:pt x="0" y="14250"/>
                    <a:pt x="4554" y="17038"/>
                    <a:pt x="12013" y="17038"/>
                  </a:cubicBezTo>
                  <a:cubicBezTo>
                    <a:pt x="19471" y="17038"/>
                    <a:pt x="24025" y="14250"/>
                    <a:pt x="24025" y="14250"/>
                  </a:cubicBezTo>
                  <a:lnTo>
                    <a:pt x="20021" y="1688"/>
                  </a:lnTo>
                  <a:lnTo>
                    <a:pt x="120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43"/>
            <p:cNvSpPr/>
            <p:nvPr/>
          </p:nvSpPr>
          <p:spPr>
            <a:xfrm>
              <a:off x="3228763" y="4239394"/>
              <a:ext cx="525739" cy="979983"/>
            </a:xfrm>
            <a:custGeom>
              <a:avLst/>
              <a:gdLst/>
              <a:ahLst/>
              <a:cxnLst/>
              <a:rect l="l" t="t" r="r" b="b"/>
              <a:pathLst>
                <a:path w="8677" h="16174" extrusionOk="0">
                  <a:moveTo>
                    <a:pt x="4044" y="0"/>
                  </a:moveTo>
                  <a:lnTo>
                    <a:pt x="1" y="1099"/>
                  </a:lnTo>
                  <a:lnTo>
                    <a:pt x="1" y="16174"/>
                  </a:lnTo>
                  <a:cubicBezTo>
                    <a:pt x="2945" y="16174"/>
                    <a:pt x="5850" y="15703"/>
                    <a:pt x="8676" y="14800"/>
                  </a:cubicBezTo>
                  <a:lnTo>
                    <a:pt x="5182" y="236"/>
                  </a:lnTo>
                  <a:lnTo>
                    <a:pt x="4044" y="0"/>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43"/>
            <p:cNvSpPr/>
            <p:nvPr/>
          </p:nvSpPr>
          <p:spPr>
            <a:xfrm>
              <a:off x="921616" y="3016809"/>
              <a:ext cx="2280850" cy="2038429"/>
            </a:xfrm>
            <a:custGeom>
              <a:avLst/>
              <a:gdLst/>
              <a:ahLst/>
              <a:cxnLst/>
              <a:rect l="l" t="t" r="r" b="b"/>
              <a:pathLst>
                <a:path w="37644" h="33643" extrusionOk="0">
                  <a:moveTo>
                    <a:pt x="20335" y="0"/>
                  </a:moveTo>
                  <a:cubicBezTo>
                    <a:pt x="0" y="6360"/>
                    <a:pt x="7577" y="33643"/>
                    <a:pt x="7577" y="33643"/>
                  </a:cubicBezTo>
                  <a:cubicBezTo>
                    <a:pt x="7577" y="33643"/>
                    <a:pt x="11210" y="16404"/>
                    <a:pt x="23952" y="16404"/>
                  </a:cubicBezTo>
                  <a:cubicBezTo>
                    <a:pt x="24322" y="16404"/>
                    <a:pt x="24700" y="16419"/>
                    <a:pt x="25085" y="16449"/>
                  </a:cubicBezTo>
                  <a:cubicBezTo>
                    <a:pt x="25485" y="16480"/>
                    <a:pt x="25858" y="16495"/>
                    <a:pt x="26204" y="16495"/>
                  </a:cubicBezTo>
                  <a:cubicBezTo>
                    <a:pt x="37643" y="16495"/>
                    <a:pt x="20335" y="0"/>
                    <a:pt x="2033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43"/>
            <p:cNvSpPr/>
            <p:nvPr/>
          </p:nvSpPr>
          <p:spPr>
            <a:xfrm>
              <a:off x="1299819" y="3480625"/>
              <a:ext cx="1538380" cy="1574613"/>
            </a:xfrm>
            <a:custGeom>
              <a:avLst/>
              <a:gdLst/>
              <a:ahLst/>
              <a:cxnLst/>
              <a:rect l="l" t="t" r="r" b="b"/>
              <a:pathLst>
                <a:path w="25390" h="25988" extrusionOk="0">
                  <a:moveTo>
                    <a:pt x="15153" y="0"/>
                  </a:moveTo>
                  <a:cubicBezTo>
                    <a:pt x="5103" y="2434"/>
                    <a:pt x="0" y="15192"/>
                    <a:pt x="1296" y="25988"/>
                  </a:cubicBezTo>
                  <a:cubicBezTo>
                    <a:pt x="1296" y="25988"/>
                    <a:pt x="4966" y="8749"/>
                    <a:pt x="17674" y="8749"/>
                  </a:cubicBezTo>
                  <a:cubicBezTo>
                    <a:pt x="18043" y="8749"/>
                    <a:pt x="18419" y="8764"/>
                    <a:pt x="18804" y="8794"/>
                  </a:cubicBezTo>
                  <a:cubicBezTo>
                    <a:pt x="19201" y="8824"/>
                    <a:pt x="19571" y="8839"/>
                    <a:pt x="19915" y="8839"/>
                  </a:cubicBezTo>
                  <a:cubicBezTo>
                    <a:pt x="25390" y="8839"/>
                    <a:pt x="24331" y="5130"/>
                    <a:pt x="21709" y="1178"/>
                  </a:cubicBezTo>
                  <a:lnTo>
                    <a:pt x="15153" y="0"/>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43"/>
            <p:cNvSpPr/>
            <p:nvPr/>
          </p:nvSpPr>
          <p:spPr>
            <a:xfrm>
              <a:off x="3257544" y="3016809"/>
              <a:ext cx="2280850" cy="2038429"/>
            </a:xfrm>
            <a:custGeom>
              <a:avLst/>
              <a:gdLst/>
              <a:ahLst/>
              <a:cxnLst/>
              <a:rect l="l" t="t" r="r" b="b"/>
              <a:pathLst>
                <a:path w="37644" h="33643" extrusionOk="0">
                  <a:moveTo>
                    <a:pt x="17309" y="0"/>
                  </a:moveTo>
                  <a:cubicBezTo>
                    <a:pt x="17309" y="0"/>
                    <a:pt x="0" y="16495"/>
                    <a:pt x="11440" y="16495"/>
                  </a:cubicBezTo>
                  <a:cubicBezTo>
                    <a:pt x="11786" y="16495"/>
                    <a:pt x="12158" y="16480"/>
                    <a:pt x="12559" y="16449"/>
                  </a:cubicBezTo>
                  <a:cubicBezTo>
                    <a:pt x="12943" y="16419"/>
                    <a:pt x="13320" y="16404"/>
                    <a:pt x="13688" y="16404"/>
                  </a:cubicBezTo>
                  <a:cubicBezTo>
                    <a:pt x="26397" y="16404"/>
                    <a:pt x="30067" y="33643"/>
                    <a:pt x="30067" y="33643"/>
                  </a:cubicBezTo>
                  <a:cubicBezTo>
                    <a:pt x="30067" y="33643"/>
                    <a:pt x="37643" y="6360"/>
                    <a:pt x="173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43"/>
            <p:cNvSpPr/>
            <p:nvPr/>
          </p:nvSpPr>
          <p:spPr>
            <a:xfrm>
              <a:off x="3621750" y="3480625"/>
              <a:ext cx="1538441" cy="1574613"/>
            </a:xfrm>
            <a:custGeom>
              <a:avLst/>
              <a:gdLst/>
              <a:ahLst/>
              <a:cxnLst/>
              <a:rect l="l" t="t" r="r" b="b"/>
              <a:pathLst>
                <a:path w="25391" h="25988" extrusionOk="0">
                  <a:moveTo>
                    <a:pt x="10198" y="0"/>
                  </a:moveTo>
                  <a:lnTo>
                    <a:pt x="3643" y="1178"/>
                  </a:lnTo>
                  <a:cubicBezTo>
                    <a:pt x="1057" y="5130"/>
                    <a:pt x="1" y="8839"/>
                    <a:pt x="5475" y="8839"/>
                  </a:cubicBezTo>
                  <a:cubicBezTo>
                    <a:pt x="5820" y="8839"/>
                    <a:pt x="6190" y="8824"/>
                    <a:pt x="6587" y="8794"/>
                  </a:cubicBezTo>
                  <a:cubicBezTo>
                    <a:pt x="6971" y="8764"/>
                    <a:pt x="7348" y="8749"/>
                    <a:pt x="7717" y="8749"/>
                  </a:cubicBezTo>
                  <a:cubicBezTo>
                    <a:pt x="20423" y="8749"/>
                    <a:pt x="24056" y="25988"/>
                    <a:pt x="24056" y="25988"/>
                  </a:cubicBezTo>
                  <a:cubicBezTo>
                    <a:pt x="25390" y="15192"/>
                    <a:pt x="20287" y="2434"/>
                    <a:pt x="10198" y="0"/>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43"/>
            <p:cNvSpPr/>
            <p:nvPr/>
          </p:nvSpPr>
          <p:spPr>
            <a:xfrm>
              <a:off x="1711286" y="-1291930"/>
              <a:ext cx="3035014" cy="5754959"/>
            </a:xfrm>
            <a:custGeom>
              <a:avLst/>
              <a:gdLst/>
              <a:ahLst/>
              <a:cxnLst/>
              <a:rect l="l" t="t" r="r" b="b"/>
              <a:pathLst>
                <a:path w="50091" h="94982" extrusionOk="0">
                  <a:moveTo>
                    <a:pt x="25065" y="1"/>
                  </a:moveTo>
                  <a:cubicBezTo>
                    <a:pt x="19177" y="1"/>
                    <a:pt x="13289" y="452"/>
                    <a:pt x="7459" y="1355"/>
                  </a:cubicBezTo>
                  <a:lnTo>
                    <a:pt x="7459" y="1316"/>
                  </a:lnTo>
                  <a:lnTo>
                    <a:pt x="7459" y="1316"/>
                  </a:lnTo>
                  <a:cubicBezTo>
                    <a:pt x="0" y="43791"/>
                    <a:pt x="10835" y="92469"/>
                    <a:pt x="10835" y="92469"/>
                  </a:cubicBezTo>
                  <a:cubicBezTo>
                    <a:pt x="10835" y="92469"/>
                    <a:pt x="14878" y="94981"/>
                    <a:pt x="25046" y="94981"/>
                  </a:cubicBezTo>
                  <a:cubicBezTo>
                    <a:pt x="35252" y="94981"/>
                    <a:pt x="39296" y="92469"/>
                    <a:pt x="39296" y="92469"/>
                  </a:cubicBezTo>
                  <a:cubicBezTo>
                    <a:pt x="39296" y="92469"/>
                    <a:pt x="50091" y="43791"/>
                    <a:pt x="42672" y="1355"/>
                  </a:cubicBezTo>
                  <a:cubicBezTo>
                    <a:pt x="36842" y="452"/>
                    <a:pt x="30954" y="1"/>
                    <a:pt x="250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43"/>
            <p:cNvSpPr/>
            <p:nvPr/>
          </p:nvSpPr>
          <p:spPr>
            <a:xfrm>
              <a:off x="2163227" y="-3771577"/>
              <a:ext cx="2133556" cy="2559382"/>
            </a:xfrm>
            <a:custGeom>
              <a:avLst/>
              <a:gdLst/>
              <a:ahLst/>
              <a:cxnLst/>
              <a:rect l="l" t="t" r="r" b="b"/>
              <a:pathLst>
                <a:path w="35213" h="42241" extrusionOk="0">
                  <a:moveTo>
                    <a:pt x="17587" y="1"/>
                  </a:moveTo>
                  <a:cubicBezTo>
                    <a:pt x="8126" y="11267"/>
                    <a:pt x="2787" y="26342"/>
                    <a:pt x="0" y="42241"/>
                  </a:cubicBezTo>
                  <a:cubicBezTo>
                    <a:pt x="5830" y="41338"/>
                    <a:pt x="11718" y="40886"/>
                    <a:pt x="17606" y="40886"/>
                  </a:cubicBezTo>
                  <a:cubicBezTo>
                    <a:pt x="23495" y="40886"/>
                    <a:pt x="29383" y="41338"/>
                    <a:pt x="35213" y="42241"/>
                  </a:cubicBezTo>
                  <a:cubicBezTo>
                    <a:pt x="32425" y="26342"/>
                    <a:pt x="27047" y="11267"/>
                    <a:pt x="175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43"/>
            <p:cNvSpPr/>
            <p:nvPr/>
          </p:nvSpPr>
          <p:spPr>
            <a:xfrm>
              <a:off x="2657945" y="-396410"/>
              <a:ext cx="1141758" cy="1141758"/>
            </a:xfrm>
            <a:custGeom>
              <a:avLst/>
              <a:gdLst/>
              <a:ahLst/>
              <a:cxnLst/>
              <a:rect l="l" t="t" r="r" b="b"/>
              <a:pathLst>
                <a:path w="18844" h="18844" extrusionOk="0">
                  <a:moveTo>
                    <a:pt x="9422" y="1"/>
                  </a:moveTo>
                  <a:cubicBezTo>
                    <a:pt x="4240" y="1"/>
                    <a:pt x="0" y="4201"/>
                    <a:pt x="0" y="9422"/>
                  </a:cubicBezTo>
                  <a:cubicBezTo>
                    <a:pt x="0" y="14604"/>
                    <a:pt x="4240" y="18844"/>
                    <a:pt x="9422" y="18844"/>
                  </a:cubicBezTo>
                  <a:cubicBezTo>
                    <a:pt x="14643" y="18844"/>
                    <a:pt x="18843" y="14604"/>
                    <a:pt x="18843" y="9422"/>
                  </a:cubicBezTo>
                  <a:cubicBezTo>
                    <a:pt x="18843" y="4201"/>
                    <a:pt x="14643" y="1"/>
                    <a:pt x="94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43"/>
            <p:cNvSpPr/>
            <p:nvPr/>
          </p:nvSpPr>
          <p:spPr>
            <a:xfrm>
              <a:off x="2700721" y="-396410"/>
              <a:ext cx="1255364" cy="1139637"/>
            </a:xfrm>
            <a:custGeom>
              <a:avLst/>
              <a:gdLst/>
              <a:ahLst/>
              <a:cxnLst/>
              <a:rect l="l" t="t" r="r" b="b"/>
              <a:pathLst>
                <a:path w="20719" h="18809" extrusionOk="0">
                  <a:moveTo>
                    <a:pt x="8768" y="0"/>
                  </a:moveTo>
                  <a:cubicBezTo>
                    <a:pt x="8751" y="0"/>
                    <a:pt x="8733" y="0"/>
                    <a:pt x="8716" y="1"/>
                  </a:cubicBezTo>
                  <a:lnTo>
                    <a:pt x="8402" y="1"/>
                  </a:lnTo>
                  <a:cubicBezTo>
                    <a:pt x="15703" y="1"/>
                    <a:pt x="20061" y="8087"/>
                    <a:pt x="16096" y="14211"/>
                  </a:cubicBezTo>
                  <a:cubicBezTo>
                    <a:pt x="14253" y="17030"/>
                    <a:pt x="11321" y="18393"/>
                    <a:pt x="8405" y="18393"/>
                  </a:cubicBezTo>
                  <a:cubicBezTo>
                    <a:pt x="4986" y="18393"/>
                    <a:pt x="1590" y="16518"/>
                    <a:pt x="1" y="12916"/>
                  </a:cubicBezTo>
                  <a:lnTo>
                    <a:pt x="1" y="12916"/>
                  </a:lnTo>
                  <a:cubicBezTo>
                    <a:pt x="1538" y="16770"/>
                    <a:pt x="5117" y="18808"/>
                    <a:pt x="8729" y="18808"/>
                  </a:cubicBezTo>
                  <a:cubicBezTo>
                    <a:pt x="11667" y="18808"/>
                    <a:pt x="14626" y="17460"/>
                    <a:pt x="16528" y="14643"/>
                  </a:cubicBezTo>
                  <a:cubicBezTo>
                    <a:pt x="20718" y="8416"/>
                    <a:pt x="16274" y="0"/>
                    <a:pt x="8768" y="0"/>
                  </a:cubicBezTo>
                  <a:close/>
                </a:path>
              </a:pathLst>
            </a:cu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43"/>
            <p:cNvSpPr/>
            <p:nvPr/>
          </p:nvSpPr>
          <p:spPr>
            <a:xfrm>
              <a:off x="2826809" y="-229908"/>
              <a:ext cx="806392" cy="806392"/>
            </a:xfrm>
            <a:custGeom>
              <a:avLst/>
              <a:gdLst/>
              <a:ahLst/>
              <a:cxnLst/>
              <a:rect l="l" t="t" r="r" b="b"/>
              <a:pathLst>
                <a:path w="13309" h="13309" extrusionOk="0">
                  <a:moveTo>
                    <a:pt x="6635" y="1"/>
                  </a:moveTo>
                  <a:cubicBezTo>
                    <a:pt x="2984" y="1"/>
                    <a:pt x="0" y="2984"/>
                    <a:pt x="0" y="6674"/>
                  </a:cubicBezTo>
                  <a:cubicBezTo>
                    <a:pt x="0" y="10325"/>
                    <a:pt x="2984" y="13308"/>
                    <a:pt x="6635" y="13308"/>
                  </a:cubicBezTo>
                  <a:cubicBezTo>
                    <a:pt x="10325" y="13308"/>
                    <a:pt x="13308" y="10325"/>
                    <a:pt x="13308" y="6674"/>
                  </a:cubicBezTo>
                  <a:cubicBezTo>
                    <a:pt x="13308" y="2984"/>
                    <a:pt x="10325" y="1"/>
                    <a:pt x="6635" y="1"/>
                  </a:cubicBezTo>
                  <a:close/>
                </a:path>
              </a:pathLst>
            </a:custGeom>
            <a:solidFill>
              <a:srgbClr val="84D3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43"/>
            <p:cNvSpPr/>
            <p:nvPr/>
          </p:nvSpPr>
          <p:spPr>
            <a:xfrm>
              <a:off x="2826809" y="-229908"/>
              <a:ext cx="941932" cy="807846"/>
            </a:xfrm>
            <a:custGeom>
              <a:avLst/>
              <a:gdLst/>
              <a:ahLst/>
              <a:cxnLst/>
              <a:rect l="l" t="t" r="r" b="b"/>
              <a:pathLst>
                <a:path w="15546" h="13333" extrusionOk="0">
                  <a:moveTo>
                    <a:pt x="6478" y="1"/>
                  </a:moveTo>
                  <a:cubicBezTo>
                    <a:pt x="11973" y="158"/>
                    <a:pt x="14643" y="6831"/>
                    <a:pt x="10757" y="10757"/>
                  </a:cubicBezTo>
                  <a:cubicBezTo>
                    <a:pt x="9469" y="12031"/>
                    <a:pt x="7886" y="12605"/>
                    <a:pt x="6334" y="12605"/>
                  </a:cubicBezTo>
                  <a:cubicBezTo>
                    <a:pt x="3154" y="12605"/>
                    <a:pt x="106" y="10197"/>
                    <a:pt x="0" y="6478"/>
                  </a:cubicBezTo>
                  <a:lnTo>
                    <a:pt x="0" y="6674"/>
                  </a:lnTo>
                  <a:cubicBezTo>
                    <a:pt x="0" y="10687"/>
                    <a:pt x="3292" y="13332"/>
                    <a:pt x="6710" y="13332"/>
                  </a:cubicBezTo>
                  <a:cubicBezTo>
                    <a:pt x="8341" y="13332"/>
                    <a:pt x="10001" y="12729"/>
                    <a:pt x="11345" y="11385"/>
                  </a:cubicBezTo>
                  <a:cubicBezTo>
                    <a:pt x="15546" y="7184"/>
                    <a:pt x="12562" y="1"/>
                    <a:pt x="6635" y="1"/>
                  </a:cubicBezTo>
                  <a:close/>
                </a:path>
              </a:pathLst>
            </a:cu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43"/>
            <p:cNvSpPr/>
            <p:nvPr/>
          </p:nvSpPr>
          <p:spPr>
            <a:xfrm>
              <a:off x="2893397" y="-170469"/>
              <a:ext cx="544765" cy="547128"/>
            </a:xfrm>
            <a:custGeom>
              <a:avLst/>
              <a:gdLst/>
              <a:ahLst/>
              <a:cxnLst/>
              <a:rect l="l" t="t" r="r" b="b"/>
              <a:pathLst>
                <a:path w="8991" h="9030" extrusionOk="0">
                  <a:moveTo>
                    <a:pt x="4476" y="1"/>
                  </a:moveTo>
                  <a:cubicBezTo>
                    <a:pt x="2003" y="1"/>
                    <a:pt x="1" y="2042"/>
                    <a:pt x="1" y="4515"/>
                  </a:cubicBezTo>
                  <a:cubicBezTo>
                    <a:pt x="1" y="6989"/>
                    <a:pt x="2003" y="9030"/>
                    <a:pt x="4476" y="9030"/>
                  </a:cubicBezTo>
                  <a:cubicBezTo>
                    <a:pt x="6988" y="9030"/>
                    <a:pt x="8990" y="6989"/>
                    <a:pt x="8990" y="4515"/>
                  </a:cubicBezTo>
                  <a:cubicBezTo>
                    <a:pt x="8990" y="2042"/>
                    <a:pt x="6988" y="1"/>
                    <a:pt x="4476" y="1"/>
                  </a:cubicBezTo>
                  <a:close/>
                </a:path>
              </a:pathLst>
            </a:custGeom>
            <a:solidFill>
              <a:srgbClr val="BBEC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43"/>
            <p:cNvSpPr/>
            <p:nvPr/>
          </p:nvSpPr>
          <p:spPr>
            <a:xfrm>
              <a:off x="3228763" y="-3771577"/>
              <a:ext cx="1517537" cy="8208430"/>
            </a:xfrm>
            <a:custGeom>
              <a:avLst/>
              <a:gdLst/>
              <a:ahLst/>
              <a:cxnLst/>
              <a:rect l="l" t="t" r="r" b="b"/>
              <a:pathLst>
                <a:path w="25046" h="135475" extrusionOk="0">
                  <a:moveTo>
                    <a:pt x="1" y="1"/>
                  </a:moveTo>
                  <a:cubicBezTo>
                    <a:pt x="14486" y="33801"/>
                    <a:pt x="15036" y="87503"/>
                    <a:pt x="6674" y="135474"/>
                  </a:cubicBezTo>
                  <a:cubicBezTo>
                    <a:pt x="12013" y="134768"/>
                    <a:pt x="14251" y="133394"/>
                    <a:pt x="14251" y="133394"/>
                  </a:cubicBezTo>
                  <a:cubicBezTo>
                    <a:pt x="14251" y="133394"/>
                    <a:pt x="25046" y="84716"/>
                    <a:pt x="17627" y="42280"/>
                  </a:cubicBezTo>
                  <a:cubicBezTo>
                    <a:pt x="14839" y="26342"/>
                    <a:pt x="9461" y="11267"/>
                    <a:pt x="1" y="1"/>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43"/>
            <p:cNvSpPr/>
            <p:nvPr/>
          </p:nvSpPr>
          <p:spPr>
            <a:xfrm>
              <a:off x="3169324" y="3016809"/>
              <a:ext cx="991858" cy="1443799"/>
            </a:xfrm>
            <a:custGeom>
              <a:avLst/>
              <a:gdLst/>
              <a:ahLst/>
              <a:cxnLst/>
              <a:rect l="l" t="t" r="r" b="b"/>
              <a:pathLst>
                <a:path w="16370" h="23829" extrusionOk="0">
                  <a:moveTo>
                    <a:pt x="2473" y="0"/>
                  </a:moveTo>
                  <a:lnTo>
                    <a:pt x="982" y="8323"/>
                  </a:lnTo>
                  <a:cubicBezTo>
                    <a:pt x="982" y="8323"/>
                    <a:pt x="0" y="23829"/>
                    <a:pt x="982" y="23829"/>
                  </a:cubicBezTo>
                  <a:cubicBezTo>
                    <a:pt x="11188" y="23829"/>
                    <a:pt x="15232" y="21316"/>
                    <a:pt x="15232" y="21316"/>
                  </a:cubicBezTo>
                  <a:cubicBezTo>
                    <a:pt x="15232" y="21316"/>
                    <a:pt x="15703" y="19197"/>
                    <a:pt x="16370" y="15507"/>
                  </a:cubicBezTo>
                  <a:cubicBezTo>
                    <a:pt x="12994" y="9343"/>
                    <a:pt x="8244" y="4044"/>
                    <a:pt x="2473" y="0"/>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43"/>
            <p:cNvSpPr/>
            <p:nvPr/>
          </p:nvSpPr>
          <p:spPr>
            <a:xfrm>
              <a:off x="3114672" y="2971548"/>
              <a:ext cx="225940" cy="2077146"/>
            </a:xfrm>
            <a:custGeom>
              <a:avLst/>
              <a:gdLst/>
              <a:ahLst/>
              <a:cxnLst/>
              <a:rect l="l" t="t" r="r" b="b"/>
              <a:pathLst>
                <a:path w="3729" h="34282" extrusionOk="0">
                  <a:moveTo>
                    <a:pt x="1817" y="0"/>
                  </a:moveTo>
                  <a:cubicBezTo>
                    <a:pt x="826" y="0"/>
                    <a:pt x="0" y="848"/>
                    <a:pt x="39" y="1847"/>
                  </a:cubicBezTo>
                  <a:lnTo>
                    <a:pt x="39" y="32545"/>
                  </a:lnTo>
                  <a:cubicBezTo>
                    <a:pt x="98" y="33703"/>
                    <a:pt x="991" y="34282"/>
                    <a:pt x="1884" y="34282"/>
                  </a:cubicBezTo>
                  <a:cubicBezTo>
                    <a:pt x="2777" y="34282"/>
                    <a:pt x="3670" y="33703"/>
                    <a:pt x="3729" y="32545"/>
                  </a:cubicBezTo>
                  <a:lnTo>
                    <a:pt x="3729" y="1847"/>
                  </a:lnTo>
                  <a:cubicBezTo>
                    <a:pt x="3729" y="826"/>
                    <a:pt x="2904" y="1"/>
                    <a:pt x="1884" y="1"/>
                  </a:cubicBezTo>
                  <a:cubicBezTo>
                    <a:pt x="1861" y="1"/>
                    <a:pt x="1839" y="0"/>
                    <a:pt x="1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43"/>
            <p:cNvSpPr/>
            <p:nvPr/>
          </p:nvSpPr>
          <p:spPr>
            <a:xfrm>
              <a:off x="2615532" y="-446336"/>
              <a:ext cx="1264998" cy="1240641"/>
            </a:xfrm>
            <a:custGeom>
              <a:avLst/>
              <a:gdLst/>
              <a:ahLst/>
              <a:cxnLst/>
              <a:rect l="l" t="t" r="r" b="b"/>
              <a:pathLst>
                <a:path w="20878" h="20476" extrusionOk="0">
                  <a:moveTo>
                    <a:pt x="9850" y="1492"/>
                  </a:moveTo>
                  <a:cubicBezTo>
                    <a:pt x="14371" y="1492"/>
                    <a:pt x="18407" y="4739"/>
                    <a:pt x="18719" y="9461"/>
                  </a:cubicBezTo>
                  <a:cubicBezTo>
                    <a:pt x="19033" y="13779"/>
                    <a:pt x="15657" y="18765"/>
                    <a:pt x="11025" y="19000"/>
                  </a:cubicBezTo>
                  <a:cubicBezTo>
                    <a:pt x="10891" y="19006"/>
                    <a:pt x="10757" y="19008"/>
                    <a:pt x="10623" y="19008"/>
                  </a:cubicBezTo>
                  <a:cubicBezTo>
                    <a:pt x="5975" y="19008"/>
                    <a:pt x="1525" y="15720"/>
                    <a:pt x="1525" y="10874"/>
                  </a:cubicBezTo>
                  <a:cubicBezTo>
                    <a:pt x="1525" y="6046"/>
                    <a:pt x="4351" y="2002"/>
                    <a:pt x="9140" y="1531"/>
                  </a:cubicBezTo>
                  <a:lnTo>
                    <a:pt x="9415" y="1492"/>
                  </a:lnTo>
                  <a:lnTo>
                    <a:pt x="9768" y="1492"/>
                  </a:lnTo>
                  <a:cubicBezTo>
                    <a:pt x="9796" y="1492"/>
                    <a:pt x="9823" y="1492"/>
                    <a:pt x="9850" y="1492"/>
                  </a:cubicBezTo>
                  <a:close/>
                  <a:moveTo>
                    <a:pt x="10318" y="0"/>
                  </a:moveTo>
                  <a:cubicBezTo>
                    <a:pt x="9611" y="0"/>
                    <a:pt x="8944" y="39"/>
                    <a:pt x="8277" y="157"/>
                  </a:cubicBezTo>
                  <a:lnTo>
                    <a:pt x="8198" y="157"/>
                  </a:lnTo>
                  <a:cubicBezTo>
                    <a:pt x="3134" y="1021"/>
                    <a:pt x="111" y="5575"/>
                    <a:pt x="72" y="10874"/>
                  </a:cubicBezTo>
                  <a:cubicBezTo>
                    <a:pt x="0" y="16418"/>
                    <a:pt x="5110" y="20476"/>
                    <a:pt x="10439" y="20476"/>
                  </a:cubicBezTo>
                  <a:cubicBezTo>
                    <a:pt x="10922" y="20476"/>
                    <a:pt x="11406" y="20443"/>
                    <a:pt x="11888" y="20374"/>
                  </a:cubicBezTo>
                  <a:cubicBezTo>
                    <a:pt x="17266" y="19628"/>
                    <a:pt x="20878" y="13661"/>
                    <a:pt x="20093" y="8519"/>
                  </a:cubicBezTo>
                  <a:cubicBezTo>
                    <a:pt x="19347" y="3612"/>
                    <a:pt x="15264" y="432"/>
                    <a:pt x="10632" y="79"/>
                  </a:cubicBezTo>
                  <a:cubicBezTo>
                    <a:pt x="10553" y="39"/>
                    <a:pt x="10436" y="0"/>
                    <a:pt x="10318"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43"/>
            <p:cNvSpPr/>
            <p:nvPr/>
          </p:nvSpPr>
          <p:spPr>
            <a:xfrm>
              <a:off x="1466745" y="4223399"/>
              <a:ext cx="46230" cy="32658"/>
            </a:xfrm>
            <a:custGeom>
              <a:avLst/>
              <a:gdLst/>
              <a:ahLst/>
              <a:cxnLst/>
              <a:rect l="l" t="t" r="r" b="b"/>
              <a:pathLst>
                <a:path w="763" h="539" extrusionOk="0">
                  <a:moveTo>
                    <a:pt x="295" y="1"/>
                  </a:moveTo>
                  <a:cubicBezTo>
                    <a:pt x="124" y="1"/>
                    <a:pt x="1" y="203"/>
                    <a:pt x="150" y="382"/>
                  </a:cubicBezTo>
                  <a:lnTo>
                    <a:pt x="229" y="460"/>
                  </a:lnTo>
                  <a:cubicBezTo>
                    <a:pt x="283" y="515"/>
                    <a:pt x="344" y="538"/>
                    <a:pt x="403" y="538"/>
                  </a:cubicBezTo>
                  <a:cubicBezTo>
                    <a:pt x="597" y="538"/>
                    <a:pt x="763" y="288"/>
                    <a:pt x="582" y="107"/>
                  </a:cubicBezTo>
                  <a:lnTo>
                    <a:pt x="464" y="68"/>
                  </a:lnTo>
                  <a:cubicBezTo>
                    <a:pt x="408" y="21"/>
                    <a:pt x="349" y="1"/>
                    <a:pt x="295"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43"/>
            <p:cNvSpPr/>
            <p:nvPr/>
          </p:nvSpPr>
          <p:spPr>
            <a:xfrm>
              <a:off x="1485346" y="4156144"/>
              <a:ext cx="45200" cy="30961"/>
            </a:xfrm>
            <a:custGeom>
              <a:avLst/>
              <a:gdLst/>
              <a:ahLst/>
              <a:cxnLst/>
              <a:rect l="l" t="t" r="r" b="b"/>
              <a:pathLst>
                <a:path w="746" h="511" extrusionOk="0">
                  <a:moveTo>
                    <a:pt x="314" y="0"/>
                  </a:moveTo>
                  <a:cubicBezTo>
                    <a:pt x="0" y="0"/>
                    <a:pt x="0" y="510"/>
                    <a:pt x="314" y="510"/>
                  </a:cubicBezTo>
                  <a:lnTo>
                    <a:pt x="432" y="510"/>
                  </a:lnTo>
                  <a:cubicBezTo>
                    <a:pt x="746" y="510"/>
                    <a:pt x="746" y="0"/>
                    <a:pt x="432"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43"/>
            <p:cNvSpPr/>
            <p:nvPr/>
          </p:nvSpPr>
          <p:spPr>
            <a:xfrm>
              <a:off x="2108514" y="3865917"/>
              <a:ext cx="40474" cy="28598"/>
            </a:xfrm>
            <a:custGeom>
              <a:avLst/>
              <a:gdLst/>
              <a:ahLst/>
              <a:cxnLst/>
              <a:rect l="l" t="t" r="r" b="b"/>
              <a:pathLst>
                <a:path w="668" h="472" extrusionOk="0">
                  <a:moveTo>
                    <a:pt x="353" y="1"/>
                  </a:moveTo>
                  <a:cubicBezTo>
                    <a:pt x="0" y="1"/>
                    <a:pt x="0" y="472"/>
                    <a:pt x="353" y="472"/>
                  </a:cubicBezTo>
                  <a:cubicBezTo>
                    <a:pt x="667" y="472"/>
                    <a:pt x="667" y="1"/>
                    <a:pt x="353"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43"/>
            <p:cNvSpPr/>
            <p:nvPr/>
          </p:nvSpPr>
          <p:spPr>
            <a:xfrm>
              <a:off x="1955161" y="3867796"/>
              <a:ext cx="99792" cy="51077"/>
            </a:xfrm>
            <a:custGeom>
              <a:avLst/>
              <a:gdLst/>
              <a:ahLst/>
              <a:cxnLst/>
              <a:rect l="l" t="t" r="r" b="b"/>
              <a:pathLst>
                <a:path w="1647" h="843" extrusionOk="0">
                  <a:moveTo>
                    <a:pt x="1304" y="0"/>
                  </a:moveTo>
                  <a:cubicBezTo>
                    <a:pt x="1282" y="0"/>
                    <a:pt x="1260" y="3"/>
                    <a:pt x="1236" y="9"/>
                  </a:cubicBezTo>
                  <a:lnTo>
                    <a:pt x="254" y="323"/>
                  </a:lnTo>
                  <a:cubicBezTo>
                    <a:pt x="0" y="432"/>
                    <a:pt x="82" y="842"/>
                    <a:pt x="343" y="842"/>
                  </a:cubicBezTo>
                  <a:cubicBezTo>
                    <a:pt x="365" y="842"/>
                    <a:pt x="387" y="839"/>
                    <a:pt x="411" y="833"/>
                  </a:cubicBezTo>
                  <a:lnTo>
                    <a:pt x="1393" y="519"/>
                  </a:lnTo>
                  <a:cubicBezTo>
                    <a:pt x="1647" y="411"/>
                    <a:pt x="1565" y="0"/>
                    <a:pt x="1304"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43"/>
            <p:cNvSpPr/>
            <p:nvPr/>
          </p:nvSpPr>
          <p:spPr>
            <a:xfrm>
              <a:off x="1940135" y="3745646"/>
              <a:ext cx="101064" cy="119665"/>
            </a:xfrm>
            <a:custGeom>
              <a:avLst/>
              <a:gdLst/>
              <a:ahLst/>
              <a:cxnLst/>
              <a:rect l="l" t="t" r="r" b="b"/>
              <a:pathLst>
                <a:path w="1668" h="1975" extrusionOk="0">
                  <a:moveTo>
                    <a:pt x="1296" y="1"/>
                  </a:moveTo>
                  <a:cubicBezTo>
                    <a:pt x="1240" y="1"/>
                    <a:pt x="1182" y="19"/>
                    <a:pt x="1130" y="62"/>
                  </a:cubicBezTo>
                  <a:cubicBezTo>
                    <a:pt x="620" y="494"/>
                    <a:pt x="267" y="1044"/>
                    <a:pt x="70" y="1672"/>
                  </a:cubicBezTo>
                  <a:cubicBezTo>
                    <a:pt x="1" y="1857"/>
                    <a:pt x="137" y="1974"/>
                    <a:pt x="284" y="1974"/>
                  </a:cubicBezTo>
                  <a:cubicBezTo>
                    <a:pt x="386" y="1974"/>
                    <a:pt x="493" y="1918"/>
                    <a:pt x="542" y="1790"/>
                  </a:cubicBezTo>
                  <a:cubicBezTo>
                    <a:pt x="738" y="1279"/>
                    <a:pt x="1052" y="769"/>
                    <a:pt x="1484" y="416"/>
                  </a:cubicBezTo>
                  <a:cubicBezTo>
                    <a:pt x="1667" y="232"/>
                    <a:pt x="1493" y="1"/>
                    <a:pt x="129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43"/>
            <p:cNvSpPr/>
            <p:nvPr/>
          </p:nvSpPr>
          <p:spPr>
            <a:xfrm>
              <a:off x="1930501" y="3712564"/>
              <a:ext cx="61075" cy="57076"/>
            </a:xfrm>
            <a:custGeom>
              <a:avLst/>
              <a:gdLst/>
              <a:ahLst/>
              <a:cxnLst/>
              <a:rect l="l" t="t" r="r" b="b"/>
              <a:pathLst>
                <a:path w="1008" h="942" extrusionOk="0">
                  <a:moveTo>
                    <a:pt x="669" y="0"/>
                  </a:moveTo>
                  <a:cubicBezTo>
                    <a:pt x="597" y="0"/>
                    <a:pt x="523" y="29"/>
                    <a:pt x="465" y="98"/>
                  </a:cubicBezTo>
                  <a:cubicBezTo>
                    <a:pt x="347" y="255"/>
                    <a:pt x="229" y="412"/>
                    <a:pt x="112" y="608"/>
                  </a:cubicBezTo>
                  <a:cubicBezTo>
                    <a:pt x="1" y="775"/>
                    <a:pt x="164" y="941"/>
                    <a:pt x="339" y="941"/>
                  </a:cubicBezTo>
                  <a:cubicBezTo>
                    <a:pt x="412" y="941"/>
                    <a:pt x="486" y="913"/>
                    <a:pt x="544" y="844"/>
                  </a:cubicBezTo>
                  <a:lnTo>
                    <a:pt x="897" y="333"/>
                  </a:lnTo>
                  <a:cubicBezTo>
                    <a:pt x="1008" y="167"/>
                    <a:pt x="844" y="0"/>
                    <a:pt x="669"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43"/>
            <p:cNvSpPr/>
            <p:nvPr/>
          </p:nvSpPr>
          <p:spPr>
            <a:xfrm>
              <a:off x="4353799" y="3880217"/>
              <a:ext cx="31022" cy="33325"/>
            </a:xfrm>
            <a:custGeom>
              <a:avLst/>
              <a:gdLst/>
              <a:ahLst/>
              <a:cxnLst/>
              <a:rect l="l" t="t" r="r" b="b"/>
              <a:pathLst>
                <a:path w="512" h="550" extrusionOk="0">
                  <a:moveTo>
                    <a:pt x="256" y="0"/>
                  </a:moveTo>
                  <a:cubicBezTo>
                    <a:pt x="128" y="0"/>
                    <a:pt x="1" y="79"/>
                    <a:pt x="1" y="236"/>
                  </a:cubicBezTo>
                  <a:lnTo>
                    <a:pt x="1" y="314"/>
                  </a:lnTo>
                  <a:cubicBezTo>
                    <a:pt x="1" y="471"/>
                    <a:pt x="128" y="550"/>
                    <a:pt x="256" y="550"/>
                  </a:cubicBezTo>
                  <a:cubicBezTo>
                    <a:pt x="383" y="550"/>
                    <a:pt x="511" y="471"/>
                    <a:pt x="511" y="314"/>
                  </a:cubicBezTo>
                  <a:lnTo>
                    <a:pt x="511" y="236"/>
                  </a:lnTo>
                  <a:cubicBezTo>
                    <a:pt x="511" y="79"/>
                    <a:pt x="383" y="0"/>
                    <a:pt x="25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43"/>
            <p:cNvSpPr/>
            <p:nvPr/>
          </p:nvSpPr>
          <p:spPr>
            <a:xfrm>
              <a:off x="4294360" y="3557332"/>
              <a:ext cx="30961" cy="35142"/>
            </a:xfrm>
            <a:custGeom>
              <a:avLst/>
              <a:gdLst/>
              <a:ahLst/>
              <a:cxnLst/>
              <a:rect l="l" t="t" r="r" b="b"/>
              <a:pathLst>
                <a:path w="511" h="580" extrusionOk="0">
                  <a:moveTo>
                    <a:pt x="255" y="0"/>
                  </a:moveTo>
                  <a:cubicBezTo>
                    <a:pt x="128" y="0"/>
                    <a:pt x="0" y="89"/>
                    <a:pt x="0" y="265"/>
                  </a:cubicBezTo>
                  <a:lnTo>
                    <a:pt x="0" y="344"/>
                  </a:lnTo>
                  <a:cubicBezTo>
                    <a:pt x="0" y="501"/>
                    <a:pt x="128" y="579"/>
                    <a:pt x="255" y="579"/>
                  </a:cubicBezTo>
                  <a:cubicBezTo>
                    <a:pt x="383" y="579"/>
                    <a:pt x="511" y="501"/>
                    <a:pt x="511" y="344"/>
                  </a:cubicBezTo>
                  <a:lnTo>
                    <a:pt x="511" y="265"/>
                  </a:lnTo>
                  <a:cubicBezTo>
                    <a:pt x="511" y="89"/>
                    <a:pt x="383" y="0"/>
                    <a:pt x="255"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43"/>
            <p:cNvSpPr/>
            <p:nvPr/>
          </p:nvSpPr>
          <p:spPr>
            <a:xfrm>
              <a:off x="4367977" y="3687722"/>
              <a:ext cx="98883" cy="85311"/>
            </a:xfrm>
            <a:custGeom>
              <a:avLst/>
              <a:gdLst/>
              <a:ahLst/>
              <a:cxnLst/>
              <a:rect l="l" t="t" r="r" b="b"/>
              <a:pathLst>
                <a:path w="1632" h="1408" extrusionOk="0">
                  <a:moveTo>
                    <a:pt x="346" y="1"/>
                  </a:moveTo>
                  <a:cubicBezTo>
                    <a:pt x="135" y="1"/>
                    <a:pt x="1" y="304"/>
                    <a:pt x="199" y="469"/>
                  </a:cubicBezTo>
                  <a:cubicBezTo>
                    <a:pt x="552" y="665"/>
                    <a:pt x="866" y="979"/>
                    <a:pt x="1062" y="1293"/>
                  </a:cubicBezTo>
                  <a:cubicBezTo>
                    <a:pt x="1121" y="1375"/>
                    <a:pt x="1200" y="1408"/>
                    <a:pt x="1277" y="1408"/>
                  </a:cubicBezTo>
                  <a:cubicBezTo>
                    <a:pt x="1460" y="1408"/>
                    <a:pt x="1632" y="1223"/>
                    <a:pt x="1494" y="1058"/>
                  </a:cubicBezTo>
                  <a:cubicBezTo>
                    <a:pt x="1219" y="665"/>
                    <a:pt x="866" y="312"/>
                    <a:pt x="473" y="37"/>
                  </a:cubicBezTo>
                  <a:cubicBezTo>
                    <a:pt x="429" y="12"/>
                    <a:pt x="386" y="1"/>
                    <a:pt x="34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43"/>
            <p:cNvSpPr/>
            <p:nvPr/>
          </p:nvSpPr>
          <p:spPr>
            <a:xfrm>
              <a:off x="4824765" y="4172745"/>
              <a:ext cx="30961" cy="33385"/>
            </a:xfrm>
            <a:custGeom>
              <a:avLst/>
              <a:gdLst/>
              <a:ahLst/>
              <a:cxnLst/>
              <a:rect l="l" t="t" r="r" b="b"/>
              <a:pathLst>
                <a:path w="511" h="551" extrusionOk="0">
                  <a:moveTo>
                    <a:pt x="256" y="1"/>
                  </a:moveTo>
                  <a:cubicBezTo>
                    <a:pt x="128" y="1"/>
                    <a:pt x="0" y="79"/>
                    <a:pt x="0" y="236"/>
                  </a:cubicBezTo>
                  <a:lnTo>
                    <a:pt x="0" y="315"/>
                  </a:lnTo>
                  <a:cubicBezTo>
                    <a:pt x="0" y="472"/>
                    <a:pt x="128" y="550"/>
                    <a:pt x="256" y="550"/>
                  </a:cubicBezTo>
                  <a:cubicBezTo>
                    <a:pt x="383" y="550"/>
                    <a:pt x="511" y="472"/>
                    <a:pt x="511" y="315"/>
                  </a:cubicBezTo>
                  <a:lnTo>
                    <a:pt x="511" y="236"/>
                  </a:lnTo>
                  <a:cubicBezTo>
                    <a:pt x="511" y="79"/>
                    <a:pt x="383" y="1"/>
                    <a:pt x="25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43"/>
            <p:cNvSpPr/>
            <p:nvPr/>
          </p:nvSpPr>
          <p:spPr>
            <a:xfrm>
              <a:off x="4865179" y="4191771"/>
              <a:ext cx="28598" cy="35748"/>
            </a:xfrm>
            <a:custGeom>
              <a:avLst/>
              <a:gdLst/>
              <a:ahLst/>
              <a:cxnLst/>
              <a:rect l="l" t="t" r="r" b="b"/>
              <a:pathLst>
                <a:path w="472" h="590" extrusionOk="0">
                  <a:moveTo>
                    <a:pt x="236" y="1"/>
                  </a:moveTo>
                  <a:cubicBezTo>
                    <a:pt x="118" y="1"/>
                    <a:pt x="1" y="79"/>
                    <a:pt x="1" y="236"/>
                  </a:cubicBezTo>
                  <a:lnTo>
                    <a:pt x="1" y="354"/>
                  </a:lnTo>
                  <a:cubicBezTo>
                    <a:pt x="1" y="511"/>
                    <a:pt x="118" y="590"/>
                    <a:pt x="236" y="590"/>
                  </a:cubicBezTo>
                  <a:cubicBezTo>
                    <a:pt x="354" y="590"/>
                    <a:pt x="472" y="511"/>
                    <a:pt x="472" y="354"/>
                  </a:cubicBezTo>
                  <a:lnTo>
                    <a:pt x="472" y="236"/>
                  </a:lnTo>
                  <a:cubicBezTo>
                    <a:pt x="472" y="79"/>
                    <a:pt x="354" y="1"/>
                    <a:pt x="23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43"/>
            <p:cNvSpPr/>
            <p:nvPr/>
          </p:nvSpPr>
          <p:spPr>
            <a:xfrm>
              <a:off x="4638815" y="3985886"/>
              <a:ext cx="57318" cy="47018"/>
            </a:xfrm>
            <a:custGeom>
              <a:avLst/>
              <a:gdLst/>
              <a:ahLst/>
              <a:cxnLst/>
              <a:rect l="l" t="t" r="r" b="b"/>
              <a:pathLst>
                <a:path w="946" h="776" extrusionOk="0">
                  <a:moveTo>
                    <a:pt x="600" y="0"/>
                  </a:moveTo>
                  <a:cubicBezTo>
                    <a:pt x="547" y="0"/>
                    <a:pt x="491" y="19"/>
                    <a:pt x="439" y="62"/>
                  </a:cubicBezTo>
                  <a:lnTo>
                    <a:pt x="125" y="376"/>
                  </a:lnTo>
                  <a:cubicBezTo>
                    <a:pt x="0" y="564"/>
                    <a:pt x="149" y="776"/>
                    <a:pt x="333" y="776"/>
                  </a:cubicBezTo>
                  <a:cubicBezTo>
                    <a:pt x="380" y="776"/>
                    <a:pt x="430" y="762"/>
                    <a:pt x="478" y="730"/>
                  </a:cubicBezTo>
                  <a:lnTo>
                    <a:pt x="793" y="415"/>
                  </a:lnTo>
                  <a:cubicBezTo>
                    <a:pt x="946" y="232"/>
                    <a:pt x="788" y="0"/>
                    <a:pt x="600"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43"/>
            <p:cNvSpPr/>
            <p:nvPr/>
          </p:nvSpPr>
          <p:spPr>
            <a:xfrm>
              <a:off x="4530783" y="3606713"/>
              <a:ext cx="46412" cy="34657"/>
            </a:xfrm>
            <a:custGeom>
              <a:avLst/>
              <a:gdLst/>
              <a:ahLst/>
              <a:cxnLst/>
              <a:rect l="l" t="t" r="r" b="b"/>
              <a:pathLst>
                <a:path w="766" h="572" extrusionOk="0">
                  <a:moveTo>
                    <a:pt x="360" y="1"/>
                  </a:moveTo>
                  <a:cubicBezTo>
                    <a:pt x="166" y="1"/>
                    <a:pt x="0" y="251"/>
                    <a:pt x="181" y="432"/>
                  </a:cubicBezTo>
                  <a:lnTo>
                    <a:pt x="259" y="510"/>
                  </a:lnTo>
                  <a:cubicBezTo>
                    <a:pt x="311" y="553"/>
                    <a:pt x="367" y="572"/>
                    <a:pt x="420" y="572"/>
                  </a:cubicBezTo>
                  <a:cubicBezTo>
                    <a:pt x="609" y="572"/>
                    <a:pt x="766" y="341"/>
                    <a:pt x="613" y="157"/>
                  </a:cubicBezTo>
                  <a:lnTo>
                    <a:pt x="534" y="78"/>
                  </a:lnTo>
                  <a:cubicBezTo>
                    <a:pt x="479" y="24"/>
                    <a:pt x="418" y="1"/>
                    <a:pt x="360"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3"/>
            <p:cNvSpPr/>
            <p:nvPr/>
          </p:nvSpPr>
          <p:spPr>
            <a:xfrm>
              <a:off x="4900685" y="4053625"/>
              <a:ext cx="152929" cy="361116"/>
            </a:xfrm>
            <a:custGeom>
              <a:avLst/>
              <a:gdLst/>
              <a:ahLst/>
              <a:cxnLst/>
              <a:rect l="l" t="t" r="r" b="b"/>
              <a:pathLst>
                <a:path w="2524" h="5960" extrusionOk="0">
                  <a:moveTo>
                    <a:pt x="340" y="1"/>
                  </a:moveTo>
                  <a:cubicBezTo>
                    <a:pt x="181" y="1"/>
                    <a:pt x="1" y="180"/>
                    <a:pt x="82" y="397"/>
                  </a:cubicBezTo>
                  <a:cubicBezTo>
                    <a:pt x="867" y="2124"/>
                    <a:pt x="1535" y="3930"/>
                    <a:pt x="2006" y="5775"/>
                  </a:cubicBezTo>
                  <a:cubicBezTo>
                    <a:pt x="2038" y="5903"/>
                    <a:pt x="2136" y="5959"/>
                    <a:pt x="2235" y="5959"/>
                  </a:cubicBezTo>
                  <a:cubicBezTo>
                    <a:pt x="2378" y="5959"/>
                    <a:pt x="2523" y="5842"/>
                    <a:pt x="2477" y="5657"/>
                  </a:cubicBezTo>
                  <a:cubicBezTo>
                    <a:pt x="1966" y="3773"/>
                    <a:pt x="1338" y="1928"/>
                    <a:pt x="514" y="122"/>
                  </a:cubicBezTo>
                  <a:cubicBezTo>
                    <a:pt x="477" y="37"/>
                    <a:pt x="411" y="1"/>
                    <a:pt x="340"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43"/>
            <p:cNvSpPr/>
            <p:nvPr/>
          </p:nvSpPr>
          <p:spPr>
            <a:xfrm>
              <a:off x="2678363" y="-256750"/>
              <a:ext cx="1128428" cy="842807"/>
            </a:xfrm>
            <a:custGeom>
              <a:avLst/>
              <a:gdLst/>
              <a:ahLst/>
              <a:cxnLst/>
              <a:rect l="l" t="t" r="r" b="b"/>
              <a:pathLst>
                <a:path w="18624" h="13910" extrusionOk="0">
                  <a:moveTo>
                    <a:pt x="15248" y="8884"/>
                  </a:moveTo>
                  <a:lnTo>
                    <a:pt x="15248" y="8884"/>
                  </a:lnTo>
                  <a:cubicBezTo>
                    <a:pt x="15130" y="9198"/>
                    <a:pt x="15012" y="9512"/>
                    <a:pt x="14895" y="9787"/>
                  </a:cubicBezTo>
                  <a:lnTo>
                    <a:pt x="14620" y="9590"/>
                  </a:lnTo>
                  <a:cubicBezTo>
                    <a:pt x="14777" y="9315"/>
                    <a:pt x="15012" y="9080"/>
                    <a:pt x="15248" y="8884"/>
                  </a:cubicBezTo>
                  <a:close/>
                  <a:moveTo>
                    <a:pt x="13442" y="11239"/>
                  </a:moveTo>
                  <a:cubicBezTo>
                    <a:pt x="13521" y="11318"/>
                    <a:pt x="13599" y="11396"/>
                    <a:pt x="13678" y="11475"/>
                  </a:cubicBezTo>
                  <a:cubicBezTo>
                    <a:pt x="13560" y="11632"/>
                    <a:pt x="13442" y="11749"/>
                    <a:pt x="13324" y="11828"/>
                  </a:cubicBezTo>
                  <a:cubicBezTo>
                    <a:pt x="13364" y="11632"/>
                    <a:pt x="13364" y="11435"/>
                    <a:pt x="13442" y="11239"/>
                  </a:cubicBezTo>
                  <a:close/>
                  <a:moveTo>
                    <a:pt x="9016" y="478"/>
                  </a:moveTo>
                  <a:cubicBezTo>
                    <a:pt x="10503" y="478"/>
                    <a:pt x="12032" y="999"/>
                    <a:pt x="13207" y="1935"/>
                  </a:cubicBezTo>
                  <a:cubicBezTo>
                    <a:pt x="13167" y="2014"/>
                    <a:pt x="13128" y="2092"/>
                    <a:pt x="13089" y="2171"/>
                  </a:cubicBezTo>
                  <a:cubicBezTo>
                    <a:pt x="13041" y="2336"/>
                    <a:pt x="13194" y="2445"/>
                    <a:pt x="13348" y="2445"/>
                  </a:cubicBezTo>
                  <a:cubicBezTo>
                    <a:pt x="13450" y="2445"/>
                    <a:pt x="13552" y="2398"/>
                    <a:pt x="13599" y="2289"/>
                  </a:cubicBezTo>
                  <a:cubicBezTo>
                    <a:pt x="13638" y="2328"/>
                    <a:pt x="13678" y="2367"/>
                    <a:pt x="13756" y="2446"/>
                  </a:cubicBezTo>
                  <a:cubicBezTo>
                    <a:pt x="13678" y="2446"/>
                    <a:pt x="13638" y="2485"/>
                    <a:pt x="13599" y="2524"/>
                  </a:cubicBezTo>
                  <a:cubicBezTo>
                    <a:pt x="13560" y="2603"/>
                    <a:pt x="13481" y="2681"/>
                    <a:pt x="13442" y="2760"/>
                  </a:cubicBezTo>
                  <a:cubicBezTo>
                    <a:pt x="13308" y="2948"/>
                    <a:pt x="13468" y="3118"/>
                    <a:pt x="13645" y="3118"/>
                  </a:cubicBezTo>
                  <a:cubicBezTo>
                    <a:pt x="13727" y="3118"/>
                    <a:pt x="13812" y="3082"/>
                    <a:pt x="13874" y="2995"/>
                  </a:cubicBezTo>
                  <a:lnTo>
                    <a:pt x="14031" y="2760"/>
                  </a:lnTo>
                  <a:cubicBezTo>
                    <a:pt x="14149" y="2877"/>
                    <a:pt x="14227" y="2995"/>
                    <a:pt x="14306" y="3113"/>
                  </a:cubicBezTo>
                  <a:cubicBezTo>
                    <a:pt x="14227" y="3113"/>
                    <a:pt x="14188" y="3152"/>
                    <a:pt x="14149" y="3231"/>
                  </a:cubicBezTo>
                  <a:lnTo>
                    <a:pt x="13874" y="3780"/>
                  </a:lnTo>
                  <a:cubicBezTo>
                    <a:pt x="13766" y="3969"/>
                    <a:pt x="13935" y="4138"/>
                    <a:pt x="14102" y="4138"/>
                  </a:cubicBezTo>
                  <a:cubicBezTo>
                    <a:pt x="14179" y="4138"/>
                    <a:pt x="14256" y="4102"/>
                    <a:pt x="14306" y="4016"/>
                  </a:cubicBezTo>
                  <a:lnTo>
                    <a:pt x="14580" y="3506"/>
                  </a:lnTo>
                  <a:lnTo>
                    <a:pt x="14738" y="3741"/>
                  </a:lnTo>
                  <a:cubicBezTo>
                    <a:pt x="14345" y="4448"/>
                    <a:pt x="14031" y="5194"/>
                    <a:pt x="13835" y="5979"/>
                  </a:cubicBezTo>
                  <a:cubicBezTo>
                    <a:pt x="13788" y="6164"/>
                    <a:pt x="13934" y="6281"/>
                    <a:pt x="14077" y="6281"/>
                  </a:cubicBezTo>
                  <a:cubicBezTo>
                    <a:pt x="14176" y="6281"/>
                    <a:pt x="14274" y="6225"/>
                    <a:pt x="14306" y="6096"/>
                  </a:cubicBezTo>
                  <a:cubicBezTo>
                    <a:pt x="14502" y="5468"/>
                    <a:pt x="14698" y="4879"/>
                    <a:pt x="15012" y="4291"/>
                  </a:cubicBezTo>
                  <a:cubicBezTo>
                    <a:pt x="15405" y="5154"/>
                    <a:pt x="15601" y="6096"/>
                    <a:pt x="15562" y="7078"/>
                  </a:cubicBezTo>
                  <a:lnTo>
                    <a:pt x="15483" y="7078"/>
                  </a:lnTo>
                  <a:lnTo>
                    <a:pt x="15052" y="7431"/>
                  </a:lnTo>
                  <a:cubicBezTo>
                    <a:pt x="14973" y="7117"/>
                    <a:pt x="15012" y="6764"/>
                    <a:pt x="15130" y="6450"/>
                  </a:cubicBezTo>
                  <a:cubicBezTo>
                    <a:pt x="15176" y="6264"/>
                    <a:pt x="15031" y="6147"/>
                    <a:pt x="14880" y="6147"/>
                  </a:cubicBezTo>
                  <a:cubicBezTo>
                    <a:pt x="14775" y="6147"/>
                    <a:pt x="14668" y="6203"/>
                    <a:pt x="14620" y="6332"/>
                  </a:cubicBezTo>
                  <a:cubicBezTo>
                    <a:pt x="14463" y="6764"/>
                    <a:pt x="14463" y="7274"/>
                    <a:pt x="14580" y="7745"/>
                  </a:cubicBezTo>
                  <a:lnTo>
                    <a:pt x="14227" y="7981"/>
                  </a:lnTo>
                  <a:cubicBezTo>
                    <a:pt x="14034" y="8142"/>
                    <a:pt x="14158" y="8463"/>
                    <a:pt x="14361" y="8463"/>
                  </a:cubicBezTo>
                  <a:cubicBezTo>
                    <a:pt x="14405" y="8463"/>
                    <a:pt x="14453" y="8447"/>
                    <a:pt x="14502" y="8413"/>
                  </a:cubicBezTo>
                  <a:cubicBezTo>
                    <a:pt x="14816" y="8177"/>
                    <a:pt x="15169" y="7902"/>
                    <a:pt x="15523" y="7667"/>
                  </a:cubicBezTo>
                  <a:lnTo>
                    <a:pt x="15523" y="7667"/>
                  </a:lnTo>
                  <a:cubicBezTo>
                    <a:pt x="15483" y="7863"/>
                    <a:pt x="15444" y="8059"/>
                    <a:pt x="15405" y="8256"/>
                  </a:cubicBezTo>
                  <a:cubicBezTo>
                    <a:pt x="15326" y="8256"/>
                    <a:pt x="15287" y="8256"/>
                    <a:pt x="15209" y="8295"/>
                  </a:cubicBezTo>
                  <a:cubicBezTo>
                    <a:pt x="14816" y="8530"/>
                    <a:pt x="14463" y="8884"/>
                    <a:pt x="14227" y="9276"/>
                  </a:cubicBezTo>
                  <a:lnTo>
                    <a:pt x="14149" y="9198"/>
                  </a:lnTo>
                  <a:cubicBezTo>
                    <a:pt x="14100" y="9157"/>
                    <a:pt x="14047" y="9140"/>
                    <a:pt x="13995" y="9140"/>
                  </a:cubicBezTo>
                  <a:cubicBezTo>
                    <a:pt x="13794" y="9140"/>
                    <a:pt x="13616" y="9395"/>
                    <a:pt x="13835" y="9551"/>
                  </a:cubicBezTo>
                  <a:lnTo>
                    <a:pt x="14620" y="10258"/>
                  </a:lnTo>
                  <a:cubicBezTo>
                    <a:pt x="14580" y="10336"/>
                    <a:pt x="14541" y="10415"/>
                    <a:pt x="14463" y="10493"/>
                  </a:cubicBezTo>
                  <a:cubicBezTo>
                    <a:pt x="14149" y="10218"/>
                    <a:pt x="13795" y="9944"/>
                    <a:pt x="13403" y="9747"/>
                  </a:cubicBezTo>
                  <a:cubicBezTo>
                    <a:pt x="13362" y="9724"/>
                    <a:pt x="13321" y="9713"/>
                    <a:pt x="13284" y="9713"/>
                  </a:cubicBezTo>
                  <a:cubicBezTo>
                    <a:pt x="13069" y="9713"/>
                    <a:pt x="12934" y="10046"/>
                    <a:pt x="13167" y="10179"/>
                  </a:cubicBezTo>
                  <a:cubicBezTo>
                    <a:pt x="13521" y="10375"/>
                    <a:pt x="13874" y="10611"/>
                    <a:pt x="14188" y="10886"/>
                  </a:cubicBezTo>
                  <a:cubicBezTo>
                    <a:pt x="14149" y="10964"/>
                    <a:pt x="14070" y="11043"/>
                    <a:pt x="13992" y="11121"/>
                  </a:cubicBezTo>
                  <a:cubicBezTo>
                    <a:pt x="13678" y="10807"/>
                    <a:pt x="13324" y="10493"/>
                    <a:pt x="12932" y="10218"/>
                  </a:cubicBezTo>
                  <a:cubicBezTo>
                    <a:pt x="12891" y="10194"/>
                    <a:pt x="12850" y="10183"/>
                    <a:pt x="12811" y="10183"/>
                  </a:cubicBezTo>
                  <a:cubicBezTo>
                    <a:pt x="12664" y="10183"/>
                    <a:pt x="12547" y="10338"/>
                    <a:pt x="12578" y="10493"/>
                  </a:cubicBezTo>
                  <a:cubicBezTo>
                    <a:pt x="12539" y="10493"/>
                    <a:pt x="12500" y="10532"/>
                    <a:pt x="12461" y="10572"/>
                  </a:cubicBezTo>
                  <a:cubicBezTo>
                    <a:pt x="12225" y="10846"/>
                    <a:pt x="12068" y="11200"/>
                    <a:pt x="12068" y="11553"/>
                  </a:cubicBezTo>
                  <a:cubicBezTo>
                    <a:pt x="12048" y="11710"/>
                    <a:pt x="12166" y="11789"/>
                    <a:pt x="12294" y="11789"/>
                  </a:cubicBezTo>
                  <a:cubicBezTo>
                    <a:pt x="12421" y="11789"/>
                    <a:pt x="12559" y="11710"/>
                    <a:pt x="12578" y="11553"/>
                  </a:cubicBezTo>
                  <a:cubicBezTo>
                    <a:pt x="12578" y="11318"/>
                    <a:pt x="12657" y="11121"/>
                    <a:pt x="12814" y="10925"/>
                  </a:cubicBezTo>
                  <a:cubicBezTo>
                    <a:pt x="12814" y="10886"/>
                    <a:pt x="12853" y="10846"/>
                    <a:pt x="12853" y="10807"/>
                  </a:cubicBezTo>
                  <a:lnTo>
                    <a:pt x="13010" y="10925"/>
                  </a:lnTo>
                  <a:cubicBezTo>
                    <a:pt x="12892" y="11318"/>
                    <a:pt x="12814" y="11749"/>
                    <a:pt x="12814" y="12181"/>
                  </a:cubicBezTo>
                  <a:cubicBezTo>
                    <a:pt x="12814" y="12181"/>
                    <a:pt x="12814" y="12220"/>
                    <a:pt x="12814" y="12260"/>
                  </a:cubicBezTo>
                  <a:cubicBezTo>
                    <a:pt x="12500" y="12495"/>
                    <a:pt x="12147" y="12691"/>
                    <a:pt x="11793" y="12849"/>
                  </a:cubicBezTo>
                  <a:cubicBezTo>
                    <a:pt x="11793" y="12809"/>
                    <a:pt x="11754" y="12770"/>
                    <a:pt x="11715" y="12731"/>
                  </a:cubicBezTo>
                  <a:cubicBezTo>
                    <a:pt x="11676" y="12652"/>
                    <a:pt x="11636" y="12574"/>
                    <a:pt x="11636" y="12456"/>
                  </a:cubicBezTo>
                  <a:cubicBezTo>
                    <a:pt x="11606" y="12349"/>
                    <a:pt x="11516" y="12302"/>
                    <a:pt x="11421" y="12302"/>
                  </a:cubicBezTo>
                  <a:cubicBezTo>
                    <a:pt x="11269" y="12302"/>
                    <a:pt x="11102" y="12421"/>
                    <a:pt x="11126" y="12613"/>
                  </a:cubicBezTo>
                  <a:cubicBezTo>
                    <a:pt x="11165" y="12770"/>
                    <a:pt x="11244" y="12888"/>
                    <a:pt x="11322" y="13006"/>
                  </a:cubicBezTo>
                  <a:cubicBezTo>
                    <a:pt x="11244" y="13045"/>
                    <a:pt x="11165" y="13084"/>
                    <a:pt x="11087" y="13123"/>
                  </a:cubicBezTo>
                  <a:cubicBezTo>
                    <a:pt x="11047" y="12966"/>
                    <a:pt x="11008" y="12849"/>
                    <a:pt x="10969" y="12731"/>
                  </a:cubicBezTo>
                  <a:cubicBezTo>
                    <a:pt x="10937" y="12602"/>
                    <a:pt x="10839" y="12546"/>
                    <a:pt x="10740" y="12546"/>
                  </a:cubicBezTo>
                  <a:cubicBezTo>
                    <a:pt x="10597" y="12546"/>
                    <a:pt x="10452" y="12663"/>
                    <a:pt x="10498" y="12849"/>
                  </a:cubicBezTo>
                  <a:cubicBezTo>
                    <a:pt x="10537" y="12966"/>
                    <a:pt x="10576" y="13123"/>
                    <a:pt x="10616" y="13241"/>
                  </a:cubicBezTo>
                  <a:lnTo>
                    <a:pt x="10223" y="13320"/>
                  </a:lnTo>
                  <a:cubicBezTo>
                    <a:pt x="10302" y="13241"/>
                    <a:pt x="10302" y="13123"/>
                    <a:pt x="10262" y="13045"/>
                  </a:cubicBezTo>
                  <a:lnTo>
                    <a:pt x="10223" y="12927"/>
                  </a:lnTo>
                  <a:cubicBezTo>
                    <a:pt x="10173" y="12828"/>
                    <a:pt x="10096" y="12787"/>
                    <a:pt x="10019" y="12787"/>
                  </a:cubicBezTo>
                  <a:cubicBezTo>
                    <a:pt x="9852" y="12787"/>
                    <a:pt x="9684" y="12975"/>
                    <a:pt x="9791" y="13163"/>
                  </a:cubicBezTo>
                  <a:lnTo>
                    <a:pt x="9831" y="13280"/>
                  </a:lnTo>
                  <a:cubicBezTo>
                    <a:pt x="9870" y="13320"/>
                    <a:pt x="9870" y="13320"/>
                    <a:pt x="9909" y="13359"/>
                  </a:cubicBezTo>
                  <a:cubicBezTo>
                    <a:pt x="9659" y="13389"/>
                    <a:pt x="9409" y="13403"/>
                    <a:pt x="9160" y="13403"/>
                  </a:cubicBezTo>
                  <a:cubicBezTo>
                    <a:pt x="7104" y="13403"/>
                    <a:pt x="5128" y="12409"/>
                    <a:pt x="3903" y="10729"/>
                  </a:cubicBezTo>
                  <a:cubicBezTo>
                    <a:pt x="2254" y="8334"/>
                    <a:pt x="2647" y="5037"/>
                    <a:pt x="4492" y="2877"/>
                  </a:cubicBezTo>
                  <a:cubicBezTo>
                    <a:pt x="4531" y="2838"/>
                    <a:pt x="4531" y="2799"/>
                    <a:pt x="4570" y="2799"/>
                  </a:cubicBezTo>
                  <a:cubicBezTo>
                    <a:pt x="4609" y="2720"/>
                    <a:pt x="4649" y="2681"/>
                    <a:pt x="4727" y="2603"/>
                  </a:cubicBezTo>
                  <a:cubicBezTo>
                    <a:pt x="4806" y="2485"/>
                    <a:pt x="4924" y="2367"/>
                    <a:pt x="5081" y="2249"/>
                  </a:cubicBezTo>
                  <a:cubicBezTo>
                    <a:pt x="5120" y="2210"/>
                    <a:pt x="5159" y="2132"/>
                    <a:pt x="5159" y="2053"/>
                  </a:cubicBezTo>
                  <a:cubicBezTo>
                    <a:pt x="6165" y="970"/>
                    <a:pt x="7571" y="478"/>
                    <a:pt x="9016" y="478"/>
                  </a:cubicBezTo>
                  <a:close/>
                  <a:moveTo>
                    <a:pt x="9103" y="1"/>
                  </a:moveTo>
                  <a:cubicBezTo>
                    <a:pt x="7277" y="1"/>
                    <a:pt x="5483" y="718"/>
                    <a:pt x="4335" y="2249"/>
                  </a:cubicBezTo>
                  <a:cubicBezTo>
                    <a:pt x="0" y="6545"/>
                    <a:pt x="3085" y="13909"/>
                    <a:pt x="9145" y="13909"/>
                  </a:cubicBezTo>
                  <a:cubicBezTo>
                    <a:pt x="9177" y="13909"/>
                    <a:pt x="9210" y="13909"/>
                    <a:pt x="9242" y="13908"/>
                  </a:cubicBezTo>
                  <a:cubicBezTo>
                    <a:pt x="16072" y="13751"/>
                    <a:pt x="18624" y="4958"/>
                    <a:pt x="12971" y="1150"/>
                  </a:cubicBezTo>
                  <a:cubicBezTo>
                    <a:pt x="11833" y="397"/>
                    <a:pt x="10459" y="1"/>
                    <a:pt x="9103"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3"/>
            <p:cNvSpPr/>
            <p:nvPr/>
          </p:nvSpPr>
          <p:spPr>
            <a:xfrm>
              <a:off x="2485505" y="-1169357"/>
              <a:ext cx="41262" cy="32597"/>
            </a:xfrm>
            <a:custGeom>
              <a:avLst/>
              <a:gdLst/>
              <a:ahLst/>
              <a:cxnLst/>
              <a:rect l="l" t="t" r="r" b="b"/>
              <a:pathLst>
                <a:path w="681" h="538" extrusionOk="0">
                  <a:moveTo>
                    <a:pt x="346" y="0"/>
                  </a:moveTo>
                  <a:cubicBezTo>
                    <a:pt x="291" y="0"/>
                    <a:pt x="232" y="23"/>
                    <a:pt x="177" y="78"/>
                  </a:cubicBezTo>
                  <a:lnTo>
                    <a:pt x="98" y="156"/>
                  </a:lnTo>
                  <a:cubicBezTo>
                    <a:pt x="0" y="320"/>
                    <a:pt x="147" y="538"/>
                    <a:pt x="313" y="538"/>
                  </a:cubicBezTo>
                  <a:cubicBezTo>
                    <a:pt x="346" y="538"/>
                    <a:pt x="380" y="529"/>
                    <a:pt x="412" y="510"/>
                  </a:cubicBezTo>
                  <a:lnTo>
                    <a:pt x="530" y="431"/>
                  </a:lnTo>
                  <a:cubicBezTo>
                    <a:pt x="681" y="250"/>
                    <a:pt x="531" y="0"/>
                    <a:pt x="34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43"/>
            <p:cNvSpPr/>
            <p:nvPr/>
          </p:nvSpPr>
          <p:spPr>
            <a:xfrm>
              <a:off x="2737621" y="-1193532"/>
              <a:ext cx="44291" cy="32658"/>
            </a:xfrm>
            <a:custGeom>
              <a:avLst/>
              <a:gdLst/>
              <a:ahLst/>
              <a:cxnLst/>
              <a:rect l="l" t="t" r="r" b="b"/>
              <a:pathLst>
                <a:path w="731" h="539" extrusionOk="0">
                  <a:moveTo>
                    <a:pt x="343" y="1"/>
                  </a:moveTo>
                  <a:cubicBezTo>
                    <a:pt x="155" y="1"/>
                    <a:pt x="0" y="222"/>
                    <a:pt x="177" y="398"/>
                  </a:cubicBezTo>
                  <a:lnTo>
                    <a:pt x="255" y="477"/>
                  </a:lnTo>
                  <a:cubicBezTo>
                    <a:pt x="308" y="521"/>
                    <a:pt x="362" y="539"/>
                    <a:pt x="414" y="539"/>
                  </a:cubicBezTo>
                  <a:cubicBezTo>
                    <a:pt x="592" y="539"/>
                    <a:pt x="731" y="315"/>
                    <a:pt x="609" y="163"/>
                  </a:cubicBezTo>
                  <a:lnTo>
                    <a:pt x="530" y="84"/>
                  </a:lnTo>
                  <a:cubicBezTo>
                    <a:pt x="471" y="25"/>
                    <a:pt x="405" y="1"/>
                    <a:pt x="343"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43"/>
            <p:cNvSpPr/>
            <p:nvPr/>
          </p:nvSpPr>
          <p:spPr>
            <a:xfrm>
              <a:off x="2978769" y="-1213587"/>
              <a:ext cx="54895" cy="34355"/>
            </a:xfrm>
            <a:custGeom>
              <a:avLst/>
              <a:gdLst/>
              <a:ahLst/>
              <a:cxnLst/>
              <a:rect l="l" t="t" r="r" b="b"/>
              <a:pathLst>
                <a:path w="906" h="567" extrusionOk="0">
                  <a:moveTo>
                    <a:pt x="374" y="1"/>
                  </a:moveTo>
                  <a:cubicBezTo>
                    <a:pt x="149" y="1"/>
                    <a:pt x="1" y="317"/>
                    <a:pt x="240" y="454"/>
                  </a:cubicBezTo>
                  <a:lnTo>
                    <a:pt x="397" y="533"/>
                  </a:lnTo>
                  <a:cubicBezTo>
                    <a:pt x="444" y="557"/>
                    <a:pt x="490" y="567"/>
                    <a:pt x="532" y="567"/>
                  </a:cubicBezTo>
                  <a:cubicBezTo>
                    <a:pt x="771" y="567"/>
                    <a:pt x="906" y="235"/>
                    <a:pt x="672" y="101"/>
                  </a:cubicBezTo>
                  <a:lnTo>
                    <a:pt x="476" y="23"/>
                  </a:lnTo>
                  <a:cubicBezTo>
                    <a:pt x="441" y="8"/>
                    <a:pt x="407" y="1"/>
                    <a:pt x="374"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43"/>
            <p:cNvSpPr/>
            <p:nvPr/>
          </p:nvSpPr>
          <p:spPr>
            <a:xfrm>
              <a:off x="3233550" y="-1228917"/>
              <a:ext cx="45261" cy="31022"/>
            </a:xfrm>
            <a:custGeom>
              <a:avLst/>
              <a:gdLst/>
              <a:ahLst/>
              <a:cxnLst/>
              <a:rect l="l" t="t" r="r" b="b"/>
              <a:pathLst>
                <a:path w="747" h="512" extrusionOk="0">
                  <a:moveTo>
                    <a:pt x="353" y="1"/>
                  </a:moveTo>
                  <a:cubicBezTo>
                    <a:pt x="0" y="1"/>
                    <a:pt x="0" y="511"/>
                    <a:pt x="353" y="511"/>
                  </a:cubicBezTo>
                  <a:lnTo>
                    <a:pt x="432" y="511"/>
                  </a:lnTo>
                  <a:cubicBezTo>
                    <a:pt x="746" y="511"/>
                    <a:pt x="746" y="1"/>
                    <a:pt x="432"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43"/>
            <p:cNvSpPr/>
            <p:nvPr/>
          </p:nvSpPr>
          <p:spPr>
            <a:xfrm>
              <a:off x="3721118" y="-1214011"/>
              <a:ext cx="28598" cy="35142"/>
            </a:xfrm>
            <a:custGeom>
              <a:avLst/>
              <a:gdLst/>
              <a:ahLst/>
              <a:cxnLst/>
              <a:rect l="l" t="t" r="r" b="b"/>
              <a:pathLst>
                <a:path w="472" h="580" extrusionOk="0">
                  <a:moveTo>
                    <a:pt x="236" y="0"/>
                  </a:moveTo>
                  <a:cubicBezTo>
                    <a:pt x="118" y="0"/>
                    <a:pt x="1" y="89"/>
                    <a:pt x="1" y="265"/>
                  </a:cubicBezTo>
                  <a:lnTo>
                    <a:pt x="1" y="344"/>
                  </a:lnTo>
                  <a:cubicBezTo>
                    <a:pt x="1" y="501"/>
                    <a:pt x="118" y="579"/>
                    <a:pt x="236" y="579"/>
                  </a:cubicBezTo>
                  <a:cubicBezTo>
                    <a:pt x="354" y="579"/>
                    <a:pt x="472" y="501"/>
                    <a:pt x="472" y="344"/>
                  </a:cubicBezTo>
                  <a:lnTo>
                    <a:pt x="472" y="265"/>
                  </a:lnTo>
                  <a:cubicBezTo>
                    <a:pt x="472" y="89"/>
                    <a:pt x="354" y="0"/>
                    <a:pt x="23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43"/>
            <p:cNvSpPr/>
            <p:nvPr/>
          </p:nvSpPr>
          <p:spPr>
            <a:xfrm>
              <a:off x="3949482" y="-1183716"/>
              <a:ext cx="28598" cy="33385"/>
            </a:xfrm>
            <a:custGeom>
              <a:avLst/>
              <a:gdLst/>
              <a:ahLst/>
              <a:cxnLst/>
              <a:rect l="l" t="t" r="r" b="b"/>
              <a:pathLst>
                <a:path w="472" h="551" extrusionOk="0">
                  <a:moveTo>
                    <a:pt x="236" y="1"/>
                  </a:moveTo>
                  <a:cubicBezTo>
                    <a:pt x="118" y="1"/>
                    <a:pt x="0" y="79"/>
                    <a:pt x="0" y="236"/>
                  </a:cubicBezTo>
                  <a:lnTo>
                    <a:pt x="0" y="315"/>
                  </a:lnTo>
                  <a:cubicBezTo>
                    <a:pt x="0" y="472"/>
                    <a:pt x="118" y="550"/>
                    <a:pt x="236" y="550"/>
                  </a:cubicBezTo>
                  <a:cubicBezTo>
                    <a:pt x="354" y="550"/>
                    <a:pt x="471" y="472"/>
                    <a:pt x="471" y="315"/>
                  </a:cubicBezTo>
                  <a:lnTo>
                    <a:pt x="471" y="236"/>
                  </a:lnTo>
                  <a:cubicBezTo>
                    <a:pt x="471" y="79"/>
                    <a:pt x="354" y="1"/>
                    <a:pt x="23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43"/>
            <p:cNvSpPr/>
            <p:nvPr/>
          </p:nvSpPr>
          <p:spPr>
            <a:xfrm>
              <a:off x="4146884" y="-1159905"/>
              <a:ext cx="28598" cy="35748"/>
            </a:xfrm>
            <a:custGeom>
              <a:avLst/>
              <a:gdLst/>
              <a:ahLst/>
              <a:cxnLst/>
              <a:rect l="l" t="t" r="r" b="b"/>
              <a:pathLst>
                <a:path w="472" h="590" extrusionOk="0">
                  <a:moveTo>
                    <a:pt x="236" y="0"/>
                  </a:moveTo>
                  <a:cubicBezTo>
                    <a:pt x="118" y="0"/>
                    <a:pt x="0" y="79"/>
                    <a:pt x="0" y="236"/>
                  </a:cubicBezTo>
                  <a:lnTo>
                    <a:pt x="0" y="354"/>
                  </a:lnTo>
                  <a:cubicBezTo>
                    <a:pt x="0" y="511"/>
                    <a:pt x="118" y="589"/>
                    <a:pt x="236" y="589"/>
                  </a:cubicBezTo>
                  <a:cubicBezTo>
                    <a:pt x="354" y="589"/>
                    <a:pt x="472" y="511"/>
                    <a:pt x="472" y="354"/>
                  </a:cubicBezTo>
                  <a:lnTo>
                    <a:pt x="472" y="236"/>
                  </a:lnTo>
                  <a:cubicBezTo>
                    <a:pt x="472" y="79"/>
                    <a:pt x="354" y="0"/>
                    <a:pt x="23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43"/>
            <p:cNvSpPr/>
            <p:nvPr/>
          </p:nvSpPr>
          <p:spPr>
            <a:xfrm>
              <a:off x="2272592" y="-1338282"/>
              <a:ext cx="31022" cy="35688"/>
            </a:xfrm>
            <a:custGeom>
              <a:avLst/>
              <a:gdLst/>
              <a:ahLst/>
              <a:cxnLst/>
              <a:rect l="l" t="t" r="r" b="b"/>
              <a:pathLst>
                <a:path w="512" h="589" extrusionOk="0">
                  <a:moveTo>
                    <a:pt x="256" y="0"/>
                  </a:moveTo>
                  <a:cubicBezTo>
                    <a:pt x="128" y="0"/>
                    <a:pt x="1" y="79"/>
                    <a:pt x="1" y="236"/>
                  </a:cubicBezTo>
                  <a:lnTo>
                    <a:pt x="1" y="353"/>
                  </a:lnTo>
                  <a:cubicBezTo>
                    <a:pt x="1" y="510"/>
                    <a:pt x="128" y="589"/>
                    <a:pt x="256" y="589"/>
                  </a:cubicBezTo>
                  <a:cubicBezTo>
                    <a:pt x="384" y="589"/>
                    <a:pt x="511" y="510"/>
                    <a:pt x="511" y="353"/>
                  </a:cubicBezTo>
                  <a:lnTo>
                    <a:pt x="511" y="236"/>
                  </a:lnTo>
                  <a:cubicBezTo>
                    <a:pt x="511" y="79"/>
                    <a:pt x="384" y="0"/>
                    <a:pt x="25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43"/>
            <p:cNvSpPr/>
            <p:nvPr/>
          </p:nvSpPr>
          <p:spPr>
            <a:xfrm>
              <a:off x="2491443" y="-1352581"/>
              <a:ext cx="45261" cy="28598"/>
            </a:xfrm>
            <a:custGeom>
              <a:avLst/>
              <a:gdLst/>
              <a:ahLst/>
              <a:cxnLst/>
              <a:rect l="l" t="t" r="r" b="b"/>
              <a:pathLst>
                <a:path w="747" h="472" extrusionOk="0">
                  <a:moveTo>
                    <a:pt x="314" y="1"/>
                  </a:moveTo>
                  <a:cubicBezTo>
                    <a:pt x="0" y="1"/>
                    <a:pt x="0" y="472"/>
                    <a:pt x="314" y="472"/>
                  </a:cubicBezTo>
                  <a:lnTo>
                    <a:pt x="393" y="472"/>
                  </a:lnTo>
                  <a:cubicBezTo>
                    <a:pt x="746" y="472"/>
                    <a:pt x="746" y="1"/>
                    <a:pt x="393"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43"/>
            <p:cNvSpPr/>
            <p:nvPr/>
          </p:nvSpPr>
          <p:spPr>
            <a:xfrm>
              <a:off x="2753071" y="-1373363"/>
              <a:ext cx="30961" cy="35142"/>
            </a:xfrm>
            <a:custGeom>
              <a:avLst/>
              <a:gdLst/>
              <a:ahLst/>
              <a:cxnLst/>
              <a:rect l="l" t="t" r="r" b="b"/>
              <a:pathLst>
                <a:path w="511" h="580" extrusionOk="0">
                  <a:moveTo>
                    <a:pt x="256" y="0"/>
                  </a:moveTo>
                  <a:cubicBezTo>
                    <a:pt x="128" y="0"/>
                    <a:pt x="0" y="88"/>
                    <a:pt x="0" y="265"/>
                  </a:cubicBezTo>
                  <a:lnTo>
                    <a:pt x="0" y="344"/>
                  </a:lnTo>
                  <a:cubicBezTo>
                    <a:pt x="0" y="501"/>
                    <a:pt x="128" y="579"/>
                    <a:pt x="256" y="579"/>
                  </a:cubicBezTo>
                  <a:cubicBezTo>
                    <a:pt x="383" y="579"/>
                    <a:pt x="511" y="501"/>
                    <a:pt x="511" y="344"/>
                  </a:cubicBezTo>
                  <a:lnTo>
                    <a:pt x="511" y="265"/>
                  </a:lnTo>
                  <a:cubicBezTo>
                    <a:pt x="511" y="88"/>
                    <a:pt x="383" y="0"/>
                    <a:pt x="25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43"/>
            <p:cNvSpPr/>
            <p:nvPr/>
          </p:nvSpPr>
          <p:spPr>
            <a:xfrm>
              <a:off x="2984707" y="-1379362"/>
              <a:ext cx="53077" cy="31810"/>
            </a:xfrm>
            <a:custGeom>
              <a:avLst/>
              <a:gdLst/>
              <a:ahLst/>
              <a:cxnLst/>
              <a:rect l="l" t="t" r="r" b="b"/>
              <a:pathLst>
                <a:path w="876" h="525" extrusionOk="0">
                  <a:moveTo>
                    <a:pt x="456" y="1"/>
                  </a:moveTo>
                  <a:cubicBezTo>
                    <a:pt x="368" y="1"/>
                    <a:pt x="280" y="30"/>
                    <a:pt x="221" y="89"/>
                  </a:cubicBezTo>
                  <a:cubicBezTo>
                    <a:pt x="1" y="273"/>
                    <a:pt x="192" y="525"/>
                    <a:pt x="410" y="525"/>
                  </a:cubicBezTo>
                  <a:cubicBezTo>
                    <a:pt x="426" y="525"/>
                    <a:pt x="441" y="524"/>
                    <a:pt x="456" y="521"/>
                  </a:cubicBezTo>
                  <a:cubicBezTo>
                    <a:pt x="469" y="524"/>
                    <a:pt x="482" y="525"/>
                    <a:pt x="495" y="525"/>
                  </a:cubicBezTo>
                  <a:cubicBezTo>
                    <a:pt x="682" y="525"/>
                    <a:pt x="875" y="273"/>
                    <a:pt x="692" y="89"/>
                  </a:cubicBezTo>
                  <a:cubicBezTo>
                    <a:pt x="633" y="30"/>
                    <a:pt x="545" y="1"/>
                    <a:pt x="45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43"/>
            <p:cNvSpPr/>
            <p:nvPr/>
          </p:nvSpPr>
          <p:spPr>
            <a:xfrm>
              <a:off x="3224037" y="-1388268"/>
              <a:ext cx="45261" cy="31022"/>
            </a:xfrm>
            <a:custGeom>
              <a:avLst/>
              <a:gdLst/>
              <a:ahLst/>
              <a:cxnLst/>
              <a:rect l="l" t="t" r="r" b="b"/>
              <a:pathLst>
                <a:path w="747" h="512" extrusionOk="0">
                  <a:moveTo>
                    <a:pt x="314" y="1"/>
                  </a:moveTo>
                  <a:cubicBezTo>
                    <a:pt x="0" y="1"/>
                    <a:pt x="0" y="511"/>
                    <a:pt x="314" y="511"/>
                  </a:cubicBezTo>
                  <a:lnTo>
                    <a:pt x="393" y="511"/>
                  </a:lnTo>
                  <a:cubicBezTo>
                    <a:pt x="746" y="511"/>
                    <a:pt x="746" y="1"/>
                    <a:pt x="393"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43"/>
            <p:cNvSpPr/>
            <p:nvPr/>
          </p:nvSpPr>
          <p:spPr>
            <a:xfrm>
              <a:off x="3483302" y="-1383482"/>
              <a:ext cx="42837" cy="30961"/>
            </a:xfrm>
            <a:custGeom>
              <a:avLst/>
              <a:gdLst/>
              <a:ahLst/>
              <a:cxnLst/>
              <a:rect l="l" t="t" r="r" b="b"/>
              <a:pathLst>
                <a:path w="707" h="511" extrusionOk="0">
                  <a:moveTo>
                    <a:pt x="314" y="0"/>
                  </a:moveTo>
                  <a:cubicBezTo>
                    <a:pt x="0" y="0"/>
                    <a:pt x="0" y="511"/>
                    <a:pt x="314" y="511"/>
                  </a:cubicBezTo>
                  <a:lnTo>
                    <a:pt x="393" y="511"/>
                  </a:lnTo>
                  <a:cubicBezTo>
                    <a:pt x="707" y="511"/>
                    <a:pt x="707" y="0"/>
                    <a:pt x="393"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43"/>
            <p:cNvSpPr/>
            <p:nvPr/>
          </p:nvSpPr>
          <p:spPr>
            <a:xfrm>
              <a:off x="3918581" y="-1336343"/>
              <a:ext cx="46836" cy="32779"/>
            </a:xfrm>
            <a:custGeom>
              <a:avLst/>
              <a:gdLst/>
              <a:ahLst/>
              <a:cxnLst/>
              <a:rect l="l" t="t" r="r" b="b"/>
              <a:pathLst>
                <a:path w="773" h="541" extrusionOk="0">
                  <a:moveTo>
                    <a:pt x="361" y="0"/>
                  </a:moveTo>
                  <a:cubicBezTo>
                    <a:pt x="167" y="0"/>
                    <a:pt x="1" y="213"/>
                    <a:pt x="157" y="400"/>
                  </a:cubicBezTo>
                  <a:lnTo>
                    <a:pt x="235" y="478"/>
                  </a:lnTo>
                  <a:cubicBezTo>
                    <a:pt x="287" y="522"/>
                    <a:pt x="345" y="540"/>
                    <a:pt x="401" y="540"/>
                  </a:cubicBezTo>
                  <a:cubicBezTo>
                    <a:pt x="598" y="540"/>
                    <a:pt x="772" y="309"/>
                    <a:pt x="589" y="125"/>
                  </a:cubicBezTo>
                  <a:lnTo>
                    <a:pt x="510" y="47"/>
                  </a:lnTo>
                  <a:cubicBezTo>
                    <a:pt x="462" y="14"/>
                    <a:pt x="411" y="0"/>
                    <a:pt x="361"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43"/>
            <p:cNvSpPr/>
            <p:nvPr/>
          </p:nvSpPr>
          <p:spPr>
            <a:xfrm>
              <a:off x="2902910" y="4767376"/>
              <a:ext cx="38111" cy="28659"/>
            </a:xfrm>
            <a:custGeom>
              <a:avLst/>
              <a:gdLst/>
              <a:ahLst/>
              <a:cxnLst/>
              <a:rect l="l" t="t" r="r" b="b"/>
              <a:pathLst>
                <a:path w="629" h="473" extrusionOk="0">
                  <a:moveTo>
                    <a:pt x="315" y="1"/>
                  </a:moveTo>
                  <a:cubicBezTo>
                    <a:pt x="1" y="1"/>
                    <a:pt x="1" y="472"/>
                    <a:pt x="315" y="472"/>
                  </a:cubicBezTo>
                  <a:cubicBezTo>
                    <a:pt x="629" y="472"/>
                    <a:pt x="629" y="1"/>
                    <a:pt x="315"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43"/>
            <p:cNvSpPr/>
            <p:nvPr/>
          </p:nvSpPr>
          <p:spPr>
            <a:xfrm>
              <a:off x="2921935" y="4687155"/>
              <a:ext cx="30961" cy="35142"/>
            </a:xfrm>
            <a:custGeom>
              <a:avLst/>
              <a:gdLst/>
              <a:ahLst/>
              <a:cxnLst/>
              <a:rect l="l" t="t" r="r" b="b"/>
              <a:pathLst>
                <a:path w="511" h="580" extrusionOk="0">
                  <a:moveTo>
                    <a:pt x="256" y="0"/>
                  </a:moveTo>
                  <a:cubicBezTo>
                    <a:pt x="128" y="0"/>
                    <a:pt x="1" y="88"/>
                    <a:pt x="1" y="265"/>
                  </a:cubicBezTo>
                  <a:lnTo>
                    <a:pt x="1" y="344"/>
                  </a:lnTo>
                  <a:cubicBezTo>
                    <a:pt x="1" y="501"/>
                    <a:pt x="128" y="579"/>
                    <a:pt x="256" y="579"/>
                  </a:cubicBezTo>
                  <a:cubicBezTo>
                    <a:pt x="383" y="579"/>
                    <a:pt x="511" y="501"/>
                    <a:pt x="511" y="344"/>
                  </a:cubicBezTo>
                  <a:lnTo>
                    <a:pt x="511" y="265"/>
                  </a:lnTo>
                  <a:cubicBezTo>
                    <a:pt x="511" y="88"/>
                    <a:pt x="383" y="0"/>
                    <a:pt x="25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43"/>
            <p:cNvSpPr/>
            <p:nvPr/>
          </p:nvSpPr>
          <p:spPr>
            <a:xfrm>
              <a:off x="3050629" y="4826936"/>
              <a:ext cx="46473" cy="34657"/>
            </a:xfrm>
            <a:custGeom>
              <a:avLst/>
              <a:gdLst/>
              <a:ahLst/>
              <a:cxnLst/>
              <a:rect l="l" t="t" r="r" b="b"/>
              <a:pathLst>
                <a:path w="767" h="572" extrusionOk="0">
                  <a:moveTo>
                    <a:pt x="406" y="0"/>
                  </a:moveTo>
                  <a:cubicBezTo>
                    <a:pt x="348" y="0"/>
                    <a:pt x="287" y="23"/>
                    <a:pt x="232" y="78"/>
                  </a:cubicBezTo>
                  <a:lnTo>
                    <a:pt x="154" y="156"/>
                  </a:lnTo>
                  <a:cubicBezTo>
                    <a:pt x="0" y="340"/>
                    <a:pt x="158" y="571"/>
                    <a:pt x="346" y="571"/>
                  </a:cubicBezTo>
                  <a:cubicBezTo>
                    <a:pt x="399" y="571"/>
                    <a:pt x="455" y="553"/>
                    <a:pt x="507" y="510"/>
                  </a:cubicBezTo>
                  <a:lnTo>
                    <a:pt x="585" y="431"/>
                  </a:lnTo>
                  <a:cubicBezTo>
                    <a:pt x="766" y="250"/>
                    <a:pt x="600" y="0"/>
                    <a:pt x="40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43"/>
            <p:cNvSpPr/>
            <p:nvPr/>
          </p:nvSpPr>
          <p:spPr>
            <a:xfrm>
              <a:off x="3486574" y="4767436"/>
              <a:ext cx="46170" cy="34415"/>
            </a:xfrm>
            <a:custGeom>
              <a:avLst/>
              <a:gdLst/>
              <a:ahLst/>
              <a:cxnLst/>
              <a:rect l="l" t="t" r="r" b="b"/>
              <a:pathLst>
                <a:path w="762" h="568" extrusionOk="0">
                  <a:moveTo>
                    <a:pt x="343" y="1"/>
                  </a:moveTo>
                  <a:cubicBezTo>
                    <a:pt x="167" y="1"/>
                    <a:pt x="1" y="251"/>
                    <a:pt x="182" y="432"/>
                  </a:cubicBezTo>
                  <a:lnTo>
                    <a:pt x="221" y="510"/>
                  </a:lnTo>
                  <a:cubicBezTo>
                    <a:pt x="269" y="551"/>
                    <a:pt x="323" y="568"/>
                    <a:pt x="375" y="568"/>
                  </a:cubicBezTo>
                  <a:cubicBezTo>
                    <a:pt x="577" y="568"/>
                    <a:pt x="761" y="313"/>
                    <a:pt x="574" y="157"/>
                  </a:cubicBezTo>
                  <a:lnTo>
                    <a:pt x="496" y="78"/>
                  </a:lnTo>
                  <a:cubicBezTo>
                    <a:pt x="450" y="24"/>
                    <a:pt x="396" y="1"/>
                    <a:pt x="343"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43"/>
            <p:cNvSpPr/>
            <p:nvPr/>
          </p:nvSpPr>
          <p:spPr>
            <a:xfrm>
              <a:off x="3815093" y="2229502"/>
              <a:ext cx="109426" cy="913394"/>
            </a:xfrm>
            <a:custGeom>
              <a:avLst/>
              <a:gdLst/>
              <a:ahLst/>
              <a:cxnLst/>
              <a:rect l="l" t="t" r="r" b="b"/>
              <a:pathLst>
                <a:path w="1806" h="15075" extrusionOk="0">
                  <a:moveTo>
                    <a:pt x="1566" y="1"/>
                  </a:moveTo>
                  <a:cubicBezTo>
                    <a:pt x="1443" y="1"/>
                    <a:pt x="1315" y="79"/>
                    <a:pt x="1315" y="236"/>
                  </a:cubicBezTo>
                  <a:cubicBezTo>
                    <a:pt x="1001" y="5104"/>
                    <a:pt x="569" y="10011"/>
                    <a:pt x="20" y="14839"/>
                  </a:cubicBezTo>
                  <a:cubicBezTo>
                    <a:pt x="0" y="14996"/>
                    <a:pt x="108" y="15075"/>
                    <a:pt x="226" y="15075"/>
                  </a:cubicBezTo>
                  <a:cubicBezTo>
                    <a:pt x="344" y="15075"/>
                    <a:pt x="471" y="14996"/>
                    <a:pt x="491" y="14839"/>
                  </a:cubicBezTo>
                  <a:cubicBezTo>
                    <a:pt x="1080" y="10011"/>
                    <a:pt x="1512" y="5104"/>
                    <a:pt x="1786" y="236"/>
                  </a:cubicBezTo>
                  <a:cubicBezTo>
                    <a:pt x="1806" y="79"/>
                    <a:pt x="1688" y="1"/>
                    <a:pt x="156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43"/>
            <p:cNvSpPr/>
            <p:nvPr/>
          </p:nvSpPr>
          <p:spPr>
            <a:xfrm>
              <a:off x="3797219" y="3204698"/>
              <a:ext cx="47624" cy="28598"/>
            </a:xfrm>
            <a:custGeom>
              <a:avLst/>
              <a:gdLst/>
              <a:ahLst/>
              <a:cxnLst/>
              <a:rect l="l" t="t" r="r" b="b"/>
              <a:pathLst>
                <a:path w="786" h="472" extrusionOk="0">
                  <a:moveTo>
                    <a:pt x="315" y="1"/>
                  </a:moveTo>
                  <a:cubicBezTo>
                    <a:pt x="1" y="1"/>
                    <a:pt x="1" y="472"/>
                    <a:pt x="315" y="472"/>
                  </a:cubicBezTo>
                  <a:lnTo>
                    <a:pt x="433" y="472"/>
                  </a:lnTo>
                  <a:cubicBezTo>
                    <a:pt x="786" y="472"/>
                    <a:pt x="786" y="1"/>
                    <a:pt x="433"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43"/>
            <p:cNvSpPr/>
            <p:nvPr/>
          </p:nvSpPr>
          <p:spPr>
            <a:xfrm>
              <a:off x="3809155" y="3255230"/>
              <a:ext cx="30961" cy="37566"/>
            </a:xfrm>
            <a:custGeom>
              <a:avLst/>
              <a:gdLst/>
              <a:ahLst/>
              <a:cxnLst/>
              <a:rect l="l" t="t" r="r" b="b"/>
              <a:pathLst>
                <a:path w="511" h="620" extrusionOk="0">
                  <a:moveTo>
                    <a:pt x="255" y="1"/>
                  </a:moveTo>
                  <a:cubicBezTo>
                    <a:pt x="128" y="1"/>
                    <a:pt x="0" y="89"/>
                    <a:pt x="0" y="266"/>
                  </a:cubicBezTo>
                  <a:lnTo>
                    <a:pt x="0" y="384"/>
                  </a:lnTo>
                  <a:cubicBezTo>
                    <a:pt x="0" y="541"/>
                    <a:pt x="128" y="619"/>
                    <a:pt x="255" y="619"/>
                  </a:cubicBezTo>
                  <a:cubicBezTo>
                    <a:pt x="383" y="619"/>
                    <a:pt x="510" y="541"/>
                    <a:pt x="510" y="384"/>
                  </a:cubicBezTo>
                  <a:lnTo>
                    <a:pt x="510" y="266"/>
                  </a:lnTo>
                  <a:cubicBezTo>
                    <a:pt x="510" y="89"/>
                    <a:pt x="383" y="1"/>
                    <a:pt x="255"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43"/>
            <p:cNvSpPr/>
            <p:nvPr/>
          </p:nvSpPr>
          <p:spPr>
            <a:xfrm>
              <a:off x="3667314" y="3367140"/>
              <a:ext cx="157534" cy="832688"/>
            </a:xfrm>
            <a:custGeom>
              <a:avLst/>
              <a:gdLst/>
              <a:ahLst/>
              <a:cxnLst/>
              <a:rect l="l" t="t" r="r" b="b"/>
              <a:pathLst>
                <a:path w="2600" h="13743" extrusionOk="0">
                  <a:moveTo>
                    <a:pt x="2298" y="1"/>
                  </a:moveTo>
                  <a:cubicBezTo>
                    <a:pt x="2196" y="1"/>
                    <a:pt x="2098" y="57"/>
                    <a:pt x="2066" y="185"/>
                  </a:cubicBezTo>
                  <a:lnTo>
                    <a:pt x="25" y="13415"/>
                  </a:lnTo>
                  <a:cubicBezTo>
                    <a:pt x="1" y="13609"/>
                    <a:pt x="171" y="13743"/>
                    <a:pt x="324" y="13743"/>
                  </a:cubicBezTo>
                  <a:cubicBezTo>
                    <a:pt x="418" y="13743"/>
                    <a:pt x="505" y="13692"/>
                    <a:pt x="535" y="13572"/>
                  </a:cubicBezTo>
                  <a:cubicBezTo>
                    <a:pt x="1203" y="9136"/>
                    <a:pt x="1909" y="4739"/>
                    <a:pt x="2577" y="303"/>
                  </a:cubicBezTo>
                  <a:cubicBezTo>
                    <a:pt x="2600" y="118"/>
                    <a:pt x="2445" y="1"/>
                    <a:pt x="2298"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43"/>
            <p:cNvSpPr/>
            <p:nvPr/>
          </p:nvSpPr>
          <p:spPr>
            <a:xfrm>
              <a:off x="3899495" y="2125469"/>
              <a:ext cx="28598" cy="37505"/>
            </a:xfrm>
            <a:custGeom>
              <a:avLst/>
              <a:gdLst/>
              <a:ahLst/>
              <a:cxnLst/>
              <a:rect l="l" t="t" r="r" b="b"/>
              <a:pathLst>
                <a:path w="472" h="619" extrusionOk="0">
                  <a:moveTo>
                    <a:pt x="236" y="0"/>
                  </a:moveTo>
                  <a:cubicBezTo>
                    <a:pt x="119" y="0"/>
                    <a:pt x="1" y="88"/>
                    <a:pt x="1" y="265"/>
                  </a:cubicBezTo>
                  <a:lnTo>
                    <a:pt x="1" y="383"/>
                  </a:lnTo>
                  <a:cubicBezTo>
                    <a:pt x="1" y="540"/>
                    <a:pt x="119" y="618"/>
                    <a:pt x="236" y="618"/>
                  </a:cubicBezTo>
                  <a:cubicBezTo>
                    <a:pt x="354" y="618"/>
                    <a:pt x="472" y="540"/>
                    <a:pt x="472" y="383"/>
                  </a:cubicBezTo>
                  <a:lnTo>
                    <a:pt x="472" y="265"/>
                  </a:lnTo>
                  <a:cubicBezTo>
                    <a:pt x="472" y="88"/>
                    <a:pt x="354" y="0"/>
                    <a:pt x="23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43"/>
            <p:cNvSpPr/>
            <p:nvPr/>
          </p:nvSpPr>
          <p:spPr>
            <a:xfrm>
              <a:off x="3918520" y="1627722"/>
              <a:ext cx="41686" cy="259325"/>
            </a:xfrm>
            <a:custGeom>
              <a:avLst/>
              <a:gdLst/>
              <a:ahLst/>
              <a:cxnLst/>
              <a:rect l="l" t="t" r="r" b="b"/>
              <a:pathLst>
                <a:path w="688" h="4280" extrusionOk="0">
                  <a:moveTo>
                    <a:pt x="443" y="1"/>
                  </a:moveTo>
                  <a:cubicBezTo>
                    <a:pt x="315" y="1"/>
                    <a:pt x="178" y="79"/>
                    <a:pt x="158" y="236"/>
                  </a:cubicBezTo>
                  <a:cubicBezTo>
                    <a:pt x="40" y="1492"/>
                    <a:pt x="1" y="2788"/>
                    <a:pt x="40" y="4044"/>
                  </a:cubicBezTo>
                  <a:cubicBezTo>
                    <a:pt x="40" y="4201"/>
                    <a:pt x="168" y="4280"/>
                    <a:pt x="295" y="4280"/>
                  </a:cubicBezTo>
                  <a:cubicBezTo>
                    <a:pt x="423" y="4280"/>
                    <a:pt x="550" y="4201"/>
                    <a:pt x="550" y="4044"/>
                  </a:cubicBezTo>
                  <a:cubicBezTo>
                    <a:pt x="472" y="2788"/>
                    <a:pt x="511" y="1492"/>
                    <a:pt x="668" y="236"/>
                  </a:cubicBezTo>
                  <a:cubicBezTo>
                    <a:pt x="688" y="79"/>
                    <a:pt x="570" y="1"/>
                    <a:pt x="443"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43"/>
            <p:cNvSpPr/>
            <p:nvPr/>
          </p:nvSpPr>
          <p:spPr>
            <a:xfrm>
              <a:off x="3845994" y="-1136153"/>
              <a:ext cx="78525" cy="608990"/>
            </a:xfrm>
            <a:custGeom>
              <a:avLst/>
              <a:gdLst/>
              <a:ahLst/>
              <a:cxnLst/>
              <a:rect l="l" t="t" r="r" b="b"/>
              <a:pathLst>
                <a:path w="1296" h="10051" extrusionOk="0">
                  <a:moveTo>
                    <a:pt x="226" y="1"/>
                  </a:moveTo>
                  <a:cubicBezTo>
                    <a:pt x="109" y="1"/>
                    <a:pt x="1" y="79"/>
                    <a:pt x="20" y="236"/>
                  </a:cubicBezTo>
                  <a:cubicBezTo>
                    <a:pt x="334" y="3416"/>
                    <a:pt x="609" y="6596"/>
                    <a:pt x="805" y="9815"/>
                  </a:cubicBezTo>
                  <a:cubicBezTo>
                    <a:pt x="805" y="9972"/>
                    <a:pt x="933" y="10050"/>
                    <a:pt x="1056" y="10050"/>
                  </a:cubicBezTo>
                  <a:cubicBezTo>
                    <a:pt x="1178" y="10050"/>
                    <a:pt x="1296" y="9972"/>
                    <a:pt x="1276" y="9815"/>
                  </a:cubicBezTo>
                  <a:cubicBezTo>
                    <a:pt x="1080" y="6596"/>
                    <a:pt x="845" y="3416"/>
                    <a:pt x="491" y="236"/>
                  </a:cubicBezTo>
                  <a:cubicBezTo>
                    <a:pt x="472" y="79"/>
                    <a:pt x="344" y="1"/>
                    <a:pt x="22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43"/>
            <p:cNvSpPr/>
            <p:nvPr/>
          </p:nvSpPr>
          <p:spPr>
            <a:xfrm>
              <a:off x="3901919" y="-446336"/>
              <a:ext cx="45200" cy="30961"/>
            </a:xfrm>
            <a:custGeom>
              <a:avLst/>
              <a:gdLst/>
              <a:ahLst/>
              <a:cxnLst/>
              <a:rect l="l" t="t" r="r" b="b"/>
              <a:pathLst>
                <a:path w="746" h="511" extrusionOk="0">
                  <a:moveTo>
                    <a:pt x="314" y="0"/>
                  </a:moveTo>
                  <a:cubicBezTo>
                    <a:pt x="0" y="0"/>
                    <a:pt x="0" y="511"/>
                    <a:pt x="314" y="511"/>
                  </a:cubicBezTo>
                  <a:lnTo>
                    <a:pt x="432" y="511"/>
                  </a:lnTo>
                  <a:cubicBezTo>
                    <a:pt x="746" y="511"/>
                    <a:pt x="746" y="0"/>
                    <a:pt x="432"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43"/>
            <p:cNvSpPr/>
            <p:nvPr/>
          </p:nvSpPr>
          <p:spPr>
            <a:xfrm>
              <a:off x="3942332" y="-37232"/>
              <a:ext cx="30961" cy="37505"/>
            </a:xfrm>
            <a:custGeom>
              <a:avLst/>
              <a:gdLst/>
              <a:ahLst/>
              <a:cxnLst/>
              <a:rect l="l" t="t" r="r" b="b"/>
              <a:pathLst>
                <a:path w="511" h="619" extrusionOk="0">
                  <a:moveTo>
                    <a:pt x="256" y="0"/>
                  </a:moveTo>
                  <a:cubicBezTo>
                    <a:pt x="128" y="0"/>
                    <a:pt x="0" y="79"/>
                    <a:pt x="0" y="236"/>
                  </a:cubicBezTo>
                  <a:lnTo>
                    <a:pt x="0" y="354"/>
                  </a:lnTo>
                  <a:cubicBezTo>
                    <a:pt x="0" y="530"/>
                    <a:pt x="128" y="619"/>
                    <a:pt x="256" y="619"/>
                  </a:cubicBezTo>
                  <a:cubicBezTo>
                    <a:pt x="383" y="619"/>
                    <a:pt x="511" y="530"/>
                    <a:pt x="511" y="354"/>
                  </a:cubicBezTo>
                  <a:lnTo>
                    <a:pt x="511" y="236"/>
                  </a:lnTo>
                  <a:cubicBezTo>
                    <a:pt x="511" y="79"/>
                    <a:pt x="383" y="0"/>
                    <a:pt x="25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43"/>
            <p:cNvSpPr/>
            <p:nvPr/>
          </p:nvSpPr>
          <p:spPr>
            <a:xfrm>
              <a:off x="3549345" y="-2780688"/>
              <a:ext cx="197039" cy="706782"/>
            </a:xfrm>
            <a:custGeom>
              <a:avLst/>
              <a:gdLst/>
              <a:ahLst/>
              <a:cxnLst/>
              <a:rect l="l" t="t" r="r" b="b"/>
              <a:pathLst>
                <a:path w="3252" h="11665" extrusionOk="0">
                  <a:moveTo>
                    <a:pt x="313" y="0"/>
                  </a:moveTo>
                  <a:cubicBezTo>
                    <a:pt x="157" y="0"/>
                    <a:pt x="1" y="124"/>
                    <a:pt x="48" y="292"/>
                  </a:cubicBezTo>
                  <a:cubicBezTo>
                    <a:pt x="1265" y="3942"/>
                    <a:pt x="2168" y="7672"/>
                    <a:pt x="2718" y="11480"/>
                  </a:cubicBezTo>
                  <a:cubicBezTo>
                    <a:pt x="2750" y="11608"/>
                    <a:pt x="2848" y="11664"/>
                    <a:pt x="2950" y="11664"/>
                  </a:cubicBezTo>
                  <a:cubicBezTo>
                    <a:pt x="3097" y="11664"/>
                    <a:pt x="3251" y="11547"/>
                    <a:pt x="3228" y="11362"/>
                  </a:cubicBezTo>
                  <a:cubicBezTo>
                    <a:pt x="2639" y="7554"/>
                    <a:pt x="1736" y="3825"/>
                    <a:pt x="559" y="174"/>
                  </a:cubicBezTo>
                  <a:cubicBezTo>
                    <a:pt x="513" y="51"/>
                    <a:pt x="413" y="0"/>
                    <a:pt x="313"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43"/>
            <p:cNvSpPr/>
            <p:nvPr/>
          </p:nvSpPr>
          <p:spPr>
            <a:xfrm>
              <a:off x="4268731" y="431371"/>
              <a:ext cx="81796" cy="58227"/>
            </a:xfrm>
            <a:custGeom>
              <a:avLst/>
              <a:gdLst/>
              <a:ahLst/>
              <a:cxnLst/>
              <a:rect l="l" t="t" r="r" b="b"/>
              <a:pathLst>
                <a:path w="1350" h="961" extrusionOk="0">
                  <a:moveTo>
                    <a:pt x="992" y="0"/>
                  </a:moveTo>
                  <a:cubicBezTo>
                    <a:pt x="933" y="0"/>
                    <a:pt x="871" y="23"/>
                    <a:pt x="816" y="78"/>
                  </a:cubicBezTo>
                  <a:lnTo>
                    <a:pt x="188" y="549"/>
                  </a:lnTo>
                  <a:cubicBezTo>
                    <a:pt x="1" y="705"/>
                    <a:pt x="185" y="960"/>
                    <a:pt x="387" y="960"/>
                  </a:cubicBezTo>
                  <a:cubicBezTo>
                    <a:pt x="439" y="960"/>
                    <a:pt x="493" y="943"/>
                    <a:pt x="541" y="903"/>
                  </a:cubicBezTo>
                  <a:lnTo>
                    <a:pt x="1169" y="392"/>
                  </a:lnTo>
                  <a:cubicBezTo>
                    <a:pt x="1349" y="242"/>
                    <a:pt x="1185" y="0"/>
                    <a:pt x="992"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43"/>
            <p:cNvSpPr/>
            <p:nvPr/>
          </p:nvSpPr>
          <p:spPr>
            <a:xfrm>
              <a:off x="4344286" y="386111"/>
              <a:ext cx="30961" cy="38111"/>
            </a:xfrm>
            <a:custGeom>
              <a:avLst/>
              <a:gdLst/>
              <a:ahLst/>
              <a:cxnLst/>
              <a:rect l="l" t="t" r="r" b="b"/>
              <a:pathLst>
                <a:path w="511" h="629" extrusionOk="0">
                  <a:moveTo>
                    <a:pt x="256" y="1"/>
                  </a:moveTo>
                  <a:cubicBezTo>
                    <a:pt x="128" y="1"/>
                    <a:pt x="1" y="79"/>
                    <a:pt x="1" y="236"/>
                  </a:cubicBezTo>
                  <a:lnTo>
                    <a:pt x="1" y="393"/>
                  </a:lnTo>
                  <a:cubicBezTo>
                    <a:pt x="1" y="550"/>
                    <a:pt x="128" y="629"/>
                    <a:pt x="256" y="629"/>
                  </a:cubicBezTo>
                  <a:cubicBezTo>
                    <a:pt x="383" y="629"/>
                    <a:pt x="511" y="550"/>
                    <a:pt x="511" y="393"/>
                  </a:cubicBezTo>
                  <a:lnTo>
                    <a:pt x="511" y="236"/>
                  </a:lnTo>
                  <a:cubicBezTo>
                    <a:pt x="511" y="79"/>
                    <a:pt x="383" y="1"/>
                    <a:pt x="25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43"/>
            <p:cNvSpPr/>
            <p:nvPr/>
          </p:nvSpPr>
          <p:spPr>
            <a:xfrm>
              <a:off x="4322898" y="973652"/>
              <a:ext cx="28598" cy="37505"/>
            </a:xfrm>
            <a:custGeom>
              <a:avLst/>
              <a:gdLst/>
              <a:ahLst/>
              <a:cxnLst/>
              <a:rect l="l" t="t" r="r" b="b"/>
              <a:pathLst>
                <a:path w="472" h="619" extrusionOk="0">
                  <a:moveTo>
                    <a:pt x="236" y="0"/>
                  </a:moveTo>
                  <a:cubicBezTo>
                    <a:pt x="118" y="0"/>
                    <a:pt x="0" y="79"/>
                    <a:pt x="0" y="236"/>
                  </a:cubicBezTo>
                  <a:lnTo>
                    <a:pt x="0" y="353"/>
                  </a:lnTo>
                  <a:cubicBezTo>
                    <a:pt x="0" y="530"/>
                    <a:pt x="118" y="618"/>
                    <a:pt x="236" y="618"/>
                  </a:cubicBezTo>
                  <a:cubicBezTo>
                    <a:pt x="354" y="618"/>
                    <a:pt x="471" y="530"/>
                    <a:pt x="471" y="353"/>
                  </a:cubicBezTo>
                  <a:lnTo>
                    <a:pt x="471" y="236"/>
                  </a:lnTo>
                  <a:cubicBezTo>
                    <a:pt x="471" y="79"/>
                    <a:pt x="354" y="0"/>
                    <a:pt x="236"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43"/>
            <p:cNvSpPr/>
            <p:nvPr/>
          </p:nvSpPr>
          <p:spPr>
            <a:xfrm>
              <a:off x="4203960" y="2712344"/>
              <a:ext cx="28598" cy="38111"/>
            </a:xfrm>
            <a:custGeom>
              <a:avLst/>
              <a:gdLst/>
              <a:ahLst/>
              <a:cxnLst/>
              <a:rect l="l" t="t" r="r" b="b"/>
              <a:pathLst>
                <a:path w="472" h="629" extrusionOk="0">
                  <a:moveTo>
                    <a:pt x="236" y="1"/>
                  </a:moveTo>
                  <a:cubicBezTo>
                    <a:pt x="118" y="1"/>
                    <a:pt x="1" y="79"/>
                    <a:pt x="1" y="236"/>
                  </a:cubicBezTo>
                  <a:lnTo>
                    <a:pt x="1" y="393"/>
                  </a:lnTo>
                  <a:cubicBezTo>
                    <a:pt x="1" y="550"/>
                    <a:pt x="118" y="629"/>
                    <a:pt x="236" y="629"/>
                  </a:cubicBezTo>
                  <a:cubicBezTo>
                    <a:pt x="354" y="629"/>
                    <a:pt x="472" y="550"/>
                    <a:pt x="472" y="393"/>
                  </a:cubicBezTo>
                  <a:lnTo>
                    <a:pt x="472" y="236"/>
                  </a:lnTo>
                  <a:cubicBezTo>
                    <a:pt x="472" y="79"/>
                    <a:pt x="354" y="1"/>
                    <a:pt x="23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43"/>
            <p:cNvSpPr/>
            <p:nvPr/>
          </p:nvSpPr>
          <p:spPr>
            <a:xfrm>
              <a:off x="4196810" y="3114298"/>
              <a:ext cx="28598" cy="37566"/>
            </a:xfrm>
            <a:custGeom>
              <a:avLst/>
              <a:gdLst/>
              <a:ahLst/>
              <a:cxnLst/>
              <a:rect l="l" t="t" r="r" b="b"/>
              <a:pathLst>
                <a:path w="472" h="620" extrusionOk="0">
                  <a:moveTo>
                    <a:pt x="236" y="1"/>
                  </a:moveTo>
                  <a:cubicBezTo>
                    <a:pt x="119" y="1"/>
                    <a:pt x="1" y="79"/>
                    <a:pt x="1" y="236"/>
                  </a:cubicBezTo>
                  <a:lnTo>
                    <a:pt x="1" y="354"/>
                  </a:lnTo>
                  <a:cubicBezTo>
                    <a:pt x="1" y="531"/>
                    <a:pt x="119" y="619"/>
                    <a:pt x="236" y="619"/>
                  </a:cubicBezTo>
                  <a:cubicBezTo>
                    <a:pt x="354" y="619"/>
                    <a:pt x="472" y="531"/>
                    <a:pt x="472" y="354"/>
                  </a:cubicBezTo>
                  <a:lnTo>
                    <a:pt x="472" y="236"/>
                  </a:lnTo>
                  <a:cubicBezTo>
                    <a:pt x="472" y="79"/>
                    <a:pt x="354" y="1"/>
                    <a:pt x="236" y="1"/>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43"/>
            <p:cNvSpPr/>
            <p:nvPr/>
          </p:nvSpPr>
          <p:spPr>
            <a:xfrm>
              <a:off x="3065170" y="5541111"/>
              <a:ext cx="90340" cy="166380"/>
            </a:xfrm>
            <a:custGeom>
              <a:avLst/>
              <a:gdLst/>
              <a:ahLst/>
              <a:cxnLst/>
              <a:rect l="l" t="t" r="r" b="b"/>
              <a:pathLst>
                <a:path w="1491" h="2746" extrusionOk="0">
                  <a:moveTo>
                    <a:pt x="301" y="1"/>
                  </a:moveTo>
                  <a:cubicBezTo>
                    <a:pt x="151" y="1"/>
                    <a:pt x="1" y="118"/>
                    <a:pt x="71" y="303"/>
                  </a:cubicBezTo>
                  <a:cubicBezTo>
                    <a:pt x="345" y="1049"/>
                    <a:pt x="659" y="1834"/>
                    <a:pt x="934" y="2580"/>
                  </a:cubicBezTo>
                  <a:cubicBezTo>
                    <a:pt x="982" y="2692"/>
                    <a:pt x="1089" y="2745"/>
                    <a:pt x="1193" y="2745"/>
                  </a:cubicBezTo>
                  <a:cubicBezTo>
                    <a:pt x="1344" y="2745"/>
                    <a:pt x="1491" y="2633"/>
                    <a:pt x="1444" y="2423"/>
                  </a:cubicBezTo>
                  <a:lnTo>
                    <a:pt x="542" y="186"/>
                  </a:lnTo>
                  <a:cubicBezTo>
                    <a:pt x="509" y="57"/>
                    <a:pt x="405" y="1"/>
                    <a:pt x="30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43"/>
            <p:cNvSpPr/>
            <p:nvPr/>
          </p:nvSpPr>
          <p:spPr>
            <a:xfrm>
              <a:off x="2650795" y="6801080"/>
              <a:ext cx="28598" cy="37505"/>
            </a:xfrm>
            <a:custGeom>
              <a:avLst/>
              <a:gdLst/>
              <a:ahLst/>
              <a:cxnLst/>
              <a:rect l="l" t="t" r="r" b="b"/>
              <a:pathLst>
                <a:path w="472" h="619" extrusionOk="0">
                  <a:moveTo>
                    <a:pt x="236" y="0"/>
                  </a:moveTo>
                  <a:cubicBezTo>
                    <a:pt x="118" y="0"/>
                    <a:pt x="0" y="79"/>
                    <a:pt x="0" y="236"/>
                  </a:cubicBezTo>
                  <a:lnTo>
                    <a:pt x="0" y="353"/>
                  </a:lnTo>
                  <a:cubicBezTo>
                    <a:pt x="0" y="530"/>
                    <a:pt x="118" y="618"/>
                    <a:pt x="236" y="618"/>
                  </a:cubicBezTo>
                  <a:cubicBezTo>
                    <a:pt x="354" y="618"/>
                    <a:pt x="472" y="530"/>
                    <a:pt x="472" y="353"/>
                  </a:cubicBezTo>
                  <a:lnTo>
                    <a:pt x="472" y="236"/>
                  </a:lnTo>
                  <a:cubicBezTo>
                    <a:pt x="472" y="79"/>
                    <a:pt x="354" y="0"/>
                    <a:pt x="2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43"/>
            <p:cNvSpPr/>
            <p:nvPr/>
          </p:nvSpPr>
          <p:spPr>
            <a:xfrm>
              <a:off x="3102736" y="7655521"/>
              <a:ext cx="30961" cy="37566"/>
            </a:xfrm>
            <a:custGeom>
              <a:avLst/>
              <a:gdLst/>
              <a:ahLst/>
              <a:cxnLst/>
              <a:rect l="l" t="t" r="r" b="b"/>
              <a:pathLst>
                <a:path w="511" h="620" extrusionOk="0">
                  <a:moveTo>
                    <a:pt x="255" y="1"/>
                  </a:moveTo>
                  <a:cubicBezTo>
                    <a:pt x="128" y="1"/>
                    <a:pt x="0" y="89"/>
                    <a:pt x="0" y="266"/>
                  </a:cubicBezTo>
                  <a:lnTo>
                    <a:pt x="0" y="384"/>
                  </a:lnTo>
                  <a:cubicBezTo>
                    <a:pt x="0" y="541"/>
                    <a:pt x="128" y="619"/>
                    <a:pt x="255" y="619"/>
                  </a:cubicBezTo>
                  <a:cubicBezTo>
                    <a:pt x="383" y="619"/>
                    <a:pt x="510" y="541"/>
                    <a:pt x="510" y="384"/>
                  </a:cubicBezTo>
                  <a:lnTo>
                    <a:pt x="510" y="266"/>
                  </a:lnTo>
                  <a:cubicBezTo>
                    <a:pt x="510" y="89"/>
                    <a:pt x="383" y="1"/>
                    <a:pt x="25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43"/>
            <p:cNvSpPr/>
            <p:nvPr/>
          </p:nvSpPr>
          <p:spPr>
            <a:xfrm>
              <a:off x="2563182" y="7612138"/>
              <a:ext cx="48654" cy="35688"/>
            </a:xfrm>
            <a:custGeom>
              <a:avLst/>
              <a:gdLst/>
              <a:ahLst/>
              <a:cxnLst/>
              <a:rect l="l" t="t" r="r" b="b"/>
              <a:pathLst>
                <a:path w="803" h="589" extrusionOk="0">
                  <a:moveTo>
                    <a:pt x="463" y="1"/>
                  </a:moveTo>
                  <a:cubicBezTo>
                    <a:pt x="409" y="1"/>
                    <a:pt x="354" y="24"/>
                    <a:pt x="308" y="79"/>
                  </a:cubicBezTo>
                  <a:lnTo>
                    <a:pt x="151" y="197"/>
                  </a:lnTo>
                  <a:cubicBezTo>
                    <a:pt x="1" y="347"/>
                    <a:pt x="172" y="589"/>
                    <a:pt x="349" y="589"/>
                  </a:cubicBezTo>
                  <a:cubicBezTo>
                    <a:pt x="403" y="589"/>
                    <a:pt x="458" y="566"/>
                    <a:pt x="504" y="511"/>
                  </a:cubicBezTo>
                  <a:lnTo>
                    <a:pt x="622" y="393"/>
                  </a:lnTo>
                  <a:cubicBezTo>
                    <a:pt x="802" y="243"/>
                    <a:pt x="638" y="1"/>
                    <a:pt x="46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43"/>
            <p:cNvSpPr/>
            <p:nvPr/>
          </p:nvSpPr>
          <p:spPr>
            <a:xfrm>
              <a:off x="2201278" y="7448000"/>
              <a:ext cx="45200" cy="28598"/>
            </a:xfrm>
            <a:custGeom>
              <a:avLst/>
              <a:gdLst/>
              <a:ahLst/>
              <a:cxnLst/>
              <a:rect l="l" t="t" r="r" b="b"/>
              <a:pathLst>
                <a:path w="746" h="472" extrusionOk="0">
                  <a:moveTo>
                    <a:pt x="314" y="1"/>
                  </a:moveTo>
                  <a:cubicBezTo>
                    <a:pt x="0" y="1"/>
                    <a:pt x="0" y="472"/>
                    <a:pt x="314" y="472"/>
                  </a:cubicBezTo>
                  <a:lnTo>
                    <a:pt x="393" y="472"/>
                  </a:lnTo>
                  <a:cubicBezTo>
                    <a:pt x="746" y="472"/>
                    <a:pt x="746" y="1"/>
                    <a:pt x="39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43"/>
            <p:cNvSpPr/>
            <p:nvPr/>
          </p:nvSpPr>
          <p:spPr>
            <a:xfrm>
              <a:off x="2786395" y="7417099"/>
              <a:ext cx="47624" cy="30961"/>
            </a:xfrm>
            <a:custGeom>
              <a:avLst/>
              <a:gdLst/>
              <a:ahLst/>
              <a:cxnLst/>
              <a:rect l="l" t="t" r="r" b="b"/>
              <a:pathLst>
                <a:path w="786" h="511" extrusionOk="0">
                  <a:moveTo>
                    <a:pt x="314" y="0"/>
                  </a:moveTo>
                  <a:cubicBezTo>
                    <a:pt x="0" y="0"/>
                    <a:pt x="0" y="511"/>
                    <a:pt x="314" y="511"/>
                  </a:cubicBezTo>
                  <a:lnTo>
                    <a:pt x="432" y="511"/>
                  </a:lnTo>
                  <a:cubicBezTo>
                    <a:pt x="785" y="511"/>
                    <a:pt x="785" y="0"/>
                    <a:pt x="43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43"/>
            <p:cNvSpPr/>
            <p:nvPr/>
          </p:nvSpPr>
          <p:spPr>
            <a:xfrm>
              <a:off x="1104780" y="-3836106"/>
              <a:ext cx="4162412" cy="11645701"/>
            </a:xfrm>
            <a:custGeom>
              <a:avLst/>
              <a:gdLst/>
              <a:ahLst/>
              <a:cxnLst/>
              <a:rect l="l" t="t" r="r" b="b"/>
              <a:pathLst>
                <a:path w="68698" h="192205" extrusionOk="0">
                  <a:moveTo>
                    <a:pt x="35370" y="1694"/>
                  </a:moveTo>
                  <a:cubicBezTo>
                    <a:pt x="40551" y="9663"/>
                    <a:pt x="44634" y="18299"/>
                    <a:pt x="47578" y="27368"/>
                  </a:cubicBezTo>
                  <a:lnTo>
                    <a:pt x="47343" y="27368"/>
                  </a:lnTo>
                  <a:cubicBezTo>
                    <a:pt x="46989" y="27368"/>
                    <a:pt x="46989" y="27878"/>
                    <a:pt x="47343" y="27878"/>
                  </a:cubicBezTo>
                  <a:lnTo>
                    <a:pt x="47735" y="27878"/>
                  </a:lnTo>
                  <a:cubicBezTo>
                    <a:pt x="47892" y="28271"/>
                    <a:pt x="48010" y="28663"/>
                    <a:pt x="48128" y="29056"/>
                  </a:cubicBezTo>
                  <a:lnTo>
                    <a:pt x="47421" y="28859"/>
                  </a:lnTo>
                  <a:cubicBezTo>
                    <a:pt x="47387" y="28846"/>
                    <a:pt x="47355" y="28841"/>
                    <a:pt x="47325" y="28841"/>
                  </a:cubicBezTo>
                  <a:cubicBezTo>
                    <a:pt x="47087" y="28841"/>
                    <a:pt x="47024" y="29226"/>
                    <a:pt x="47304" y="29330"/>
                  </a:cubicBezTo>
                  <a:lnTo>
                    <a:pt x="48324" y="29644"/>
                  </a:lnTo>
                  <a:cubicBezTo>
                    <a:pt x="48599" y="30587"/>
                    <a:pt x="48874" y="31490"/>
                    <a:pt x="49149" y="32392"/>
                  </a:cubicBezTo>
                  <a:cubicBezTo>
                    <a:pt x="48795" y="32392"/>
                    <a:pt x="48481" y="32510"/>
                    <a:pt x="48206" y="32667"/>
                  </a:cubicBezTo>
                  <a:cubicBezTo>
                    <a:pt x="47981" y="32829"/>
                    <a:pt x="48126" y="33149"/>
                    <a:pt x="48316" y="33149"/>
                  </a:cubicBezTo>
                  <a:cubicBezTo>
                    <a:pt x="48357" y="33149"/>
                    <a:pt x="48400" y="33134"/>
                    <a:pt x="48442" y="33099"/>
                  </a:cubicBezTo>
                  <a:cubicBezTo>
                    <a:pt x="48637" y="32969"/>
                    <a:pt x="48859" y="32893"/>
                    <a:pt x="49108" y="32893"/>
                  </a:cubicBezTo>
                  <a:cubicBezTo>
                    <a:pt x="49160" y="32893"/>
                    <a:pt x="49212" y="32896"/>
                    <a:pt x="49266" y="32903"/>
                  </a:cubicBezTo>
                  <a:cubicBezTo>
                    <a:pt x="49306" y="33099"/>
                    <a:pt x="49345" y="33295"/>
                    <a:pt x="49423" y="33492"/>
                  </a:cubicBezTo>
                  <a:cubicBezTo>
                    <a:pt x="48992" y="33492"/>
                    <a:pt x="48560" y="33609"/>
                    <a:pt x="48167" y="33806"/>
                  </a:cubicBezTo>
                  <a:cubicBezTo>
                    <a:pt x="47934" y="33906"/>
                    <a:pt x="48068" y="34232"/>
                    <a:pt x="48307" y="34232"/>
                  </a:cubicBezTo>
                  <a:cubicBezTo>
                    <a:pt x="48349" y="34232"/>
                    <a:pt x="48395" y="34222"/>
                    <a:pt x="48442" y="34198"/>
                  </a:cubicBezTo>
                  <a:cubicBezTo>
                    <a:pt x="48795" y="34041"/>
                    <a:pt x="49149" y="33963"/>
                    <a:pt x="49541" y="33963"/>
                  </a:cubicBezTo>
                  <a:cubicBezTo>
                    <a:pt x="49777" y="34866"/>
                    <a:pt x="50012" y="35729"/>
                    <a:pt x="50248" y="36632"/>
                  </a:cubicBezTo>
                  <a:cubicBezTo>
                    <a:pt x="49698" y="36240"/>
                    <a:pt x="49188" y="35808"/>
                    <a:pt x="48756" y="35297"/>
                  </a:cubicBezTo>
                  <a:cubicBezTo>
                    <a:pt x="48701" y="35243"/>
                    <a:pt x="48640" y="35220"/>
                    <a:pt x="48582" y="35220"/>
                  </a:cubicBezTo>
                  <a:cubicBezTo>
                    <a:pt x="48388" y="35220"/>
                    <a:pt x="48222" y="35470"/>
                    <a:pt x="48403" y="35651"/>
                  </a:cubicBezTo>
                  <a:cubicBezTo>
                    <a:pt x="48952" y="36318"/>
                    <a:pt x="49659" y="36868"/>
                    <a:pt x="50405" y="37299"/>
                  </a:cubicBezTo>
                  <a:cubicBezTo>
                    <a:pt x="50483" y="37574"/>
                    <a:pt x="50562" y="37849"/>
                    <a:pt x="50601" y="38163"/>
                  </a:cubicBezTo>
                  <a:cubicBezTo>
                    <a:pt x="49698" y="37535"/>
                    <a:pt x="48874" y="36828"/>
                    <a:pt x="48128" y="36043"/>
                  </a:cubicBezTo>
                  <a:cubicBezTo>
                    <a:pt x="48073" y="35988"/>
                    <a:pt x="48013" y="35965"/>
                    <a:pt x="47956" y="35965"/>
                  </a:cubicBezTo>
                  <a:cubicBezTo>
                    <a:pt x="47773" y="35965"/>
                    <a:pt x="47624" y="36207"/>
                    <a:pt x="47775" y="36357"/>
                  </a:cubicBezTo>
                  <a:cubicBezTo>
                    <a:pt x="48128" y="36750"/>
                    <a:pt x="48481" y="37103"/>
                    <a:pt x="48913" y="37456"/>
                  </a:cubicBezTo>
                  <a:cubicBezTo>
                    <a:pt x="48717" y="37810"/>
                    <a:pt x="48638" y="38242"/>
                    <a:pt x="48677" y="38634"/>
                  </a:cubicBezTo>
                  <a:cubicBezTo>
                    <a:pt x="48697" y="38791"/>
                    <a:pt x="48825" y="38870"/>
                    <a:pt x="48947" y="38870"/>
                  </a:cubicBezTo>
                  <a:cubicBezTo>
                    <a:pt x="49070" y="38870"/>
                    <a:pt x="49188" y="38791"/>
                    <a:pt x="49188" y="38634"/>
                  </a:cubicBezTo>
                  <a:cubicBezTo>
                    <a:pt x="49149" y="38359"/>
                    <a:pt x="49188" y="38045"/>
                    <a:pt x="49306" y="37810"/>
                  </a:cubicBezTo>
                  <a:cubicBezTo>
                    <a:pt x="49737" y="38163"/>
                    <a:pt x="50248" y="38516"/>
                    <a:pt x="50758" y="38830"/>
                  </a:cubicBezTo>
                  <a:cubicBezTo>
                    <a:pt x="51072" y="40283"/>
                    <a:pt x="51386" y="41696"/>
                    <a:pt x="51700" y="43149"/>
                  </a:cubicBezTo>
                  <a:cubicBezTo>
                    <a:pt x="45973" y="42201"/>
                    <a:pt x="40193" y="41730"/>
                    <a:pt x="34415" y="41730"/>
                  </a:cubicBezTo>
                  <a:cubicBezTo>
                    <a:pt x="28947" y="41730"/>
                    <a:pt x="23479" y="42152"/>
                    <a:pt x="18058" y="42992"/>
                  </a:cubicBezTo>
                  <a:cubicBezTo>
                    <a:pt x="19157" y="37339"/>
                    <a:pt x="20649" y="31764"/>
                    <a:pt x="22572" y="26308"/>
                  </a:cubicBezTo>
                  <a:cubicBezTo>
                    <a:pt x="25634" y="17514"/>
                    <a:pt x="29952" y="9231"/>
                    <a:pt x="35370" y="1694"/>
                  </a:cubicBezTo>
                  <a:close/>
                  <a:moveTo>
                    <a:pt x="52996" y="50725"/>
                  </a:moveTo>
                  <a:cubicBezTo>
                    <a:pt x="53113" y="51353"/>
                    <a:pt x="53192" y="52021"/>
                    <a:pt x="53270" y="52688"/>
                  </a:cubicBezTo>
                  <a:cubicBezTo>
                    <a:pt x="53231" y="52688"/>
                    <a:pt x="53192" y="52727"/>
                    <a:pt x="53153" y="52766"/>
                  </a:cubicBezTo>
                  <a:cubicBezTo>
                    <a:pt x="53113" y="52884"/>
                    <a:pt x="53074" y="52963"/>
                    <a:pt x="53035" y="53080"/>
                  </a:cubicBezTo>
                  <a:cubicBezTo>
                    <a:pt x="52996" y="52609"/>
                    <a:pt x="52956" y="52138"/>
                    <a:pt x="52996" y="51707"/>
                  </a:cubicBezTo>
                  <a:cubicBezTo>
                    <a:pt x="52956" y="51432"/>
                    <a:pt x="52956" y="51078"/>
                    <a:pt x="52996" y="50725"/>
                  </a:cubicBezTo>
                  <a:close/>
                  <a:moveTo>
                    <a:pt x="54723" y="71609"/>
                  </a:moveTo>
                  <a:lnTo>
                    <a:pt x="54762" y="72198"/>
                  </a:lnTo>
                  <a:lnTo>
                    <a:pt x="53663" y="73533"/>
                  </a:lnTo>
                  <a:cubicBezTo>
                    <a:pt x="53506" y="73376"/>
                    <a:pt x="53388" y="73219"/>
                    <a:pt x="53270" y="73023"/>
                  </a:cubicBezTo>
                  <a:cubicBezTo>
                    <a:pt x="53663" y="72473"/>
                    <a:pt x="54173" y="72002"/>
                    <a:pt x="54723" y="71609"/>
                  </a:cubicBezTo>
                  <a:close/>
                  <a:moveTo>
                    <a:pt x="54762" y="72944"/>
                  </a:moveTo>
                  <a:cubicBezTo>
                    <a:pt x="54801" y="73494"/>
                    <a:pt x="54801" y="74004"/>
                    <a:pt x="54801" y="74554"/>
                  </a:cubicBezTo>
                  <a:cubicBezTo>
                    <a:pt x="54527" y="74318"/>
                    <a:pt x="54252" y="74122"/>
                    <a:pt x="54016" y="73886"/>
                  </a:cubicBezTo>
                  <a:lnTo>
                    <a:pt x="54762" y="72944"/>
                  </a:lnTo>
                  <a:close/>
                  <a:moveTo>
                    <a:pt x="54723" y="80678"/>
                  </a:moveTo>
                  <a:cubicBezTo>
                    <a:pt x="54762" y="81031"/>
                    <a:pt x="54762" y="81424"/>
                    <a:pt x="54723" y="81777"/>
                  </a:cubicBezTo>
                  <a:cubicBezTo>
                    <a:pt x="54723" y="81424"/>
                    <a:pt x="54723" y="81031"/>
                    <a:pt x="54723" y="80678"/>
                  </a:cubicBezTo>
                  <a:close/>
                  <a:moveTo>
                    <a:pt x="54370" y="91277"/>
                  </a:moveTo>
                  <a:cubicBezTo>
                    <a:pt x="54252" y="93279"/>
                    <a:pt x="54095" y="95281"/>
                    <a:pt x="53938" y="97283"/>
                  </a:cubicBezTo>
                  <a:cubicBezTo>
                    <a:pt x="53231" y="95320"/>
                    <a:pt x="53388" y="93161"/>
                    <a:pt x="54370" y="91277"/>
                  </a:cubicBezTo>
                  <a:close/>
                  <a:moveTo>
                    <a:pt x="51229" y="128099"/>
                  </a:moveTo>
                  <a:cubicBezTo>
                    <a:pt x="51543" y="128413"/>
                    <a:pt x="51779" y="128767"/>
                    <a:pt x="52014" y="129159"/>
                  </a:cubicBezTo>
                  <a:cubicBezTo>
                    <a:pt x="51700" y="129081"/>
                    <a:pt x="51386" y="129002"/>
                    <a:pt x="51072" y="128963"/>
                  </a:cubicBezTo>
                  <a:lnTo>
                    <a:pt x="51229" y="128099"/>
                  </a:lnTo>
                  <a:close/>
                  <a:moveTo>
                    <a:pt x="18215" y="127824"/>
                  </a:moveTo>
                  <a:cubicBezTo>
                    <a:pt x="18333" y="128256"/>
                    <a:pt x="18411" y="128727"/>
                    <a:pt x="18490" y="129159"/>
                  </a:cubicBezTo>
                  <a:cubicBezTo>
                    <a:pt x="18215" y="129238"/>
                    <a:pt x="17901" y="129277"/>
                    <a:pt x="17587" y="129355"/>
                  </a:cubicBezTo>
                  <a:cubicBezTo>
                    <a:pt x="17744" y="128806"/>
                    <a:pt x="17940" y="128296"/>
                    <a:pt x="18215" y="127824"/>
                  </a:cubicBezTo>
                  <a:close/>
                  <a:moveTo>
                    <a:pt x="51543" y="126529"/>
                  </a:moveTo>
                  <a:cubicBezTo>
                    <a:pt x="52328" y="127353"/>
                    <a:pt x="52956" y="128374"/>
                    <a:pt x="53349" y="129512"/>
                  </a:cubicBezTo>
                  <a:cubicBezTo>
                    <a:pt x="53113" y="129434"/>
                    <a:pt x="52878" y="129355"/>
                    <a:pt x="52642" y="129277"/>
                  </a:cubicBezTo>
                  <a:cubicBezTo>
                    <a:pt x="52642" y="129238"/>
                    <a:pt x="52642" y="129198"/>
                    <a:pt x="52642" y="129198"/>
                  </a:cubicBezTo>
                  <a:cubicBezTo>
                    <a:pt x="52289" y="128570"/>
                    <a:pt x="51857" y="127981"/>
                    <a:pt x="51347" y="127510"/>
                  </a:cubicBezTo>
                  <a:cubicBezTo>
                    <a:pt x="51425" y="127157"/>
                    <a:pt x="51465" y="126843"/>
                    <a:pt x="51543" y="126529"/>
                  </a:cubicBezTo>
                  <a:close/>
                  <a:moveTo>
                    <a:pt x="54723" y="129434"/>
                  </a:moveTo>
                  <a:cubicBezTo>
                    <a:pt x="56293" y="129434"/>
                    <a:pt x="57353" y="130494"/>
                    <a:pt x="57903" y="131829"/>
                  </a:cubicBezTo>
                  <a:cubicBezTo>
                    <a:pt x="56960" y="131122"/>
                    <a:pt x="55901" y="130533"/>
                    <a:pt x="54841" y="130062"/>
                  </a:cubicBezTo>
                  <a:cubicBezTo>
                    <a:pt x="54841" y="129827"/>
                    <a:pt x="54762" y="129630"/>
                    <a:pt x="54723" y="129434"/>
                  </a:cubicBezTo>
                  <a:close/>
                  <a:moveTo>
                    <a:pt x="34532" y="42176"/>
                  </a:moveTo>
                  <a:cubicBezTo>
                    <a:pt x="40320" y="42176"/>
                    <a:pt x="46105" y="42658"/>
                    <a:pt x="51818" y="43620"/>
                  </a:cubicBezTo>
                  <a:cubicBezTo>
                    <a:pt x="52014" y="44719"/>
                    <a:pt x="52210" y="45818"/>
                    <a:pt x="52407" y="46917"/>
                  </a:cubicBezTo>
                  <a:lnTo>
                    <a:pt x="51739" y="46014"/>
                  </a:lnTo>
                  <a:cubicBezTo>
                    <a:pt x="51681" y="45933"/>
                    <a:pt x="51602" y="45900"/>
                    <a:pt x="51525" y="45900"/>
                  </a:cubicBezTo>
                  <a:cubicBezTo>
                    <a:pt x="51342" y="45900"/>
                    <a:pt x="51170" y="46084"/>
                    <a:pt x="51308" y="46250"/>
                  </a:cubicBezTo>
                  <a:lnTo>
                    <a:pt x="52132" y="47349"/>
                  </a:lnTo>
                  <a:cubicBezTo>
                    <a:pt x="51975" y="47585"/>
                    <a:pt x="51857" y="47820"/>
                    <a:pt x="51739" y="48056"/>
                  </a:cubicBezTo>
                  <a:cubicBezTo>
                    <a:pt x="51268" y="47467"/>
                    <a:pt x="50915" y="46839"/>
                    <a:pt x="50680" y="46171"/>
                  </a:cubicBezTo>
                  <a:cubicBezTo>
                    <a:pt x="50633" y="46062"/>
                    <a:pt x="50530" y="46015"/>
                    <a:pt x="50428" y="46015"/>
                  </a:cubicBezTo>
                  <a:cubicBezTo>
                    <a:pt x="50274" y="46015"/>
                    <a:pt x="50122" y="46124"/>
                    <a:pt x="50169" y="46289"/>
                  </a:cubicBezTo>
                  <a:cubicBezTo>
                    <a:pt x="50483" y="47114"/>
                    <a:pt x="50915" y="47859"/>
                    <a:pt x="51504" y="48527"/>
                  </a:cubicBezTo>
                  <a:cubicBezTo>
                    <a:pt x="51386" y="48762"/>
                    <a:pt x="51347" y="48998"/>
                    <a:pt x="51268" y="49233"/>
                  </a:cubicBezTo>
                  <a:cubicBezTo>
                    <a:pt x="51220" y="49427"/>
                    <a:pt x="51381" y="49562"/>
                    <a:pt x="51539" y="49562"/>
                  </a:cubicBezTo>
                  <a:cubicBezTo>
                    <a:pt x="51637" y="49562"/>
                    <a:pt x="51734" y="49510"/>
                    <a:pt x="51779" y="49390"/>
                  </a:cubicBezTo>
                  <a:cubicBezTo>
                    <a:pt x="51779" y="49233"/>
                    <a:pt x="51857" y="49037"/>
                    <a:pt x="51896" y="48880"/>
                  </a:cubicBezTo>
                  <a:cubicBezTo>
                    <a:pt x="52132" y="48880"/>
                    <a:pt x="52250" y="48645"/>
                    <a:pt x="52093" y="48488"/>
                  </a:cubicBezTo>
                  <a:cubicBezTo>
                    <a:pt x="52210" y="48173"/>
                    <a:pt x="52368" y="47899"/>
                    <a:pt x="52564" y="47663"/>
                  </a:cubicBezTo>
                  <a:cubicBezTo>
                    <a:pt x="52642" y="48252"/>
                    <a:pt x="52760" y="48880"/>
                    <a:pt x="52839" y="49508"/>
                  </a:cubicBezTo>
                  <a:cubicBezTo>
                    <a:pt x="52642" y="49901"/>
                    <a:pt x="52564" y="50333"/>
                    <a:pt x="52564" y="50764"/>
                  </a:cubicBezTo>
                  <a:cubicBezTo>
                    <a:pt x="52485" y="51667"/>
                    <a:pt x="52525" y="52609"/>
                    <a:pt x="52603" y="53512"/>
                  </a:cubicBezTo>
                  <a:cubicBezTo>
                    <a:pt x="52642" y="53591"/>
                    <a:pt x="52682" y="53669"/>
                    <a:pt x="52799" y="53709"/>
                  </a:cubicBezTo>
                  <a:cubicBezTo>
                    <a:pt x="52721" y="53905"/>
                    <a:pt x="52642" y="54101"/>
                    <a:pt x="52564" y="54297"/>
                  </a:cubicBezTo>
                  <a:cubicBezTo>
                    <a:pt x="52171" y="53630"/>
                    <a:pt x="51896" y="52884"/>
                    <a:pt x="51818" y="52138"/>
                  </a:cubicBezTo>
                  <a:cubicBezTo>
                    <a:pt x="51798" y="51981"/>
                    <a:pt x="51661" y="51903"/>
                    <a:pt x="51533" y="51903"/>
                  </a:cubicBezTo>
                  <a:cubicBezTo>
                    <a:pt x="51406" y="51903"/>
                    <a:pt x="51288" y="51981"/>
                    <a:pt x="51308" y="52138"/>
                  </a:cubicBezTo>
                  <a:cubicBezTo>
                    <a:pt x="51425" y="53080"/>
                    <a:pt x="51739" y="53983"/>
                    <a:pt x="52250" y="54769"/>
                  </a:cubicBezTo>
                  <a:cubicBezTo>
                    <a:pt x="52289" y="54808"/>
                    <a:pt x="52328" y="54847"/>
                    <a:pt x="52368" y="54847"/>
                  </a:cubicBezTo>
                  <a:cubicBezTo>
                    <a:pt x="52014" y="55907"/>
                    <a:pt x="51739" y="57006"/>
                    <a:pt x="51504" y="58105"/>
                  </a:cubicBezTo>
                  <a:cubicBezTo>
                    <a:pt x="51480" y="58273"/>
                    <a:pt x="51646" y="58397"/>
                    <a:pt x="51796" y="58397"/>
                  </a:cubicBezTo>
                  <a:cubicBezTo>
                    <a:pt x="51893" y="58397"/>
                    <a:pt x="51984" y="58346"/>
                    <a:pt x="52014" y="58223"/>
                  </a:cubicBezTo>
                  <a:cubicBezTo>
                    <a:pt x="52289" y="56614"/>
                    <a:pt x="52760" y="55004"/>
                    <a:pt x="53427" y="53512"/>
                  </a:cubicBezTo>
                  <a:cubicBezTo>
                    <a:pt x="53467" y="53787"/>
                    <a:pt x="53506" y="54062"/>
                    <a:pt x="53545" y="54376"/>
                  </a:cubicBezTo>
                  <a:cubicBezTo>
                    <a:pt x="52878" y="55868"/>
                    <a:pt x="52603" y="57516"/>
                    <a:pt x="52721" y="59165"/>
                  </a:cubicBezTo>
                  <a:cubicBezTo>
                    <a:pt x="52721" y="59322"/>
                    <a:pt x="52839" y="59401"/>
                    <a:pt x="52956" y="59401"/>
                  </a:cubicBezTo>
                  <a:cubicBezTo>
                    <a:pt x="53074" y="59401"/>
                    <a:pt x="53192" y="59322"/>
                    <a:pt x="53192" y="59165"/>
                  </a:cubicBezTo>
                  <a:cubicBezTo>
                    <a:pt x="53113" y="57870"/>
                    <a:pt x="53270" y="56614"/>
                    <a:pt x="53663" y="55397"/>
                  </a:cubicBezTo>
                  <a:cubicBezTo>
                    <a:pt x="53938" y="57752"/>
                    <a:pt x="54134" y="60147"/>
                    <a:pt x="54330" y="62502"/>
                  </a:cubicBezTo>
                  <a:cubicBezTo>
                    <a:pt x="54095" y="62149"/>
                    <a:pt x="53938" y="61717"/>
                    <a:pt x="53859" y="61285"/>
                  </a:cubicBezTo>
                  <a:cubicBezTo>
                    <a:pt x="53844" y="61162"/>
                    <a:pt x="53763" y="61112"/>
                    <a:pt x="53672" y="61112"/>
                  </a:cubicBezTo>
                  <a:cubicBezTo>
                    <a:pt x="53530" y="61112"/>
                    <a:pt x="53364" y="61235"/>
                    <a:pt x="53388" y="61403"/>
                  </a:cubicBezTo>
                  <a:cubicBezTo>
                    <a:pt x="53506" y="62188"/>
                    <a:pt x="53859" y="62855"/>
                    <a:pt x="54370" y="63444"/>
                  </a:cubicBezTo>
                  <a:cubicBezTo>
                    <a:pt x="54370" y="63797"/>
                    <a:pt x="54409" y="64190"/>
                    <a:pt x="54409" y="64543"/>
                  </a:cubicBezTo>
                  <a:cubicBezTo>
                    <a:pt x="53663" y="63719"/>
                    <a:pt x="53074" y="62777"/>
                    <a:pt x="52642" y="61756"/>
                  </a:cubicBezTo>
                  <a:cubicBezTo>
                    <a:pt x="52596" y="61647"/>
                    <a:pt x="52493" y="61600"/>
                    <a:pt x="52394" y="61600"/>
                  </a:cubicBezTo>
                  <a:cubicBezTo>
                    <a:pt x="52243" y="61600"/>
                    <a:pt x="52100" y="61708"/>
                    <a:pt x="52171" y="61874"/>
                  </a:cubicBezTo>
                  <a:cubicBezTo>
                    <a:pt x="52682" y="63169"/>
                    <a:pt x="53467" y="64308"/>
                    <a:pt x="54448" y="65250"/>
                  </a:cubicBezTo>
                  <a:lnTo>
                    <a:pt x="54527" y="66742"/>
                  </a:lnTo>
                  <a:lnTo>
                    <a:pt x="54527" y="66742"/>
                  </a:lnTo>
                  <a:lnTo>
                    <a:pt x="53859" y="66114"/>
                  </a:lnTo>
                  <a:cubicBezTo>
                    <a:pt x="53804" y="66059"/>
                    <a:pt x="53746" y="66036"/>
                    <a:pt x="53690" y="66036"/>
                  </a:cubicBezTo>
                  <a:cubicBezTo>
                    <a:pt x="53505" y="66036"/>
                    <a:pt x="53355" y="66286"/>
                    <a:pt x="53506" y="66467"/>
                  </a:cubicBezTo>
                  <a:lnTo>
                    <a:pt x="54370" y="67252"/>
                  </a:lnTo>
                  <a:lnTo>
                    <a:pt x="53977" y="67488"/>
                  </a:lnTo>
                  <a:lnTo>
                    <a:pt x="53153" y="66820"/>
                  </a:lnTo>
                  <a:cubicBezTo>
                    <a:pt x="53097" y="66765"/>
                    <a:pt x="53038" y="66742"/>
                    <a:pt x="52982" y="66742"/>
                  </a:cubicBezTo>
                  <a:cubicBezTo>
                    <a:pt x="52800" y="66742"/>
                    <a:pt x="52658" y="66984"/>
                    <a:pt x="52839" y="67134"/>
                  </a:cubicBezTo>
                  <a:lnTo>
                    <a:pt x="53545" y="67762"/>
                  </a:lnTo>
                  <a:cubicBezTo>
                    <a:pt x="53074" y="68076"/>
                    <a:pt x="52642" y="68430"/>
                    <a:pt x="52210" y="68744"/>
                  </a:cubicBezTo>
                  <a:cubicBezTo>
                    <a:pt x="52027" y="68927"/>
                    <a:pt x="52201" y="69159"/>
                    <a:pt x="52399" y="69159"/>
                  </a:cubicBezTo>
                  <a:cubicBezTo>
                    <a:pt x="52454" y="69159"/>
                    <a:pt x="52512" y="69140"/>
                    <a:pt x="52564" y="69097"/>
                  </a:cubicBezTo>
                  <a:cubicBezTo>
                    <a:pt x="53192" y="68587"/>
                    <a:pt x="53859" y="68116"/>
                    <a:pt x="54566" y="67684"/>
                  </a:cubicBezTo>
                  <a:cubicBezTo>
                    <a:pt x="54644" y="68783"/>
                    <a:pt x="54684" y="69882"/>
                    <a:pt x="54723" y="71021"/>
                  </a:cubicBezTo>
                  <a:cubicBezTo>
                    <a:pt x="54016" y="71452"/>
                    <a:pt x="53427" y="72002"/>
                    <a:pt x="52956" y="72630"/>
                  </a:cubicBezTo>
                  <a:cubicBezTo>
                    <a:pt x="52799" y="72434"/>
                    <a:pt x="52642" y="72198"/>
                    <a:pt x="52485" y="71963"/>
                  </a:cubicBezTo>
                  <a:cubicBezTo>
                    <a:pt x="52441" y="71907"/>
                    <a:pt x="52375" y="71883"/>
                    <a:pt x="52306" y="71883"/>
                  </a:cubicBezTo>
                  <a:cubicBezTo>
                    <a:pt x="52132" y="71883"/>
                    <a:pt x="51941" y="72040"/>
                    <a:pt x="52053" y="72238"/>
                  </a:cubicBezTo>
                  <a:cubicBezTo>
                    <a:pt x="52760" y="73376"/>
                    <a:pt x="53702" y="74357"/>
                    <a:pt x="54801" y="75143"/>
                  </a:cubicBezTo>
                  <a:lnTo>
                    <a:pt x="54801" y="76359"/>
                  </a:lnTo>
                  <a:cubicBezTo>
                    <a:pt x="53702" y="75535"/>
                    <a:pt x="52721" y="74514"/>
                    <a:pt x="51857" y="73415"/>
                  </a:cubicBezTo>
                  <a:cubicBezTo>
                    <a:pt x="51812" y="73347"/>
                    <a:pt x="51744" y="73319"/>
                    <a:pt x="51675" y="73319"/>
                  </a:cubicBezTo>
                  <a:cubicBezTo>
                    <a:pt x="51504" y="73319"/>
                    <a:pt x="51325" y="73494"/>
                    <a:pt x="51465" y="73690"/>
                  </a:cubicBezTo>
                  <a:cubicBezTo>
                    <a:pt x="51936" y="74318"/>
                    <a:pt x="52485" y="74946"/>
                    <a:pt x="53074" y="75535"/>
                  </a:cubicBezTo>
                  <a:cubicBezTo>
                    <a:pt x="52446" y="76870"/>
                    <a:pt x="52053" y="78322"/>
                    <a:pt x="51857" y="79853"/>
                  </a:cubicBezTo>
                  <a:cubicBezTo>
                    <a:pt x="51838" y="80005"/>
                    <a:pt x="51948" y="80074"/>
                    <a:pt x="52070" y="80074"/>
                  </a:cubicBezTo>
                  <a:cubicBezTo>
                    <a:pt x="52201" y="80074"/>
                    <a:pt x="52347" y="79995"/>
                    <a:pt x="52368" y="79853"/>
                  </a:cubicBezTo>
                  <a:cubicBezTo>
                    <a:pt x="52525" y="78479"/>
                    <a:pt x="52878" y="77145"/>
                    <a:pt x="53467" y="75928"/>
                  </a:cubicBezTo>
                  <a:cubicBezTo>
                    <a:pt x="53663" y="76085"/>
                    <a:pt x="53859" y="76242"/>
                    <a:pt x="54056" y="76399"/>
                  </a:cubicBezTo>
                  <a:cubicBezTo>
                    <a:pt x="53702" y="77105"/>
                    <a:pt x="53427" y="77812"/>
                    <a:pt x="53231" y="78558"/>
                  </a:cubicBezTo>
                  <a:cubicBezTo>
                    <a:pt x="53183" y="78752"/>
                    <a:pt x="53344" y="78886"/>
                    <a:pt x="53502" y="78886"/>
                  </a:cubicBezTo>
                  <a:cubicBezTo>
                    <a:pt x="53600" y="78886"/>
                    <a:pt x="53696" y="78835"/>
                    <a:pt x="53741" y="78715"/>
                  </a:cubicBezTo>
                  <a:cubicBezTo>
                    <a:pt x="53898" y="78047"/>
                    <a:pt x="54134" y="77380"/>
                    <a:pt x="54448" y="76752"/>
                  </a:cubicBezTo>
                  <a:cubicBezTo>
                    <a:pt x="54566" y="76831"/>
                    <a:pt x="54684" y="76909"/>
                    <a:pt x="54801" y="76988"/>
                  </a:cubicBezTo>
                  <a:lnTo>
                    <a:pt x="54801" y="78205"/>
                  </a:lnTo>
                  <a:cubicBezTo>
                    <a:pt x="54801" y="78205"/>
                    <a:pt x="54762" y="78205"/>
                    <a:pt x="54762" y="78244"/>
                  </a:cubicBezTo>
                  <a:cubicBezTo>
                    <a:pt x="54095" y="80207"/>
                    <a:pt x="54095" y="82326"/>
                    <a:pt x="54684" y="84328"/>
                  </a:cubicBezTo>
                  <a:lnTo>
                    <a:pt x="54644" y="86056"/>
                  </a:lnTo>
                  <a:cubicBezTo>
                    <a:pt x="53702" y="84760"/>
                    <a:pt x="53310" y="83190"/>
                    <a:pt x="53506" y="81581"/>
                  </a:cubicBezTo>
                  <a:cubicBezTo>
                    <a:pt x="53525" y="81429"/>
                    <a:pt x="53415" y="81359"/>
                    <a:pt x="53293" y="81359"/>
                  </a:cubicBezTo>
                  <a:cubicBezTo>
                    <a:pt x="53162" y="81359"/>
                    <a:pt x="53016" y="81439"/>
                    <a:pt x="52996" y="81581"/>
                  </a:cubicBezTo>
                  <a:cubicBezTo>
                    <a:pt x="52799" y="83504"/>
                    <a:pt x="53388" y="85388"/>
                    <a:pt x="54605" y="86841"/>
                  </a:cubicBezTo>
                  <a:cubicBezTo>
                    <a:pt x="54605" y="87194"/>
                    <a:pt x="54566" y="87547"/>
                    <a:pt x="54566" y="87901"/>
                  </a:cubicBezTo>
                  <a:cubicBezTo>
                    <a:pt x="53663" y="87037"/>
                    <a:pt x="52996" y="85938"/>
                    <a:pt x="52642" y="84721"/>
                  </a:cubicBezTo>
                  <a:cubicBezTo>
                    <a:pt x="52610" y="84592"/>
                    <a:pt x="52512" y="84536"/>
                    <a:pt x="52413" y="84536"/>
                  </a:cubicBezTo>
                  <a:cubicBezTo>
                    <a:pt x="52270" y="84536"/>
                    <a:pt x="52125" y="84653"/>
                    <a:pt x="52171" y="84839"/>
                  </a:cubicBezTo>
                  <a:cubicBezTo>
                    <a:pt x="52407" y="85702"/>
                    <a:pt x="52799" y="86488"/>
                    <a:pt x="53310" y="87233"/>
                  </a:cubicBezTo>
                  <a:cubicBezTo>
                    <a:pt x="52996" y="87665"/>
                    <a:pt x="52760" y="88136"/>
                    <a:pt x="52642" y="88647"/>
                  </a:cubicBezTo>
                  <a:cubicBezTo>
                    <a:pt x="52572" y="88834"/>
                    <a:pt x="52726" y="88966"/>
                    <a:pt x="52878" y="88966"/>
                  </a:cubicBezTo>
                  <a:cubicBezTo>
                    <a:pt x="52980" y="88966"/>
                    <a:pt x="53082" y="88907"/>
                    <a:pt x="53113" y="88764"/>
                  </a:cubicBezTo>
                  <a:cubicBezTo>
                    <a:pt x="53231" y="88372"/>
                    <a:pt x="53388" y="87979"/>
                    <a:pt x="53624" y="87626"/>
                  </a:cubicBezTo>
                  <a:cubicBezTo>
                    <a:pt x="53741" y="87783"/>
                    <a:pt x="53859" y="87901"/>
                    <a:pt x="53977" y="88019"/>
                  </a:cubicBezTo>
                  <a:cubicBezTo>
                    <a:pt x="53938" y="88058"/>
                    <a:pt x="53898" y="88097"/>
                    <a:pt x="53859" y="88136"/>
                  </a:cubicBezTo>
                  <a:cubicBezTo>
                    <a:pt x="53781" y="88372"/>
                    <a:pt x="53702" y="88568"/>
                    <a:pt x="53624" y="88764"/>
                  </a:cubicBezTo>
                  <a:cubicBezTo>
                    <a:pt x="53552" y="88932"/>
                    <a:pt x="53699" y="89056"/>
                    <a:pt x="53851" y="89056"/>
                  </a:cubicBezTo>
                  <a:cubicBezTo>
                    <a:pt x="53949" y="89056"/>
                    <a:pt x="54049" y="89005"/>
                    <a:pt x="54095" y="88882"/>
                  </a:cubicBezTo>
                  <a:lnTo>
                    <a:pt x="54330" y="88372"/>
                  </a:lnTo>
                  <a:cubicBezTo>
                    <a:pt x="54358" y="88400"/>
                    <a:pt x="54405" y="88427"/>
                    <a:pt x="54459" y="88427"/>
                  </a:cubicBezTo>
                  <a:cubicBezTo>
                    <a:pt x="54481" y="88427"/>
                    <a:pt x="54504" y="88423"/>
                    <a:pt x="54527" y="88411"/>
                  </a:cubicBezTo>
                  <a:lnTo>
                    <a:pt x="54527" y="88411"/>
                  </a:lnTo>
                  <a:cubicBezTo>
                    <a:pt x="54527" y="89039"/>
                    <a:pt x="54487" y="89667"/>
                    <a:pt x="54448" y="90295"/>
                  </a:cubicBezTo>
                  <a:cubicBezTo>
                    <a:pt x="54409" y="90295"/>
                    <a:pt x="54370" y="90335"/>
                    <a:pt x="54370" y="90374"/>
                  </a:cubicBezTo>
                  <a:cubicBezTo>
                    <a:pt x="52642" y="92926"/>
                    <a:pt x="52760" y="95713"/>
                    <a:pt x="53859" y="98461"/>
                  </a:cubicBezTo>
                  <a:cubicBezTo>
                    <a:pt x="53859" y="98775"/>
                    <a:pt x="53820" y="99128"/>
                    <a:pt x="53781" y="99442"/>
                  </a:cubicBezTo>
                  <a:cubicBezTo>
                    <a:pt x="53270" y="98264"/>
                    <a:pt x="52917" y="96969"/>
                    <a:pt x="52799" y="95674"/>
                  </a:cubicBezTo>
                  <a:cubicBezTo>
                    <a:pt x="52780" y="95517"/>
                    <a:pt x="52652" y="95438"/>
                    <a:pt x="52534" y="95438"/>
                  </a:cubicBezTo>
                  <a:cubicBezTo>
                    <a:pt x="52417" y="95438"/>
                    <a:pt x="52309" y="95517"/>
                    <a:pt x="52328" y="95674"/>
                  </a:cubicBezTo>
                  <a:cubicBezTo>
                    <a:pt x="52407" y="96694"/>
                    <a:pt x="52642" y="97676"/>
                    <a:pt x="52956" y="98618"/>
                  </a:cubicBezTo>
                  <a:cubicBezTo>
                    <a:pt x="52603" y="98736"/>
                    <a:pt x="52250" y="98893"/>
                    <a:pt x="51975" y="99167"/>
                  </a:cubicBezTo>
                  <a:cubicBezTo>
                    <a:pt x="51794" y="99348"/>
                    <a:pt x="51960" y="99598"/>
                    <a:pt x="52154" y="99598"/>
                  </a:cubicBezTo>
                  <a:cubicBezTo>
                    <a:pt x="52212" y="99598"/>
                    <a:pt x="52274" y="99575"/>
                    <a:pt x="52328" y="99521"/>
                  </a:cubicBezTo>
                  <a:cubicBezTo>
                    <a:pt x="52525" y="99324"/>
                    <a:pt x="52799" y="99167"/>
                    <a:pt x="53074" y="99089"/>
                  </a:cubicBezTo>
                  <a:lnTo>
                    <a:pt x="53113" y="99089"/>
                  </a:lnTo>
                  <a:cubicBezTo>
                    <a:pt x="53231" y="99403"/>
                    <a:pt x="53388" y="99678"/>
                    <a:pt x="53506" y="99992"/>
                  </a:cubicBezTo>
                  <a:cubicBezTo>
                    <a:pt x="52996" y="100110"/>
                    <a:pt x="52485" y="100306"/>
                    <a:pt x="52053" y="100620"/>
                  </a:cubicBezTo>
                  <a:cubicBezTo>
                    <a:pt x="51828" y="100781"/>
                    <a:pt x="51973" y="101102"/>
                    <a:pt x="52163" y="101102"/>
                  </a:cubicBezTo>
                  <a:cubicBezTo>
                    <a:pt x="52204" y="101102"/>
                    <a:pt x="52247" y="101087"/>
                    <a:pt x="52289" y="101052"/>
                  </a:cubicBezTo>
                  <a:cubicBezTo>
                    <a:pt x="52721" y="100738"/>
                    <a:pt x="53192" y="100541"/>
                    <a:pt x="53702" y="100424"/>
                  </a:cubicBezTo>
                  <a:lnTo>
                    <a:pt x="53702" y="100424"/>
                  </a:lnTo>
                  <a:cubicBezTo>
                    <a:pt x="53702" y="100738"/>
                    <a:pt x="53663" y="101052"/>
                    <a:pt x="53624" y="101326"/>
                  </a:cubicBezTo>
                  <a:cubicBezTo>
                    <a:pt x="53192" y="101444"/>
                    <a:pt x="52799" y="101641"/>
                    <a:pt x="52407" y="101837"/>
                  </a:cubicBezTo>
                  <a:cubicBezTo>
                    <a:pt x="52133" y="101974"/>
                    <a:pt x="52307" y="102290"/>
                    <a:pt x="52539" y="102290"/>
                  </a:cubicBezTo>
                  <a:cubicBezTo>
                    <a:pt x="52572" y="102290"/>
                    <a:pt x="52607" y="102284"/>
                    <a:pt x="52642" y="102269"/>
                  </a:cubicBezTo>
                  <a:cubicBezTo>
                    <a:pt x="52917" y="102112"/>
                    <a:pt x="53270" y="101955"/>
                    <a:pt x="53584" y="101876"/>
                  </a:cubicBezTo>
                  <a:lnTo>
                    <a:pt x="53584" y="101876"/>
                  </a:lnTo>
                  <a:cubicBezTo>
                    <a:pt x="53545" y="102269"/>
                    <a:pt x="53506" y="102661"/>
                    <a:pt x="53467" y="103054"/>
                  </a:cubicBezTo>
                  <a:cubicBezTo>
                    <a:pt x="53467" y="103211"/>
                    <a:pt x="53427" y="103368"/>
                    <a:pt x="53427" y="103525"/>
                  </a:cubicBezTo>
                  <a:cubicBezTo>
                    <a:pt x="53153" y="103407"/>
                    <a:pt x="52917" y="103289"/>
                    <a:pt x="52721" y="103093"/>
                  </a:cubicBezTo>
                  <a:cubicBezTo>
                    <a:pt x="52672" y="103053"/>
                    <a:pt x="52619" y="103035"/>
                    <a:pt x="52567" y="103035"/>
                  </a:cubicBezTo>
                  <a:cubicBezTo>
                    <a:pt x="52365" y="103035"/>
                    <a:pt x="52180" y="103290"/>
                    <a:pt x="52368" y="103446"/>
                  </a:cubicBezTo>
                  <a:cubicBezTo>
                    <a:pt x="52446" y="103525"/>
                    <a:pt x="52564" y="103564"/>
                    <a:pt x="52642" y="103643"/>
                  </a:cubicBezTo>
                  <a:cubicBezTo>
                    <a:pt x="52053" y="104742"/>
                    <a:pt x="51661" y="105959"/>
                    <a:pt x="51504" y="107215"/>
                  </a:cubicBezTo>
                  <a:cubicBezTo>
                    <a:pt x="51484" y="107372"/>
                    <a:pt x="51602" y="107450"/>
                    <a:pt x="51730" y="107450"/>
                  </a:cubicBezTo>
                  <a:cubicBezTo>
                    <a:pt x="51857" y="107450"/>
                    <a:pt x="51995" y="107372"/>
                    <a:pt x="52014" y="107215"/>
                  </a:cubicBezTo>
                  <a:cubicBezTo>
                    <a:pt x="52132" y="106076"/>
                    <a:pt x="52485" y="104938"/>
                    <a:pt x="53035" y="103878"/>
                  </a:cubicBezTo>
                  <a:lnTo>
                    <a:pt x="53349" y="104035"/>
                  </a:lnTo>
                  <a:cubicBezTo>
                    <a:pt x="53074" y="106783"/>
                    <a:pt x="52760" y="109570"/>
                    <a:pt x="52368" y="112318"/>
                  </a:cubicBezTo>
                  <a:cubicBezTo>
                    <a:pt x="51896" y="111533"/>
                    <a:pt x="51661" y="110591"/>
                    <a:pt x="51661" y="109688"/>
                  </a:cubicBezTo>
                  <a:cubicBezTo>
                    <a:pt x="51661" y="109511"/>
                    <a:pt x="51543" y="109423"/>
                    <a:pt x="51425" y="109423"/>
                  </a:cubicBezTo>
                  <a:cubicBezTo>
                    <a:pt x="51308" y="109423"/>
                    <a:pt x="51190" y="109511"/>
                    <a:pt x="51190" y="109688"/>
                  </a:cubicBezTo>
                  <a:cubicBezTo>
                    <a:pt x="51190" y="110512"/>
                    <a:pt x="51347" y="111376"/>
                    <a:pt x="51739" y="112122"/>
                  </a:cubicBezTo>
                  <a:cubicBezTo>
                    <a:pt x="51661" y="112122"/>
                    <a:pt x="51582" y="112122"/>
                    <a:pt x="51504" y="112200"/>
                  </a:cubicBezTo>
                  <a:cubicBezTo>
                    <a:pt x="51151" y="112514"/>
                    <a:pt x="50915" y="112946"/>
                    <a:pt x="50837" y="113417"/>
                  </a:cubicBezTo>
                  <a:cubicBezTo>
                    <a:pt x="50789" y="113585"/>
                    <a:pt x="50945" y="113709"/>
                    <a:pt x="51092" y="113709"/>
                  </a:cubicBezTo>
                  <a:cubicBezTo>
                    <a:pt x="51186" y="113709"/>
                    <a:pt x="51277" y="113658"/>
                    <a:pt x="51308" y="113535"/>
                  </a:cubicBezTo>
                  <a:cubicBezTo>
                    <a:pt x="51386" y="113143"/>
                    <a:pt x="51582" y="112829"/>
                    <a:pt x="51857" y="112554"/>
                  </a:cubicBezTo>
                  <a:cubicBezTo>
                    <a:pt x="51896" y="112514"/>
                    <a:pt x="51896" y="112514"/>
                    <a:pt x="51936" y="112475"/>
                  </a:cubicBezTo>
                  <a:cubicBezTo>
                    <a:pt x="52014" y="112632"/>
                    <a:pt x="52093" y="112789"/>
                    <a:pt x="52210" y="112907"/>
                  </a:cubicBezTo>
                  <a:lnTo>
                    <a:pt x="51465" y="113967"/>
                  </a:lnTo>
                  <a:cubicBezTo>
                    <a:pt x="51357" y="114156"/>
                    <a:pt x="51527" y="114308"/>
                    <a:pt x="51695" y="114308"/>
                  </a:cubicBezTo>
                  <a:cubicBezTo>
                    <a:pt x="51771" y="114308"/>
                    <a:pt x="51847" y="114276"/>
                    <a:pt x="51896" y="114203"/>
                  </a:cubicBezTo>
                  <a:cubicBezTo>
                    <a:pt x="52014" y="114085"/>
                    <a:pt x="52093" y="113928"/>
                    <a:pt x="52210" y="113810"/>
                  </a:cubicBezTo>
                  <a:lnTo>
                    <a:pt x="52210" y="113810"/>
                  </a:lnTo>
                  <a:cubicBezTo>
                    <a:pt x="52053" y="114831"/>
                    <a:pt x="51896" y="115851"/>
                    <a:pt x="51739" y="116911"/>
                  </a:cubicBezTo>
                  <a:cubicBezTo>
                    <a:pt x="51386" y="116872"/>
                    <a:pt x="51033" y="116754"/>
                    <a:pt x="50719" y="116597"/>
                  </a:cubicBezTo>
                  <a:cubicBezTo>
                    <a:pt x="50677" y="116573"/>
                    <a:pt x="50637" y="116563"/>
                    <a:pt x="50599" y="116563"/>
                  </a:cubicBezTo>
                  <a:cubicBezTo>
                    <a:pt x="50385" y="116563"/>
                    <a:pt x="50250" y="116890"/>
                    <a:pt x="50483" y="116990"/>
                  </a:cubicBezTo>
                  <a:cubicBezTo>
                    <a:pt x="50837" y="117225"/>
                    <a:pt x="51229" y="117343"/>
                    <a:pt x="51661" y="117382"/>
                  </a:cubicBezTo>
                  <a:cubicBezTo>
                    <a:pt x="51622" y="117618"/>
                    <a:pt x="51582" y="117814"/>
                    <a:pt x="51582" y="118010"/>
                  </a:cubicBezTo>
                  <a:cubicBezTo>
                    <a:pt x="51308" y="117932"/>
                    <a:pt x="51072" y="117814"/>
                    <a:pt x="50837" y="117696"/>
                  </a:cubicBezTo>
                  <a:cubicBezTo>
                    <a:pt x="50794" y="117661"/>
                    <a:pt x="50752" y="117646"/>
                    <a:pt x="50713" y="117646"/>
                  </a:cubicBezTo>
                  <a:cubicBezTo>
                    <a:pt x="50532" y="117646"/>
                    <a:pt x="50408" y="117960"/>
                    <a:pt x="50601" y="118089"/>
                  </a:cubicBezTo>
                  <a:cubicBezTo>
                    <a:pt x="50876" y="118285"/>
                    <a:pt x="51190" y="118442"/>
                    <a:pt x="51504" y="118521"/>
                  </a:cubicBezTo>
                  <a:cubicBezTo>
                    <a:pt x="51465" y="118795"/>
                    <a:pt x="51425" y="119031"/>
                    <a:pt x="51386" y="119306"/>
                  </a:cubicBezTo>
                  <a:cubicBezTo>
                    <a:pt x="50640" y="120091"/>
                    <a:pt x="50169" y="121072"/>
                    <a:pt x="50012" y="122093"/>
                  </a:cubicBezTo>
                  <a:cubicBezTo>
                    <a:pt x="49988" y="122287"/>
                    <a:pt x="50159" y="122421"/>
                    <a:pt x="50302" y="122421"/>
                  </a:cubicBezTo>
                  <a:cubicBezTo>
                    <a:pt x="50390" y="122421"/>
                    <a:pt x="50468" y="122370"/>
                    <a:pt x="50483" y="122250"/>
                  </a:cubicBezTo>
                  <a:cubicBezTo>
                    <a:pt x="50601" y="121583"/>
                    <a:pt x="50837" y="120915"/>
                    <a:pt x="51229" y="120326"/>
                  </a:cubicBezTo>
                  <a:lnTo>
                    <a:pt x="51229" y="120326"/>
                  </a:lnTo>
                  <a:cubicBezTo>
                    <a:pt x="50876" y="121779"/>
                    <a:pt x="50640" y="123231"/>
                    <a:pt x="50365" y="124684"/>
                  </a:cubicBezTo>
                  <a:cubicBezTo>
                    <a:pt x="50331" y="124667"/>
                    <a:pt x="50297" y="124659"/>
                    <a:pt x="50264" y="124659"/>
                  </a:cubicBezTo>
                  <a:cubicBezTo>
                    <a:pt x="50147" y="124659"/>
                    <a:pt x="50051" y="124758"/>
                    <a:pt x="50051" y="124880"/>
                  </a:cubicBezTo>
                  <a:lnTo>
                    <a:pt x="50051" y="125391"/>
                  </a:lnTo>
                  <a:cubicBezTo>
                    <a:pt x="50012" y="125508"/>
                    <a:pt x="50091" y="125587"/>
                    <a:pt x="50208" y="125626"/>
                  </a:cubicBezTo>
                  <a:cubicBezTo>
                    <a:pt x="49659" y="128492"/>
                    <a:pt x="49070" y="131397"/>
                    <a:pt x="48481" y="134302"/>
                  </a:cubicBezTo>
                  <a:cubicBezTo>
                    <a:pt x="44987" y="135479"/>
                    <a:pt x="41337" y="136186"/>
                    <a:pt x="37686" y="136461"/>
                  </a:cubicBezTo>
                  <a:cubicBezTo>
                    <a:pt x="37686" y="133713"/>
                    <a:pt x="37607" y="130965"/>
                    <a:pt x="37607" y="128217"/>
                  </a:cubicBezTo>
                  <a:cubicBezTo>
                    <a:pt x="37607" y="123977"/>
                    <a:pt x="37647" y="119738"/>
                    <a:pt x="37607" y="115498"/>
                  </a:cubicBezTo>
                  <a:cubicBezTo>
                    <a:pt x="37647" y="114831"/>
                    <a:pt x="37568" y="114203"/>
                    <a:pt x="37490" y="113535"/>
                  </a:cubicBezTo>
                  <a:lnTo>
                    <a:pt x="37490" y="113535"/>
                  </a:lnTo>
                  <a:cubicBezTo>
                    <a:pt x="38432" y="114203"/>
                    <a:pt x="39335" y="115027"/>
                    <a:pt x="40080" y="115930"/>
                  </a:cubicBezTo>
                  <a:cubicBezTo>
                    <a:pt x="40126" y="115985"/>
                    <a:pt x="40178" y="116007"/>
                    <a:pt x="40228" y="116007"/>
                  </a:cubicBezTo>
                  <a:cubicBezTo>
                    <a:pt x="40395" y="116007"/>
                    <a:pt x="40545" y="115757"/>
                    <a:pt x="40394" y="115576"/>
                  </a:cubicBezTo>
                  <a:cubicBezTo>
                    <a:pt x="39531" y="114517"/>
                    <a:pt x="38471" y="113574"/>
                    <a:pt x="37333" y="112868"/>
                  </a:cubicBezTo>
                  <a:cubicBezTo>
                    <a:pt x="37134" y="112140"/>
                    <a:pt x="36462" y="111635"/>
                    <a:pt x="35739" y="111635"/>
                  </a:cubicBezTo>
                  <a:cubicBezTo>
                    <a:pt x="35603" y="111635"/>
                    <a:pt x="35466" y="111653"/>
                    <a:pt x="35330" y="111690"/>
                  </a:cubicBezTo>
                  <a:cubicBezTo>
                    <a:pt x="35272" y="111670"/>
                    <a:pt x="35213" y="111661"/>
                    <a:pt x="35154" y="111661"/>
                  </a:cubicBezTo>
                  <a:cubicBezTo>
                    <a:pt x="35095" y="111661"/>
                    <a:pt x="35036" y="111670"/>
                    <a:pt x="34977" y="111690"/>
                  </a:cubicBezTo>
                  <a:cubicBezTo>
                    <a:pt x="31915" y="112554"/>
                    <a:pt x="32622" y="116205"/>
                    <a:pt x="32622" y="118678"/>
                  </a:cubicBezTo>
                  <a:lnTo>
                    <a:pt x="32779" y="131200"/>
                  </a:lnTo>
                  <a:cubicBezTo>
                    <a:pt x="32779" y="133006"/>
                    <a:pt x="32779" y="134812"/>
                    <a:pt x="32818" y="136657"/>
                  </a:cubicBezTo>
                  <a:cubicBezTo>
                    <a:pt x="28892" y="136343"/>
                    <a:pt x="24692" y="136304"/>
                    <a:pt x="21238" y="134184"/>
                  </a:cubicBezTo>
                  <a:cubicBezTo>
                    <a:pt x="19393" y="127432"/>
                    <a:pt x="18372" y="120523"/>
                    <a:pt x="17587" y="113535"/>
                  </a:cubicBezTo>
                  <a:cubicBezTo>
                    <a:pt x="17665" y="113300"/>
                    <a:pt x="17626" y="113025"/>
                    <a:pt x="17508" y="112789"/>
                  </a:cubicBezTo>
                  <a:cubicBezTo>
                    <a:pt x="17312" y="110905"/>
                    <a:pt x="17116" y="109021"/>
                    <a:pt x="16919" y="107097"/>
                  </a:cubicBezTo>
                  <a:cubicBezTo>
                    <a:pt x="16017" y="97715"/>
                    <a:pt x="15349" y="88254"/>
                    <a:pt x="15192" y="78833"/>
                  </a:cubicBezTo>
                  <a:cubicBezTo>
                    <a:pt x="14996" y="66977"/>
                    <a:pt x="15703" y="55083"/>
                    <a:pt x="17940" y="43502"/>
                  </a:cubicBezTo>
                  <a:cubicBezTo>
                    <a:pt x="23434" y="42618"/>
                    <a:pt x="28985" y="42176"/>
                    <a:pt x="34532" y="42176"/>
                  </a:cubicBezTo>
                  <a:close/>
                  <a:moveTo>
                    <a:pt x="53467" y="114399"/>
                  </a:moveTo>
                  <a:cubicBezTo>
                    <a:pt x="59473" y="115891"/>
                    <a:pt x="63084" y="121151"/>
                    <a:pt x="65008" y="126765"/>
                  </a:cubicBezTo>
                  <a:cubicBezTo>
                    <a:pt x="66460" y="130847"/>
                    <a:pt x="66578" y="135362"/>
                    <a:pt x="66029" y="139758"/>
                  </a:cubicBezTo>
                  <a:cubicBezTo>
                    <a:pt x="65911" y="139248"/>
                    <a:pt x="65832" y="138777"/>
                    <a:pt x="65715" y="138267"/>
                  </a:cubicBezTo>
                  <a:cubicBezTo>
                    <a:pt x="65698" y="138138"/>
                    <a:pt x="65610" y="138082"/>
                    <a:pt x="65514" y="138082"/>
                  </a:cubicBezTo>
                  <a:cubicBezTo>
                    <a:pt x="65375" y="138082"/>
                    <a:pt x="65220" y="138199"/>
                    <a:pt x="65243" y="138384"/>
                  </a:cubicBezTo>
                  <a:lnTo>
                    <a:pt x="65400" y="139170"/>
                  </a:lnTo>
                  <a:cubicBezTo>
                    <a:pt x="64812" y="138698"/>
                    <a:pt x="64144" y="138384"/>
                    <a:pt x="63438" y="138227"/>
                  </a:cubicBezTo>
                  <a:lnTo>
                    <a:pt x="63438" y="137442"/>
                  </a:lnTo>
                  <a:cubicBezTo>
                    <a:pt x="63595" y="137521"/>
                    <a:pt x="63791" y="137560"/>
                    <a:pt x="64027" y="137599"/>
                  </a:cubicBezTo>
                  <a:cubicBezTo>
                    <a:pt x="64341" y="137599"/>
                    <a:pt x="64301" y="137089"/>
                    <a:pt x="64027" y="137089"/>
                  </a:cubicBezTo>
                  <a:cubicBezTo>
                    <a:pt x="63830" y="137089"/>
                    <a:pt x="63634" y="137010"/>
                    <a:pt x="63477" y="136893"/>
                  </a:cubicBezTo>
                  <a:cubicBezTo>
                    <a:pt x="63438" y="136853"/>
                    <a:pt x="63438" y="136853"/>
                    <a:pt x="63398" y="136853"/>
                  </a:cubicBezTo>
                  <a:cubicBezTo>
                    <a:pt x="63359" y="136422"/>
                    <a:pt x="63281" y="136029"/>
                    <a:pt x="63202" y="135636"/>
                  </a:cubicBezTo>
                  <a:cubicBezTo>
                    <a:pt x="63170" y="135508"/>
                    <a:pt x="63072" y="135452"/>
                    <a:pt x="62973" y="135452"/>
                  </a:cubicBezTo>
                  <a:cubicBezTo>
                    <a:pt x="62830" y="135452"/>
                    <a:pt x="62685" y="135569"/>
                    <a:pt x="62731" y="135754"/>
                  </a:cubicBezTo>
                  <a:cubicBezTo>
                    <a:pt x="62888" y="136461"/>
                    <a:pt x="62927" y="137128"/>
                    <a:pt x="62927" y="137835"/>
                  </a:cubicBezTo>
                  <a:cubicBezTo>
                    <a:pt x="62810" y="137639"/>
                    <a:pt x="62731" y="137442"/>
                    <a:pt x="62613" y="137246"/>
                  </a:cubicBezTo>
                  <a:cubicBezTo>
                    <a:pt x="62535" y="136029"/>
                    <a:pt x="61828" y="134930"/>
                    <a:pt x="60729" y="134380"/>
                  </a:cubicBezTo>
                  <a:cubicBezTo>
                    <a:pt x="60709" y="134361"/>
                    <a:pt x="60680" y="134351"/>
                    <a:pt x="60646" y="134351"/>
                  </a:cubicBezTo>
                  <a:cubicBezTo>
                    <a:pt x="60611" y="134351"/>
                    <a:pt x="60572" y="134361"/>
                    <a:pt x="60533" y="134380"/>
                  </a:cubicBezTo>
                  <a:cubicBezTo>
                    <a:pt x="60219" y="134027"/>
                    <a:pt x="59865" y="133674"/>
                    <a:pt x="59551" y="133320"/>
                  </a:cubicBezTo>
                  <a:lnTo>
                    <a:pt x="59551" y="133320"/>
                  </a:lnTo>
                  <a:cubicBezTo>
                    <a:pt x="60140" y="133399"/>
                    <a:pt x="60690" y="133674"/>
                    <a:pt x="61161" y="134027"/>
                  </a:cubicBezTo>
                  <a:cubicBezTo>
                    <a:pt x="61209" y="134067"/>
                    <a:pt x="61263" y="134084"/>
                    <a:pt x="61315" y="134084"/>
                  </a:cubicBezTo>
                  <a:cubicBezTo>
                    <a:pt x="61517" y="134084"/>
                    <a:pt x="61701" y="133830"/>
                    <a:pt x="61514" y="133674"/>
                  </a:cubicBezTo>
                  <a:cubicBezTo>
                    <a:pt x="60925" y="133203"/>
                    <a:pt x="60258" y="132928"/>
                    <a:pt x="59512" y="132810"/>
                  </a:cubicBezTo>
                  <a:cubicBezTo>
                    <a:pt x="59473" y="132535"/>
                    <a:pt x="59394" y="132221"/>
                    <a:pt x="59316" y="131946"/>
                  </a:cubicBezTo>
                  <a:lnTo>
                    <a:pt x="59316" y="131946"/>
                  </a:lnTo>
                  <a:cubicBezTo>
                    <a:pt x="59787" y="131986"/>
                    <a:pt x="60219" y="132103"/>
                    <a:pt x="60611" y="132300"/>
                  </a:cubicBezTo>
                  <a:cubicBezTo>
                    <a:pt x="60646" y="132315"/>
                    <a:pt x="60681" y="132321"/>
                    <a:pt x="60713" y="132321"/>
                  </a:cubicBezTo>
                  <a:cubicBezTo>
                    <a:pt x="60938" y="132321"/>
                    <a:pt x="61087" y="132005"/>
                    <a:pt x="60847" y="131868"/>
                  </a:cubicBezTo>
                  <a:cubicBezTo>
                    <a:pt x="60611" y="131750"/>
                    <a:pt x="60376" y="131672"/>
                    <a:pt x="60140" y="131593"/>
                  </a:cubicBezTo>
                  <a:lnTo>
                    <a:pt x="60493" y="131083"/>
                  </a:lnTo>
                  <a:cubicBezTo>
                    <a:pt x="60628" y="130894"/>
                    <a:pt x="60467" y="130742"/>
                    <a:pt x="60289" y="130742"/>
                  </a:cubicBezTo>
                  <a:cubicBezTo>
                    <a:pt x="60207" y="130742"/>
                    <a:pt x="60123" y="130774"/>
                    <a:pt x="60062" y="130847"/>
                  </a:cubicBezTo>
                  <a:lnTo>
                    <a:pt x="59630" y="131475"/>
                  </a:lnTo>
                  <a:cubicBezTo>
                    <a:pt x="59512" y="131475"/>
                    <a:pt x="59355" y="131475"/>
                    <a:pt x="59237" y="131436"/>
                  </a:cubicBezTo>
                  <a:lnTo>
                    <a:pt x="59159" y="131436"/>
                  </a:lnTo>
                  <a:cubicBezTo>
                    <a:pt x="59159" y="131358"/>
                    <a:pt x="59120" y="131279"/>
                    <a:pt x="59080" y="131200"/>
                  </a:cubicBezTo>
                  <a:cubicBezTo>
                    <a:pt x="59159" y="131161"/>
                    <a:pt x="59198" y="131122"/>
                    <a:pt x="59237" y="131043"/>
                  </a:cubicBezTo>
                  <a:cubicBezTo>
                    <a:pt x="59394" y="130533"/>
                    <a:pt x="59708" y="130101"/>
                    <a:pt x="60140" y="129827"/>
                  </a:cubicBezTo>
                  <a:cubicBezTo>
                    <a:pt x="60374" y="129693"/>
                    <a:pt x="60210" y="129361"/>
                    <a:pt x="60011" y="129361"/>
                  </a:cubicBezTo>
                  <a:cubicBezTo>
                    <a:pt x="59976" y="129361"/>
                    <a:pt x="59940" y="129371"/>
                    <a:pt x="59905" y="129395"/>
                  </a:cubicBezTo>
                  <a:cubicBezTo>
                    <a:pt x="59434" y="129709"/>
                    <a:pt x="59080" y="130180"/>
                    <a:pt x="58845" y="130690"/>
                  </a:cubicBezTo>
                  <a:cubicBezTo>
                    <a:pt x="58766" y="130533"/>
                    <a:pt x="58688" y="130415"/>
                    <a:pt x="58609" y="130258"/>
                  </a:cubicBezTo>
                  <a:cubicBezTo>
                    <a:pt x="58563" y="130189"/>
                    <a:pt x="58500" y="130161"/>
                    <a:pt x="58437" y="130161"/>
                  </a:cubicBezTo>
                  <a:cubicBezTo>
                    <a:pt x="58286" y="130161"/>
                    <a:pt x="58133" y="130327"/>
                    <a:pt x="58217" y="130494"/>
                  </a:cubicBezTo>
                  <a:cubicBezTo>
                    <a:pt x="58609" y="131200"/>
                    <a:pt x="58884" y="131986"/>
                    <a:pt x="59002" y="132810"/>
                  </a:cubicBezTo>
                  <a:cubicBezTo>
                    <a:pt x="58845" y="132653"/>
                    <a:pt x="58688" y="132496"/>
                    <a:pt x="58491" y="132339"/>
                  </a:cubicBezTo>
                  <a:cubicBezTo>
                    <a:pt x="58491" y="132300"/>
                    <a:pt x="58491" y="132260"/>
                    <a:pt x="58491" y="132221"/>
                  </a:cubicBezTo>
                  <a:cubicBezTo>
                    <a:pt x="57999" y="130478"/>
                    <a:pt x="56701" y="128918"/>
                    <a:pt x="54775" y="128918"/>
                  </a:cubicBezTo>
                  <a:cubicBezTo>
                    <a:pt x="54706" y="128918"/>
                    <a:pt x="54637" y="128920"/>
                    <a:pt x="54566" y="128924"/>
                  </a:cubicBezTo>
                  <a:cubicBezTo>
                    <a:pt x="54527" y="128806"/>
                    <a:pt x="54527" y="128688"/>
                    <a:pt x="54487" y="128610"/>
                  </a:cubicBezTo>
                  <a:cubicBezTo>
                    <a:pt x="54448" y="128531"/>
                    <a:pt x="54409" y="128492"/>
                    <a:pt x="54370" y="128453"/>
                  </a:cubicBezTo>
                  <a:cubicBezTo>
                    <a:pt x="54487" y="128439"/>
                    <a:pt x="54606" y="128433"/>
                    <a:pt x="54725" y="128433"/>
                  </a:cubicBezTo>
                  <a:cubicBezTo>
                    <a:pt x="55322" y="128433"/>
                    <a:pt x="55927" y="128596"/>
                    <a:pt x="56450" y="128924"/>
                  </a:cubicBezTo>
                  <a:cubicBezTo>
                    <a:pt x="56495" y="128953"/>
                    <a:pt x="56539" y="128966"/>
                    <a:pt x="56581" y="128966"/>
                  </a:cubicBezTo>
                  <a:cubicBezTo>
                    <a:pt x="56761" y="128966"/>
                    <a:pt x="56892" y="128729"/>
                    <a:pt x="56764" y="128570"/>
                  </a:cubicBezTo>
                  <a:cubicBezTo>
                    <a:pt x="56764" y="128531"/>
                    <a:pt x="56764" y="128531"/>
                    <a:pt x="56764" y="128492"/>
                  </a:cubicBezTo>
                  <a:cubicBezTo>
                    <a:pt x="56803" y="127903"/>
                    <a:pt x="56646" y="127353"/>
                    <a:pt x="56372" y="126843"/>
                  </a:cubicBezTo>
                  <a:cubicBezTo>
                    <a:pt x="56322" y="126756"/>
                    <a:pt x="56245" y="126721"/>
                    <a:pt x="56168" y="126721"/>
                  </a:cubicBezTo>
                  <a:cubicBezTo>
                    <a:pt x="56001" y="126721"/>
                    <a:pt x="55832" y="126890"/>
                    <a:pt x="55940" y="127079"/>
                  </a:cubicBezTo>
                  <a:cubicBezTo>
                    <a:pt x="56136" y="127432"/>
                    <a:pt x="56254" y="127864"/>
                    <a:pt x="56254" y="128256"/>
                  </a:cubicBezTo>
                  <a:cubicBezTo>
                    <a:pt x="55790" y="128053"/>
                    <a:pt x="55262" y="127936"/>
                    <a:pt x="54717" y="127936"/>
                  </a:cubicBezTo>
                  <a:cubicBezTo>
                    <a:pt x="54524" y="127936"/>
                    <a:pt x="54329" y="127951"/>
                    <a:pt x="54134" y="127981"/>
                  </a:cubicBezTo>
                  <a:cubicBezTo>
                    <a:pt x="53898" y="128021"/>
                    <a:pt x="53938" y="128374"/>
                    <a:pt x="54134" y="128453"/>
                  </a:cubicBezTo>
                  <a:cubicBezTo>
                    <a:pt x="54016" y="128492"/>
                    <a:pt x="53938" y="128610"/>
                    <a:pt x="54016" y="128727"/>
                  </a:cubicBezTo>
                  <a:cubicBezTo>
                    <a:pt x="54134" y="129081"/>
                    <a:pt x="54213" y="129434"/>
                    <a:pt x="54252" y="129827"/>
                  </a:cubicBezTo>
                  <a:lnTo>
                    <a:pt x="53820" y="129669"/>
                  </a:lnTo>
                  <a:cubicBezTo>
                    <a:pt x="53820" y="129591"/>
                    <a:pt x="53820" y="129552"/>
                    <a:pt x="53820" y="129512"/>
                  </a:cubicBezTo>
                  <a:cubicBezTo>
                    <a:pt x="53349" y="128138"/>
                    <a:pt x="52603" y="126922"/>
                    <a:pt x="51582" y="125901"/>
                  </a:cubicBezTo>
                  <a:cubicBezTo>
                    <a:pt x="51661" y="125548"/>
                    <a:pt x="51700" y="125234"/>
                    <a:pt x="51779" y="124880"/>
                  </a:cubicBezTo>
                  <a:cubicBezTo>
                    <a:pt x="52250" y="125312"/>
                    <a:pt x="52642" y="125822"/>
                    <a:pt x="52878" y="126411"/>
                  </a:cubicBezTo>
                  <a:cubicBezTo>
                    <a:pt x="52923" y="126501"/>
                    <a:pt x="52996" y="126540"/>
                    <a:pt x="53072" y="126540"/>
                  </a:cubicBezTo>
                  <a:cubicBezTo>
                    <a:pt x="53195" y="126540"/>
                    <a:pt x="53325" y="126439"/>
                    <a:pt x="53349" y="126293"/>
                  </a:cubicBezTo>
                  <a:cubicBezTo>
                    <a:pt x="53427" y="126293"/>
                    <a:pt x="53506" y="126215"/>
                    <a:pt x="53545" y="126136"/>
                  </a:cubicBezTo>
                  <a:cubicBezTo>
                    <a:pt x="53545" y="126058"/>
                    <a:pt x="53545" y="126019"/>
                    <a:pt x="53584" y="125940"/>
                  </a:cubicBezTo>
                  <a:cubicBezTo>
                    <a:pt x="54134" y="126293"/>
                    <a:pt x="54566" y="126804"/>
                    <a:pt x="54880" y="127393"/>
                  </a:cubicBezTo>
                  <a:cubicBezTo>
                    <a:pt x="54917" y="127479"/>
                    <a:pt x="54985" y="127515"/>
                    <a:pt x="55056" y="127515"/>
                  </a:cubicBezTo>
                  <a:cubicBezTo>
                    <a:pt x="55211" y="127515"/>
                    <a:pt x="55380" y="127345"/>
                    <a:pt x="55272" y="127157"/>
                  </a:cubicBezTo>
                  <a:cubicBezTo>
                    <a:pt x="54919" y="126450"/>
                    <a:pt x="54409" y="125862"/>
                    <a:pt x="53702" y="125469"/>
                  </a:cubicBezTo>
                  <a:lnTo>
                    <a:pt x="53898" y="124880"/>
                  </a:lnTo>
                  <a:cubicBezTo>
                    <a:pt x="53945" y="124692"/>
                    <a:pt x="53782" y="124561"/>
                    <a:pt x="53626" y="124561"/>
                  </a:cubicBezTo>
                  <a:cubicBezTo>
                    <a:pt x="53521" y="124561"/>
                    <a:pt x="53420" y="124620"/>
                    <a:pt x="53388" y="124762"/>
                  </a:cubicBezTo>
                  <a:lnTo>
                    <a:pt x="53113" y="125783"/>
                  </a:lnTo>
                  <a:cubicBezTo>
                    <a:pt x="52996" y="125626"/>
                    <a:pt x="52917" y="125469"/>
                    <a:pt x="52799" y="125351"/>
                  </a:cubicBezTo>
                  <a:cubicBezTo>
                    <a:pt x="52878" y="125312"/>
                    <a:pt x="52917" y="125273"/>
                    <a:pt x="52917" y="125234"/>
                  </a:cubicBezTo>
                  <a:cubicBezTo>
                    <a:pt x="53113" y="124605"/>
                    <a:pt x="53231" y="123938"/>
                    <a:pt x="53231" y="123271"/>
                  </a:cubicBezTo>
                  <a:cubicBezTo>
                    <a:pt x="53231" y="123094"/>
                    <a:pt x="53104" y="123006"/>
                    <a:pt x="52976" y="123006"/>
                  </a:cubicBezTo>
                  <a:cubicBezTo>
                    <a:pt x="52848" y="123006"/>
                    <a:pt x="52721" y="123094"/>
                    <a:pt x="52721" y="123271"/>
                  </a:cubicBezTo>
                  <a:cubicBezTo>
                    <a:pt x="52721" y="123820"/>
                    <a:pt x="52642" y="124370"/>
                    <a:pt x="52485" y="124919"/>
                  </a:cubicBezTo>
                  <a:cubicBezTo>
                    <a:pt x="52289" y="124684"/>
                    <a:pt x="52093" y="124488"/>
                    <a:pt x="51857" y="124291"/>
                  </a:cubicBezTo>
                  <a:cubicBezTo>
                    <a:pt x="52053" y="123271"/>
                    <a:pt x="52210" y="122211"/>
                    <a:pt x="52407" y="121190"/>
                  </a:cubicBezTo>
                  <a:cubicBezTo>
                    <a:pt x="53702" y="121465"/>
                    <a:pt x="54919" y="122015"/>
                    <a:pt x="55979" y="122839"/>
                  </a:cubicBezTo>
                  <a:cubicBezTo>
                    <a:pt x="56017" y="122864"/>
                    <a:pt x="56055" y="122875"/>
                    <a:pt x="56090" y="122875"/>
                  </a:cubicBezTo>
                  <a:cubicBezTo>
                    <a:pt x="56278" y="122875"/>
                    <a:pt x="56412" y="122572"/>
                    <a:pt x="56215" y="122407"/>
                  </a:cubicBezTo>
                  <a:cubicBezTo>
                    <a:pt x="55115" y="121543"/>
                    <a:pt x="53859" y="120994"/>
                    <a:pt x="52485" y="120680"/>
                  </a:cubicBezTo>
                  <a:cubicBezTo>
                    <a:pt x="52839" y="118599"/>
                    <a:pt x="53153" y="116519"/>
                    <a:pt x="53467" y="114399"/>
                  </a:cubicBezTo>
                  <a:close/>
                  <a:moveTo>
                    <a:pt x="63438" y="138698"/>
                  </a:moveTo>
                  <a:lnTo>
                    <a:pt x="63438" y="138698"/>
                  </a:lnTo>
                  <a:cubicBezTo>
                    <a:pt x="64262" y="138934"/>
                    <a:pt x="65008" y="139366"/>
                    <a:pt x="65597" y="139994"/>
                  </a:cubicBezTo>
                  <a:lnTo>
                    <a:pt x="65675" y="140347"/>
                  </a:lnTo>
                  <a:cubicBezTo>
                    <a:pt x="65675" y="140462"/>
                    <a:pt x="65759" y="140535"/>
                    <a:pt x="65851" y="140535"/>
                  </a:cubicBezTo>
                  <a:cubicBezTo>
                    <a:pt x="65884" y="140535"/>
                    <a:pt x="65918" y="140525"/>
                    <a:pt x="65950" y="140504"/>
                  </a:cubicBezTo>
                  <a:lnTo>
                    <a:pt x="65950" y="140504"/>
                  </a:lnTo>
                  <a:cubicBezTo>
                    <a:pt x="65911" y="140622"/>
                    <a:pt x="65911" y="140701"/>
                    <a:pt x="65872" y="140818"/>
                  </a:cubicBezTo>
                  <a:cubicBezTo>
                    <a:pt x="65322" y="140229"/>
                    <a:pt x="64615" y="139798"/>
                    <a:pt x="63830" y="139523"/>
                  </a:cubicBezTo>
                  <a:cubicBezTo>
                    <a:pt x="63712" y="139248"/>
                    <a:pt x="63595" y="138973"/>
                    <a:pt x="63438" y="138698"/>
                  </a:cubicBezTo>
                  <a:close/>
                  <a:moveTo>
                    <a:pt x="64105" y="140151"/>
                  </a:moveTo>
                  <a:lnTo>
                    <a:pt x="64105" y="140151"/>
                  </a:lnTo>
                  <a:cubicBezTo>
                    <a:pt x="64772" y="140465"/>
                    <a:pt x="65322" y="140897"/>
                    <a:pt x="65793" y="141446"/>
                  </a:cubicBezTo>
                  <a:lnTo>
                    <a:pt x="65715" y="141839"/>
                  </a:lnTo>
                  <a:cubicBezTo>
                    <a:pt x="65400" y="141603"/>
                    <a:pt x="65008" y="141446"/>
                    <a:pt x="64615" y="141407"/>
                  </a:cubicBezTo>
                  <a:cubicBezTo>
                    <a:pt x="64458" y="140975"/>
                    <a:pt x="64301" y="140583"/>
                    <a:pt x="64105" y="140151"/>
                  </a:cubicBezTo>
                  <a:close/>
                  <a:moveTo>
                    <a:pt x="16174" y="114320"/>
                  </a:moveTo>
                  <a:cubicBezTo>
                    <a:pt x="16409" y="116479"/>
                    <a:pt x="16684" y="118599"/>
                    <a:pt x="16998" y="120758"/>
                  </a:cubicBezTo>
                  <a:cubicBezTo>
                    <a:pt x="15467" y="121072"/>
                    <a:pt x="13897" y="122368"/>
                    <a:pt x="12719" y="123271"/>
                  </a:cubicBezTo>
                  <a:cubicBezTo>
                    <a:pt x="11188" y="124370"/>
                    <a:pt x="9932" y="125783"/>
                    <a:pt x="8990" y="127393"/>
                  </a:cubicBezTo>
                  <a:cubicBezTo>
                    <a:pt x="8906" y="127587"/>
                    <a:pt x="9078" y="127781"/>
                    <a:pt x="9242" y="127781"/>
                  </a:cubicBezTo>
                  <a:cubicBezTo>
                    <a:pt x="9309" y="127781"/>
                    <a:pt x="9376" y="127748"/>
                    <a:pt x="9422" y="127667"/>
                  </a:cubicBezTo>
                  <a:cubicBezTo>
                    <a:pt x="10246" y="126215"/>
                    <a:pt x="11306" y="124998"/>
                    <a:pt x="12601" y="123977"/>
                  </a:cubicBezTo>
                  <a:cubicBezTo>
                    <a:pt x="13740" y="123074"/>
                    <a:pt x="15545" y="121543"/>
                    <a:pt x="17116" y="121229"/>
                  </a:cubicBezTo>
                  <a:cubicBezTo>
                    <a:pt x="17233" y="122132"/>
                    <a:pt x="17391" y="123074"/>
                    <a:pt x="17548" y="124017"/>
                  </a:cubicBezTo>
                  <a:cubicBezTo>
                    <a:pt x="17391" y="124174"/>
                    <a:pt x="17273" y="124331"/>
                    <a:pt x="17155" y="124527"/>
                  </a:cubicBezTo>
                  <a:cubicBezTo>
                    <a:pt x="17116" y="124252"/>
                    <a:pt x="17155" y="124017"/>
                    <a:pt x="17194" y="123742"/>
                  </a:cubicBezTo>
                  <a:cubicBezTo>
                    <a:pt x="17218" y="123574"/>
                    <a:pt x="17053" y="123451"/>
                    <a:pt x="16902" y="123451"/>
                  </a:cubicBezTo>
                  <a:cubicBezTo>
                    <a:pt x="16805" y="123451"/>
                    <a:pt x="16715" y="123501"/>
                    <a:pt x="16684" y="123624"/>
                  </a:cubicBezTo>
                  <a:cubicBezTo>
                    <a:pt x="16605" y="124056"/>
                    <a:pt x="16605" y="124488"/>
                    <a:pt x="16684" y="124919"/>
                  </a:cubicBezTo>
                  <a:cubicBezTo>
                    <a:pt x="16684" y="124959"/>
                    <a:pt x="16684" y="124998"/>
                    <a:pt x="16723" y="125037"/>
                  </a:cubicBezTo>
                  <a:cubicBezTo>
                    <a:pt x="16488" y="125391"/>
                    <a:pt x="16213" y="125744"/>
                    <a:pt x="16017" y="126176"/>
                  </a:cubicBezTo>
                  <a:cubicBezTo>
                    <a:pt x="15936" y="126364"/>
                    <a:pt x="16095" y="126534"/>
                    <a:pt x="16253" y="126534"/>
                  </a:cubicBezTo>
                  <a:cubicBezTo>
                    <a:pt x="16326" y="126534"/>
                    <a:pt x="16399" y="126498"/>
                    <a:pt x="16448" y="126411"/>
                  </a:cubicBezTo>
                  <a:cubicBezTo>
                    <a:pt x="16762" y="125783"/>
                    <a:pt x="17155" y="125194"/>
                    <a:pt x="17626" y="124645"/>
                  </a:cubicBezTo>
                  <a:lnTo>
                    <a:pt x="17822" y="125705"/>
                  </a:lnTo>
                  <a:cubicBezTo>
                    <a:pt x="17773" y="125655"/>
                    <a:pt x="17710" y="125633"/>
                    <a:pt x="17647" y="125633"/>
                  </a:cubicBezTo>
                  <a:cubicBezTo>
                    <a:pt x="17561" y="125633"/>
                    <a:pt x="17475" y="125675"/>
                    <a:pt x="17430" y="125744"/>
                  </a:cubicBezTo>
                  <a:lnTo>
                    <a:pt x="17273" y="125979"/>
                  </a:lnTo>
                  <a:cubicBezTo>
                    <a:pt x="17133" y="126175"/>
                    <a:pt x="17312" y="126351"/>
                    <a:pt x="17483" y="126351"/>
                  </a:cubicBezTo>
                  <a:cubicBezTo>
                    <a:pt x="17552" y="126351"/>
                    <a:pt x="17620" y="126322"/>
                    <a:pt x="17665" y="126254"/>
                  </a:cubicBezTo>
                  <a:lnTo>
                    <a:pt x="17862" y="125979"/>
                  </a:lnTo>
                  <a:cubicBezTo>
                    <a:pt x="17862" y="125979"/>
                    <a:pt x="17862" y="125979"/>
                    <a:pt x="17862" y="125940"/>
                  </a:cubicBezTo>
                  <a:cubicBezTo>
                    <a:pt x="17940" y="126333"/>
                    <a:pt x="17979" y="126725"/>
                    <a:pt x="18058" y="127118"/>
                  </a:cubicBezTo>
                  <a:cubicBezTo>
                    <a:pt x="17587" y="127824"/>
                    <a:pt x="17233" y="128649"/>
                    <a:pt x="17037" y="129512"/>
                  </a:cubicBezTo>
                  <a:cubicBezTo>
                    <a:pt x="16802" y="129591"/>
                    <a:pt x="16527" y="129709"/>
                    <a:pt x="16252" y="129787"/>
                  </a:cubicBezTo>
                  <a:cubicBezTo>
                    <a:pt x="16331" y="129355"/>
                    <a:pt x="16448" y="128924"/>
                    <a:pt x="16645" y="128531"/>
                  </a:cubicBezTo>
                  <a:cubicBezTo>
                    <a:pt x="16725" y="128343"/>
                    <a:pt x="16548" y="128173"/>
                    <a:pt x="16391" y="128173"/>
                  </a:cubicBezTo>
                  <a:cubicBezTo>
                    <a:pt x="16318" y="128173"/>
                    <a:pt x="16250" y="128209"/>
                    <a:pt x="16213" y="128296"/>
                  </a:cubicBezTo>
                  <a:cubicBezTo>
                    <a:pt x="15938" y="128845"/>
                    <a:pt x="15781" y="129434"/>
                    <a:pt x="15703" y="130023"/>
                  </a:cubicBezTo>
                  <a:cubicBezTo>
                    <a:pt x="15467" y="130141"/>
                    <a:pt x="15192" y="130258"/>
                    <a:pt x="14957" y="130376"/>
                  </a:cubicBezTo>
                  <a:cubicBezTo>
                    <a:pt x="15035" y="129709"/>
                    <a:pt x="15271" y="129120"/>
                    <a:pt x="15585" y="128531"/>
                  </a:cubicBezTo>
                  <a:cubicBezTo>
                    <a:pt x="15692" y="128343"/>
                    <a:pt x="15524" y="128173"/>
                    <a:pt x="15356" y="128173"/>
                  </a:cubicBezTo>
                  <a:cubicBezTo>
                    <a:pt x="15279" y="128173"/>
                    <a:pt x="15202" y="128209"/>
                    <a:pt x="15153" y="128296"/>
                  </a:cubicBezTo>
                  <a:cubicBezTo>
                    <a:pt x="14760" y="129002"/>
                    <a:pt x="14525" y="129748"/>
                    <a:pt x="14446" y="130533"/>
                  </a:cubicBezTo>
                  <a:cubicBezTo>
                    <a:pt x="14407" y="130572"/>
                    <a:pt x="14407" y="130612"/>
                    <a:pt x="14446" y="130651"/>
                  </a:cubicBezTo>
                  <a:cubicBezTo>
                    <a:pt x="13465" y="131161"/>
                    <a:pt x="12562" y="131789"/>
                    <a:pt x="11738" y="132496"/>
                  </a:cubicBezTo>
                  <a:cubicBezTo>
                    <a:pt x="12091" y="131632"/>
                    <a:pt x="12641" y="130808"/>
                    <a:pt x="13347" y="130180"/>
                  </a:cubicBezTo>
                  <a:cubicBezTo>
                    <a:pt x="13528" y="129999"/>
                    <a:pt x="13362" y="129749"/>
                    <a:pt x="13168" y="129749"/>
                  </a:cubicBezTo>
                  <a:cubicBezTo>
                    <a:pt x="13110" y="129749"/>
                    <a:pt x="13049" y="129772"/>
                    <a:pt x="12994" y="129827"/>
                  </a:cubicBezTo>
                  <a:cubicBezTo>
                    <a:pt x="12052" y="130729"/>
                    <a:pt x="11384" y="131829"/>
                    <a:pt x="11031" y="133085"/>
                  </a:cubicBezTo>
                  <a:cubicBezTo>
                    <a:pt x="11031" y="133124"/>
                    <a:pt x="11031" y="133124"/>
                    <a:pt x="11031" y="133163"/>
                  </a:cubicBezTo>
                  <a:cubicBezTo>
                    <a:pt x="10756" y="133438"/>
                    <a:pt x="10481" y="133713"/>
                    <a:pt x="10246" y="133988"/>
                  </a:cubicBezTo>
                  <a:cubicBezTo>
                    <a:pt x="10560" y="132339"/>
                    <a:pt x="11306" y="130808"/>
                    <a:pt x="12366" y="129552"/>
                  </a:cubicBezTo>
                  <a:cubicBezTo>
                    <a:pt x="12547" y="129371"/>
                    <a:pt x="12380" y="129121"/>
                    <a:pt x="12205" y="129121"/>
                  </a:cubicBezTo>
                  <a:cubicBezTo>
                    <a:pt x="12151" y="129121"/>
                    <a:pt x="12097" y="129144"/>
                    <a:pt x="12052" y="129198"/>
                  </a:cubicBezTo>
                  <a:cubicBezTo>
                    <a:pt x="11110" y="130298"/>
                    <a:pt x="10403" y="131554"/>
                    <a:pt x="10010" y="132928"/>
                  </a:cubicBezTo>
                  <a:cubicBezTo>
                    <a:pt x="9597" y="132652"/>
                    <a:pt x="9154" y="132528"/>
                    <a:pt x="8681" y="132528"/>
                  </a:cubicBezTo>
                  <a:cubicBezTo>
                    <a:pt x="8614" y="132528"/>
                    <a:pt x="8547" y="132530"/>
                    <a:pt x="8479" y="132535"/>
                  </a:cubicBezTo>
                  <a:cubicBezTo>
                    <a:pt x="8177" y="132573"/>
                    <a:pt x="8166" y="133048"/>
                    <a:pt x="8446" y="133048"/>
                  </a:cubicBezTo>
                  <a:cubicBezTo>
                    <a:pt x="8457" y="133048"/>
                    <a:pt x="8468" y="133047"/>
                    <a:pt x="8479" y="133046"/>
                  </a:cubicBezTo>
                  <a:cubicBezTo>
                    <a:pt x="8581" y="133030"/>
                    <a:pt x="8682" y="133022"/>
                    <a:pt x="8781" y="133022"/>
                  </a:cubicBezTo>
                  <a:cubicBezTo>
                    <a:pt x="9175" y="133022"/>
                    <a:pt x="9539" y="133148"/>
                    <a:pt x="9853" y="133399"/>
                  </a:cubicBezTo>
                  <a:cubicBezTo>
                    <a:pt x="9814" y="133595"/>
                    <a:pt x="9775" y="133791"/>
                    <a:pt x="9736" y="133988"/>
                  </a:cubicBezTo>
                  <a:cubicBezTo>
                    <a:pt x="9265" y="133791"/>
                    <a:pt x="8754" y="133674"/>
                    <a:pt x="8283" y="133674"/>
                  </a:cubicBezTo>
                  <a:cubicBezTo>
                    <a:pt x="7930" y="133674"/>
                    <a:pt x="7930" y="134184"/>
                    <a:pt x="8283" y="134184"/>
                  </a:cubicBezTo>
                  <a:cubicBezTo>
                    <a:pt x="8344" y="134179"/>
                    <a:pt x="8405" y="134176"/>
                    <a:pt x="8466" y="134176"/>
                  </a:cubicBezTo>
                  <a:cubicBezTo>
                    <a:pt x="8875" y="134176"/>
                    <a:pt x="9281" y="134288"/>
                    <a:pt x="9657" y="134459"/>
                  </a:cubicBezTo>
                  <a:cubicBezTo>
                    <a:pt x="9618" y="134498"/>
                    <a:pt x="9618" y="134537"/>
                    <a:pt x="9657" y="134577"/>
                  </a:cubicBezTo>
                  <a:cubicBezTo>
                    <a:pt x="9539" y="134694"/>
                    <a:pt x="9422" y="134812"/>
                    <a:pt x="9343" y="134969"/>
                  </a:cubicBezTo>
                  <a:lnTo>
                    <a:pt x="9108" y="134851"/>
                  </a:lnTo>
                  <a:cubicBezTo>
                    <a:pt x="9084" y="134845"/>
                    <a:pt x="9061" y="134843"/>
                    <a:pt x="9039" y="134843"/>
                  </a:cubicBezTo>
                  <a:cubicBezTo>
                    <a:pt x="8778" y="134843"/>
                    <a:pt x="8697" y="135253"/>
                    <a:pt x="8951" y="135362"/>
                  </a:cubicBezTo>
                  <a:lnTo>
                    <a:pt x="9029" y="135362"/>
                  </a:lnTo>
                  <a:lnTo>
                    <a:pt x="8911" y="135479"/>
                  </a:lnTo>
                  <a:lnTo>
                    <a:pt x="8519" y="135990"/>
                  </a:lnTo>
                  <a:cubicBezTo>
                    <a:pt x="8289" y="135932"/>
                    <a:pt x="8059" y="135896"/>
                    <a:pt x="7814" y="135896"/>
                  </a:cubicBezTo>
                  <a:cubicBezTo>
                    <a:pt x="7724" y="135896"/>
                    <a:pt x="7632" y="135901"/>
                    <a:pt x="7537" y="135911"/>
                  </a:cubicBezTo>
                  <a:cubicBezTo>
                    <a:pt x="7236" y="135987"/>
                    <a:pt x="7368" y="136424"/>
                    <a:pt x="7658" y="136424"/>
                  </a:cubicBezTo>
                  <a:cubicBezTo>
                    <a:pt x="7670" y="136424"/>
                    <a:pt x="7682" y="136423"/>
                    <a:pt x="7694" y="136422"/>
                  </a:cubicBezTo>
                  <a:cubicBezTo>
                    <a:pt x="7773" y="136402"/>
                    <a:pt x="7861" y="136392"/>
                    <a:pt x="7949" y="136392"/>
                  </a:cubicBezTo>
                  <a:cubicBezTo>
                    <a:pt x="8038" y="136392"/>
                    <a:pt x="8126" y="136402"/>
                    <a:pt x="8205" y="136422"/>
                  </a:cubicBezTo>
                  <a:lnTo>
                    <a:pt x="7773" y="137010"/>
                  </a:lnTo>
                  <a:lnTo>
                    <a:pt x="7302" y="136971"/>
                  </a:lnTo>
                  <a:cubicBezTo>
                    <a:pt x="7289" y="136970"/>
                    <a:pt x="7277" y="136969"/>
                    <a:pt x="7266" y="136969"/>
                  </a:cubicBezTo>
                  <a:cubicBezTo>
                    <a:pt x="6988" y="136969"/>
                    <a:pt x="7000" y="137405"/>
                    <a:pt x="7302" y="137442"/>
                  </a:cubicBezTo>
                  <a:lnTo>
                    <a:pt x="7498" y="137481"/>
                  </a:lnTo>
                  <a:cubicBezTo>
                    <a:pt x="6399" y="139091"/>
                    <a:pt x="5496" y="140858"/>
                    <a:pt x="4789" y="142663"/>
                  </a:cubicBezTo>
                  <a:cubicBezTo>
                    <a:pt x="4789" y="139876"/>
                    <a:pt x="5260" y="137089"/>
                    <a:pt x="6203" y="134459"/>
                  </a:cubicBezTo>
                  <a:cubicBezTo>
                    <a:pt x="6272" y="134273"/>
                    <a:pt x="6136" y="134156"/>
                    <a:pt x="5989" y="134156"/>
                  </a:cubicBezTo>
                  <a:cubicBezTo>
                    <a:pt x="5887" y="134156"/>
                    <a:pt x="5780" y="134212"/>
                    <a:pt x="5732" y="134341"/>
                  </a:cubicBezTo>
                  <a:cubicBezTo>
                    <a:pt x="4789" y="137010"/>
                    <a:pt x="4318" y="139798"/>
                    <a:pt x="4358" y="142624"/>
                  </a:cubicBezTo>
                  <a:cubicBezTo>
                    <a:pt x="2316" y="131946"/>
                    <a:pt x="5339" y="118207"/>
                    <a:pt x="16174" y="114320"/>
                  </a:cubicBezTo>
                  <a:close/>
                  <a:moveTo>
                    <a:pt x="35544" y="113154"/>
                  </a:moveTo>
                  <a:cubicBezTo>
                    <a:pt x="36511" y="113154"/>
                    <a:pt x="36194" y="115996"/>
                    <a:pt x="36194" y="116479"/>
                  </a:cubicBezTo>
                  <a:lnTo>
                    <a:pt x="36194" y="120876"/>
                  </a:lnTo>
                  <a:lnTo>
                    <a:pt x="36194" y="128727"/>
                  </a:lnTo>
                  <a:lnTo>
                    <a:pt x="36194" y="137050"/>
                  </a:lnTo>
                  <a:lnTo>
                    <a:pt x="36194" y="140504"/>
                  </a:lnTo>
                  <a:cubicBezTo>
                    <a:pt x="36155" y="141093"/>
                    <a:pt x="36194" y="142153"/>
                    <a:pt x="36155" y="143017"/>
                  </a:cubicBezTo>
                  <a:cubicBezTo>
                    <a:pt x="35921" y="143075"/>
                    <a:pt x="35682" y="143106"/>
                    <a:pt x="35445" y="143106"/>
                  </a:cubicBezTo>
                  <a:cubicBezTo>
                    <a:pt x="35046" y="143106"/>
                    <a:pt x="34655" y="143017"/>
                    <a:pt x="34310" y="142820"/>
                  </a:cubicBezTo>
                  <a:cubicBezTo>
                    <a:pt x="34310" y="142624"/>
                    <a:pt x="34349" y="142428"/>
                    <a:pt x="34349" y="142310"/>
                  </a:cubicBezTo>
                  <a:cubicBezTo>
                    <a:pt x="34349" y="141015"/>
                    <a:pt x="34310" y="139719"/>
                    <a:pt x="34310" y="138424"/>
                  </a:cubicBezTo>
                  <a:cubicBezTo>
                    <a:pt x="34271" y="135715"/>
                    <a:pt x="34271" y="132967"/>
                    <a:pt x="34231" y="130258"/>
                  </a:cubicBezTo>
                  <a:cubicBezTo>
                    <a:pt x="34192" y="127667"/>
                    <a:pt x="34192" y="125116"/>
                    <a:pt x="34192" y="122525"/>
                  </a:cubicBezTo>
                  <a:cubicBezTo>
                    <a:pt x="34192" y="120955"/>
                    <a:pt x="33250" y="114242"/>
                    <a:pt x="35173" y="113221"/>
                  </a:cubicBezTo>
                  <a:cubicBezTo>
                    <a:pt x="35213" y="113221"/>
                    <a:pt x="35291" y="113182"/>
                    <a:pt x="35370" y="113182"/>
                  </a:cubicBezTo>
                  <a:cubicBezTo>
                    <a:pt x="35432" y="113163"/>
                    <a:pt x="35490" y="113154"/>
                    <a:pt x="35544" y="113154"/>
                  </a:cubicBezTo>
                  <a:close/>
                  <a:moveTo>
                    <a:pt x="64812" y="141957"/>
                  </a:moveTo>
                  <a:lnTo>
                    <a:pt x="64812" y="141957"/>
                  </a:lnTo>
                  <a:cubicBezTo>
                    <a:pt x="65126" y="142035"/>
                    <a:pt x="65400" y="142192"/>
                    <a:pt x="65597" y="142389"/>
                  </a:cubicBezTo>
                  <a:cubicBezTo>
                    <a:pt x="65518" y="142820"/>
                    <a:pt x="65479" y="143174"/>
                    <a:pt x="65361" y="143566"/>
                  </a:cubicBezTo>
                  <a:lnTo>
                    <a:pt x="65361" y="143605"/>
                  </a:lnTo>
                  <a:cubicBezTo>
                    <a:pt x="65204" y="143056"/>
                    <a:pt x="65008" y="142506"/>
                    <a:pt x="64812" y="141957"/>
                  </a:cubicBezTo>
                  <a:close/>
                  <a:moveTo>
                    <a:pt x="34310" y="143331"/>
                  </a:moveTo>
                  <a:cubicBezTo>
                    <a:pt x="34689" y="143493"/>
                    <a:pt x="35106" y="143581"/>
                    <a:pt x="35522" y="143581"/>
                  </a:cubicBezTo>
                  <a:cubicBezTo>
                    <a:pt x="35708" y="143581"/>
                    <a:pt x="35894" y="143563"/>
                    <a:pt x="36076" y="143527"/>
                  </a:cubicBezTo>
                  <a:lnTo>
                    <a:pt x="36076" y="143527"/>
                  </a:lnTo>
                  <a:cubicBezTo>
                    <a:pt x="36076" y="143566"/>
                    <a:pt x="36076" y="143645"/>
                    <a:pt x="36037" y="143723"/>
                  </a:cubicBezTo>
                  <a:cubicBezTo>
                    <a:pt x="35652" y="143877"/>
                    <a:pt x="35182" y="144032"/>
                    <a:pt x="34804" y="144032"/>
                  </a:cubicBezTo>
                  <a:cubicBezTo>
                    <a:pt x="34605" y="144032"/>
                    <a:pt x="34432" y="143989"/>
                    <a:pt x="34310" y="143880"/>
                  </a:cubicBezTo>
                  <a:cubicBezTo>
                    <a:pt x="34271" y="143684"/>
                    <a:pt x="34271" y="143488"/>
                    <a:pt x="34310" y="143331"/>
                  </a:cubicBezTo>
                  <a:close/>
                  <a:moveTo>
                    <a:pt x="35841" y="144312"/>
                  </a:moveTo>
                  <a:lnTo>
                    <a:pt x="35841" y="144312"/>
                  </a:lnTo>
                  <a:cubicBezTo>
                    <a:pt x="35918" y="144777"/>
                    <a:pt x="35826" y="145004"/>
                    <a:pt x="35574" y="145004"/>
                  </a:cubicBezTo>
                  <a:cubicBezTo>
                    <a:pt x="35444" y="145004"/>
                    <a:pt x="35270" y="144943"/>
                    <a:pt x="35056" y="144822"/>
                  </a:cubicBezTo>
                  <a:cubicBezTo>
                    <a:pt x="34957" y="144838"/>
                    <a:pt x="34869" y="144845"/>
                    <a:pt x="34791" y="144845"/>
                  </a:cubicBezTo>
                  <a:cubicBezTo>
                    <a:pt x="34465" y="144845"/>
                    <a:pt x="34317" y="144708"/>
                    <a:pt x="34349" y="144391"/>
                  </a:cubicBezTo>
                  <a:lnTo>
                    <a:pt x="34349" y="144391"/>
                  </a:lnTo>
                  <a:cubicBezTo>
                    <a:pt x="34467" y="144469"/>
                    <a:pt x="34585" y="144508"/>
                    <a:pt x="34702" y="144508"/>
                  </a:cubicBezTo>
                  <a:cubicBezTo>
                    <a:pt x="34770" y="144515"/>
                    <a:pt x="34837" y="144518"/>
                    <a:pt x="34904" y="144518"/>
                  </a:cubicBezTo>
                  <a:cubicBezTo>
                    <a:pt x="35228" y="144518"/>
                    <a:pt x="35548" y="144442"/>
                    <a:pt x="35841" y="144312"/>
                  </a:cubicBezTo>
                  <a:close/>
                  <a:moveTo>
                    <a:pt x="26812" y="137599"/>
                  </a:moveTo>
                  <a:cubicBezTo>
                    <a:pt x="27401" y="137678"/>
                    <a:pt x="27990" y="137756"/>
                    <a:pt x="28578" y="137796"/>
                  </a:cubicBezTo>
                  <a:cubicBezTo>
                    <a:pt x="27676" y="140818"/>
                    <a:pt x="26733" y="143841"/>
                    <a:pt x="25752" y="146864"/>
                  </a:cubicBezTo>
                  <a:cubicBezTo>
                    <a:pt x="25124" y="146707"/>
                    <a:pt x="24496" y="146510"/>
                    <a:pt x="23868" y="146314"/>
                  </a:cubicBezTo>
                  <a:cubicBezTo>
                    <a:pt x="24928" y="143409"/>
                    <a:pt x="25909" y="140504"/>
                    <a:pt x="26812" y="137599"/>
                  </a:cubicBezTo>
                  <a:close/>
                  <a:moveTo>
                    <a:pt x="43260" y="137167"/>
                  </a:moveTo>
                  <a:cubicBezTo>
                    <a:pt x="44316" y="140139"/>
                    <a:pt x="45255" y="143111"/>
                    <a:pt x="46116" y="146083"/>
                  </a:cubicBezTo>
                  <a:lnTo>
                    <a:pt x="46116" y="146083"/>
                  </a:lnTo>
                  <a:cubicBezTo>
                    <a:pt x="45451" y="146356"/>
                    <a:pt x="44748" y="146590"/>
                    <a:pt x="44045" y="146785"/>
                  </a:cubicBezTo>
                  <a:cubicBezTo>
                    <a:pt x="43849" y="146236"/>
                    <a:pt x="43692" y="145725"/>
                    <a:pt x="43574" y="145176"/>
                  </a:cubicBezTo>
                  <a:cubicBezTo>
                    <a:pt x="43526" y="145047"/>
                    <a:pt x="43419" y="144991"/>
                    <a:pt x="43314" y="144991"/>
                  </a:cubicBezTo>
                  <a:cubicBezTo>
                    <a:pt x="43163" y="144991"/>
                    <a:pt x="43017" y="145108"/>
                    <a:pt x="43064" y="145293"/>
                  </a:cubicBezTo>
                  <a:cubicBezTo>
                    <a:pt x="43221" y="145843"/>
                    <a:pt x="43378" y="146353"/>
                    <a:pt x="43574" y="146903"/>
                  </a:cubicBezTo>
                  <a:cubicBezTo>
                    <a:pt x="42711" y="147139"/>
                    <a:pt x="41847" y="147335"/>
                    <a:pt x="40983" y="147492"/>
                  </a:cubicBezTo>
                  <a:cubicBezTo>
                    <a:pt x="40709" y="146118"/>
                    <a:pt x="40434" y="144744"/>
                    <a:pt x="40080" y="143370"/>
                  </a:cubicBezTo>
                  <a:cubicBezTo>
                    <a:pt x="40050" y="143247"/>
                    <a:pt x="39959" y="143196"/>
                    <a:pt x="39865" y="143196"/>
                  </a:cubicBezTo>
                  <a:cubicBezTo>
                    <a:pt x="39718" y="143196"/>
                    <a:pt x="39562" y="143320"/>
                    <a:pt x="39609" y="143488"/>
                  </a:cubicBezTo>
                  <a:cubicBezTo>
                    <a:pt x="39923" y="144862"/>
                    <a:pt x="40237" y="146196"/>
                    <a:pt x="40473" y="147570"/>
                  </a:cubicBezTo>
                  <a:cubicBezTo>
                    <a:pt x="39806" y="147688"/>
                    <a:pt x="39099" y="147767"/>
                    <a:pt x="38432" y="147845"/>
                  </a:cubicBezTo>
                  <a:cubicBezTo>
                    <a:pt x="38118" y="146079"/>
                    <a:pt x="37843" y="144312"/>
                    <a:pt x="37529" y="142506"/>
                  </a:cubicBezTo>
                  <a:cubicBezTo>
                    <a:pt x="37529" y="142035"/>
                    <a:pt x="37529" y="141643"/>
                    <a:pt x="37529" y="141289"/>
                  </a:cubicBezTo>
                  <a:cubicBezTo>
                    <a:pt x="37607" y="140151"/>
                    <a:pt x="37607" y="139052"/>
                    <a:pt x="37647" y="137913"/>
                  </a:cubicBezTo>
                  <a:lnTo>
                    <a:pt x="38314" y="137874"/>
                  </a:lnTo>
                  <a:cubicBezTo>
                    <a:pt x="38392" y="138659"/>
                    <a:pt x="38549" y="139405"/>
                    <a:pt x="38746" y="140151"/>
                  </a:cubicBezTo>
                  <a:cubicBezTo>
                    <a:pt x="38793" y="140293"/>
                    <a:pt x="38898" y="140353"/>
                    <a:pt x="39000" y="140353"/>
                  </a:cubicBezTo>
                  <a:cubicBezTo>
                    <a:pt x="39153" y="140353"/>
                    <a:pt x="39303" y="140221"/>
                    <a:pt x="39256" y="140033"/>
                  </a:cubicBezTo>
                  <a:cubicBezTo>
                    <a:pt x="39021" y="139327"/>
                    <a:pt x="38903" y="138581"/>
                    <a:pt x="38824" y="137835"/>
                  </a:cubicBezTo>
                  <a:cubicBezTo>
                    <a:pt x="39492" y="137756"/>
                    <a:pt x="40198" y="137678"/>
                    <a:pt x="40866" y="137560"/>
                  </a:cubicBezTo>
                  <a:cubicBezTo>
                    <a:pt x="41415" y="139366"/>
                    <a:pt x="41886" y="141172"/>
                    <a:pt x="42357" y="143017"/>
                  </a:cubicBezTo>
                  <a:cubicBezTo>
                    <a:pt x="42387" y="143137"/>
                    <a:pt x="42475" y="143188"/>
                    <a:pt x="42567" y="143188"/>
                  </a:cubicBezTo>
                  <a:cubicBezTo>
                    <a:pt x="42715" y="143188"/>
                    <a:pt x="42877" y="143054"/>
                    <a:pt x="42828" y="142860"/>
                  </a:cubicBezTo>
                  <a:cubicBezTo>
                    <a:pt x="42397" y="141093"/>
                    <a:pt x="41886" y="139287"/>
                    <a:pt x="41376" y="137521"/>
                  </a:cubicBezTo>
                  <a:cubicBezTo>
                    <a:pt x="42004" y="137403"/>
                    <a:pt x="42632" y="137285"/>
                    <a:pt x="43260" y="137167"/>
                  </a:cubicBezTo>
                  <a:close/>
                  <a:moveTo>
                    <a:pt x="37372" y="144469"/>
                  </a:moveTo>
                  <a:cubicBezTo>
                    <a:pt x="37568" y="145647"/>
                    <a:pt x="37764" y="146785"/>
                    <a:pt x="37961" y="147924"/>
                  </a:cubicBezTo>
                  <a:cubicBezTo>
                    <a:pt x="37136" y="148041"/>
                    <a:pt x="36312" y="148081"/>
                    <a:pt x="35487" y="148081"/>
                  </a:cubicBezTo>
                  <a:lnTo>
                    <a:pt x="35487" y="148041"/>
                  </a:lnTo>
                  <a:cubicBezTo>
                    <a:pt x="35448" y="147884"/>
                    <a:pt x="35448" y="147688"/>
                    <a:pt x="35487" y="147492"/>
                  </a:cubicBezTo>
                  <a:lnTo>
                    <a:pt x="35527" y="147492"/>
                  </a:lnTo>
                  <a:cubicBezTo>
                    <a:pt x="36704" y="147099"/>
                    <a:pt x="37175" y="145843"/>
                    <a:pt x="37372" y="144469"/>
                  </a:cubicBezTo>
                  <a:close/>
                  <a:moveTo>
                    <a:pt x="29010" y="137874"/>
                  </a:moveTo>
                  <a:cubicBezTo>
                    <a:pt x="29560" y="137913"/>
                    <a:pt x="30149" y="137953"/>
                    <a:pt x="30698" y="137992"/>
                  </a:cubicBezTo>
                  <a:cubicBezTo>
                    <a:pt x="30580" y="138541"/>
                    <a:pt x="30423" y="139091"/>
                    <a:pt x="30306" y="139641"/>
                  </a:cubicBezTo>
                  <a:cubicBezTo>
                    <a:pt x="30258" y="139833"/>
                    <a:pt x="30416" y="139952"/>
                    <a:pt x="30563" y="139952"/>
                  </a:cubicBezTo>
                  <a:cubicBezTo>
                    <a:pt x="30657" y="139952"/>
                    <a:pt x="30746" y="139904"/>
                    <a:pt x="30777" y="139798"/>
                  </a:cubicBezTo>
                  <a:cubicBezTo>
                    <a:pt x="30934" y="139209"/>
                    <a:pt x="31091" y="138620"/>
                    <a:pt x="31209" y="138031"/>
                  </a:cubicBezTo>
                  <a:cubicBezTo>
                    <a:pt x="31758" y="138070"/>
                    <a:pt x="32269" y="138110"/>
                    <a:pt x="32779" y="138149"/>
                  </a:cubicBezTo>
                  <a:lnTo>
                    <a:pt x="32779" y="139366"/>
                  </a:lnTo>
                  <a:lnTo>
                    <a:pt x="32465" y="141682"/>
                  </a:lnTo>
                  <a:cubicBezTo>
                    <a:pt x="32465" y="141827"/>
                    <a:pt x="32573" y="141908"/>
                    <a:pt x="32693" y="141908"/>
                  </a:cubicBezTo>
                  <a:cubicBezTo>
                    <a:pt x="32734" y="141908"/>
                    <a:pt x="32778" y="141898"/>
                    <a:pt x="32818" y="141878"/>
                  </a:cubicBezTo>
                  <a:cubicBezTo>
                    <a:pt x="32818" y="142663"/>
                    <a:pt x="32857" y="143448"/>
                    <a:pt x="32857" y="144234"/>
                  </a:cubicBezTo>
                  <a:cubicBezTo>
                    <a:pt x="32895" y="145560"/>
                    <a:pt x="33262" y="147618"/>
                    <a:pt x="34771" y="147618"/>
                  </a:cubicBezTo>
                  <a:cubicBezTo>
                    <a:pt x="34825" y="147618"/>
                    <a:pt x="34881" y="147615"/>
                    <a:pt x="34938" y="147610"/>
                  </a:cubicBezTo>
                  <a:cubicBezTo>
                    <a:pt x="34938" y="147767"/>
                    <a:pt x="34938" y="147963"/>
                    <a:pt x="34938" y="148120"/>
                  </a:cubicBezTo>
                  <a:cubicBezTo>
                    <a:pt x="33996" y="148120"/>
                    <a:pt x="33014" y="148081"/>
                    <a:pt x="32033" y="148002"/>
                  </a:cubicBezTo>
                  <a:lnTo>
                    <a:pt x="32033" y="147963"/>
                  </a:lnTo>
                  <a:cubicBezTo>
                    <a:pt x="32111" y="146982"/>
                    <a:pt x="32269" y="146000"/>
                    <a:pt x="32426" y="145019"/>
                  </a:cubicBezTo>
                  <a:cubicBezTo>
                    <a:pt x="32449" y="144833"/>
                    <a:pt x="32294" y="144716"/>
                    <a:pt x="32147" y="144716"/>
                  </a:cubicBezTo>
                  <a:cubicBezTo>
                    <a:pt x="32045" y="144716"/>
                    <a:pt x="31947" y="144772"/>
                    <a:pt x="31915" y="144901"/>
                  </a:cubicBezTo>
                  <a:cubicBezTo>
                    <a:pt x="31758" y="145922"/>
                    <a:pt x="31601" y="146942"/>
                    <a:pt x="31523" y="147963"/>
                  </a:cubicBezTo>
                  <a:cubicBezTo>
                    <a:pt x="30620" y="147884"/>
                    <a:pt x="29678" y="147727"/>
                    <a:pt x="28775" y="147570"/>
                  </a:cubicBezTo>
                  <a:lnTo>
                    <a:pt x="29756" y="143723"/>
                  </a:lnTo>
                  <a:cubicBezTo>
                    <a:pt x="29803" y="143511"/>
                    <a:pt x="29652" y="143384"/>
                    <a:pt x="29507" y="143384"/>
                  </a:cubicBezTo>
                  <a:cubicBezTo>
                    <a:pt x="29411" y="143384"/>
                    <a:pt x="29316" y="143441"/>
                    <a:pt x="29285" y="143566"/>
                  </a:cubicBezTo>
                  <a:cubicBezTo>
                    <a:pt x="28932" y="144901"/>
                    <a:pt x="28618" y="146196"/>
                    <a:pt x="28304" y="147492"/>
                  </a:cubicBezTo>
                  <a:cubicBezTo>
                    <a:pt x="27597" y="147374"/>
                    <a:pt x="26890" y="147217"/>
                    <a:pt x="26145" y="147021"/>
                  </a:cubicBezTo>
                  <a:cubicBezTo>
                    <a:pt x="27165" y="143998"/>
                    <a:pt x="28107" y="140936"/>
                    <a:pt x="29010" y="137874"/>
                  </a:cubicBezTo>
                  <a:close/>
                  <a:moveTo>
                    <a:pt x="35625" y="0"/>
                  </a:moveTo>
                  <a:cubicBezTo>
                    <a:pt x="35460" y="0"/>
                    <a:pt x="35298" y="54"/>
                    <a:pt x="35173" y="163"/>
                  </a:cubicBezTo>
                  <a:cubicBezTo>
                    <a:pt x="35134" y="158"/>
                    <a:pt x="35094" y="156"/>
                    <a:pt x="35056" y="156"/>
                  </a:cubicBezTo>
                  <a:cubicBezTo>
                    <a:pt x="34791" y="156"/>
                    <a:pt x="34565" y="271"/>
                    <a:pt x="34428" y="477"/>
                  </a:cubicBezTo>
                  <a:cubicBezTo>
                    <a:pt x="12601" y="30155"/>
                    <a:pt x="12012" y="68587"/>
                    <a:pt x="15153" y="103760"/>
                  </a:cubicBezTo>
                  <a:cubicBezTo>
                    <a:pt x="15428" y="106783"/>
                    <a:pt x="15703" y="109806"/>
                    <a:pt x="16017" y="112789"/>
                  </a:cubicBezTo>
                  <a:cubicBezTo>
                    <a:pt x="2827" y="117304"/>
                    <a:pt x="0" y="134969"/>
                    <a:pt x="3886" y="146785"/>
                  </a:cubicBezTo>
                  <a:cubicBezTo>
                    <a:pt x="3939" y="147208"/>
                    <a:pt x="4268" y="147401"/>
                    <a:pt x="4605" y="147401"/>
                  </a:cubicBezTo>
                  <a:cubicBezTo>
                    <a:pt x="5019" y="147401"/>
                    <a:pt x="5443" y="147109"/>
                    <a:pt x="5378" y="146589"/>
                  </a:cubicBezTo>
                  <a:cubicBezTo>
                    <a:pt x="5771" y="143017"/>
                    <a:pt x="8008" y="139209"/>
                    <a:pt x="10128" y="136422"/>
                  </a:cubicBezTo>
                  <a:cubicBezTo>
                    <a:pt x="12366" y="133477"/>
                    <a:pt x="15271" y="131318"/>
                    <a:pt x="18843" y="130612"/>
                  </a:cubicBezTo>
                  <a:cubicBezTo>
                    <a:pt x="19196" y="132103"/>
                    <a:pt x="19550" y="133634"/>
                    <a:pt x="19981" y="135165"/>
                  </a:cubicBezTo>
                  <a:cubicBezTo>
                    <a:pt x="20082" y="135467"/>
                    <a:pt x="20353" y="135654"/>
                    <a:pt x="20650" y="135654"/>
                  </a:cubicBezTo>
                  <a:cubicBezTo>
                    <a:pt x="20702" y="135654"/>
                    <a:pt x="20754" y="135648"/>
                    <a:pt x="20806" y="135636"/>
                  </a:cubicBezTo>
                  <a:cubicBezTo>
                    <a:pt x="22219" y="136422"/>
                    <a:pt x="23750" y="137010"/>
                    <a:pt x="25359" y="137324"/>
                  </a:cubicBezTo>
                  <a:cubicBezTo>
                    <a:pt x="24417" y="140426"/>
                    <a:pt x="23357" y="143527"/>
                    <a:pt x="22219" y="146550"/>
                  </a:cubicBezTo>
                  <a:cubicBezTo>
                    <a:pt x="22101" y="146942"/>
                    <a:pt x="22298" y="147335"/>
                    <a:pt x="22690" y="147453"/>
                  </a:cubicBezTo>
                  <a:lnTo>
                    <a:pt x="23789" y="147845"/>
                  </a:lnTo>
                  <a:cubicBezTo>
                    <a:pt x="21748" y="155736"/>
                    <a:pt x="19785" y="163626"/>
                    <a:pt x="17901" y="171556"/>
                  </a:cubicBezTo>
                  <a:cubicBezTo>
                    <a:pt x="17940" y="171634"/>
                    <a:pt x="17940" y="171713"/>
                    <a:pt x="17901" y="171791"/>
                  </a:cubicBezTo>
                  <a:cubicBezTo>
                    <a:pt x="17783" y="172027"/>
                    <a:pt x="17665" y="172263"/>
                    <a:pt x="17587" y="172498"/>
                  </a:cubicBezTo>
                  <a:cubicBezTo>
                    <a:pt x="17587" y="172616"/>
                    <a:pt x="17548" y="172694"/>
                    <a:pt x="17548" y="172812"/>
                  </a:cubicBezTo>
                  <a:lnTo>
                    <a:pt x="17548" y="172851"/>
                  </a:lnTo>
                  <a:cubicBezTo>
                    <a:pt x="17548" y="172891"/>
                    <a:pt x="17548" y="172891"/>
                    <a:pt x="17548" y="172930"/>
                  </a:cubicBezTo>
                  <a:cubicBezTo>
                    <a:pt x="17548" y="173087"/>
                    <a:pt x="17508" y="173205"/>
                    <a:pt x="17508" y="173362"/>
                  </a:cubicBezTo>
                  <a:cubicBezTo>
                    <a:pt x="17508" y="173440"/>
                    <a:pt x="17469" y="173519"/>
                    <a:pt x="17430" y="173558"/>
                  </a:cubicBezTo>
                  <a:cubicBezTo>
                    <a:pt x="15977" y="179682"/>
                    <a:pt x="14525" y="185806"/>
                    <a:pt x="13151" y="191930"/>
                  </a:cubicBezTo>
                  <a:cubicBezTo>
                    <a:pt x="13308" y="192008"/>
                    <a:pt x="13426" y="192126"/>
                    <a:pt x="13583" y="192205"/>
                  </a:cubicBezTo>
                  <a:cubicBezTo>
                    <a:pt x="15035" y="185884"/>
                    <a:pt x="16488" y="179564"/>
                    <a:pt x="18019" y="173244"/>
                  </a:cubicBezTo>
                  <a:cubicBezTo>
                    <a:pt x="17979" y="173205"/>
                    <a:pt x="17979" y="173165"/>
                    <a:pt x="18019" y="173126"/>
                  </a:cubicBezTo>
                  <a:cubicBezTo>
                    <a:pt x="18058" y="172773"/>
                    <a:pt x="18136" y="172420"/>
                    <a:pt x="18215" y="172106"/>
                  </a:cubicBezTo>
                  <a:cubicBezTo>
                    <a:pt x="18254" y="172066"/>
                    <a:pt x="18254" y="172027"/>
                    <a:pt x="18293" y="171988"/>
                  </a:cubicBezTo>
                  <a:cubicBezTo>
                    <a:pt x="20256" y="163979"/>
                    <a:pt x="22219" y="155971"/>
                    <a:pt x="24300" y="148002"/>
                  </a:cubicBezTo>
                  <a:cubicBezTo>
                    <a:pt x="25477" y="148355"/>
                    <a:pt x="26694" y="148670"/>
                    <a:pt x="27911" y="148905"/>
                  </a:cubicBezTo>
                  <a:cubicBezTo>
                    <a:pt x="27165" y="150986"/>
                    <a:pt x="26890" y="153263"/>
                    <a:pt x="27087" y="155461"/>
                  </a:cubicBezTo>
                  <a:cubicBezTo>
                    <a:pt x="27107" y="155622"/>
                    <a:pt x="27242" y="155711"/>
                    <a:pt x="27367" y="155711"/>
                  </a:cubicBezTo>
                  <a:cubicBezTo>
                    <a:pt x="27486" y="155711"/>
                    <a:pt x="27597" y="155632"/>
                    <a:pt x="27597" y="155461"/>
                  </a:cubicBezTo>
                  <a:cubicBezTo>
                    <a:pt x="27362" y="153263"/>
                    <a:pt x="27636" y="151064"/>
                    <a:pt x="28382" y="148984"/>
                  </a:cubicBezTo>
                  <a:cubicBezTo>
                    <a:pt x="29481" y="149180"/>
                    <a:pt x="30580" y="149337"/>
                    <a:pt x="31680" y="149455"/>
                  </a:cubicBezTo>
                  <a:cubicBezTo>
                    <a:pt x="31523" y="150279"/>
                    <a:pt x="31523" y="151182"/>
                    <a:pt x="31680" y="152046"/>
                  </a:cubicBezTo>
                  <a:cubicBezTo>
                    <a:pt x="31710" y="152166"/>
                    <a:pt x="31797" y="152217"/>
                    <a:pt x="31891" y="152217"/>
                  </a:cubicBezTo>
                  <a:cubicBezTo>
                    <a:pt x="32044" y="152217"/>
                    <a:pt x="32214" y="152083"/>
                    <a:pt x="32190" y="151889"/>
                  </a:cubicBezTo>
                  <a:cubicBezTo>
                    <a:pt x="32033" y="151103"/>
                    <a:pt x="32033" y="150279"/>
                    <a:pt x="32190" y="149494"/>
                  </a:cubicBezTo>
                  <a:cubicBezTo>
                    <a:pt x="33064" y="149545"/>
                    <a:pt x="33938" y="149574"/>
                    <a:pt x="34812" y="149574"/>
                  </a:cubicBezTo>
                  <a:cubicBezTo>
                    <a:pt x="35940" y="149574"/>
                    <a:pt x="37068" y="149526"/>
                    <a:pt x="38196" y="149415"/>
                  </a:cubicBezTo>
                  <a:lnTo>
                    <a:pt x="38196" y="149415"/>
                  </a:lnTo>
                  <a:cubicBezTo>
                    <a:pt x="38118" y="150475"/>
                    <a:pt x="38000" y="151535"/>
                    <a:pt x="37804" y="152556"/>
                  </a:cubicBezTo>
                  <a:cubicBezTo>
                    <a:pt x="37780" y="152741"/>
                    <a:pt x="37935" y="152858"/>
                    <a:pt x="38082" y="152858"/>
                  </a:cubicBezTo>
                  <a:cubicBezTo>
                    <a:pt x="38184" y="152858"/>
                    <a:pt x="38282" y="152802"/>
                    <a:pt x="38314" y="152674"/>
                  </a:cubicBezTo>
                  <a:cubicBezTo>
                    <a:pt x="38510" y="151574"/>
                    <a:pt x="38628" y="150475"/>
                    <a:pt x="38706" y="149337"/>
                  </a:cubicBezTo>
                  <a:cubicBezTo>
                    <a:pt x="39688" y="149258"/>
                    <a:pt x="40669" y="149101"/>
                    <a:pt x="41611" y="148905"/>
                  </a:cubicBezTo>
                  <a:lnTo>
                    <a:pt x="41611" y="148905"/>
                  </a:lnTo>
                  <a:cubicBezTo>
                    <a:pt x="42711" y="152831"/>
                    <a:pt x="42554" y="157031"/>
                    <a:pt x="41180" y="160917"/>
                  </a:cubicBezTo>
                  <a:cubicBezTo>
                    <a:pt x="41109" y="161083"/>
                    <a:pt x="41251" y="161192"/>
                    <a:pt x="41402" y="161192"/>
                  </a:cubicBezTo>
                  <a:cubicBezTo>
                    <a:pt x="41501" y="161192"/>
                    <a:pt x="41604" y="161144"/>
                    <a:pt x="41651" y="161035"/>
                  </a:cubicBezTo>
                  <a:cubicBezTo>
                    <a:pt x="43064" y="157070"/>
                    <a:pt x="43182" y="152831"/>
                    <a:pt x="42043" y="148787"/>
                  </a:cubicBezTo>
                  <a:cubicBezTo>
                    <a:pt x="43299" y="148552"/>
                    <a:pt x="44556" y="148198"/>
                    <a:pt x="45773" y="147806"/>
                  </a:cubicBezTo>
                  <a:cubicBezTo>
                    <a:pt x="47892" y="155971"/>
                    <a:pt x="49934" y="164136"/>
                    <a:pt x="51896" y="172341"/>
                  </a:cubicBezTo>
                  <a:lnTo>
                    <a:pt x="51896" y="172380"/>
                  </a:lnTo>
                  <a:cubicBezTo>
                    <a:pt x="51896" y="172420"/>
                    <a:pt x="51896" y="172498"/>
                    <a:pt x="51896" y="172537"/>
                  </a:cubicBezTo>
                  <a:cubicBezTo>
                    <a:pt x="51936" y="172577"/>
                    <a:pt x="51975" y="172655"/>
                    <a:pt x="51975" y="172734"/>
                  </a:cubicBezTo>
                  <a:cubicBezTo>
                    <a:pt x="52014" y="172812"/>
                    <a:pt x="52014" y="172891"/>
                    <a:pt x="52014" y="172969"/>
                  </a:cubicBezTo>
                  <a:cubicBezTo>
                    <a:pt x="52014" y="172969"/>
                    <a:pt x="52053" y="173008"/>
                    <a:pt x="52053" y="173008"/>
                  </a:cubicBezTo>
                  <a:cubicBezTo>
                    <a:pt x="53584" y="179407"/>
                    <a:pt x="55076" y="185767"/>
                    <a:pt x="56529" y="192165"/>
                  </a:cubicBezTo>
                  <a:cubicBezTo>
                    <a:pt x="56686" y="192126"/>
                    <a:pt x="56843" y="192048"/>
                    <a:pt x="56960" y="191930"/>
                  </a:cubicBezTo>
                  <a:cubicBezTo>
                    <a:pt x="55586" y="185845"/>
                    <a:pt x="54173" y="179800"/>
                    <a:pt x="52721" y="173715"/>
                  </a:cubicBezTo>
                  <a:cubicBezTo>
                    <a:pt x="52525" y="173087"/>
                    <a:pt x="52485" y="172459"/>
                    <a:pt x="52368" y="171870"/>
                  </a:cubicBezTo>
                  <a:lnTo>
                    <a:pt x="52289" y="171909"/>
                  </a:lnTo>
                  <a:cubicBezTo>
                    <a:pt x="50326" y="163783"/>
                    <a:pt x="48324" y="155696"/>
                    <a:pt x="46283" y="147649"/>
                  </a:cubicBezTo>
                  <a:lnTo>
                    <a:pt x="47264" y="147296"/>
                  </a:lnTo>
                  <a:cubicBezTo>
                    <a:pt x="47618" y="147178"/>
                    <a:pt x="47853" y="146785"/>
                    <a:pt x="47735" y="146393"/>
                  </a:cubicBezTo>
                  <a:cubicBezTo>
                    <a:pt x="46832" y="143174"/>
                    <a:pt x="45812" y="140033"/>
                    <a:pt x="44713" y="136893"/>
                  </a:cubicBezTo>
                  <a:cubicBezTo>
                    <a:pt x="46204" y="136539"/>
                    <a:pt x="47657" y="136108"/>
                    <a:pt x="49070" y="135636"/>
                  </a:cubicBezTo>
                  <a:cubicBezTo>
                    <a:pt x="49266" y="135558"/>
                    <a:pt x="49423" y="135440"/>
                    <a:pt x="49502" y="135283"/>
                  </a:cubicBezTo>
                  <a:cubicBezTo>
                    <a:pt x="49698" y="135205"/>
                    <a:pt x="49816" y="135008"/>
                    <a:pt x="49855" y="134812"/>
                  </a:cubicBezTo>
                  <a:cubicBezTo>
                    <a:pt x="50169" y="133360"/>
                    <a:pt x="50483" y="131868"/>
                    <a:pt x="50758" y="130415"/>
                  </a:cubicBezTo>
                  <a:cubicBezTo>
                    <a:pt x="59002" y="131475"/>
                    <a:pt x="63124" y="139444"/>
                    <a:pt x="64694" y="146824"/>
                  </a:cubicBezTo>
                  <a:cubicBezTo>
                    <a:pt x="64792" y="147178"/>
                    <a:pt x="65086" y="147354"/>
                    <a:pt x="65386" y="147354"/>
                  </a:cubicBezTo>
                  <a:cubicBezTo>
                    <a:pt x="65685" y="147354"/>
                    <a:pt x="65989" y="147178"/>
                    <a:pt x="66107" y="146824"/>
                  </a:cubicBezTo>
                  <a:cubicBezTo>
                    <a:pt x="68031" y="139680"/>
                    <a:pt x="68698" y="131829"/>
                    <a:pt x="65950" y="124880"/>
                  </a:cubicBezTo>
                  <a:cubicBezTo>
                    <a:pt x="63752" y="119306"/>
                    <a:pt x="59787" y="114320"/>
                    <a:pt x="53702" y="112946"/>
                  </a:cubicBezTo>
                  <a:cubicBezTo>
                    <a:pt x="55272" y="101758"/>
                    <a:pt x="56097" y="90531"/>
                    <a:pt x="56254" y="79225"/>
                  </a:cubicBezTo>
                  <a:cubicBezTo>
                    <a:pt x="56450" y="61285"/>
                    <a:pt x="54527" y="43109"/>
                    <a:pt x="48717" y="26033"/>
                  </a:cubicBezTo>
                  <a:cubicBezTo>
                    <a:pt x="45694" y="16965"/>
                    <a:pt x="41494" y="8328"/>
                    <a:pt x="36273" y="359"/>
                  </a:cubicBezTo>
                  <a:cubicBezTo>
                    <a:pt x="36131" y="123"/>
                    <a:pt x="35875" y="0"/>
                    <a:pt x="35625" y="0"/>
                  </a:cubicBezTo>
                  <a:close/>
                </a:path>
              </a:pathLst>
            </a:custGeom>
            <a:solidFill>
              <a:srgbClr val="25202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43"/>
            <p:cNvSpPr/>
            <p:nvPr/>
          </p:nvSpPr>
          <p:spPr>
            <a:xfrm>
              <a:off x="4213473" y="7448000"/>
              <a:ext cx="42898" cy="28598"/>
            </a:xfrm>
            <a:custGeom>
              <a:avLst/>
              <a:gdLst/>
              <a:ahLst/>
              <a:cxnLst/>
              <a:rect l="l" t="t" r="r" b="b"/>
              <a:pathLst>
                <a:path w="708" h="472" extrusionOk="0">
                  <a:moveTo>
                    <a:pt x="315" y="1"/>
                  </a:moveTo>
                  <a:cubicBezTo>
                    <a:pt x="1" y="1"/>
                    <a:pt x="1" y="472"/>
                    <a:pt x="315" y="472"/>
                  </a:cubicBezTo>
                  <a:lnTo>
                    <a:pt x="393" y="472"/>
                  </a:lnTo>
                  <a:cubicBezTo>
                    <a:pt x="707" y="472"/>
                    <a:pt x="707" y="1"/>
                    <a:pt x="39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43"/>
            <p:cNvSpPr/>
            <p:nvPr/>
          </p:nvSpPr>
          <p:spPr>
            <a:xfrm>
              <a:off x="3216585" y="5566619"/>
              <a:ext cx="175893" cy="327004"/>
            </a:xfrm>
            <a:custGeom>
              <a:avLst/>
              <a:gdLst/>
              <a:ahLst/>
              <a:cxnLst/>
              <a:rect l="l" t="t" r="r" b="b"/>
              <a:pathLst>
                <a:path w="2903" h="5397" extrusionOk="0">
                  <a:moveTo>
                    <a:pt x="2601" y="1"/>
                  </a:moveTo>
                  <a:cubicBezTo>
                    <a:pt x="2496" y="1"/>
                    <a:pt x="2384" y="48"/>
                    <a:pt x="2321" y="157"/>
                  </a:cubicBezTo>
                  <a:cubicBezTo>
                    <a:pt x="1693" y="1845"/>
                    <a:pt x="948" y="3455"/>
                    <a:pt x="84" y="5025"/>
                  </a:cubicBezTo>
                  <a:cubicBezTo>
                    <a:pt x="0" y="5221"/>
                    <a:pt x="195" y="5396"/>
                    <a:pt x="371" y="5396"/>
                  </a:cubicBezTo>
                  <a:cubicBezTo>
                    <a:pt x="442" y="5396"/>
                    <a:pt x="510" y="5368"/>
                    <a:pt x="555" y="5300"/>
                  </a:cubicBezTo>
                  <a:cubicBezTo>
                    <a:pt x="1419" y="3690"/>
                    <a:pt x="2164" y="2002"/>
                    <a:pt x="2832" y="275"/>
                  </a:cubicBezTo>
                  <a:cubicBezTo>
                    <a:pt x="2903" y="109"/>
                    <a:pt x="2760" y="1"/>
                    <a:pt x="260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43"/>
            <p:cNvSpPr/>
            <p:nvPr/>
          </p:nvSpPr>
          <p:spPr>
            <a:xfrm>
              <a:off x="2773975" y="5772019"/>
              <a:ext cx="765797" cy="869709"/>
            </a:xfrm>
            <a:custGeom>
              <a:avLst/>
              <a:gdLst/>
              <a:ahLst/>
              <a:cxnLst/>
              <a:rect l="l" t="t" r="r" b="b"/>
              <a:pathLst>
                <a:path w="12639" h="14354" extrusionOk="0">
                  <a:moveTo>
                    <a:pt x="297" y="0"/>
                  </a:moveTo>
                  <a:cubicBezTo>
                    <a:pt x="152" y="0"/>
                    <a:pt x="1" y="127"/>
                    <a:pt x="48" y="339"/>
                  </a:cubicBezTo>
                  <a:cubicBezTo>
                    <a:pt x="1304" y="5521"/>
                    <a:pt x="3856" y="10311"/>
                    <a:pt x="7428" y="14275"/>
                  </a:cubicBezTo>
                  <a:cubicBezTo>
                    <a:pt x="7467" y="14354"/>
                    <a:pt x="7546" y="14354"/>
                    <a:pt x="7624" y="14354"/>
                  </a:cubicBezTo>
                  <a:cubicBezTo>
                    <a:pt x="7664" y="14354"/>
                    <a:pt x="7742" y="14354"/>
                    <a:pt x="7781" y="14275"/>
                  </a:cubicBezTo>
                  <a:cubicBezTo>
                    <a:pt x="9666" y="11881"/>
                    <a:pt x="11275" y="9290"/>
                    <a:pt x="12531" y="6503"/>
                  </a:cubicBezTo>
                  <a:cubicBezTo>
                    <a:pt x="12639" y="6314"/>
                    <a:pt x="12470" y="6145"/>
                    <a:pt x="12315" y="6145"/>
                  </a:cubicBezTo>
                  <a:cubicBezTo>
                    <a:pt x="12244" y="6145"/>
                    <a:pt x="12176" y="6181"/>
                    <a:pt x="12139" y="6267"/>
                  </a:cubicBezTo>
                  <a:cubicBezTo>
                    <a:pt x="10922" y="8937"/>
                    <a:pt x="9391" y="11410"/>
                    <a:pt x="7624" y="13726"/>
                  </a:cubicBezTo>
                  <a:cubicBezTo>
                    <a:pt x="4170" y="9879"/>
                    <a:pt x="1736" y="5207"/>
                    <a:pt x="519" y="182"/>
                  </a:cubicBezTo>
                  <a:cubicBezTo>
                    <a:pt x="488" y="57"/>
                    <a:pt x="394" y="0"/>
                    <a:pt x="29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3"/>
            <p:cNvSpPr/>
            <p:nvPr/>
          </p:nvSpPr>
          <p:spPr>
            <a:xfrm>
              <a:off x="3535591" y="6080362"/>
              <a:ext cx="30961" cy="33325"/>
            </a:xfrm>
            <a:custGeom>
              <a:avLst/>
              <a:gdLst/>
              <a:ahLst/>
              <a:cxnLst/>
              <a:rect l="l" t="t" r="r" b="b"/>
              <a:pathLst>
                <a:path w="511" h="550" extrusionOk="0">
                  <a:moveTo>
                    <a:pt x="256" y="0"/>
                  </a:moveTo>
                  <a:cubicBezTo>
                    <a:pt x="128" y="0"/>
                    <a:pt x="1" y="79"/>
                    <a:pt x="1" y="236"/>
                  </a:cubicBezTo>
                  <a:lnTo>
                    <a:pt x="1" y="314"/>
                  </a:lnTo>
                  <a:cubicBezTo>
                    <a:pt x="1" y="471"/>
                    <a:pt x="128" y="550"/>
                    <a:pt x="256" y="550"/>
                  </a:cubicBezTo>
                  <a:cubicBezTo>
                    <a:pt x="383" y="550"/>
                    <a:pt x="511" y="471"/>
                    <a:pt x="511" y="314"/>
                  </a:cubicBezTo>
                  <a:lnTo>
                    <a:pt x="511" y="236"/>
                  </a:lnTo>
                  <a:cubicBezTo>
                    <a:pt x="511" y="79"/>
                    <a:pt x="383" y="0"/>
                    <a:pt x="25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32"/>
        <p:cNvGrpSpPr/>
        <p:nvPr/>
      </p:nvGrpSpPr>
      <p:grpSpPr>
        <a:xfrm>
          <a:off x="0" y="0"/>
          <a:ext cx="0" cy="0"/>
          <a:chOff x="0" y="0"/>
          <a:chExt cx="0" cy="0"/>
        </a:xfrm>
      </p:grpSpPr>
      <p:grpSp>
        <p:nvGrpSpPr>
          <p:cNvPr id="1933" name="Google Shape;1933;p44"/>
          <p:cNvGrpSpPr/>
          <p:nvPr/>
        </p:nvGrpSpPr>
        <p:grpSpPr>
          <a:xfrm>
            <a:off x="4577436" y="-219625"/>
            <a:ext cx="5183683" cy="5363114"/>
            <a:chOff x="1684125" y="690275"/>
            <a:chExt cx="4302526" cy="4451456"/>
          </a:xfrm>
        </p:grpSpPr>
        <p:sp>
          <p:nvSpPr>
            <p:cNvPr id="1934" name="Google Shape;1934;p44"/>
            <p:cNvSpPr/>
            <p:nvPr/>
          </p:nvSpPr>
          <p:spPr>
            <a:xfrm>
              <a:off x="5964704" y="2177156"/>
              <a:ext cx="21947" cy="18712"/>
            </a:xfrm>
            <a:custGeom>
              <a:avLst/>
              <a:gdLst/>
              <a:ahLst/>
              <a:cxnLst/>
              <a:rect l="l" t="t" r="r" b="b"/>
              <a:pathLst>
                <a:path w="536" h="457" extrusionOk="0">
                  <a:moveTo>
                    <a:pt x="335" y="1"/>
                  </a:moveTo>
                  <a:cubicBezTo>
                    <a:pt x="322" y="1"/>
                    <a:pt x="308" y="2"/>
                    <a:pt x="295" y="5"/>
                  </a:cubicBezTo>
                  <a:cubicBezTo>
                    <a:pt x="107" y="5"/>
                    <a:pt x="1" y="246"/>
                    <a:pt x="134" y="379"/>
                  </a:cubicBezTo>
                  <a:cubicBezTo>
                    <a:pt x="188" y="433"/>
                    <a:pt x="250" y="456"/>
                    <a:pt x="309" y="456"/>
                  </a:cubicBezTo>
                  <a:cubicBezTo>
                    <a:pt x="428" y="456"/>
                    <a:pt x="535" y="361"/>
                    <a:pt x="535" y="219"/>
                  </a:cubicBezTo>
                  <a:cubicBezTo>
                    <a:pt x="535" y="99"/>
                    <a:pt x="449" y="1"/>
                    <a:pt x="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4"/>
            <p:cNvSpPr/>
            <p:nvPr/>
          </p:nvSpPr>
          <p:spPr>
            <a:xfrm>
              <a:off x="5673633" y="2608461"/>
              <a:ext cx="20841" cy="21947"/>
            </a:xfrm>
            <a:custGeom>
              <a:avLst/>
              <a:gdLst/>
              <a:ahLst/>
              <a:cxnLst/>
              <a:rect l="l" t="t" r="r" b="b"/>
              <a:pathLst>
                <a:path w="509" h="536" extrusionOk="0">
                  <a:moveTo>
                    <a:pt x="268" y="1"/>
                  </a:moveTo>
                  <a:cubicBezTo>
                    <a:pt x="108" y="1"/>
                    <a:pt x="1" y="134"/>
                    <a:pt x="1" y="268"/>
                  </a:cubicBezTo>
                  <a:cubicBezTo>
                    <a:pt x="1" y="428"/>
                    <a:pt x="108" y="535"/>
                    <a:pt x="268" y="535"/>
                  </a:cubicBezTo>
                  <a:cubicBezTo>
                    <a:pt x="402" y="535"/>
                    <a:pt x="508" y="428"/>
                    <a:pt x="508" y="268"/>
                  </a:cubicBezTo>
                  <a:cubicBezTo>
                    <a:pt x="508" y="134"/>
                    <a:pt x="402"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44"/>
            <p:cNvSpPr/>
            <p:nvPr/>
          </p:nvSpPr>
          <p:spPr>
            <a:xfrm>
              <a:off x="5538927" y="1971618"/>
              <a:ext cx="17688" cy="12079"/>
            </a:xfrm>
            <a:custGeom>
              <a:avLst/>
              <a:gdLst/>
              <a:ahLst/>
              <a:cxnLst/>
              <a:rect l="l" t="t" r="r" b="b"/>
              <a:pathLst>
                <a:path w="432" h="295" extrusionOk="0">
                  <a:moveTo>
                    <a:pt x="244" y="1"/>
                  </a:moveTo>
                  <a:cubicBezTo>
                    <a:pt x="0" y="1"/>
                    <a:pt x="235" y="294"/>
                    <a:pt x="362" y="294"/>
                  </a:cubicBezTo>
                  <a:cubicBezTo>
                    <a:pt x="402" y="294"/>
                    <a:pt x="431" y="265"/>
                    <a:pt x="431" y="188"/>
                  </a:cubicBezTo>
                  <a:cubicBezTo>
                    <a:pt x="431" y="81"/>
                    <a:pt x="351" y="1"/>
                    <a:pt x="2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44"/>
            <p:cNvSpPr/>
            <p:nvPr/>
          </p:nvSpPr>
          <p:spPr>
            <a:xfrm>
              <a:off x="5257846" y="2298514"/>
              <a:ext cx="4422" cy="4995"/>
            </a:xfrm>
            <a:custGeom>
              <a:avLst/>
              <a:gdLst/>
              <a:ahLst/>
              <a:cxnLst/>
              <a:rect l="l" t="t" r="r" b="b"/>
              <a:pathLst>
                <a:path w="108" h="122" extrusionOk="0">
                  <a:moveTo>
                    <a:pt x="54" y="1"/>
                  </a:moveTo>
                  <a:cubicBezTo>
                    <a:pt x="27" y="1"/>
                    <a:pt x="0" y="21"/>
                    <a:pt x="0" y="61"/>
                  </a:cubicBezTo>
                  <a:cubicBezTo>
                    <a:pt x="0" y="101"/>
                    <a:pt x="27" y="121"/>
                    <a:pt x="54" y="121"/>
                  </a:cubicBezTo>
                  <a:cubicBezTo>
                    <a:pt x="80" y="121"/>
                    <a:pt x="107" y="101"/>
                    <a:pt x="107" y="61"/>
                  </a:cubicBezTo>
                  <a:cubicBezTo>
                    <a:pt x="107" y="21"/>
                    <a:pt x="80" y="1"/>
                    <a:pt x="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44"/>
            <p:cNvSpPr/>
            <p:nvPr/>
          </p:nvSpPr>
          <p:spPr>
            <a:xfrm>
              <a:off x="5126538" y="2086506"/>
              <a:ext cx="29562" cy="29603"/>
            </a:xfrm>
            <a:custGeom>
              <a:avLst/>
              <a:gdLst/>
              <a:ahLst/>
              <a:cxnLst/>
              <a:rect l="l" t="t" r="r" b="b"/>
              <a:pathLst>
                <a:path w="722" h="723" extrusionOk="0">
                  <a:moveTo>
                    <a:pt x="348" y="1"/>
                  </a:moveTo>
                  <a:cubicBezTo>
                    <a:pt x="161" y="1"/>
                    <a:pt x="0" y="161"/>
                    <a:pt x="0" y="348"/>
                  </a:cubicBezTo>
                  <a:cubicBezTo>
                    <a:pt x="0" y="562"/>
                    <a:pt x="161" y="723"/>
                    <a:pt x="348" y="723"/>
                  </a:cubicBezTo>
                  <a:cubicBezTo>
                    <a:pt x="562" y="723"/>
                    <a:pt x="722" y="562"/>
                    <a:pt x="722" y="348"/>
                  </a:cubicBezTo>
                  <a:cubicBezTo>
                    <a:pt x="722" y="161"/>
                    <a:pt x="562" y="1"/>
                    <a:pt x="3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44"/>
            <p:cNvSpPr/>
            <p:nvPr/>
          </p:nvSpPr>
          <p:spPr>
            <a:xfrm>
              <a:off x="4796079" y="1752240"/>
              <a:ext cx="8803" cy="9049"/>
            </a:xfrm>
            <a:custGeom>
              <a:avLst/>
              <a:gdLst/>
              <a:ahLst/>
              <a:cxnLst/>
              <a:rect l="l" t="t" r="r" b="b"/>
              <a:pathLst>
                <a:path w="215" h="221" extrusionOk="0">
                  <a:moveTo>
                    <a:pt x="107" y="0"/>
                  </a:moveTo>
                  <a:cubicBezTo>
                    <a:pt x="54" y="0"/>
                    <a:pt x="0" y="41"/>
                    <a:pt x="0" y="121"/>
                  </a:cubicBezTo>
                  <a:cubicBezTo>
                    <a:pt x="0" y="188"/>
                    <a:pt x="54" y="221"/>
                    <a:pt x="107" y="221"/>
                  </a:cubicBezTo>
                  <a:cubicBezTo>
                    <a:pt x="161" y="221"/>
                    <a:pt x="214" y="188"/>
                    <a:pt x="214" y="121"/>
                  </a:cubicBezTo>
                  <a:cubicBezTo>
                    <a:pt x="214" y="41"/>
                    <a:pt x="161" y="0"/>
                    <a:pt x="1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44"/>
            <p:cNvSpPr/>
            <p:nvPr/>
          </p:nvSpPr>
          <p:spPr>
            <a:xfrm>
              <a:off x="4524701" y="2246270"/>
              <a:ext cx="33984" cy="35049"/>
            </a:xfrm>
            <a:custGeom>
              <a:avLst/>
              <a:gdLst/>
              <a:ahLst/>
              <a:cxnLst/>
              <a:rect l="l" t="t" r="r" b="b"/>
              <a:pathLst>
                <a:path w="830" h="856" extrusionOk="0">
                  <a:moveTo>
                    <a:pt x="402" y="1"/>
                  </a:moveTo>
                  <a:cubicBezTo>
                    <a:pt x="188" y="1"/>
                    <a:pt x="1" y="188"/>
                    <a:pt x="1" y="428"/>
                  </a:cubicBezTo>
                  <a:cubicBezTo>
                    <a:pt x="1" y="669"/>
                    <a:pt x="188" y="856"/>
                    <a:pt x="402" y="856"/>
                  </a:cubicBezTo>
                  <a:cubicBezTo>
                    <a:pt x="642" y="856"/>
                    <a:pt x="829" y="669"/>
                    <a:pt x="829" y="428"/>
                  </a:cubicBezTo>
                  <a:cubicBezTo>
                    <a:pt x="829" y="188"/>
                    <a:pt x="642" y="1"/>
                    <a:pt x="4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44"/>
            <p:cNvSpPr/>
            <p:nvPr/>
          </p:nvSpPr>
          <p:spPr>
            <a:xfrm>
              <a:off x="4510412" y="2473878"/>
              <a:ext cx="13225" cy="8803"/>
            </a:xfrm>
            <a:custGeom>
              <a:avLst/>
              <a:gdLst/>
              <a:ahLst/>
              <a:cxnLst/>
              <a:rect l="l" t="t" r="r" b="b"/>
              <a:pathLst>
                <a:path w="323" h="215" extrusionOk="0">
                  <a:moveTo>
                    <a:pt x="163" y="1"/>
                  </a:moveTo>
                  <a:cubicBezTo>
                    <a:pt x="1" y="1"/>
                    <a:pt x="176" y="215"/>
                    <a:pt x="270" y="215"/>
                  </a:cubicBezTo>
                  <a:cubicBezTo>
                    <a:pt x="301" y="215"/>
                    <a:pt x="323" y="193"/>
                    <a:pt x="323" y="134"/>
                  </a:cubicBezTo>
                  <a:cubicBezTo>
                    <a:pt x="323" y="54"/>
                    <a:pt x="243" y="1"/>
                    <a:pt x="1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44"/>
            <p:cNvSpPr/>
            <p:nvPr/>
          </p:nvSpPr>
          <p:spPr>
            <a:xfrm>
              <a:off x="4552052" y="1746221"/>
              <a:ext cx="37260" cy="31855"/>
            </a:xfrm>
            <a:custGeom>
              <a:avLst/>
              <a:gdLst/>
              <a:ahLst/>
              <a:cxnLst/>
              <a:rect l="l" t="t" r="r" b="b"/>
              <a:pathLst>
                <a:path w="910" h="778" extrusionOk="0">
                  <a:moveTo>
                    <a:pt x="535" y="1"/>
                  </a:moveTo>
                  <a:cubicBezTo>
                    <a:pt x="188" y="1"/>
                    <a:pt x="1" y="428"/>
                    <a:pt x="241" y="669"/>
                  </a:cubicBezTo>
                  <a:cubicBezTo>
                    <a:pt x="317" y="745"/>
                    <a:pt x="412" y="778"/>
                    <a:pt x="506" y="778"/>
                  </a:cubicBezTo>
                  <a:cubicBezTo>
                    <a:pt x="709" y="778"/>
                    <a:pt x="909" y="621"/>
                    <a:pt x="909" y="401"/>
                  </a:cubicBezTo>
                  <a:cubicBezTo>
                    <a:pt x="909" y="188"/>
                    <a:pt x="722" y="1"/>
                    <a:pt x="5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44"/>
            <p:cNvSpPr/>
            <p:nvPr/>
          </p:nvSpPr>
          <p:spPr>
            <a:xfrm>
              <a:off x="4141711" y="1926784"/>
              <a:ext cx="39471" cy="33616"/>
            </a:xfrm>
            <a:custGeom>
              <a:avLst/>
              <a:gdLst/>
              <a:ahLst/>
              <a:cxnLst/>
              <a:rect l="l" t="t" r="r" b="b"/>
              <a:pathLst>
                <a:path w="964" h="821" extrusionOk="0">
                  <a:moveTo>
                    <a:pt x="562" y="0"/>
                  </a:moveTo>
                  <a:cubicBezTo>
                    <a:pt x="188" y="0"/>
                    <a:pt x="1" y="428"/>
                    <a:pt x="268" y="695"/>
                  </a:cubicBezTo>
                  <a:cubicBezTo>
                    <a:pt x="355" y="782"/>
                    <a:pt x="459" y="821"/>
                    <a:pt x="560" y="821"/>
                  </a:cubicBezTo>
                  <a:cubicBezTo>
                    <a:pt x="768" y="821"/>
                    <a:pt x="963" y="653"/>
                    <a:pt x="963" y="401"/>
                  </a:cubicBezTo>
                  <a:cubicBezTo>
                    <a:pt x="963" y="187"/>
                    <a:pt x="776" y="0"/>
                    <a:pt x="5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44"/>
            <p:cNvSpPr/>
            <p:nvPr/>
          </p:nvSpPr>
          <p:spPr>
            <a:xfrm>
              <a:off x="3901000" y="1904879"/>
              <a:ext cx="15354" cy="13184"/>
            </a:xfrm>
            <a:custGeom>
              <a:avLst/>
              <a:gdLst/>
              <a:ahLst/>
              <a:cxnLst/>
              <a:rect l="l" t="t" r="r" b="b"/>
              <a:pathLst>
                <a:path w="375" h="322" extrusionOk="0">
                  <a:moveTo>
                    <a:pt x="188" y="1"/>
                  </a:moveTo>
                  <a:cubicBezTo>
                    <a:pt x="101" y="1"/>
                    <a:pt x="14" y="54"/>
                    <a:pt x="1" y="161"/>
                  </a:cubicBezTo>
                  <a:cubicBezTo>
                    <a:pt x="14" y="268"/>
                    <a:pt x="101" y="321"/>
                    <a:pt x="188" y="321"/>
                  </a:cubicBezTo>
                  <a:cubicBezTo>
                    <a:pt x="274" y="321"/>
                    <a:pt x="361" y="268"/>
                    <a:pt x="375" y="161"/>
                  </a:cubicBezTo>
                  <a:cubicBezTo>
                    <a:pt x="361" y="54"/>
                    <a:pt x="274" y="1"/>
                    <a:pt x="1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4"/>
            <p:cNvSpPr/>
            <p:nvPr/>
          </p:nvSpPr>
          <p:spPr>
            <a:xfrm>
              <a:off x="3453482" y="2055880"/>
              <a:ext cx="6592" cy="6592"/>
            </a:xfrm>
            <a:custGeom>
              <a:avLst/>
              <a:gdLst/>
              <a:ahLst/>
              <a:cxnLst/>
              <a:rect l="l" t="t" r="r" b="b"/>
              <a:pathLst>
                <a:path w="161" h="161" extrusionOk="0">
                  <a:moveTo>
                    <a:pt x="80" y="1"/>
                  </a:moveTo>
                  <a:cubicBezTo>
                    <a:pt x="54" y="1"/>
                    <a:pt x="0" y="54"/>
                    <a:pt x="0" y="81"/>
                  </a:cubicBezTo>
                  <a:cubicBezTo>
                    <a:pt x="0" y="108"/>
                    <a:pt x="27" y="161"/>
                    <a:pt x="80" y="161"/>
                  </a:cubicBezTo>
                  <a:cubicBezTo>
                    <a:pt x="134" y="161"/>
                    <a:pt x="160" y="134"/>
                    <a:pt x="160" y="81"/>
                  </a:cubicBezTo>
                  <a:cubicBezTo>
                    <a:pt x="160" y="27"/>
                    <a:pt x="107" y="1"/>
                    <a:pt x="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4"/>
            <p:cNvSpPr/>
            <p:nvPr/>
          </p:nvSpPr>
          <p:spPr>
            <a:xfrm>
              <a:off x="3423920" y="2084336"/>
              <a:ext cx="29603" cy="25509"/>
            </a:xfrm>
            <a:custGeom>
              <a:avLst/>
              <a:gdLst/>
              <a:ahLst/>
              <a:cxnLst/>
              <a:rect l="l" t="t" r="r" b="b"/>
              <a:pathLst>
                <a:path w="723" h="623" extrusionOk="0">
                  <a:moveTo>
                    <a:pt x="428" y="1"/>
                  </a:moveTo>
                  <a:cubicBezTo>
                    <a:pt x="134" y="1"/>
                    <a:pt x="1" y="321"/>
                    <a:pt x="188" y="535"/>
                  </a:cubicBezTo>
                  <a:cubicBezTo>
                    <a:pt x="256" y="595"/>
                    <a:pt x="336" y="622"/>
                    <a:pt x="413" y="622"/>
                  </a:cubicBezTo>
                  <a:cubicBezTo>
                    <a:pt x="575" y="622"/>
                    <a:pt x="722" y="502"/>
                    <a:pt x="722" y="321"/>
                  </a:cubicBezTo>
                  <a:cubicBezTo>
                    <a:pt x="722" y="134"/>
                    <a:pt x="588" y="1"/>
                    <a:pt x="4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4"/>
            <p:cNvSpPr/>
            <p:nvPr/>
          </p:nvSpPr>
          <p:spPr>
            <a:xfrm>
              <a:off x="2988930" y="2306458"/>
              <a:ext cx="10482" cy="6961"/>
            </a:xfrm>
            <a:custGeom>
              <a:avLst/>
              <a:gdLst/>
              <a:ahLst/>
              <a:cxnLst/>
              <a:rect l="l" t="t" r="r" b="b"/>
              <a:pathLst>
                <a:path w="256" h="170" extrusionOk="0">
                  <a:moveTo>
                    <a:pt x="122" y="1"/>
                  </a:moveTo>
                  <a:cubicBezTo>
                    <a:pt x="0" y="1"/>
                    <a:pt x="140" y="170"/>
                    <a:pt x="214" y="170"/>
                  </a:cubicBezTo>
                  <a:cubicBezTo>
                    <a:pt x="238" y="170"/>
                    <a:pt x="255" y="153"/>
                    <a:pt x="255" y="108"/>
                  </a:cubicBezTo>
                  <a:cubicBezTo>
                    <a:pt x="255" y="54"/>
                    <a:pt x="202" y="1"/>
                    <a:pt x="1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4"/>
            <p:cNvSpPr/>
            <p:nvPr/>
          </p:nvSpPr>
          <p:spPr>
            <a:xfrm>
              <a:off x="2538709" y="2336019"/>
              <a:ext cx="26287" cy="22847"/>
            </a:xfrm>
            <a:custGeom>
              <a:avLst/>
              <a:gdLst/>
              <a:ahLst/>
              <a:cxnLst/>
              <a:rect l="l" t="t" r="r" b="b"/>
              <a:pathLst>
                <a:path w="642" h="558" extrusionOk="0">
                  <a:moveTo>
                    <a:pt x="374" y="0"/>
                  </a:moveTo>
                  <a:cubicBezTo>
                    <a:pt x="107" y="0"/>
                    <a:pt x="0" y="294"/>
                    <a:pt x="160" y="481"/>
                  </a:cubicBezTo>
                  <a:cubicBezTo>
                    <a:pt x="222" y="534"/>
                    <a:pt x="294" y="558"/>
                    <a:pt x="364" y="558"/>
                  </a:cubicBezTo>
                  <a:cubicBezTo>
                    <a:pt x="508" y="558"/>
                    <a:pt x="642" y="456"/>
                    <a:pt x="642" y="294"/>
                  </a:cubicBezTo>
                  <a:cubicBezTo>
                    <a:pt x="642" y="134"/>
                    <a:pt x="508" y="0"/>
                    <a:pt x="3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44"/>
            <p:cNvSpPr/>
            <p:nvPr/>
          </p:nvSpPr>
          <p:spPr>
            <a:xfrm>
              <a:off x="2466484" y="2196769"/>
              <a:ext cx="17524" cy="18098"/>
            </a:xfrm>
            <a:custGeom>
              <a:avLst/>
              <a:gdLst/>
              <a:ahLst/>
              <a:cxnLst/>
              <a:rect l="l" t="t" r="r" b="b"/>
              <a:pathLst>
                <a:path w="428" h="442" extrusionOk="0">
                  <a:moveTo>
                    <a:pt x="214" y="0"/>
                  </a:moveTo>
                  <a:cubicBezTo>
                    <a:pt x="107" y="0"/>
                    <a:pt x="0" y="74"/>
                    <a:pt x="0" y="221"/>
                  </a:cubicBezTo>
                  <a:cubicBezTo>
                    <a:pt x="0" y="368"/>
                    <a:pt x="107" y="441"/>
                    <a:pt x="214" y="441"/>
                  </a:cubicBezTo>
                  <a:cubicBezTo>
                    <a:pt x="321" y="441"/>
                    <a:pt x="428" y="368"/>
                    <a:pt x="428" y="221"/>
                  </a:cubicBezTo>
                  <a:cubicBezTo>
                    <a:pt x="428" y="74"/>
                    <a:pt x="321" y="0"/>
                    <a:pt x="2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44"/>
            <p:cNvSpPr/>
            <p:nvPr/>
          </p:nvSpPr>
          <p:spPr>
            <a:xfrm>
              <a:off x="2174307" y="1607257"/>
              <a:ext cx="19735" cy="19735"/>
            </a:xfrm>
            <a:custGeom>
              <a:avLst/>
              <a:gdLst/>
              <a:ahLst/>
              <a:cxnLst/>
              <a:rect l="l" t="t" r="r" b="b"/>
              <a:pathLst>
                <a:path w="482" h="482" extrusionOk="0">
                  <a:moveTo>
                    <a:pt x="241" y="0"/>
                  </a:moveTo>
                  <a:cubicBezTo>
                    <a:pt x="108" y="0"/>
                    <a:pt x="1" y="107"/>
                    <a:pt x="1" y="241"/>
                  </a:cubicBezTo>
                  <a:cubicBezTo>
                    <a:pt x="1" y="375"/>
                    <a:pt x="108" y="481"/>
                    <a:pt x="241" y="481"/>
                  </a:cubicBezTo>
                  <a:cubicBezTo>
                    <a:pt x="375" y="481"/>
                    <a:pt x="482" y="375"/>
                    <a:pt x="482" y="241"/>
                  </a:cubicBezTo>
                  <a:cubicBezTo>
                    <a:pt x="482" y="107"/>
                    <a:pt x="375" y="0"/>
                    <a:pt x="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44"/>
            <p:cNvSpPr/>
            <p:nvPr/>
          </p:nvSpPr>
          <p:spPr>
            <a:xfrm>
              <a:off x="2115225" y="1597389"/>
              <a:ext cx="31773" cy="32879"/>
            </a:xfrm>
            <a:custGeom>
              <a:avLst/>
              <a:gdLst/>
              <a:ahLst/>
              <a:cxnLst/>
              <a:rect l="l" t="t" r="r" b="b"/>
              <a:pathLst>
                <a:path w="776" h="803" extrusionOk="0">
                  <a:moveTo>
                    <a:pt x="375" y="1"/>
                  </a:moveTo>
                  <a:cubicBezTo>
                    <a:pt x="161" y="1"/>
                    <a:pt x="1" y="188"/>
                    <a:pt x="1" y="402"/>
                  </a:cubicBezTo>
                  <a:cubicBezTo>
                    <a:pt x="1" y="616"/>
                    <a:pt x="161" y="803"/>
                    <a:pt x="375" y="803"/>
                  </a:cubicBezTo>
                  <a:cubicBezTo>
                    <a:pt x="589" y="803"/>
                    <a:pt x="776" y="616"/>
                    <a:pt x="776" y="402"/>
                  </a:cubicBezTo>
                  <a:cubicBezTo>
                    <a:pt x="776" y="188"/>
                    <a:pt x="589" y="1"/>
                    <a:pt x="3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44"/>
            <p:cNvSpPr/>
            <p:nvPr/>
          </p:nvSpPr>
          <p:spPr>
            <a:xfrm>
              <a:off x="1931386" y="1873147"/>
              <a:ext cx="35090" cy="29972"/>
            </a:xfrm>
            <a:custGeom>
              <a:avLst/>
              <a:gdLst/>
              <a:ahLst/>
              <a:cxnLst/>
              <a:rect l="l" t="t" r="r" b="b"/>
              <a:pathLst>
                <a:path w="857" h="732" extrusionOk="0">
                  <a:moveTo>
                    <a:pt x="482" y="1"/>
                  </a:moveTo>
                  <a:cubicBezTo>
                    <a:pt x="161" y="1"/>
                    <a:pt x="1" y="401"/>
                    <a:pt x="241" y="615"/>
                  </a:cubicBezTo>
                  <a:cubicBezTo>
                    <a:pt x="313" y="695"/>
                    <a:pt x="405" y="731"/>
                    <a:pt x="496" y="731"/>
                  </a:cubicBezTo>
                  <a:cubicBezTo>
                    <a:pt x="678" y="731"/>
                    <a:pt x="856" y="589"/>
                    <a:pt x="856" y="375"/>
                  </a:cubicBezTo>
                  <a:cubicBezTo>
                    <a:pt x="856" y="161"/>
                    <a:pt x="696" y="1"/>
                    <a:pt x="4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44"/>
            <p:cNvSpPr/>
            <p:nvPr/>
          </p:nvSpPr>
          <p:spPr>
            <a:xfrm>
              <a:off x="1699438" y="2125935"/>
              <a:ext cx="19735" cy="19735"/>
            </a:xfrm>
            <a:custGeom>
              <a:avLst/>
              <a:gdLst/>
              <a:ahLst/>
              <a:cxnLst/>
              <a:rect l="l" t="t" r="r" b="b"/>
              <a:pathLst>
                <a:path w="482" h="482" extrusionOk="0">
                  <a:moveTo>
                    <a:pt x="241" y="0"/>
                  </a:moveTo>
                  <a:cubicBezTo>
                    <a:pt x="107" y="0"/>
                    <a:pt x="0" y="107"/>
                    <a:pt x="0" y="241"/>
                  </a:cubicBezTo>
                  <a:cubicBezTo>
                    <a:pt x="0" y="374"/>
                    <a:pt x="107" y="481"/>
                    <a:pt x="241" y="481"/>
                  </a:cubicBezTo>
                  <a:cubicBezTo>
                    <a:pt x="374" y="481"/>
                    <a:pt x="481" y="374"/>
                    <a:pt x="481" y="241"/>
                  </a:cubicBezTo>
                  <a:cubicBezTo>
                    <a:pt x="481" y="107"/>
                    <a:pt x="374" y="0"/>
                    <a:pt x="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44"/>
            <p:cNvSpPr/>
            <p:nvPr/>
          </p:nvSpPr>
          <p:spPr>
            <a:xfrm>
              <a:off x="1684125" y="702313"/>
              <a:ext cx="25181" cy="25222"/>
            </a:xfrm>
            <a:custGeom>
              <a:avLst/>
              <a:gdLst/>
              <a:ahLst/>
              <a:cxnLst/>
              <a:rect l="l" t="t" r="r" b="b"/>
              <a:pathLst>
                <a:path w="615" h="616" extrusionOk="0">
                  <a:moveTo>
                    <a:pt x="294" y="1"/>
                  </a:moveTo>
                  <a:cubicBezTo>
                    <a:pt x="134" y="1"/>
                    <a:pt x="0" y="135"/>
                    <a:pt x="0" y="322"/>
                  </a:cubicBezTo>
                  <a:cubicBezTo>
                    <a:pt x="0" y="482"/>
                    <a:pt x="134" y="616"/>
                    <a:pt x="294" y="616"/>
                  </a:cubicBezTo>
                  <a:cubicBezTo>
                    <a:pt x="481" y="616"/>
                    <a:pt x="615" y="482"/>
                    <a:pt x="615" y="322"/>
                  </a:cubicBezTo>
                  <a:cubicBezTo>
                    <a:pt x="615" y="135"/>
                    <a:pt x="481" y="1"/>
                    <a:pt x="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44"/>
            <p:cNvSpPr/>
            <p:nvPr/>
          </p:nvSpPr>
          <p:spPr>
            <a:xfrm>
              <a:off x="1854821" y="1482500"/>
              <a:ext cx="7698" cy="7698"/>
            </a:xfrm>
            <a:custGeom>
              <a:avLst/>
              <a:gdLst/>
              <a:ahLst/>
              <a:cxnLst/>
              <a:rect l="l" t="t" r="r" b="b"/>
              <a:pathLst>
                <a:path w="188" h="188" extrusionOk="0">
                  <a:moveTo>
                    <a:pt x="80" y="1"/>
                  </a:moveTo>
                  <a:cubicBezTo>
                    <a:pt x="27" y="1"/>
                    <a:pt x="0" y="28"/>
                    <a:pt x="0" y="108"/>
                  </a:cubicBezTo>
                  <a:cubicBezTo>
                    <a:pt x="0" y="161"/>
                    <a:pt x="27" y="188"/>
                    <a:pt x="80" y="188"/>
                  </a:cubicBezTo>
                  <a:cubicBezTo>
                    <a:pt x="160" y="188"/>
                    <a:pt x="187" y="161"/>
                    <a:pt x="187" y="108"/>
                  </a:cubicBezTo>
                  <a:cubicBezTo>
                    <a:pt x="187" y="28"/>
                    <a:pt x="134" y="1"/>
                    <a:pt x="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44"/>
            <p:cNvSpPr/>
            <p:nvPr/>
          </p:nvSpPr>
          <p:spPr>
            <a:xfrm>
              <a:off x="2068180" y="1433286"/>
              <a:ext cx="20841" cy="19735"/>
            </a:xfrm>
            <a:custGeom>
              <a:avLst/>
              <a:gdLst/>
              <a:ahLst/>
              <a:cxnLst/>
              <a:rect l="l" t="t" r="r" b="b"/>
              <a:pathLst>
                <a:path w="509" h="482" extrusionOk="0">
                  <a:moveTo>
                    <a:pt x="254" y="0"/>
                  </a:moveTo>
                  <a:cubicBezTo>
                    <a:pt x="127" y="0"/>
                    <a:pt x="0" y="80"/>
                    <a:pt x="0" y="241"/>
                  </a:cubicBezTo>
                  <a:cubicBezTo>
                    <a:pt x="0" y="401"/>
                    <a:pt x="127" y="481"/>
                    <a:pt x="254" y="481"/>
                  </a:cubicBezTo>
                  <a:cubicBezTo>
                    <a:pt x="381" y="481"/>
                    <a:pt x="508" y="401"/>
                    <a:pt x="508" y="241"/>
                  </a:cubicBezTo>
                  <a:cubicBezTo>
                    <a:pt x="508" y="80"/>
                    <a:pt x="381" y="0"/>
                    <a:pt x="2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44"/>
            <p:cNvSpPr/>
            <p:nvPr/>
          </p:nvSpPr>
          <p:spPr>
            <a:xfrm>
              <a:off x="2183069" y="1279991"/>
              <a:ext cx="39430" cy="33739"/>
            </a:xfrm>
            <a:custGeom>
              <a:avLst/>
              <a:gdLst/>
              <a:ahLst/>
              <a:cxnLst/>
              <a:rect l="l" t="t" r="r" b="b"/>
              <a:pathLst>
                <a:path w="963" h="824" extrusionOk="0">
                  <a:moveTo>
                    <a:pt x="603" y="0"/>
                  </a:moveTo>
                  <a:cubicBezTo>
                    <a:pt x="589" y="0"/>
                    <a:pt x="575" y="1"/>
                    <a:pt x="562" y="3"/>
                  </a:cubicBezTo>
                  <a:cubicBezTo>
                    <a:pt x="161" y="3"/>
                    <a:pt x="1" y="457"/>
                    <a:pt x="268" y="698"/>
                  </a:cubicBezTo>
                  <a:cubicBezTo>
                    <a:pt x="355" y="784"/>
                    <a:pt x="459" y="823"/>
                    <a:pt x="559" y="823"/>
                  </a:cubicBezTo>
                  <a:cubicBezTo>
                    <a:pt x="768" y="823"/>
                    <a:pt x="963" y="656"/>
                    <a:pt x="963" y="404"/>
                  </a:cubicBezTo>
                  <a:cubicBezTo>
                    <a:pt x="963" y="178"/>
                    <a:pt x="799" y="0"/>
                    <a:pt x="6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44"/>
            <p:cNvSpPr/>
            <p:nvPr/>
          </p:nvSpPr>
          <p:spPr>
            <a:xfrm>
              <a:off x="2302339" y="904781"/>
              <a:ext cx="17565" cy="17524"/>
            </a:xfrm>
            <a:custGeom>
              <a:avLst/>
              <a:gdLst/>
              <a:ahLst/>
              <a:cxnLst/>
              <a:rect l="l" t="t" r="r" b="b"/>
              <a:pathLst>
                <a:path w="429" h="428" extrusionOk="0">
                  <a:moveTo>
                    <a:pt x="214" y="0"/>
                  </a:moveTo>
                  <a:cubicBezTo>
                    <a:pt x="81" y="0"/>
                    <a:pt x="1" y="80"/>
                    <a:pt x="1" y="214"/>
                  </a:cubicBezTo>
                  <a:cubicBezTo>
                    <a:pt x="1" y="321"/>
                    <a:pt x="81" y="428"/>
                    <a:pt x="214" y="428"/>
                  </a:cubicBezTo>
                  <a:cubicBezTo>
                    <a:pt x="321" y="428"/>
                    <a:pt x="428" y="321"/>
                    <a:pt x="428" y="214"/>
                  </a:cubicBezTo>
                  <a:cubicBezTo>
                    <a:pt x="428" y="80"/>
                    <a:pt x="321" y="0"/>
                    <a:pt x="2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44"/>
            <p:cNvSpPr/>
            <p:nvPr/>
          </p:nvSpPr>
          <p:spPr>
            <a:xfrm>
              <a:off x="2315278" y="738425"/>
              <a:ext cx="12283" cy="7943"/>
            </a:xfrm>
            <a:custGeom>
              <a:avLst/>
              <a:gdLst/>
              <a:ahLst/>
              <a:cxnLst/>
              <a:rect l="l" t="t" r="r" b="b"/>
              <a:pathLst>
                <a:path w="300" h="194" extrusionOk="0">
                  <a:moveTo>
                    <a:pt x="166" y="1"/>
                  </a:moveTo>
                  <a:cubicBezTo>
                    <a:pt x="0" y="1"/>
                    <a:pt x="171" y="193"/>
                    <a:pt x="257" y="193"/>
                  </a:cubicBezTo>
                  <a:cubicBezTo>
                    <a:pt x="282" y="193"/>
                    <a:pt x="299" y="177"/>
                    <a:pt x="299" y="134"/>
                  </a:cubicBezTo>
                  <a:cubicBezTo>
                    <a:pt x="299" y="54"/>
                    <a:pt x="219" y="1"/>
                    <a:pt x="1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44"/>
            <p:cNvSpPr/>
            <p:nvPr/>
          </p:nvSpPr>
          <p:spPr>
            <a:xfrm>
              <a:off x="2524011" y="939788"/>
              <a:ext cx="16910" cy="11587"/>
            </a:xfrm>
            <a:custGeom>
              <a:avLst/>
              <a:gdLst/>
              <a:ahLst/>
              <a:cxnLst/>
              <a:rect l="l" t="t" r="r" b="b"/>
              <a:pathLst>
                <a:path w="413" h="283" extrusionOk="0">
                  <a:moveTo>
                    <a:pt x="226" y="0"/>
                  </a:moveTo>
                  <a:cubicBezTo>
                    <a:pt x="0" y="0"/>
                    <a:pt x="230" y="282"/>
                    <a:pt x="350" y="282"/>
                  </a:cubicBezTo>
                  <a:cubicBezTo>
                    <a:pt x="386" y="282"/>
                    <a:pt x="413" y="256"/>
                    <a:pt x="413" y="187"/>
                  </a:cubicBezTo>
                  <a:cubicBezTo>
                    <a:pt x="413" y="80"/>
                    <a:pt x="332" y="0"/>
                    <a:pt x="2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44"/>
            <p:cNvSpPr/>
            <p:nvPr/>
          </p:nvSpPr>
          <p:spPr>
            <a:xfrm>
              <a:off x="2947945" y="1045915"/>
              <a:ext cx="27392" cy="24403"/>
            </a:xfrm>
            <a:custGeom>
              <a:avLst/>
              <a:gdLst/>
              <a:ahLst/>
              <a:cxnLst/>
              <a:rect l="l" t="t" r="r" b="b"/>
              <a:pathLst>
                <a:path w="669" h="596" extrusionOk="0">
                  <a:moveTo>
                    <a:pt x="401" y="1"/>
                  </a:moveTo>
                  <a:cubicBezTo>
                    <a:pt x="134" y="1"/>
                    <a:pt x="0" y="321"/>
                    <a:pt x="187" y="508"/>
                  </a:cubicBezTo>
                  <a:cubicBezTo>
                    <a:pt x="248" y="569"/>
                    <a:pt x="319" y="596"/>
                    <a:pt x="388" y="596"/>
                  </a:cubicBezTo>
                  <a:cubicBezTo>
                    <a:pt x="533" y="596"/>
                    <a:pt x="668" y="476"/>
                    <a:pt x="668" y="295"/>
                  </a:cubicBezTo>
                  <a:cubicBezTo>
                    <a:pt x="668" y="134"/>
                    <a:pt x="56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44"/>
            <p:cNvSpPr/>
            <p:nvPr/>
          </p:nvSpPr>
          <p:spPr>
            <a:xfrm>
              <a:off x="2963258" y="1445323"/>
              <a:ext cx="32879" cy="27638"/>
            </a:xfrm>
            <a:custGeom>
              <a:avLst/>
              <a:gdLst/>
              <a:ahLst/>
              <a:cxnLst/>
              <a:rect l="l" t="t" r="r" b="b"/>
              <a:pathLst>
                <a:path w="803" h="675" extrusionOk="0">
                  <a:moveTo>
                    <a:pt x="455" y="0"/>
                  </a:moveTo>
                  <a:cubicBezTo>
                    <a:pt x="161" y="0"/>
                    <a:pt x="0" y="374"/>
                    <a:pt x="214" y="588"/>
                  </a:cubicBezTo>
                  <a:cubicBezTo>
                    <a:pt x="282" y="647"/>
                    <a:pt x="366" y="674"/>
                    <a:pt x="449" y="674"/>
                  </a:cubicBezTo>
                  <a:cubicBezTo>
                    <a:pt x="627" y="674"/>
                    <a:pt x="802" y="548"/>
                    <a:pt x="802" y="348"/>
                  </a:cubicBezTo>
                  <a:cubicBezTo>
                    <a:pt x="802" y="161"/>
                    <a:pt x="642"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44"/>
            <p:cNvSpPr/>
            <p:nvPr/>
          </p:nvSpPr>
          <p:spPr>
            <a:xfrm>
              <a:off x="3070491" y="828174"/>
              <a:ext cx="36154" cy="30750"/>
            </a:xfrm>
            <a:custGeom>
              <a:avLst/>
              <a:gdLst/>
              <a:ahLst/>
              <a:cxnLst/>
              <a:rect l="l" t="t" r="r" b="b"/>
              <a:pathLst>
                <a:path w="883" h="751" extrusionOk="0">
                  <a:moveTo>
                    <a:pt x="508" y="0"/>
                  </a:moveTo>
                  <a:cubicBezTo>
                    <a:pt x="161" y="0"/>
                    <a:pt x="0" y="401"/>
                    <a:pt x="241" y="642"/>
                  </a:cubicBezTo>
                  <a:cubicBezTo>
                    <a:pt x="317" y="718"/>
                    <a:pt x="409" y="751"/>
                    <a:pt x="499" y="751"/>
                  </a:cubicBezTo>
                  <a:cubicBezTo>
                    <a:pt x="694" y="751"/>
                    <a:pt x="882" y="594"/>
                    <a:pt x="882" y="374"/>
                  </a:cubicBezTo>
                  <a:cubicBezTo>
                    <a:pt x="882" y="161"/>
                    <a:pt x="722" y="0"/>
                    <a:pt x="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44"/>
            <p:cNvSpPr/>
            <p:nvPr/>
          </p:nvSpPr>
          <p:spPr>
            <a:xfrm>
              <a:off x="3338552" y="749398"/>
              <a:ext cx="16460" cy="15354"/>
            </a:xfrm>
            <a:custGeom>
              <a:avLst/>
              <a:gdLst/>
              <a:ahLst/>
              <a:cxnLst/>
              <a:rect l="l" t="t" r="r" b="b"/>
              <a:pathLst>
                <a:path w="402" h="375" extrusionOk="0">
                  <a:moveTo>
                    <a:pt x="242" y="0"/>
                  </a:moveTo>
                  <a:cubicBezTo>
                    <a:pt x="1" y="0"/>
                    <a:pt x="1" y="374"/>
                    <a:pt x="242" y="374"/>
                  </a:cubicBezTo>
                  <a:cubicBezTo>
                    <a:pt x="322" y="374"/>
                    <a:pt x="402" y="294"/>
                    <a:pt x="402" y="187"/>
                  </a:cubicBezTo>
                  <a:cubicBezTo>
                    <a:pt x="402" y="80"/>
                    <a:pt x="322" y="0"/>
                    <a:pt x="2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44"/>
            <p:cNvSpPr/>
            <p:nvPr/>
          </p:nvSpPr>
          <p:spPr>
            <a:xfrm>
              <a:off x="3350589" y="985727"/>
              <a:ext cx="20841" cy="14413"/>
            </a:xfrm>
            <a:custGeom>
              <a:avLst/>
              <a:gdLst/>
              <a:ahLst/>
              <a:cxnLst/>
              <a:rect l="l" t="t" r="r" b="b"/>
              <a:pathLst>
                <a:path w="509" h="352" extrusionOk="0">
                  <a:moveTo>
                    <a:pt x="268" y="1"/>
                  </a:moveTo>
                  <a:cubicBezTo>
                    <a:pt x="0" y="1"/>
                    <a:pt x="273" y="351"/>
                    <a:pt x="424" y="351"/>
                  </a:cubicBezTo>
                  <a:cubicBezTo>
                    <a:pt x="469" y="351"/>
                    <a:pt x="503" y="320"/>
                    <a:pt x="509" y="241"/>
                  </a:cubicBezTo>
                  <a:cubicBezTo>
                    <a:pt x="509" y="108"/>
                    <a:pt x="402"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44"/>
            <p:cNvSpPr/>
            <p:nvPr/>
          </p:nvSpPr>
          <p:spPr>
            <a:xfrm>
              <a:off x="3486278" y="726388"/>
              <a:ext cx="41641" cy="35581"/>
            </a:xfrm>
            <a:custGeom>
              <a:avLst/>
              <a:gdLst/>
              <a:ahLst/>
              <a:cxnLst/>
              <a:rect l="l" t="t" r="r" b="b"/>
              <a:pathLst>
                <a:path w="1017" h="869" extrusionOk="0">
                  <a:moveTo>
                    <a:pt x="562" y="1"/>
                  </a:moveTo>
                  <a:cubicBezTo>
                    <a:pt x="188" y="1"/>
                    <a:pt x="1" y="455"/>
                    <a:pt x="268" y="749"/>
                  </a:cubicBezTo>
                  <a:cubicBezTo>
                    <a:pt x="351" y="832"/>
                    <a:pt x="454" y="869"/>
                    <a:pt x="557" y="869"/>
                  </a:cubicBezTo>
                  <a:cubicBezTo>
                    <a:pt x="787" y="869"/>
                    <a:pt x="1016" y="687"/>
                    <a:pt x="1016" y="428"/>
                  </a:cubicBezTo>
                  <a:cubicBezTo>
                    <a:pt x="1016" y="188"/>
                    <a:pt x="803" y="1"/>
                    <a:pt x="5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44"/>
            <p:cNvSpPr/>
            <p:nvPr/>
          </p:nvSpPr>
          <p:spPr>
            <a:xfrm>
              <a:off x="3586959" y="823793"/>
              <a:ext cx="41641" cy="35827"/>
            </a:xfrm>
            <a:custGeom>
              <a:avLst/>
              <a:gdLst/>
              <a:ahLst/>
              <a:cxnLst/>
              <a:rect l="l" t="t" r="r" b="b"/>
              <a:pathLst>
                <a:path w="1017" h="875" extrusionOk="0">
                  <a:moveTo>
                    <a:pt x="562" y="0"/>
                  </a:moveTo>
                  <a:cubicBezTo>
                    <a:pt x="188" y="0"/>
                    <a:pt x="1" y="481"/>
                    <a:pt x="268" y="749"/>
                  </a:cubicBezTo>
                  <a:cubicBezTo>
                    <a:pt x="355" y="836"/>
                    <a:pt x="464" y="874"/>
                    <a:pt x="572" y="874"/>
                  </a:cubicBezTo>
                  <a:cubicBezTo>
                    <a:pt x="797" y="874"/>
                    <a:pt x="1016" y="707"/>
                    <a:pt x="1016" y="455"/>
                  </a:cubicBezTo>
                  <a:cubicBezTo>
                    <a:pt x="1016" y="214"/>
                    <a:pt x="802" y="0"/>
                    <a:pt x="5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44"/>
            <p:cNvSpPr/>
            <p:nvPr/>
          </p:nvSpPr>
          <p:spPr>
            <a:xfrm>
              <a:off x="3736856" y="1357212"/>
              <a:ext cx="9909" cy="9090"/>
            </a:xfrm>
            <a:custGeom>
              <a:avLst/>
              <a:gdLst/>
              <a:ahLst/>
              <a:cxnLst/>
              <a:rect l="l" t="t" r="r" b="b"/>
              <a:pathLst>
                <a:path w="242" h="222" extrusionOk="0">
                  <a:moveTo>
                    <a:pt x="111" y="1"/>
                  </a:moveTo>
                  <a:cubicBezTo>
                    <a:pt x="54" y="1"/>
                    <a:pt x="1" y="41"/>
                    <a:pt x="1" y="121"/>
                  </a:cubicBezTo>
                  <a:cubicBezTo>
                    <a:pt x="1" y="188"/>
                    <a:pt x="54" y="221"/>
                    <a:pt x="111" y="221"/>
                  </a:cubicBezTo>
                  <a:cubicBezTo>
                    <a:pt x="168" y="221"/>
                    <a:pt x="228" y="188"/>
                    <a:pt x="241" y="121"/>
                  </a:cubicBezTo>
                  <a:cubicBezTo>
                    <a:pt x="228" y="41"/>
                    <a:pt x="168" y="1"/>
                    <a:pt x="1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44"/>
            <p:cNvSpPr/>
            <p:nvPr/>
          </p:nvSpPr>
          <p:spPr>
            <a:xfrm>
              <a:off x="3964464" y="1126902"/>
              <a:ext cx="27392" cy="23339"/>
            </a:xfrm>
            <a:custGeom>
              <a:avLst/>
              <a:gdLst/>
              <a:ahLst/>
              <a:cxnLst/>
              <a:rect l="l" t="t" r="r" b="b"/>
              <a:pathLst>
                <a:path w="669" h="570" extrusionOk="0">
                  <a:moveTo>
                    <a:pt x="375" y="0"/>
                  </a:moveTo>
                  <a:cubicBezTo>
                    <a:pt x="134" y="0"/>
                    <a:pt x="1" y="294"/>
                    <a:pt x="188" y="481"/>
                  </a:cubicBezTo>
                  <a:cubicBezTo>
                    <a:pt x="240" y="543"/>
                    <a:pt x="310" y="569"/>
                    <a:pt x="380" y="569"/>
                  </a:cubicBezTo>
                  <a:cubicBezTo>
                    <a:pt x="524" y="569"/>
                    <a:pt x="669" y="456"/>
                    <a:pt x="669" y="294"/>
                  </a:cubicBezTo>
                  <a:cubicBezTo>
                    <a:pt x="669" y="134"/>
                    <a:pt x="535" y="0"/>
                    <a:pt x="3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4"/>
            <p:cNvSpPr/>
            <p:nvPr/>
          </p:nvSpPr>
          <p:spPr>
            <a:xfrm>
              <a:off x="4324485" y="1403724"/>
              <a:ext cx="19735" cy="12980"/>
            </a:xfrm>
            <a:custGeom>
              <a:avLst/>
              <a:gdLst/>
              <a:ahLst/>
              <a:cxnLst/>
              <a:rect l="l" t="t" r="r" b="b"/>
              <a:pathLst>
                <a:path w="482" h="317" extrusionOk="0">
                  <a:moveTo>
                    <a:pt x="267" y="1"/>
                  </a:moveTo>
                  <a:cubicBezTo>
                    <a:pt x="0" y="1"/>
                    <a:pt x="270" y="317"/>
                    <a:pt x="409" y="317"/>
                  </a:cubicBezTo>
                  <a:cubicBezTo>
                    <a:pt x="451" y="317"/>
                    <a:pt x="481" y="288"/>
                    <a:pt x="481" y="214"/>
                  </a:cubicBezTo>
                  <a:cubicBezTo>
                    <a:pt x="481" y="81"/>
                    <a:pt x="374" y="1"/>
                    <a:pt x="2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4"/>
            <p:cNvSpPr/>
            <p:nvPr/>
          </p:nvSpPr>
          <p:spPr>
            <a:xfrm>
              <a:off x="4824535" y="915713"/>
              <a:ext cx="29562" cy="29562"/>
            </a:xfrm>
            <a:custGeom>
              <a:avLst/>
              <a:gdLst/>
              <a:ahLst/>
              <a:cxnLst/>
              <a:rect l="l" t="t" r="r" b="b"/>
              <a:pathLst>
                <a:path w="722" h="722" extrusionOk="0">
                  <a:moveTo>
                    <a:pt x="374" y="0"/>
                  </a:moveTo>
                  <a:cubicBezTo>
                    <a:pt x="161" y="0"/>
                    <a:pt x="0" y="161"/>
                    <a:pt x="0" y="374"/>
                  </a:cubicBezTo>
                  <a:cubicBezTo>
                    <a:pt x="0" y="562"/>
                    <a:pt x="161" y="722"/>
                    <a:pt x="374" y="722"/>
                  </a:cubicBezTo>
                  <a:cubicBezTo>
                    <a:pt x="561" y="722"/>
                    <a:pt x="722" y="562"/>
                    <a:pt x="722" y="374"/>
                  </a:cubicBezTo>
                  <a:cubicBezTo>
                    <a:pt x="722" y="161"/>
                    <a:pt x="561" y="0"/>
                    <a:pt x="3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4"/>
            <p:cNvSpPr/>
            <p:nvPr/>
          </p:nvSpPr>
          <p:spPr>
            <a:xfrm>
              <a:off x="4949250" y="1474844"/>
              <a:ext cx="7698" cy="6633"/>
            </a:xfrm>
            <a:custGeom>
              <a:avLst/>
              <a:gdLst/>
              <a:ahLst/>
              <a:cxnLst/>
              <a:rect l="l" t="t" r="r" b="b"/>
              <a:pathLst>
                <a:path w="188" h="162" extrusionOk="0">
                  <a:moveTo>
                    <a:pt x="108" y="1"/>
                  </a:moveTo>
                  <a:cubicBezTo>
                    <a:pt x="54" y="1"/>
                    <a:pt x="1" y="27"/>
                    <a:pt x="1" y="81"/>
                  </a:cubicBezTo>
                  <a:cubicBezTo>
                    <a:pt x="1" y="134"/>
                    <a:pt x="54" y="161"/>
                    <a:pt x="108" y="161"/>
                  </a:cubicBezTo>
                  <a:cubicBezTo>
                    <a:pt x="135" y="161"/>
                    <a:pt x="188" y="134"/>
                    <a:pt x="188" y="81"/>
                  </a:cubicBezTo>
                  <a:cubicBezTo>
                    <a:pt x="188" y="27"/>
                    <a:pt x="135" y="1"/>
                    <a:pt x="1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4"/>
            <p:cNvSpPr/>
            <p:nvPr/>
          </p:nvSpPr>
          <p:spPr>
            <a:xfrm>
              <a:off x="5210801" y="1084197"/>
              <a:ext cx="27392" cy="27433"/>
            </a:xfrm>
            <a:custGeom>
              <a:avLst/>
              <a:gdLst/>
              <a:ahLst/>
              <a:cxnLst/>
              <a:rect l="l" t="t" r="r" b="b"/>
              <a:pathLst>
                <a:path w="669" h="670" extrusionOk="0">
                  <a:moveTo>
                    <a:pt x="348" y="1"/>
                  </a:moveTo>
                  <a:cubicBezTo>
                    <a:pt x="160" y="1"/>
                    <a:pt x="0" y="161"/>
                    <a:pt x="0" y="348"/>
                  </a:cubicBezTo>
                  <a:cubicBezTo>
                    <a:pt x="0" y="535"/>
                    <a:pt x="160" y="669"/>
                    <a:pt x="348" y="669"/>
                  </a:cubicBezTo>
                  <a:cubicBezTo>
                    <a:pt x="508" y="669"/>
                    <a:pt x="668" y="535"/>
                    <a:pt x="668" y="348"/>
                  </a:cubicBezTo>
                  <a:cubicBezTo>
                    <a:pt x="668" y="161"/>
                    <a:pt x="508" y="1"/>
                    <a:pt x="3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4"/>
            <p:cNvSpPr/>
            <p:nvPr/>
          </p:nvSpPr>
          <p:spPr>
            <a:xfrm>
              <a:off x="5367903" y="1469398"/>
              <a:ext cx="11424" cy="7902"/>
            </a:xfrm>
            <a:custGeom>
              <a:avLst/>
              <a:gdLst/>
              <a:ahLst/>
              <a:cxnLst/>
              <a:rect l="l" t="t" r="r" b="b"/>
              <a:pathLst>
                <a:path w="279" h="193" extrusionOk="0">
                  <a:moveTo>
                    <a:pt x="145" y="0"/>
                  </a:moveTo>
                  <a:cubicBezTo>
                    <a:pt x="0" y="0"/>
                    <a:pt x="144" y="192"/>
                    <a:pt x="228" y="192"/>
                  </a:cubicBezTo>
                  <a:cubicBezTo>
                    <a:pt x="253" y="192"/>
                    <a:pt x="273" y="176"/>
                    <a:pt x="279" y="134"/>
                  </a:cubicBezTo>
                  <a:cubicBezTo>
                    <a:pt x="279" y="54"/>
                    <a:pt x="199" y="0"/>
                    <a:pt x="1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4"/>
            <p:cNvSpPr/>
            <p:nvPr/>
          </p:nvSpPr>
          <p:spPr>
            <a:xfrm>
              <a:off x="5634244" y="1507681"/>
              <a:ext cx="26328" cy="21783"/>
            </a:xfrm>
            <a:custGeom>
              <a:avLst/>
              <a:gdLst/>
              <a:ahLst/>
              <a:cxnLst/>
              <a:rect l="l" t="t" r="r" b="b"/>
              <a:pathLst>
                <a:path w="643" h="532" extrusionOk="0">
                  <a:moveTo>
                    <a:pt x="375" y="0"/>
                  </a:moveTo>
                  <a:cubicBezTo>
                    <a:pt x="134" y="0"/>
                    <a:pt x="1" y="294"/>
                    <a:pt x="188" y="455"/>
                  </a:cubicBezTo>
                  <a:cubicBezTo>
                    <a:pt x="240" y="507"/>
                    <a:pt x="307" y="531"/>
                    <a:pt x="373" y="531"/>
                  </a:cubicBezTo>
                  <a:cubicBezTo>
                    <a:pt x="509" y="531"/>
                    <a:pt x="642" y="430"/>
                    <a:pt x="642" y="268"/>
                  </a:cubicBezTo>
                  <a:cubicBezTo>
                    <a:pt x="642" y="107"/>
                    <a:pt x="508" y="0"/>
                    <a:pt x="3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4"/>
            <p:cNvSpPr/>
            <p:nvPr/>
          </p:nvSpPr>
          <p:spPr>
            <a:xfrm>
              <a:off x="5961428" y="1118140"/>
              <a:ext cx="21906" cy="21906"/>
            </a:xfrm>
            <a:custGeom>
              <a:avLst/>
              <a:gdLst/>
              <a:ahLst/>
              <a:cxnLst/>
              <a:rect l="l" t="t" r="r" b="b"/>
              <a:pathLst>
                <a:path w="535" h="535" extrusionOk="0">
                  <a:moveTo>
                    <a:pt x="268" y="0"/>
                  </a:moveTo>
                  <a:cubicBezTo>
                    <a:pt x="107" y="0"/>
                    <a:pt x="0" y="107"/>
                    <a:pt x="0" y="268"/>
                  </a:cubicBezTo>
                  <a:cubicBezTo>
                    <a:pt x="0" y="428"/>
                    <a:pt x="107" y="535"/>
                    <a:pt x="268" y="535"/>
                  </a:cubicBezTo>
                  <a:cubicBezTo>
                    <a:pt x="428" y="535"/>
                    <a:pt x="535" y="428"/>
                    <a:pt x="535" y="268"/>
                  </a:cubicBezTo>
                  <a:cubicBezTo>
                    <a:pt x="535" y="107"/>
                    <a:pt x="428" y="0"/>
                    <a:pt x="26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4"/>
            <p:cNvSpPr/>
            <p:nvPr/>
          </p:nvSpPr>
          <p:spPr>
            <a:xfrm>
              <a:off x="5854196" y="932131"/>
              <a:ext cx="31773" cy="27310"/>
            </a:xfrm>
            <a:custGeom>
              <a:avLst/>
              <a:gdLst/>
              <a:ahLst/>
              <a:cxnLst/>
              <a:rect l="l" t="t" r="r" b="b"/>
              <a:pathLst>
                <a:path w="776" h="667" extrusionOk="0">
                  <a:moveTo>
                    <a:pt x="455" y="0"/>
                  </a:moveTo>
                  <a:cubicBezTo>
                    <a:pt x="161" y="0"/>
                    <a:pt x="0" y="374"/>
                    <a:pt x="214" y="561"/>
                  </a:cubicBezTo>
                  <a:cubicBezTo>
                    <a:pt x="287" y="634"/>
                    <a:pt x="374" y="666"/>
                    <a:pt x="459" y="666"/>
                  </a:cubicBezTo>
                  <a:cubicBezTo>
                    <a:pt x="623" y="666"/>
                    <a:pt x="775" y="542"/>
                    <a:pt x="775" y="348"/>
                  </a:cubicBezTo>
                  <a:cubicBezTo>
                    <a:pt x="775" y="161"/>
                    <a:pt x="642"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44"/>
            <p:cNvSpPr/>
            <p:nvPr/>
          </p:nvSpPr>
          <p:spPr>
            <a:xfrm>
              <a:off x="4633039" y="741742"/>
              <a:ext cx="9868" cy="9868"/>
            </a:xfrm>
            <a:custGeom>
              <a:avLst/>
              <a:gdLst/>
              <a:ahLst/>
              <a:cxnLst/>
              <a:rect l="l" t="t" r="r" b="b"/>
              <a:pathLst>
                <a:path w="241" h="241" extrusionOk="0">
                  <a:moveTo>
                    <a:pt x="107" y="0"/>
                  </a:moveTo>
                  <a:cubicBezTo>
                    <a:pt x="54" y="0"/>
                    <a:pt x="0" y="53"/>
                    <a:pt x="0" y="134"/>
                  </a:cubicBezTo>
                  <a:cubicBezTo>
                    <a:pt x="0" y="187"/>
                    <a:pt x="54" y="241"/>
                    <a:pt x="107" y="241"/>
                  </a:cubicBezTo>
                  <a:cubicBezTo>
                    <a:pt x="188" y="241"/>
                    <a:pt x="241" y="187"/>
                    <a:pt x="241" y="134"/>
                  </a:cubicBezTo>
                  <a:cubicBezTo>
                    <a:pt x="241" y="53"/>
                    <a:pt x="188" y="0"/>
                    <a:pt x="1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44"/>
            <p:cNvSpPr/>
            <p:nvPr/>
          </p:nvSpPr>
          <p:spPr>
            <a:xfrm>
              <a:off x="4400518" y="961938"/>
              <a:ext cx="11546" cy="9049"/>
            </a:xfrm>
            <a:custGeom>
              <a:avLst/>
              <a:gdLst/>
              <a:ahLst/>
              <a:cxnLst/>
              <a:rect l="l" t="t" r="r" b="b"/>
              <a:pathLst>
                <a:path w="282" h="221" extrusionOk="0">
                  <a:moveTo>
                    <a:pt x="147" y="0"/>
                  </a:moveTo>
                  <a:cubicBezTo>
                    <a:pt x="87" y="0"/>
                    <a:pt x="27" y="34"/>
                    <a:pt x="14" y="101"/>
                  </a:cubicBezTo>
                  <a:cubicBezTo>
                    <a:pt x="0" y="181"/>
                    <a:pt x="67" y="221"/>
                    <a:pt x="137" y="221"/>
                  </a:cubicBezTo>
                  <a:cubicBezTo>
                    <a:pt x="208" y="221"/>
                    <a:pt x="281" y="181"/>
                    <a:pt x="281" y="101"/>
                  </a:cubicBezTo>
                  <a:cubicBezTo>
                    <a:pt x="268" y="34"/>
                    <a:pt x="208" y="0"/>
                    <a:pt x="1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4"/>
            <p:cNvSpPr/>
            <p:nvPr/>
          </p:nvSpPr>
          <p:spPr>
            <a:xfrm>
              <a:off x="4199728" y="1027039"/>
              <a:ext cx="4422" cy="4954"/>
            </a:xfrm>
            <a:custGeom>
              <a:avLst/>
              <a:gdLst/>
              <a:ahLst/>
              <a:cxnLst/>
              <a:rect l="l" t="t" r="r" b="b"/>
              <a:pathLst>
                <a:path w="108" h="121" extrusionOk="0">
                  <a:moveTo>
                    <a:pt x="54" y="1"/>
                  </a:moveTo>
                  <a:cubicBezTo>
                    <a:pt x="27" y="1"/>
                    <a:pt x="0" y="21"/>
                    <a:pt x="0" y="61"/>
                  </a:cubicBezTo>
                  <a:cubicBezTo>
                    <a:pt x="0" y="101"/>
                    <a:pt x="27" y="121"/>
                    <a:pt x="54" y="121"/>
                  </a:cubicBezTo>
                  <a:cubicBezTo>
                    <a:pt x="81" y="121"/>
                    <a:pt x="107" y="101"/>
                    <a:pt x="107" y="61"/>
                  </a:cubicBezTo>
                  <a:cubicBezTo>
                    <a:pt x="107" y="21"/>
                    <a:pt x="81" y="1"/>
                    <a:pt x="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4"/>
            <p:cNvSpPr/>
            <p:nvPr/>
          </p:nvSpPr>
          <p:spPr>
            <a:xfrm>
              <a:off x="3856412" y="967097"/>
              <a:ext cx="15068" cy="15436"/>
            </a:xfrm>
            <a:custGeom>
              <a:avLst/>
              <a:gdLst/>
              <a:ahLst/>
              <a:cxnLst/>
              <a:rect l="l" t="t" r="r" b="b"/>
              <a:pathLst>
                <a:path w="368" h="377" extrusionOk="0">
                  <a:moveTo>
                    <a:pt x="189" y="0"/>
                  </a:moveTo>
                  <a:cubicBezTo>
                    <a:pt x="0" y="0"/>
                    <a:pt x="0" y="377"/>
                    <a:pt x="189" y="377"/>
                  </a:cubicBezTo>
                  <a:cubicBezTo>
                    <a:pt x="195" y="377"/>
                    <a:pt x="201" y="376"/>
                    <a:pt x="208" y="376"/>
                  </a:cubicBezTo>
                  <a:cubicBezTo>
                    <a:pt x="288" y="376"/>
                    <a:pt x="368" y="295"/>
                    <a:pt x="368" y="188"/>
                  </a:cubicBezTo>
                  <a:cubicBezTo>
                    <a:pt x="368" y="82"/>
                    <a:pt x="288" y="1"/>
                    <a:pt x="208" y="1"/>
                  </a:cubicBezTo>
                  <a:cubicBezTo>
                    <a:pt x="201" y="1"/>
                    <a:pt x="195" y="0"/>
                    <a:pt x="1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4"/>
            <p:cNvSpPr/>
            <p:nvPr/>
          </p:nvSpPr>
          <p:spPr>
            <a:xfrm>
              <a:off x="3005758" y="966033"/>
              <a:ext cx="18794" cy="13430"/>
            </a:xfrm>
            <a:custGeom>
              <a:avLst/>
              <a:gdLst/>
              <a:ahLst/>
              <a:cxnLst/>
              <a:rect l="l" t="t" r="r" b="b"/>
              <a:pathLst>
                <a:path w="459" h="328" extrusionOk="0">
                  <a:moveTo>
                    <a:pt x="245" y="1"/>
                  </a:moveTo>
                  <a:cubicBezTo>
                    <a:pt x="0" y="1"/>
                    <a:pt x="254" y="328"/>
                    <a:pt x="388" y="328"/>
                  </a:cubicBezTo>
                  <a:cubicBezTo>
                    <a:pt x="429" y="328"/>
                    <a:pt x="459" y="297"/>
                    <a:pt x="459" y="214"/>
                  </a:cubicBezTo>
                  <a:cubicBezTo>
                    <a:pt x="459" y="108"/>
                    <a:pt x="379" y="1"/>
                    <a:pt x="2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44"/>
            <p:cNvSpPr/>
            <p:nvPr/>
          </p:nvSpPr>
          <p:spPr>
            <a:xfrm>
              <a:off x="2793668" y="905845"/>
              <a:ext cx="9868" cy="11014"/>
            </a:xfrm>
            <a:custGeom>
              <a:avLst/>
              <a:gdLst/>
              <a:ahLst/>
              <a:cxnLst/>
              <a:rect l="l" t="t" r="r" b="b"/>
              <a:pathLst>
                <a:path w="241" h="269" extrusionOk="0">
                  <a:moveTo>
                    <a:pt x="107" y="1"/>
                  </a:moveTo>
                  <a:cubicBezTo>
                    <a:pt x="53" y="1"/>
                    <a:pt x="0" y="54"/>
                    <a:pt x="0" y="134"/>
                  </a:cubicBezTo>
                  <a:cubicBezTo>
                    <a:pt x="0" y="215"/>
                    <a:pt x="53" y="268"/>
                    <a:pt x="107" y="268"/>
                  </a:cubicBezTo>
                  <a:cubicBezTo>
                    <a:pt x="187" y="268"/>
                    <a:pt x="241" y="215"/>
                    <a:pt x="241" y="134"/>
                  </a:cubicBezTo>
                  <a:cubicBezTo>
                    <a:pt x="241" y="54"/>
                    <a:pt x="187" y="1"/>
                    <a:pt x="1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44"/>
            <p:cNvSpPr/>
            <p:nvPr/>
          </p:nvSpPr>
          <p:spPr>
            <a:xfrm>
              <a:off x="2505872" y="757055"/>
              <a:ext cx="31773" cy="27310"/>
            </a:xfrm>
            <a:custGeom>
              <a:avLst/>
              <a:gdLst/>
              <a:ahLst/>
              <a:cxnLst/>
              <a:rect l="l" t="t" r="r" b="b"/>
              <a:pathLst>
                <a:path w="776" h="667" extrusionOk="0">
                  <a:moveTo>
                    <a:pt x="428" y="0"/>
                  </a:moveTo>
                  <a:cubicBezTo>
                    <a:pt x="134" y="0"/>
                    <a:pt x="0" y="374"/>
                    <a:pt x="187" y="561"/>
                  </a:cubicBezTo>
                  <a:cubicBezTo>
                    <a:pt x="260" y="634"/>
                    <a:pt x="351" y="666"/>
                    <a:pt x="439" y="666"/>
                  </a:cubicBezTo>
                  <a:cubicBezTo>
                    <a:pt x="612" y="666"/>
                    <a:pt x="775" y="542"/>
                    <a:pt x="775" y="348"/>
                  </a:cubicBezTo>
                  <a:cubicBezTo>
                    <a:pt x="775" y="161"/>
                    <a:pt x="615" y="0"/>
                    <a:pt x="4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4"/>
            <p:cNvSpPr/>
            <p:nvPr/>
          </p:nvSpPr>
          <p:spPr>
            <a:xfrm>
              <a:off x="2313271" y="766881"/>
              <a:ext cx="14290" cy="13184"/>
            </a:xfrm>
            <a:custGeom>
              <a:avLst/>
              <a:gdLst/>
              <a:ahLst/>
              <a:cxnLst/>
              <a:rect l="l" t="t" r="r" b="b"/>
              <a:pathLst>
                <a:path w="349" h="322" extrusionOk="0">
                  <a:moveTo>
                    <a:pt x="175" y="1"/>
                  </a:moveTo>
                  <a:cubicBezTo>
                    <a:pt x="88" y="1"/>
                    <a:pt x="1" y="54"/>
                    <a:pt x="1" y="161"/>
                  </a:cubicBezTo>
                  <a:cubicBezTo>
                    <a:pt x="1" y="268"/>
                    <a:pt x="88" y="321"/>
                    <a:pt x="175" y="321"/>
                  </a:cubicBezTo>
                  <a:cubicBezTo>
                    <a:pt x="261" y="321"/>
                    <a:pt x="348" y="268"/>
                    <a:pt x="348" y="161"/>
                  </a:cubicBezTo>
                  <a:cubicBezTo>
                    <a:pt x="348" y="54"/>
                    <a:pt x="261" y="1"/>
                    <a:pt x="1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4"/>
            <p:cNvSpPr/>
            <p:nvPr/>
          </p:nvSpPr>
          <p:spPr>
            <a:xfrm>
              <a:off x="2015649" y="690275"/>
              <a:ext cx="17565" cy="17565"/>
            </a:xfrm>
            <a:custGeom>
              <a:avLst/>
              <a:gdLst/>
              <a:ahLst/>
              <a:cxnLst/>
              <a:rect l="l" t="t" r="r" b="b"/>
              <a:pathLst>
                <a:path w="429" h="429" extrusionOk="0">
                  <a:moveTo>
                    <a:pt x="214" y="1"/>
                  </a:moveTo>
                  <a:cubicBezTo>
                    <a:pt x="81" y="1"/>
                    <a:pt x="1" y="108"/>
                    <a:pt x="1" y="215"/>
                  </a:cubicBezTo>
                  <a:cubicBezTo>
                    <a:pt x="1" y="322"/>
                    <a:pt x="81" y="429"/>
                    <a:pt x="214" y="429"/>
                  </a:cubicBezTo>
                  <a:cubicBezTo>
                    <a:pt x="321" y="429"/>
                    <a:pt x="428" y="322"/>
                    <a:pt x="428" y="215"/>
                  </a:cubicBezTo>
                  <a:cubicBezTo>
                    <a:pt x="428" y="108"/>
                    <a:pt x="321" y="1"/>
                    <a:pt x="2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4"/>
            <p:cNvSpPr/>
            <p:nvPr/>
          </p:nvSpPr>
          <p:spPr>
            <a:xfrm>
              <a:off x="1843848" y="1120310"/>
              <a:ext cx="31773" cy="27065"/>
            </a:xfrm>
            <a:custGeom>
              <a:avLst/>
              <a:gdLst/>
              <a:ahLst/>
              <a:cxnLst/>
              <a:rect l="l" t="t" r="r" b="b"/>
              <a:pathLst>
                <a:path w="776" h="661" extrusionOk="0">
                  <a:moveTo>
                    <a:pt x="428" y="1"/>
                  </a:moveTo>
                  <a:cubicBezTo>
                    <a:pt x="135" y="1"/>
                    <a:pt x="1" y="348"/>
                    <a:pt x="188" y="562"/>
                  </a:cubicBezTo>
                  <a:cubicBezTo>
                    <a:pt x="256" y="630"/>
                    <a:pt x="340" y="660"/>
                    <a:pt x="424" y="660"/>
                  </a:cubicBezTo>
                  <a:cubicBezTo>
                    <a:pt x="602" y="660"/>
                    <a:pt x="776" y="522"/>
                    <a:pt x="776" y="322"/>
                  </a:cubicBezTo>
                  <a:cubicBezTo>
                    <a:pt x="776" y="134"/>
                    <a:pt x="616" y="1"/>
                    <a:pt x="4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44"/>
            <p:cNvSpPr/>
            <p:nvPr/>
          </p:nvSpPr>
          <p:spPr>
            <a:xfrm>
              <a:off x="1762901" y="801888"/>
              <a:ext cx="3735781" cy="4339842"/>
            </a:xfrm>
            <a:custGeom>
              <a:avLst/>
              <a:gdLst/>
              <a:ahLst/>
              <a:cxnLst/>
              <a:rect l="l" t="t" r="r" b="b"/>
              <a:pathLst>
                <a:path w="91239" h="105992" extrusionOk="0">
                  <a:moveTo>
                    <a:pt x="25255" y="1"/>
                  </a:moveTo>
                  <a:lnTo>
                    <a:pt x="0" y="105992"/>
                  </a:lnTo>
                  <a:lnTo>
                    <a:pt x="91239" y="105992"/>
                  </a:lnTo>
                  <a:lnTo>
                    <a:pt x="65957" y="1"/>
                  </a:lnTo>
                  <a:close/>
                </a:path>
              </a:pathLst>
            </a:custGeom>
            <a:solidFill>
              <a:srgbClr val="FEFF97">
                <a:alpha val="24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44"/>
            <p:cNvSpPr/>
            <p:nvPr/>
          </p:nvSpPr>
          <p:spPr>
            <a:xfrm>
              <a:off x="1997060" y="801888"/>
              <a:ext cx="3266346" cy="4339842"/>
            </a:xfrm>
            <a:custGeom>
              <a:avLst/>
              <a:gdLst/>
              <a:ahLst/>
              <a:cxnLst/>
              <a:rect l="l" t="t" r="r" b="b"/>
              <a:pathLst>
                <a:path w="79774" h="105992" extrusionOk="0">
                  <a:moveTo>
                    <a:pt x="22102" y="1"/>
                  </a:moveTo>
                  <a:lnTo>
                    <a:pt x="0" y="105992"/>
                  </a:lnTo>
                  <a:lnTo>
                    <a:pt x="79774" y="105992"/>
                  </a:lnTo>
                  <a:lnTo>
                    <a:pt x="57699" y="1"/>
                  </a:lnTo>
                  <a:close/>
                </a:path>
              </a:pathLst>
            </a:custGeom>
            <a:solidFill>
              <a:srgbClr val="FEFF97">
                <a:alpha val="24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4"/>
            <p:cNvSpPr/>
            <p:nvPr/>
          </p:nvSpPr>
          <p:spPr>
            <a:xfrm>
              <a:off x="2267332" y="801888"/>
              <a:ext cx="2725791" cy="4339842"/>
            </a:xfrm>
            <a:custGeom>
              <a:avLst/>
              <a:gdLst/>
              <a:ahLst/>
              <a:cxnLst/>
              <a:rect l="l" t="t" r="r" b="b"/>
              <a:pathLst>
                <a:path w="66572" h="105992" extrusionOk="0">
                  <a:moveTo>
                    <a:pt x="18441" y="1"/>
                  </a:moveTo>
                  <a:lnTo>
                    <a:pt x="0" y="105992"/>
                  </a:lnTo>
                  <a:lnTo>
                    <a:pt x="66572" y="105992"/>
                  </a:lnTo>
                  <a:lnTo>
                    <a:pt x="48132" y="1"/>
                  </a:lnTo>
                  <a:close/>
                </a:path>
              </a:pathLst>
            </a:custGeom>
            <a:solidFill>
              <a:srgbClr val="FEFF97">
                <a:alpha val="24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44"/>
            <p:cNvSpPr/>
            <p:nvPr/>
          </p:nvSpPr>
          <p:spPr>
            <a:xfrm>
              <a:off x="2547676" y="913584"/>
              <a:ext cx="233550" cy="898497"/>
            </a:xfrm>
            <a:custGeom>
              <a:avLst/>
              <a:gdLst/>
              <a:ahLst/>
              <a:cxnLst/>
              <a:rect l="l" t="t" r="r" b="b"/>
              <a:pathLst>
                <a:path w="5704" h="21944" extrusionOk="0">
                  <a:moveTo>
                    <a:pt x="5487" y="1"/>
                  </a:moveTo>
                  <a:cubicBezTo>
                    <a:pt x="5421" y="1"/>
                    <a:pt x="5361" y="33"/>
                    <a:pt x="5340" y="106"/>
                  </a:cubicBezTo>
                  <a:lnTo>
                    <a:pt x="48" y="21726"/>
                  </a:lnTo>
                  <a:cubicBezTo>
                    <a:pt x="0" y="21854"/>
                    <a:pt x="105" y="21944"/>
                    <a:pt x="209" y="21944"/>
                  </a:cubicBezTo>
                  <a:cubicBezTo>
                    <a:pt x="279" y="21944"/>
                    <a:pt x="348" y="21903"/>
                    <a:pt x="369" y="21806"/>
                  </a:cubicBezTo>
                  <a:cubicBezTo>
                    <a:pt x="2133" y="14617"/>
                    <a:pt x="3897" y="7402"/>
                    <a:pt x="5687" y="213"/>
                  </a:cubicBezTo>
                  <a:cubicBezTo>
                    <a:pt x="5704" y="82"/>
                    <a:pt x="5590" y="1"/>
                    <a:pt x="5487"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44"/>
            <p:cNvSpPr/>
            <p:nvPr/>
          </p:nvSpPr>
          <p:spPr>
            <a:xfrm>
              <a:off x="2528842" y="1864672"/>
              <a:ext cx="13184" cy="19449"/>
            </a:xfrm>
            <a:custGeom>
              <a:avLst/>
              <a:gdLst/>
              <a:ahLst/>
              <a:cxnLst/>
              <a:rect l="l" t="t" r="r" b="b"/>
              <a:pathLst>
                <a:path w="322" h="475" extrusionOk="0">
                  <a:moveTo>
                    <a:pt x="161" y="0"/>
                  </a:moveTo>
                  <a:cubicBezTo>
                    <a:pt x="81" y="0"/>
                    <a:pt x="1" y="61"/>
                    <a:pt x="1" y="181"/>
                  </a:cubicBezTo>
                  <a:lnTo>
                    <a:pt x="1" y="314"/>
                  </a:lnTo>
                  <a:cubicBezTo>
                    <a:pt x="1" y="421"/>
                    <a:pt x="81" y="475"/>
                    <a:pt x="161" y="475"/>
                  </a:cubicBezTo>
                  <a:cubicBezTo>
                    <a:pt x="241" y="475"/>
                    <a:pt x="321" y="421"/>
                    <a:pt x="321" y="314"/>
                  </a:cubicBezTo>
                  <a:lnTo>
                    <a:pt x="321" y="181"/>
                  </a:lnTo>
                  <a:cubicBezTo>
                    <a:pt x="321" y="61"/>
                    <a:pt x="241" y="0"/>
                    <a:pt x="16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44"/>
            <p:cNvSpPr/>
            <p:nvPr/>
          </p:nvSpPr>
          <p:spPr>
            <a:xfrm>
              <a:off x="2516804" y="1953029"/>
              <a:ext cx="18630" cy="13184"/>
            </a:xfrm>
            <a:custGeom>
              <a:avLst/>
              <a:gdLst/>
              <a:ahLst/>
              <a:cxnLst/>
              <a:rect l="l" t="t" r="r" b="b"/>
              <a:pathLst>
                <a:path w="455" h="322" extrusionOk="0">
                  <a:moveTo>
                    <a:pt x="241" y="1"/>
                  </a:moveTo>
                  <a:cubicBezTo>
                    <a:pt x="1" y="1"/>
                    <a:pt x="1" y="321"/>
                    <a:pt x="241" y="321"/>
                  </a:cubicBezTo>
                  <a:cubicBezTo>
                    <a:pt x="455" y="321"/>
                    <a:pt x="455" y="1"/>
                    <a:pt x="2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4"/>
            <p:cNvSpPr/>
            <p:nvPr/>
          </p:nvSpPr>
          <p:spPr>
            <a:xfrm>
              <a:off x="2303240" y="2016042"/>
              <a:ext cx="220407" cy="778651"/>
            </a:xfrm>
            <a:custGeom>
              <a:avLst/>
              <a:gdLst/>
              <a:ahLst/>
              <a:cxnLst/>
              <a:rect l="l" t="t" r="r" b="b"/>
              <a:pathLst>
                <a:path w="5383" h="19017" extrusionOk="0">
                  <a:moveTo>
                    <a:pt x="5176" y="0"/>
                  </a:moveTo>
                  <a:cubicBezTo>
                    <a:pt x="5112" y="0"/>
                    <a:pt x="5050" y="35"/>
                    <a:pt x="5030" y="118"/>
                  </a:cubicBezTo>
                  <a:cubicBezTo>
                    <a:pt x="3506" y="6399"/>
                    <a:pt x="1849" y="12626"/>
                    <a:pt x="32" y="18799"/>
                  </a:cubicBezTo>
                  <a:cubicBezTo>
                    <a:pt x="0" y="18927"/>
                    <a:pt x="111" y="19017"/>
                    <a:pt x="218" y="19017"/>
                  </a:cubicBezTo>
                  <a:cubicBezTo>
                    <a:pt x="289" y="19017"/>
                    <a:pt x="358" y="18976"/>
                    <a:pt x="379" y="18879"/>
                  </a:cubicBezTo>
                  <a:cubicBezTo>
                    <a:pt x="2197" y="12706"/>
                    <a:pt x="3854" y="6479"/>
                    <a:pt x="5350" y="199"/>
                  </a:cubicBezTo>
                  <a:cubicBezTo>
                    <a:pt x="5383" y="85"/>
                    <a:pt x="5276" y="0"/>
                    <a:pt x="517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44"/>
            <p:cNvSpPr/>
            <p:nvPr/>
          </p:nvSpPr>
          <p:spPr>
            <a:xfrm>
              <a:off x="2282645" y="2882294"/>
              <a:ext cx="13184" cy="22765"/>
            </a:xfrm>
            <a:custGeom>
              <a:avLst/>
              <a:gdLst/>
              <a:ahLst/>
              <a:cxnLst/>
              <a:rect l="l" t="t" r="r" b="b"/>
              <a:pathLst>
                <a:path w="322" h="556" extrusionOk="0">
                  <a:moveTo>
                    <a:pt x="161" y="1"/>
                  </a:moveTo>
                  <a:cubicBezTo>
                    <a:pt x="81" y="1"/>
                    <a:pt x="1" y="61"/>
                    <a:pt x="1" y="181"/>
                  </a:cubicBezTo>
                  <a:lnTo>
                    <a:pt x="1" y="395"/>
                  </a:lnTo>
                  <a:cubicBezTo>
                    <a:pt x="1" y="502"/>
                    <a:pt x="81" y="555"/>
                    <a:pt x="161" y="555"/>
                  </a:cubicBezTo>
                  <a:cubicBezTo>
                    <a:pt x="241" y="555"/>
                    <a:pt x="321" y="502"/>
                    <a:pt x="321" y="395"/>
                  </a:cubicBezTo>
                  <a:lnTo>
                    <a:pt x="321" y="181"/>
                  </a:lnTo>
                  <a:cubicBezTo>
                    <a:pt x="321" y="61"/>
                    <a:pt x="241" y="1"/>
                    <a:pt x="16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44"/>
            <p:cNvSpPr/>
            <p:nvPr/>
          </p:nvSpPr>
          <p:spPr>
            <a:xfrm>
              <a:off x="2261846" y="3010039"/>
              <a:ext cx="17565" cy="14290"/>
            </a:xfrm>
            <a:custGeom>
              <a:avLst/>
              <a:gdLst/>
              <a:ahLst/>
              <a:cxnLst/>
              <a:rect l="l" t="t" r="r" b="b"/>
              <a:pathLst>
                <a:path w="429" h="349" extrusionOk="0">
                  <a:moveTo>
                    <a:pt x="215" y="1"/>
                  </a:moveTo>
                  <a:cubicBezTo>
                    <a:pt x="1" y="1"/>
                    <a:pt x="1" y="348"/>
                    <a:pt x="215" y="348"/>
                  </a:cubicBezTo>
                  <a:cubicBezTo>
                    <a:pt x="428" y="348"/>
                    <a:pt x="428" y="1"/>
                    <a:pt x="21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4"/>
            <p:cNvSpPr/>
            <p:nvPr/>
          </p:nvSpPr>
          <p:spPr>
            <a:xfrm>
              <a:off x="2131889" y="3111048"/>
              <a:ext cx="121893" cy="431601"/>
            </a:xfrm>
            <a:custGeom>
              <a:avLst/>
              <a:gdLst/>
              <a:ahLst/>
              <a:cxnLst/>
              <a:rect l="l" t="t" r="r" b="b"/>
              <a:pathLst>
                <a:path w="2977" h="10541" extrusionOk="0">
                  <a:moveTo>
                    <a:pt x="2771" y="0"/>
                  </a:moveTo>
                  <a:cubicBezTo>
                    <a:pt x="2702" y="0"/>
                    <a:pt x="2635" y="39"/>
                    <a:pt x="2614" y="126"/>
                  </a:cubicBezTo>
                  <a:cubicBezTo>
                    <a:pt x="2026" y="3574"/>
                    <a:pt x="1144" y="6994"/>
                    <a:pt x="48" y="10335"/>
                  </a:cubicBezTo>
                  <a:cubicBezTo>
                    <a:pt x="1" y="10461"/>
                    <a:pt x="93" y="10541"/>
                    <a:pt x="193" y="10541"/>
                  </a:cubicBezTo>
                  <a:cubicBezTo>
                    <a:pt x="263" y="10541"/>
                    <a:pt x="336" y="10503"/>
                    <a:pt x="369" y="10415"/>
                  </a:cubicBezTo>
                  <a:cubicBezTo>
                    <a:pt x="1491" y="7075"/>
                    <a:pt x="2346" y="3681"/>
                    <a:pt x="2961" y="206"/>
                  </a:cubicBezTo>
                  <a:cubicBezTo>
                    <a:pt x="2977" y="80"/>
                    <a:pt x="2871" y="0"/>
                    <a:pt x="27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4"/>
            <p:cNvSpPr/>
            <p:nvPr/>
          </p:nvSpPr>
          <p:spPr>
            <a:xfrm>
              <a:off x="4490554" y="939092"/>
              <a:ext cx="113663" cy="433976"/>
            </a:xfrm>
            <a:custGeom>
              <a:avLst/>
              <a:gdLst/>
              <a:ahLst/>
              <a:cxnLst/>
              <a:rect l="l" t="t" r="r" b="b"/>
              <a:pathLst>
                <a:path w="2776" h="10599" extrusionOk="0">
                  <a:moveTo>
                    <a:pt x="208" y="0"/>
                  </a:moveTo>
                  <a:cubicBezTo>
                    <a:pt x="103" y="0"/>
                    <a:pt x="1" y="87"/>
                    <a:pt x="33" y="231"/>
                  </a:cubicBezTo>
                  <a:cubicBezTo>
                    <a:pt x="1022" y="3598"/>
                    <a:pt x="1823" y="7019"/>
                    <a:pt x="2411" y="10493"/>
                  </a:cubicBezTo>
                  <a:cubicBezTo>
                    <a:pt x="2432" y="10566"/>
                    <a:pt x="2493" y="10598"/>
                    <a:pt x="2558" y="10598"/>
                  </a:cubicBezTo>
                  <a:cubicBezTo>
                    <a:pt x="2661" y="10598"/>
                    <a:pt x="2775" y="10517"/>
                    <a:pt x="2759" y="10387"/>
                  </a:cubicBezTo>
                  <a:cubicBezTo>
                    <a:pt x="2144" y="6939"/>
                    <a:pt x="1342" y="3518"/>
                    <a:pt x="380" y="124"/>
                  </a:cubicBezTo>
                  <a:cubicBezTo>
                    <a:pt x="348" y="39"/>
                    <a:pt x="278" y="0"/>
                    <a:pt x="20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4"/>
            <p:cNvSpPr/>
            <p:nvPr/>
          </p:nvSpPr>
          <p:spPr>
            <a:xfrm>
              <a:off x="4614451" y="1423418"/>
              <a:ext cx="17524" cy="14290"/>
            </a:xfrm>
            <a:custGeom>
              <a:avLst/>
              <a:gdLst/>
              <a:ahLst/>
              <a:cxnLst/>
              <a:rect l="l" t="t" r="r" b="b"/>
              <a:pathLst>
                <a:path w="428" h="349" extrusionOk="0">
                  <a:moveTo>
                    <a:pt x="214" y="1"/>
                  </a:moveTo>
                  <a:cubicBezTo>
                    <a:pt x="0" y="1"/>
                    <a:pt x="0" y="348"/>
                    <a:pt x="214" y="348"/>
                  </a:cubicBezTo>
                  <a:cubicBezTo>
                    <a:pt x="428" y="348"/>
                    <a:pt x="428" y="1"/>
                    <a:pt x="21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4"/>
            <p:cNvSpPr/>
            <p:nvPr/>
          </p:nvSpPr>
          <p:spPr>
            <a:xfrm>
              <a:off x="4633039" y="1505511"/>
              <a:ext cx="17565" cy="14249"/>
            </a:xfrm>
            <a:custGeom>
              <a:avLst/>
              <a:gdLst/>
              <a:ahLst/>
              <a:cxnLst/>
              <a:rect l="l" t="t" r="r" b="b"/>
              <a:pathLst>
                <a:path w="429" h="348" extrusionOk="0">
                  <a:moveTo>
                    <a:pt x="214" y="0"/>
                  </a:moveTo>
                  <a:cubicBezTo>
                    <a:pt x="0" y="0"/>
                    <a:pt x="0" y="347"/>
                    <a:pt x="214" y="347"/>
                  </a:cubicBezTo>
                  <a:cubicBezTo>
                    <a:pt x="428" y="347"/>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4"/>
            <p:cNvSpPr/>
            <p:nvPr/>
          </p:nvSpPr>
          <p:spPr>
            <a:xfrm>
              <a:off x="4648148" y="1579210"/>
              <a:ext cx="116448" cy="388240"/>
            </a:xfrm>
            <a:custGeom>
              <a:avLst/>
              <a:gdLst/>
              <a:ahLst/>
              <a:cxnLst/>
              <a:rect l="l" t="t" r="r" b="b"/>
              <a:pathLst>
                <a:path w="2844" h="9482" extrusionOk="0">
                  <a:moveTo>
                    <a:pt x="202" y="0"/>
                  </a:moveTo>
                  <a:cubicBezTo>
                    <a:pt x="103" y="0"/>
                    <a:pt x="0" y="87"/>
                    <a:pt x="32" y="231"/>
                  </a:cubicBezTo>
                  <a:cubicBezTo>
                    <a:pt x="834" y="3278"/>
                    <a:pt x="1663" y="6298"/>
                    <a:pt x="2491" y="9344"/>
                  </a:cubicBezTo>
                  <a:cubicBezTo>
                    <a:pt x="2512" y="9441"/>
                    <a:pt x="2577" y="9482"/>
                    <a:pt x="2643" y="9482"/>
                  </a:cubicBezTo>
                  <a:cubicBezTo>
                    <a:pt x="2742" y="9482"/>
                    <a:pt x="2844" y="9392"/>
                    <a:pt x="2812" y="9264"/>
                  </a:cubicBezTo>
                  <a:cubicBezTo>
                    <a:pt x="1983" y="6217"/>
                    <a:pt x="1181" y="3171"/>
                    <a:pt x="353" y="124"/>
                  </a:cubicBezTo>
                  <a:cubicBezTo>
                    <a:pt x="332" y="39"/>
                    <a:pt x="267" y="0"/>
                    <a:pt x="20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4"/>
            <p:cNvSpPr/>
            <p:nvPr/>
          </p:nvSpPr>
          <p:spPr>
            <a:xfrm>
              <a:off x="4762136" y="2011292"/>
              <a:ext cx="14290" cy="19449"/>
            </a:xfrm>
            <a:custGeom>
              <a:avLst/>
              <a:gdLst/>
              <a:ahLst/>
              <a:cxnLst/>
              <a:rect l="l" t="t" r="r" b="b"/>
              <a:pathLst>
                <a:path w="349" h="475" extrusionOk="0">
                  <a:moveTo>
                    <a:pt x="175" y="1"/>
                  </a:moveTo>
                  <a:cubicBezTo>
                    <a:pt x="88" y="1"/>
                    <a:pt x="1" y="61"/>
                    <a:pt x="1" y="181"/>
                  </a:cubicBezTo>
                  <a:lnTo>
                    <a:pt x="1" y="315"/>
                  </a:lnTo>
                  <a:cubicBezTo>
                    <a:pt x="1" y="422"/>
                    <a:pt x="88" y="475"/>
                    <a:pt x="175" y="475"/>
                  </a:cubicBezTo>
                  <a:cubicBezTo>
                    <a:pt x="262" y="475"/>
                    <a:pt x="348" y="422"/>
                    <a:pt x="348" y="315"/>
                  </a:cubicBezTo>
                  <a:lnTo>
                    <a:pt x="348" y="181"/>
                  </a:lnTo>
                  <a:cubicBezTo>
                    <a:pt x="348" y="61"/>
                    <a:pt x="262" y="1"/>
                    <a:pt x="17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44"/>
            <p:cNvSpPr/>
            <p:nvPr/>
          </p:nvSpPr>
          <p:spPr>
            <a:xfrm>
              <a:off x="4797184" y="2134657"/>
              <a:ext cx="17524" cy="14290"/>
            </a:xfrm>
            <a:custGeom>
              <a:avLst/>
              <a:gdLst/>
              <a:ahLst/>
              <a:cxnLst/>
              <a:rect l="l" t="t" r="r" b="b"/>
              <a:pathLst>
                <a:path w="428" h="349" extrusionOk="0">
                  <a:moveTo>
                    <a:pt x="214" y="1"/>
                  </a:moveTo>
                  <a:cubicBezTo>
                    <a:pt x="0" y="1"/>
                    <a:pt x="0" y="348"/>
                    <a:pt x="214" y="348"/>
                  </a:cubicBezTo>
                  <a:cubicBezTo>
                    <a:pt x="428" y="348"/>
                    <a:pt x="428" y="1"/>
                    <a:pt x="21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44"/>
            <p:cNvSpPr/>
            <p:nvPr/>
          </p:nvSpPr>
          <p:spPr>
            <a:xfrm>
              <a:off x="4821669" y="2261665"/>
              <a:ext cx="142079" cy="554354"/>
            </a:xfrm>
            <a:custGeom>
              <a:avLst/>
              <a:gdLst/>
              <a:ahLst/>
              <a:cxnLst/>
              <a:rect l="l" t="t" r="r" b="b"/>
              <a:pathLst>
                <a:path w="3470" h="13539" extrusionOk="0">
                  <a:moveTo>
                    <a:pt x="211" y="1"/>
                  </a:moveTo>
                  <a:cubicBezTo>
                    <a:pt x="114" y="1"/>
                    <a:pt x="0" y="82"/>
                    <a:pt x="17" y="213"/>
                  </a:cubicBezTo>
                  <a:cubicBezTo>
                    <a:pt x="952" y="4622"/>
                    <a:pt x="1994" y="9032"/>
                    <a:pt x="3117" y="13415"/>
                  </a:cubicBezTo>
                  <a:cubicBezTo>
                    <a:pt x="3138" y="13500"/>
                    <a:pt x="3202" y="13539"/>
                    <a:pt x="3268" y="13539"/>
                  </a:cubicBezTo>
                  <a:cubicBezTo>
                    <a:pt x="3367" y="13539"/>
                    <a:pt x="3470" y="13452"/>
                    <a:pt x="3438" y="13308"/>
                  </a:cubicBezTo>
                  <a:cubicBezTo>
                    <a:pt x="2315" y="8925"/>
                    <a:pt x="1300" y="4542"/>
                    <a:pt x="338" y="106"/>
                  </a:cubicBezTo>
                  <a:cubicBezTo>
                    <a:pt x="327" y="33"/>
                    <a:pt x="273" y="1"/>
                    <a:pt x="21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44"/>
            <p:cNvSpPr/>
            <p:nvPr/>
          </p:nvSpPr>
          <p:spPr>
            <a:xfrm>
              <a:off x="4978812" y="2946576"/>
              <a:ext cx="18630" cy="13184"/>
            </a:xfrm>
            <a:custGeom>
              <a:avLst/>
              <a:gdLst/>
              <a:ahLst/>
              <a:cxnLst/>
              <a:rect l="l" t="t" r="r" b="b"/>
              <a:pathLst>
                <a:path w="455" h="322" extrusionOk="0">
                  <a:moveTo>
                    <a:pt x="241" y="1"/>
                  </a:moveTo>
                  <a:cubicBezTo>
                    <a:pt x="0" y="1"/>
                    <a:pt x="0" y="321"/>
                    <a:pt x="241" y="321"/>
                  </a:cubicBezTo>
                  <a:cubicBezTo>
                    <a:pt x="455" y="321"/>
                    <a:pt x="455" y="1"/>
                    <a:pt x="2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4"/>
            <p:cNvSpPr/>
            <p:nvPr/>
          </p:nvSpPr>
          <p:spPr>
            <a:xfrm>
              <a:off x="5035724" y="3137662"/>
              <a:ext cx="14249" cy="22356"/>
            </a:xfrm>
            <a:custGeom>
              <a:avLst/>
              <a:gdLst/>
              <a:ahLst/>
              <a:cxnLst/>
              <a:rect l="l" t="t" r="r" b="b"/>
              <a:pathLst>
                <a:path w="348" h="546" extrusionOk="0">
                  <a:moveTo>
                    <a:pt x="182" y="0"/>
                  </a:moveTo>
                  <a:cubicBezTo>
                    <a:pt x="92" y="0"/>
                    <a:pt x="0" y="61"/>
                    <a:pt x="0" y="171"/>
                  </a:cubicBezTo>
                  <a:lnTo>
                    <a:pt x="0" y="385"/>
                  </a:lnTo>
                  <a:cubicBezTo>
                    <a:pt x="0" y="492"/>
                    <a:pt x="87" y="545"/>
                    <a:pt x="174" y="545"/>
                  </a:cubicBezTo>
                  <a:cubicBezTo>
                    <a:pt x="261" y="545"/>
                    <a:pt x="348" y="492"/>
                    <a:pt x="348" y="385"/>
                  </a:cubicBezTo>
                  <a:lnTo>
                    <a:pt x="348" y="171"/>
                  </a:lnTo>
                  <a:cubicBezTo>
                    <a:pt x="348" y="54"/>
                    <a:pt x="266" y="0"/>
                    <a:pt x="18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4"/>
            <p:cNvSpPr/>
            <p:nvPr/>
          </p:nvSpPr>
          <p:spPr>
            <a:xfrm>
              <a:off x="3829881" y="2025254"/>
              <a:ext cx="18630" cy="14249"/>
            </a:xfrm>
            <a:custGeom>
              <a:avLst/>
              <a:gdLst/>
              <a:ahLst/>
              <a:cxnLst/>
              <a:rect l="l" t="t" r="r" b="b"/>
              <a:pathLst>
                <a:path w="455" h="348" extrusionOk="0">
                  <a:moveTo>
                    <a:pt x="241" y="0"/>
                  </a:moveTo>
                  <a:cubicBezTo>
                    <a:pt x="0" y="0"/>
                    <a:pt x="0" y="348"/>
                    <a:pt x="241" y="348"/>
                  </a:cubicBezTo>
                  <a:cubicBezTo>
                    <a:pt x="455" y="348"/>
                    <a:pt x="455" y="0"/>
                    <a:pt x="24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4"/>
            <p:cNvSpPr/>
            <p:nvPr/>
          </p:nvSpPr>
          <p:spPr>
            <a:xfrm>
              <a:off x="3848469" y="1742945"/>
              <a:ext cx="17565" cy="13184"/>
            </a:xfrm>
            <a:custGeom>
              <a:avLst/>
              <a:gdLst/>
              <a:ahLst/>
              <a:cxnLst/>
              <a:rect l="l" t="t" r="r" b="b"/>
              <a:pathLst>
                <a:path w="429" h="322" extrusionOk="0">
                  <a:moveTo>
                    <a:pt x="215" y="0"/>
                  </a:moveTo>
                  <a:cubicBezTo>
                    <a:pt x="1" y="0"/>
                    <a:pt x="1" y="321"/>
                    <a:pt x="215" y="321"/>
                  </a:cubicBezTo>
                  <a:cubicBezTo>
                    <a:pt x="428" y="321"/>
                    <a:pt x="428" y="0"/>
                    <a:pt x="21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44"/>
            <p:cNvSpPr/>
            <p:nvPr/>
          </p:nvSpPr>
          <p:spPr>
            <a:xfrm>
              <a:off x="4048727" y="2007730"/>
              <a:ext cx="18630" cy="13184"/>
            </a:xfrm>
            <a:custGeom>
              <a:avLst/>
              <a:gdLst/>
              <a:ahLst/>
              <a:cxnLst/>
              <a:rect l="l" t="t" r="r" b="b"/>
              <a:pathLst>
                <a:path w="455" h="322" extrusionOk="0">
                  <a:moveTo>
                    <a:pt x="241" y="1"/>
                  </a:moveTo>
                  <a:cubicBezTo>
                    <a:pt x="0" y="1"/>
                    <a:pt x="0" y="321"/>
                    <a:pt x="241" y="321"/>
                  </a:cubicBezTo>
                  <a:cubicBezTo>
                    <a:pt x="455" y="321"/>
                    <a:pt x="455" y="1"/>
                    <a:pt x="2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44"/>
            <p:cNvSpPr/>
            <p:nvPr/>
          </p:nvSpPr>
          <p:spPr>
            <a:xfrm>
              <a:off x="3574922" y="1496749"/>
              <a:ext cx="17565" cy="13143"/>
            </a:xfrm>
            <a:custGeom>
              <a:avLst/>
              <a:gdLst/>
              <a:ahLst/>
              <a:cxnLst/>
              <a:rect l="l" t="t" r="r" b="b"/>
              <a:pathLst>
                <a:path w="429" h="321" extrusionOk="0">
                  <a:moveTo>
                    <a:pt x="214" y="0"/>
                  </a:moveTo>
                  <a:cubicBezTo>
                    <a:pt x="1" y="0"/>
                    <a:pt x="1" y="321"/>
                    <a:pt x="214" y="321"/>
                  </a:cubicBezTo>
                  <a:cubicBezTo>
                    <a:pt x="428" y="321"/>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44"/>
            <p:cNvSpPr/>
            <p:nvPr/>
          </p:nvSpPr>
          <p:spPr>
            <a:xfrm>
              <a:off x="3321601" y="1797237"/>
              <a:ext cx="13717" cy="22356"/>
            </a:xfrm>
            <a:custGeom>
              <a:avLst/>
              <a:gdLst/>
              <a:ahLst/>
              <a:cxnLst/>
              <a:rect l="l" t="t" r="r" b="b"/>
              <a:pathLst>
                <a:path w="335" h="546" extrusionOk="0">
                  <a:moveTo>
                    <a:pt x="172" y="0"/>
                  </a:moveTo>
                  <a:cubicBezTo>
                    <a:pt x="86" y="0"/>
                    <a:pt x="0" y="61"/>
                    <a:pt x="14" y="171"/>
                  </a:cubicBezTo>
                  <a:lnTo>
                    <a:pt x="14" y="385"/>
                  </a:lnTo>
                  <a:cubicBezTo>
                    <a:pt x="14" y="492"/>
                    <a:pt x="94" y="545"/>
                    <a:pt x="174" y="545"/>
                  </a:cubicBezTo>
                  <a:cubicBezTo>
                    <a:pt x="255" y="545"/>
                    <a:pt x="335" y="492"/>
                    <a:pt x="335" y="385"/>
                  </a:cubicBezTo>
                  <a:lnTo>
                    <a:pt x="335" y="171"/>
                  </a:lnTo>
                  <a:cubicBezTo>
                    <a:pt x="335" y="54"/>
                    <a:pt x="253" y="0"/>
                    <a:pt x="17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44"/>
            <p:cNvSpPr/>
            <p:nvPr/>
          </p:nvSpPr>
          <p:spPr>
            <a:xfrm>
              <a:off x="3374664" y="1314016"/>
              <a:ext cx="26328" cy="14249"/>
            </a:xfrm>
            <a:custGeom>
              <a:avLst/>
              <a:gdLst/>
              <a:ahLst/>
              <a:cxnLst/>
              <a:rect l="l" t="t" r="r" b="b"/>
              <a:pathLst>
                <a:path w="643" h="348" extrusionOk="0">
                  <a:moveTo>
                    <a:pt x="215" y="0"/>
                  </a:moveTo>
                  <a:cubicBezTo>
                    <a:pt x="1" y="0"/>
                    <a:pt x="1" y="348"/>
                    <a:pt x="215" y="348"/>
                  </a:cubicBezTo>
                  <a:lnTo>
                    <a:pt x="429" y="348"/>
                  </a:lnTo>
                  <a:cubicBezTo>
                    <a:pt x="642" y="348"/>
                    <a:pt x="642" y="0"/>
                    <a:pt x="42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4"/>
            <p:cNvSpPr/>
            <p:nvPr/>
          </p:nvSpPr>
          <p:spPr>
            <a:xfrm>
              <a:off x="3903170" y="1332605"/>
              <a:ext cx="17565" cy="13184"/>
            </a:xfrm>
            <a:custGeom>
              <a:avLst/>
              <a:gdLst/>
              <a:ahLst/>
              <a:cxnLst/>
              <a:rect l="l" t="t" r="r" b="b"/>
              <a:pathLst>
                <a:path w="429" h="322" extrusionOk="0">
                  <a:moveTo>
                    <a:pt x="215" y="0"/>
                  </a:moveTo>
                  <a:cubicBezTo>
                    <a:pt x="1" y="0"/>
                    <a:pt x="1" y="321"/>
                    <a:pt x="215" y="321"/>
                  </a:cubicBezTo>
                  <a:cubicBezTo>
                    <a:pt x="429" y="321"/>
                    <a:pt x="429" y="0"/>
                    <a:pt x="21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4"/>
            <p:cNvSpPr/>
            <p:nvPr/>
          </p:nvSpPr>
          <p:spPr>
            <a:xfrm>
              <a:off x="4122016" y="1542688"/>
              <a:ext cx="17565" cy="13184"/>
            </a:xfrm>
            <a:custGeom>
              <a:avLst/>
              <a:gdLst/>
              <a:ahLst/>
              <a:cxnLst/>
              <a:rect l="l" t="t" r="r" b="b"/>
              <a:pathLst>
                <a:path w="429" h="322" extrusionOk="0">
                  <a:moveTo>
                    <a:pt x="215" y="1"/>
                  </a:moveTo>
                  <a:cubicBezTo>
                    <a:pt x="1" y="1"/>
                    <a:pt x="1" y="321"/>
                    <a:pt x="215" y="321"/>
                  </a:cubicBezTo>
                  <a:cubicBezTo>
                    <a:pt x="429" y="321"/>
                    <a:pt x="429" y="1"/>
                    <a:pt x="21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44"/>
            <p:cNvSpPr/>
            <p:nvPr/>
          </p:nvSpPr>
          <p:spPr>
            <a:xfrm>
              <a:off x="4048727" y="1141109"/>
              <a:ext cx="18630" cy="13184"/>
            </a:xfrm>
            <a:custGeom>
              <a:avLst/>
              <a:gdLst/>
              <a:ahLst/>
              <a:cxnLst/>
              <a:rect l="l" t="t" r="r" b="b"/>
              <a:pathLst>
                <a:path w="455" h="322" extrusionOk="0">
                  <a:moveTo>
                    <a:pt x="241" y="1"/>
                  </a:moveTo>
                  <a:cubicBezTo>
                    <a:pt x="0" y="1"/>
                    <a:pt x="0" y="321"/>
                    <a:pt x="241" y="321"/>
                  </a:cubicBezTo>
                  <a:cubicBezTo>
                    <a:pt x="455" y="321"/>
                    <a:pt x="455" y="1"/>
                    <a:pt x="2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44"/>
            <p:cNvSpPr/>
            <p:nvPr/>
          </p:nvSpPr>
          <p:spPr>
            <a:xfrm>
              <a:off x="3055178" y="2207987"/>
              <a:ext cx="17524" cy="13184"/>
            </a:xfrm>
            <a:custGeom>
              <a:avLst/>
              <a:gdLst/>
              <a:ahLst/>
              <a:cxnLst/>
              <a:rect l="l" t="t" r="r" b="b"/>
              <a:pathLst>
                <a:path w="428" h="322" extrusionOk="0">
                  <a:moveTo>
                    <a:pt x="214" y="0"/>
                  </a:moveTo>
                  <a:cubicBezTo>
                    <a:pt x="0" y="0"/>
                    <a:pt x="0" y="321"/>
                    <a:pt x="214" y="321"/>
                  </a:cubicBezTo>
                  <a:cubicBezTo>
                    <a:pt x="428" y="321"/>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44"/>
            <p:cNvSpPr/>
            <p:nvPr/>
          </p:nvSpPr>
          <p:spPr>
            <a:xfrm>
              <a:off x="3011409" y="1514519"/>
              <a:ext cx="14249" cy="22765"/>
            </a:xfrm>
            <a:custGeom>
              <a:avLst/>
              <a:gdLst/>
              <a:ahLst/>
              <a:cxnLst/>
              <a:rect l="l" t="t" r="r" b="b"/>
              <a:pathLst>
                <a:path w="348" h="556" extrusionOk="0">
                  <a:moveTo>
                    <a:pt x="174" y="1"/>
                  </a:moveTo>
                  <a:cubicBezTo>
                    <a:pt x="87" y="1"/>
                    <a:pt x="0" y="61"/>
                    <a:pt x="0" y="181"/>
                  </a:cubicBezTo>
                  <a:lnTo>
                    <a:pt x="0" y="395"/>
                  </a:lnTo>
                  <a:cubicBezTo>
                    <a:pt x="0" y="502"/>
                    <a:pt x="87" y="555"/>
                    <a:pt x="174" y="555"/>
                  </a:cubicBezTo>
                  <a:cubicBezTo>
                    <a:pt x="261" y="555"/>
                    <a:pt x="348" y="502"/>
                    <a:pt x="348" y="395"/>
                  </a:cubicBezTo>
                  <a:lnTo>
                    <a:pt x="348" y="181"/>
                  </a:lnTo>
                  <a:cubicBezTo>
                    <a:pt x="348" y="61"/>
                    <a:pt x="261" y="1"/>
                    <a:pt x="17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44"/>
            <p:cNvSpPr/>
            <p:nvPr/>
          </p:nvSpPr>
          <p:spPr>
            <a:xfrm>
              <a:off x="3739067" y="2372132"/>
              <a:ext cx="17524" cy="13143"/>
            </a:xfrm>
            <a:custGeom>
              <a:avLst/>
              <a:gdLst/>
              <a:ahLst/>
              <a:cxnLst/>
              <a:rect l="l" t="t" r="r" b="b"/>
              <a:pathLst>
                <a:path w="428" h="321" extrusionOk="0">
                  <a:moveTo>
                    <a:pt x="214" y="0"/>
                  </a:moveTo>
                  <a:cubicBezTo>
                    <a:pt x="0" y="0"/>
                    <a:pt x="0" y="321"/>
                    <a:pt x="214" y="321"/>
                  </a:cubicBezTo>
                  <a:cubicBezTo>
                    <a:pt x="428" y="321"/>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44"/>
            <p:cNvSpPr/>
            <p:nvPr/>
          </p:nvSpPr>
          <p:spPr>
            <a:xfrm>
              <a:off x="3574922" y="1013078"/>
              <a:ext cx="17565" cy="14290"/>
            </a:xfrm>
            <a:custGeom>
              <a:avLst/>
              <a:gdLst/>
              <a:ahLst/>
              <a:cxnLst/>
              <a:rect l="l" t="t" r="r" b="b"/>
              <a:pathLst>
                <a:path w="429" h="349" extrusionOk="0">
                  <a:moveTo>
                    <a:pt x="214" y="1"/>
                  </a:moveTo>
                  <a:cubicBezTo>
                    <a:pt x="1" y="1"/>
                    <a:pt x="1" y="348"/>
                    <a:pt x="214" y="348"/>
                  </a:cubicBezTo>
                  <a:cubicBezTo>
                    <a:pt x="428" y="348"/>
                    <a:pt x="428" y="1"/>
                    <a:pt x="21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4"/>
            <p:cNvSpPr/>
            <p:nvPr/>
          </p:nvSpPr>
          <p:spPr>
            <a:xfrm>
              <a:off x="3236929" y="1077032"/>
              <a:ext cx="28170" cy="22520"/>
            </a:xfrm>
            <a:custGeom>
              <a:avLst/>
              <a:gdLst/>
              <a:ahLst/>
              <a:cxnLst/>
              <a:rect l="l" t="t" r="r" b="b"/>
              <a:pathLst>
                <a:path w="688" h="550" extrusionOk="0">
                  <a:moveTo>
                    <a:pt x="236" y="0"/>
                  </a:moveTo>
                  <a:cubicBezTo>
                    <a:pt x="107" y="0"/>
                    <a:pt x="0" y="158"/>
                    <a:pt x="104" y="283"/>
                  </a:cubicBezTo>
                  <a:lnTo>
                    <a:pt x="345" y="497"/>
                  </a:lnTo>
                  <a:cubicBezTo>
                    <a:pt x="376" y="534"/>
                    <a:pt x="414" y="550"/>
                    <a:pt x="451" y="550"/>
                  </a:cubicBezTo>
                  <a:cubicBezTo>
                    <a:pt x="571" y="550"/>
                    <a:pt x="688" y="385"/>
                    <a:pt x="586" y="283"/>
                  </a:cubicBezTo>
                  <a:lnTo>
                    <a:pt x="345" y="42"/>
                  </a:lnTo>
                  <a:cubicBezTo>
                    <a:pt x="310" y="13"/>
                    <a:pt x="272" y="0"/>
                    <a:pt x="23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44"/>
            <p:cNvSpPr/>
            <p:nvPr/>
          </p:nvSpPr>
          <p:spPr>
            <a:xfrm>
              <a:off x="3158029" y="3283627"/>
              <a:ext cx="13184" cy="22724"/>
            </a:xfrm>
            <a:custGeom>
              <a:avLst/>
              <a:gdLst/>
              <a:ahLst/>
              <a:cxnLst/>
              <a:rect l="l" t="t" r="r" b="b"/>
              <a:pathLst>
                <a:path w="322" h="555" extrusionOk="0">
                  <a:moveTo>
                    <a:pt x="161" y="0"/>
                  </a:moveTo>
                  <a:cubicBezTo>
                    <a:pt x="81" y="0"/>
                    <a:pt x="0" y="53"/>
                    <a:pt x="0" y="160"/>
                  </a:cubicBezTo>
                  <a:lnTo>
                    <a:pt x="0" y="374"/>
                  </a:lnTo>
                  <a:cubicBezTo>
                    <a:pt x="0" y="494"/>
                    <a:pt x="81" y="555"/>
                    <a:pt x="161" y="555"/>
                  </a:cubicBezTo>
                  <a:cubicBezTo>
                    <a:pt x="241" y="555"/>
                    <a:pt x="321" y="494"/>
                    <a:pt x="321" y="374"/>
                  </a:cubicBezTo>
                  <a:lnTo>
                    <a:pt x="321" y="160"/>
                  </a:lnTo>
                  <a:cubicBezTo>
                    <a:pt x="321" y="53"/>
                    <a:pt x="241" y="0"/>
                    <a:pt x="16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44"/>
            <p:cNvSpPr/>
            <p:nvPr/>
          </p:nvSpPr>
          <p:spPr>
            <a:xfrm>
              <a:off x="4214222" y="3328952"/>
              <a:ext cx="26901" cy="31528"/>
            </a:xfrm>
            <a:custGeom>
              <a:avLst/>
              <a:gdLst/>
              <a:ahLst/>
              <a:cxnLst/>
              <a:rect l="l" t="t" r="r" b="b"/>
              <a:pathLst>
                <a:path w="657" h="770" extrusionOk="0">
                  <a:moveTo>
                    <a:pt x="229" y="0"/>
                  </a:moveTo>
                  <a:cubicBezTo>
                    <a:pt x="115" y="0"/>
                    <a:pt x="1" y="128"/>
                    <a:pt x="74" y="256"/>
                  </a:cubicBezTo>
                  <a:cubicBezTo>
                    <a:pt x="154" y="443"/>
                    <a:pt x="234" y="550"/>
                    <a:pt x="288" y="710"/>
                  </a:cubicBezTo>
                  <a:cubicBezTo>
                    <a:pt x="312" y="751"/>
                    <a:pt x="359" y="769"/>
                    <a:pt x="409" y="769"/>
                  </a:cubicBezTo>
                  <a:cubicBezTo>
                    <a:pt x="523" y="769"/>
                    <a:pt x="656" y="672"/>
                    <a:pt x="582" y="523"/>
                  </a:cubicBezTo>
                  <a:lnTo>
                    <a:pt x="368" y="96"/>
                  </a:lnTo>
                  <a:cubicBezTo>
                    <a:pt x="334" y="28"/>
                    <a:pt x="281" y="0"/>
                    <a:pt x="22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44"/>
            <p:cNvSpPr/>
            <p:nvPr/>
          </p:nvSpPr>
          <p:spPr>
            <a:xfrm>
              <a:off x="2775039" y="2955338"/>
              <a:ext cx="13184" cy="22765"/>
            </a:xfrm>
            <a:custGeom>
              <a:avLst/>
              <a:gdLst/>
              <a:ahLst/>
              <a:cxnLst/>
              <a:rect l="l" t="t" r="r" b="b"/>
              <a:pathLst>
                <a:path w="322" h="556" extrusionOk="0">
                  <a:moveTo>
                    <a:pt x="161" y="1"/>
                  </a:moveTo>
                  <a:cubicBezTo>
                    <a:pt x="81" y="1"/>
                    <a:pt x="1" y="54"/>
                    <a:pt x="1" y="161"/>
                  </a:cubicBezTo>
                  <a:lnTo>
                    <a:pt x="1" y="375"/>
                  </a:lnTo>
                  <a:cubicBezTo>
                    <a:pt x="1" y="495"/>
                    <a:pt x="81" y="555"/>
                    <a:pt x="161" y="555"/>
                  </a:cubicBezTo>
                  <a:cubicBezTo>
                    <a:pt x="241" y="555"/>
                    <a:pt x="321" y="495"/>
                    <a:pt x="321" y="375"/>
                  </a:cubicBezTo>
                  <a:lnTo>
                    <a:pt x="321" y="161"/>
                  </a:lnTo>
                  <a:cubicBezTo>
                    <a:pt x="321" y="54"/>
                    <a:pt x="241" y="1"/>
                    <a:pt x="16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44"/>
            <p:cNvSpPr/>
            <p:nvPr/>
          </p:nvSpPr>
          <p:spPr>
            <a:xfrm>
              <a:off x="2583011" y="2699970"/>
              <a:ext cx="13717" cy="22356"/>
            </a:xfrm>
            <a:custGeom>
              <a:avLst/>
              <a:gdLst/>
              <a:ahLst/>
              <a:cxnLst/>
              <a:rect l="l" t="t" r="r" b="b"/>
              <a:pathLst>
                <a:path w="335" h="546" extrusionOk="0">
                  <a:moveTo>
                    <a:pt x="172" y="0"/>
                  </a:moveTo>
                  <a:cubicBezTo>
                    <a:pt x="85" y="0"/>
                    <a:pt x="0" y="61"/>
                    <a:pt x="14" y="171"/>
                  </a:cubicBezTo>
                  <a:lnTo>
                    <a:pt x="14" y="385"/>
                  </a:lnTo>
                  <a:cubicBezTo>
                    <a:pt x="14" y="492"/>
                    <a:pt x="94" y="545"/>
                    <a:pt x="174" y="545"/>
                  </a:cubicBezTo>
                  <a:cubicBezTo>
                    <a:pt x="254" y="545"/>
                    <a:pt x="335" y="492"/>
                    <a:pt x="335" y="385"/>
                  </a:cubicBezTo>
                  <a:lnTo>
                    <a:pt x="335" y="171"/>
                  </a:lnTo>
                  <a:cubicBezTo>
                    <a:pt x="335" y="54"/>
                    <a:pt x="253" y="0"/>
                    <a:pt x="17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44"/>
            <p:cNvSpPr/>
            <p:nvPr/>
          </p:nvSpPr>
          <p:spPr>
            <a:xfrm>
              <a:off x="2891033" y="2709142"/>
              <a:ext cx="17565" cy="14249"/>
            </a:xfrm>
            <a:custGeom>
              <a:avLst/>
              <a:gdLst/>
              <a:ahLst/>
              <a:cxnLst/>
              <a:rect l="l" t="t" r="r" b="b"/>
              <a:pathLst>
                <a:path w="429" h="348" extrusionOk="0">
                  <a:moveTo>
                    <a:pt x="214" y="0"/>
                  </a:moveTo>
                  <a:cubicBezTo>
                    <a:pt x="1" y="0"/>
                    <a:pt x="1" y="348"/>
                    <a:pt x="214" y="348"/>
                  </a:cubicBezTo>
                  <a:cubicBezTo>
                    <a:pt x="428" y="348"/>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44"/>
            <p:cNvSpPr/>
            <p:nvPr/>
          </p:nvSpPr>
          <p:spPr>
            <a:xfrm>
              <a:off x="4439783" y="3055856"/>
              <a:ext cx="29726" cy="23134"/>
            </a:xfrm>
            <a:custGeom>
              <a:avLst/>
              <a:gdLst/>
              <a:ahLst/>
              <a:cxnLst/>
              <a:rect l="l" t="t" r="r" b="b"/>
              <a:pathLst>
                <a:path w="726" h="565" extrusionOk="0">
                  <a:moveTo>
                    <a:pt x="492" y="1"/>
                  </a:moveTo>
                  <a:cubicBezTo>
                    <a:pt x="449" y="1"/>
                    <a:pt x="404" y="18"/>
                    <a:pt x="364" y="58"/>
                  </a:cubicBezTo>
                  <a:lnTo>
                    <a:pt x="124" y="271"/>
                  </a:lnTo>
                  <a:cubicBezTo>
                    <a:pt x="1" y="395"/>
                    <a:pt x="114" y="565"/>
                    <a:pt x="246" y="565"/>
                  </a:cubicBezTo>
                  <a:cubicBezTo>
                    <a:pt x="285" y="565"/>
                    <a:pt x="327" y="549"/>
                    <a:pt x="364" y="512"/>
                  </a:cubicBezTo>
                  <a:lnTo>
                    <a:pt x="605" y="271"/>
                  </a:lnTo>
                  <a:cubicBezTo>
                    <a:pt x="725" y="151"/>
                    <a:pt x="620" y="1"/>
                    <a:pt x="49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44"/>
            <p:cNvSpPr/>
            <p:nvPr/>
          </p:nvSpPr>
          <p:spPr>
            <a:xfrm>
              <a:off x="4580508" y="2581397"/>
              <a:ext cx="13184" cy="19449"/>
            </a:xfrm>
            <a:custGeom>
              <a:avLst/>
              <a:gdLst/>
              <a:ahLst/>
              <a:cxnLst/>
              <a:rect l="l" t="t" r="r" b="b"/>
              <a:pathLst>
                <a:path w="322" h="475" extrusionOk="0">
                  <a:moveTo>
                    <a:pt x="161" y="0"/>
                  </a:moveTo>
                  <a:cubicBezTo>
                    <a:pt x="81" y="0"/>
                    <a:pt x="1" y="60"/>
                    <a:pt x="1" y="181"/>
                  </a:cubicBezTo>
                  <a:lnTo>
                    <a:pt x="1" y="314"/>
                  </a:lnTo>
                  <a:cubicBezTo>
                    <a:pt x="1" y="421"/>
                    <a:pt x="81" y="475"/>
                    <a:pt x="161" y="475"/>
                  </a:cubicBezTo>
                  <a:cubicBezTo>
                    <a:pt x="241" y="475"/>
                    <a:pt x="321" y="421"/>
                    <a:pt x="321" y="314"/>
                  </a:cubicBezTo>
                  <a:lnTo>
                    <a:pt x="321" y="181"/>
                  </a:lnTo>
                  <a:cubicBezTo>
                    <a:pt x="321" y="60"/>
                    <a:pt x="241" y="0"/>
                    <a:pt x="16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8" name="Google Shape;2028;p44"/>
          <p:cNvGrpSpPr/>
          <p:nvPr/>
        </p:nvGrpSpPr>
        <p:grpSpPr>
          <a:xfrm>
            <a:off x="6285199" y="1193289"/>
            <a:ext cx="1352289" cy="3124952"/>
            <a:chOff x="7438200" y="2571750"/>
            <a:chExt cx="295550" cy="682975"/>
          </a:xfrm>
        </p:grpSpPr>
        <p:sp>
          <p:nvSpPr>
            <p:cNvPr id="2029" name="Google Shape;2029;p44"/>
            <p:cNvSpPr/>
            <p:nvPr/>
          </p:nvSpPr>
          <p:spPr>
            <a:xfrm>
              <a:off x="7438200" y="2571750"/>
              <a:ext cx="295550" cy="682975"/>
            </a:xfrm>
            <a:custGeom>
              <a:avLst/>
              <a:gdLst/>
              <a:ahLst/>
              <a:cxnLst/>
              <a:rect l="l" t="t" r="r" b="b"/>
              <a:pathLst>
                <a:path w="11822" h="27319" extrusionOk="0">
                  <a:moveTo>
                    <a:pt x="6142" y="1"/>
                  </a:moveTo>
                  <a:cubicBezTo>
                    <a:pt x="6040" y="1"/>
                    <a:pt x="3164" y="28"/>
                    <a:pt x="2866" y="3004"/>
                  </a:cubicBezTo>
                  <a:cubicBezTo>
                    <a:pt x="2646" y="4740"/>
                    <a:pt x="3445" y="6421"/>
                    <a:pt x="4905" y="7386"/>
                  </a:cubicBezTo>
                  <a:cubicBezTo>
                    <a:pt x="3031" y="7689"/>
                    <a:pt x="524" y="13034"/>
                    <a:pt x="249" y="14026"/>
                  </a:cubicBezTo>
                  <a:cubicBezTo>
                    <a:pt x="1" y="14991"/>
                    <a:pt x="111" y="15652"/>
                    <a:pt x="579" y="15790"/>
                  </a:cubicBezTo>
                  <a:cubicBezTo>
                    <a:pt x="601" y="15797"/>
                    <a:pt x="622" y="15800"/>
                    <a:pt x="641" y="15800"/>
                  </a:cubicBezTo>
                  <a:cubicBezTo>
                    <a:pt x="1007" y="15800"/>
                    <a:pt x="899" y="14620"/>
                    <a:pt x="1213" y="14384"/>
                  </a:cubicBezTo>
                  <a:cubicBezTo>
                    <a:pt x="1516" y="14164"/>
                    <a:pt x="1351" y="14164"/>
                    <a:pt x="1516" y="13447"/>
                  </a:cubicBezTo>
                  <a:cubicBezTo>
                    <a:pt x="1681" y="12704"/>
                    <a:pt x="4161" y="10059"/>
                    <a:pt x="4161" y="10058"/>
                  </a:cubicBezTo>
                  <a:lnTo>
                    <a:pt x="4161" y="10058"/>
                  </a:lnTo>
                  <a:cubicBezTo>
                    <a:pt x="4382" y="11491"/>
                    <a:pt x="3803" y="16258"/>
                    <a:pt x="3803" y="16258"/>
                  </a:cubicBezTo>
                  <a:cubicBezTo>
                    <a:pt x="3004" y="19592"/>
                    <a:pt x="2811" y="23863"/>
                    <a:pt x="2811" y="23863"/>
                  </a:cubicBezTo>
                  <a:cubicBezTo>
                    <a:pt x="2398" y="25709"/>
                    <a:pt x="2480" y="27197"/>
                    <a:pt x="2811" y="27307"/>
                  </a:cubicBezTo>
                  <a:cubicBezTo>
                    <a:pt x="2829" y="27315"/>
                    <a:pt x="2847" y="27319"/>
                    <a:pt x="2864" y="27319"/>
                  </a:cubicBezTo>
                  <a:cubicBezTo>
                    <a:pt x="3155" y="27319"/>
                    <a:pt x="3282" y="26250"/>
                    <a:pt x="3803" y="25599"/>
                  </a:cubicBezTo>
                  <a:cubicBezTo>
                    <a:pt x="4327" y="24910"/>
                    <a:pt x="3803" y="23753"/>
                    <a:pt x="3803" y="23753"/>
                  </a:cubicBezTo>
                  <a:cubicBezTo>
                    <a:pt x="4437" y="18021"/>
                    <a:pt x="5759" y="16616"/>
                    <a:pt x="5759" y="16616"/>
                  </a:cubicBezTo>
                  <a:cubicBezTo>
                    <a:pt x="6338" y="18931"/>
                    <a:pt x="6531" y="23891"/>
                    <a:pt x="6283" y="25020"/>
                  </a:cubicBezTo>
                  <a:cubicBezTo>
                    <a:pt x="6062" y="26122"/>
                    <a:pt x="6558" y="25654"/>
                    <a:pt x="7330" y="26756"/>
                  </a:cubicBezTo>
                  <a:cubicBezTo>
                    <a:pt x="7600" y="27142"/>
                    <a:pt x="7847" y="27305"/>
                    <a:pt x="8031" y="27305"/>
                  </a:cubicBezTo>
                  <a:cubicBezTo>
                    <a:pt x="8372" y="27305"/>
                    <a:pt x="8497" y="26746"/>
                    <a:pt x="8157" y="26012"/>
                  </a:cubicBezTo>
                  <a:cubicBezTo>
                    <a:pt x="7605" y="24882"/>
                    <a:pt x="7826" y="22623"/>
                    <a:pt x="7523" y="19124"/>
                  </a:cubicBezTo>
                  <a:cubicBezTo>
                    <a:pt x="7192" y="15624"/>
                    <a:pt x="7661" y="9562"/>
                    <a:pt x="7661" y="9562"/>
                  </a:cubicBezTo>
                  <a:cubicBezTo>
                    <a:pt x="7661" y="9562"/>
                    <a:pt x="9948" y="12593"/>
                    <a:pt x="10196" y="13199"/>
                  </a:cubicBezTo>
                  <a:cubicBezTo>
                    <a:pt x="10444" y="13778"/>
                    <a:pt x="10168" y="13916"/>
                    <a:pt x="10416" y="14274"/>
                  </a:cubicBezTo>
                  <a:cubicBezTo>
                    <a:pt x="10636" y="14632"/>
                    <a:pt x="10692" y="14991"/>
                    <a:pt x="11050" y="15624"/>
                  </a:cubicBezTo>
                  <a:cubicBezTo>
                    <a:pt x="11160" y="15836"/>
                    <a:pt x="11282" y="15906"/>
                    <a:pt x="11397" y="15906"/>
                  </a:cubicBezTo>
                  <a:cubicBezTo>
                    <a:pt x="11625" y="15906"/>
                    <a:pt x="11821" y="15624"/>
                    <a:pt x="11821" y="15624"/>
                  </a:cubicBezTo>
                  <a:cubicBezTo>
                    <a:pt x="11022" y="10058"/>
                    <a:pt x="7302" y="7358"/>
                    <a:pt x="7302" y="7358"/>
                  </a:cubicBezTo>
                  <a:cubicBezTo>
                    <a:pt x="7302" y="7358"/>
                    <a:pt x="8928" y="6697"/>
                    <a:pt x="9121" y="3445"/>
                  </a:cubicBezTo>
                  <a:cubicBezTo>
                    <a:pt x="9314" y="194"/>
                    <a:pt x="6145" y="1"/>
                    <a:pt x="6145" y="1"/>
                  </a:cubicBezTo>
                  <a:cubicBezTo>
                    <a:pt x="6145" y="1"/>
                    <a:pt x="6144" y="1"/>
                    <a:pt x="61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44"/>
            <p:cNvSpPr/>
            <p:nvPr/>
          </p:nvSpPr>
          <p:spPr>
            <a:xfrm>
              <a:off x="7525675" y="2630450"/>
              <a:ext cx="51000" cy="70700"/>
            </a:xfrm>
            <a:custGeom>
              <a:avLst/>
              <a:gdLst/>
              <a:ahLst/>
              <a:cxnLst/>
              <a:rect l="l" t="t" r="r" b="b"/>
              <a:pathLst>
                <a:path w="2040" h="2828" extrusionOk="0">
                  <a:moveTo>
                    <a:pt x="725" y="1"/>
                  </a:moveTo>
                  <a:cubicBezTo>
                    <a:pt x="676" y="1"/>
                    <a:pt x="627" y="8"/>
                    <a:pt x="580" y="23"/>
                  </a:cubicBezTo>
                  <a:cubicBezTo>
                    <a:pt x="139" y="160"/>
                    <a:pt x="1" y="904"/>
                    <a:pt x="249" y="1676"/>
                  </a:cubicBezTo>
                  <a:cubicBezTo>
                    <a:pt x="446" y="2339"/>
                    <a:pt x="905" y="2828"/>
                    <a:pt x="1315" y="2828"/>
                  </a:cubicBezTo>
                  <a:cubicBezTo>
                    <a:pt x="1365" y="2828"/>
                    <a:pt x="1414" y="2821"/>
                    <a:pt x="1461" y="2806"/>
                  </a:cubicBezTo>
                  <a:cubicBezTo>
                    <a:pt x="1902" y="2668"/>
                    <a:pt x="2040" y="1924"/>
                    <a:pt x="1792" y="1180"/>
                  </a:cubicBezTo>
                  <a:cubicBezTo>
                    <a:pt x="1595" y="492"/>
                    <a:pt x="1135" y="1"/>
                    <a:pt x="7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44"/>
            <p:cNvSpPr/>
            <p:nvPr/>
          </p:nvSpPr>
          <p:spPr>
            <a:xfrm>
              <a:off x="7599400" y="2630450"/>
              <a:ext cx="51675" cy="70700"/>
            </a:xfrm>
            <a:custGeom>
              <a:avLst/>
              <a:gdLst/>
              <a:ahLst/>
              <a:cxnLst/>
              <a:rect l="l" t="t" r="r" b="b"/>
              <a:pathLst>
                <a:path w="2067" h="2828" extrusionOk="0">
                  <a:moveTo>
                    <a:pt x="1342" y="1"/>
                  </a:moveTo>
                  <a:cubicBezTo>
                    <a:pt x="932" y="1"/>
                    <a:pt x="469" y="492"/>
                    <a:pt x="248" y="1180"/>
                  </a:cubicBezTo>
                  <a:cubicBezTo>
                    <a:pt x="0" y="1924"/>
                    <a:pt x="166" y="2668"/>
                    <a:pt x="606" y="2806"/>
                  </a:cubicBezTo>
                  <a:cubicBezTo>
                    <a:pt x="654" y="2821"/>
                    <a:pt x="703" y="2828"/>
                    <a:pt x="752" y="2828"/>
                  </a:cubicBezTo>
                  <a:cubicBezTo>
                    <a:pt x="1157" y="2828"/>
                    <a:pt x="1598" y="2339"/>
                    <a:pt x="1819" y="1676"/>
                  </a:cubicBezTo>
                  <a:cubicBezTo>
                    <a:pt x="2067" y="904"/>
                    <a:pt x="1901" y="160"/>
                    <a:pt x="1488" y="23"/>
                  </a:cubicBezTo>
                  <a:cubicBezTo>
                    <a:pt x="1441" y="8"/>
                    <a:pt x="1392" y="1"/>
                    <a:pt x="13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44"/>
            <p:cNvSpPr/>
            <p:nvPr/>
          </p:nvSpPr>
          <p:spPr>
            <a:xfrm>
              <a:off x="7522925" y="2762050"/>
              <a:ext cx="41350" cy="33975"/>
            </a:xfrm>
            <a:custGeom>
              <a:avLst/>
              <a:gdLst/>
              <a:ahLst/>
              <a:cxnLst/>
              <a:rect l="l" t="t" r="r" b="b"/>
              <a:pathLst>
                <a:path w="1654" h="1359" extrusionOk="0">
                  <a:moveTo>
                    <a:pt x="1558" y="1"/>
                  </a:moveTo>
                  <a:cubicBezTo>
                    <a:pt x="1516" y="1"/>
                    <a:pt x="1461" y="8"/>
                    <a:pt x="1406" y="22"/>
                  </a:cubicBezTo>
                  <a:cubicBezTo>
                    <a:pt x="1351" y="49"/>
                    <a:pt x="1268" y="49"/>
                    <a:pt x="1213" y="104"/>
                  </a:cubicBezTo>
                  <a:cubicBezTo>
                    <a:pt x="1158" y="104"/>
                    <a:pt x="1075" y="104"/>
                    <a:pt x="1020" y="132"/>
                  </a:cubicBezTo>
                  <a:cubicBezTo>
                    <a:pt x="993" y="159"/>
                    <a:pt x="965" y="187"/>
                    <a:pt x="938" y="214"/>
                  </a:cubicBezTo>
                  <a:lnTo>
                    <a:pt x="882" y="214"/>
                  </a:lnTo>
                  <a:lnTo>
                    <a:pt x="882" y="242"/>
                  </a:lnTo>
                  <a:lnTo>
                    <a:pt x="800" y="325"/>
                  </a:lnTo>
                  <a:cubicBezTo>
                    <a:pt x="772" y="325"/>
                    <a:pt x="717" y="325"/>
                    <a:pt x="690" y="352"/>
                  </a:cubicBezTo>
                  <a:lnTo>
                    <a:pt x="607" y="462"/>
                  </a:lnTo>
                  <a:cubicBezTo>
                    <a:pt x="579" y="462"/>
                    <a:pt x="552" y="490"/>
                    <a:pt x="552" y="490"/>
                  </a:cubicBezTo>
                  <a:lnTo>
                    <a:pt x="28" y="1151"/>
                  </a:lnTo>
                  <a:cubicBezTo>
                    <a:pt x="1" y="1179"/>
                    <a:pt x="28" y="1179"/>
                    <a:pt x="56" y="1206"/>
                  </a:cubicBezTo>
                  <a:cubicBezTo>
                    <a:pt x="28" y="1234"/>
                    <a:pt x="28" y="1261"/>
                    <a:pt x="28" y="1317"/>
                  </a:cubicBezTo>
                  <a:cubicBezTo>
                    <a:pt x="18" y="1347"/>
                    <a:pt x="49" y="1359"/>
                    <a:pt x="93" y="1359"/>
                  </a:cubicBezTo>
                  <a:cubicBezTo>
                    <a:pt x="170" y="1359"/>
                    <a:pt x="286" y="1324"/>
                    <a:pt x="304" y="1289"/>
                  </a:cubicBezTo>
                  <a:cubicBezTo>
                    <a:pt x="524" y="931"/>
                    <a:pt x="855" y="655"/>
                    <a:pt x="1213" y="518"/>
                  </a:cubicBezTo>
                  <a:cubicBezTo>
                    <a:pt x="1489" y="435"/>
                    <a:pt x="1654" y="352"/>
                    <a:pt x="1626" y="22"/>
                  </a:cubicBezTo>
                  <a:cubicBezTo>
                    <a:pt x="1626" y="8"/>
                    <a:pt x="1599" y="1"/>
                    <a:pt x="155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44"/>
            <p:cNvSpPr/>
            <p:nvPr/>
          </p:nvSpPr>
          <p:spPr>
            <a:xfrm>
              <a:off x="7611100" y="2762975"/>
              <a:ext cx="39175" cy="32175"/>
            </a:xfrm>
            <a:custGeom>
              <a:avLst/>
              <a:gdLst/>
              <a:ahLst/>
              <a:cxnLst/>
              <a:rect l="l" t="t" r="r" b="b"/>
              <a:pathLst>
                <a:path w="1567" h="1287" extrusionOk="0">
                  <a:moveTo>
                    <a:pt x="369" y="1"/>
                  </a:moveTo>
                  <a:cubicBezTo>
                    <a:pt x="350" y="1"/>
                    <a:pt x="328" y="4"/>
                    <a:pt x="304" y="12"/>
                  </a:cubicBezTo>
                  <a:cubicBezTo>
                    <a:pt x="138" y="67"/>
                    <a:pt x="56" y="150"/>
                    <a:pt x="83" y="233"/>
                  </a:cubicBezTo>
                  <a:cubicBezTo>
                    <a:pt x="56" y="260"/>
                    <a:pt x="1" y="315"/>
                    <a:pt x="1" y="370"/>
                  </a:cubicBezTo>
                  <a:cubicBezTo>
                    <a:pt x="1" y="398"/>
                    <a:pt x="1" y="398"/>
                    <a:pt x="1" y="425"/>
                  </a:cubicBezTo>
                  <a:cubicBezTo>
                    <a:pt x="386" y="728"/>
                    <a:pt x="800" y="1032"/>
                    <a:pt x="1241" y="1280"/>
                  </a:cubicBezTo>
                  <a:cubicBezTo>
                    <a:pt x="1250" y="1284"/>
                    <a:pt x="1267" y="1287"/>
                    <a:pt x="1288" y="1287"/>
                  </a:cubicBezTo>
                  <a:cubicBezTo>
                    <a:pt x="1384" y="1287"/>
                    <a:pt x="1566" y="1237"/>
                    <a:pt x="1544" y="1169"/>
                  </a:cubicBezTo>
                  <a:cubicBezTo>
                    <a:pt x="1323" y="784"/>
                    <a:pt x="1020" y="453"/>
                    <a:pt x="662" y="205"/>
                  </a:cubicBezTo>
                  <a:cubicBezTo>
                    <a:pt x="634" y="150"/>
                    <a:pt x="607" y="122"/>
                    <a:pt x="552" y="95"/>
                  </a:cubicBezTo>
                  <a:lnTo>
                    <a:pt x="524" y="67"/>
                  </a:lnTo>
                  <a:cubicBezTo>
                    <a:pt x="497" y="40"/>
                    <a:pt x="469" y="40"/>
                    <a:pt x="441" y="40"/>
                  </a:cubicBezTo>
                  <a:cubicBezTo>
                    <a:pt x="441" y="20"/>
                    <a:pt x="414" y="1"/>
                    <a:pt x="3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44"/>
            <p:cNvSpPr/>
            <p:nvPr/>
          </p:nvSpPr>
          <p:spPr>
            <a:xfrm>
              <a:off x="7536075" y="2580875"/>
              <a:ext cx="80375" cy="26475"/>
            </a:xfrm>
            <a:custGeom>
              <a:avLst/>
              <a:gdLst/>
              <a:ahLst/>
              <a:cxnLst/>
              <a:rect l="l" t="t" r="r" b="b"/>
              <a:pathLst>
                <a:path w="3215" h="1059" extrusionOk="0">
                  <a:moveTo>
                    <a:pt x="2074" y="0"/>
                  </a:moveTo>
                  <a:cubicBezTo>
                    <a:pt x="1858" y="0"/>
                    <a:pt x="1642" y="27"/>
                    <a:pt x="1431" y="77"/>
                  </a:cubicBezTo>
                  <a:lnTo>
                    <a:pt x="1376" y="104"/>
                  </a:lnTo>
                  <a:cubicBezTo>
                    <a:pt x="1362" y="91"/>
                    <a:pt x="1341" y="84"/>
                    <a:pt x="1321" y="84"/>
                  </a:cubicBezTo>
                  <a:cubicBezTo>
                    <a:pt x="1300" y="84"/>
                    <a:pt x="1279" y="91"/>
                    <a:pt x="1266" y="104"/>
                  </a:cubicBezTo>
                  <a:cubicBezTo>
                    <a:pt x="1128" y="132"/>
                    <a:pt x="1018" y="160"/>
                    <a:pt x="908" y="215"/>
                  </a:cubicBezTo>
                  <a:cubicBezTo>
                    <a:pt x="632" y="325"/>
                    <a:pt x="384" y="490"/>
                    <a:pt x="219" y="711"/>
                  </a:cubicBezTo>
                  <a:cubicBezTo>
                    <a:pt x="136" y="766"/>
                    <a:pt x="108" y="821"/>
                    <a:pt x="53" y="876"/>
                  </a:cubicBezTo>
                  <a:lnTo>
                    <a:pt x="53" y="903"/>
                  </a:lnTo>
                  <a:cubicBezTo>
                    <a:pt x="10" y="990"/>
                    <a:pt x="1" y="1059"/>
                    <a:pt x="117" y="1059"/>
                  </a:cubicBezTo>
                  <a:cubicBezTo>
                    <a:pt x="149" y="1059"/>
                    <a:pt x="192" y="1053"/>
                    <a:pt x="246" y="1041"/>
                  </a:cubicBezTo>
                  <a:cubicBezTo>
                    <a:pt x="494" y="1014"/>
                    <a:pt x="687" y="766"/>
                    <a:pt x="880" y="656"/>
                  </a:cubicBezTo>
                  <a:cubicBezTo>
                    <a:pt x="1373" y="462"/>
                    <a:pt x="1917" y="353"/>
                    <a:pt x="2459" y="353"/>
                  </a:cubicBezTo>
                  <a:cubicBezTo>
                    <a:pt x="2613" y="353"/>
                    <a:pt x="2767" y="362"/>
                    <a:pt x="2919" y="380"/>
                  </a:cubicBezTo>
                  <a:cubicBezTo>
                    <a:pt x="2923" y="384"/>
                    <a:pt x="2931" y="385"/>
                    <a:pt x="2943" y="385"/>
                  </a:cubicBezTo>
                  <a:cubicBezTo>
                    <a:pt x="3016" y="385"/>
                    <a:pt x="3215" y="317"/>
                    <a:pt x="3167" y="270"/>
                  </a:cubicBezTo>
                  <a:cubicBezTo>
                    <a:pt x="3084" y="215"/>
                    <a:pt x="2974" y="187"/>
                    <a:pt x="2891" y="160"/>
                  </a:cubicBezTo>
                  <a:lnTo>
                    <a:pt x="2864" y="132"/>
                  </a:lnTo>
                  <a:cubicBezTo>
                    <a:pt x="2606" y="41"/>
                    <a:pt x="2340" y="0"/>
                    <a:pt x="20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44"/>
            <p:cNvSpPr/>
            <p:nvPr/>
          </p:nvSpPr>
          <p:spPr>
            <a:xfrm>
              <a:off x="7566775" y="2665550"/>
              <a:ext cx="27125" cy="38800"/>
            </a:xfrm>
            <a:custGeom>
              <a:avLst/>
              <a:gdLst/>
              <a:ahLst/>
              <a:cxnLst/>
              <a:rect l="l" t="t" r="r" b="b"/>
              <a:pathLst>
                <a:path w="1085" h="1552" extrusionOk="0">
                  <a:moveTo>
                    <a:pt x="860" y="0"/>
                  </a:moveTo>
                  <a:cubicBezTo>
                    <a:pt x="820" y="0"/>
                    <a:pt x="754" y="32"/>
                    <a:pt x="754" y="51"/>
                  </a:cubicBezTo>
                  <a:cubicBezTo>
                    <a:pt x="644" y="272"/>
                    <a:pt x="616" y="492"/>
                    <a:pt x="644" y="740"/>
                  </a:cubicBezTo>
                  <a:cubicBezTo>
                    <a:pt x="644" y="740"/>
                    <a:pt x="644" y="768"/>
                    <a:pt x="644" y="768"/>
                  </a:cubicBezTo>
                  <a:cubicBezTo>
                    <a:pt x="616" y="851"/>
                    <a:pt x="561" y="933"/>
                    <a:pt x="506" y="1016"/>
                  </a:cubicBezTo>
                  <a:cubicBezTo>
                    <a:pt x="396" y="1154"/>
                    <a:pt x="258" y="1291"/>
                    <a:pt x="93" y="1429"/>
                  </a:cubicBezTo>
                  <a:cubicBezTo>
                    <a:pt x="93" y="1429"/>
                    <a:pt x="93" y="1429"/>
                    <a:pt x="120" y="1457"/>
                  </a:cubicBezTo>
                  <a:cubicBezTo>
                    <a:pt x="93" y="1457"/>
                    <a:pt x="65" y="1484"/>
                    <a:pt x="38" y="1512"/>
                  </a:cubicBezTo>
                  <a:lnTo>
                    <a:pt x="10" y="1539"/>
                  </a:lnTo>
                  <a:cubicBezTo>
                    <a:pt x="1" y="1549"/>
                    <a:pt x="10" y="1552"/>
                    <a:pt x="28" y="1552"/>
                  </a:cubicBezTo>
                  <a:cubicBezTo>
                    <a:pt x="62" y="1552"/>
                    <a:pt x="130" y="1539"/>
                    <a:pt x="148" y="1539"/>
                  </a:cubicBezTo>
                  <a:lnTo>
                    <a:pt x="231" y="1539"/>
                  </a:lnTo>
                  <a:lnTo>
                    <a:pt x="286" y="1512"/>
                  </a:lnTo>
                  <a:cubicBezTo>
                    <a:pt x="341" y="1484"/>
                    <a:pt x="396" y="1457"/>
                    <a:pt x="423" y="1429"/>
                  </a:cubicBezTo>
                  <a:cubicBezTo>
                    <a:pt x="479" y="1347"/>
                    <a:pt x="506" y="1264"/>
                    <a:pt x="561" y="1209"/>
                  </a:cubicBezTo>
                  <a:lnTo>
                    <a:pt x="589" y="1209"/>
                  </a:lnTo>
                  <a:cubicBezTo>
                    <a:pt x="671" y="1154"/>
                    <a:pt x="864" y="1099"/>
                    <a:pt x="1002" y="1016"/>
                  </a:cubicBezTo>
                  <a:cubicBezTo>
                    <a:pt x="1002" y="1016"/>
                    <a:pt x="1030" y="988"/>
                    <a:pt x="1030" y="961"/>
                  </a:cubicBezTo>
                  <a:cubicBezTo>
                    <a:pt x="1057" y="933"/>
                    <a:pt x="1085" y="906"/>
                    <a:pt x="1085" y="878"/>
                  </a:cubicBezTo>
                  <a:cubicBezTo>
                    <a:pt x="1085" y="768"/>
                    <a:pt x="1057" y="658"/>
                    <a:pt x="1002" y="575"/>
                  </a:cubicBezTo>
                  <a:lnTo>
                    <a:pt x="975" y="465"/>
                  </a:lnTo>
                  <a:cubicBezTo>
                    <a:pt x="975" y="382"/>
                    <a:pt x="975" y="327"/>
                    <a:pt x="975" y="272"/>
                  </a:cubicBezTo>
                  <a:lnTo>
                    <a:pt x="975" y="24"/>
                  </a:lnTo>
                  <a:lnTo>
                    <a:pt x="892" y="24"/>
                  </a:lnTo>
                  <a:cubicBezTo>
                    <a:pt x="892" y="7"/>
                    <a:pt x="879" y="0"/>
                    <a:pt x="8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36" name="Google Shape;2036;p44"/>
          <p:cNvSpPr txBox="1">
            <a:spLocks noGrp="1"/>
          </p:cNvSpPr>
          <p:nvPr>
            <p:ph type="title"/>
          </p:nvPr>
        </p:nvSpPr>
        <p:spPr>
          <a:xfrm>
            <a:off x="833325" y="1648340"/>
            <a:ext cx="3677700" cy="977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WHOA!</a:t>
            </a:r>
            <a:endParaRPr/>
          </a:p>
        </p:txBody>
      </p:sp>
      <p:sp>
        <p:nvSpPr>
          <p:cNvPr id="2037" name="Google Shape;2037;p44"/>
          <p:cNvSpPr txBox="1">
            <a:spLocks noGrp="1"/>
          </p:cNvSpPr>
          <p:nvPr>
            <p:ph type="body" idx="1"/>
          </p:nvPr>
        </p:nvSpPr>
        <p:spPr>
          <a:xfrm>
            <a:off x="833325" y="2551190"/>
            <a:ext cx="3677700" cy="97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could be the part of the presentation where you can introduce yourself, write your email...</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1"/>
        <p:cNvGrpSpPr/>
        <p:nvPr/>
      </p:nvGrpSpPr>
      <p:grpSpPr>
        <a:xfrm>
          <a:off x="0" y="0"/>
          <a:ext cx="0" cy="0"/>
          <a:chOff x="0" y="0"/>
          <a:chExt cx="0" cy="0"/>
        </a:xfrm>
      </p:grpSpPr>
      <p:sp>
        <p:nvSpPr>
          <p:cNvPr id="2042" name="Google Shape;2042;p45"/>
          <p:cNvSpPr/>
          <p:nvPr/>
        </p:nvSpPr>
        <p:spPr>
          <a:xfrm>
            <a:off x="6177325" y="177698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45"/>
          <p:cNvSpPr/>
          <p:nvPr/>
        </p:nvSpPr>
        <p:spPr>
          <a:xfrm>
            <a:off x="2364900" y="1776998"/>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4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DIVIDE</a:t>
            </a:r>
            <a:r>
              <a:rPr lang="en"/>
              <a:t> THE CONTENT</a:t>
            </a:r>
            <a:endParaRPr/>
          </a:p>
        </p:txBody>
      </p:sp>
      <p:sp>
        <p:nvSpPr>
          <p:cNvPr id="2045" name="Google Shape;2045;p45"/>
          <p:cNvSpPr txBox="1">
            <a:spLocks noGrp="1"/>
          </p:cNvSpPr>
          <p:nvPr>
            <p:ph type="body" idx="1"/>
          </p:nvPr>
        </p:nvSpPr>
        <p:spPr>
          <a:xfrm>
            <a:off x="1257725" y="2794465"/>
            <a:ext cx="2816100" cy="123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 is the closest planet to the Sun and the smallest one in the Solar System—it’s only larger than the Moon</a:t>
            </a:r>
            <a:endParaRPr/>
          </a:p>
        </p:txBody>
      </p:sp>
      <p:sp>
        <p:nvSpPr>
          <p:cNvPr id="2046" name="Google Shape;2046;p45"/>
          <p:cNvSpPr txBox="1">
            <a:spLocks noGrp="1"/>
          </p:cNvSpPr>
          <p:nvPr>
            <p:ph type="body" idx="2"/>
          </p:nvPr>
        </p:nvSpPr>
        <p:spPr>
          <a:xfrm>
            <a:off x="5070178" y="2794465"/>
            <a:ext cx="2816100" cy="123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 It’s terribly hot—even hotter than Mercury</a:t>
            </a:r>
            <a:endParaRPr/>
          </a:p>
        </p:txBody>
      </p:sp>
      <p:sp>
        <p:nvSpPr>
          <p:cNvPr id="2047" name="Google Shape;2047;p45"/>
          <p:cNvSpPr txBox="1">
            <a:spLocks noGrp="1"/>
          </p:cNvSpPr>
          <p:nvPr>
            <p:ph type="title" idx="3"/>
          </p:nvPr>
        </p:nvSpPr>
        <p:spPr>
          <a:xfrm>
            <a:off x="1257764" y="2485283"/>
            <a:ext cx="2816100" cy="453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a:t>
            </a:r>
            <a:endParaRPr/>
          </a:p>
        </p:txBody>
      </p:sp>
      <p:sp>
        <p:nvSpPr>
          <p:cNvPr id="2048" name="Google Shape;2048;p45"/>
          <p:cNvSpPr txBox="1">
            <a:spLocks noGrp="1"/>
          </p:cNvSpPr>
          <p:nvPr>
            <p:ph type="title" idx="4"/>
          </p:nvPr>
        </p:nvSpPr>
        <p:spPr>
          <a:xfrm>
            <a:off x="5070178" y="2485283"/>
            <a:ext cx="2816100" cy="453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a:t>
            </a:r>
            <a:endParaRPr/>
          </a:p>
        </p:txBody>
      </p:sp>
      <p:grpSp>
        <p:nvGrpSpPr>
          <p:cNvPr id="2049" name="Google Shape;2049;p45"/>
          <p:cNvGrpSpPr/>
          <p:nvPr/>
        </p:nvGrpSpPr>
        <p:grpSpPr>
          <a:xfrm>
            <a:off x="6294427" y="1894236"/>
            <a:ext cx="367597" cy="367292"/>
            <a:chOff x="6602375" y="1277575"/>
            <a:chExt cx="543300" cy="542850"/>
          </a:xfrm>
        </p:grpSpPr>
        <p:sp>
          <p:nvSpPr>
            <p:cNvPr id="2050" name="Google Shape;2050;p45"/>
            <p:cNvSpPr/>
            <p:nvPr/>
          </p:nvSpPr>
          <p:spPr>
            <a:xfrm>
              <a:off x="6602375" y="1277575"/>
              <a:ext cx="543300" cy="542850"/>
            </a:xfrm>
            <a:custGeom>
              <a:avLst/>
              <a:gdLst/>
              <a:ahLst/>
              <a:cxnLst/>
              <a:rect l="l" t="t" r="r" b="b"/>
              <a:pathLst>
                <a:path w="21732" h="21714" extrusionOk="0">
                  <a:moveTo>
                    <a:pt x="13671" y="848"/>
                  </a:moveTo>
                  <a:cubicBezTo>
                    <a:pt x="17644" y="848"/>
                    <a:pt x="20880" y="4081"/>
                    <a:pt x="20880" y="8056"/>
                  </a:cubicBezTo>
                  <a:cubicBezTo>
                    <a:pt x="20880" y="12032"/>
                    <a:pt x="17647" y="15265"/>
                    <a:pt x="13671" y="15265"/>
                  </a:cubicBezTo>
                  <a:cubicBezTo>
                    <a:pt x="9696" y="15265"/>
                    <a:pt x="6463" y="12032"/>
                    <a:pt x="6463" y="8056"/>
                  </a:cubicBezTo>
                  <a:cubicBezTo>
                    <a:pt x="6463" y="4081"/>
                    <a:pt x="9696" y="848"/>
                    <a:pt x="13671" y="848"/>
                  </a:cubicBezTo>
                  <a:close/>
                  <a:moveTo>
                    <a:pt x="6907" y="12425"/>
                  </a:moveTo>
                  <a:cubicBezTo>
                    <a:pt x="7528" y="13382"/>
                    <a:pt x="8346" y="14200"/>
                    <a:pt x="9306" y="14824"/>
                  </a:cubicBezTo>
                  <a:lnTo>
                    <a:pt x="8875" y="15251"/>
                  </a:lnTo>
                  <a:cubicBezTo>
                    <a:pt x="8792" y="15334"/>
                    <a:pt x="8683" y="15376"/>
                    <a:pt x="8575" y="15376"/>
                  </a:cubicBezTo>
                  <a:cubicBezTo>
                    <a:pt x="8466" y="15376"/>
                    <a:pt x="8357" y="15334"/>
                    <a:pt x="8274" y="15251"/>
                  </a:cubicBezTo>
                  <a:lnTo>
                    <a:pt x="6477" y="13453"/>
                  </a:lnTo>
                  <a:cubicBezTo>
                    <a:pt x="6310" y="13287"/>
                    <a:pt x="6310" y="13019"/>
                    <a:pt x="6477" y="12853"/>
                  </a:cubicBezTo>
                  <a:lnTo>
                    <a:pt x="6907" y="12425"/>
                  </a:lnTo>
                  <a:close/>
                  <a:moveTo>
                    <a:pt x="6320" y="14501"/>
                  </a:moveTo>
                  <a:lnTo>
                    <a:pt x="7226" y="15407"/>
                  </a:lnTo>
                  <a:lnTo>
                    <a:pt x="2308" y="20617"/>
                  </a:lnTo>
                  <a:cubicBezTo>
                    <a:pt x="2162" y="20773"/>
                    <a:pt x="1955" y="20862"/>
                    <a:pt x="1741" y="20862"/>
                  </a:cubicBezTo>
                  <a:cubicBezTo>
                    <a:pt x="1735" y="20862"/>
                    <a:pt x="1729" y="20862"/>
                    <a:pt x="1723" y="20862"/>
                  </a:cubicBezTo>
                  <a:cubicBezTo>
                    <a:pt x="1243" y="20862"/>
                    <a:pt x="856" y="20466"/>
                    <a:pt x="866" y="19987"/>
                  </a:cubicBezTo>
                  <a:cubicBezTo>
                    <a:pt x="866" y="19773"/>
                    <a:pt x="954" y="19566"/>
                    <a:pt x="1107" y="19420"/>
                  </a:cubicBezTo>
                  <a:lnTo>
                    <a:pt x="6320" y="14501"/>
                  </a:lnTo>
                  <a:close/>
                  <a:moveTo>
                    <a:pt x="13671" y="0"/>
                  </a:moveTo>
                  <a:cubicBezTo>
                    <a:pt x="9231" y="0"/>
                    <a:pt x="5615" y="3616"/>
                    <a:pt x="5615" y="8056"/>
                  </a:cubicBezTo>
                  <a:cubicBezTo>
                    <a:pt x="5615" y="9308"/>
                    <a:pt x="5907" y="10543"/>
                    <a:pt x="6470" y="11662"/>
                  </a:cubicBezTo>
                  <a:lnTo>
                    <a:pt x="5876" y="12256"/>
                  </a:lnTo>
                  <a:cubicBezTo>
                    <a:pt x="5438" y="12693"/>
                    <a:pt x="5377" y="13382"/>
                    <a:pt x="5737" y="13887"/>
                  </a:cubicBezTo>
                  <a:lnTo>
                    <a:pt x="527" y="18803"/>
                  </a:lnTo>
                  <a:cubicBezTo>
                    <a:pt x="204" y="19108"/>
                    <a:pt x="21" y="19532"/>
                    <a:pt x="18" y="19973"/>
                  </a:cubicBezTo>
                  <a:cubicBezTo>
                    <a:pt x="1" y="20930"/>
                    <a:pt x="774" y="21713"/>
                    <a:pt x="1731" y="21713"/>
                  </a:cubicBezTo>
                  <a:lnTo>
                    <a:pt x="1755" y="21713"/>
                  </a:lnTo>
                  <a:cubicBezTo>
                    <a:pt x="2199" y="21710"/>
                    <a:pt x="2623" y="21523"/>
                    <a:pt x="2928" y="21201"/>
                  </a:cubicBezTo>
                  <a:lnTo>
                    <a:pt x="7844" y="15991"/>
                  </a:lnTo>
                  <a:cubicBezTo>
                    <a:pt x="8065" y="16148"/>
                    <a:pt x="8321" y="16225"/>
                    <a:pt x="8576" y="16225"/>
                  </a:cubicBezTo>
                  <a:cubicBezTo>
                    <a:pt x="8903" y="16225"/>
                    <a:pt x="9229" y="16098"/>
                    <a:pt x="9475" y="15851"/>
                  </a:cubicBezTo>
                  <a:lnTo>
                    <a:pt x="10069" y="15258"/>
                  </a:lnTo>
                  <a:cubicBezTo>
                    <a:pt x="11188" y="15821"/>
                    <a:pt x="12423" y="16113"/>
                    <a:pt x="13675" y="16113"/>
                  </a:cubicBezTo>
                  <a:cubicBezTo>
                    <a:pt x="18118" y="16113"/>
                    <a:pt x="21731" y="12497"/>
                    <a:pt x="21731" y="8056"/>
                  </a:cubicBezTo>
                  <a:cubicBezTo>
                    <a:pt x="21731" y="3613"/>
                    <a:pt x="18118" y="0"/>
                    <a:pt x="1367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45"/>
            <p:cNvSpPr/>
            <p:nvPr/>
          </p:nvSpPr>
          <p:spPr>
            <a:xfrm>
              <a:off x="6785050" y="1319975"/>
              <a:ext cx="318125" cy="318100"/>
            </a:xfrm>
            <a:custGeom>
              <a:avLst/>
              <a:gdLst/>
              <a:ahLst/>
              <a:cxnLst/>
              <a:rect l="l" t="t" r="r" b="b"/>
              <a:pathLst>
                <a:path w="12725" h="12724" extrusionOk="0">
                  <a:moveTo>
                    <a:pt x="6364" y="3541"/>
                  </a:moveTo>
                  <a:cubicBezTo>
                    <a:pt x="7769" y="3541"/>
                    <a:pt x="8908" y="4681"/>
                    <a:pt x="8908" y="6086"/>
                  </a:cubicBezTo>
                  <a:cubicBezTo>
                    <a:pt x="8908" y="6913"/>
                    <a:pt x="8569" y="7822"/>
                    <a:pt x="7982" y="8575"/>
                  </a:cubicBezTo>
                  <a:cubicBezTo>
                    <a:pt x="7463" y="9237"/>
                    <a:pt x="6829" y="9664"/>
                    <a:pt x="6364" y="9664"/>
                  </a:cubicBezTo>
                  <a:cubicBezTo>
                    <a:pt x="5900" y="9664"/>
                    <a:pt x="5265" y="9237"/>
                    <a:pt x="4750" y="8575"/>
                  </a:cubicBezTo>
                  <a:cubicBezTo>
                    <a:pt x="4159" y="7822"/>
                    <a:pt x="3820" y="6913"/>
                    <a:pt x="3820" y="6086"/>
                  </a:cubicBezTo>
                  <a:cubicBezTo>
                    <a:pt x="3820" y="4681"/>
                    <a:pt x="4960" y="3541"/>
                    <a:pt x="6364" y="3541"/>
                  </a:cubicBezTo>
                  <a:close/>
                  <a:moveTo>
                    <a:pt x="7619" y="10075"/>
                  </a:moveTo>
                  <a:cubicBezTo>
                    <a:pt x="8121" y="10360"/>
                    <a:pt x="8512" y="10807"/>
                    <a:pt x="8725" y="11343"/>
                  </a:cubicBezTo>
                  <a:cubicBezTo>
                    <a:pt x="7977" y="11698"/>
                    <a:pt x="7170" y="11875"/>
                    <a:pt x="6363" y="11875"/>
                  </a:cubicBezTo>
                  <a:cubicBezTo>
                    <a:pt x="5555" y="11875"/>
                    <a:pt x="4748" y="11698"/>
                    <a:pt x="4000" y="11343"/>
                  </a:cubicBezTo>
                  <a:lnTo>
                    <a:pt x="4003" y="11343"/>
                  </a:lnTo>
                  <a:cubicBezTo>
                    <a:pt x="4217" y="10807"/>
                    <a:pt x="4604" y="10360"/>
                    <a:pt x="5106" y="10075"/>
                  </a:cubicBezTo>
                  <a:cubicBezTo>
                    <a:pt x="5530" y="10360"/>
                    <a:pt x="5964" y="10512"/>
                    <a:pt x="6364" y="10512"/>
                  </a:cubicBezTo>
                  <a:cubicBezTo>
                    <a:pt x="6765" y="10512"/>
                    <a:pt x="7199" y="10360"/>
                    <a:pt x="7619" y="10075"/>
                  </a:cubicBezTo>
                  <a:close/>
                  <a:moveTo>
                    <a:pt x="6343" y="0"/>
                  </a:moveTo>
                  <a:cubicBezTo>
                    <a:pt x="5366" y="0"/>
                    <a:pt x="4401" y="231"/>
                    <a:pt x="3525" y="668"/>
                  </a:cubicBezTo>
                  <a:cubicBezTo>
                    <a:pt x="3315" y="770"/>
                    <a:pt x="3227" y="1028"/>
                    <a:pt x="3332" y="1238"/>
                  </a:cubicBezTo>
                  <a:cubicBezTo>
                    <a:pt x="3406" y="1387"/>
                    <a:pt x="3557" y="1473"/>
                    <a:pt x="3714" y="1473"/>
                  </a:cubicBezTo>
                  <a:cubicBezTo>
                    <a:pt x="3778" y="1473"/>
                    <a:pt x="3844" y="1459"/>
                    <a:pt x="3905" y="1428"/>
                  </a:cubicBezTo>
                  <a:cubicBezTo>
                    <a:pt x="4662" y="1048"/>
                    <a:pt x="5495" y="848"/>
                    <a:pt x="6343" y="848"/>
                  </a:cubicBezTo>
                  <a:cubicBezTo>
                    <a:pt x="6350" y="848"/>
                    <a:pt x="6357" y="848"/>
                    <a:pt x="6364" y="848"/>
                  </a:cubicBezTo>
                  <a:cubicBezTo>
                    <a:pt x="8783" y="848"/>
                    <a:pt x="10917" y="2425"/>
                    <a:pt x="11629" y="4736"/>
                  </a:cubicBezTo>
                  <a:cubicBezTo>
                    <a:pt x="12341" y="7046"/>
                    <a:pt x="11463" y="9552"/>
                    <a:pt x="9468" y="10913"/>
                  </a:cubicBezTo>
                  <a:cubicBezTo>
                    <a:pt x="9214" y="10346"/>
                    <a:pt x="8810" y="9858"/>
                    <a:pt x="8301" y="9501"/>
                  </a:cubicBezTo>
                  <a:cubicBezTo>
                    <a:pt x="8423" y="9373"/>
                    <a:pt x="8539" y="9237"/>
                    <a:pt x="8647" y="9098"/>
                  </a:cubicBezTo>
                  <a:cubicBezTo>
                    <a:pt x="9353" y="8199"/>
                    <a:pt x="9756" y="7100"/>
                    <a:pt x="9756" y="6086"/>
                  </a:cubicBezTo>
                  <a:cubicBezTo>
                    <a:pt x="9756" y="4210"/>
                    <a:pt x="8233" y="2680"/>
                    <a:pt x="6364" y="2680"/>
                  </a:cubicBezTo>
                  <a:cubicBezTo>
                    <a:pt x="4492" y="2680"/>
                    <a:pt x="2972" y="4206"/>
                    <a:pt x="2972" y="6086"/>
                  </a:cubicBezTo>
                  <a:cubicBezTo>
                    <a:pt x="2972" y="7100"/>
                    <a:pt x="3376" y="8199"/>
                    <a:pt x="4078" y="9098"/>
                  </a:cubicBezTo>
                  <a:cubicBezTo>
                    <a:pt x="4187" y="9237"/>
                    <a:pt x="4305" y="9373"/>
                    <a:pt x="4427" y="9501"/>
                  </a:cubicBezTo>
                  <a:cubicBezTo>
                    <a:pt x="3915" y="9854"/>
                    <a:pt x="3511" y="10346"/>
                    <a:pt x="3260" y="10916"/>
                  </a:cubicBezTo>
                  <a:cubicBezTo>
                    <a:pt x="1754" y="9888"/>
                    <a:pt x="852" y="8182"/>
                    <a:pt x="852" y="6360"/>
                  </a:cubicBezTo>
                  <a:cubicBezTo>
                    <a:pt x="849" y="5506"/>
                    <a:pt x="1049" y="4664"/>
                    <a:pt x="1432" y="3901"/>
                  </a:cubicBezTo>
                  <a:cubicBezTo>
                    <a:pt x="1534" y="3691"/>
                    <a:pt x="1449" y="3440"/>
                    <a:pt x="1239" y="3335"/>
                  </a:cubicBezTo>
                  <a:cubicBezTo>
                    <a:pt x="1178" y="3304"/>
                    <a:pt x="1114" y="3289"/>
                    <a:pt x="1050" y="3289"/>
                  </a:cubicBezTo>
                  <a:cubicBezTo>
                    <a:pt x="896" y="3289"/>
                    <a:pt x="747" y="3375"/>
                    <a:pt x="672" y="3521"/>
                  </a:cubicBezTo>
                  <a:cubicBezTo>
                    <a:pt x="231" y="4403"/>
                    <a:pt x="1" y="5377"/>
                    <a:pt x="4" y="6364"/>
                  </a:cubicBezTo>
                  <a:cubicBezTo>
                    <a:pt x="4" y="9871"/>
                    <a:pt x="2857" y="12724"/>
                    <a:pt x="6364" y="12724"/>
                  </a:cubicBezTo>
                  <a:cubicBezTo>
                    <a:pt x="9872" y="12724"/>
                    <a:pt x="12725" y="9871"/>
                    <a:pt x="12725" y="6364"/>
                  </a:cubicBezTo>
                  <a:cubicBezTo>
                    <a:pt x="12725" y="2856"/>
                    <a:pt x="9872" y="3"/>
                    <a:pt x="6364" y="3"/>
                  </a:cubicBezTo>
                  <a:lnTo>
                    <a:pt x="6364" y="0"/>
                  </a:lnTo>
                  <a:cubicBezTo>
                    <a:pt x="6357" y="0"/>
                    <a:pt x="6350" y="0"/>
                    <a:pt x="63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45"/>
            <p:cNvSpPr/>
            <p:nvPr/>
          </p:nvSpPr>
          <p:spPr>
            <a:xfrm>
              <a:off x="6895725" y="1475250"/>
              <a:ext cx="42425" cy="29500"/>
            </a:xfrm>
            <a:custGeom>
              <a:avLst/>
              <a:gdLst/>
              <a:ahLst/>
              <a:cxnLst/>
              <a:rect l="l" t="t" r="r" b="b"/>
              <a:pathLst>
                <a:path w="1697" h="1180" extrusionOk="0">
                  <a:moveTo>
                    <a:pt x="437" y="0"/>
                  </a:moveTo>
                  <a:cubicBezTo>
                    <a:pt x="433" y="0"/>
                    <a:pt x="429" y="0"/>
                    <a:pt x="424" y="0"/>
                  </a:cubicBezTo>
                  <a:cubicBezTo>
                    <a:pt x="190" y="0"/>
                    <a:pt x="0" y="187"/>
                    <a:pt x="0" y="424"/>
                  </a:cubicBezTo>
                  <a:cubicBezTo>
                    <a:pt x="0" y="658"/>
                    <a:pt x="190" y="848"/>
                    <a:pt x="424" y="848"/>
                  </a:cubicBezTo>
                  <a:cubicBezTo>
                    <a:pt x="428" y="848"/>
                    <a:pt x="432" y="848"/>
                    <a:pt x="436" y="848"/>
                  </a:cubicBezTo>
                  <a:cubicBezTo>
                    <a:pt x="622" y="848"/>
                    <a:pt x="800" y="926"/>
                    <a:pt x="930" y="1055"/>
                  </a:cubicBezTo>
                  <a:cubicBezTo>
                    <a:pt x="1013" y="1138"/>
                    <a:pt x="1121" y="1180"/>
                    <a:pt x="1230" y="1180"/>
                  </a:cubicBezTo>
                  <a:cubicBezTo>
                    <a:pt x="1339" y="1180"/>
                    <a:pt x="1447" y="1138"/>
                    <a:pt x="1530" y="1055"/>
                  </a:cubicBezTo>
                  <a:cubicBezTo>
                    <a:pt x="1696" y="889"/>
                    <a:pt x="1696" y="621"/>
                    <a:pt x="1530" y="455"/>
                  </a:cubicBezTo>
                  <a:cubicBezTo>
                    <a:pt x="1241" y="166"/>
                    <a:pt x="846" y="0"/>
                    <a:pt x="4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45"/>
            <p:cNvSpPr/>
            <p:nvPr/>
          </p:nvSpPr>
          <p:spPr>
            <a:xfrm>
              <a:off x="6947700" y="1475250"/>
              <a:ext cx="44900" cy="29525"/>
            </a:xfrm>
            <a:custGeom>
              <a:avLst/>
              <a:gdLst/>
              <a:ahLst/>
              <a:cxnLst/>
              <a:rect l="l" t="t" r="r" b="b"/>
              <a:pathLst>
                <a:path w="1796" h="1181" extrusionOk="0">
                  <a:moveTo>
                    <a:pt x="1359" y="0"/>
                  </a:moveTo>
                  <a:cubicBezTo>
                    <a:pt x="949" y="0"/>
                    <a:pt x="558" y="166"/>
                    <a:pt x="269" y="455"/>
                  </a:cubicBezTo>
                  <a:cubicBezTo>
                    <a:pt x="1" y="723"/>
                    <a:pt x="191" y="1181"/>
                    <a:pt x="567" y="1181"/>
                  </a:cubicBezTo>
                  <a:cubicBezTo>
                    <a:pt x="679" y="1181"/>
                    <a:pt x="788" y="1136"/>
                    <a:pt x="866" y="1055"/>
                  </a:cubicBezTo>
                  <a:cubicBezTo>
                    <a:pt x="999" y="926"/>
                    <a:pt x="1174" y="848"/>
                    <a:pt x="1359" y="848"/>
                  </a:cubicBezTo>
                  <a:cubicBezTo>
                    <a:pt x="1363" y="848"/>
                    <a:pt x="1367" y="848"/>
                    <a:pt x="1371" y="848"/>
                  </a:cubicBezTo>
                  <a:cubicBezTo>
                    <a:pt x="1605" y="848"/>
                    <a:pt x="1795" y="658"/>
                    <a:pt x="1795" y="424"/>
                  </a:cubicBezTo>
                  <a:cubicBezTo>
                    <a:pt x="1795" y="187"/>
                    <a:pt x="1605" y="0"/>
                    <a:pt x="1371" y="0"/>
                  </a:cubicBezTo>
                  <a:cubicBezTo>
                    <a:pt x="1367" y="0"/>
                    <a:pt x="1363" y="0"/>
                    <a:pt x="13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45"/>
            <p:cNvSpPr/>
            <p:nvPr/>
          </p:nvSpPr>
          <p:spPr>
            <a:xfrm>
              <a:off x="6824825" y="1363425"/>
              <a:ext cx="26900" cy="21275"/>
            </a:xfrm>
            <a:custGeom>
              <a:avLst/>
              <a:gdLst/>
              <a:ahLst/>
              <a:cxnLst/>
              <a:rect l="l" t="t" r="r" b="b"/>
              <a:pathLst>
                <a:path w="1076" h="851" extrusionOk="0">
                  <a:moveTo>
                    <a:pt x="577" y="0"/>
                  </a:moveTo>
                  <a:cubicBezTo>
                    <a:pt x="482" y="0"/>
                    <a:pt x="386" y="32"/>
                    <a:pt x="306" y="101"/>
                  </a:cubicBezTo>
                  <a:cubicBezTo>
                    <a:pt x="1" y="352"/>
                    <a:pt x="180" y="850"/>
                    <a:pt x="577" y="850"/>
                  </a:cubicBezTo>
                  <a:cubicBezTo>
                    <a:pt x="869" y="850"/>
                    <a:pt x="1076" y="555"/>
                    <a:pt x="974" y="280"/>
                  </a:cubicBezTo>
                  <a:cubicBezTo>
                    <a:pt x="911" y="102"/>
                    <a:pt x="746" y="0"/>
                    <a:pt x="5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5" name="Google Shape;2055;p45"/>
          <p:cNvGrpSpPr/>
          <p:nvPr/>
        </p:nvGrpSpPr>
        <p:grpSpPr>
          <a:xfrm>
            <a:off x="2481627" y="1894308"/>
            <a:ext cx="368392" cy="367225"/>
            <a:chOff x="3376075" y="1277600"/>
            <a:chExt cx="544475" cy="542750"/>
          </a:xfrm>
        </p:grpSpPr>
        <p:sp>
          <p:nvSpPr>
            <p:cNvPr id="2056" name="Google Shape;2056;p45"/>
            <p:cNvSpPr/>
            <p:nvPr/>
          </p:nvSpPr>
          <p:spPr>
            <a:xfrm>
              <a:off x="3376075" y="1277600"/>
              <a:ext cx="544475" cy="542750"/>
            </a:xfrm>
            <a:custGeom>
              <a:avLst/>
              <a:gdLst/>
              <a:ahLst/>
              <a:cxnLst/>
              <a:rect l="l" t="t" r="r" b="b"/>
              <a:pathLst>
                <a:path w="21779" h="21710" extrusionOk="0">
                  <a:moveTo>
                    <a:pt x="10466" y="1960"/>
                  </a:moveTo>
                  <a:lnTo>
                    <a:pt x="10466" y="2808"/>
                  </a:lnTo>
                  <a:cubicBezTo>
                    <a:pt x="6361" y="3021"/>
                    <a:pt x="3061" y="6325"/>
                    <a:pt x="2844" y="10430"/>
                  </a:cubicBezTo>
                  <a:lnTo>
                    <a:pt x="1996" y="10430"/>
                  </a:lnTo>
                  <a:cubicBezTo>
                    <a:pt x="2213" y="5857"/>
                    <a:pt x="5893" y="2177"/>
                    <a:pt x="10466" y="1960"/>
                  </a:cubicBezTo>
                  <a:close/>
                  <a:moveTo>
                    <a:pt x="11314" y="1960"/>
                  </a:moveTo>
                  <a:cubicBezTo>
                    <a:pt x="15887" y="2177"/>
                    <a:pt x="19570" y="5857"/>
                    <a:pt x="19784" y="10430"/>
                  </a:cubicBezTo>
                  <a:lnTo>
                    <a:pt x="18936" y="10430"/>
                  </a:lnTo>
                  <a:cubicBezTo>
                    <a:pt x="18726" y="6325"/>
                    <a:pt x="15422" y="3021"/>
                    <a:pt x="11314" y="2808"/>
                  </a:cubicBezTo>
                  <a:lnTo>
                    <a:pt x="11314" y="1960"/>
                  </a:lnTo>
                  <a:close/>
                  <a:moveTo>
                    <a:pt x="11314" y="3659"/>
                  </a:moveTo>
                  <a:cubicBezTo>
                    <a:pt x="14950" y="3873"/>
                    <a:pt x="17874" y="6793"/>
                    <a:pt x="18085" y="10430"/>
                  </a:cubicBezTo>
                  <a:lnTo>
                    <a:pt x="17688" y="10430"/>
                  </a:lnTo>
                  <a:cubicBezTo>
                    <a:pt x="17685" y="10430"/>
                    <a:pt x="17683" y="10430"/>
                    <a:pt x="17681" y="10430"/>
                  </a:cubicBezTo>
                  <a:cubicBezTo>
                    <a:pt x="17470" y="10430"/>
                    <a:pt x="17290" y="10585"/>
                    <a:pt x="17254" y="10793"/>
                  </a:cubicBezTo>
                  <a:cubicBezTo>
                    <a:pt x="17216" y="11047"/>
                    <a:pt x="17413" y="11278"/>
                    <a:pt x="17674" y="11278"/>
                  </a:cubicBezTo>
                  <a:lnTo>
                    <a:pt x="18085" y="11278"/>
                  </a:lnTo>
                  <a:cubicBezTo>
                    <a:pt x="17874" y="14918"/>
                    <a:pt x="14950" y="17838"/>
                    <a:pt x="11314" y="18052"/>
                  </a:cubicBezTo>
                  <a:lnTo>
                    <a:pt x="11314" y="17228"/>
                  </a:lnTo>
                  <a:cubicBezTo>
                    <a:pt x="11317" y="17014"/>
                    <a:pt x="11165" y="16831"/>
                    <a:pt x="10951" y="16797"/>
                  </a:cubicBezTo>
                  <a:cubicBezTo>
                    <a:pt x="10929" y="16793"/>
                    <a:pt x="10907" y="16792"/>
                    <a:pt x="10885" y="16792"/>
                  </a:cubicBezTo>
                  <a:cubicBezTo>
                    <a:pt x="10658" y="16792"/>
                    <a:pt x="10466" y="16979"/>
                    <a:pt x="10466" y="17214"/>
                  </a:cubicBezTo>
                  <a:lnTo>
                    <a:pt x="10466" y="18049"/>
                  </a:lnTo>
                  <a:cubicBezTo>
                    <a:pt x="9319" y="17984"/>
                    <a:pt x="8203" y="17645"/>
                    <a:pt x="7216" y="17058"/>
                  </a:cubicBezTo>
                  <a:cubicBezTo>
                    <a:pt x="7147" y="17017"/>
                    <a:pt x="7072" y="16998"/>
                    <a:pt x="6999" y="16998"/>
                  </a:cubicBezTo>
                  <a:cubicBezTo>
                    <a:pt x="6834" y="16998"/>
                    <a:pt x="6677" y="17095"/>
                    <a:pt x="6609" y="17262"/>
                  </a:cubicBezTo>
                  <a:cubicBezTo>
                    <a:pt x="6527" y="17462"/>
                    <a:pt x="6609" y="17686"/>
                    <a:pt x="6795" y="17794"/>
                  </a:cubicBezTo>
                  <a:cubicBezTo>
                    <a:pt x="7911" y="18452"/>
                    <a:pt x="9170" y="18832"/>
                    <a:pt x="10466" y="18900"/>
                  </a:cubicBezTo>
                  <a:lnTo>
                    <a:pt x="10466" y="19748"/>
                  </a:lnTo>
                  <a:cubicBezTo>
                    <a:pt x="5893" y="19531"/>
                    <a:pt x="2209" y="15850"/>
                    <a:pt x="1996" y="11278"/>
                  </a:cubicBezTo>
                  <a:lnTo>
                    <a:pt x="2844" y="11278"/>
                  </a:lnTo>
                  <a:cubicBezTo>
                    <a:pt x="2911" y="12577"/>
                    <a:pt x="3291" y="13842"/>
                    <a:pt x="3956" y="14962"/>
                  </a:cubicBezTo>
                  <a:cubicBezTo>
                    <a:pt x="4036" y="15096"/>
                    <a:pt x="4177" y="15168"/>
                    <a:pt x="4320" y="15168"/>
                  </a:cubicBezTo>
                  <a:cubicBezTo>
                    <a:pt x="4415" y="15168"/>
                    <a:pt x="4511" y="15137"/>
                    <a:pt x="4591" y="15070"/>
                  </a:cubicBezTo>
                  <a:cubicBezTo>
                    <a:pt x="4753" y="14935"/>
                    <a:pt x="4791" y="14697"/>
                    <a:pt x="4682" y="14517"/>
                  </a:cubicBezTo>
                  <a:cubicBezTo>
                    <a:pt x="4099" y="13530"/>
                    <a:pt x="3759" y="12421"/>
                    <a:pt x="3695" y="11278"/>
                  </a:cubicBezTo>
                  <a:lnTo>
                    <a:pt x="4092" y="11278"/>
                  </a:lnTo>
                  <a:cubicBezTo>
                    <a:pt x="4094" y="11278"/>
                    <a:pt x="4097" y="11278"/>
                    <a:pt x="4099" y="11278"/>
                  </a:cubicBezTo>
                  <a:cubicBezTo>
                    <a:pt x="4310" y="11278"/>
                    <a:pt x="4489" y="11126"/>
                    <a:pt x="4526" y="10918"/>
                  </a:cubicBezTo>
                  <a:cubicBezTo>
                    <a:pt x="4563" y="10661"/>
                    <a:pt x="4363" y="10430"/>
                    <a:pt x="4105" y="10430"/>
                  </a:cubicBezTo>
                  <a:lnTo>
                    <a:pt x="3695" y="10430"/>
                  </a:lnTo>
                  <a:cubicBezTo>
                    <a:pt x="3905" y="6793"/>
                    <a:pt x="6829" y="3869"/>
                    <a:pt x="10466" y="3659"/>
                  </a:cubicBezTo>
                  <a:lnTo>
                    <a:pt x="10466" y="4056"/>
                  </a:lnTo>
                  <a:cubicBezTo>
                    <a:pt x="10462" y="4270"/>
                    <a:pt x="10615" y="4453"/>
                    <a:pt x="10825" y="4490"/>
                  </a:cubicBezTo>
                  <a:cubicBezTo>
                    <a:pt x="10846" y="4493"/>
                    <a:pt x="10867" y="4495"/>
                    <a:pt x="10887" y="4495"/>
                  </a:cubicBezTo>
                  <a:cubicBezTo>
                    <a:pt x="11119" y="4495"/>
                    <a:pt x="11314" y="4306"/>
                    <a:pt x="11314" y="4070"/>
                  </a:cubicBezTo>
                  <a:lnTo>
                    <a:pt x="11314" y="3659"/>
                  </a:lnTo>
                  <a:close/>
                  <a:moveTo>
                    <a:pt x="19784" y="11278"/>
                  </a:moveTo>
                  <a:cubicBezTo>
                    <a:pt x="19570" y="15854"/>
                    <a:pt x="15887" y="19534"/>
                    <a:pt x="11314" y="19748"/>
                  </a:cubicBezTo>
                  <a:lnTo>
                    <a:pt x="11314" y="18900"/>
                  </a:lnTo>
                  <a:cubicBezTo>
                    <a:pt x="15418" y="18686"/>
                    <a:pt x="18722" y="15386"/>
                    <a:pt x="18936" y="11278"/>
                  </a:cubicBezTo>
                  <a:close/>
                  <a:moveTo>
                    <a:pt x="10887" y="1"/>
                  </a:moveTo>
                  <a:cubicBezTo>
                    <a:pt x="10658" y="1"/>
                    <a:pt x="10466" y="188"/>
                    <a:pt x="10466" y="423"/>
                  </a:cubicBezTo>
                  <a:lnTo>
                    <a:pt x="10466" y="1112"/>
                  </a:lnTo>
                  <a:cubicBezTo>
                    <a:pt x="5425" y="1329"/>
                    <a:pt x="1365" y="5389"/>
                    <a:pt x="1148" y="10430"/>
                  </a:cubicBezTo>
                  <a:lnTo>
                    <a:pt x="472" y="10430"/>
                  </a:lnTo>
                  <a:cubicBezTo>
                    <a:pt x="470" y="10430"/>
                    <a:pt x="468" y="10430"/>
                    <a:pt x="465" y="10430"/>
                  </a:cubicBezTo>
                  <a:cubicBezTo>
                    <a:pt x="255" y="10430"/>
                    <a:pt x="75" y="10581"/>
                    <a:pt x="38" y="10793"/>
                  </a:cubicBezTo>
                  <a:cubicBezTo>
                    <a:pt x="1" y="11047"/>
                    <a:pt x="201" y="11278"/>
                    <a:pt x="459" y="11278"/>
                  </a:cubicBezTo>
                  <a:lnTo>
                    <a:pt x="1148" y="11278"/>
                  </a:lnTo>
                  <a:cubicBezTo>
                    <a:pt x="1365" y="16319"/>
                    <a:pt x="5425" y="20379"/>
                    <a:pt x="10466" y="20596"/>
                  </a:cubicBezTo>
                  <a:lnTo>
                    <a:pt x="10466" y="21271"/>
                  </a:lnTo>
                  <a:cubicBezTo>
                    <a:pt x="10462" y="21485"/>
                    <a:pt x="10615" y="21668"/>
                    <a:pt x="10829" y="21705"/>
                  </a:cubicBezTo>
                  <a:cubicBezTo>
                    <a:pt x="10849" y="21708"/>
                    <a:pt x="10870" y="21710"/>
                    <a:pt x="10890" y="21710"/>
                  </a:cubicBezTo>
                  <a:cubicBezTo>
                    <a:pt x="11119" y="21710"/>
                    <a:pt x="11314" y="21522"/>
                    <a:pt x="11314" y="21285"/>
                  </a:cubicBezTo>
                  <a:lnTo>
                    <a:pt x="11314" y="20596"/>
                  </a:lnTo>
                  <a:cubicBezTo>
                    <a:pt x="16355" y="20382"/>
                    <a:pt x="20415" y="16319"/>
                    <a:pt x="20632" y="11278"/>
                  </a:cubicBezTo>
                  <a:lnTo>
                    <a:pt x="21307" y="11278"/>
                  </a:lnTo>
                  <a:cubicBezTo>
                    <a:pt x="21310" y="11278"/>
                    <a:pt x="21312" y="11278"/>
                    <a:pt x="21314" y="11278"/>
                  </a:cubicBezTo>
                  <a:cubicBezTo>
                    <a:pt x="21525" y="11278"/>
                    <a:pt x="21704" y="11126"/>
                    <a:pt x="21741" y="10918"/>
                  </a:cubicBezTo>
                  <a:cubicBezTo>
                    <a:pt x="21779" y="10661"/>
                    <a:pt x="21579" y="10430"/>
                    <a:pt x="21321" y="10430"/>
                  </a:cubicBezTo>
                  <a:lnTo>
                    <a:pt x="20632" y="10430"/>
                  </a:lnTo>
                  <a:cubicBezTo>
                    <a:pt x="20415" y="5389"/>
                    <a:pt x="16355" y="1329"/>
                    <a:pt x="11314" y="1112"/>
                  </a:cubicBezTo>
                  <a:lnTo>
                    <a:pt x="11314" y="437"/>
                  </a:lnTo>
                  <a:cubicBezTo>
                    <a:pt x="11317" y="223"/>
                    <a:pt x="11165" y="40"/>
                    <a:pt x="10954" y="6"/>
                  </a:cubicBezTo>
                  <a:cubicBezTo>
                    <a:pt x="10932" y="2"/>
                    <a:pt x="10909" y="1"/>
                    <a:pt x="108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45"/>
            <p:cNvSpPr/>
            <p:nvPr/>
          </p:nvSpPr>
          <p:spPr>
            <a:xfrm>
              <a:off x="3510500" y="1479825"/>
              <a:ext cx="275650" cy="162350"/>
            </a:xfrm>
            <a:custGeom>
              <a:avLst/>
              <a:gdLst/>
              <a:ahLst/>
              <a:cxnLst/>
              <a:rect l="l" t="t" r="r" b="b"/>
              <a:pathLst>
                <a:path w="11026" h="6494" extrusionOk="0">
                  <a:moveTo>
                    <a:pt x="5499" y="852"/>
                  </a:moveTo>
                  <a:cubicBezTo>
                    <a:pt x="6500" y="852"/>
                    <a:pt x="7328" y="1635"/>
                    <a:pt x="7379" y="2636"/>
                  </a:cubicBezTo>
                  <a:cubicBezTo>
                    <a:pt x="7182" y="2758"/>
                    <a:pt x="6524" y="2941"/>
                    <a:pt x="5499" y="2941"/>
                  </a:cubicBezTo>
                  <a:cubicBezTo>
                    <a:pt x="4475" y="2941"/>
                    <a:pt x="3817" y="2758"/>
                    <a:pt x="3620" y="2636"/>
                  </a:cubicBezTo>
                  <a:cubicBezTo>
                    <a:pt x="3674" y="1635"/>
                    <a:pt x="4499" y="852"/>
                    <a:pt x="5499" y="852"/>
                  </a:cubicBezTo>
                  <a:close/>
                  <a:moveTo>
                    <a:pt x="8182" y="2972"/>
                  </a:moveTo>
                  <a:cubicBezTo>
                    <a:pt x="9672" y="3233"/>
                    <a:pt x="10119" y="3626"/>
                    <a:pt x="10163" y="3728"/>
                  </a:cubicBezTo>
                  <a:cubicBezTo>
                    <a:pt x="10133" y="3803"/>
                    <a:pt x="9851" y="4088"/>
                    <a:pt x="8868" y="4339"/>
                  </a:cubicBezTo>
                  <a:cubicBezTo>
                    <a:pt x="7959" y="4573"/>
                    <a:pt x="6761" y="4702"/>
                    <a:pt x="5499" y="4702"/>
                  </a:cubicBezTo>
                  <a:cubicBezTo>
                    <a:pt x="4241" y="4702"/>
                    <a:pt x="3043" y="4573"/>
                    <a:pt x="2131" y="4339"/>
                  </a:cubicBezTo>
                  <a:cubicBezTo>
                    <a:pt x="1150" y="4088"/>
                    <a:pt x="869" y="3803"/>
                    <a:pt x="838" y="3728"/>
                  </a:cubicBezTo>
                  <a:cubicBezTo>
                    <a:pt x="879" y="3626"/>
                    <a:pt x="1330" y="3233"/>
                    <a:pt x="2819" y="2972"/>
                  </a:cubicBezTo>
                  <a:cubicBezTo>
                    <a:pt x="3148" y="3745"/>
                    <a:pt x="5085" y="3789"/>
                    <a:pt x="5499" y="3789"/>
                  </a:cubicBezTo>
                  <a:cubicBezTo>
                    <a:pt x="5916" y="3789"/>
                    <a:pt x="7850" y="3745"/>
                    <a:pt x="8182" y="2972"/>
                  </a:cubicBezTo>
                  <a:close/>
                  <a:moveTo>
                    <a:pt x="5513" y="0"/>
                  </a:moveTo>
                  <a:cubicBezTo>
                    <a:pt x="4244" y="0"/>
                    <a:pt x="3145" y="872"/>
                    <a:pt x="2853" y="2107"/>
                  </a:cubicBezTo>
                  <a:cubicBezTo>
                    <a:pt x="1697" y="2297"/>
                    <a:pt x="1" y="2745"/>
                    <a:pt x="1" y="3728"/>
                  </a:cubicBezTo>
                  <a:cubicBezTo>
                    <a:pt x="1" y="4329"/>
                    <a:pt x="608" y="4797"/>
                    <a:pt x="1802" y="5129"/>
                  </a:cubicBezTo>
                  <a:cubicBezTo>
                    <a:pt x="1849" y="5143"/>
                    <a:pt x="1900" y="5153"/>
                    <a:pt x="1948" y="5166"/>
                  </a:cubicBezTo>
                  <a:lnTo>
                    <a:pt x="1815" y="5672"/>
                  </a:lnTo>
                  <a:cubicBezTo>
                    <a:pt x="1754" y="5879"/>
                    <a:pt x="1859" y="6103"/>
                    <a:pt x="2063" y="6188"/>
                  </a:cubicBezTo>
                  <a:cubicBezTo>
                    <a:pt x="2114" y="6204"/>
                    <a:pt x="2165" y="6215"/>
                    <a:pt x="2219" y="6218"/>
                  </a:cubicBezTo>
                  <a:cubicBezTo>
                    <a:pt x="2412" y="6215"/>
                    <a:pt x="2579" y="6086"/>
                    <a:pt x="2629" y="5903"/>
                  </a:cubicBezTo>
                  <a:lnTo>
                    <a:pt x="2779" y="5339"/>
                  </a:lnTo>
                  <a:cubicBezTo>
                    <a:pt x="3542" y="5465"/>
                    <a:pt x="4315" y="5533"/>
                    <a:pt x="5089" y="5546"/>
                  </a:cubicBezTo>
                  <a:lnTo>
                    <a:pt x="5089" y="6055"/>
                  </a:lnTo>
                  <a:cubicBezTo>
                    <a:pt x="5085" y="6272"/>
                    <a:pt x="5238" y="6456"/>
                    <a:pt x="5448" y="6489"/>
                  </a:cubicBezTo>
                  <a:cubicBezTo>
                    <a:pt x="5470" y="6492"/>
                    <a:pt x="5491" y="6494"/>
                    <a:pt x="5511" y="6494"/>
                  </a:cubicBezTo>
                  <a:cubicBezTo>
                    <a:pt x="5743" y="6494"/>
                    <a:pt x="5937" y="6309"/>
                    <a:pt x="5937" y="6069"/>
                  </a:cubicBezTo>
                  <a:lnTo>
                    <a:pt x="5937" y="5550"/>
                  </a:lnTo>
                  <a:cubicBezTo>
                    <a:pt x="6710" y="5533"/>
                    <a:pt x="7480" y="5465"/>
                    <a:pt x="8244" y="5339"/>
                  </a:cubicBezTo>
                  <a:lnTo>
                    <a:pt x="8396" y="5903"/>
                  </a:lnTo>
                  <a:cubicBezTo>
                    <a:pt x="8444" y="6086"/>
                    <a:pt x="8613" y="6215"/>
                    <a:pt x="8803" y="6218"/>
                  </a:cubicBezTo>
                  <a:cubicBezTo>
                    <a:pt x="9088" y="6218"/>
                    <a:pt x="9292" y="5943"/>
                    <a:pt x="9210" y="5672"/>
                  </a:cubicBezTo>
                  <a:lnTo>
                    <a:pt x="9075" y="5166"/>
                  </a:lnTo>
                  <a:cubicBezTo>
                    <a:pt x="9125" y="5153"/>
                    <a:pt x="9176" y="5143"/>
                    <a:pt x="9224" y="5129"/>
                  </a:cubicBezTo>
                  <a:cubicBezTo>
                    <a:pt x="10418" y="4800"/>
                    <a:pt x="11025" y="4329"/>
                    <a:pt x="11025" y="3728"/>
                  </a:cubicBezTo>
                  <a:cubicBezTo>
                    <a:pt x="11025" y="2741"/>
                    <a:pt x="9329" y="2297"/>
                    <a:pt x="8169" y="2107"/>
                  </a:cubicBezTo>
                  <a:cubicBezTo>
                    <a:pt x="7881" y="872"/>
                    <a:pt x="6778" y="0"/>
                    <a:pt x="551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45"/>
            <p:cNvSpPr/>
            <p:nvPr/>
          </p:nvSpPr>
          <p:spPr>
            <a:xfrm>
              <a:off x="3542300" y="1448275"/>
              <a:ext cx="26650" cy="21225"/>
            </a:xfrm>
            <a:custGeom>
              <a:avLst/>
              <a:gdLst/>
              <a:ahLst/>
              <a:cxnLst/>
              <a:rect l="l" t="t" r="r" b="b"/>
              <a:pathLst>
                <a:path w="1066" h="849" extrusionOk="0">
                  <a:moveTo>
                    <a:pt x="566" y="0"/>
                  </a:moveTo>
                  <a:cubicBezTo>
                    <a:pt x="563" y="0"/>
                    <a:pt x="560" y="0"/>
                    <a:pt x="557" y="0"/>
                  </a:cubicBezTo>
                  <a:lnTo>
                    <a:pt x="509" y="0"/>
                  </a:lnTo>
                  <a:cubicBezTo>
                    <a:pt x="507" y="0"/>
                    <a:pt x="504" y="0"/>
                    <a:pt x="501" y="0"/>
                  </a:cubicBezTo>
                  <a:cubicBezTo>
                    <a:pt x="352" y="0"/>
                    <a:pt x="213" y="88"/>
                    <a:pt x="146" y="224"/>
                  </a:cubicBezTo>
                  <a:cubicBezTo>
                    <a:pt x="1" y="506"/>
                    <a:pt x="204" y="845"/>
                    <a:pt x="523" y="848"/>
                  </a:cubicBezTo>
                  <a:cubicBezTo>
                    <a:pt x="835" y="848"/>
                    <a:pt x="1066" y="513"/>
                    <a:pt x="883" y="187"/>
                  </a:cubicBezTo>
                  <a:cubicBezTo>
                    <a:pt x="816" y="71"/>
                    <a:pt x="698" y="0"/>
                    <a:pt x="5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45"/>
            <p:cNvSpPr/>
            <p:nvPr/>
          </p:nvSpPr>
          <p:spPr>
            <a:xfrm>
              <a:off x="3728800" y="1445050"/>
              <a:ext cx="26800" cy="21225"/>
            </a:xfrm>
            <a:custGeom>
              <a:avLst/>
              <a:gdLst/>
              <a:ahLst/>
              <a:cxnLst/>
              <a:rect l="l" t="t" r="r" b="b"/>
              <a:pathLst>
                <a:path w="1072" h="849" extrusionOk="0">
                  <a:moveTo>
                    <a:pt x="504" y="0"/>
                  </a:moveTo>
                  <a:cubicBezTo>
                    <a:pt x="354" y="0"/>
                    <a:pt x="216" y="88"/>
                    <a:pt x="149" y="224"/>
                  </a:cubicBezTo>
                  <a:cubicBezTo>
                    <a:pt x="0" y="509"/>
                    <a:pt x="207" y="849"/>
                    <a:pt x="526" y="849"/>
                  </a:cubicBezTo>
                  <a:cubicBezTo>
                    <a:pt x="838" y="849"/>
                    <a:pt x="1072" y="513"/>
                    <a:pt x="885" y="187"/>
                  </a:cubicBezTo>
                  <a:cubicBezTo>
                    <a:pt x="818" y="72"/>
                    <a:pt x="695" y="0"/>
                    <a:pt x="563" y="0"/>
                  </a:cubicBezTo>
                  <a:lnTo>
                    <a:pt x="512" y="0"/>
                  </a:lnTo>
                  <a:cubicBezTo>
                    <a:pt x="509"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45"/>
            <p:cNvSpPr/>
            <p:nvPr/>
          </p:nvSpPr>
          <p:spPr>
            <a:xfrm>
              <a:off x="3683250" y="1662400"/>
              <a:ext cx="25700" cy="21225"/>
            </a:xfrm>
            <a:custGeom>
              <a:avLst/>
              <a:gdLst/>
              <a:ahLst/>
              <a:cxnLst/>
              <a:rect l="l" t="t" r="r" b="b"/>
              <a:pathLst>
                <a:path w="1028" h="849" extrusionOk="0">
                  <a:moveTo>
                    <a:pt x="504" y="0"/>
                  </a:moveTo>
                  <a:cubicBezTo>
                    <a:pt x="348" y="0"/>
                    <a:pt x="203" y="95"/>
                    <a:pt x="139" y="241"/>
                  </a:cubicBezTo>
                  <a:cubicBezTo>
                    <a:pt x="1" y="536"/>
                    <a:pt x="231" y="848"/>
                    <a:pt x="525" y="848"/>
                  </a:cubicBezTo>
                  <a:cubicBezTo>
                    <a:pt x="576" y="848"/>
                    <a:pt x="629" y="839"/>
                    <a:pt x="682" y="818"/>
                  </a:cubicBezTo>
                  <a:cubicBezTo>
                    <a:pt x="798" y="777"/>
                    <a:pt x="886" y="686"/>
                    <a:pt x="923" y="570"/>
                  </a:cubicBezTo>
                  <a:cubicBezTo>
                    <a:pt x="1028" y="294"/>
                    <a:pt x="824" y="1"/>
                    <a:pt x="531" y="1"/>
                  </a:cubicBezTo>
                  <a:cubicBezTo>
                    <a:pt x="530" y="1"/>
                    <a:pt x="528" y="1"/>
                    <a:pt x="526" y="1"/>
                  </a:cubicBezTo>
                  <a:lnTo>
                    <a:pt x="513" y="1"/>
                  </a:lnTo>
                  <a:cubicBezTo>
                    <a:pt x="510"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45"/>
            <p:cNvSpPr/>
            <p:nvPr/>
          </p:nvSpPr>
          <p:spPr>
            <a:xfrm>
              <a:off x="3501425" y="1673250"/>
              <a:ext cx="22250" cy="21275"/>
            </a:xfrm>
            <a:custGeom>
              <a:avLst/>
              <a:gdLst/>
              <a:ahLst/>
              <a:cxnLst/>
              <a:rect l="l" t="t" r="r" b="b"/>
              <a:pathLst>
                <a:path w="890" h="851" extrusionOk="0">
                  <a:moveTo>
                    <a:pt x="464" y="1"/>
                  </a:moveTo>
                  <a:cubicBezTo>
                    <a:pt x="360" y="1"/>
                    <a:pt x="254" y="40"/>
                    <a:pt x="167" y="126"/>
                  </a:cubicBezTo>
                  <a:cubicBezTo>
                    <a:pt x="1" y="292"/>
                    <a:pt x="1" y="560"/>
                    <a:pt x="167" y="727"/>
                  </a:cubicBezTo>
                  <a:cubicBezTo>
                    <a:pt x="253" y="812"/>
                    <a:pt x="359" y="851"/>
                    <a:pt x="463" y="851"/>
                  </a:cubicBezTo>
                  <a:cubicBezTo>
                    <a:pt x="681" y="851"/>
                    <a:pt x="889" y="682"/>
                    <a:pt x="889" y="425"/>
                  </a:cubicBezTo>
                  <a:cubicBezTo>
                    <a:pt x="889" y="170"/>
                    <a:pt x="681" y="1"/>
                    <a:pt x="46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65"/>
        <p:cNvGrpSpPr/>
        <p:nvPr/>
      </p:nvGrpSpPr>
      <p:grpSpPr>
        <a:xfrm>
          <a:off x="0" y="0"/>
          <a:ext cx="0" cy="0"/>
          <a:chOff x="0" y="0"/>
          <a:chExt cx="0" cy="0"/>
        </a:xfrm>
      </p:grpSpPr>
      <p:grpSp>
        <p:nvGrpSpPr>
          <p:cNvPr id="2066" name="Google Shape;2066;p46"/>
          <p:cNvGrpSpPr/>
          <p:nvPr/>
        </p:nvGrpSpPr>
        <p:grpSpPr>
          <a:xfrm rot="525391">
            <a:off x="5353388" y="-894819"/>
            <a:ext cx="4563526" cy="3632591"/>
            <a:chOff x="5454914" y="-1099352"/>
            <a:chExt cx="4716443" cy="3754314"/>
          </a:xfrm>
        </p:grpSpPr>
        <p:grpSp>
          <p:nvGrpSpPr>
            <p:cNvPr id="2067" name="Google Shape;2067;p46"/>
            <p:cNvGrpSpPr/>
            <p:nvPr/>
          </p:nvGrpSpPr>
          <p:grpSpPr>
            <a:xfrm rot="-9567442">
              <a:off x="7426559" y="-754587"/>
              <a:ext cx="2399971" cy="2400271"/>
              <a:chOff x="-567905" y="3619880"/>
              <a:chExt cx="2400000" cy="2400300"/>
            </a:xfrm>
          </p:grpSpPr>
          <p:sp>
            <p:nvSpPr>
              <p:cNvPr id="2068" name="Google Shape;2068;p46"/>
              <p:cNvSpPr/>
              <p:nvPr/>
            </p:nvSpPr>
            <p:spPr>
              <a:xfrm rot="2946085">
                <a:off x="-217655" y="3968277"/>
                <a:ext cx="1699499" cy="1703505"/>
              </a:xfrm>
              <a:prstGeom prst="trapezoid">
                <a:avLst>
                  <a:gd name="adj" fmla="val 31712"/>
                </a:avLst>
              </a:prstGeom>
              <a:solidFill>
                <a:srgbClr val="FEFF97">
                  <a:alpha val="78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69" name="Google Shape;2069;p46"/>
              <p:cNvCxnSpPr/>
              <p:nvPr/>
            </p:nvCxnSpPr>
            <p:spPr>
              <a:xfrm rot="-1231989" flipH="1">
                <a:off x="32373" y="4261162"/>
                <a:ext cx="878406" cy="58954"/>
              </a:xfrm>
              <a:prstGeom prst="straightConnector1">
                <a:avLst/>
              </a:prstGeom>
              <a:noFill/>
              <a:ln w="19050" cap="flat" cmpd="sng">
                <a:solidFill>
                  <a:schemeClr val="accent2"/>
                </a:solidFill>
                <a:prstDash val="solid"/>
                <a:round/>
                <a:headEnd type="none" w="med" len="med"/>
                <a:tailEnd type="none" w="med" len="med"/>
              </a:ln>
            </p:spPr>
          </p:cxnSp>
          <p:cxnSp>
            <p:nvCxnSpPr>
              <p:cNvPr id="2070" name="Google Shape;2070;p46"/>
              <p:cNvCxnSpPr/>
              <p:nvPr/>
            </p:nvCxnSpPr>
            <p:spPr>
              <a:xfrm rot="9568803" flipH="1">
                <a:off x="976841" y="4777150"/>
                <a:ext cx="445892" cy="333883"/>
              </a:xfrm>
              <a:prstGeom prst="straightConnector1">
                <a:avLst/>
              </a:prstGeom>
              <a:noFill/>
              <a:ln w="19050" cap="flat" cmpd="sng">
                <a:solidFill>
                  <a:schemeClr val="accent2"/>
                </a:solidFill>
                <a:prstDash val="solid"/>
                <a:round/>
                <a:headEnd type="none" w="med" len="med"/>
                <a:tailEnd type="none" w="med" len="med"/>
              </a:ln>
            </p:spPr>
          </p:cxnSp>
        </p:grpSp>
        <p:grpSp>
          <p:nvGrpSpPr>
            <p:cNvPr id="2071" name="Google Shape;2071;p46"/>
            <p:cNvGrpSpPr/>
            <p:nvPr/>
          </p:nvGrpSpPr>
          <p:grpSpPr>
            <a:xfrm rot="-3976539">
              <a:off x="5777517" y="-66880"/>
              <a:ext cx="2433271" cy="2293309"/>
              <a:chOff x="1728052" y="3136714"/>
              <a:chExt cx="1705565" cy="1672228"/>
            </a:xfrm>
          </p:grpSpPr>
          <p:sp>
            <p:nvSpPr>
              <p:cNvPr id="2072" name="Google Shape;2072;p46"/>
              <p:cNvSpPr/>
              <p:nvPr/>
            </p:nvSpPr>
            <p:spPr>
              <a:xfrm>
                <a:off x="2782173" y="4172064"/>
                <a:ext cx="618392" cy="617517"/>
              </a:xfrm>
              <a:custGeom>
                <a:avLst/>
                <a:gdLst/>
                <a:ahLst/>
                <a:cxnLst/>
                <a:rect l="l" t="t" r="r" b="b"/>
                <a:pathLst>
                  <a:path w="32517" h="32471" extrusionOk="0">
                    <a:moveTo>
                      <a:pt x="17562" y="0"/>
                    </a:moveTo>
                    <a:lnTo>
                      <a:pt x="9193" y="9147"/>
                    </a:lnTo>
                    <a:lnTo>
                      <a:pt x="0" y="17516"/>
                    </a:lnTo>
                    <a:lnTo>
                      <a:pt x="7272" y="32471"/>
                    </a:lnTo>
                    <a:lnTo>
                      <a:pt x="19894" y="19848"/>
                    </a:lnTo>
                    <a:lnTo>
                      <a:pt x="32517" y="7226"/>
                    </a:lnTo>
                    <a:lnTo>
                      <a:pt x="1756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46"/>
              <p:cNvSpPr/>
              <p:nvPr/>
            </p:nvSpPr>
            <p:spPr>
              <a:xfrm>
                <a:off x="2956982" y="4268597"/>
                <a:ext cx="358347" cy="280946"/>
              </a:xfrm>
              <a:custGeom>
                <a:avLst/>
                <a:gdLst/>
                <a:ahLst/>
                <a:cxnLst/>
                <a:rect l="l" t="t" r="r" b="b"/>
                <a:pathLst>
                  <a:path w="18843" h="14773" extrusionOk="0">
                    <a:moveTo>
                      <a:pt x="6083" y="1"/>
                    </a:moveTo>
                    <a:lnTo>
                      <a:pt x="1" y="4071"/>
                    </a:lnTo>
                    <a:lnTo>
                      <a:pt x="10702" y="14772"/>
                    </a:lnTo>
                    <a:lnTo>
                      <a:pt x="18843" y="6632"/>
                    </a:lnTo>
                    <a:lnTo>
                      <a:pt x="6083" y="1"/>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6"/>
              <p:cNvSpPr/>
              <p:nvPr/>
            </p:nvSpPr>
            <p:spPr>
              <a:xfrm>
                <a:off x="1874163" y="3263180"/>
                <a:ext cx="1383770" cy="1372170"/>
              </a:xfrm>
              <a:custGeom>
                <a:avLst/>
                <a:gdLst/>
                <a:ahLst/>
                <a:cxnLst/>
                <a:rect l="l" t="t" r="r" b="b"/>
                <a:pathLst>
                  <a:path w="72763" h="72153" extrusionOk="0">
                    <a:moveTo>
                      <a:pt x="30093" y="1"/>
                    </a:moveTo>
                    <a:lnTo>
                      <a:pt x="1" y="30093"/>
                    </a:lnTo>
                    <a:lnTo>
                      <a:pt x="40841" y="70933"/>
                    </a:lnTo>
                    <a:cubicBezTo>
                      <a:pt x="41660" y="71753"/>
                      <a:pt x="42759" y="72153"/>
                      <a:pt x="43924" y="72153"/>
                    </a:cubicBezTo>
                    <a:cubicBezTo>
                      <a:pt x="45424" y="72153"/>
                      <a:pt x="47034" y="71489"/>
                      <a:pt x="48295" y="70201"/>
                    </a:cubicBezTo>
                    <a:lnTo>
                      <a:pt x="70156" y="48341"/>
                    </a:lnTo>
                    <a:cubicBezTo>
                      <a:pt x="72442" y="46054"/>
                      <a:pt x="72762" y="42716"/>
                      <a:pt x="70933" y="40841"/>
                    </a:cubicBezTo>
                    <a:lnTo>
                      <a:pt x="300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6"/>
              <p:cNvSpPr/>
              <p:nvPr/>
            </p:nvSpPr>
            <p:spPr>
              <a:xfrm>
                <a:off x="1728052" y="3154248"/>
                <a:ext cx="718424" cy="681245"/>
              </a:xfrm>
              <a:custGeom>
                <a:avLst/>
                <a:gdLst/>
                <a:ahLst/>
                <a:cxnLst/>
                <a:rect l="l" t="t" r="r" b="b"/>
                <a:pathLst>
                  <a:path w="37777" h="35822" extrusionOk="0">
                    <a:moveTo>
                      <a:pt x="23874" y="1"/>
                    </a:moveTo>
                    <a:cubicBezTo>
                      <a:pt x="18843" y="1"/>
                      <a:pt x="13812" y="1910"/>
                      <a:pt x="9971" y="5729"/>
                    </a:cubicBezTo>
                    <a:lnTo>
                      <a:pt x="7684" y="8016"/>
                    </a:lnTo>
                    <a:cubicBezTo>
                      <a:pt x="1" y="15699"/>
                      <a:pt x="1" y="28138"/>
                      <a:pt x="7684" y="35821"/>
                    </a:cubicBezTo>
                    <a:lnTo>
                      <a:pt x="37776" y="5729"/>
                    </a:lnTo>
                    <a:cubicBezTo>
                      <a:pt x="33935" y="1910"/>
                      <a:pt x="28904" y="1"/>
                      <a:pt x="238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46"/>
              <p:cNvSpPr/>
              <p:nvPr/>
            </p:nvSpPr>
            <p:spPr>
              <a:xfrm>
                <a:off x="2244681" y="3602376"/>
                <a:ext cx="523590" cy="523609"/>
              </a:xfrm>
              <a:custGeom>
                <a:avLst/>
                <a:gdLst/>
                <a:ahLst/>
                <a:cxnLst/>
                <a:rect l="l" t="t" r="r" b="b"/>
                <a:pathLst>
                  <a:path w="27532" h="27533" extrusionOk="0">
                    <a:moveTo>
                      <a:pt x="13766" y="1"/>
                    </a:moveTo>
                    <a:cubicBezTo>
                      <a:pt x="6174" y="1"/>
                      <a:pt x="0" y="6129"/>
                      <a:pt x="0" y="13767"/>
                    </a:cubicBezTo>
                    <a:cubicBezTo>
                      <a:pt x="0" y="21358"/>
                      <a:pt x="6174" y="27532"/>
                      <a:pt x="13766" y="27532"/>
                    </a:cubicBezTo>
                    <a:cubicBezTo>
                      <a:pt x="21403" y="27532"/>
                      <a:pt x="27532" y="21358"/>
                      <a:pt x="27532" y="13767"/>
                    </a:cubicBezTo>
                    <a:cubicBezTo>
                      <a:pt x="27532" y="6129"/>
                      <a:pt x="21403" y="1"/>
                      <a:pt x="13766" y="1"/>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46"/>
              <p:cNvSpPr/>
              <p:nvPr/>
            </p:nvSpPr>
            <p:spPr>
              <a:xfrm>
                <a:off x="2234240" y="3623257"/>
                <a:ext cx="488807" cy="488807"/>
              </a:xfrm>
              <a:custGeom>
                <a:avLst/>
                <a:gdLst/>
                <a:ahLst/>
                <a:cxnLst/>
                <a:rect l="l" t="t" r="r" b="b"/>
                <a:pathLst>
                  <a:path w="25703" h="25703" extrusionOk="0">
                    <a:moveTo>
                      <a:pt x="12852" y="0"/>
                    </a:moveTo>
                    <a:cubicBezTo>
                      <a:pt x="5763" y="0"/>
                      <a:pt x="1" y="5763"/>
                      <a:pt x="1" y="12852"/>
                    </a:cubicBezTo>
                    <a:cubicBezTo>
                      <a:pt x="1" y="19940"/>
                      <a:pt x="5763" y="25703"/>
                      <a:pt x="12852" y="25703"/>
                    </a:cubicBezTo>
                    <a:cubicBezTo>
                      <a:pt x="19940" y="25703"/>
                      <a:pt x="25703" y="19940"/>
                      <a:pt x="25703" y="12852"/>
                    </a:cubicBezTo>
                    <a:cubicBezTo>
                      <a:pt x="25703" y="5763"/>
                      <a:pt x="19940"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6"/>
              <p:cNvSpPr/>
              <p:nvPr/>
            </p:nvSpPr>
            <p:spPr>
              <a:xfrm>
                <a:off x="2275109" y="3714789"/>
                <a:ext cx="407070" cy="304223"/>
              </a:xfrm>
              <a:custGeom>
                <a:avLst/>
                <a:gdLst/>
                <a:ahLst/>
                <a:cxnLst/>
                <a:rect l="l" t="t" r="r" b="b"/>
                <a:pathLst>
                  <a:path w="21405" h="15997" extrusionOk="0">
                    <a:moveTo>
                      <a:pt x="10685" y="1"/>
                    </a:moveTo>
                    <a:cubicBezTo>
                      <a:pt x="8633" y="1"/>
                      <a:pt x="6587" y="790"/>
                      <a:pt x="5032" y="2368"/>
                    </a:cubicBezTo>
                    <a:cubicBezTo>
                      <a:pt x="1" y="7398"/>
                      <a:pt x="3568" y="15996"/>
                      <a:pt x="10703" y="15996"/>
                    </a:cubicBezTo>
                    <a:cubicBezTo>
                      <a:pt x="17791" y="15996"/>
                      <a:pt x="21404" y="7398"/>
                      <a:pt x="16373" y="2368"/>
                    </a:cubicBezTo>
                    <a:cubicBezTo>
                      <a:pt x="14796" y="790"/>
                      <a:pt x="12738" y="1"/>
                      <a:pt x="10685" y="1"/>
                    </a:cubicBezTo>
                    <a:close/>
                  </a:path>
                </a:pathLst>
              </a:custGeom>
              <a:solidFill>
                <a:srgbClr val="76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46"/>
              <p:cNvSpPr/>
              <p:nvPr/>
            </p:nvSpPr>
            <p:spPr>
              <a:xfrm>
                <a:off x="2359490" y="3807632"/>
                <a:ext cx="109598" cy="110492"/>
              </a:xfrm>
              <a:custGeom>
                <a:avLst/>
                <a:gdLst/>
                <a:ahLst/>
                <a:cxnLst/>
                <a:rect l="l" t="t" r="r" b="b"/>
                <a:pathLst>
                  <a:path w="5763" h="5810" extrusionOk="0">
                    <a:moveTo>
                      <a:pt x="2881" y="1"/>
                    </a:moveTo>
                    <a:cubicBezTo>
                      <a:pt x="1281" y="1"/>
                      <a:pt x="0" y="1327"/>
                      <a:pt x="0" y="2928"/>
                    </a:cubicBezTo>
                    <a:cubicBezTo>
                      <a:pt x="0" y="4529"/>
                      <a:pt x="1281" y="5809"/>
                      <a:pt x="2881" y="5809"/>
                    </a:cubicBezTo>
                    <a:cubicBezTo>
                      <a:pt x="4482" y="5809"/>
                      <a:pt x="5762" y="4529"/>
                      <a:pt x="5762" y="2928"/>
                    </a:cubicBezTo>
                    <a:cubicBezTo>
                      <a:pt x="5762" y="1327"/>
                      <a:pt x="4482" y="1"/>
                      <a:pt x="28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46"/>
              <p:cNvSpPr/>
              <p:nvPr/>
            </p:nvSpPr>
            <p:spPr>
              <a:xfrm>
                <a:off x="2459503" y="3842434"/>
                <a:ext cx="59163" cy="60019"/>
              </a:xfrm>
              <a:custGeom>
                <a:avLst/>
                <a:gdLst/>
                <a:ahLst/>
                <a:cxnLst/>
                <a:rect l="l" t="t" r="r" b="b"/>
                <a:pathLst>
                  <a:path w="3111" h="3156" extrusionOk="0">
                    <a:moveTo>
                      <a:pt x="1555" y="0"/>
                    </a:moveTo>
                    <a:cubicBezTo>
                      <a:pt x="686" y="0"/>
                      <a:pt x="0" y="732"/>
                      <a:pt x="0" y="1601"/>
                    </a:cubicBezTo>
                    <a:cubicBezTo>
                      <a:pt x="0" y="2470"/>
                      <a:pt x="686" y="3156"/>
                      <a:pt x="1555" y="3156"/>
                    </a:cubicBezTo>
                    <a:cubicBezTo>
                      <a:pt x="2424" y="3156"/>
                      <a:pt x="3110" y="2470"/>
                      <a:pt x="3110" y="1601"/>
                    </a:cubicBezTo>
                    <a:cubicBezTo>
                      <a:pt x="3110" y="732"/>
                      <a:pt x="2424" y="0"/>
                      <a:pt x="15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46"/>
              <p:cNvSpPr/>
              <p:nvPr/>
            </p:nvSpPr>
            <p:spPr>
              <a:xfrm>
                <a:off x="2051596" y="3153848"/>
                <a:ext cx="1207212" cy="1063459"/>
              </a:xfrm>
              <a:custGeom>
                <a:avLst/>
                <a:gdLst/>
                <a:ahLst/>
                <a:cxnLst/>
                <a:rect l="l" t="t" r="r" b="b"/>
                <a:pathLst>
                  <a:path w="63479" h="55920" extrusionOk="0">
                    <a:moveTo>
                      <a:pt x="6857" y="1"/>
                    </a:moveTo>
                    <a:cubicBezTo>
                      <a:pt x="4558" y="1"/>
                      <a:pt x="2237" y="401"/>
                      <a:pt x="1" y="1222"/>
                    </a:cubicBezTo>
                    <a:cubicBezTo>
                      <a:pt x="9467" y="2000"/>
                      <a:pt x="15184" y="7945"/>
                      <a:pt x="21678" y="14439"/>
                    </a:cubicBezTo>
                    <a:lnTo>
                      <a:pt x="57441" y="50203"/>
                    </a:lnTo>
                    <a:cubicBezTo>
                      <a:pt x="58979" y="51741"/>
                      <a:pt x="60786" y="54039"/>
                      <a:pt x="59011" y="55859"/>
                    </a:cubicBezTo>
                    <a:lnTo>
                      <a:pt x="59011" y="55859"/>
                    </a:lnTo>
                    <a:lnTo>
                      <a:pt x="60826" y="54044"/>
                    </a:lnTo>
                    <a:cubicBezTo>
                      <a:pt x="63112" y="51803"/>
                      <a:pt x="63478" y="48465"/>
                      <a:pt x="61603" y="46590"/>
                    </a:cubicBezTo>
                    <a:lnTo>
                      <a:pt x="20763" y="5750"/>
                    </a:lnTo>
                    <a:cubicBezTo>
                      <a:pt x="17006" y="1992"/>
                      <a:pt x="11984" y="1"/>
                      <a:pt x="6857" y="1"/>
                    </a:cubicBezTo>
                    <a:close/>
                    <a:moveTo>
                      <a:pt x="59011" y="55859"/>
                    </a:moveTo>
                    <a:lnTo>
                      <a:pt x="58951" y="55919"/>
                    </a:lnTo>
                    <a:cubicBezTo>
                      <a:pt x="58971" y="55899"/>
                      <a:pt x="58991" y="55879"/>
                      <a:pt x="59011" y="55859"/>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46"/>
              <p:cNvSpPr/>
              <p:nvPr/>
            </p:nvSpPr>
            <p:spPr>
              <a:xfrm>
                <a:off x="1780236" y="3477146"/>
                <a:ext cx="933246" cy="1097614"/>
              </a:xfrm>
              <a:custGeom>
                <a:avLst/>
                <a:gdLst/>
                <a:ahLst/>
                <a:cxnLst/>
                <a:rect l="l" t="t" r="r" b="b"/>
                <a:pathLst>
                  <a:path w="49073" h="57716" extrusionOk="0">
                    <a:moveTo>
                      <a:pt x="1647" y="0"/>
                    </a:moveTo>
                    <a:cubicBezTo>
                      <a:pt x="1" y="7043"/>
                      <a:pt x="1647" y="13034"/>
                      <a:pt x="10108" y="21495"/>
                    </a:cubicBezTo>
                    <a:lnTo>
                      <a:pt x="46329" y="57716"/>
                    </a:lnTo>
                    <a:lnTo>
                      <a:pt x="49073" y="55017"/>
                    </a:lnTo>
                    <a:lnTo>
                      <a:pt x="12715" y="18614"/>
                    </a:lnTo>
                    <a:cubicBezTo>
                      <a:pt x="5397" y="11342"/>
                      <a:pt x="2105" y="5900"/>
                      <a:pt x="1647" y="0"/>
                    </a:cubicBezTo>
                    <a:close/>
                  </a:path>
                </a:pathLst>
              </a:custGeom>
              <a:solidFill>
                <a:srgbClr val="FFFFFF">
                  <a:alpha val="40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46"/>
              <p:cNvSpPr/>
              <p:nvPr/>
            </p:nvSpPr>
            <p:spPr>
              <a:xfrm>
                <a:off x="2376016" y="4351228"/>
                <a:ext cx="274841" cy="448223"/>
              </a:xfrm>
              <a:custGeom>
                <a:avLst/>
                <a:gdLst/>
                <a:ahLst/>
                <a:cxnLst/>
                <a:rect l="l" t="t" r="r" b="b"/>
                <a:pathLst>
                  <a:path w="14452" h="23569" extrusionOk="0">
                    <a:moveTo>
                      <a:pt x="732" y="0"/>
                    </a:moveTo>
                    <a:lnTo>
                      <a:pt x="46" y="16327"/>
                    </a:lnTo>
                    <a:cubicBezTo>
                      <a:pt x="0" y="16784"/>
                      <a:pt x="183" y="17242"/>
                      <a:pt x="503" y="17562"/>
                    </a:cubicBezTo>
                    <a:lnTo>
                      <a:pt x="5991" y="23096"/>
                    </a:lnTo>
                    <a:cubicBezTo>
                      <a:pt x="6330" y="23415"/>
                      <a:pt x="6756" y="23568"/>
                      <a:pt x="7178" y="23568"/>
                    </a:cubicBezTo>
                    <a:cubicBezTo>
                      <a:pt x="7724" y="23568"/>
                      <a:pt x="8263" y="23311"/>
                      <a:pt x="8598" y="22821"/>
                    </a:cubicBezTo>
                    <a:lnTo>
                      <a:pt x="14452" y="13720"/>
                    </a:lnTo>
                    <a:lnTo>
                      <a:pt x="73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46"/>
              <p:cNvSpPr/>
              <p:nvPr/>
            </p:nvSpPr>
            <p:spPr>
              <a:xfrm>
                <a:off x="2442102" y="4503425"/>
                <a:ext cx="209630" cy="295152"/>
              </a:xfrm>
              <a:custGeom>
                <a:avLst/>
                <a:gdLst/>
                <a:ahLst/>
                <a:cxnLst/>
                <a:rect l="l" t="t" r="r" b="b"/>
                <a:pathLst>
                  <a:path w="11023" h="15520" extrusionOk="0">
                    <a:moveTo>
                      <a:pt x="5214" y="1"/>
                    </a:moveTo>
                    <a:lnTo>
                      <a:pt x="1" y="12486"/>
                    </a:lnTo>
                    <a:lnTo>
                      <a:pt x="2562" y="15047"/>
                    </a:lnTo>
                    <a:cubicBezTo>
                      <a:pt x="2881" y="15366"/>
                      <a:pt x="3304" y="15520"/>
                      <a:pt x="3726" y="15520"/>
                    </a:cubicBezTo>
                    <a:cubicBezTo>
                      <a:pt x="4271" y="15520"/>
                      <a:pt x="4813" y="15262"/>
                      <a:pt x="5123" y="14772"/>
                    </a:cubicBezTo>
                    <a:lnTo>
                      <a:pt x="11022" y="5717"/>
                    </a:lnTo>
                    <a:lnTo>
                      <a:pt x="5214" y="1"/>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46"/>
              <p:cNvSpPr/>
              <p:nvPr/>
            </p:nvSpPr>
            <p:spPr>
              <a:xfrm>
                <a:off x="2962211" y="3765755"/>
                <a:ext cx="453149" cy="274118"/>
              </a:xfrm>
              <a:custGeom>
                <a:avLst/>
                <a:gdLst/>
                <a:ahLst/>
                <a:cxnLst/>
                <a:rect l="l" t="t" r="r" b="b"/>
                <a:pathLst>
                  <a:path w="23828" h="14414" extrusionOk="0">
                    <a:moveTo>
                      <a:pt x="16465" y="1"/>
                    </a:moveTo>
                    <a:cubicBezTo>
                      <a:pt x="16419" y="1"/>
                      <a:pt x="16373" y="3"/>
                      <a:pt x="16327" y="8"/>
                    </a:cubicBezTo>
                    <a:lnTo>
                      <a:pt x="0" y="694"/>
                    </a:lnTo>
                    <a:lnTo>
                      <a:pt x="13720" y="14414"/>
                    </a:lnTo>
                    <a:lnTo>
                      <a:pt x="22775" y="8560"/>
                    </a:lnTo>
                    <a:cubicBezTo>
                      <a:pt x="23690" y="7965"/>
                      <a:pt x="23827" y="6731"/>
                      <a:pt x="23050" y="5999"/>
                    </a:cubicBezTo>
                    <a:lnTo>
                      <a:pt x="17562" y="511"/>
                    </a:lnTo>
                    <a:cubicBezTo>
                      <a:pt x="17274" y="182"/>
                      <a:pt x="16875" y="1"/>
                      <a:pt x="164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46"/>
              <p:cNvSpPr/>
              <p:nvPr/>
            </p:nvSpPr>
            <p:spPr>
              <a:xfrm>
                <a:off x="3113534" y="3830244"/>
                <a:ext cx="301827" cy="209630"/>
              </a:xfrm>
              <a:custGeom>
                <a:avLst/>
                <a:gdLst/>
                <a:ahLst/>
                <a:cxnLst/>
                <a:rect l="l" t="t" r="r" b="b"/>
                <a:pathLst>
                  <a:path w="15871" h="11023" extrusionOk="0">
                    <a:moveTo>
                      <a:pt x="12532" y="1"/>
                    </a:moveTo>
                    <a:lnTo>
                      <a:pt x="1" y="5306"/>
                    </a:lnTo>
                    <a:lnTo>
                      <a:pt x="5763" y="11023"/>
                    </a:lnTo>
                    <a:lnTo>
                      <a:pt x="14818" y="5169"/>
                    </a:lnTo>
                    <a:cubicBezTo>
                      <a:pt x="15733" y="4574"/>
                      <a:pt x="15870" y="3340"/>
                      <a:pt x="15093" y="2608"/>
                    </a:cubicBezTo>
                    <a:lnTo>
                      <a:pt x="12532" y="1"/>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46"/>
              <p:cNvSpPr/>
              <p:nvPr/>
            </p:nvSpPr>
            <p:spPr>
              <a:xfrm>
                <a:off x="2649963" y="3800691"/>
                <a:ext cx="14815" cy="11315"/>
              </a:xfrm>
              <a:custGeom>
                <a:avLst/>
                <a:gdLst/>
                <a:ahLst/>
                <a:cxnLst/>
                <a:rect l="l" t="t" r="r" b="b"/>
                <a:pathLst>
                  <a:path w="779" h="595" extrusionOk="0">
                    <a:moveTo>
                      <a:pt x="413" y="0"/>
                    </a:moveTo>
                    <a:cubicBezTo>
                      <a:pt x="1" y="0"/>
                      <a:pt x="1" y="595"/>
                      <a:pt x="413" y="595"/>
                    </a:cubicBezTo>
                    <a:cubicBezTo>
                      <a:pt x="778" y="595"/>
                      <a:pt x="778" y="0"/>
                      <a:pt x="413"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46"/>
              <p:cNvSpPr/>
              <p:nvPr/>
            </p:nvSpPr>
            <p:spPr>
              <a:xfrm>
                <a:off x="2473424" y="3645869"/>
                <a:ext cx="14796" cy="10460"/>
              </a:xfrm>
              <a:custGeom>
                <a:avLst/>
                <a:gdLst/>
                <a:ahLst/>
                <a:cxnLst/>
                <a:rect l="l" t="t" r="r" b="b"/>
                <a:pathLst>
                  <a:path w="778" h="550" extrusionOk="0">
                    <a:moveTo>
                      <a:pt x="366" y="1"/>
                    </a:moveTo>
                    <a:cubicBezTo>
                      <a:pt x="0" y="1"/>
                      <a:pt x="0" y="549"/>
                      <a:pt x="366" y="549"/>
                    </a:cubicBezTo>
                    <a:cubicBezTo>
                      <a:pt x="778" y="549"/>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46"/>
              <p:cNvSpPr/>
              <p:nvPr/>
            </p:nvSpPr>
            <p:spPr>
              <a:xfrm>
                <a:off x="2635186" y="4006802"/>
                <a:ext cx="14796" cy="10460"/>
              </a:xfrm>
              <a:custGeom>
                <a:avLst/>
                <a:gdLst/>
                <a:ahLst/>
                <a:cxnLst/>
                <a:rect l="l" t="t" r="r" b="b"/>
                <a:pathLst>
                  <a:path w="778" h="550" extrusionOk="0">
                    <a:moveTo>
                      <a:pt x="366" y="1"/>
                    </a:moveTo>
                    <a:cubicBezTo>
                      <a:pt x="1" y="1"/>
                      <a:pt x="1" y="550"/>
                      <a:pt x="366" y="550"/>
                    </a:cubicBezTo>
                    <a:cubicBezTo>
                      <a:pt x="778" y="550"/>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46"/>
              <p:cNvSpPr/>
              <p:nvPr/>
            </p:nvSpPr>
            <p:spPr>
              <a:xfrm>
                <a:off x="2630831" y="3963328"/>
                <a:ext cx="14815" cy="10441"/>
              </a:xfrm>
              <a:custGeom>
                <a:avLst/>
                <a:gdLst/>
                <a:ahLst/>
                <a:cxnLst/>
                <a:rect l="l" t="t" r="r" b="b"/>
                <a:pathLst>
                  <a:path w="779" h="549"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46"/>
              <p:cNvSpPr/>
              <p:nvPr/>
            </p:nvSpPr>
            <p:spPr>
              <a:xfrm>
                <a:off x="2551700" y="3784164"/>
                <a:ext cx="14796" cy="11315"/>
              </a:xfrm>
              <a:custGeom>
                <a:avLst/>
                <a:gdLst/>
                <a:ahLst/>
                <a:cxnLst/>
                <a:rect l="l" t="t" r="r" b="b"/>
                <a:pathLst>
                  <a:path w="778" h="595" extrusionOk="0">
                    <a:moveTo>
                      <a:pt x="366" y="0"/>
                    </a:moveTo>
                    <a:cubicBezTo>
                      <a:pt x="0" y="0"/>
                      <a:pt x="0"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46"/>
              <p:cNvSpPr/>
              <p:nvPr/>
            </p:nvSpPr>
            <p:spPr>
              <a:xfrm>
                <a:off x="2581272" y="3913750"/>
                <a:ext cx="13921" cy="10460"/>
              </a:xfrm>
              <a:custGeom>
                <a:avLst/>
                <a:gdLst/>
                <a:ahLst/>
                <a:cxnLst/>
                <a:rect l="l" t="t" r="r" b="b"/>
                <a:pathLst>
                  <a:path w="732" h="550"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46"/>
              <p:cNvSpPr/>
              <p:nvPr/>
            </p:nvSpPr>
            <p:spPr>
              <a:xfrm>
                <a:off x="2425576" y="3317114"/>
                <a:ext cx="14815" cy="11315"/>
              </a:xfrm>
              <a:custGeom>
                <a:avLst/>
                <a:gdLst/>
                <a:ahLst/>
                <a:cxnLst/>
                <a:rect l="l" t="t" r="r" b="b"/>
                <a:pathLst>
                  <a:path w="779" h="595" extrusionOk="0">
                    <a:moveTo>
                      <a:pt x="412" y="0"/>
                    </a:moveTo>
                    <a:cubicBezTo>
                      <a:pt x="1" y="0"/>
                      <a:pt x="1" y="595"/>
                      <a:pt x="412" y="595"/>
                    </a:cubicBezTo>
                    <a:cubicBezTo>
                      <a:pt x="778" y="595"/>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46"/>
              <p:cNvSpPr/>
              <p:nvPr/>
            </p:nvSpPr>
            <p:spPr>
              <a:xfrm>
                <a:off x="1902005" y="3759803"/>
                <a:ext cx="14796" cy="10460"/>
              </a:xfrm>
              <a:custGeom>
                <a:avLst/>
                <a:gdLst/>
                <a:ahLst/>
                <a:cxnLst/>
                <a:rect l="l" t="t" r="r" b="b"/>
                <a:pathLst>
                  <a:path w="778" h="550" extrusionOk="0">
                    <a:moveTo>
                      <a:pt x="412" y="1"/>
                    </a:moveTo>
                    <a:cubicBezTo>
                      <a:pt x="0" y="1"/>
                      <a:pt x="0" y="549"/>
                      <a:pt x="412" y="549"/>
                    </a:cubicBezTo>
                    <a:cubicBezTo>
                      <a:pt x="778" y="549"/>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46"/>
              <p:cNvSpPr/>
              <p:nvPr/>
            </p:nvSpPr>
            <p:spPr>
              <a:xfrm>
                <a:off x="1941143" y="3801546"/>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46"/>
              <p:cNvSpPr/>
              <p:nvPr/>
            </p:nvSpPr>
            <p:spPr>
              <a:xfrm>
                <a:off x="2008103" y="3640658"/>
                <a:ext cx="14815" cy="11315"/>
              </a:xfrm>
              <a:custGeom>
                <a:avLst/>
                <a:gdLst/>
                <a:ahLst/>
                <a:cxnLst/>
                <a:rect l="l" t="t" r="r" b="b"/>
                <a:pathLst>
                  <a:path w="779" h="595" extrusionOk="0">
                    <a:moveTo>
                      <a:pt x="367" y="0"/>
                    </a:moveTo>
                    <a:cubicBezTo>
                      <a:pt x="1" y="0"/>
                      <a:pt x="1" y="595"/>
                      <a:pt x="367" y="595"/>
                    </a:cubicBezTo>
                    <a:cubicBezTo>
                      <a:pt x="778" y="595"/>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46"/>
              <p:cNvSpPr/>
              <p:nvPr/>
            </p:nvSpPr>
            <p:spPr>
              <a:xfrm>
                <a:off x="3023961" y="3986796"/>
                <a:ext cx="14796" cy="11334"/>
              </a:xfrm>
              <a:custGeom>
                <a:avLst/>
                <a:gdLst/>
                <a:ahLst/>
                <a:cxnLst/>
                <a:rect l="l" t="t" r="r" b="b"/>
                <a:pathLst>
                  <a:path w="778" h="596" extrusionOk="0">
                    <a:moveTo>
                      <a:pt x="412" y="1"/>
                    </a:moveTo>
                    <a:cubicBezTo>
                      <a:pt x="0" y="1"/>
                      <a:pt x="0" y="596"/>
                      <a:pt x="412" y="596"/>
                    </a:cubicBezTo>
                    <a:cubicBezTo>
                      <a:pt x="778" y="596"/>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46"/>
              <p:cNvSpPr/>
              <p:nvPr/>
            </p:nvSpPr>
            <p:spPr>
              <a:xfrm>
                <a:off x="2690851" y="3566718"/>
                <a:ext cx="14796" cy="10460"/>
              </a:xfrm>
              <a:custGeom>
                <a:avLst/>
                <a:gdLst/>
                <a:ahLst/>
                <a:cxnLst/>
                <a:rect l="l" t="t" r="r" b="b"/>
                <a:pathLst>
                  <a:path w="778" h="550" extrusionOk="0">
                    <a:moveTo>
                      <a:pt x="366" y="1"/>
                    </a:moveTo>
                    <a:cubicBezTo>
                      <a:pt x="0" y="1"/>
                      <a:pt x="0" y="550"/>
                      <a:pt x="366" y="550"/>
                    </a:cubicBezTo>
                    <a:cubicBezTo>
                      <a:pt x="778" y="550"/>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46"/>
              <p:cNvSpPr/>
              <p:nvPr/>
            </p:nvSpPr>
            <p:spPr>
              <a:xfrm>
                <a:off x="2556036" y="3421482"/>
                <a:ext cx="14815" cy="10460"/>
              </a:xfrm>
              <a:custGeom>
                <a:avLst/>
                <a:gdLst/>
                <a:ahLst/>
                <a:cxnLst/>
                <a:rect l="l" t="t" r="r" b="b"/>
                <a:pathLst>
                  <a:path w="779" h="550"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46"/>
              <p:cNvSpPr/>
              <p:nvPr/>
            </p:nvSpPr>
            <p:spPr>
              <a:xfrm>
                <a:off x="2511687" y="4534728"/>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46"/>
              <p:cNvSpPr/>
              <p:nvPr/>
            </p:nvSpPr>
            <p:spPr>
              <a:xfrm>
                <a:off x="2554305" y="4622589"/>
                <a:ext cx="13940" cy="11315"/>
              </a:xfrm>
              <a:custGeom>
                <a:avLst/>
                <a:gdLst/>
                <a:ahLst/>
                <a:cxnLst/>
                <a:rect l="l" t="t" r="r" b="b"/>
                <a:pathLst>
                  <a:path w="733"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46"/>
              <p:cNvSpPr/>
              <p:nvPr/>
            </p:nvSpPr>
            <p:spPr>
              <a:xfrm>
                <a:off x="2503852" y="4719122"/>
                <a:ext cx="14815" cy="10460"/>
              </a:xfrm>
              <a:custGeom>
                <a:avLst/>
                <a:gdLst/>
                <a:ahLst/>
                <a:cxnLst/>
                <a:rect l="l" t="t" r="r" b="b"/>
                <a:pathLst>
                  <a:path w="779" h="550"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46"/>
              <p:cNvSpPr/>
              <p:nvPr/>
            </p:nvSpPr>
            <p:spPr>
              <a:xfrm>
                <a:off x="3227467" y="3969414"/>
                <a:ext cx="14815" cy="10460"/>
              </a:xfrm>
              <a:custGeom>
                <a:avLst/>
                <a:gdLst/>
                <a:ahLst/>
                <a:cxnLst/>
                <a:rect l="l" t="t" r="r" b="b"/>
                <a:pathLst>
                  <a:path w="779" h="550"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46"/>
              <p:cNvSpPr/>
              <p:nvPr/>
            </p:nvSpPr>
            <p:spPr>
              <a:xfrm>
                <a:off x="3339671" y="3928526"/>
                <a:ext cx="14796" cy="11334"/>
              </a:xfrm>
              <a:custGeom>
                <a:avLst/>
                <a:gdLst/>
                <a:ahLst/>
                <a:cxnLst/>
                <a:rect l="l" t="t" r="r" b="b"/>
                <a:pathLst>
                  <a:path w="778" h="596" extrusionOk="0">
                    <a:moveTo>
                      <a:pt x="366" y="1"/>
                    </a:moveTo>
                    <a:cubicBezTo>
                      <a:pt x="0" y="1"/>
                      <a:pt x="0" y="595"/>
                      <a:pt x="366" y="595"/>
                    </a:cubicBezTo>
                    <a:cubicBezTo>
                      <a:pt x="778" y="595"/>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46"/>
              <p:cNvSpPr/>
              <p:nvPr/>
            </p:nvSpPr>
            <p:spPr>
              <a:xfrm>
                <a:off x="2855238" y="4292959"/>
                <a:ext cx="14796" cy="10441"/>
              </a:xfrm>
              <a:custGeom>
                <a:avLst/>
                <a:gdLst/>
                <a:ahLst/>
                <a:cxnLst/>
                <a:rect l="l" t="t" r="r" b="b"/>
                <a:pathLst>
                  <a:path w="778" h="549" extrusionOk="0">
                    <a:moveTo>
                      <a:pt x="366" y="0"/>
                    </a:moveTo>
                    <a:cubicBezTo>
                      <a:pt x="0" y="0"/>
                      <a:pt x="0" y="549"/>
                      <a:pt x="366" y="549"/>
                    </a:cubicBezTo>
                    <a:cubicBezTo>
                      <a:pt x="777" y="549"/>
                      <a:pt x="777"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46"/>
              <p:cNvSpPr/>
              <p:nvPr/>
            </p:nvSpPr>
            <p:spPr>
              <a:xfrm>
                <a:off x="2092484" y="3264055"/>
                <a:ext cx="14796" cy="10460"/>
              </a:xfrm>
              <a:custGeom>
                <a:avLst/>
                <a:gdLst/>
                <a:ahLst/>
                <a:cxnLst/>
                <a:rect l="l" t="t" r="r" b="b"/>
                <a:pathLst>
                  <a:path w="778" h="550" extrusionOk="0">
                    <a:moveTo>
                      <a:pt x="412" y="1"/>
                    </a:moveTo>
                    <a:cubicBezTo>
                      <a:pt x="0" y="1"/>
                      <a:pt x="0" y="549"/>
                      <a:pt x="412" y="549"/>
                    </a:cubicBezTo>
                    <a:cubicBezTo>
                      <a:pt x="777" y="549"/>
                      <a:pt x="777"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46"/>
              <p:cNvSpPr/>
              <p:nvPr/>
            </p:nvSpPr>
            <p:spPr>
              <a:xfrm>
                <a:off x="2473424" y="3498008"/>
                <a:ext cx="13921" cy="10460"/>
              </a:xfrm>
              <a:custGeom>
                <a:avLst/>
                <a:gdLst/>
                <a:ahLst/>
                <a:cxnLst/>
                <a:rect l="l" t="t" r="r" b="b"/>
                <a:pathLst>
                  <a:path w="732" h="550" extrusionOk="0">
                    <a:moveTo>
                      <a:pt x="366" y="1"/>
                    </a:moveTo>
                    <a:cubicBezTo>
                      <a:pt x="0" y="1"/>
                      <a:pt x="0" y="550"/>
                      <a:pt x="366" y="550"/>
                    </a:cubicBezTo>
                    <a:cubicBezTo>
                      <a:pt x="732" y="550"/>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46"/>
              <p:cNvSpPr/>
              <p:nvPr/>
            </p:nvSpPr>
            <p:spPr>
              <a:xfrm>
                <a:off x="2928284" y="4115525"/>
                <a:ext cx="14815" cy="11334"/>
              </a:xfrm>
              <a:custGeom>
                <a:avLst/>
                <a:gdLst/>
                <a:ahLst/>
                <a:cxnLst/>
                <a:rect l="l" t="t" r="r" b="b"/>
                <a:pathLst>
                  <a:path w="779" h="596" extrusionOk="0">
                    <a:moveTo>
                      <a:pt x="366" y="0"/>
                    </a:moveTo>
                    <a:cubicBezTo>
                      <a:pt x="1" y="0"/>
                      <a:pt x="1"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6"/>
              <p:cNvSpPr/>
              <p:nvPr/>
            </p:nvSpPr>
            <p:spPr>
              <a:xfrm>
                <a:off x="2936119" y="4682589"/>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46"/>
              <p:cNvSpPr/>
              <p:nvPr/>
            </p:nvSpPr>
            <p:spPr>
              <a:xfrm>
                <a:off x="3188329" y="4372090"/>
                <a:ext cx="14815" cy="11334"/>
              </a:xfrm>
              <a:custGeom>
                <a:avLst/>
                <a:gdLst/>
                <a:ahLst/>
                <a:cxnLst/>
                <a:rect l="l" t="t" r="r" b="b"/>
                <a:pathLst>
                  <a:path w="779" h="596" extrusionOk="0">
                    <a:moveTo>
                      <a:pt x="367" y="1"/>
                    </a:moveTo>
                    <a:cubicBezTo>
                      <a:pt x="1" y="1"/>
                      <a:pt x="1" y="595"/>
                      <a:pt x="367" y="595"/>
                    </a:cubicBezTo>
                    <a:cubicBezTo>
                      <a:pt x="778" y="595"/>
                      <a:pt x="778"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46"/>
              <p:cNvSpPr/>
              <p:nvPr/>
            </p:nvSpPr>
            <p:spPr>
              <a:xfrm>
                <a:off x="3232697" y="4308610"/>
                <a:ext cx="13921" cy="11315"/>
              </a:xfrm>
              <a:custGeom>
                <a:avLst/>
                <a:gdLst/>
                <a:ahLst/>
                <a:cxnLst/>
                <a:rect l="l" t="t" r="r" b="b"/>
                <a:pathLst>
                  <a:path w="732"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6"/>
              <p:cNvSpPr/>
              <p:nvPr/>
            </p:nvSpPr>
            <p:spPr>
              <a:xfrm>
                <a:off x="3259645" y="4323387"/>
                <a:ext cx="14815" cy="11334"/>
              </a:xfrm>
              <a:custGeom>
                <a:avLst/>
                <a:gdLst/>
                <a:ahLst/>
                <a:cxnLst/>
                <a:rect l="l" t="t" r="r" b="b"/>
                <a:pathLst>
                  <a:path w="779" h="596" extrusionOk="0">
                    <a:moveTo>
                      <a:pt x="413" y="1"/>
                    </a:moveTo>
                    <a:cubicBezTo>
                      <a:pt x="1" y="1"/>
                      <a:pt x="1" y="595"/>
                      <a:pt x="413" y="595"/>
                    </a:cubicBezTo>
                    <a:cubicBezTo>
                      <a:pt x="778" y="595"/>
                      <a:pt x="778" y="1"/>
                      <a:pt x="413"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6"/>
              <p:cNvSpPr/>
              <p:nvPr/>
            </p:nvSpPr>
            <p:spPr>
              <a:xfrm>
                <a:off x="1739367" y="3136714"/>
                <a:ext cx="1694250" cy="1672228"/>
              </a:xfrm>
              <a:custGeom>
                <a:avLst/>
                <a:gdLst/>
                <a:ahLst/>
                <a:cxnLst/>
                <a:rect l="l" t="t" r="r" b="b"/>
                <a:pathLst>
                  <a:path w="89089" h="87931" extrusionOk="0">
                    <a:moveTo>
                      <a:pt x="46831" y="16712"/>
                    </a:moveTo>
                    <a:lnTo>
                      <a:pt x="47471" y="17398"/>
                    </a:lnTo>
                    <a:cubicBezTo>
                      <a:pt x="47426" y="17810"/>
                      <a:pt x="47380" y="18221"/>
                      <a:pt x="47334" y="18679"/>
                    </a:cubicBezTo>
                    <a:cubicBezTo>
                      <a:pt x="47334" y="18770"/>
                      <a:pt x="47380" y="18862"/>
                      <a:pt x="47517" y="18907"/>
                    </a:cubicBezTo>
                    <a:cubicBezTo>
                      <a:pt x="47243" y="18907"/>
                      <a:pt x="46968" y="18907"/>
                      <a:pt x="46740" y="18862"/>
                    </a:cubicBezTo>
                    <a:cubicBezTo>
                      <a:pt x="46648" y="18130"/>
                      <a:pt x="46694" y="17444"/>
                      <a:pt x="46831" y="16712"/>
                    </a:cubicBezTo>
                    <a:close/>
                    <a:moveTo>
                      <a:pt x="47883" y="17810"/>
                    </a:moveTo>
                    <a:lnTo>
                      <a:pt x="48752" y="18679"/>
                    </a:lnTo>
                    <a:cubicBezTo>
                      <a:pt x="48386" y="18770"/>
                      <a:pt x="48020" y="18862"/>
                      <a:pt x="47654" y="18907"/>
                    </a:cubicBezTo>
                    <a:cubicBezTo>
                      <a:pt x="47746" y="18862"/>
                      <a:pt x="47837" y="18770"/>
                      <a:pt x="47837" y="18679"/>
                    </a:cubicBezTo>
                    <a:lnTo>
                      <a:pt x="47883" y="17810"/>
                    </a:lnTo>
                    <a:close/>
                    <a:moveTo>
                      <a:pt x="50307" y="20234"/>
                    </a:moveTo>
                    <a:lnTo>
                      <a:pt x="51404" y="21331"/>
                    </a:lnTo>
                    <a:cubicBezTo>
                      <a:pt x="50810" y="21240"/>
                      <a:pt x="50215" y="20965"/>
                      <a:pt x="49758" y="20508"/>
                    </a:cubicBezTo>
                    <a:cubicBezTo>
                      <a:pt x="49941" y="20462"/>
                      <a:pt x="50078" y="20417"/>
                      <a:pt x="50215" y="20371"/>
                    </a:cubicBezTo>
                    <a:cubicBezTo>
                      <a:pt x="50261" y="20325"/>
                      <a:pt x="50307" y="20279"/>
                      <a:pt x="50307" y="20234"/>
                    </a:cubicBezTo>
                    <a:close/>
                    <a:moveTo>
                      <a:pt x="23676" y="955"/>
                    </a:moveTo>
                    <a:cubicBezTo>
                      <a:pt x="23985" y="955"/>
                      <a:pt x="24294" y="963"/>
                      <a:pt x="24605" y="980"/>
                    </a:cubicBezTo>
                    <a:cubicBezTo>
                      <a:pt x="29544" y="1254"/>
                      <a:pt x="33523" y="3907"/>
                      <a:pt x="37044" y="7062"/>
                    </a:cubicBezTo>
                    <a:cubicBezTo>
                      <a:pt x="26800" y="16438"/>
                      <a:pt x="16922" y="26133"/>
                      <a:pt x="7409" y="36240"/>
                    </a:cubicBezTo>
                    <a:cubicBezTo>
                      <a:pt x="5580" y="33999"/>
                      <a:pt x="4116" y="31530"/>
                      <a:pt x="3064" y="28877"/>
                    </a:cubicBezTo>
                    <a:cubicBezTo>
                      <a:pt x="1647" y="25493"/>
                      <a:pt x="1372" y="21789"/>
                      <a:pt x="2196" y="18221"/>
                    </a:cubicBezTo>
                    <a:cubicBezTo>
                      <a:pt x="3293" y="14105"/>
                      <a:pt x="6083" y="10721"/>
                      <a:pt x="8918" y="7657"/>
                    </a:cubicBezTo>
                    <a:cubicBezTo>
                      <a:pt x="8964" y="7611"/>
                      <a:pt x="9010" y="7520"/>
                      <a:pt x="9056" y="7474"/>
                    </a:cubicBezTo>
                    <a:cubicBezTo>
                      <a:pt x="12953" y="3620"/>
                      <a:pt x="18163" y="955"/>
                      <a:pt x="23676" y="955"/>
                    </a:cubicBezTo>
                    <a:close/>
                    <a:moveTo>
                      <a:pt x="68737" y="38756"/>
                    </a:moveTo>
                    <a:cubicBezTo>
                      <a:pt x="68920" y="38893"/>
                      <a:pt x="69057" y="39076"/>
                      <a:pt x="69240" y="39213"/>
                    </a:cubicBezTo>
                    <a:lnTo>
                      <a:pt x="68554" y="39213"/>
                    </a:lnTo>
                    <a:cubicBezTo>
                      <a:pt x="68280" y="39259"/>
                      <a:pt x="68280" y="39670"/>
                      <a:pt x="68554" y="39716"/>
                    </a:cubicBezTo>
                    <a:lnTo>
                      <a:pt x="69561" y="39716"/>
                    </a:lnTo>
                    <a:cubicBezTo>
                      <a:pt x="69606" y="39716"/>
                      <a:pt x="69652" y="39670"/>
                      <a:pt x="69698" y="39670"/>
                    </a:cubicBezTo>
                    <a:lnTo>
                      <a:pt x="70247" y="40219"/>
                    </a:lnTo>
                    <a:cubicBezTo>
                      <a:pt x="70004" y="40284"/>
                      <a:pt x="69755" y="40314"/>
                      <a:pt x="69506" y="40314"/>
                    </a:cubicBezTo>
                    <a:cubicBezTo>
                      <a:pt x="69054" y="40314"/>
                      <a:pt x="68602" y="40213"/>
                      <a:pt x="68189" y="40036"/>
                    </a:cubicBezTo>
                    <a:cubicBezTo>
                      <a:pt x="68166" y="40013"/>
                      <a:pt x="68143" y="40002"/>
                      <a:pt x="68120" y="40002"/>
                    </a:cubicBezTo>
                    <a:cubicBezTo>
                      <a:pt x="68097" y="40002"/>
                      <a:pt x="68074" y="40013"/>
                      <a:pt x="68051" y="40036"/>
                    </a:cubicBezTo>
                    <a:cubicBezTo>
                      <a:pt x="68097" y="39533"/>
                      <a:pt x="68371" y="39076"/>
                      <a:pt x="68737" y="38756"/>
                    </a:cubicBezTo>
                    <a:close/>
                    <a:moveTo>
                      <a:pt x="75003" y="40631"/>
                    </a:moveTo>
                    <a:cubicBezTo>
                      <a:pt x="75872" y="41134"/>
                      <a:pt x="76649" y="41774"/>
                      <a:pt x="77289" y="42597"/>
                    </a:cubicBezTo>
                    <a:lnTo>
                      <a:pt x="76192" y="42597"/>
                    </a:lnTo>
                    <a:cubicBezTo>
                      <a:pt x="76192" y="42552"/>
                      <a:pt x="76192" y="42506"/>
                      <a:pt x="76146" y="42460"/>
                    </a:cubicBezTo>
                    <a:cubicBezTo>
                      <a:pt x="75689" y="41820"/>
                      <a:pt x="75094" y="41317"/>
                      <a:pt x="74454" y="40951"/>
                    </a:cubicBezTo>
                    <a:lnTo>
                      <a:pt x="75003" y="40631"/>
                    </a:lnTo>
                    <a:close/>
                    <a:moveTo>
                      <a:pt x="73905" y="41180"/>
                    </a:moveTo>
                    <a:cubicBezTo>
                      <a:pt x="74591" y="41545"/>
                      <a:pt x="75140" y="42048"/>
                      <a:pt x="75643" y="42643"/>
                    </a:cubicBezTo>
                    <a:cubicBezTo>
                      <a:pt x="75186" y="42643"/>
                      <a:pt x="74774" y="42734"/>
                      <a:pt x="74363" y="42780"/>
                    </a:cubicBezTo>
                    <a:cubicBezTo>
                      <a:pt x="74271" y="42780"/>
                      <a:pt x="74225" y="42826"/>
                      <a:pt x="74225" y="42872"/>
                    </a:cubicBezTo>
                    <a:lnTo>
                      <a:pt x="72945" y="41591"/>
                    </a:lnTo>
                    <a:cubicBezTo>
                      <a:pt x="73265" y="41454"/>
                      <a:pt x="73585" y="41317"/>
                      <a:pt x="73905" y="41180"/>
                    </a:cubicBezTo>
                    <a:close/>
                    <a:moveTo>
                      <a:pt x="77478" y="33266"/>
                    </a:moveTo>
                    <a:cubicBezTo>
                      <a:pt x="79231" y="33266"/>
                      <a:pt x="80921" y="33544"/>
                      <a:pt x="82137" y="34594"/>
                    </a:cubicBezTo>
                    <a:cubicBezTo>
                      <a:pt x="83143" y="35463"/>
                      <a:pt x="84012" y="36560"/>
                      <a:pt x="84881" y="37521"/>
                    </a:cubicBezTo>
                    <a:cubicBezTo>
                      <a:pt x="86162" y="38847"/>
                      <a:pt x="87808" y="39945"/>
                      <a:pt x="85979" y="41866"/>
                    </a:cubicBezTo>
                    <a:cubicBezTo>
                      <a:pt x="85156" y="42734"/>
                      <a:pt x="83829" y="43375"/>
                      <a:pt x="82823" y="44015"/>
                    </a:cubicBezTo>
                    <a:cubicBezTo>
                      <a:pt x="82549" y="43878"/>
                      <a:pt x="82274" y="43741"/>
                      <a:pt x="82000" y="43649"/>
                    </a:cubicBezTo>
                    <a:cubicBezTo>
                      <a:pt x="82503" y="43238"/>
                      <a:pt x="83006" y="42872"/>
                      <a:pt x="83509" y="42552"/>
                    </a:cubicBezTo>
                    <a:cubicBezTo>
                      <a:pt x="83745" y="42433"/>
                      <a:pt x="83609" y="42112"/>
                      <a:pt x="83391" y="42112"/>
                    </a:cubicBezTo>
                    <a:cubicBezTo>
                      <a:pt x="83356" y="42112"/>
                      <a:pt x="83319" y="42121"/>
                      <a:pt x="83280" y="42140"/>
                    </a:cubicBezTo>
                    <a:cubicBezTo>
                      <a:pt x="82640" y="42506"/>
                      <a:pt x="82046" y="42963"/>
                      <a:pt x="81497" y="43466"/>
                    </a:cubicBezTo>
                    <a:cubicBezTo>
                      <a:pt x="81268" y="43375"/>
                      <a:pt x="81040" y="43283"/>
                      <a:pt x="80857" y="43238"/>
                    </a:cubicBezTo>
                    <a:cubicBezTo>
                      <a:pt x="80994" y="42963"/>
                      <a:pt x="81131" y="42734"/>
                      <a:pt x="81314" y="42552"/>
                    </a:cubicBezTo>
                    <a:cubicBezTo>
                      <a:pt x="81405" y="42506"/>
                      <a:pt x="81497" y="42414"/>
                      <a:pt x="81497" y="42323"/>
                    </a:cubicBezTo>
                    <a:cubicBezTo>
                      <a:pt x="81954" y="41866"/>
                      <a:pt x="82457" y="41500"/>
                      <a:pt x="83052" y="41225"/>
                    </a:cubicBezTo>
                    <a:cubicBezTo>
                      <a:pt x="83288" y="41107"/>
                      <a:pt x="83152" y="40786"/>
                      <a:pt x="82905" y="40786"/>
                    </a:cubicBezTo>
                    <a:cubicBezTo>
                      <a:pt x="82865" y="40786"/>
                      <a:pt x="82822" y="40794"/>
                      <a:pt x="82777" y="40814"/>
                    </a:cubicBezTo>
                    <a:cubicBezTo>
                      <a:pt x="82503" y="40951"/>
                      <a:pt x="82274" y="41088"/>
                      <a:pt x="82000" y="41271"/>
                    </a:cubicBezTo>
                    <a:cubicBezTo>
                      <a:pt x="81954" y="41225"/>
                      <a:pt x="81908" y="41180"/>
                      <a:pt x="81863" y="41134"/>
                    </a:cubicBezTo>
                    <a:lnTo>
                      <a:pt x="80582" y="40768"/>
                    </a:lnTo>
                    <a:cubicBezTo>
                      <a:pt x="80553" y="40760"/>
                      <a:pt x="80526" y="40756"/>
                      <a:pt x="80501" y="40756"/>
                    </a:cubicBezTo>
                    <a:cubicBezTo>
                      <a:pt x="80249" y="40756"/>
                      <a:pt x="80195" y="41142"/>
                      <a:pt x="80445" y="41225"/>
                    </a:cubicBezTo>
                    <a:lnTo>
                      <a:pt x="81588" y="41591"/>
                    </a:lnTo>
                    <a:cubicBezTo>
                      <a:pt x="81451" y="41683"/>
                      <a:pt x="81314" y="41866"/>
                      <a:pt x="81177" y="42003"/>
                    </a:cubicBezTo>
                    <a:cubicBezTo>
                      <a:pt x="80355" y="41715"/>
                      <a:pt x="79497" y="41538"/>
                      <a:pt x="78668" y="41538"/>
                    </a:cubicBezTo>
                    <a:cubicBezTo>
                      <a:pt x="78574" y="41538"/>
                      <a:pt x="78480" y="41541"/>
                      <a:pt x="78387" y="41545"/>
                    </a:cubicBezTo>
                    <a:cubicBezTo>
                      <a:pt x="78067" y="41545"/>
                      <a:pt x="78067" y="42003"/>
                      <a:pt x="78387" y="42003"/>
                    </a:cubicBezTo>
                    <a:cubicBezTo>
                      <a:pt x="79210" y="42003"/>
                      <a:pt x="80033" y="42140"/>
                      <a:pt x="80811" y="42369"/>
                    </a:cubicBezTo>
                    <a:cubicBezTo>
                      <a:pt x="80628" y="42597"/>
                      <a:pt x="80491" y="42826"/>
                      <a:pt x="80354" y="43100"/>
                    </a:cubicBezTo>
                    <a:cubicBezTo>
                      <a:pt x="79485" y="42826"/>
                      <a:pt x="78570" y="42689"/>
                      <a:pt x="77655" y="42643"/>
                    </a:cubicBezTo>
                    <a:cubicBezTo>
                      <a:pt x="77747" y="42552"/>
                      <a:pt x="77747" y="42414"/>
                      <a:pt x="77655" y="42323"/>
                    </a:cubicBezTo>
                    <a:cubicBezTo>
                      <a:pt x="77015" y="41454"/>
                      <a:pt x="76192" y="40768"/>
                      <a:pt x="75231" y="40219"/>
                    </a:cubicBezTo>
                    <a:cubicBezTo>
                      <a:pt x="75186" y="40173"/>
                      <a:pt x="75140" y="40173"/>
                      <a:pt x="75094" y="40173"/>
                    </a:cubicBezTo>
                    <a:cubicBezTo>
                      <a:pt x="75049" y="40151"/>
                      <a:pt x="75003" y="40139"/>
                      <a:pt x="74957" y="40139"/>
                    </a:cubicBezTo>
                    <a:cubicBezTo>
                      <a:pt x="74911" y="40139"/>
                      <a:pt x="74866" y="40151"/>
                      <a:pt x="74820" y="40173"/>
                    </a:cubicBezTo>
                    <a:cubicBezTo>
                      <a:pt x="74088" y="40631"/>
                      <a:pt x="73356" y="40951"/>
                      <a:pt x="72533" y="41225"/>
                    </a:cubicBezTo>
                    <a:lnTo>
                      <a:pt x="65627" y="34228"/>
                    </a:lnTo>
                    <a:cubicBezTo>
                      <a:pt x="68006" y="33954"/>
                      <a:pt x="70429" y="33771"/>
                      <a:pt x="72808" y="33588"/>
                    </a:cubicBezTo>
                    <a:cubicBezTo>
                      <a:pt x="74208" y="33500"/>
                      <a:pt x="75870" y="33266"/>
                      <a:pt x="77478" y="33266"/>
                    </a:cubicBezTo>
                    <a:close/>
                    <a:moveTo>
                      <a:pt x="73768" y="43741"/>
                    </a:moveTo>
                    <a:lnTo>
                      <a:pt x="73951" y="43969"/>
                    </a:lnTo>
                    <a:cubicBezTo>
                      <a:pt x="74134" y="44152"/>
                      <a:pt x="74317" y="44335"/>
                      <a:pt x="74500" y="44472"/>
                    </a:cubicBezTo>
                    <a:cubicBezTo>
                      <a:pt x="74454" y="44472"/>
                      <a:pt x="74454" y="44518"/>
                      <a:pt x="74454" y="44518"/>
                    </a:cubicBezTo>
                    <a:cubicBezTo>
                      <a:pt x="74317" y="44930"/>
                      <a:pt x="74225" y="45341"/>
                      <a:pt x="74134" y="45753"/>
                    </a:cubicBezTo>
                    <a:cubicBezTo>
                      <a:pt x="73951" y="45113"/>
                      <a:pt x="73859" y="44427"/>
                      <a:pt x="73768" y="43741"/>
                    </a:cubicBezTo>
                    <a:close/>
                    <a:moveTo>
                      <a:pt x="76674" y="43074"/>
                    </a:moveTo>
                    <a:cubicBezTo>
                      <a:pt x="78607" y="43074"/>
                      <a:pt x="80538" y="43494"/>
                      <a:pt x="82320" y="44335"/>
                    </a:cubicBezTo>
                    <a:lnTo>
                      <a:pt x="81817" y="44655"/>
                    </a:lnTo>
                    <a:cubicBezTo>
                      <a:pt x="81222" y="44335"/>
                      <a:pt x="80582" y="44152"/>
                      <a:pt x="79896" y="44106"/>
                    </a:cubicBezTo>
                    <a:cubicBezTo>
                      <a:pt x="79882" y="44104"/>
                      <a:pt x="79869" y="44103"/>
                      <a:pt x="79857" y="44103"/>
                    </a:cubicBezTo>
                    <a:cubicBezTo>
                      <a:pt x="79581" y="44103"/>
                      <a:pt x="79634" y="44564"/>
                      <a:pt x="79896" y="44564"/>
                    </a:cubicBezTo>
                    <a:cubicBezTo>
                      <a:pt x="80399" y="44610"/>
                      <a:pt x="80902" y="44747"/>
                      <a:pt x="81360" y="44975"/>
                    </a:cubicBezTo>
                    <a:lnTo>
                      <a:pt x="78387" y="46942"/>
                    </a:lnTo>
                    <a:lnTo>
                      <a:pt x="78341" y="46942"/>
                    </a:lnTo>
                    <a:lnTo>
                      <a:pt x="78341" y="46988"/>
                    </a:lnTo>
                    <a:cubicBezTo>
                      <a:pt x="77930" y="46439"/>
                      <a:pt x="77472" y="45936"/>
                      <a:pt x="76969" y="45478"/>
                    </a:cubicBezTo>
                    <a:cubicBezTo>
                      <a:pt x="77339" y="45408"/>
                      <a:pt x="77723" y="45371"/>
                      <a:pt x="78109" y="45371"/>
                    </a:cubicBezTo>
                    <a:cubicBezTo>
                      <a:pt x="78726" y="45371"/>
                      <a:pt x="79351" y="45465"/>
                      <a:pt x="79942" y="45661"/>
                    </a:cubicBezTo>
                    <a:cubicBezTo>
                      <a:pt x="79965" y="45669"/>
                      <a:pt x="79987" y="45672"/>
                      <a:pt x="80007" y="45672"/>
                    </a:cubicBezTo>
                    <a:cubicBezTo>
                      <a:pt x="80236" y="45672"/>
                      <a:pt x="80327" y="45246"/>
                      <a:pt x="80033" y="45204"/>
                    </a:cubicBezTo>
                    <a:cubicBezTo>
                      <a:pt x="79351" y="44986"/>
                      <a:pt x="78652" y="44881"/>
                      <a:pt x="77947" y="44881"/>
                    </a:cubicBezTo>
                    <a:cubicBezTo>
                      <a:pt x="77471" y="44881"/>
                      <a:pt x="76991" y="44929"/>
                      <a:pt x="76512" y="45021"/>
                    </a:cubicBezTo>
                    <a:cubicBezTo>
                      <a:pt x="76283" y="44792"/>
                      <a:pt x="76009" y="44564"/>
                      <a:pt x="75780" y="44381"/>
                    </a:cubicBezTo>
                    <a:cubicBezTo>
                      <a:pt x="76375" y="44289"/>
                      <a:pt x="76969" y="44244"/>
                      <a:pt x="77610" y="44244"/>
                    </a:cubicBezTo>
                    <a:cubicBezTo>
                      <a:pt x="77884" y="44244"/>
                      <a:pt x="77884" y="43741"/>
                      <a:pt x="77610" y="43741"/>
                    </a:cubicBezTo>
                    <a:cubicBezTo>
                      <a:pt x="76832" y="43786"/>
                      <a:pt x="76055" y="43832"/>
                      <a:pt x="75323" y="43924"/>
                    </a:cubicBezTo>
                    <a:cubicBezTo>
                      <a:pt x="75049" y="43695"/>
                      <a:pt x="74866" y="43512"/>
                      <a:pt x="74637" y="43283"/>
                    </a:cubicBezTo>
                    <a:lnTo>
                      <a:pt x="74591" y="43238"/>
                    </a:lnTo>
                    <a:cubicBezTo>
                      <a:pt x="75281" y="43129"/>
                      <a:pt x="75978" y="43074"/>
                      <a:pt x="76674" y="43074"/>
                    </a:cubicBezTo>
                    <a:close/>
                    <a:moveTo>
                      <a:pt x="76603" y="46530"/>
                    </a:moveTo>
                    <a:cubicBezTo>
                      <a:pt x="76878" y="46850"/>
                      <a:pt x="77152" y="47171"/>
                      <a:pt x="77472" y="47491"/>
                    </a:cubicBezTo>
                    <a:cubicBezTo>
                      <a:pt x="77157" y="48574"/>
                      <a:pt x="77108" y="49701"/>
                      <a:pt x="77282" y="50829"/>
                    </a:cubicBezTo>
                    <a:lnTo>
                      <a:pt x="77282" y="50829"/>
                    </a:lnTo>
                    <a:cubicBezTo>
                      <a:pt x="77056" y="50829"/>
                      <a:pt x="76830" y="50830"/>
                      <a:pt x="76603" y="50875"/>
                    </a:cubicBezTo>
                    <a:cubicBezTo>
                      <a:pt x="75826" y="49549"/>
                      <a:pt x="75826" y="47857"/>
                      <a:pt x="76603" y="46530"/>
                    </a:cubicBezTo>
                    <a:close/>
                    <a:moveTo>
                      <a:pt x="77838" y="47994"/>
                    </a:moveTo>
                    <a:cubicBezTo>
                      <a:pt x="78524" y="48771"/>
                      <a:pt x="78890" y="49823"/>
                      <a:pt x="78799" y="50921"/>
                    </a:cubicBezTo>
                    <a:lnTo>
                      <a:pt x="78707" y="50921"/>
                    </a:lnTo>
                    <a:cubicBezTo>
                      <a:pt x="78387" y="50921"/>
                      <a:pt x="78113" y="50875"/>
                      <a:pt x="77792" y="50875"/>
                    </a:cubicBezTo>
                    <a:cubicBezTo>
                      <a:pt x="77610" y="49915"/>
                      <a:pt x="77610" y="48954"/>
                      <a:pt x="77838" y="47994"/>
                    </a:cubicBezTo>
                    <a:close/>
                    <a:moveTo>
                      <a:pt x="75003" y="44975"/>
                    </a:moveTo>
                    <a:cubicBezTo>
                      <a:pt x="75414" y="45341"/>
                      <a:pt x="75826" y="45753"/>
                      <a:pt x="76238" y="46164"/>
                    </a:cubicBezTo>
                    <a:cubicBezTo>
                      <a:pt x="75323" y="47628"/>
                      <a:pt x="75277" y="49412"/>
                      <a:pt x="76055" y="50921"/>
                    </a:cubicBezTo>
                    <a:cubicBezTo>
                      <a:pt x="75689" y="50966"/>
                      <a:pt x="75323" y="51058"/>
                      <a:pt x="74911" y="51104"/>
                    </a:cubicBezTo>
                    <a:cubicBezTo>
                      <a:pt x="75171" y="51017"/>
                      <a:pt x="75062" y="50643"/>
                      <a:pt x="74816" y="50643"/>
                    </a:cubicBezTo>
                    <a:cubicBezTo>
                      <a:pt x="74802" y="50643"/>
                      <a:pt x="74788" y="50644"/>
                      <a:pt x="74774" y="50646"/>
                    </a:cubicBezTo>
                    <a:cubicBezTo>
                      <a:pt x="74772" y="50647"/>
                      <a:pt x="74770" y="50647"/>
                      <a:pt x="74767" y="50647"/>
                    </a:cubicBezTo>
                    <a:cubicBezTo>
                      <a:pt x="74497" y="50647"/>
                      <a:pt x="74317" y="47900"/>
                      <a:pt x="74363" y="47628"/>
                    </a:cubicBezTo>
                    <a:cubicBezTo>
                      <a:pt x="74363" y="46759"/>
                      <a:pt x="74545" y="45890"/>
                      <a:pt x="74820" y="45067"/>
                    </a:cubicBezTo>
                    <a:cubicBezTo>
                      <a:pt x="74866" y="45067"/>
                      <a:pt x="74957" y="45021"/>
                      <a:pt x="75003" y="44975"/>
                    </a:cubicBezTo>
                    <a:close/>
                    <a:moveTo>
                      <a:pt x="73951" y="48588"/>
                    </a:moveTo>
                    <a:lnTo>
                      <a:pt x="73951" y="48588"/>
                    </a:lnTo>
                    <a:cubicBezTo>
                      <a:pt x="73905" y="48680"/>
                      <a:pt x="73905" y="48771"/>
                      <a:pt x="73951" y="48908"/>
                    </a:cubicBezTo>
                    <a:lnTo>
                      <a:pt x="73951" y="48863"/>
                    </a:lnTo>
                    <a:cubicBezTo>
                      <a:pt x="73996" y="49450"/>
                      <a:pt x="74041" y="51150"/>
                      <a:pt x="74834" y="51150"/>
                    </a:cubicBezTo>
                    <a:cubicBezTo>
                      <a:pt x="74844" y="51150"/>
                      <a:pt x="74855" y="51150"/>
                      <a:pt x="74866" y="51149"/>
                    </a:cubicBezTo>
                    <a:lnTo>
                      <a:pt x="74866" y="51149"/>
                    </a:lnTo>
                    <a:lnTo>
                      <a:pt x="74408" y="51241"/>
                    </a:lnTo>
                    <a:lnTo>
                      <a:pt x="74088" y="50875"/>
                    </a:lnTo>
                    <a:lnTo>
                      <a:pt x="72350" y="49183"/>
                    </a:lnTo>
                    <a:cubicBezTo>
                      <a:pt x="72762" y="48863"/>
                      <a:pt x="73265" y="48680"/>
                      <a:pt x="73768" y="48634"/>
                    </a:cubicBezTo>
                    <a:cubicBezTo>
                      <a:pt x="73814" y="48634"/>
                      <a:pt x="73905" y="48634"/>
                      <a:pt x="73951" y="48588"/>
                    </a:cubicBezTo>
                    <a:close/>
                    <a:moveTo>
                      <a:pt x="77655" y="51344"/>
                    </a:moveTo>
                    <a:cubicBezTo>
                      <a:pt x="78010" y="51344"/>
                      <a:pt x="78364" y="51355"/>
                      <a:pt x="78707" y="51378"/>
                    </a:cubicBezTo>
                    <a:cubicBezTo>
                      <a:pt x="78661" y="51607"/>
                      <a:pt x="78570" y="51881"/>
                      <a:pt x="78433" y="52110"/>
                    </a:cubicBezTo>
                    <a:cubicBezTo>
                      <a:pt x="78395" y="51997"/>
                      <a:pt x="78327" y="51915"/>
                      <a:pt x="78227" y="51915"/>
                    </a:cubicBezTo>
                    <a:cubicBezTo>
                      <a:pt x="78206" y="51915"/>
                      <a:pt x="78183" y="51919"/>
                      <a:pt x="78158" y="51927"/>
                    </a:cubicBezTo>
                    <a:cubicBezTo>
                      <a:pt x="77198" y="52064"/>
                      <a:pt x="76238" y="52155"/>
                      <a:pt x="75277" y="52201"/>
                    </a:cubicBezTo>
                    <a:cubicBezTo>
                      <a:pt x="75140" y="52018"/>
                      <a:pt x="75003" y="51835"/>
                      <a:pt x="74820" y="51607"/>
                    </a:cubicBezTo>
                    <a:cubicBezTo>
                      <a:pt x="75323" y="51515"/>
                      <a:pt x="75872" y="51424"/>
                      <a:pt x="76421" y="51378"/>
                    </a:cubicBezTo>
                    <a:lnTo>
                      <a:pt x="76603" y="51378"/>
                    </a:lnTo>
                    <a:cubicBezTo>
                      <a:pt x="76946" y="51355"/>
                      <a:pt x="77301" y="51344"/>
                      <a:pt x="77655" y="51344"/>
                    </a:cubicBezTo>
                    <a:close/>
                    <a:moveTo>
                      <a:pt x="78296" y="52384"/>
                    </a:moveTo>
                    <a:cubicBezTo>
                      <a:pt x="78158" y="52659"/>
                      <a:pt x="77975" y="52933"/>
                      <a:pt x="77792" y="53207"/>
                    </a:cubicBezTo>
                    <a:cubicBezTo>
                      <a:pt x="77758" y="53104"/>
                      <a:pt x="77698" y="53053"/>
                      <a:pt x="77612" y="53053"/>
                    </a:cubicBezTo>
                    <a:cubicBezTo>
                      <a:pt x="77584" y="53053"/>
                      <a:pt x="77552" y="53059"/>
                      <a:pt x="77518" y="53070"/>
                    </a:cubicBezTo>
                    <a:lnTo>
                      <a:pt x="77564" y="53070"/>
                    </a:lnTo>
                    <a:lnTo>
                      <a:pt x="76009" y="53482"/>
                    </a:lnTo>
                    <a:cubicBezTo>
                      <a:pt x="75917" y="53207"/>
                      <a:pt x="75735" y="52933"/>
                      <a:pt x="75597" y="52659"/>
                    </a:cubicBezTo>
                    <a:cubicBezTo>
                      <a:pt x="76466" y="52613"/>
                      <a:pt x="77381" y="52521"/>
                      <a:pt x="78250" y="52384"/>
                    </a:cubicBezTo>
                    <a:close/>
                    <a:moveTo>
                      <a:pt x="77518" y="53573"/>
                    </a:moveTo>
                    <a:cubicBezTo>
                      <a:pt x="77289" y="53848"/>
                      <a:pt x="77106" y="54076"/>
                      <a:pt x="76878" y="54305"/>
                    </a:cubicBezTo>
                    <a:cubicBezTo>
                      <a:pt x="76649" y="54579"/>
                      <a:pt x="76466" y="54717"/>
                      <a:pt x="76283" y="54945"/>
                    </a:cubicBezTo>
                    <a:cubicBezTo>
                      <a:pt x="76283" y="54579"/>
                      <a:pt x="76238" y="54259"/>
                      <a:pt x="76146" y="53939"/>
                    </a:cubicBezTo>
                    <a:lnTo>
                      <a:pt x="77518" y="53573"/>
                    </a:lnTo>
                    <a:close/>
                    <a:moveTo>
                      <a:pt x="75872" y="56775"/>
                    </a:moveTo>
                    <a:cubicBezTo>
                      <a:pt x="79576" y="58467"/>
                      <a:pt x="83280" y="60205"/>
                      <a:pt x="86939" y="61988"/>
                    </a:cubicBezTo>
                    <a:lnTo>
                      <a:pt x="84058" y="64732"/>
                    </a:lnTo>
                    <a:cubicBezTo>
                      <a:pt x="84058" y="64686"/>
                      <a:pt x="84012" y="64641"/>
                      <a:pt x="83966" y="64595"/>
                    </a:cubicBezTo>
                    <a:lnTo>
                      <a:pt x="82000" y="63452"/>
                    </a:lnTo>
                    <a:cubicBezTo>
                      <a:pt x="81967" y="63441"/>
                      <a:pt x="81935" y="63436"/>
                      <a:pt x="81905" y="63436"/>
                    </a:cubicBezTo>
                    <a:cubicBezTo>
                      <a:pt x="81687" y="63436"/>
                      <a:pt x="81570" y="63702"/>
                      <a:pt x="81771" y="63863"/>
                    </a:cubicBezTo>
                    <a:lnTo>
                      <a:pt x="83738" y="65007"/>
                    </a:lnTo>
                    <a:lnTo>
                      <a:pt x="83784" y="65007"/>
                    </a:lnTo>
                    <a:lnTo>
                      <a:pt x="80948" y="67751"/>
                    </a:lnTo>
                    <a:cubicBezTo>
                      <a:pt x="80902" y="67705"/>
                      <a:pt x="80857" y="67659"/>
                      <a:pt x="80857" y="67659"/>
                    </a:cubicBezTo>
                    <a:lnTo>
                      <a:pt x="77838" y="65693"/>
                    </a:lnTo>
                    <a:cubicBezTo>
                      <a:pt x="77800" y="65673"/>
                      <a:pt x="77762" y="65665"/>
                      <a:pt x="77727" y="65665"/>
                    </a:cubicBezTo>
                    <a:cubicBezTo>
                      <a:pt x="77510" y="65665"/>
                      <a:pt x="77373" y="65986"/>
                      <a:pt x="77610" y="66104"/>
                    </a:cubicBezTo>
                    <a:lnTo>
                      <a:pt x="80582" y="68071"/>
                    </a:lnTo>
                    <a:lnTo>
                      <a:pt x="77930" y="70632"/>
                    </a:lnTo>
                    <a:lnTo>
                      <a:pt x="76558" y="69488"/>
                    </a:lnTo>
                    <a:cubicBezTo>
                      <a:pt x="76500" y="69450"/>
                      <a:pt x="76441" y="69434"/>
                      <a:pt x="76384" y="69434"/>
                    </a:cubicBezTo>
                    <a:cubicBezTo>
                      <a:pt x="76173" y="69434"/>
                      <a:pt x="76011" y="69664"/>
                      <a:pt x="76192" y="69809"/>
                    </a:cubicBezTo>
                    <a:lnTo>
                      <a:pt x="77610" y="70952"/>
                    </a:lnTo>
                    <a:lnTo>
                      <a:pt x="74591" y="73879"/>
                    </a:lnTo>
                    <a:lnTo>
                      <a:pt x="66817" y="65875"/>
                    </a:lnTo>
                    <a:lnTo>
                      <a:pt x="68783" y="63817"/>
                    </a:lnTo>
                    <a:cubicBezTo>
                      <a:pt x="70292" y="65007"/>
                      <a:pt x="71756" y="66196"/>
                      <a:pt x="73219" y="67430"/>
                    </a:cubicBezTo>
                    <a:cubicBezTo>
                      <a:pt x="73267" y="67468"/>
                      <a:pt x="73318" y="67485"/>
                      <a:pt x="73367" y="67485"/>
                    </a:cubicBezTo>
                    <a:cubicBezTo>
                      <a:pt x="73557" y="67485"/>
                      <a:pt x="73721" y="67246"/>
                      <a:pt x="73539" y="67065"/>
                    </a:cubicBezTo>
                    <a:cubicBezTo>
                      <a:pt x="72076" y="65875"/>
                      <a:pt x="70612" y="64641"/>
                      <a:pt x="69149" y="63497"/>
                    </a:cubicBezTo>
                    <a:lnTo>
                      <a:pt x="70841" y="61759"/>
                    </a:lnTo>
                    <a:lnTo>
                      <a:pt x="70887" y="61805"/>
                    </a:lnTo>
                    <a:lnTo>
                      <a:pt x="74408" y="64138"/>
                    </a:lnTo>
                    <a:cubicBezTo>
                      <a:pt x="74448" y="64170"/>
                      <a:pt x="74488" y="64183"/>
                      <a:pt x="74526" y="64183"/>
                    </a:cubicBezTo>
                    <a:cubicBezTo>
                      <a:pt x="74703" y="64183"/>
                      <a:pt x="74826" y="63877"/>
                      <a:pt x="74637" y="63726"/>
                    </a:cubicBezTo>
                    <a:lnTo>
                      <a:pt x="71207" y="61439"/>
                    </a:lnTo>
                    <a:lnTo>
                      <a:pt x="73494" y="59153"/>
                    </a:lnTo>
                    <a:lnTo>
                      <a:pt x="73539" y="59198"/>
                    </a:lnTo>
                    <a:cubicBezTo>
                      <a:pt x="74774" y="59793"/>
                      <a:pt x="76009" y="60433"/>
                      <a:pt x="77198" y="61165"/>
                    </a:cubicBezTo>
                    <a:cubicBezTo>
                      <a:pt x="77236" y="61184"/>
                      <a:pt x="77273" y="61192"/>
                      <a:pt x="77308" y="61192"/>
                    </a:cubicBezTo>
                    <a:cubicBezTo>
                      <a:pt x="77526" y="61192"/>
                      <a:pt x="77663" y="60865"/>
                      <a:pt x="77427" y="60708"/>
                    </a:cubicBezTo>
                    <a:cubicBezTo>
                      <a:pt x="76238" y="60022"/>
                      <a:pt x="75049" y="59381"/>
                      <a:pt x="73814" y="58787"/>
                    </a:cubicBezTo>
                    <a:lnTo>
                      <a:pt x="74591" y="58009"/>
                    </a:lnTo>
                    <a:cubicBezTo>
                      <a:pt x="74957" y="57643"/>
                      <a:pt x="75414" y="57232"/>
                      <a:pt x="75872" y="56775"/>
                    </a:cubicBezTo>
                    <a:close/>
                    <a:moveTo>
                      <a:pt x="37364" y="7383"/>
                    </a:moveTo>
                    <a:cubicBezTo>
                      <a:pt x="38965" y="8846"/>
                      <a:pt x="40474" y="10401"/>
                      <a:pt x="41983" y="11910"/>
                    </a:cubicBezTo>
                    <a:lnTo>
                      <a:pt x="42807" y="12733"/>
                    </a:lnTo>
                    <a:cubicBezTo>
                      <a:pt x="42624" y="12779"/>
                      <a:pt x="42486" y="12916"/>
                      <a:pt x="42395" y="13099"/>
                    </a:cubicBezTo>
                    <a:cubicBezTo>
                      <a:pt x="42302" y="13286"/>
                      <a:pt x="42484" y="13452"/>
                      <a:pt x="42653" y="13452"/>
                    </a:cubicBezTo>
                    <a:cubicBezTo>
                      <a:pt x="42732" y="13452"/>
                      <a:pt x="42809" y="13415"/>
                      <a:pt x="42852" y="13328"/>
                    </a:cubicBezTo>
                    <a:cubicBezTo>
                      <a:pt x="42852" y="13236"/>
                      <a:pt x="42944" y="13191"/>
                      <a:pt x="43035" y="13191"/>
                    </a:cubicBezTo>
                    <a:cubicBezTo>
                      <a:pt x="43081" y="13145"/>
                      <a:pt x="43127" y="13145"/>
                      <a:pt x="43172" y="13099"/>
                    </a:cubicBezTo>
                    <a:lnTo>
                      <a:pt x="45459" y="15386"/>
                    </a:lnTo>
                    <a:cubicBezTo>
                      <a:pt x="45299" y="15432"/>
                      <a:pt x="45128" y="15455"/>
                      <a:pt x="44956" y="15455"/>
                    </a:cubicBezTo>
                    <a:cubicBezTo>
                      <a:pt x="44785" y="15455"/>
                      <a:pt x="44613" y="15432"/>
                      <a:pt x="44453" y="15386"/>
                    </a:cubicBezTo>
                    <a:cubicBezTo>
                      <a:pt x="44438" y="15384"/>
                      <a:pt x="44423" y="15383"/>
                      <a:pt x="44409" y="15383"/>
                    </a:cubicBezTo>
                    <a:cubicBezTo>
                      <a:pt x="44125" y="15383"/>
                      <a:pt x="44057" y="15800"/>
                      <a:pt x="44362" y="15843"/>
                    </a:cubicBezTo>
                    <a:cubicBezTo>
                      <a:pt x="44572" y="15901"/>
                      <a:pt x="44783" y="15926"/>
                      <a:pt x="44990" y="15926"/>
                    </a:cubicBezTo>
                    <a:cubicBezTo>
                      <a:pt x="45278" y="15926"/>
                      <a:pt x="45559" y="15877"/>
                      <a:pt x="45825" y="15798"/>
                    </a:cubicBezTo>
                    <a:lnTo>
                      <a:pt x="46145" y="16072"/>
                    </a:lnTo>
                    <a:cubicBezTo>
                      <a:pt x="45873" y="16344"/>
                      <a:pt x="45524" y="16490"/>
                      <a:pt x="45175" y="16490"/>
                    </a:cubicBezTo>
                    <a:cubicBezTo>
                      <a:pt x="45055" y="16490"/>
                      <a:pt x="44936" y="16473"/>
                      <a:pt x="44819" y="16438"/>
                    </a:cubicBezTo>
                    <a:cubicBezTo>
                      <a:pt x="44792" y="16430"/>
                      <a:pt x="44767" y="16427"/>
                      <a:pt x="44743" y="16427"/>
                    </a:cubicBezTo>
                    <a:cubicBezTo>
                      <a:pt x="44479" y="16427"/>
                      <a:pt x="44388" y="16857"/>
                      <a:pt x="44682" y="16941"/>
                    </a:cubicBezTo>
                    <a:cubicBezTo>
                      <a:pt x="44822" y="16976"/>
                      <a:pt x="44965" y="16993"/>
                      <a:pt x="45108" y="16993"/>
                    </a:cubicBezTo>
                    <a:cubicBezTo>
                      <a:pt x="45525" y="16993"/>
                      <a:pt x="45942" y="16847"/>
                      <a:pt x="46282" y="16575"/>
                    </a:cubicBezTo>
                    <a:lnTo>
                      <a:pt x="46282" y="16575"/>
                    </a:lnTo>
                    <a:cubicBezTo>
                      <a:pt x="46191" y="17307"/>
                      <a:pt x="46145" y="18038"/>
                      <a:pt x="46191" y="18770"/>
                    </a:cubicBezTo>
                    <a:cubicBezTo>
                      <a:pt x="45916" y="18770"/>
                      <a:pt x="45825" y="19182"/>
                      <a:pt x="46145" y="19228"/>
                    </a:cubicBezTo>
                    <a:cubicBezTo>
                      <a:pt x="46508" y="19314"/>
                      <a:pt x="46883" y="19355"/>
                      <a:pt x="47260" y="19355"/>
                    </a:cubicBezTo>
                    <a:cubicBezTo>
                      <a:pt x="47880" y="19355"/>
                      <a:pt x="48503" y="19244"/>
                      <a:pt x="49072" y="19045"/>
                    </a:cubicBezTo>
                    <a:lnTo>
                      <a:pt x="49941" y="19914"/>
                    </a:lnTo>
                    <a:cubicBezTo>
                      <a:pt x="49392" y="20142"/>
                      <a:pt x="48798" y="20279"/>
                      <a:pt x="48157" y="20325"/>
                    </a:cubicBezTo>
                    <a:cubicBezTo>
                      <a:pt x="48135" y="20302"/>
                      <a:pt x="48100" y="20291"/>
                      <a:pt x="48066" y="20291"/>
                    </a:cubicBezTo>
                    <a:cubicBezTo>
                      <a:pt x="48032" y="20291"/>
                      <a:pt x="47997" y="20302"/>
                      <a:pt x="47974" y="20325"/>
                    </a:cubicBezTo>
                    <a:cubicBezTo>
                      <a:pt x="47563" y="20325"/>
                      <a:pt x="47151" y="20279"/>
                      <a:pt x="46694" y="20188"/>
                    </a:cubicBezTo>
                    <a:cubicBezTo>
                      <a:pt x="46671" y="20180"/>
                      <a:pt x="46649" y="20177"/>
                      <a:pt x="46629" y="20177"/>
                    </a:cubicBezTo>
                    <a:cubicBezTo>
                      <a:pt x="46400" y="20177"/>
                      <a:pt x="46309" y="20603"/>
                      <a:pt x="46602" y="20645"/>
                    </a:cubicBezTo>
                    <a:cubicBezTo>
                      <a:pt x="46945" y="20748"/>
                      <a:pt x="47288" y="20800"/>
                      <a:pt x="47631" y="20800"/>
                    </a:cubicBezTo>
                    <a:cubicBezTo>
                      <a:pt x="47746" y="20800"/>
                      <a:pt x="47860" y="20794"/>
                      <a:pt x="47974" y="20782"/>
                    </a:cubicBezTo>
                    <a:cubicBezTo>
                      <a:pt x="48386" y="21423"/>
                      <a:pt x="48843" y="21972"/>
                      <a:pt x="49346" y="22520"/>
                    </a:cubicBezTo>
                    <a:cubicBezTo>
                      <a:pt x="49397" y="22571"/>
                      <a:pt x="49453" y="22593"/>
                      <a:pt x="49506" y="22593"/>
                    </a:cubicBezTo>
                    <a:cubicBezTo>
                      <a:pt x="49691" y="22593"/>
                      <a:pt x="49844" y="22332"/>
                      <a:pt x="49667" y="22154"/>
                    </a:cubicBezTo>
                    <a:cubicBezTo>
                      <a:pt x="49255" y="21743"/>
                      <a:pt x="48889" y="21286"/>
                      <a:pt x="48523" y="20782"/>
                    </a:cubicBezTo>
                    <a:cubicBezTo>
                      <a:pt x="48798" y="20737"/>
                      <a:pt x="49072" y="20691"/>
                      <a:pt x="49346" y="20600"/>
                    </a:cubicBezTo>
                    <a:cubicBezTo>
                      <a:pt x="49346" y="20691"/>
                      <a:pt x="49346" y="20737"/>
                      <a:pt x="49392" y="20782"/>
                    </a:cubicBezTo>
                    <a:cubicBezTo>
                      <a:pt x="50078" y="21468"/>
                      <a:pt x="51039" y="21834"/>
                      <a:pt x="51999" y="21880"/>
                    </a:cubicBezTo>
                    <a:lnTo>
                      <a:pt x="53371" y="23252"/>
                    </a:lnTo>
                    <a:cubicBezTo>
                      <a:pt x="53187" y="23295"/>
                      <a:pt x="53003" y="23315"/>
                      <a:pt x="52820" y="23315"/>
                    </a:cubicBezTo>
                    <a:cubicBezTo>
                      <a:pt x="52413" y="23315"/>
                      <a:pt x="52012" y="23213"/>
                      <a:pt x="51633" y="23023"/>
                    </a:cubicBezTo>
                    <a:cubicBezTo>
                      <a:pt x="51595" y="23004"/>
                      <a:pt x="51557" y="22996"/>
                      <a:pt x="51522" y="22996"/>
                    </a:cubicBezTo>
                    <a:cubicBezTo>
                      <a:pt x="51305" y="22996"/>
                      <a:pt x="51168" y="23317"/>
                      <a:pt x="51404" y="23435"/>
                    </a:cubicBezTo>
                    <a:cubicBezTo>
                      <a:pt x="51850" y="23686"/>
                      <a:pt x="52329" y="23801"/>
                      <a:pt x="52812" y="23801"/>
                    </a:cubicBezTo>
                    <a:cubicBezTo>
                      <a:pt x="53122" y="23801"/>
                      <a:pt x="53433" y="23753"/>
                      <a:pt x="53737" y="23664"/>
                    </a:cubicBezTo>
                    <a:lnTo>
                      <a:pt x="57624" y="27551"/>
                    </a:lnTo>
                    <a:cubicBezTo>
                      <a:pt x="57487" y="27734"/>
                      <a:pt x="57304" y="27917"/>
                      <a:pt x="57075" y="28008"/>
                    </a:cubicBezTo>
                    <a:cubicBezTo>
                      <a:pt x="56828" y="28091"/>
                      <a:pt x="56989" y="28433"/>
                      <a:pt x="57224" y="28433"/>
                    </a:cubicBezTo>
                    <a:cubicBezTo>
                      <a:pt x="57250" y="28433"/>
                      <a:pt x="57277" y="28429"/>
                      <a:pt x="57304" y="28420"/>
                    </a:cubicBezTo>
                    <a:cubicBezTo>
                      <a:pt x="57578" y="28328"/>
                      <a:pt x="57807" y="28146"/>
                      <a:pt x="57990" y="27917"/>
                    </a:cubicBezTo>
                    <a:lnTo>
                      <a:pt x="58676" y="28603"/>
                    </a:lnTo>
                    <a:cubicBezTo>
                      <a:pt x="58630" y="28603"/>
                      <a:pt x="58630" y="28603"/>
                      <a:pt x="58585" y="28649"/>
                    </a:cubicBezTo>
                    <a:cubicBezTo>
                      <a:pt x="58219" y="28923"/>
                      <a:pt x="57761" y="29106"/>
                      <a:pt x="57304" y="29197"/>
                    </a:cubicBezTo>
                    <a:cubicBezTo>
                      <a:pt x="56999" y="29241"/>
                      <a:pt x="57109" y="29658"/>
                      <a:pt x="57357" y="29658"/>
                    </a:cubicBezTo>
                    <a:cubicBezTo>
                      <a:pt x="57370" y="29658"/>
                      <a:pt x="57382" y="29657"/>
                      <a:pt x="57395" y="29655"/>
                    </a:cubicBezTo>
                    <a:cubicBezTo>
                      <a:pt x="57990" y="29563"/>
                      <a:pt x="58493" y="29335"/>
                      <a:pt x="58950" y="28969"/>
                    </a:cubicBezTo>
                    <a:lnTo>
                      <a:pt x="58950" y="28923"/>
                    </a:lnTo>
                    <a:lnTo>
                      <a:pt x="67594" y="37567"/>
                    </a:lnTo>
                    <a:cubicBezTo>
                      <a:pt x="67137" y="38070"/>
                      <a:pt x="66817" y="38710"/>
                      <a:pt x="66634" y="39396"/>
                    </a:cubicBezTo>
                    <a:cubicBezTo>
                      <a:pt x="66579" y="39586"/>
                      <a:pt x="66719" y="39696"/>
                      <a:pt x="66860" y="39696"/>
                    </a:cubicBezTo>
                    <a:cubicBezTo>
                      <a:pt x="66956" y="39696"/>
                      <a:pt x="67054" y="39644"/>
                      <a:pt x="67091" y="39533"/>
                    </a:cubicBezTo>
                    <a:cubicBezTo>
                      <a:pt x="67228" y="38893"/>
                      <a:pt x="67548" y="38344"/>
                      <a:pt x="67960" y="37932"/>
                    </a:cubicBezTo>
                    <a:lnTo>
                      <a:pt x="68417" y="38390"/>
                    </a:lnTo>
                    <a:cubicBezTo>
                      <a:pt x="67823" y="38893"/>
                      <a:pt x="67503" y="39670"/>
                      <a:pt x="67594" y="40448"/>
                    </a:cubicBezTo>
                    <a:cubicBezTo>
                      <a:pt x="67618" y="40614"/>
                      <a:pt x="67752" y="40694"/>
                      <a:pt x="67877" y="40694"/>
                    </a:cubicBezTo>
                    <a:cubicBezTo>
                      <a:pt x="67991" y="40694"/>
                      <a:pt x="68097" y="40625"/>
                      <a:pt x="68097" y="40494"/>
                    </a:cubicBezTo>
                    <a:cubicBezTo>
                      <a:pt x="68588" y="40712"/>
                      <a:pt x="69112" y="40816"/>
                      <a:pt x="69630" y="40816"/>
                    </a:cubicBezTo>
                    <a:cubicBezTo>
                      <a:pt x="69980" y="40816"/>
                      <a:pt x="70326" y="40769"/>
                      <a:pt x="70658" y="40676"/>
                    </a:cubicBezTo>
                    <a:cubicBezTo>
                      <a:pt x="70887" y="40859"/>
                      <a:pt x="71070" y="41042"/>
                      <a:pt x="71253" y="41225"/>
                    </a:cubicBezTo>
                    <a:cubicBezTo>
                      <a:pt x="71161" y="41271"/>
                      <a:pt x="71161" y="41362"/>
                      <a:pt x="71161" y="41408"/>
                    </a:cubicBezTo>
                    <a:cubicBezTo>
                      <a:pt x="70801" y="41511"/>
                      <a:pt x="70434" y="41563"/>
                      <a:pt x="70069" y="41563"/>
                    </a:cubicBezTo>
                    <a:cubicBezTo>
                      <a:pt x="69459" y="41563"/>
                      <a:pt x="68852" y="41420"/>
                      <a:pt x="68280" y="41134"/>
                    </a:cubicBezTo>
                    <a:cubicBezTo>
                      <a:pt x="68242" y="41115"/>
                      <a:pt x="68204" y="41106"/>
                      <a:pt x="68169" y="41106"/>
                    </a:cubicBezTo>
                    <a:cubicBezTo>
                      <a:pt x="67952" y="41106"/>
                      <a:pt x="67815" y="41427"/>
                      <a:pt x="68051" y="41545"/>
                    </a:cubicBezTo>
                    <a:cubicBezTo>
                      <a:pt x="68700" y="41897"/>
                      <a:pt x="69412" y="42072"/>
                      <a:pt x="70123" y="42072"/>
                    </a:cubicBezTo>
                    <a:cubicBezTo>
                      <a:pt x="70614" y="42072"/>
                      <a:pt x="71105" y="41988"/>
                      <a:pt x="71573" y="41820"/>
                    </a:cubicBezTo>
                    <a:cubicBezTo>
                      <a:pt x="71664" y="41774"/>
                      <a:pt x="71664" y="41774"/>
                      <a:pt x="71710" y="41728"/>
                    </a:cubicBezTo>
                    <a:lnTo>
                      <a:pt x="73173" y="43192"/>
                    </a:lnTo>
                    <a:cubicBezTo>
                      <a:pt x="73265" y="44106"/>
                      <a:pt x="73448" y="45021"/>
                      <a:pt x="73631" y="45936"/>
                    </a:cubicBezTo>
                    <a:cubicBezTo>
                      <a:pt x="73656" y="46038"/>
                      <a:pt x="73754" y="46098"/>
                      <a:pt x="73851" y="46098"/>
                    </a:cubicBezTo>
                    <a:cubicBezTo>
                      <a:pt x="73927" y="46098"/>
                      <a:pt x="74002" y="46062"/>
                      <a:pt x="74042" y="45982"/>
                    </a:cubicBezTo>
                    <a:lnTo>
                      <a:pt x="74042" y="45982"/>
                    </a:lnTo>
                    <a:cubicBezTo>
                      <a:pt x="73905" y="46713"/>
                      <a:pt x="73859" y="47445"/>
                      <a:pt x="73905" y="48222"/>
                    </a:cubicBezTo>
                    <a:cubicBezTo>
                      <a:pt x="73859" y="48177"/>
                      <a:pt x="73814" y="48177"/>
                      <a:pt x="73722" y="48177"/>
                    </a:cubicBezTo>
                    <a:cubicBezTo>
                      <a:pt x="73128" y="48222"/>
                      <a:pt x="72487" y="48451"/>
                      <a:pt x="71984" y="48817"/>
                    </a:cubicBezTo>
                    <a:lnTo>
                      <a:pt x="71024" y="47902"/>
                    </a:lnTo>
                    <a:cubicBezTo>
                      <a:pt x="71573" y="47491"/>
                      <a:pt x="72213" y="47262"/>
                      <a:pt x="72899" y="47216"/>
                    </a:cubicBezTo>
                    <a:cubicBezTo>
                      <a:pt x="72945" y="47262"/>
                      <a:pt x="72991" y="47285"/>
                      <a:pt x="73036" y="47285"/>
                    </a:cubicBezTo>
                    <a:cubicBezTo>
                      <a:pt x="73082" y="47285"/>
                      <a:pt x="73128" y="47262"/>
                      <a:pt x="73173" y="47216"/>
                    </a:cubicBezTo>
                    <a:cubicBezTo>
                      <a:pt x="73311" y="47216"/>
                      <a:pt x="73494" y="47262"/>
                      <a:pt x="73631" y="47262"/>
                    </a:cubicBezTo>
                    <a:cubicBezTo>
                      <a:pt x="73644" y="47264"/>
                      <a:pt x="73657" y="47265"/>
                      <a:pt x="73669" y="47265"/>
                    </a:cubicBezTo>
                    <a:cubicBezTo>
                      <a:pt x="73917" y="47265"/>
                      <a:pt x="74027" y="46848"/>
                      <a:pt x="73722" y="46805"/>
                    </a:cubicBezTo>
                    <a:cubicBezTo>
                      <a:pt x="73539" y="46759"/>
                      <a:pt x="73311" y="46759"/>
                      <a:pt x="73128" y="46759"/>
                    </a:cubicBezTo>
                    <a:cubicBezTo>
                      <a:pt x="72625" y="46256"/>
                      <a:pt x="72305" y="45616"/>
                      <a:pt x="72167" y="44930"/>
                    </a:cubicBezTo>
                    <a:cubicBezTo>
                      <a:pt x="72130" y="44799"/>
                      <a:pt x="72032" y="44744"/>
                      <a:pt x="71931" y="44744"/>
                    </a:cubicBezTo>
                    <a:cubicBezTo>
                      <a:pt x="71786" y="44744"/>
                      <a:pt x="71637" y="44859"/>
                      <a:pt x="71664" y="45021"/>
                    </a:cubicBezTo>
                    <a:cubicBezTo>
                      <a:pt x="71801" y="45661"/>
                      <a:pt x="72076" y="46302"/>
                      <a:pt x="72487" y="46805"/>
                    </a:cubicBezTo>
                    <a:cubicBezTo>
                      <a:pt x="71847" y="46896"/>
                      <a:pt x="71253" y="47125"/>
                      <a:pt x="70704" y="47536"/>
                    </a:cubicBezTo>
                    <a:lnTo>
                      <a:pt x="70704" y="47582"/>
                    </a:lnTo>
                    <a:lnTo>
                      <a:pt x="68920" y="45844"/>
                    </a:lnTo>
                    <a:cubicBezTo>
                      <a:pt x="68869" y="45793"/>
                      <a:pt x="68814" y="45772"/>
                      <a:pt x="68761" y="45772"/>
                    </a:cubicBezTo>
                    <a:cubicBezTo>
                      <a:pt x="68576" y="45772"/>
                      <a:pt x="68422" y="46032"/>
                      <a:pt x="68600" y="46210"/>
                    </a:cubicBezTo>
                    <a:lnTo>
                      <a:pt x="72716" y="50235"/>
                    </a:lnTo>
                    <a:cubicBezTo>
                      <a:pt x="73173" y="50646"/>
                      <a:pt x="73631" y="51104"/>
                      <a:pt x="74088" y="51561"/>
                    </a:cubicBezTo>
                    <a:cubicBezTo>
                      <a:pt x="74134" y="51607"/>
                      <a:pt x="74180" y="51652"/>
                      <a:pt x="74225" y="51698"/>
                    </a:cubicBezTo>
                    <a:cubicBezTo>
                      <a:pt x="75140" y="52704"/>
                      <a:pt x="75917" y="53802"/>
                      <a:pt x="75780" y="55220"/>
                    </a:cubicBezTo>
                    <a:cubicBezTo>
                      <a:pt x="75780" y="55265"/>
                      <a:pt x="75780" y="55357"/>
                      <a:pt x="75826" y="55403"/>
                    </a:cubicBezTo>
                    <a:cubicBezTo>
                      <a:pt x="73539" y="57735"/>
                      <a:pt x="71207" y="60022"/>
                      <a:pt x="68875" y="62354"/>
                    </a:cubicBezTo>
                    <a:lnTo>
                      <a:pt x="61283" y="70083"/>
                    </a:lnTo>
                    <a:lnTo>
                      <a:pt x="57624" y="73787"/>
                    </a:lnTo>
                    <a:cubicBezTo>
                      <a:pt x="56252" y="75205"/>
                      <a:pt x="54880" y="77034"/>
                      <a:pt x="53142" y="78086"/>
                    </a:cubicBezTo>
                    <a:cubicBezTo>
                      <a:pt x="52659" y="78382"/>
                      <a:pt x="52156" y="78511"/>
                      <a:pt x="51643" y="78511"/>
                    </a:cubicBezTo>
                    <a:cubicBezTo>
                      <a:pt x="48659" y="78511"/>
                      <a:pt x="45327" y="74119"/>
                      <a:pt x="43493" y="72324"/>
                    </a:cubicBezTo>
                    <a:cubicBezTo>
                      <a:pt x="40520" y="69397"/>
                      <a:pt x="37593" y="66424"/>
                      <a:pt x="34666" y="63406"/>
                    </a:cubicBezTo>
                    <a:lnTo>
                      <a:pt x="34575" y="63360"/>
                    </a:lnTo>
                    <a:cubicBezTo>
                      <a:pt x="34529" y="63223"/>
                      <a:pt x="34437" y="63131"/>
                      <a:pt x="34300" y="63086"/>
                    </a:cubicBezTo>
                    <a:cubicBezTo>
                      <a:pt x="29224" y="57918"/>
                      <a:pt x="24193" y="52704"/>
                      <a:pt x="18934" y="47719"/>
                    </a:cubicBezTo>
                    <a:cubicBezTo>
                      <a:pt x="15184" y="44152"/>
                      <a:pt x="11022" y="40722"/>
                      <a:pt x="7684" y="36652"/>
                    </a:cubicBezTo>
                    <a:cubicBezTo>
                      <a:pt x="17242" y="26545"/>
                      <a:pt x="27120" y="16804"/>
                      <a:pt x="37364" y="7428"/>
                    </a:cubicBezTo>
                    <a:lnTo>
                      <a:pt x="37364" y="7383"/>
                    </a:lnTo>
                    <a:close/>
                    <a:moveTo>
                      <a:pt x="46145" y="76211"/>
                    </a:moveTo>
                    <a:lnTo>
                      <a:pt x="46145" y="76211"/>
                    </a:lnTo>
                    <a:cubicBezTo>
                      <a:pt x="46602" y="76669"/>
                      <a:pt x="47060" y="77126"/>
                      <a:pt x="47517" y="77583"/>
                    </a:cubicBezTo>
                    <a:lnTo>
                      <a:pt x="46374" y="79367"/>
                    </a:lnTo>
                    <a:cubicBezTo>
                      <a:pt x="46054" y="78361"/>
                      <a:pt x="46008" y="77263"/>
                      <a:pt x="46145" y="76211"/>
                    </a:cubicBezTo>
                    <a:close/>
                    <a:moveTo>
                      <a:pt x="44819" y="74931"/>
                    </a:moveTo>
                    <a:lnTo>
                      <a:pt x="45734" y="75800"/>
                    </a:lnTo>
                    <a:cubicBezTo>
                      <a:pt x="45459" y="77172"/>
                      <a:pt x="45551" y="78589"/>
                      <a:pt x="46008" y="79916"/>
                    </a:cubicBezTo>
                    <a:lnTo>
                      <a:pt x="45551" y="80602"/>
                    </a:lnTo>
                    <a:cubicBezTo>
                      <a:pt x="44819" y="78818"/>
                      <a:pt x="44544" y="76851"/>
                      <a:pt x="44819" y="74931"/>
                    </a:cubicBezTo>
                    <a:close/>
                    <a:moveTo>
                      <a:pt x="66496" y="66241"/>
                    </a:moveTo>
                    <a:lnTo>
                      <a:pt x="74271" y="74245"/>
                    </a:lnTo>
                    <a:cubicBezTo>
                      <a:pt x="72991" y="75525"/>
                      <a:pt x="71756" y="76851"/>
                      <a:pt x="70475" y="78178"/>
                    </a:cubicBezTo>
                    <a:lnTo>
                      <a:pt x="67045" y="72827"/>
                    </a:lnTo>
                    <a:cubicBezTo>
                      <a:pt x="67005" y="72760"/>
                      <a:pt x="66941" y="72732"/>
                      <a:pt x="66875" y="72732"/>
                    </a:cubicBezTo>
                    <a:cubicBezTo>
                      <a:pt x="66714" y="72732"/>
                      <a:pt x="66537" y="72894"/>
                      <a:pt x="66634" y="73056"/>
                    </a:cubicBezTo>
                    <a:lnTo>
                      <a:pt x="70155" y="78498"/>
                    </a:lnTo>
                    <a:lnTo>
                      <a:pt x="70201" y="78544"/>
                    </a:lnTo>
                    <a:cubicBezTo>
                      <a:pt x="69378" y="79413"/>
                      <a:pt x="68554" y="80281"/>
                      <a:pt x="67731" y="81105"/>
                    </a:cubicBezTo>
                    <a:cubicBezTo>
                      <a:pt x="67091" y="79870"/>
                      <a:pt x="66405" y="78681"/>
                      <a:pt x="65719" y="77446"/>
                    </a:cubicBezTo>
                    <a:cubicBezTo>
                      <a:pt x="65675" y="77358"/>
                      <a:pt x="65603" y="77322"/>
                      <a:pt x="65531" y="77322"/>
                    </a:cubicBezTo>
                    <a:cubicBezTo>
                      <a:pt x="65375" y="77322"/>
                      <a:pt x="65214" y="77488"/>
                      <a:pt x="65307" y="77675"/>
                    </a:cubicBezTo>
                    <a:cubicBezTo>
                      <a:pt x="65993" y="78955"/>
                      <a:pt x="66679" y="80190"/>
                      <a:pt x="67411" y="81471"/>
                    </a:cubicBezTo>
                    <a:cubicBezTo>
                      <a:pt x="66496" y="82385"/>
                      <a:pt x="65536" y="83300"/>
                      <a:pt x="64576" y="84169"/>
                    </a:cubicBezTo>
                    <a:cubicBezTo>
                      <a:pt x="64484" y="84077"/>
                      <a:pt x="64438" y="83940"/>
                      <a:pt x="64438" y="83803"/>
                    </a:cubicBezTo>
                    <a:cubicBezTo>
                      <a:pt x="64438" y="83643"/>
                      <a:pt x="64324" y="83563"/>
                      <a:pt x="64210" y="83563"/>
                    </a:cubicBezTo>
                    <a:cubicBezTo>
                      <a:pt x="64095" y="83563"/>
                      <a:pt x="63981" y="83643"/>
                      <a:pt x="63981" y="83803"/>
                    </a:cubicBezTo>
                    <a:cubicBezTo>
                      <a:pt x="63935" y="84077"/>
                      <a:pt x="64027" y="84306"/>
                      <a:pt x="64210" y="84489"/>
                    </a:cubicBezTo>
                    <a:cubicBezTo>
                      <a:pt x="63569" y="85083"/>
                      <a:pt x="62929" y="85587"/>
                      <a:pt x="62243" y="86135"/>
                    </a:cubicBezTo>
                    <a:cubicBezTo>
                      <a:pt x="60460" y="82705"/>
                      <a:pt x="58813" y="79230"/>
                      <a:pt x="57213" y="75662"/>
                    </a:cubicBezTo>
                    <a:lnTo>
                      <a:pt x="59088" y="73787"/>
                    </a:lnTo>
                    <a:cubicBezTo>
                      <a:pt x="60322" y="75937"/>
                      <a:pt x="61420" y="78086"/>
                      <a:pt x="62472" y="80327"/>
                    </a:cubicBezTo>
                    <a:cubicBezTo>
                      <a:pt x="62501" y="80430"/>
                      <a:pt x="62568" y="80471"/>
                      <a:pt x="62641" y="80471"/>
                    </a:cubicBezTo>
                    <a:cubicBezTo>
                      <a:pt x="62795" y="80471"/>
                      <a:pt x="62977" y="80285"/>
                      <a:pt x="62883" y="80099"/>
                    </a:cubicBezTo>
                    <a:cubicBezTo>
                      <a:pt x="61832" y="77812"/>
                      <a:pt x="60688" y="75571"/>
                      <a:pt x="59453" y="73421"/>
                    </a:cubicBezTo>
                    <a:cubicBezTo>
                      <a:pt x="60139" y="72690"/>
                      <a:pt x="60871" y="72004"/>
                      <a:pt x="61557" y="71272"/>
                    </a:cubicBezTo>
                    <a:lnTo>
                      <a:pt x="63752" y="74793"/>
                    </a:lnTo>
                    <a:cubicBezTo>
                      <a:pt x="63805" y="74859"/>
                      <a:pt x="63876" y="74887"/>
                      <a:pt x="63947" y="74887"/>
                    </a:cubicBezTo>
                    <a:cubicBezTo>
                      <a:pt x="64123" y="74887"/>
                      <a:pt x="64294" y="74715"/>
                      <a:pt x="64164" y="74519"/>
                    </a:cubicBezTo>
                    <a:lnTo>
                      <a:pt x="61877" y="70906"/>
                    </a:lnTo>
                    <a:lnTo>
                      <a:pt x="63890" y="68894"/>
                    </a:lnTo>
                    <a:lnTo>
                      <a:pt x="65993" y="72187"/>
                    </a:lnTo>
                    <a:cubicBezTo>
                      <a:pt x="66034" y="72268"/>
                      <a:pt x="66100" y="72302"/>
                      <a:pt x="66167" y="72302"/>
                    </a:cubicBezTo>
                    <a:cubicBezTo>
                      <a:pt x="66327" y="72302"/>
                      <a:pt x="66501" y="72119"/>
                      <a:pt x="66405" y="71958"/>
                    </a:cubicBezTo>
                    <a:lnTo>
                      <a:pt x="64210" y="68528"/>
                    </a:lnTo>
                    <a:lnTo>
                      <a:pt x="65307" y="67430"/>
                    </a:lnTo>
                    <a:lnTo>
                      <a:pt x="66496" y="66241"/>
                    </a:lnTo>
                    <a:close/>
                    <a:moveTo>
                      <a:pt x="34529" y="64686"/>
                    </a:moveTo>
                    <a:cubicBezTo>
                      <a:pt x="36724" y="66927"/>
                      <a:pt x="38874" y="69123"/>
                      <a:pt x="41114" y="71318"/>
                    </a:cubicBezTo>
                    <a:lnTo>
                      <a:pt x="41618" y="71821"/>
                    </a:lnTo>
                    <a:cubicBezTo>
                      <a:pt x="41526" y="71958"/>
                      <a:pt x="41480" y="72095"/>
                      <a:pt x="41480" y="72232"/>
                    </a:cubicBezTo>
                    <a:cubicBezTo>
                      <a:pt x="41452" y="72402"/>
                      <a:pt x="41616" y="72519"/>
                      <a:pt x="41756" y="72519"/>
                    </a:cubicBezTo>
                    <a:cubicBezTo>
                      <a:pt x="41843" y="72519"/>
                      <a:pt x="41920" y="72474"/>
                      <a:pt x="41938" y="72370"/>
                    </a:cubicBezTo>
                    <a:cubicBezTo>
                      <a:pt x="41938" y="72278"/>
                      <a:pt x="41938" y="72232"/>
                      <a:pt x="41983" y="72187"/>
                    </a:cubicBezTo>
                    <a:lnTo>
                      <a:pt x="43081" y="73284"/>
                    </a:lnTo>
                    <a:cubicBezTo>
                      <a:pt x="42852" y="74473"/>
                      <a:pt x="42807" y="75754"/>
                      <a:pt x="42898" y="76989"/>
                    </a:cubicBezTo>
                    <a:cubicBezTo>
                      <a:pt x="42898" y="77149"/>
                      <a:pt x="43024" y="77229"/>
                      <a:pt x="43144" y="77229"/>
                    </a:cubicBezTo>
                    <a:cubicBezTo>
                      <a:pt x="43264" y="77229"/>
                      <a:pt x="43378" y="77149"/>
                      <a:pt x="43355" y="76989"/>
                    </a:cubicBezTo>
                    <a:cubicBezTo>
                      <a:pt x="43264" y="75891"/>
                      <a:pt x="43310" y="74748"/>
                      <a:pt x="43493" y="73650"/>
                    </a:cubicBezTo>
                    <a:lnTo>
                      <a:pt x="44362" y="74519"/>
                    </a:lnTo>
                    <a:cubicBezTo>
                      <a:pt x="43996" y="76760"/>
                      <a:pt x="44270" y="79047"/>
                      <a:pt x="45185" y="81105"/>
                    </a:cubicBezTo>
                    <a:cubicBezTo>
                      <a:pt x="45002" y="81379"/>
                      <a:pt x="44819" y="81653"/>
                      <a:pt x="44636" y="81928"/>
                    </a:cubicBezTo>
                    <a:cubicBezTo>
                      <a:pt x="44270" y="81288"/>
                      <a:pt x="43996" y="80602"/>
                      <a:pt x="43813" y="79916"/>
                    </a:cubicBezTo>
                    <a:cubicBezTo>
                      <a:pt x="43758" y="79788"/>
                      <a:pt x="43660" y="79733"/>
                      <a:pt x="43565" y="79733"/>
                    </a:cubicBezTo>
                    <a:cubicBezTo>
                      <a:pt x="43421" y="79733"/>
                      <a:pt x="43282" y="79860"/>
                      <a:pt x="43310" y="80053"/>
                    </a:cubicBezTo>
                    <a:cubicBezTo>
                      <a:pt x="43493" y="80693"/>
                      <a:pt x="43767" y="81333"/>
                      <a:pt x="44133" y="81928"/>
                    </a:cubicBezTo>
                    <a:lnTo>
                      <a:pt x="43996" y="81928"/>
                    </a:lnTo>
                    <a:cubicBezTo>
                      <a:pt x="43218" y="82065"/>
                      <a:pt x="42486" y="82294"/>
                      <a:pt x="41709" y="82522"/>
                    </a:cubicBezTo>
                    <a:cubicBezTo>
                      <a:pt x="41467" y="82603"/>
                      <a:pt x="41545" y="83003"/>
                      <a:pt x="41755" y="83003"/>
                    </a:cubicBezTo>
                    <a:cubicBezTo>
                      <a:pt x="41783" y="83003"/>
                      <a:pt x="41814" y="82996"/>
                      <a:pt x="41846" y="82980"/>
                    </a:cubicBezTo>
                    <a:cubicBezTo>
                      <a:pt x="42258" y="82843"/>
                      <a:pt x="42669" y="82751"/>
                      <a:pt x="43081" y="82614"/>
                    </a:cubicBezTo>
                    <a:lnTo>
                      <a:pt x="43630" y="82477"/>
                    </a:lnTo>
                    <a:lnTo>
                      <a:pt x="43996" y="82431"/>
                    </a:lnTo>
                    <a:cubicBezTo>
                      <a:pt x="44041" y="82431"/>
                      <a:pt x="44087" y="82385"/>
                      <a:pt x="44133" y="82385"/>
                    </a:cubicBezTo>
                    <a:cubicBezTo>
                      <a:pt x="44179" y="82431"/>
                      <a:pt x="44224" y="82477"/>
                      <a:pt x="44316" y="82477"/>
                    </a:cubicBezTo>
                    <a:cubicBezTo>
                      <a:pt x="44041" y="82843"/>
                      <a:pt x="43813" y="83208"/>
                      <a:pt x="43584" y="83574"/>
                    </a:cubicBezTo>
                    <a:cubicBezTo>
                      <a:pt x="43561" y="83551"/>
                      <a:pt x="43527" y="83540"/>
                      <a:pt x="43498" y="83540"/>
                    </a:cubicBezTo>
                    <a:cubicBezTo>
                      <a:pt x="43470" y="83540"/>
                      <a:pt x="43447" y="83551"/>
                      <a:pt x="43447" y="83574"/>
                    </a:cubicBezTo>
                    <a:cubicBezTo>
                      <a:pt x="42578" y="83757"/>
                      <a:pt x="41755" y="84077"/>
                      <a:pt x="40977" y="84443"/>
                    </a:cubicBezTo>
                    <a:cubicBezTo>
                      <a:pt x="40741" y="84601"/>
                      <a:pt x="40878" y="84928"/>
                      <a:pt x="41096" y="84928"/>
                    </a:cubicBezTo>
                    <a:cubicBezTo>
                      <a:pt x="41131" y="84928"/>
                      <a:pt x="41168" y="84920"/>
                      <a:pt x="41206" y="84901"/>
                    </a:cubicBezTo>
                    <a:cubicBezTo>
                      <a:pt x="41846" y="84535"/>
                      <a:pt x="42486" y="84306"/>
                      <a:pt x="43172" y="84123"/>
                    </a:cubicBezTo>
                    <a:lnTo>
                      <a:pt x="43172" y="84123"/>
                    </a:lnTo>
                    <a:lnTo>
                      <a:pt x="42578" y="84992"/>
                    </a:lnTo>
                    <a:cubicBezTo>
                      <a:pt x="42021" y="85827"/>
                      <a:pt x="41672" y="86800"/>
                      <a:pt x="40629" y="86800"/>
                    </a:cubicBezTo>
                    <a:cubicBezTo>
                      <a:pt x="40472" y="86800"/>
                      <a:pt x="40300" y="86778"/>
                      <a:pt x="40108" y="86730"/>
                    </a:cubicBezTo>
                    <a:cubicBezTo>
                      <a:pt x="39422" y="86547"/>
                      <a:pt x="38553" y="85587"/>
                      <a:pt x="38005" y="85083"/>
                    </a:cubicBezTo>
                    <a:cubicBezTo>
                      <a:pt x="36907" y="84123"/>
                      <a:pt x="35855" y="83071"/>
                      <a:pt x="34940" y="81928"/>
                    </a:cubicBezTo>
                    <a:cubicBezTo>
                      <a:pt x="33157" y="79550"/>
                      <a:pt x="34072" y="75479"/>
                      <a:pt x="34209" y="72644"/>
                    </a:cubicBezTo>
                    <a:lnTo>
                      <a:pt x="34529" y="64686"/>
                    </a:lnTo>
                    <a:close/>
                    <a:moveTo>
                      <a:pt x="23677" y="1"/>
                    </a:moveTo>
                    <a:cubicBezTo>
                      <a:pt x="17688" y="1"/>
                      <a:pt x="11949" y="3001"/>
                      <a:pt x="7821" y="7291"/>
                    </a:cubicBezTo>
                    <a:cubicBezTo>
                      <a:pt x="7729" y="7383"/>
                      <a:pt x="7684" y="7474"/>
                      <a:pt x="7684" y="7566"/>
                    </a:cubicBezTo>
                    <a:cubicBezTo>
                      <a:pt x="3430" y="12322"/>
                      <a:pt x="0" y="17810"/>
                      <a:pt x="915" y="24487"/>
                    </a:cubicBezTo>
                    <a:cubicBezTo>
                      <a:pt x="1921" y="31941"/>
                      <a:pt x="6952" y="37750"/>
                      <a:pt x="12165" y="42734"/>
                    </a:cubicBezTo>
                    <a:cubicBezTo>
                      <a:pt x="18751" y="48954"/>
                      <a:pt x="25245" y="55220"/>
                      <a:pt x="31602" y="61668"/>
                    </a:cubicBezTo>
                    <a:lnTo>
                      <a:pt x="33614" y="63772"/>
                    </a:lnTo>
                    <a:lnTo>
                      <a:pt x="33065" y="76257"/>
                    </a:lnTo>
                    <a:cubicBezTo>
                      <a:pt x="32974" y="77858"/>
                      <a:pt x="32654" y="79687"/>
                      <a:pt x="33340" y="81196"/>
                    </a:cubicBezTo>
                    <a:cubicBezTo>
                      <a:pt x="33889" y="82477"/>
                      <a:pt x="35032" y="83483"/>
                      <a:pt x="35992" y="84443"/>
                    </a:cubicBezTo>
                    <a:cubicBezTo>
                      <a:pt x="36969" y="85420"/>
                      <a:pt x="38946" y="87931"/>
                      <a:pt x="40727" y="87931"/>
                    </a:cubicBezTo>
                    <a:cubicBezTo>
                      <a:pt x="41032" y="87931"/>
                      <a:pt x="41330" y="87857"/>
                      <a:pt x="41618" y="87690"/>
                    </a:cubicBezTo>
                    <a:cubicBezTo>
                      <a:pt x="42990" y="86867"/>
                      <a:pt x="43904" y="84763"/>
                      <a:pt x="44773" y="83483"/>
                    </a:cubicBezTo>
                    <a:cubicBezTo>
                      <a:pt x="45916" y="81745"/>
                      <a:pt x="47106" y="80007"/>
                      <a:pt x="48249" y="78223"/>
                    </a:cubicBezTo>
                    <a:cubicBezTo>
                      <a:pt x="48798" y="78727"/>
                      <a:pt x="49438" y="79092"/>
                      <a:pt x="50124" y="79367"/>
                    </a:cubicBezTo>
                    <a:cubicBezTo>
                      <a:pt x="50545" y="79513"/>
                      <a:pt x="50950" y="79578"/>
                      <a:pt x="51341" y="79578"/>
                    </a:cubicBezTo>
                    <a:cubicBezTo>
                      <a:pt x="53026" y="79578"/>
                      <a:pt x="54432" y="78360"/>
                      <a:pt x="55658" y="77172"/>
                    </a:cubicBezTo>
                    <a:lnTo>
                      <a:pt x="56435" y="76348"/>
                    </a:lnTo>
                    <a:cubicBezTo>
                      <a:pt x="58081" y="80007"/>
                      <a:pt x="59819" y="83574"/>
                      <a:pt x="61649" y="87096"/>
                    </a:cubicBezTo>
                    <a:cubicBezTo>
                      <a:pt x="61742" y="87251"/>
                      <a:pt x="61898" y="87343"/>
                      <a:pt x="62061" y="87343"/>
                    </a:cubicBezTo>
                    <a:cubicBezTo>
                      <a:pt x="62138" y="87343"/>
                      <a:pt x="62216" y="87323"/>
                      <a:pt x="62289" y="87279"/>
                    </a:cubicBezTo>
                    <a:cubicBezTo>
                      <a:pt x="66862" y="83849"/>
                      <a:pt x="70521" y="79230"/>
                      <a:pt x="74591" y="75251"/>
                    </a:cubicBezTo>
                    <a:lnTo>
                      <a:pt x="88082" y="62171"/>
                    </a:lnTo>
                    <a:cubicBezTo>
                      <a:pt x="88311" y="61942"/>
                      <a:pt x="88265" y="61577"/>
                      <a:pt x="87991" y="61439"/>
                    </a:cubicBezTo>
                    <a:cubicBezTo>
                      <a:pt x="84241" y="59564"/>
                      <a:pt x="80445" y="57781"/>
                      <a:pt x="76603" y="56043"/>
                    </a:cubicBezTo>
                    <a:cubicBezTo>
                      <a:pt x="78296" y="54442"/>
                      <a:pt x="79942" y="52613"/>
                      <a:pt x="79850" y="50372"/>
                    </a:cubicBezTo>
                    <a:cubicBezTo>
                      <a:pt x="79805" y="49412"/>
                      <a:pt x="79485" y="48497"/>
                      <a:pt x="78936" y="47719"/>
                    </a:cubicBezTo>
                    <a:lnTo>
                      <a:pt x="84424" y="44015"/>
                    </a:lnTo>
                    <a:cubicBezTo>
                      <a:pt x="85476" y="43329"/>
                      <a:pt x="87396" y="42506"/>
                      <a:pt x="88037" y="41317"/>
                    </a:cubicBezTo>
                    <a:cubicBezTo>
                      <a:pt x="89089" y="39259"/>
                      <a:pt x="85750" y="37018"/>
                      <a:pt x="84652" y="35829"/>
                    </a:cubicBezTo>
                    <a:cubicBezTo>
                      <a:pt x="83646" y="34823"/>
                      <a:pt x="82594" y="33085"/>
                      <a:pt x="81131" y="32582"/>
                    </a:cubicBezTo>
                    <a:cubicBezTo>
                      <a:pt x="80641" y="32405"/>
                      <a:pt x="80084" y="32355"/>
                      <a:pt x="79513" y="32355"/>
                    </a:cubicBezTo>
                    <a:cubicBezTo>
                      <a:pt x="78753" y="32355"/>
                      <a:pt x="77969" y="32444"/>
                      <a:pt x="77289" y="32444"/>
                    </a:cubicBezTo>
                    <a:cubicBezTo>
                      <a:pt x="73128" y="32536"/>
                      <a:pt x="68920" y="32856"/>
                      <a:pt x="64804" y="33405"/>
                    </a:cubicBezTo>
                    <a:lnTo>
                      <a:pt x="45413" y="13968"/>
                    </a:lnTo>
                    <a:cubicBezTo>
                      <a:pt x="39925" y="8480"/>
                      <a:pt x="34163" y="1254"/>
                      <a:pt x="26023" y="157"/>
                    </a:cubicBezTo>
                    <a:cubicBezTo>
                      <a:pt x="25238" y="51"/>
                      <a:pt x="24455" y="1"/>
                      <a:pt x="236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6"/>
              <p:cNvSpPr/>
              <p:nvPr/>
            </p:nvSpPr>
            <p:spPr>
              <a:xfrm>
                <a:off x="2209879" y="3616107"/>
                <a:ext cx="530569" cy="504686"/>
              </a:xfrm>
              <a:custGeom>
                <a:avLst/>
                <a:gdLst/>
                <a:ahLst/>
                <a:cxnLst/>
                <a:rect l="l" t="t" r="r" b="b"/>
                <a:pathLst>
                  <a:path w="27899" h="26538" extrusionOk="0">
                    <a:moveTo>
                      <a:pt x="15505" y="1108"/>
                    </a:moveTo>
                    <a:cubicBezTo>
                      <a:pt x="15825" y="1108"/>
                      <a:pt x="16191" y="1200"/>
                      <a:pt x="16511" y="1245"/>
                    </a:cubicBezTo>
                    <a:cubicBezTo>
                      <a:pt x="16511" y="1383"/>
                      <a:pt x="16556" y="1520"/>
                      <a:pt x="16602" y="1611"/>
                    </a:cubicBezTo>
                    <a:cubicBezTo>
                      <a:pt x="16191" y="1474"/>
                      <a:pt x="15870" y="1291"/>
                      <a:pt x="15505" y="1108"/>
                    </a:cubicBezTo>
                    <a:close/>
                    <a:moveTo>
                      <a:pt x="20810" y="3166"/>
                    </a:moveTo>
                    <a:lnTo>
                      <a:pt x="20810" y="3166"/>
                    </a:lnTo>
                    <a:cubicBezTo>
                      <a:pt x="21175" y="3395"/>
                      <a:pt x="21541" y="3669"/>
                      <a:pt x="21907" y="3944"/>
                    </a:cubicBezTo>
                    <a:cubicBezTo>
                      <a:pt x="21907" y="4081"/>
                      <a:pt x="21861" y="4172"/>
                      <a:pt x="21861" y="4310"/>
                    </a:cubicBezTo>
                    <a:cubicBezTo>
                      <a:pt x="21747" y="4287"/>
                      <a:pt x="21644" y="4275"/>
                      <a:pt x="21547" y="4275"/>
                    </a:cubicBezTo>
                    <a:cubicBezTo>
                      <a:pt x="21450" y="4275"/>
                      <a:pt x="21358" y="4287"/>
                      <a:pt x="21267" y="4310"/>
                    </a:cubicBezTo>
                    <a:lnTo>
                      <a:pt x="20810" y="3166"/>
                    </a:lnTo>
                    <a:close/>
                    <a:moveTo>
                      <a:pt x="19438" y="2297"/>
                    </a:moveTo>
                    <a:lnTo>
                      <a:pt x="19438" y="2297"/>
                    </a:lnTo>
                    <a:cubicBezTo>
                      <a:pt x="19666" y="2434"/>
                      <a:pt x="19941" y="2572"/>
                      <a:pt x="20169" y="2709"/>
                    </a:cubicBezTo>
                    <a:cubicBezTo>
                      <a:pt x="20169" y="2755"/>
                      <a:pt x="20169" y="2800"/>
                      <a:pt x="20169" y="2846"/>
                    </a:cubicBezTo>
                    <a:lnTo>
                      <a:pt x="20718" y="4310"/>
                    </a:lnTo>
                    <a:cubicBezTo>
                      <a:pt x="20627" y="4310"/>
                      <a:pt x="20489" y="4355"/>
                      <a:pt x="20352" y="4355"/>
                    </a:cubicBezTo>
                    <a:cubicBezTo>
                      <a:pt x="20297" y="4374"/>
                      <a:pt x="20256" y="4407"/>
                      <a:pt x="20229" y="4448"/>
                    </a:cubicBezTo>
                    <a:lnTo>
                      <a:pt x="20229" y="4448"/>
                    </a:lnTo>
                    <a:cubicBezTo>
                      <a:pt x="20249" y="4394"/>
                      <a:pt x="20248" y="4330"/>
                      <a:pt x="20215" y="4264"/>
                    </a:cubicBezTo>
                    <a:cubicBezTo>
                      <a:pt x="19803" y="3669"/>
                      <a:pt x="19575" y="2983"/>
                      <a:pt x="19438" y="2297"/>
                    </a:cubicBezTo>
                    <a:close/>
                    <a:moveTo>
                      <a:pt x="26160" y="13136"/>
                    </a:moveTo>
                    <a:cubicBezTo>
                      <a:pt x="26252" y="13182"/>
                      <a:pt x="26343" y="13228"/>
                      <a:pt x="26435" y="13228"/>
                    </a:cubicBezTo>
                    <a:cubicBezTo>
                      <a:pt x="26526" y="14508"/>
                      <a:pt x="26389" y="15789"/>
                      <a:pt x="26115" y="17023"/>
                    </a:cubicBezTo>
                    <a:cubicBezTo>
                      <a:pt x="25795" y="15743"/>
                      <a:pt x="25795" y="14417"/>
                      <a:pt x="26160" y="13136"/>
                    </a:cubicBezTo>
                    <a:close/>
                    <a:moveTo>
                      <a:pt x="25154" y="19676"/>
                    </a:moveTo>
                    <a:cubicBezTo>
                      <a:pt x="24880" y="20088"/>
                      <a:pt x="24651" y="20499"/>
                      <a:pt x="24331" y="20865"/>
                    </a:cubicBezTo>
                    <a:cubicBezTo>
                      <a:pt x="24560" y="20453"/>
                      <a:pt x="24834" y="20042"/>
                      <a:pt x="25154" y="19676"/>
                    </a:cubicBezTo>
                    <a:close/>
                    <a:moveTo>
                      <a:pt x="13943" y="1000"/>
                    </a:moveTo>
                    <a:cubicBezTo>
                      <a:pt x="14158" y="1000"/>
                      <a:pt x="14373" y="1005"/>
                      <a:pt x="14590" y="1017"/>
                    </a:cubicBezTo>
                    <a:cubicBezTo>
                      <a:pt x="15230" y="1520"/>
                      <a:pt x="15962" y="1886"/>
                      <a:pt x="16739" y="2160"/>
                    </a:cubicBezTo>
                    <a:cubicBezTo>
                      <a:pt x="16785" y="2297"/>
                      <a:pt x="16831" y="2434"/>
                      <a:pt x="16877" y="2617"/>
                    </a:cubicBezTo>
                    <a:cubicBezTo>
                      <a:pt x="16419" y="2480"/>
                      <a:pt x="15962" y="2297"/>
                      <a:pt x="15550" y="2069"/>
                    </a:cubicBezTo>
                    <a:cubicBezTo>
                      <a:pt x="15512" y="2050"/>
                      <a:pt x="15475" y="2041"/>
                      <a:pt x="15440" y="2041"/>
                    </a:cubicBezTo>
                    <a:cubicBezTo>
                      <a:pt x="15222" y="2041"/>
                      <a:pt x="15085" y="2368"/>
                      <a:pt x="15322" y="2526"/>
                    </a:cubicBezTo>
                    <a:cubicBezTo>
                      <a:pt x="15779" y="2755"/>
                      <a:pt x="16282" y="2983"/>
                      <a:pt x="16785" y="3075"/>
                    </a:cubicBezTo>
                    <a:cubicBezTo>
                      <a:pt x="16810" y="3087"/>
                      <a:pt x="16834" y="3093"/>
                      <a:pt x="16859" y="3093"/>
                    </a:cubicBezTo>
                    <a:cubicBezTo>
                      <a:pt x="16926" y="3093"/>
                      <a:pt x="16993" y="3050"/>
                      <a:pt x="17059" y="2983"/>
                    </a:cubicBezTo>
                    <a:cubicBezTo>
                      <a:pt x="17059" y="3029"/>
                      <a:pt x="17059" y="3075"/>
                      <a:pt x="17059" y="3075"/>
                    </a:cubicBezTo>
                    <a:cubicBezTo>
                      <a:pt x="17103" y="3162"/>
                      <a:pt x="17180" y="3199"/>
                      <a:pt x="17259" y="3199"/>
                    </a:cubicBezTo>
                    <a:cubicBezTo>
                      <a:pt x="17428" y="3199"/>
                      <a:pt x="17610" y="3033"/>
                      <a:pt x="17517" y="2846"/>
                    </a:cubicBezTo>
                    <a:cubicBezTo>
                      <a:pt x="17288" y="2389"/>
                      <a:pt x="17105" y="1886"/>
                      <a:pt x="17014" y="1383"/>
                    </a:cubicBezTo>
                    <a:lnTo>
                      <a:pt x="17014" y="1383"/>
                    </a:lnTo>
                    <a:cubicBezTo>
                      <a:pt x="17654" y="1520"/>
                      <a:pt x="18294" y="1748"/>
                      <a:pt x="18889" y="2069"/>
                    </a:cubicBezTo>
                    <a:cubicBezTo>
                      <a:pt x="19026" y="2938"/>
                      <a:pt x="19300" y="3761"/>
                      <a:pt x="19758" y="4492"/>
                    </a:cubicBezTo>
                    <a:cubicBezTo>
                      <a:pt x="19816" y="4580"/>
                      <a:pt x="19898" y="4616"/>
                      <a:pt x="19977" y="4616"/>
                    </a:cubicBezTo>
                    <a:cubicBezTo>
                      <a:pt x="20069" y="4616"/>
                      <a:pt x="20158" y="4568"/>
                      <a:pt x="20206" y="4494"/>
                    </a:cubicBezTo>
                    <a:lnTo>
                      <a:pt x="20206" y="4494"/>
                    </a:lnTo>
                    <a:cubicBezTo>
                      <a:pt x="20153" y="4636"/>
                      <a:pt x="20232" y="4825"/>
                      <a:pt x="20409" y="4825"/>
                    </a:cubicBezTo>
                    <a:cubicBezTo>
                      <a:pt x="20434" y="4825"/>
                      <a:pt x="20461" y="4821"/>
                      <a:pt x="20489" y="4813"/>
                    </a:cubicBezTo>
                    <a:cubicBezTo>
                      <a:pt x="20731" y="4759"/>
                      <a:pt x="20987" y="4737"/>
                      <a:pt x="21241" y="4737"/>
                    </a:cubicBezTo>
                    <a:cubicBezTo>
                      <a:pt x="21421" y="4737"/>
                      <a:pt x="21600" y="4748"/>
                      <a:pt x="21770" y="4767"/>
                    </a:cubicBezTo>
                    <a:lnTo>
                      <a:pt x="21770" y="5133"/>
                    </a:lnTo>
                    <a:lnTo>
                      <a:pt x="20718" y="5224"/>
                    </a:lnTo>
                    <a:cubicBezTo>
                      <a:pt x="20444" y="5270"/>
                      <a:pt x="20444" y="5727"/>
                      <a:pt x="20718" y="5727"/>
                    </a:cubicBezTo>
                    <a:lnTo>
                      <a:pt x="21816" y="5590"/>
                    </a:lnTo>
                    <a:cubicBezTo>
                      <a:pt x="21861" y="6550"/>
                      <a:pt x="22090" y="7511"/>
                      <a:pt x="22502" y="8426"/>
                    </a:cubicBezTo>
                    <a:cubicBezTo>
                      <a:pt x="22531" y="8513"/>
                      <a:pt x="22593" y="8549"/>
                      <a:pt x="22660" y="8549"/>
                    </a:cubicBezTo>
                    <a:cubicBezTo>
                      <a:pt x="22805" y="8549"/>
                      <a:pt x="22976" y="8384"/>
                      <a:pt x="22913" y="8197"/>
                    </a:cubicBezTo>
                    <a:cubicBezTo>
                      <a:pt x="22365" y="6962"/>
                      <a:pt x="22182" y="5636"/>
                      <a:pt x="22319" y="4355"/>
                    </a:cubicBezTo>
                    <a:lnTo>
                      <a:pt x="22319" y="4355"/>
                    </a:lnTo>
                    <a:cubicBezTo>
                      <a:pt x="22913" y="4904"/>
                      <a:pt x="23416" y="5499"/>
                      <a:pt x="23919" y="6139"/>
                    </a:cubicBezTo>
                    <a:cubicBezTo>
                      <a:pt x="24285" y="7465"/>
                      <a:pt x="24926" y="8746"/>
                      <a:pt x="25795" y="9843"/>
                    </a:cubicBezTo>
                    <a:cubicBezTo>
                      <a:pt x="25932" y="10301"/>
                      <a:pt x="26069" y="10712"/>
                      <a:pt x="26160" y="11170"/>
                    </a:cubicBezTo>
                    <a:cubicBezTo>
                      <a:pt x="25154" y="10346"/>
                      <a:pt x="24377" y="9294"/>
                      <a:pt x="23828" y="8105"/>
                    </a:cubicBezTo>
                    <a:cubicBezTo>
                      <a:pt x="23784" y="8003"/>
                      <a:pt x="23712" y="7961"/>
                      <a:pt x="23639" y="7961"/>
                    </a:cubicBezTo>
                    <a:cubicBezTo>
                      <a:pt x="23483" y="7961"/>
                      <a:pt x="23323" y="8148"/>
                      <a:pt x="23416" y="8334"/>
                    </a:cubicBezTo>
                    <a:cubicBezTo>
                      <a:pt x="24057" y="9752"/>
                      <a:pt x="25017" y="10987"/>
                      <a:pt x="26252" y="11901"/>
                    </a:cubicBezTo>
                    <a:cubicBezTo>
                      <a:pt x="26298" y="12176"/>
                      <a:pt x="26343" y="12450"/>
                      <a:pt x="26389" y="12724"/>
                    </a:cubicBezTo>
                    <a:cubicBezTo>
                      <a:pt x="25977" y="12450"/>
                      <a:pt x="25612" y="12130"/>
                      <a:pt x="25337" y="11764"/>
                    </a:cubicBezTo>
                    <a:cubicBezTo>
                      <a:pt x="24971" y="11398"/>
                      <a:pt x="24605" y="11032"/>
                      <a:pt x="24240" y="10666"/>
                    </a:cubicBezTo>
                    <a:cubicBezTo>
                      <a:pt x="24195" y="10611"/>
                      <a:pt x="24140" y="10588"/>
                      <a:pt x="24085" y="10588"/>
                    </a:cubicBezTo>
                    <a:cubicBezTo>
                      <a:pt x="23914" y="10588"/>
                      <a:pt x="23746" y="10813"/>
                      <a:pt x="23919" y="10987"/>
                    </a:cubicBezTo>
                    <a:cubicBezTo>
                      <a:pt x="24240" y="11352"/>
                      <a:pt x="24605" y="11718"/>
                      <a:pt x="24971" y="12084"/>
                    </a:cubicBezTo>
                    <a:cubicBezTo>
                      <a:pt x="24377" y="13090"/>
                      <a:pt x="24057" y="14279"/>
                      <a:pt x="24057" y="15468"/>
                    </a:cubicBezTo>
                    <a:cubicBezTo>
                      <a:pt x="24057" y="15629"/>
                      <a:pt x="24171" y="15709"/>
                      <a:pt x="24285" y="15709"/>
                    </a:cubicBezTo>
                    <a:cubicBezTo>
                      <a:pt x="24400" y="15709"/>
                      <a:pt x="24514" y="15629"/>
                      <a:pt x="24514" y="15468"/>
                    </a:cubicBezTo>
                    <a:cubicBezTo>
                      <a:pt x="24560" y="14417"/>
                      <a:pt x="24834" y="13365"/>
                      <a:pt x="25337" y="12404"/>
                    </a:cubicBezTo>
                    <a:lnTo>
                      <a:pt x="25566" y="12633"/>
                    </a:lnTo>
                    <a:lnTo>
                      <a:pt x="25749" y="12816"/>
                    </a:lnTo>
                    <a:cubicBezTo>
                      <a:pt x="25246" y="14462"/>
                      <a:pt x="25291" y="16246"/>
                      <a:pt x="25886" y="17892"/>
                    </a:cubicBezTo>
                    <a:cubicBezTo>
                      <a:pt x="25840" y="18121"/>
                      <a:pt x="25795" y="18304"/>
                      <a:pt x="25703" y="18487"/>
                    </a:cubicBezTo>
                    <a:cubicBezTo>
                      <a:pt x="25520" y="18304"/>
                      <a:pt x="25383" y="18075"/>
                      <a:pt x="25291" y="17847"/>
                    </a:cubicBezTo>
                    <a:cubicBezTo>
                      <a:pt x="25246" y="17801"/>
                      <a:pt x="25246" y="17755"/>
                      <a:pt x="25200" y="17755"/>
                    </a:cubicBezTo>
                    <a:cubicBezTo>
                      <a:pt x="25109" y="17526"/>
                      <a:pt x="25017" y="17298"/>
                      <a:pt x="25017" y="17023"/>
                    </a:cubicBezTo>
                    <a:cubicBezTo>
                      <a:pt x="24980" y="16912"/>
                      <a:pt x="24883" y="16861"/>
                      <a:pt x="24783" y="16861"/>
                    </a:cubicBezTo>
                    <a:cubicBezTo>
                      <a:pt x="24637" y="16861"/>
                      <a:pt x="24487" y="16970"/>
                      <a:pt x="24514" y="17161"/>
                    </a:cubicBezTo>
                    <a:cubicBezTo>
                      <a:pt x="24560" y="17344"/>
                      <a:pt x="24605" y="17526"/>
                      <a:pt x="24697" y="17755"/>
                    </a:cubicBezTo>
                    <a:cubicBezTo>
                      <a:pt x="24148" y="17801"/>
                      <a:pt x="23645" y="17984"/>
                      <a:pt x="23188" y="18167"/>
                    </a:cubicBezTo>
                    <a:cubicBezTo>
                      <a:pt x="22958" y="18282"/>
                      <a:pt x="23081" y="18621"/>
                      <a:pt x="23288" y="18621"/>
                    </a:cubicBezTo>
                    <a:cubicBezTo>
                      <a:pt x="23328" y="18621"/>
                      <a:pt x="23372" y="18608"/>
                      <a:pt x="23416" y="18578"/>
                    </a:cubicBezTo>
                    <a:cubicBezTo>
                      <a:pt x="23874" y="18395"/>
                      <a:pt x="24377" y="18258"/>
                      <a:pt x="24880" y="18212"/>
                    </a:cubicBezTo>
                    <a:lnTo>
                      <a:pt x="24880" y="18212"/>
                    </a:lnTo>
                    <a:cubicBezTo>
                      <a:pt x="24423" y="18533"/>
                      <a:pt x="23965" y="18853"/>
                      <a:pt x="23599" y="19264"/>
                    </a:cubicBezTo>
                    <a:cubicBezTo>
                      <a:pt x="23371" y="19493"/>
                      <a:pt x="22913" y="19813"/>
                      <a:pt x="23096" y="20179"/>
                    </a:cubicBezTo>
                    <a:cubicBezTo>
                      <a:pt x="23134" y="20310"/>
                      <a:pt x="23232" y="20364"/>
                      <a:pt x="23329" y="20364"/>
                    </a:cubicBezTo>
                    <a:cubicBezTo>
                      <a:pt x="23470" y="20364"/>
                      <a:pt x="23608" y="20250"/>
                      <a:pt x="23554" y="20088"/>
                    </a:cubicBezTo>
                    <a:cubicBezTo>
                      <a:pt x="23462" y="19905"/>
                      <a:pt x="24148" y="19356"/>
                      <a:pt x="24285" y="19264"/>
                    </a:cubicBezTo>
                    <a:cubicBezTo>
                      <a:pt x="24560" y="19036"/>
                      <a:pt x="24834" y="18807"/>
                      <a:pt x="25154" y="18624"/>
                    </a:cubicBezTo>
                    <a:lnTo>
                      <a:pt x="25291" y="18761"/>
                    </a:lnTo>
                    <a:cubicBezTo>
                      <a:pt x="24377" y="19584"/>
                      <a:pt x="23737" y="20682"/>
                      <a:pt x="23462" y="21871"/>
                    </a:cubicBezTo>
                    <a:cubicBezTo>
                      <a:pt x="23188" y="22146"/>
                      <a:pt x="22868" y="22374"/>
                      <a:pt x="22593" y="22649"/>
                    </a:cubicBezTo>
                    <a:lnTo>
                      <a:pt x="22593" y="21871"/>
                    </a:lnTo>
                    <a:cubicBezTo>
                      <a:pt x="22570" y="21734"/>
                      <a:pt x="22456" y="21665"/>
                      <a:pt x="22342" y="21665"/>
                    </a:cubicBezTo>
                    <a:cubicBezTo>
                      <a:pt x="22227" y="21665"/>
                      <a:pt x="22113" y="21734"/>
                      <a:pt x="22090" y="21871"/>
                    </a:cubicBezTo>
                    <a:lnTo>
                      <a:pt x="22090" y="23014"/>
                    </a:lnTo>
                    <a:cubicBezTo>
                      <a:pt x="19857" y="24648"/>
                      <a:pt x="16992" y="25504"/>
                      <a:pt x="14170" y="25504"/>
                    </a:cubicBezTo>
                    <a:cubicBezTo>
                      <a:pt x="12253" y="25504"/>
                      <a:pt x="10355" y="25109"/>
                      <a:pt x="8690" y="24295"/>
                    </a:cubicBezTo>
                    <a:cubicBezTo>
                      <a:pt x="2882" y="21505"/>
                      <a:pt x="550" y="14691"/>
                      <a:pt x="2562" y="8746"/>
                    </a:cubicBezTo>
                    <a:cubicBezTo>
                      <a:pt x="2608" y="8700"/>
                      <a:pt x="2654" y="8654"/>
                      <a:pt x="2699" y="8608"/>
                    </a:cubicBezTo>
                    <a:cubicBezTo>
                      <a:pt x="4540" y="4006"/>
                      <a:pt x="8986" y="1000"/>
                      <a:pt x="13943" y="1000"/>
                    </a:cubicBezTo>
                    <a:close/>
                    <a:moveTo>
                      <a:pt x="13936" y="1"/>
                    </a:moveTo>
                    <a:cubicBezTo>
                      <a:pt x="9100" y="1"/>
                      <a:pt x="4521" y="2687"/>
                      <a:pt x="2288" y="7191"/>
                    </a:cubicBezTo>
                    <a:cubicBezTo>
                      <a:pt x="2196" y="7236"/>
                      <a:pt x="2105" y="7328"/>
                      <a:pt x="2059" y="7419"/>
                    </a:cubicBezTo>
                    <a:cubicBezTo>
                      <a:pt x="1" y="12313"/>
                      <a:pt x="596" y="18212"/>
                      <a:pt x="4300" y="22191"/>
                    </a:cubicBezTo>
                    <a:cubicBezTo>
                      <a:pt x="6899" y="25013"/>
                      <a:pt x="10510" y="26537"/>
                      <a:pt x="14201" y="26537"/>
                    </a:cubicBezTo>
                    <a:cubicBezTo>
                      <a:pt x="15836" y="26537"/>
                      <a:pt x="17486" y="26239"/>
                      <a:pt x="19072" y="25621"/>
                    </a:cubicBezTo>
                    <a:cubicBezTo>
                      <a:pt x="20215" y="25164"/>
                      <a:pt x="21313" y="24569"/>
                      <a:pt x="22365" y="23838"/>
                    </a:cubicBezTo>
                    <a:cubicBezTo>
                      <a:pt x="22456" y="23838"/>
                      <a:pt x="22547" y="23792"/>
                      <a:pt x="22593" y="23655"/>
                    </a:cubicBezTo>
                    <a:cubicBezTo>
                      <a:pt x="26069" y="21094"/>
                      <a:pt x="27898" y="17206"/>
                      <a:pt x="27349" y="12359"/>
                    </a:cubicBezTo>
                    <a:cubicBezTo>
                      <a:pt x="26755" y="6825"/>
                      <a:pt x="22913" y="2114"/>
                      <a:pt x="17563" y="514"/>
                    </a:cubicBezTo>
                    <a:cubicBezTo>
                      <a:pt x="16359" y="167"/>
                      <a:pt x="15139" y="1"/>
                      <a:pt x="139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46"/>
              <p:cNvSpPr/>
              <p:nvPr/>
            </p:nvSpPr>
            <p:spPr>
              <a:xfrm>
                <a:off x="2312516" y="3710015"/>
                <a:ext cx="327900" cy="316565"/>
              </a:xfrm>
              <a:custGeom>
                <a:avLst/>
                <a:gdLst/>
                <a:ahLst/>
                <a:cxnLst/>
                <a:rect l="l" t="t" r="r" b="b"/>
                <a:pathLst>
                  <a:path w="17242" h="16646" extrusionOk="0">
                    <a:moveTo>
                      <a:pt x="14269" y="2847"/>
                    </a:moveTo>
                    <a:cubicBezTo>
                      <a:pt x="14406" y="3030"/>
                      <a:pt x="14589" y="3167"/>
                      <a:pt x="14727" y="3350"/>
                    </a:cubicBezTo>
                    <a:lnTo>
                      <a:pt x="14361" y="3488"/>
                    </a:lnTo>
                    <a:cubicBezTo>
                      <a:pt x="14315" y="3305"/>
                      <a:pt x="14315" y="3076"/>
                      <a:pt x="14269" y="2847"/>
                    </a:cubicBezTo>
                    <a:close/>
                    <a:moveTo>
                      <a:pt x="15550" y="4631"/>
                    </a:moveTo>
                    <a:cubicBezTo>
                      <a:pt x="15733" y="4905"/>
                      <a:pt x="15824" y="5134"/>
                      <a:pt x="15961" y="5408"/>
                    </a:cubicBezTo>
                    <a:cubicBezTo>
                      <a:pt x="15870" y="5454"/>
                      <a:pt x="15824" y="5500"/>
                      <a:pt x="15824" y="5546"/>
                    </a:cubicBezTo>
                    <a:lnTo>
                      <a:pt x="15321" y="6963"/>
                    </a:lnTo>
                    <a:cubicBezTo>
                      <a:pt x="15184" y="6963"/>
                      <a:pt x="15047" y="6963"/>
                      <a:pt x="14910" y="7009"/>
                    </a:cubicBezTo>
                    <a:cubicBezTo>
                      <a:pt x="14955" y="6186"/>
                      <a:pt x="15184" y="5363"/>
                      <a:pt x="15550" y="4631"/>
                    </a:cubicBezTo>
                    <a:close/>
                    <a:moveTo>
                      <a:pt x="16165" y="6099"/>
                    </a:moveTo>
                    <a:cubicBezTo>
                      <a:pt x="16286" y="6403"/>
                      <a:pt x="16332" y="6706"/>
                      <a:pt x="16419" y="7009"/>
                    </a:cubicBezTo>
                    <a:cubicBezTo>
                      <a:pt x="16236" y="6963"/>
                      <a:pt x="16053" y="6963"/>
                      <a:pt x="15824" y="6918"/>
                    </a:cubicBezTo>
                    <a:cubicBezTo>
                      <a:pt x="15953" y="6660"/>
                      <a:pt x="16041" y="6362"/>
                      <a:pt x="16165" y="6099"/>
                    </a:cubicBezTo>
                    <a:close/>
                    <a:moveTo>
                      <a:pt x="16510" y="9433"/>
                    </a:moveTo>
                    <a:cubicBezTo>
                      <a:pt x="16510" y="9524"/>
                      <a:pt x="16510" y="9662"/>
                      <a:pt x="16464" y="9753"/>
                    </a:cubicBezTo>
                    <a:lnTo>
                      <a:pt x="16236" y="9433"/>
                    </a:lnTo>
                    <a:close/>
                    <a:moveTo>
                      <a:pt x="8630" y="464"/>
                    </a:moveTo>
                    <a:cubicBezTo>
                      <a:pt x="9134" y="464"/>
                      <a:pt x="9644" y="510"/>
                      <a:pt x="10153" y="606"/>
                    </a:cubicBezTo>
                    <a:cubicBezTo>
                      <a:pt x="10931" y="789"/>
                      <a:pt x="11662" y="1064"/>
                      <a:pt x="12348" y="1430"/>
                    </a:cubicBezTo>
                    <a:lnTo>
                      <a:pt x="12028" y="1612"/>
                    </a:lnTo>
                    <a:cubicBezTo>
                      <a:pt x="11792" y="1730"/>
                      <a:pt x="11929" y="2052"/>
                      <a:pt x="12146" y="2052"/>
                    </a:cubicBezTo>
                    <a:cubicBezTo>
                      <a:pt x="12181" y="2052"/>
                      <a:pt x="12219" y="2043"/>
                      <a:pt x="12257" y="2024"/>
                    </a:cubicBezTo>
                    <a:lnTo>
                      <a:pt x="12852" y="1704"/>
                    </a:lnTo>
                    <a:lnTo>
                      <a:pt x="12943" y="1750"/>
                    </a:lnTo>
                    <a:cubicBezTo>
                      <a:pt x="12760" y="2253"/>
                      <a:pt x="12714" y="2756"/>
                      <a:pt x="12806" y="3213"/>
                    </a:cubicBezTo>
                    <a:cubicBezTo>
                      <a:pt x="12843" y="3344"/>
                      <a:pt x="12942" y="3398"/>
                      <a:pt x="13042" y="3398"/>
                    </a:cubicBezTo>
                    <a:cubicBezTo>
                      <a:pt x="13187" y="3398"/>
                      <a:pt x="13336" y="3284"/>
                      <a:pt x="13309" y="3122"/>
                    </a:cubicBezTo>
                    <a:cubicBezTo>
                      <a:pt x="13217" y="2756"/>
                      <a:pt x="13217" y="2390"/>
                      <a:pt x="13355" y="2070"/>
                    </a:cubicBezTo>
                    <a:cubicBezTo>
                      <a:pt x="13492" y="2161"/>
                      <a:pt x="13675" y="2298"/>
                      <a:pt x="13812" y="2436"/>
                    </a:cubicBezTo>
                    <a:cubicBezTo>
                      <a:pt x="13766" y="2481"/>
                      <a:pt x="13766" y="2481"/>
                      <a:pt x="13766" y="2527"/>
                    </a:cubicBezTo>
                    <a:cubicBezTo>
                      <a:pt x="13766" y="2939"/>
                      <a:pt x="13812" y="3305"/>
                      <a:pt x="13903" y="3670"/>
                    </a:cubicBezTo>
                    <a:lnTo>
                      <a:pt x="13766" y="3716"/>
                    </a:lnTo>
                    <a:cubicBezTo>
                      <a:pt x="13527" y="3836"/>
                      <a:pt x="13601" y="4199"/>
                      <a:pt x="13805" y="4199"/>
                    </a:cubicBezTo>
                    <a:cubicBezTo>
                      <a:pt x="13835" y="4199"/>
                      <a:pt x="13868" y="4191"/>
                      <a:pt x="13903" y="4174"/>
                    </a:cubicBezTo>
                    <a:lnTo>
                      <a:pt x="15001" y="3762"/>
                    </a:lnTo>
                    <a:cubicBezTo>
                      <a:pt x="15047" y="3808"/>
                      <a:pt x="15138" y="3899"/>
                      <a:pt x="15184" y="3991"/>
                    </a:cubicBezTo>
                    <a:cubicBezTo>
                      <a:pt x="14635" y="4174"/>
                      <a:pt x="14178" y="4402"/>
                      <a:pt x="13766" y="4768"/>
                    </a:cubicBezTo>
                    <a:cubicBezTo>
                      <a:pt x="13585" y="4949"/>
                      <a:pt x="13749" y="5188"/>
                      <a:pt x="13938" y="5188"/>
                    </a:cubicBezTo>
                    <a:cubicBezTo>
                      <a:pt x="13988" y="5188"/>
                      <a:pt x="14039" y="5172"/>
                      <a:pt x="14086" y="5134"/>
                    </a:cubicBezTo>
                    <a:cubicBezTo>
                      <a:pt x="14406" y="4860"/>
                      <a:pt x="14727" y="4677"/>
                      <a:pt x="15092" y="4539"/>
                    </a:cubicBezTo>
                    <a:lnTo>
                      <a:pt x="15092" y="4539"/>
                    </a:lnTo>
                    <a:cubicBezTo>
                      <a:pt x="14681" y="5363"/>
                      <a:pt x="14452" y="6232"/>
                      <a:pt x="14452" y="7146"/>
                    </a:cubicBezTo>
                    <a:cubicBezTo>
                      <a:pt x="14161" y="7229"/>
                      <a:pt x="14248" y="7616"/>
                      <a:pt x="14473" y="7616"/>
                    </a:cubicBezTo>
                    <a:cubicBezTo>
                      <a:pt x="14495" y="7616"/>
                      <a:pt x="14519" y="7612"/>
                      <a:pt x="14544" y="7604"/>
                    </a:cubicBezTo>
                    <a:cubicBezTo>
                      <a:pt x="14904" y="7493"/>
                      <a:pt x="15297" y="7432"/>
                      <a:pt x="15684" y="7432"/>
                    </a:cubicBezTo>
                    <a:cubicBezTo>
                      <a:pt x="15935" y="7432"/>
                      <a:pt x="16184" y="7458"/>
                      <a:pt x="16419" y="7512"/>
                    </a:cubicBezTo>
                    <a:lnTo>
                      <a:pt x="16510" y="7512"/>
                    </a:lnTo>
                    <a:cubicBezTo>
                      <a:pt x="16510" y="7695"/>
                      <a:pt x="16556" y="7878"/>
                      <a:pt x="16556" y="8015"/>
                    </a:cubicBezTo>
                    <a:lnTo>
                      <a:pt x="16373" y="8015"/>
                    </a:lnTo>
                    <a:cubicBezTo>
                      <a:pt x="15778" y="8015"/>
                      <a:pt x="15184" y="8061"/>
                      <a:pt x="14589" y="8198"/>
                    </a:cubicBezTo>
                    <a:cubicBezTo>
                      <a:pt x="14284" y="8242"/>
                      <a:pt x="14394" y="8659"/>
                      <a:pt x="14682" y="8659"/>
                    </a:cubicBezTo>
                    <a:cubicBezTo>
                      <a:pt x="14697" y="8659"/>
                      <a:pt x="14711" y="8658"/>
                      <a:pt x="14727" y="8655"/>
                    </a:cubicBezTo>
                    <a:cubicBezTo>
                      <a:pt x="15104" y="8552"/>
                      <a:pt x="15481" y="8501"/>
                      <a:pt x="15858" y="8501"/>
                    </a:cubicBezTo>
                    <a:cubicBezTo>
                      <a:pt x="15984" y="8501"/>
                      <a:pt x="16110" y="8507"/>
                      <a:pt x="16236" y="8518"/>
                    </a:cubicBezTo>
                    <a:cubicBezTo>
                      <a:pt x="16282" y="8541"/>
                      <a:pt x="16327" y="8552"/>
                      <a:pt x="16367" y="8552"/>
                    </a:cubicBezTo>
                    <a:cubicBezTo>
                      <a:pt x="16407" y="8552"/>
                      <a:pt x="16442" y="8541"/>
                      <a:pt x="16464" y="8518"/>
                    </a:cubicBezTo>
                    <a:lnTo>
                      <a:pt x="16556" y="8518"/>
                    </a:lnTo>
                    <a:lnTo>
                      <a:pt x="16556" y="8930"/>
                    </a:lnTo>
                    <a:cubicBezTo>
                      <a:pt x="16053" y="8930"/>
                      <a:pt x="15504" y="8976"/>
                      <a:pt x="15001" y="9113"/>
                    </a:cubicBezTo>
                    <a:cubicBezTo>
                      <a:pt x="14710" y="9196"/>
                      <a:pt x="14797" y="9582"/>
                      <a:pt x="15056" y="9582"/>
                    </a:cubicBezTo>
                    <a:cubicBezTo>
                      <a:pt x="15082" y="9582"/>
                      <a:pt x="15109" y="9578"/>
                      <a:pt x="15138" y="9570"/>
                    </a:cubicBezTo>
                    <a:cubicBezTo>
                      <a:pt x="15321" y="9524"/>
                      <a:pt x="15504" y="9524"/>
                      <a:pt x="15687" y="9479"/>
                    </a:cubicBezTo>
                    <a:cubicBezTo>
                      <a:pt x="15687" y="9524"/>
                      <a:pt x="15687" y="9524"/>
                      <a:pt x="15687" y="9524"/>
                    </a:cubicBezTo>
                    <a:cubicBezTo>
                      <a:pt x="15916" y="9799"/>
                      <a:pt x="16099" y="10073"/>
                      <a:pt x="16327" y="10348"/>
                    </a:cubicBezTo>
                    <a:cubicBezTo>
                      <a:pt x="16236" y="10576"/>
                      <a:pt x="16190" y="10805"/>
                      <a:pt x="16099" y="10988"/>
                    </a:cubicBezTo>
                    <a:cubicBezTo>
                      <a:pt x="15824" y="10713"/>
                      <a:pt x="15596" y="10393"/>
                      <a:pt x="15367" y="10073"/>
                    </a:cubicBezTo>
                    <a:cubicBezTo>
                      <a:pt x="15323" y="9986"/>
                      <a:pt x="15251" y="9949"/>
                      <a:pt x="15179" y="9949"/>
                    </a:cubicBezTo>
                    <a:cubicBezTo>
                      <a:pt x="15023" y="9949"/>
                      <a:pt x="14862" y="10115"/>
                      <a:pt x="14955" y="10302"/>
                    </a:cubicBezTo>
                    <a:cubicBezTo>
                      <a:pt x="15184" y="10759"/>
                      <a:pt x="15504" y="11125"/>
                      <a:pt x="15916" y="11491"/>
                    </a:cubicBezTo>
                    <a:cubicBezTo>
                      <a:pt x="15824" y="11674"/>
                      <a:pt x="15733" y="11857"/>
                      <a:pt x="15641" y="12040"/>
                    </a:cubicBezTo>
                    <a:lnTo>
                      <a:pt x="15138" y="11537"/>
                    </a:lnTo>
                    <a:cubicBezTo>
                      <a:pt x="15087" y="11486"/>
                      <a:pt x="15032" y="11464"/>
                      <a:pt x="14979" y="11464"/>
                    </a:cubicBezTo>
                    <a:cubicBezTo>
                      <a:pt x="14794" y="11464"/>
                      <a:pt x="14640" y="11725"/>
                      <a:pt x="14818" y="11902"/>
                    </a:cubicBezTo>
                    <a:lnTo>
                      <a:pt x="15367" y="12451"/>
                    </a:lnTo>
                    <a:cubicBezTo>
                      <a:pt x="15367" y="12497"/>
                      <a:pt x="15321" y="12543"/>
                      <a:pt x="15321" y="12543"/>
                    </a:cubicBezTo>
                    <a:lnTo>
                      <a:pt x="14818" y="12543"/>
                    </a:lnTo>
                    <a:cubicBezTo>
                      <a:pt x="14498" y="12543"/>
                      <a:pt x="14498" y="13046"/>
                      <a:pt x="14818" y="13046"/>
                    </a:cubicBezTo>
                    <a:lnTo>
                      <a:pt x="14955" y="13046"/>
                    </a:lnTo>
                    <a:cubicBezTo>
                      <a:pt x="13463" y="15008"/>
                      <a:pt x="11135" y="16174"/>
                      <a:pt x="8676" y="16174"/>
                    </a:cubicBezTo>
                    <a:cubicBezTo>
                      <a:pt x="8498" y="16174"/>
                      <a:pt x="8320" y="16168"/>
                      <a:pt x="8141" y="16156"/>
                    </a:cubicBezTo>
                    <a:cubicBezTo>
                      <a:pt x="3934" y="15744"/>
                      <a:pt x="1052" y="12085"/>
                      <a:pt x="869" y="8061"/>
                    </a:cubicBezTo>
                    <a:cubicBezTo>
                      <a:pt x="915" y="8015"/>
                      <a:pt x="961" y="7924"/>
                      <a:pt x="961" y="7832"/>
                    </a:cubicBezTo>
                    <a:cubicBezTo>
                      <a:pt x="880" y="3478"/>
                      <a:pt x="4563" y="464"/>
                      <a:pt x="8630" y="464"/>
                    </a:cubicBezTo>
                    <a:close/>
                    <a:moveTo>
                      <a:pt x="8630" y="0"/>
                    </a:moveTo>
                    <a:cubicBezTo>
                      <a:pt x="8483" y="0"/>
                      <a:pt x="8335" y="4"/>
                      <a:pt x="8187" y="12"/>
                    </a:cubicBezTo>
                    <a:cubicBezTo>
                      <a:pt x="4345" y="103"/>
                      <a:pt x="1144" y="2939"/>
                      <a:pt x="549" y="6735"/>
                    </a:cubicBezTo>
                    <a:cubicBezTo>
                      <a:pt x="458" y="6780"/>
                      <a:pt x="412" y="6826"/>
                      <a:pt x="412" y="6963"/>
                    </a:cubicBezTo>
                    <a:cubicBezTo>
                      <a:pt x="1" y="10759"/>
                      <a:pt x="2058" y="14372"/>
                      <a:pt x="5534" y="15973"/>
                    </a:cubicBezTo>
                    <a:cubicBezTo>
                      <a:pt x="6578" y="16427"/>
                      <a:pt x="7682" y="16645"/>
                      <a:pt x="8776" y="16645"/>
                    </a:cubicBezTo>
                    <a:cubicBezTo>
                      <a:pt x="10990" y="16645"/>
                      <a:pt x="13166" y="15750"/>
                      <a:pt x="14727" y="14098"/>
                    </a:cubicBezTo>
                    <a:cubicBezTo>
                      <a:pt x="15687" y="13137"/>
                      <a:pt x="16373" y="11948"/>
                      <a:pt x="16739" y="10668"/>
                    </a:cubicBezTo>
                    <a:cubicBezTo>
                      <a:pt x="16876" y="10622"/>
                      <a:pt x="16968" y="10485"/>
                      <a:pt x="16876" y="10348"/>
                    </a:cubicBezTo>
                    <a:lnTo>
                      <a:pt x="16876" y="10302"/>
                    </a:lnTo>
                    <a:cubicBezTo>
                      <a:pt x="17242" y="8518"/>
                      <a:pt x="17059" y="6689"/>
                      <a:pt x="16373" y="5042"/>
                    </a:cubicBezTo>
                    <a:cubicBezTo>
                      <a:pt x="15015" y="1976"/>
                      <a:pt x="11978" y="0"/>
                      <a:pt x="8630"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46"/>
              <p:cNvSpPr/>
              <p:nvPr/>
            </p:nvSpPr>
            <p:spPr>
              <a:xfrm>
                <a:off x="2640397" y="3786770"/>
                <a:ext cx="14815" cy="8710"/>
              </a:xfrm>
              <a:custGeom>
                <a:avLst/>
                <a:gdLst/>
                <a:ahLst/>
                <a:cxnLst/>
                <a:rect l="l" t="t" r="r" b="b"/>
                <a:pathLst>
                  <a:path w="779" h="458" extrusionOk="0">
                    <a:moveTo>
                      <a:pt x="321" y="0"/>
                    </a:moveTo>
                    <a:cubicBezTo>
                      <a:pt x="1" y="0"/>
                      <a:pt x="1" y="458"/>
                      <a:pt x="321" y="458"/>
                    </a:cubicBezTo>
                    <a:lnTo>
                      <a:pt x="458" y="458"/>
                    </a:lnTo>
                    <a:cubicBezTo>
                      <a:pt x="778" y="458"/>
                      <a:pt x="778" y="0"/>
                      <a:pt x="45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46"/>
              <p:cNvSpPr/>
              <p:nvPr/>
            </p:nvSpPr>
            <p:spPr>
              <a:xfrm>
                <a:off x="2644942" y="3747993"/>
                <a:ext cx="13655" cy="10726"/>
              </a:xfrm>
              <a:custGeom>
                <a:avLst/>
                <a:gdLst/>
                <a:ahLst/>
                <a:cxnLst/>
                <a:rect l="l" t="t" r="r" b="b"/>
                <a:pathLst>
                  <a:path w="718" h="564" extrusionOk="0">
                    <a:moveTo>
                      <a:pt x="379" y="0"/>
                    </a:moveTo>
                    <a:cubicBezTo>
                      <a:pt x="326" y="0"/>
                      <a:pt x="270" y="22"/>
                      <a:pt x="219" y="73"/>
                    </a:cubicBezTo>
                    <a:lnTo>
                      <a:pt x="174" y="164"/>
                    </a:lnTo>
                    <a:cubicBezTo>
                      <a:pt x="0" y="337"/>
                      <a:pt x="142" y="563"/>
                      <a:pt x="320" y="563"/>
                    </a:cubicBezTo>
                    <a:cubicBezTo>
                      <a:pt x="377" y="563"/>
                      <a:pt x="438" y="540"/>
                      <a:pt x="494" y="484"/>
                    </a:cubicBezTo>
                    <a:lnTo>
                      <a:pt x="539" y="439"/>
                    </a:lnTo>
                    <a:cubicBezTo>
                      <a:pt x="717" y="261"/>
                      <a:pt x="563"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6"/>
              <p:cNvSpPr/>
              <p:nvPr/>
            </p:nvSpPr>
            <p:spPr>
              <a:xfrm>
                <a:off x="2640511" y="3721026"/>
                <a:ext cx="13712" cy="10612"/>
              </a:xfrm>
              <a:custGeom>
                <a:avLst/>
                <a:gdLst/>
                <a:ahLst/>
                <a:cxnLst/>
                <a:rect l="l" t="t" r="r" b="b"/>
                <a:pathLst>
                  <a:path w="721" h="558" extrusionOk="0">
                    <a:moveTo>
                      <a:pt x="339" y="1"/>
                    </a:moveTo>
                    <a:cubicBezTo>
                      <a:pt x="154" y="1"/>
                      <a:pt x="0" y="261"/>
                      <a:pt x="178" y="439"/>
                    </a:cubicBezTo>
                    <a:lnTo>
                      <a:pt x="224" y="485"/>
                    </a:lnTo>
                    <a:cubicBezTo>
                      <a:pt x="265" y="536"/>
                      <a:pt x="315" y="558"/>
                      <a:pt x="366" y="558"/>
                    </a:cubicBezTo>
                    <a:cubicBezTo>
                      <a:pt x="541" y="558"/>
                      <a:pt x="721" y="306"/>
                      <a:pt x="544" y="165"/>
                    </a:cubicBezTo>
                    <a:lnTo>
                      <a:pt x="498" y="73"/>
                    </a:lnTo>
                    <a:cubicBezTo>
                      <a:pt x="447" y="22"/>
                      <a:pt x="392" y="1"/>
                      <a:pt x="33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46"/>
              <p:cNvSpPr/>
              <p:nvPr/>
            </p:nvSpPr>
            <p:spPr>
              <a:xfrm>
                <a:off x="2551662" y="3675689"/>
                <a:ext cx="20082" cy="26472"/>
              </a:xfrm>
              <a:custGeom>
                <a:avLst/>
                <a:gdLst/>
                <a:ahLst/>
                <a:cxnLst/>
                <a:rect l="l" t="t" r="r" b="b"/>
                <a:pathLst>
                  <a:path w="1056" h="1392" extrusionOk="0">
                    <a:moveTo>
                      <a:pt x="317" y="1"/>
                    </a:moveTo>
                    <a:cubicBezTo>
                      <a:pt x="161" y="1"/>
                      <a:pt x="0" y="166"/>
                      <a:pt x="94" y="353"/>
                    </a:cubicBezTo>
                    <a:lnTo>
                      <a:pt x="551" y="1268"/>
                    </a:lnTo>
                    <a:cubicBezTo>
                      <a:pt x="595" y="1356"/>
                      <a:pt x="666" y="1392"/>
                      <a:pt x="739" y="1392"/>
                    </a:cubicBezTo>
                    <a:cubicBezTo>
                      <a:pt x="895" y="1392"/>
                      <a:pt x="1056" y="1226"/>
                      <a:pt x="963" y="1039"/>
                    </a:cubicBezTo>
                    <a:lnTo>
                      <a:pt x="505" y="125"/>
                    </a:lnTo>
                    <a:cubicBezTo>
                      <a:pt x="461" y="37"/>
                      <a:pt x="390" y="1"/>
                      <a:pt x="317"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46"/>
              <p:cNvSpPr/>
              <p:nvPr/>
            </p:nvSpPr>
            <p:spPr>
              <a:xfrm>
                <a:off x="2545709" y="3659276"/>
                <a:ext cx="14586" cy="10612"/>
              </a:xfrm>
              <a:custGeom>
                <a:avLst/>
                <a:gdLst/>
                <a:ahLst/>
                <a:cxnLst/>
                <a:rect l="l" t="t" r="r" b="b"/>
                <a:pathLst>
                  <a:path w="767" h="558" extrusionOk="0">
                    <a:moveTo>
                      <a:pt x="379" y="1"/>
                    </a:moveTo>
                    <a:cubicBezTo>
                      <a:pt x="182" y="1"/>
                      <a:pt x="0" y="261"/>
                      <a:pt x="178" y="439"/>
                    </a:cubicBezTo>
                    <a:lnTo>
                      <a:pt x="224" y="485"/>
                    </a:lnTo>
                    <a:cubicBezTo>
                      <a:pt x="275" y="536"/>
                      <a:pt x="334" y="557"/>
                      <a:pt x="391" y="557"/>
                    </a:cubicBezTo>
                    <a:cubicBezTo>
                      <a:pt x="587" y="557"/>
                      <a:pt x="767" y="306"/>
                      <a:pt x="590" y="164"/>
                    </a:cubicBezTo>
                    <a:lnTo>
                      <a:pt x="544" y="73"/>
                    </a:lnTo>
                    <a:cubicBezTo>
                      <a:pt x="493" y="22"/>
                      <a:pt x="435" y="1"/>
                      <a:pt x="37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6"/>
              <p:cNvSpPr/>
              <p:nvPr/>
            </p:nvSpPr>
            <p:spPr>
              <a:xfrm>
                <a:off x="2665748" y="3919322"/>
                <a:ext cx="14586" cy="10612"/>
              </a:xfrm>
              <a:custGeom>
                <a:avLst/>
                <a:gdLst/>
                <a:ahLst/>
                <a:cxnLst/>
                <a:rect l="l" t="t" r="r" b="b"/>
                <a:pathLst>
                  <a:path w="767" h="558" extrusionOk="0">
                    <a:moveTo>
                      <a:pt x="428" y="1"/>
                    </a:moveTo>
                    <a:cubicBezTo>
                      <a:pt x="375" y="1"/>
                      <a:pt x="320" y="22"/>
                      <a:pt x="269" y="73"/>
                    </a:cubicBezTo>
                    <a:lnTo>
                      <a:pt x="177" y="165"/>
                    </a:lnTo>
                    <a:cubicBezTo>
                      <a:pt x="0" y="306"/>
                      <a:pt x="180" y="558"/>
                      <a:pt x="376" y="558"/>
                    </a:cubicBezTo>
                    <a:cubicBezTo>
                      <a:pt x="433" y="558"/>
                      <a:pt x="491" y="536"/>
                      <a:pt x="543" y="485"/>
                    </a:cubicBezTo>
                    <a:lnTo>
                      <a:pt x="589" y="439"/>
                    </a:lnTo>
                    <a:cubicBezTo>
                      <a:pt x="766" y="261"/>
                      <a:pt x="613" y="1"/>
                      <a:pt x="42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6"/>
              <p:cNvSpPr/>
              <p:nvPr/>
            </p:nvSpPr>
            <p:spPr>
              <a:xfrm>
                <a:off x="2125632" y="3509685"/>
                <a:ext cx="14796" cy="11468"/>
              </a:xfrm>
              <a:custGeom>
                <a:avLst/>
                <a:gdLst/>
                <a:ahLst/>
                <a:cxnLst/>
                <a:rect l="l" t="t" r="r" b="b"/>
                <a:pathLst>
                  <a:path w="778" h="603" extrusionOk="0">
                    <a:moveTo>
                      <a:pt x="429" y="0"/>
                    </a:moveTo>
                    <a:cubicBezTo>
                      <a:pt x="376" y="0"/>
                      <a:pt x="320" y="22"/>
                      <a:pt x="269" y="73"/>
                    </a:cubicBezTo>
                    <a:lnTo>
                      <a:pt x="178" y="164"/>
                    </a:lnTo>
                    <a:cubicBezTo>
                      <a:pt x="0" y="342"/>
                      <a:pt x="181" y="603"/>
                      <a:pt x="378" y="603"/>
                    </a:cubicBezTo>
                    <a:cubicBezTo>
                      <a:pt x="435" y="603"/>
                      <a:pt x="493" y="581"/>
                      <a:pt x="544" y="530"/>
                    </a:cubicBezTo>
                    <a:lnTo>
                      <a:pt x="635" y="439"/>
                    </a:lnTo>
                    <a:cubicBezTo>
                      <a:pt x="777" y="261"/>
                      <a:pt x="616" y="0"/>
                      <a:pt x="42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6"/>
              <p:cNvSpPr/>
              <p:nvPr/>
            </p:nvSpPr>
            <p:spPr>
              <a:xfrm>
                <a:off x="2179451" y="3557153"/>
                <a:ext cx="13940" cy="9585"/>
              </a:xfrm>
              <a:custGeom>
                <a:avLst/>
                <a:gdLst/>
                <a:ahLst/>
                <a:cxnLst/>
                <a:rect l="l" t="t" r="r" b="b"/>
                <a:pathLst>
                  <a:path w="733" h="504" extrusionOk="0">
                    <a:moveTo>
                      <a:pt x="275" y="1"/>
                    </a:moveTo>
                    <a:cubicBezTo>
                      <a:pt x="0" y="46"/>
                      <a:pt x="0" y="458"/>
                      <a:pt x="275" y="504"/>
                    </a:cubicBezTo>
                    <a:lnTo>
                      <a:pt x="458" y="504"/>
                    </a:lnTo>
                    <a:cubicBezTo>
                      <a:pt x="732" y="458"/>
                      <a:pt x="732" y="46"/>
                      <a:pt x="45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46"/>
              <p:cNvSpPr/>
              <p:nvPr/>
            </p:nvSpPr>
            <p:spPr>
              <a:xfrm>
                <a:off x="2381265" y="3272594"/>
                <a:ext cx="14662" cy="11125"/>
              </a:xfrm>
              <a:custGeom>
                <a:avLst/>
                <a:gdLst/>
                <a:ahLst/>
                <a:cxnLst/>
                <a:rect l="l" t="t" r="r" b="b"/>
                <a:pathLst>
                  <a:path w="771" h="585" extrusionOk="0">
                    <a:moveTo>
                      <a:pt x="353" y="0"/>
                    </a:moveTo>
                    <a:cubicBezTo>
                      <a:pt x="164" y="0"/>
                      <a:pt x="0" y="239"/>
                      <a:pt x="181" y="421"/>
                    </a:cubicBezTo>
                    <a:lnTo>
                      <a:pt x="273" y="512"/>
                    </a:lnTo>
                    <a:cubicBezTo>
                      <a:pt x="314" y="563"/>
                      <a:pt x="363" y="584"/>
                      <a:pt x="414" y="584"/>
                    </a:cubicBezTo>
                    <a:cubicBezTo>
                      <a:pt x="589" y="584"/>
                      <a:pt x="771" y="324"/>
                      <a:pt x="593" y="146"/>
                    </a:cubicBezTo>
                    <a:lnTo>
                      <a:pt x="501" y="55"/>
                    </a:lnTo>
                    <a:cubicBezTo>
                      <a:pt x="454" y="17"/>
                      <a:pt x="403" y="0"/>
                      <a:pt x="353"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46"/>
              <p:cNvSpPr/>
              <p:nvPr/>
            </p:nvSpPr>
            <p:spPr>
              <a:xfrm>
                <a:off x="2050836" y="3683638"/>
                <a:ext cx="14662" cy="11125"/>
              </a:xfrm>
              <a:custGeom>
                <a:avLst/>
                <a:gdLst/>
                <a:ahLst/>
                <a:cxnLst/>
                <a:rect l="l" t="t" r="r" b="b"/>
                <a:pathLst>
                  <a:path w="771" h="585" extrusionOk="0">
                    <a:moveTo>
                      <a:pt x="378" y="0"/>
                    </a:moveTo>
                    <a:cubicBezTo>
                      <a:pt x="181" y="0"/>
                      <a:pt x="0" y="261"/>
                      <a:pt x="178" y="438"/>
                    </a:cubicBezTo>
                    <a:lnTo>
                      <a:pt x="269" y="530"/>
                    </a:lnTo>
                    <a:cubicBezTo>
                      <a:pt x="317" y="568"/>
                      <a:pt x="368" y="584"/>
                      <a:pt x="417" y="584"/>
                    </a:cubicBezTo>
                    <a:cubicBezTo>
                      <a:pt x="607" y="584"/>
                      <a:pt x="771" y="345"/>
                      <a:pt x="589" y="164"/>
                    </a:cubicBezTo>
                    <a:lnTo>
                      <a:pt x="544" y="73"/>
                    </a:lnTo>
                    <a:cubicBezTo>
                      <a:pt x="493" y="22"/>
                      <a:pt x="435" y="0"/>
                      <a:pt x="37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46"/>
              <p:cNvSpPr/>
              <p:nvPr/>
            </p:nvSpPr>
            <p:spPr>
              <a:xfrm>
                <a:off x="2257746" y="3390008"/>
                <a:ext cx="14662" cy="10269"/>
              </a:xfrm>
              <a:custGeom>
                <a:avLst/>
                <a:gdLst/>
                <a:ahLst/>
                <a:cxnLst/>
                <a:rect l="l" t="t" r="r" b="b"/>
                <a:pathLst>
                  <a:path w="771" h="540" extrusionOk="0">
                    <a:moveTo>
                      <a:pt x="395" y="0"/>
                    </a:moveTo>
                    <a:cubicBezTo>
                      <a:pt x="193" y="0"/>
                      <a:pt x="1" y="239"/>
                      <a:pt x="182" y="421"/>
                    </a:cubicBezTo>
                    <a:lnTo>
                      <a:pt x="228" y="466"/>
                    </a:lnTo>
                    <a:cubicBezTo>
                      <a:pt x="280" y="518"/>
                      <a:pt x="338" y="539"/>
                      <a:pt x="395" y="539"/>
                    </a:cubicBezTo>
                    <a:cubicBezTo>
                      <a:pt x="591" y="539"/>
                      <a:pt x="771" y="288"/>
                      <a:pt x="594" y="146"/>
                    </a:cubicBezTo>
                    <a:lnTo>
                      <a:pt x="548" y="55"/>
                    </a:lnTo>
                    <a:cubicBezTo>
                      <a:pt x="501" y="17"/>
                      <a:pt x="447" y="0"/>
                      <a:pt x="39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6"/>
              <p:cNvSpPr/>
              <p:nvPr/>
            </p:nvSpPr>
            <p:spPr>
              <a:xfrm>
                <a:off x="2297835" y="3440100"/>
                <a:ext cx="15461" cy="10612"/>
              </a:xfrm>
              <a:custGeom>
                <a:avLst/>
                <a:gdLst/>
                <a:ahLst/>
                <a:cxnLst/>
                <a:rect l="l" t="t" r="r" b="b"/>
                <a:pathLst>
                  <a:path w="813" h="558" extrusionOk="0">
                    <a:moveTo>
                      <a:pt x="377" y="0"/>
                    </a:moveTo>
                    <a:cubicBezTo>
                      <a:pt x="180" y="0"/>
                      <a:pt x="1" y="252"/>
                      <a:pt x="178" y="393"/>
                    </a:cubicBezTo>
                    <a:lnTo>
                      <a:pt x="269" y="485"/>
                    </a:lnTo>
                    <a:cubicBezTo>
                      <a:pt x="321" y="536"/>
                      <a:pt x="380" y="558"/>
                      <a:pt x="437" y="558"/>
                    </a:cubicBezTo>
                    <a:cubicBezTo>
                      <a:pt x="633" y="558"/>
                      <a:pt x="812" y="306"/>
                      <a:pt x="635" y="165"/>
                    </a:cubicBezTo>
                    <a:lnTo>
                      <a:pt x="544" y="73"/>
                    </a:lnTo>
                    <a:cubicBezTo>
                      <a:pt x="492" y="22"/>
                      <a:pt x="434" y="0"/>
                      <a:pt x="377"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46"/>
              <p:cNvSpPr/>
              <p:nvPr/>
            </p:nvSpPr>
            <p:spPr>
              <a:xfrm>
                <a:off x="2888385" y="3854092"/>
                <a:ext cx="135557" cy="125059"/>
              </a:xfrm>
              <a:custGeom>
                <a:avLst/>
                <a:gdLst/>
                <a:ahLst/>
                <a:cxnLst/>
                <a:rect l="l" t="t" r="r" b="b"/>
                <a:pathLst>
                  <a:path w="7128" h="6576" extrusionOk="0">
                    <a:moveTo>
                      <a:pt x="378" y="1"/>
                    </a:moveTo>
                    <a:cubicBezTo>
                      <a:pt x="181" y="1"/>
                      <a:pt x="0" y="261"/>
                      <a:pt x="178" y="439"/>
                    </a:cubicBezTo>
                    <a:cubicBezTo>
                      <a:pt x="2190" y="2589"/>
                      <a:pt x="4294" y="4647"/>
                      <a:pt x="6580" y="6522"/>
                    </a:cubicBezTo>
                    <a:cubicBezTo>
                      <a:pt x="6628" y="6560"/>
                      <a:pt x="6681" y="6576"/>
                      <a:pt x="6734" y="6576"/>
                    </a:cubicBezTo>
                    <a:cubicBezTo>
                      <a:pt x="6935" y="6576"/>
                      <a:pt x="7128" y="6337"/>
                      <a:pt x="6946" y="6156"/>
                    </a:cubicBezTo>
                    <a:cubicBezTo>
                      <a:pt x="4660" y="4281"/>
                      <a:pt x="2510" y="2268"/>
                      <a:pt x="544" y="73"/>
                    </a:cubicBezTo>
                    <a:cubicBezTo>
                      <a:pt x="493" y="22"/>
                      <a:pt x="435" y="1"/>
                      <a:pt x="37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46"/>
              <p:cNvSpPr/>
              <p:nvPr/>
            </p:nvSpPr>
            <p:spPr>
              <a:xfrm>
                <a:off x="3093641" y="3971506"/>
                <a:ext cx="14662" cy="11125"/>
              </a:xfrm>
              <a:custGeom>
                <a:avLst/>
                <a:gdLst/>
                <a:ahLst/>
                <a:cxnLst/>
                <a:rect l="l" t="t" r="r" b="b"/>
                <a:pathLst>
                  <a:path w="771" h="585" extrusionOk="0">
                    <a:moveTo>
                      <a:pt x="339" y="1"/>
                    </a:moveTo>
                    <a:cubicBezTo>
                      <a:pt x="154" y="1"/>
                      <a:pt x="0" y="261"/>
                      <a:pt x="178" y="439"/>
                    </a:cubicBezTo>
                    <a:lnTo>
                      <a:pt x="269" y="531"/>
                    </a:lnTo>
                    <a:cubicBezTo>
                      <a:pt x="307" y="568"/>
                      <a:pt x="353" y="585"/>
                      <a:pt x="400" y="585"/>
                    </a:cubicBezTo>
                    <a:cubicBezTo>
                      <a:pt x="578" y="585"/>
                      <a:pt x="771" y="346"/>
                      <a:pt x="589" y="165"/>
                    </a:cubicBezTo>
                    <a:lnTo>
                      <a:pt x="498" y="73"/>
                    </a:lnTo>
                    <a:cubicBezTo>
                      <a:pt x="447" y="22"/>
                      <a:pt x="392" y="1"/>
                      <a:pt x="33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46"/>
              <p:cNvSpPr/>
              <p:nvPr/>
            </p:nvSpPr>
            <p:spPr>
              <a:xfrm>
                <a:off x="3090161" y="3940945"/>
                <a:ext cx="14510" cy="10726"/>
              </a:xfrm>
              <a:custGeom>
                <a:avLst/>
                <a:gdLst/>
                <a:ahLst/>
                <a:cxnLst/>
                <a:rect l="l" t="t" r="r" b="b"/>
                <a:pathLst>
                  <a:path w="763" h="564" extrusionOk="0">
                    <a:moveTo>
                      <a:pt x="424" y="1"/>
                    </a:moveTo>
                    <a:cubicBezTo>
                      <a:pt x="369" y="1"/>
                      <a:pt x="314" y="24"/>
                      <a:pt x="269" y="80"/>
                    </a:cubicBezTo>
                    <a:lnTo>
                      <a:pt x="178" y="125"/>
                    </a:lnTo>
                    <a:cubicBezTo>
                      <a:pt x="0" y="303"/>
                      <a:pt x="154" y="564"/>
                      <a:pt x="339" y="564"/>
                    </a:cubicBezTo>
                    <a:cubicBezTo>
                      <a:pt x="392" y="564"/>
                      <a:pt x="447" y="542"/>
                      <a:pt x="498" y="491"/>
                    </a:cubicBezTo>
                    <a:lnTo>
                      <a:pt x="590" y="400"/>
                    </a:lnTo>
                    <a:cubicBezTo>
                      <a:pt x="763" y="227"/>
                      <a:pt x="595" y="1"/>
                      <a:pt x="424"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46"/>
              <p:cNvSpPr/>
              <p:nvPr/>
            </p:nvSpPr>
            <p:spPr>
              <a:xfrm>
                <a:off x="2989311" y="3839772"/>
                <a:ext cx="20729" cy="14054"/>
              </a:xfrm>
              <a:custGeom>
                <a:avLst/>
                <a:gdLst/>
                <a:ahLst/>
                <a:cxnLst/>
                <a:rect l="l" t="t" r="r" b="b"/>
                <a:pathLst>
                  <a:path w="1090" h="739" extrusionOk="0">
                    <a:moveTo>
                      <a:pt x="810" y="0"/>
                    </a:moveTo>
                    <a:cubicBezTo>
                      <a:pt x="798" y="0"/>
                      <a:pt x="784" y="1"/>
                      <a:pt x="770" y="3"/>
                    </a:cubicBezTo>
                    <a:cubicBezTo>
                      <a:pt x="496" y="49"/>
                      <a:pt x="267" y="186"/>
                      <a:pt x="130" y="415"/>
                    </a:cubicBezTo>
                    <a:cubicBezTo>
                      <a:pt x="1" y="576"/>
                      <a:pt x="169" y="738"/>
                      <a:pt x="343" y="738"/>
                    </a:cubicBezTo>
                    <a:cubicBezTo>
                      <a:pt x="415" y="738"/>
                      <a:pt x="488" y="710"/>
                      <a:pt x="542" y="643"/>
                    </a:cubicBezTo>
                    <a:cubicBezTo>
                      <a:pt x="587" y="552"/>
                      <a:pt x="679" y="506"/>
                      <a:pt x="770" y="506"/>
                    </a:cubicBezTo>
                    <a:cubicBezTo>
                      <a:pt x="1077" y="462"/>
                      <a:pt x="1090" y="0"/>
                      <a:pt x="810"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46"/>
              <p:cNvSpPr/>
              <p:nvPr/>
            </p:nvSpPr>
            <p:spPr>
              <a:xfrm>
                <a:off x="2468042" y="4590849"/>
                <a:ext cx="55816" cy="86149"/>
              </a:xfrm>
              <a:custGeom>
                <a:avLst/>
                <a:gdLst/>
                <a:ahLst/>
                <a:cxnLst/>
                <a:rect l="l" t="t" r="r" b="b"/>
                <a:pathLst>
                  <a:path w="2935" h="4530" extrusionOk="0">
                    <a:moveTo>
                      <a:pt x="1606" y="0"/>
                    </a:moveTo>
                    <a:cubicBezTo>
                      <a:pt x="1534" y="0"/>
                      <a:pt x="1467" y="34"/>
                      <a:pt x="1426" y="114"/>
                    </a:cubicBezTo>
                    <a:cubicBezTo>
                      <a:pt x="832" y="1440"/>
                      <a:pt x="329" y="2812"/>
                      <a:pt x="54" y="4230"/>
                    </a:cubicBezTo>
                    <a:cubicBezTo>
                      <a:pt x="0" y="4420"/>
                      <a:pt x="156" y="4530"/>
                      <a:pt x="300" y="4530"/>
                    </a:cubicBezTo>
                    <a:cubicBezTo>
                      <a:pt x="399" y="4530"/>
                      <a:pt x="493" y="4479"/>
                      <a:pt x="512" y="4367"/>
                    </a:cubicBezTo>
                    <a:cubicBezTo>
                      <a:pt x="558" y="4047"/>
                      <a:pt x="649" y="3681"/>
                      <a:pt x="740" y="3361"/>
                    </a:cubicBezTo>
                    <a:cubicBezTo>
                      <a:pt x="786" y="3407"/>
                      <a:pt x="832" y="3407"/>
                      <a:pt x="923" y="3407"/>
                    </a:cubicBezTo>
                    <a:cubicBezTo>
                      <a:pt x="1335" y="3304"/>
                      <a:pt x="1747" y="3253"/>
                      <a:pt x="2178" y="3253"/>
                    </a:cubicBezTo>
                    <a:cubicBezTo>
                      <a:pt x="2321" y="3253"/>
                      <a:pt x="2467" y="3258"/>
                      <a:pt x="2616" y="3270"/>
                    </a:cubicBezTo>
                    <a:cubicBezTo>
                      <a:pt x="2631" y="3272"/>
                      <a:pt x="2645" y="3273"/>
                      <a:pt x="2659" y="3273"/>
                    </a:cubicBezTo>
                    <a:cubicBezTo>
                      <a:pt x="2935" y="3273"/>
                      <a:pt x="2920" y="2856"/>
                      <a:pt x="2616" y="2812"/>
                    </a:cubicBezTo>
                    <a:cubicBezTo>
                      <a:pt x="2405" y="2780"/>
                      <a:pt x="2200" y="2765"/>
                      <a:pt x="1999" y="2765"/>
                    </a:cubicBezTo>
                    <a:cubicBezTo>
                      <a:pt x="1632" y="2765"/>
                      <a:pt x="1278" y="2815"/>
                      <a:pt x="923" y="2904"/>
                    </a:cubicBezTo>
                    <a:cubicBezTo>
                      <a:pt x="969" y="2629"/>
                      <a:pt x="1061" y="2355"/>
                      <a:pt x="1152" y="2126"/>
                    </a:cubicBezTo>
                    <a:cubicBezTo>
                      <a:pt x="1198" y="2172"/>
                      <a:pt x="1289" y="2218"/>
                      <a:pt x="1381" y="2218"/>
                    </a:cubicBezTo>
                    <a:lnTo>
                      <a:pt x="2158" y="2081"/>
                    </a:lnTo>
                    <a:cubicBezTo>
                      <a:pt x="2464" y="2081"/>
                      <a:pt x="2352" y="1620"/>
                      <a:pt x="2062" y="1620"/>
                    </a:cubicBezTo>
                    <a:cubicBezTo>
                      <a:pt x="2049" y="1620"/>
                      <a:pt x="2035" y="1621"/>
                      <a:pt x="2021" y="1623"/>
                    </a:cubicBezTo>
                    <a:lnTo>
                      <a:pt x="1289" y="1715"/>
                    </a:lnTo>
                    <a:cubicBezTo>
                      <a:pt x="1472" y="1257"/>
                      <a:pt x="1655" y="800"/>
                      <a:pt x="1884" y="388"/>
                    </a:cubicBezTo>
                    <a:cubicBezTo>
                      <a:pt x="1981" y="194"/>
                      <a:pt x="1781" y="0"/>
                      <a:pt x="1606"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46"/>
              <p:cNvSpPr/>
              <p:nvPr/>
            </p:nvSpPr>
            <p:spPr>
              <a:xfrm>
                <a:off x="2523972" y="4623692"/>
                <a:ext cx="14510" cy="10726"/>
              </a:xfrm>
              <a:custGeom>
                <a:avLst/>
                <a:gdLst/>
                <a:ahLst/>
                <a:cxnLst/>
                <a:rect l="l" t="t" r="r" b="b"/>
                <a:pathLst>
                  <a:path w="763" h="564" extrusionOk="0">
                    <a:moveTo>
                      <a:pt x="443" y="1"/>
                    </a:moveTo>
                    <a:cubicBezTo>
                      <a:pt x="385" y="1"/>
                      <a:pt x="325" y="24"/>
                      <a:pt x="269" y="79"/>
                    </a:cubicBezTo>
                    <a:lnTo>
                      <a:pt x="178" y="171"/>
                    </a:lnTo>
                    <a:cubicBezTo>
                      <a:pt x="1" y="312"/>
                      <a:pt x="153" y="564"/>
                      <a:pt x="336" y="564"/>
                    </a:cubicBezTo>
                    <a:cubicBezTo>
                      <a:pt x="390" y="564"/>
                      <a:pt x="446" y="542"/>
                      <a:pt x="498" y="491"/>
                    </a:cubicBezTo>
                    <a:lnTo>
                      <a:pt x="589" y="399"/>
                    </a:lnTo>
                    <a:cubicBezTo>
                      <a:pt x="762" y="226"/>
                      <a:pt x="621" y="1"/>
                      <a:pt x="443"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6"/>
              <p:cNvSpPr/>
              <p:nvPr/>
            </p:nvSpPr>
            <p:spPr>
              <a:xfrm>
                <a:off x="3179829" y="3892241"/>
                <a:ext cx="14510" cy="10726"/>
              </a:xfrm>
              <a:custGeom>
                <a:avLst/>
                <a:gdLst/>
                <a:ahLst/>
                <a:cxnLst/>
                <a:rect l="l" t="t" r="r" b="b"/>
                <a:pathLst>
                  <a:path w="763" h="564" extrusionOk="0">
                    <a:moveTo>
                      <a:pt x="320" y="1"/>
                    </a:moveTo>
                    <a:cubicBezTo>
                      <a:pt x="142" y="1"/>
                      <a:pt x="0" y="226"/>
                      <a:pt x="173" y="400"/>
                    </a:cubicBezTo>
                    <a:lnTo>
                      <a:pt x="219" y="491"/>
                    </a:lnTo>
                    <a:cubicBezTo>
                      <a:pt x="270" y="542"/>
                      <a:pt x="328" y="564"/>
                      <a:pt x="384" y="564"/>
                    </a:cubicBezTo>
                    <a:cubicBezTo>
                      <a:pt x="581" y="564"/>
                      <a:pt x="763" y="303"/>
                      <a:pt x="585" y="125"/>
                    </a:cubicBezTo>
                    <a:lnTo>
                      <a:pt x="494" y="80"/>
                    </a:lnTo>
                    <a:cubicBezTo>
                      <a:pt x="438" y="24"/>
                      <a:pt x="377" y="1"/>
                      <a:pt x="32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46"/>
              <p:cNvSpPr/>
              <p:nvPr/>
            </p:nvSpPr>
            <p:spPr>
              <a:xfrm>
                <a:off x="3205578" y="3882276"/>
                <a:ext cx="14929" cy="10783"/>
              </a:xfrm>
              <a:custGeom>
                <a:avLst/>
                <a:gdLst/>
                <a:ahLst/>
                <a:cxnLst/>
                <a:rect l="l" t="t" r="r" b="b"/>
                <a:pathLst>
                  <a:path w="785" h="567" extrusionOk="0">
                    <a:moveTo>
                      <a:pt x="363" y="0"/>
                    </a:moveTo>
                    <a:cubicBezTo>
                      <a:pt x="172" y="0"/>
                      <a:pt x="1" y="239"/>
                      <a:pt x="146" y="421"/>
                    </a:cubicBezTo>
                    <a:lnTo>
                      <a:pt x="237" y="512"/>
                    </a:lnTo>
                    <a:cubicBezTo>
                      <a:pt x="285" y="550"/>
                      <a:pt x="338" y="566"/>
                      <a:pt x="390" y="566"/>
                    </a:cubicBezTo>
                    <a:cubicBezTo>
                      <a:pt x="592" y="566"/>
                      <a:pt x="784" y="327"/>
                      <a:pt x="603" y="146"/>
                    </a:cubicBezTo>
                    <a:lnTo>
                      <a:pt x="512" y="55"/>
                    </a:lnTo>
                    <a:cubicBezTo>
                      <a:pt x="464" y="17"/>
                      <a:pt x="413" y="0"/>
                      <a:pt x="363"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46"/>
              <p:cNvSpPr/>
              <p:nvPr/>
            </p:nvSpPr>
            <p:spPr>
              <a:xfrm>
                <a:off x="3327671" y="3900076"/>
                <a:ext cx="14510" cy="10726"/>
              </a:xfrm>
              <a:custGeom>
                <a:avLst/>
                <a:gdLst/>
                <a:ahLst/>
                <a:cxnLst/>
                <a:rect l="l" t="t" r="r" b="b"/>
                <a:pathLst>
                  <a:path w="763" h="564" extrusionOk="0">
                    <a:moveTo>
                      <a:pt x="340" y="0"/>
                    </a:moveTo>
                    <a:cubicBezTo>
                      <a:pt x="169" y="0"/>
                      <a:pt x="1" y="226"/>
                      <a:pt x="174" y="399"/>
                    </a:cubicBezTo>
                    <a:lnTo>
                      <a:pt x="220" y="491"/>
                    </a:lnTo>
                    <a:cubicBezTo>
                      <a:pt x="271" y="542"/>
                      <a:pt x="330" y="564"/>
                      <a:pt x="387" y="564"/>
                    </a:cubicBezTo>
                    <a:cubicBezTo>
                      <a:pt x="583" y="564"/>
                      <a:pt x="763" y="312"/>
                      <a:pt x="586" y="171"/>
                    </a:cubicBezTo>
                    <a:lnTo>
                      <a:pt x="494" y="79"/>
                    </a:lnTo>
                    <a:cubicBezTo>
                      <a:pt x="450" y="24"/>
                      <a:pt x="395" y="0"/>
                      <a:pt x="340"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6"/>
              <p:cNvSpPr/>
              <p:nvPr/>
            </p:nvSpPr>
            <p:spPr>
              <a:xfrm>
                <a:off x="3246599" y="3890263"/>
                <a:ext cx="14815" cy="9585"/>
              </a:xfrm>
              <a:custGeom>
                <a:avLst/>
                <a:gdLst/>
                <a:ahLst/>
                <a:cxnLst/>
                <a:rect l="l" t="t" r="r" b="b"/>
                <a:pathLst>
                  <a:path w="779" h="504" extrusionOk="0">
                    <a:moveTo>
                      <a:pt x="321" y="1"/>
                    </a:moveTo>
                    <a:cubicBezTo>
                      <a:pt x="1" y="1"/>
                      <a:pt x="1" y="504"/>
                      <a:pt x="321" y="504"/>
                    </a:cubicBezTo>
                    <a:lnTo>
                      <a:pt x="504" y="504"/>
                    </a:lnTo>
                    <a:cubicBezTo>
                      <a:pt x="778" y="504"/>
                      <a:pt x="778" y="1"/>
                      <a:pt x="504"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46"/>
              <p:cNvSpPr/>
              <p:nvPr/>
            </p:nvSpPr>
            <p:spPr>
              <a:xfrm>
                <a:off x="2786204" y="4298816"/>
                <a:ext cx="20957" cy="10745"/>
              </a:xfrm>
              <a:custGeom>
                <a:avLst/>
                <a:gdLst/>
                <a:ahLst/>
                <a:cxnLst/>
                <a:rect l="l" t="t" r="r" b="b"/>
                <a:pathLst>
                  <a:path w="1102" h="565" extrusionOk="0">
                    <a:moveTo>
                      <a:pt x="312" y="0"/>
                    </a:moveTo>
                    <a:cubicBezTo>
                      <a:pt x="88" y="0"/>
                      <a:pt x="0" y="386"/>
                      <a:pt x="291" y="470"/>
                    </a:cubicBezTo>
                    <a:lnTo>
                      <a:pt x="703" y="561"/>
                    </a:lnTo>
                    <a:cubicBezTo>
                      <a:pt x="716" y="563"/>
                      <a:pt x="729" y="564"/>
                      <a:pt x="741" y="564"/>
                    </a:cubicBezTo>
                    <a:cubicBezTo>
                      <a:pt x="990" y="564"/>
                      <a:pt x="1102" y="147"/>
                      <a:pt x="840" y="104"/>
                    </a:cubicBezTo>
                    <a:lnTo>
                      <a:pt x="383" y="12"/>
                    </a:lnTo>
                    <a:cubicBezTo>
                      <a:pt x="358" y="4"/>
                      <a:pt x="335" y="0"/>
                      <a:pt x="312"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46"/>
              <p:cNvSpPr/>
              <p:nvPr/>
            </p:nvSpPr>
            <p:spPr>
              <a:xfrm>
                <a:off x="2771770" y="4287501"/>
                <a:ext cx="85046" cy="91151"/>
              </a:xfrm>
              <a:custGeom>
                <a:avLst/>
                <a:gdLst/>
                <a:ahLst/>
                <a:cxnLst/>
                <a:rect l="l" t="t" r="r" b="b"/>
                <a:pathLst>
                  <a:path w="4472" h="4793" extrusionOk="0">
                    <a:moveTo>
                      <a:pt x="2539" y="1"/>
                    </a:moveTo>
                    <a:cubicBezTo>
                      <a:pt x="2517" y="1"/>
                      <a:pt x="2493" y="4"/>
                      <a:pt x="2468" y="13"/>
                    </a:cubicBezTo>
                    <a:cubicBezTo>
                      <a:pt x="1782" y="241"/>
                      <a:pt x="2240" y="1202"/>
                      <a:pt x="2377" y="1659"/>
                    </a:cubicBezTo>
                    <a:cubicBezTo>
                      <a:pt x="2422" y="1796"/>
                      <a:pt x="2468" y="1933"/>
                      <a:pt x="2514" y="2071"/>
                    </a:cubicBezTo>
                    <a:cubicBezTo>
                      <a:pt x="1965" y="1979"/>
                      <a:pt x="1416" y="1796"/>
                      <a:pt x="959" y="1522"/>
                    </a:cubicBezTo>
                    <a:cubicBezTo>
                      <a:pt x="921" y="1503"/>
                      <a:pt x="882" y="1494"/>
                      <a:pt x="846" y="1494"/>
                    </a:cubicBezTo>
                    <a:cubicBezTo>
                      <a:pt x="619" y="1494"/>
                      <a:pt x="449" y="1815"/>
                      <a:pt x="685" y="1933"/>
                    </a:cubicBezTo>
                    <a:cubicBezTo>
                      <a:pt x="1325" y="2254"/>
                      <a:pt x="2011" y="2482"/>
                      <a:pt x="2697" y="2574"/>
                    </a:cubicBezTo>
                    <a:cubicBezTo>
                      <a:pt x="2834" y="2802"/>
                      <a:pt x="2926" y="3077"/>
                      <a:pt x="3063" y="3305"/>
                    </a:cubicBezTo>
                    <a:cubicBezTo>
                      <a:pt x="2148" y="3305"/>
                      <a:pt x="1233" y="2985"/>
                      <a:pt x="502" y="2391"/>
                    </a:cubicBezTo>
                    <a:cubicBezTo>
                      <a:pt x="454" y="2353"/>
                      <a:pt x="403" y="2337"/>
                      <a:pt x="353" y="2337"/>
                    </a:cubicBezTo>
                    <a:cubicBezTo>
                      <a:pt x="164" y="2337"/>
                      <a:pt x="0" y="2575"/>
                      <a:pt x="182" y="2757"/>
                    </a:cubicBezTo>
                    <a:cubicBezTo>
                      <a:pt x="1005" y="3443"/>
                      <a:pt x="2057" y="3809"/>
                      <a:pt x="3108" y="3809"/>
                    </a:cubicBezTo>
                    <a:cubicBezTo>
                      <a:pt x="3200" y="3809"/>
                      <a:pt x="3246" y="3763"/>
                      <a:pt x="3291" y="3717"/>
                    </a:cubicBezTo>
                    <a:cubicBezTo>
                      <a:pt x="3474" y="4037"/>
                      <a:pt x="3703" y="4357"/>
                      <a:pt x="3932" y="4677"/>
                    </a:cubicBezTo>
                    <a:cubicBezTo>
                      <a:pt x="3986" y="4759"/>
                      <a:pt x="4061" y="4792"/>
                      <a:pt x="4134" y="4792"/>
                    </a:cubicBezTo>
                    <a:cubicBezTo>
                      <a:pt x="4307" y="4792"/>
                      <a:pt x="4472" y="4609"/>
                      <a:pt x="4343" y="4449"/>
                    </a:cubicBezTo>
                    <a:cubicBezTo>
                      <a:pt x="3932" y="3900"/>
                      <a:pt x="3566" y="3305"/>
                      <a:pt x="3291" y="2711"/>
                    </a:cubicBezTo>
                    <a:cubicBezTo>
                      <a:pt x="3291" y="2665"/>
                      <a:pt x="3246" y="2574"/>
                      <a:pt x="3200" y="2437"/>
                    </a:cubicBezTo>
                    <a:cubicBezTo>
                      <a:pt x="3200" y="2299"/>
                      <a:pt x="3154" y="2208"/>
                      <a:pt x="3063" y="2162"/>
                    </a:cubicBezTo>
                    <a:cubicBezTo>
                      <a:pt x="2834" y="1476"/>
                      <a:pt x="2422" y="516"/>
                      <a:pt x="2560" y="424"/>
                    </a:cubicBezTo>
                    <a:cubicBezTo>
                      <a:pt x="2851" y="383"/>
                      <a:pt x="2764" y="1"/>
                      <a:pt x="253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6"/>
              <p:cNvSpPr/>
              <p:nvPr/>
            </p:nvSpPr>
            <p:spPr>
              <a:xfrm>
                <a:off x="2849323" y="4326239"/>
                <a:ext cx="19816" cy="15594"/>
              </a:xfrm>
              <a:custGeom>
                <a:avLst/>
                <a:gdLst/>
                <a:ahLst/>
                <a:cxnLst/>
                <a:rect l="l" t="t" r="r" b="b"/>
                <a:pathLst>
                  <a:path w="1042" h="820" extrusionOk="0">
                    <a:moveTo>
                      <a:pt x="359" y="1"/>
                    </a:moveTo>
                    <a:cubicBezTo>
                      <a:pt x="168" y="1"/>
                      <a:pt x="1" y="226"/>
                      <a:pt x="174" y="400"/>
                    </a:cubicBezTo>
                    <a:lnTo>
                      <a:pt x="540" y="765"/>
                    </a:lnTo>
                    <a:cubicBezTo>
                      <a:pt x="578" y="803"/>
                      <a:pt x="623" y="820"/>
                      <a:pt x="670" y="820"/>
                    </a:cubicBezTo>
                    <a:cubicBezTo>
                      <a:pt x="849" y="820"/>
                      <a:pt x="1041" y="581"/>
                      <a:pt x="860" y="400"/>
                    </a:cubicBezTo>
                    <a:lnTo>
                      <a:pt x="540" y="79"/>
                    </a:lnTo>
                    <a:cubicBezTo>
                      <a:pt x="484" y="24"/>
                      <a:pt x="421" y="1"/>
                      <a:pt x="35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46"/>
              <p:cNvSpPr/>
              <p:nvPr/>
            </p:nvSpPr>
            <p:spPr>
              <a:xfrm>
                <a:off x="2171616" y="3688487"/>
                <a:ext cx="39157" cy="10460"/>
              </a:xfrm>
              <a:custGeom>
                <a:avLst/>
                <a:gdLst/>
                <a:ahLst/>
                <a:cxnLst/>
                <a:rect l="l" t="t" r="r" b="b"/>
                <a:pathLst>
                  <a:path w="2059" h="550" extrusionOk="0">
                    <a:moveTo>
                      <a:pt x="1784" y="0"/>
                    </a:moveTo>
                    <a:lnTo>
                      <a:pt x="321" y="46"/>
                    </a:lnTo>
                    <a:cubicBezTo>
                      <a:pt x="1" y="46"/>
                      <a:pt x="1" y="549"/>
                      <a:pt x="321" y="549"/>
                    </a:cubicBezTo>
                    <a:lnTo>
                      <a:pt x="1784" y="504"/>
                    </a:lnTo>
                    <a:cubicBezTo>
                      <a:pt x="2059" y="458"/>
                      <a:pt x="2059" y="46"/>
                      <a:pt x="1784"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46"/>
              <p:cNvSpPr/>
              <p:nvPr/>
            </p:nvSpPr>
            <p:spPr>
              <a:xfrm>
                <a:off x="2191014" y="3671029"/>
                <a:ext cx="24685" cy="10574"/>
              </a:xfrm>
              <a:custGeom>
                <a:avLst/>
                <a:gdLst/>
                <a:ahLst/>
                <a:cxnLst/>
                <a:rect l="l" t="t" r="r" b="b"/>
                <a:pathLst>
                  <a:path w="1298" h="556" extrusionOk="0">
                    <a:moveTo>
                      <a:pt x="404" y="1"/>
                    </a:moveTo>
                    <a:cubicBezTo>
                      <a:pt x="113" y="1"/>
                      <a:pt x="1" y="463"/>
                      <a:pt x="307" y="507"/>
                    </a:cubicBezTo>
                    <a:lnTo>
                      <a:pt x="856" y="553"/>
                    </a:lnTo>
                    <a:cubicBezTo>
                      <a:pt x="871" y="555"/>
                      <a:pt x="886" y="556"/>
                      <a:pt x="900" y="556"/>
                    </a:cubicBezTo>
                    <a:cubicBezTo>
                      <a:pt x="1188" y="556"/>
                      <a:pt x="1298" y="139"/>
                      <a:pt x="993" y="95"/>
                    </a:cubicBezTo>
                    <a:lnTo>
                      <a:pt x="444" y="4"/>
                    </a:lnTo>
                    <a:cubicBezTo>
                      <a:pt x="430" y="2"/>
                      <a:pt x="417" y="1"/>
                      <a:pt x="404"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46"/>
              <p:cNvSpPr/>
              <p:nvPr/>
            </p:nvSpPr>
            <p:spPr>
              <a:xfrm>
                <a:off x="2217714" y="3648265"/>
                <a:ext cx="17515" cy="38929"/>
              </a:xfrm>
              <a:custGeom>
                <a:avLst/>
                <a:gdLst/>
                <a:ahLst/>
                <a:cxnLst/>
                <a:rect l="l" t="t" r="r" b="b"/>
                <a:pathLst>
                  <a:path w="921" h="2047" extrusionOk="0">
                    <a:moveTo>
                      <a:pt x="355" y="0"/>
                    </a:moveTo>
                    <a:cubicBezTo>
                      <a:pt x="241" y="0"/>
                      <a:pt x="115" y="80"/>
                      <a:pt x="92" y="240"/>
                    </a:cubicBezTo>
                    <a:cubicBezTo>
                      <a:pt x="1" y="835"/>
                      <a:pt x="138" y="1384"/>
                      <a:pt x="412" y="1933"/>
                    </a:cubicBezTo>
                    <a:cubicBezTo>
                      <a:pt x="452" y="2013"/>
                      <a:pt x="516" y="2046"/>
                      <a:pt x="583" y="2046"/>
                    </a:cubicBezTo>
                    <a:cubicBezTo>
                      <a:pt x="743" y="2046"/>
                      <a:pt x="921" y="1852"/>
                      <a:pt x="824" y="1658"/>
                    </a:cubicBezTo>
                    <a:cubicBezTo>
                      <a:pt x="595" y="1247"/>
                      <a:pt x="504" y="743"/>
                      <a:pt x="549" y="240"/>
                    </a:cubicBezTo>
                    <a:cubicBezTo>
                      <a:pt x="572" y="80"/>
                      <a:pt x="469" y="0"/>
                      <a:pt x="35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46"/>
              <p:cNvSpPr/>
              <p:nvPr/>
            </p:nvSpPr>
            <p:spPr>
              <a:xfrm>
                <a:off x="2057967" y="3299941"/>
                <a:ext cx="56292" cy="15100"/>
              </a:xfrm>
              <a:custGeom>
                <a:avLst/>
                <a:gdLst/>
                <a:ahLst/>
                <a:cxnLst/>
                <a:rect l="l" t="t" r="r" b="b"/>
                <a:pathLst>
                  <a:path w="2960" h="794" extrusionOk="0">
                    <a:moveTo>
                      <a:pt x="885" y="1"/>
                    </a:moveTo>
                    <a:cubicBezTo>
                      <a:pt x="688" y="1"/>
                      <a:pt x="494" y="12"/>
                      <a:pt x="306" y="34"/>
                    </a:cubicBezTo>
                    <a:cubicBezTo>
                      <a:pt x="1" y="78"/>
                      <a:pt x="111" y="495"/>
                      <a:pt x="359" y="495"/>
                    </a:cubicBezTo>
                    <a:cubicBezTo>
                      <a:pt x="372" y="495"/>
                      <a:pt x="384" y="494"/>
                      <a:pt x="397" y="492"/>
                    </a:cubicBezTo>
                    <a:cubicBezTo>
                      <a:pt x="569" y="469"/>
                      <a:pt x="743" y="457"/>
                      <a:pt x="918" y="457"/>
                    </a:cubicBezTo>
                    <a:cubicBezTo>
                      <a:pt x="1443" y="457"/>
                      <a:pt x="1975" y="560"/>
                      <a:pt x="2455" y="766"/>
                    </a:cubicBezTo>
                    <a:cubicBezTo>
                      <a:pt x="2494" y="785"/>
                      <a:pt x="2532" y="794"/>
                      <a:pt x="2569" y="794"/>
                    </a:cubicBezTo>
                    <a:cubicBezTo>
                      <a:pt x="2795" y="794"/>
                      <a:pt x="2959" y="473"/>
                      <a:pt x="2684" y="355"/>
                    </a:cubicBezTo>
                    <a:cubicBezTo>
                      <a:pt x="2130" y="112"/>
                      <a:pt x="1497" y="1"/>
                      <a:pt x="885"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46"/>
              <p:cNvSpPr/>
              <p:nvPr/>
            </p:nvSpPr>
            <p:spPr>
              <a:xfrm>
                <a:off x="2075083" y="3283186"/>
                <a:ext cx="24361" cy="9585"/>
              </a:xfrm>
              <a:custGeom>
                <a:avLst/>
                <a:gdLst/>
                <a:ahLst/>
                <a:cxnLst/>
                <a:rect l="l" t="t" r="r" b="b"/>
                <a:pathLst>
                  <a:path w="1281" h="504" extrusionOk="0">
                    <a:moveTo>
                      <a:pt x="320" y="1"/>
                    </a:moveTo>
                    <a:cubicBezTo>
                      <a:pt x="0" y="1"/>
                      <a:pt x="0" y="504"/>
                      <a:pt x="320" y="504"/>
                    </a:cubicBezTo>
                    <a:lnTo>
                      <a:pt x="1006" y="504"/>
                    </a:lnTo>
                    <a:cubicBezTo>
                      <a:pt x="1281" y="504"/>
                      <a:pt x="1281" y="1"/>
                      <a:pt x="1006"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46"/>
              <p:cNvSpPr/>
              <p:nvPr/>
            </p:nvSpPr>
            <p:spPr>
              <a:xfrm>
                <a:off x="2104522" y="3261145"/>
                <a:ext cx="32083" cy="56596"/>
              </a:xfrm>
              <a:custGeom>
                <a:avLst/>
                <a:gdLst/>
                <a:ahLst/>
                <a:cxnLst/>
                <a:rect l="l" t="t" r="r" b="b"/>
                <a:pathLst>
                  <a:path w="1687" h="2976" extrusionOk="0">
                    <a:moveTo>
                      <a:pt x="262" y="0"/>
                    </a:moveTo>
                    <a:cubicBezTo>
                      <a:pt x="127" y="0"/>
                      <a:pt x="1" y="108"/>
                      <a:pt x="53" y="291"/>
                    </a:cubicBezTo>
                    <a:cubicBezTo>
                      <a:pt x="282" y="1205"/>
                      <a:pt x="648" y="2074"/>
                      <a:pt x="1151" y="2852"/>
                    </a:cubicBezTo>
                    <a:cubicBezTo>
                      <a:pt x="1209" y="2939"/>
                      <a:pt x="1291" y="2976"/>
                      <a:pt x="1369" y="2976"/>
                    </a:cubicBezTo>
                    <a:cubicBezTo>
                      <a:pt x="1536" y="2976"/>
                      <a:pt x="1687" y="2810"/>
                      <a:pt x="1562" y="2623"/>
                    </a:cubicBezTo>
                    <a:cubicBezTo>
                      <a:pt x="1105" y="1846"/>
                      <a:pt x="739" y="1023"/>
                      <a:pt x="510" y="199"/>
                    </a:cubicBezTo>
                    <a:cubicBezTo>
                      <a:pt x="471" y="62"/>
                      <a:pt x="364" y="0"/>
                      <a:pt x="262"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46"/>
              <p:cNvSpPr/>
              <p:nvPr/>
            </p:nvSpPr>
            <p:spPr>
              <a:xfrm>
                <a:off x="2127362" y="3285297"/>
                <a:ext cx="19740" cy="15937"/>
              </a:xfrm>
              <a:custGeom>
                <a:avLst/>
                <a:gdLst/>
                <a:ahLst/>
                <a:cxnLst/>
                <a:rect l="l" t="t" r="r" b="b"/>
                <a:pathLst>
                  <a:path w="1038" h="838" extrusionOk="0">
                    <a:moveTo>
                      <a:pt x="379" y="0"/>
                    </a:moveTo>
                    <a:cubicBezTo>
                      <a:pt x="182" y="0"/>
                      <a:pt x="1" y="261"/>
                      <a:pt x="178" y="439"/>
                    </a:cubicBezTo>
                    <a:lnTo>
                      <a:pt x="544" y="759"/>
                    </a:lnTo>
                    <a:cubicBezTo>
                      <a:pt x="589" y="814"/>
                      <a:pt x="644" y="837"/>
                      <a:pt x="699" y="837"/>
                    </a:cubicBezTo>
                    <a:cubicBezTo>
                      <a:pt x="870" y="837"/>
                      <a:pt x="1037" y="612"/>
                      <a:pt x="864" y="439"/>
                    </a:cubicBezTo>
                    <a:lnTo>
                      <a:pt x="544" y="73"/>
                    </a:lnTo>
                    <a:cubicBezTo>
                      <a:pt x="493" y="22"/>
                      <a:pt x="435"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46"/>
              <p:cNvSpPr/>
              <p:nvPr/>
            </p:nvSpPr>
            <p:spPr>
              <a:xfrm>
                <a:off x="2472568" y="3522579"/>
                <a:ext cx="22346" cy="12970"/>
              </a:xfrm>
              <a:custGeom>
                <a:avLst/>
                <a:gdLst/>
                <a:ahLst/>
                <a:cxnLst/>
                <a:rect l="l" t="t" r="r" b="b"/>
                <a:pathLst>
                  <a:path w="1175" h="682" extrusionOk="0">
                    <a:moveTo>
                      <a:pt x="695" y="0"/>
                    </a:moveTo>
                    <a:cubicBezTo>
                      <a:pt x="483" y="0"/>
                      <a:pt x="272" y="94"/>
                      <a:pt x="137" y="264"/>
                    </a:cubicBezTo>
                    <a:cubicBezTo>
                      <a:pt x="0" y="435"/>
                      <a:pt x="169" y="682"/>
                      <a:pt x="340" y="682"/>
                    </a:cubicBezTo>
                    <a:cubicBezTo>
                      <a:pt x="398" y="682"/>
                      <a:pt x="456" y="653"/>
                      <a:pt x="502" y="584"/>
                    </a:cubicBezTo>
                    <a:cubicBezTo>
                      <a:pt x="536" y="517"/>
                      <a:pt x="618" y="475"/>
                      <a:pt x="696" y="475"/>
                    </a:cubicBezTo>
                    <a:cubicBezTo>
                      <a:pt x="725" y="475"/>
                      <a:pt x="752" y="480"/>
                      <a:pt x="777" y="492"/>
                    </a:cubicBezTo>
                    <a:cubicBezTo>
                      <a:pt x="791" y="495"/>
                      <a:pt x="805" y="496"/>
                      <a:pt x="819" y="496"/>
                    </a:cubicBezTo>
                    <a:cubicBezTo>
                      <a:pt x="1065" y="496"/>
                      <a:pt x="1174" y="122"/>
                      <a:pt x="914" y="35"/>
                    </a:cubicBezTo>
                    <a:cubicBezTo>
                      <a:pt x="843" y="11"/>
                      <a:pt x="769" y="0"/>
                      <a:pt x="69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46"/>
              <p:cNvSpPr/>
              <p:nvPr/>
            </p:nvSpPr>
            <p:spPr>
              <a:xfrm>
                <a:off x="2946845" y="4170258"/>
                <a:ext cx="24666" cy="10574"/>
              </a:xfrm>
              <a:custGeom>
                <a:avLst/>
                <a:gdLst/>
                <a:ahLst/>
                <a:cxnLst/>
                <a:rect l="l" t="t" r="r" b="b"/>
                <a:pathLst>
                  <a:path w="1297" h="556" extrusionOk="0">
                    <a:moveTo>
                      <a:pt x="358" y="0"/>
                    </a:moveTo>
                    <a:cubicBezTo>
                      <a:pt x="110" y="0"/>
                      <a:pt x="0" y="417"/>
                      <a:pt x="305" y="461"/>
                    </a:cubicBezTo>
                    <a:lnTo>
                      <a:pt x="900" y="552"/>
                    </a:lnTo>
                    <a:cubicBezTo>
                      <a:pt x="913" y="555"/>
                      <a:pt x="925" y="556"/>
                      <a:pt x="938" y="556"/>
                    </a:cubicBezTo>
                    <a:cubicBezTo>
                      <a:pt x="1186" y="556"/>
                      <a:pt x="1296" y="139"/>
                      <a:pt x="991" y="95"/>
                    </a:cubicBezTo>
                    <a:lnTo>
                      <a:pt x="397" y="4"/>
                    </a:lnTo>
                    <a:cubicBezTo>
                      <a:pt x="384" y="2"/>
                      <a:pt x="371" y="0"/>
                      <a:pt x="35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46"/>
              <p:cNvSpPr/>
              <p:nvPr/>
            </p:nvSpPr>
            <p:spPr>
              <a:xfrm>
                <a:off x="2959701" y="4578069"/>
                <a:ext cx="14662" cy="11125"/>
              </a:xfrm>
              <a:custGeom>
                <a:avLst/>
                <a:gdLst/>
                <a:ahLst/>
                <a:cxnLst/>
                <a:rect l="l" t="t" r="r" b="b"/>
                <a:pathLst>
                  <a:path w="771" h="585" extrusionOk="0">
                    <a:moveTo>
                      <a:pt x="418" y="0"/>
                    </a:moveTo>
                    <a:cubicBezTo>
                      <a:pt x="368" y="0"/>
                      <a:pt x="317" y="16"/>
                      <a:pt x="269" y="54"/>
                    </a:cubicBezTo>
                    <a:lnTo>
                      <a:pt x="178" y="146"/>
                    </a:lnTo>
                    <a:cubicBezTo>
                      <a:pt x="0" y="324"/>
                      <a:pt x="182" y="584"/>
                      <a:pt x="379" y="584"/>
                    </a:cubicBezTo>
                    <a:cubicBezTo>
                      <a:pt x="435" y="584"/>
                      <a:pt x="493" y="563"/>
                      <a:pt x="544" y="512"/>
                    </a:cubicBezTo>
                    <a:lnTo>
                      <a:pt x="590" y="420"/>
                    </a:lnTo>
                    <a:cubicBezTo>
                      <a:pt x="771" y="239"/>
                      <a:pt x="607" y="0"/>
                      <a:pt x="41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46"/>
              <p:cNvSpPr/>
              <p:nvPr/>
            </p:nvSpPr>
            <p:spPr>
              <a:xfrm>
                <a:off x="3169388" y="4358550"/>
                <a:ext cx="14720" cy="10707"/>
              </a:xfrm>
              <a:custGeom>
                <a:avLst/>
                <a:gdLst/>
                <a:ahLst/>
                <a:cxnLst/>
                <a:rect l="l" t="t" r="r" b="b"/>
                <a:pathLst>
                  <a:path w="774" h="563" extrusionOk="0">
                    <a:moveTo>
                      <a:pt x="425" y="0"/>
                    </a:moveTo>
                    <a:cubicBezTo>
                      <a:pt x="372" y="0"/>
                      <a:pt x="316" y="22"/>
                      <a:pt x="265" y="73"/>
                    </a:cubicBezTo>
                    <a:lnTo>
                      <a:pt x="174" y="164"/>
                    </a:lnTo>
                    <a:cubicBezTo>
                      <a:pt x="0" y="337"/>
                      <a:pt x="168" y="563"/>
                      <a:pt x="359" y="563"/>
                    </a:cubicBezTo>
                    <a:cubicBezTo>
                      <a:pt x="420" y="563"/>
                      <a:pt x="484" y="540"/>
                      <a:pt x="540" y="484"/>
                    </a:cubicBezTo>
                    <a:lnTo>
                      <a:pt x="631" y="438"/>
                    </a:lnTo>
                    <a:cubicBezTo>
                      <a:pt x="773" y="261"/>
                      <a:pt x="611" y="0"/>
                      <a:pt x="42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46"/>
              <p:cNvSpPr/>
              <p:nvPr/>
            </p:nvSpPr>
            <p:spPr>
              <a:xfrm>
                <a:off x="3151911" y="4429866"/>
                <a:ext cx="14662" cy="11125"/>
              </a:xfrm>
              <a:custGeom>
                <a:avLst/>
                <a:gdLst/>
                <a:ahLst/>
                <a:cxnLst/>
                <a:rect l="l" t="t" r="r" b="b"/>
                <a:pathLst>
                  <a:path w="771" h="585" extrusionOk="0">
                    <a:moveTo>
                      <a:pt x="339" y="0"/>
                    </a:moveTo>
                    <a:cubicBezTo>
                      <a:pt x="154" y="0"/>
                      <a:pt x="0" y="261"/>
                      <a:pt x="178" y="439"/>
                    </a:cubicBezTo>
                    <a:lnTo>
                      <a:pt x="269" y="530"/>
                    </a:lnTo>
                    <a:cubicBezTo>
                      <a:pt x="307" y="568"/>
                      <a:pt x="353" y="584"/>
                      <a:pt x="400" y="584"/>
                    </a:cubicBezTo>
                    <a:cubicBezTo>
                      <a:pt x="578" y="584"/>
                      <a:pt x="771" y="345"/>
                      <a:pt x="590" y="164"/>
                    </a:cubicBezTo>
                    <a:lnTo>
                      <a:pt x="498" y="73"/>
                    </a:lnTo>
                    <a:cubicBezTo>
                      <a:pt x="447" y="22"/>
                      <a:pt x="392" y="0"/>
                      <a:pt x="33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46"/>
              <p:cNvSpPr/>
              <p:nvPr/>
            </p:nvSpPr>
            <p:spPr>
              <a:xfrm>
                <a:off x="1856705" y="3304011"/>
                <a:ext cx="105091" cy="100089"/>
              </a:xfrm>
              <a:custGeom>
                <a:avLst/>
                <a:gdLst/>
                <a:ahLst/>
                <a:cxnLst/>
                <a:rect l="l" t="t" r="r" b="b"/>
                <a:pathLst>
                  <a:path w="5526" h="5263" extrusionOk="0">
                    <a:moveTo>
                      <a:pt x="4111" y="0"/>
                    </a:moveTo>
                    <a:cubicBezTo>
                      <a:pt x="3896" y="0"/>
                      <a:pt x="3675" y="82"/>
                      <a:pt x="3480" y="278"/>
                    </a:cubicBezTo>
                    <a:cubicBezTo>
                      <a:pt x="2337" y="1375"/>
                      <a:pt x="1376" y="2564"/>
                      <a:pt x="507" y="3891"/>
                    </a:cubicBezTo>
                    <a:cubicBezTo>
                      <a:pt x="1" y="4587"/>
                      <a:pt x="656" y="5262"/>
                      <a:pt x="1350" y="5262"/>
                    </a:cubicBezTo>
                    <a:cubicBezTo>
                      <a:pt x="1658" y="5262"/>
                      <a:pt x="1974" y="5129"/>
                      <a:pt x="2200" y="4805"/>
                    </a:cubicBezTo>
                    <a:cubicBezTo>
                      <a:pt x="2977" y="3662"/>
                      <a:pt x="3846" y="2610"/>
                      <a:pt x="4852" y="1650"/>
                    </a:cubicBezTo>
                    <a:cubicBezTo>
                      <a:pt x="5526" y="976"/>
                      <a:pt x="4853" y="0"/>
                      <a:pt x="41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46"/>
              <p:cNvSpPr/>
              <p:nvPr/>
            </p:nvSpPr>
            <p:spPr>
              <a:xfrm>
                <a:off x="1936788" y="3264930"/>
                <a:ext cx="56558" cy="43493"/>
              </a:xfrm>
              <a:custGeom>
                <a:avLst/>
                <a:gdLst/>
                <a:ahLst/>
                <a:cxnLst/>
                <a:rect l="l" t="t" r="r" b="b"/>
                <a:pathLst>
                  <a:path w="2974" h="2287" extrusionOk="0">
                    <a:moveTo>
                      <a:pt x="1464" y="0"/>
                    </a:moveTo>
                    <a:cubicBezTo>
                      <a:pt x="1" y="0"/>
                      <a:pt x="1" y="2287"/>
                      <a:pt x="1464" y="2287"/>
                    </a:cubicBezTo>
                    <a:cubicBezTo>
                      <a:pt x="2973" y="2287"/>
                      <a:pt x="2973"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46"/>
              <p:cNvSpPr/>
              <p:nvPr/>
            </p:nvSpPr>
            <p:spPr>
              <a:xfrm>
                <a:off x="2262729" y="3915842"/>
                <a:ext cx="138714" cy="142232"/>
              </a:xfrm>
              <a:custGeom>
                <a:avLst/>
                <a:gdLst/>
                <a:ahLst/>
                <a:cxnLst/>
                <a:rect l="l" t="t" r="r" b="b"/>
                <a:pathLst>
                  <a:path w="7294" h="7479" extrusionOk="0">
                    <a:moveTo>
                      <a:pt x="1325" y="0"/>
                    </a:moveTo>
                    <a:cubicBezTo>
                      <a:pt x="683" y="0"/>
                      <a:pt x="0" y="690"/>
                      <a:pt x="378" y="1445"/>
                    </a:cubicBezTo>
                    <a:cubicBezTo>
                      <a:pt x="1567" y="3778"/>
                      <a:pt x="3350" y="5790"/>
                      <a:pt x="5500" y="7299"/>
                    </a:cubicBezTo>
                    <a:cubicBezTo>
                      <a:pt x="5672" y="7425"/>
                      <a:pt x="5843" y="7479"/>
                      <a:pt x="6004" y="7479"/>
                    </a:cubicBezTo>
                    <a:cubicBezTo>
                      <a:pt x="6777" y="7479"/>
                      <a:pt x="7294" y="6213"/>
                      <a:pt x="6460" y="5607"/>
                    </a:cubicBezTo>
                    <a:lnTo>
                      <a:pt x="6460" y="5607"/>
                    </a:lnTo>
                    <a:lnTo>
                      <a:pt x="6506" y="5653"/>
                    </a:lnTo>
                    <a:cubicBezTo>
                      <a:pt x="4631" y="4327"/>
                      <a:pt x="3122" y="2543"/>
                      <a:pt x="2070" y="485"/>
                    </a:cubicBezTo>
                    <a:cubicBezTo>
                      <a:pt x="1898" y="142"/>
                      <a:pt x="1616" y="0"/>
                      <a:pt x="13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46"/>
              <p:cNvSpPr/>
              <p:nvPr/>
            </p:nvSpPr>
            <p:spPr>
              <a:xfrm>
                <a:off x="2245556" y="3859816"/>
                <a:ext cx="56539" cy="43512"/>
              </a:xfrm>
              <a:custGeom>
                <a:avLst/>
                <a:gdLst/>
                <a:ahLst/>
                <a:cxnLst/>
                <a:rect l="l" t="t" r="r" b="b"/>
                <a:pathLst>
                  <a:path w="2973" h="2288" extrusionOk="0">
                    <a:moveTo>
                      <a:pt x="1509" y="1"/>
                    </a:moveTo>
                    <a:cubicBezTo>
                      <a:pt x="0" y="1"/>
                      <a:pt x="0" y="2288"/>
                      <a:pt x="1509" y="2288"/>
                    </a:cubicBezTo>
                    <a:cubicBezTo>
                      <a:pt x="2973" y="2288"/>
                      <a:pt x="2973" y="1"/>
                      <a:pt x="1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46"/>
              <p:cNvSpPr/>
              <p:nvPr/>
            </p:nvSpPr>
            <p:spPr>
              <a:xfrm>
                <a:off x="2249017" y="3818073"/>
                <a:ext cx="56558" cy="43512"/>
              </a:xfrm>
              <a:custGeom>
                <a:avLst/>
                <a:gdLst/>
                <a:ahLst/>
                <a:cxnLst/>
                <a:rect l="l" t="t" r="r" b="b"/>
                <a:pathLst>
                  <a:path w="2974" h="2288" extrusionOk="0">
                    <a:moveTo>
                      <a:pt x="1464" y="1"/>
                    </a:moveTo>
                    <a:cubicBezTo>
                      <a:pt x="1" y="1"/>
                      <a:pt x="1" y="2287"/>
                      <a:pt x="1464" y="2287"/>
                    </a:cubicBezTo>
                    <a:cubicBezTo>
                      <a:pt x="2928" y="2287"/>
                      <a:pt x="2974" y="1"/>
                      <a:pt x="14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46"/>
              <p:cNvSpPr/>
              <p:nvPr/>
            </p:nvSpPr>
            <p:spPr>
              <a:xfrm>
                <a:off x="2402108" y="4543761"/>
                <a:ext cx="43493" cy="100793"/>
              </a:xfrm>
              <a:custGeom>
                <a:avLst/>
                <a:gdLst/>
                <a:ahLst/>
                <a:cxnLst/>
                <a:rect l="l" t="t" r="r" b="b"/>
                <a:pathLst>
                  <a:path w="2287" h="5300" extrusionOk="0">
                    <a:moveTo>
                      <a:pt x="1340" y="0"/>
                    </a:moveTo>
                    <a:cubicBezTo>
                      <a:pt x="844" y="0"/>
                      <a:pt x="321" y="321"/>
                      <a:pt x="274" y="944"/>
                    </a:cubicBezTo>
                    <a:lnTo>
                      <a:pt x="46" y="4374"/>
                    </a:lnTo>
                    <a:cubicBezTo>
                      <a:pt x="0" y="4991"/>
                      <a:pt x="457" y="5300"/>
                      <a:pt x="938" y="5300"/>
                    </a:cubicBezTo>
                    <a:cubicBezTo>
                      <a:pt x="1418" y="5300"/>
                      <a:pt x="1921" y="4991"/>
                      <a:pt x="1967" y="4374"/>
                    </a:cubicBezTo>
                    <a:cubicBezTo>
                      <a:pt x="2058" y="3230"/>
                      <a:pt x="2149" y="2087"/>
                      <a:pt x="2241" y="944"/>
                    </a:cubicBezTo>
                    <a:cubicBezTo>
                      <a:pt x="2286" y="309"/>
                      <a:pt x="1826" y="0"/>
                      <a:pt x="1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46"/>
              <p:cNvSpPr/>
              <p:nvPr/>
            </p:nvSpPr>
            <p:spPr>
              <a:xfrm>
                <a:off x="2405569" y="4481688"/>
                <a:ext cx="55683" cy="43493"/>
              </a:xfrm>
              <a:custGeom>
                <a:avLst/>
                <a:gdLst/>
                <a:ahLst/>
                <a:cxnLst/>
                <a:rect l="l" t="t" r="r" b="b"/>
                <a:pathLst>
                  <a:path w="2928" h="2287" extrusionOk="0">
                    <a:moveTo>
                      <a:pt x="1464" y="0"/>
                    </a:moveTo>
                    <a:cubicBezTo>
                      <a:pt x="1" y="0"/>
                      <a:pt x="1" y="2287"/>
                      <a:pt x="1464" y="2287"/>
                    </a:cubicBezTo>
                    <a:cubicBezTo>
                      <a:pt x="2928" y="2287"/>
                      <a:pt x="2928"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46"/>
              <p:cNvSpPr/>
              <p:nvPr/>
            </p:nvSpPr>
            <p:spPr>
              <a:xfrm>
                <a:off x="3108760" y="3786789"/>
                <a:ext cx="90904" cy="45851"/>
              </a:xfrm>
              <a:custGeom>
                <a:avLst/>
                <a:gdLst/>
                <a:ahLst/>
                <a:cxnLst/>
                <a:rect l="l" t="t" r="r" b="b"/>
                <a:pathLst>
                  <a:path w="4780" h="2411" extrusionOk="0">
                    <a:moveTo>
                      <a:pt x="3174" y="1"/>
                    </a:moveTo>
                    <a:cubicBezTo>
                      <a:pt x="2388" y="1"/>
                      <a:pt x="1621" y="199"/>
                      <a:pt x="938" y="594"/>
                    </a:cubicBezTo>
                    <a:cubicBezTo>
                      <a:pt x="0" y="1102"/>
                      <a:pt x="564" y="2411"/>
                      <a:pt x="1433" y="2411"/>
                    </a:cubicBezTo>
                    <a:cubicBezTo>
                      <a:pt x="1581" y="2411"/>
                      <a:pt x="1738" y="2373"/>
                      <a:pt x="1898" y="2286"/>
                    </a:cubicBezTo>
                    <a:cubicBezTo>
                      <a:pt x="2348" y="2044"/>
                      <a:pt x="2851" y="1932"/>
                      <a:pt x="3347" y="1932"/>
                    </a:cubicBezTo>
                    <a:cubicBezTo>
                      <a:pt x="3506" y="1932"/>
                      <a:pt x="3664" y="1944"/>
                      <a:pt x="3819" y="1966"/>
                    </a:cubicBezTo>
                    <a:cubicBezTo>
                      <a:pt x="4368" y="1966"/>
                      <a:pt x="4779" y="1509"/>
                      <a:pt x="4779" y="1005"/>
                    </a:cubicBezTo>
                    <a:cubicBezTo>
                      <a:pt x="4779" y="457"/>
                      <a:pt x="4322" y="45"/>
                      <a:pt x="3819" y="45"/>
                    </a:cubicBezTo>
                    <a:cubicBezTo>
                      <a:pt x="3603" y="16"/>
                      <a:pt x="3388" y="1"/>
                      <a:pt x="31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46"/>
              <p:cNvSpPr/>
              <p:nvPr/>
            </p:nvSpPr>
            <p:spPr>
              <a:xfrm>
                <a:off x="3211816" y="3785895"/>
                <a:ext cx="55683" cy="43512"/>
              </a:xfrm>
              <a:custGeom>
                <a:avLst/>
                <a:gdLst/>
                <a:ahLst/>
                <a:cxnLst/>
                <a:rect l="l" t="t" r="r" b="b"/>
                <a:pathLst>
                  <a:path w="2928" h="2288" extrusionOk="0">
                    <a:moveTo>
                      <a:pt x="1464" y="1"/>
                    </a:moveTo>
                    <a:cubicBezTo>
                      <a:pt x="1" y="1"/>
                      <a:pt x="1" y="2287"/>
                      <a:pt x="1464" y="2287"/>
                    </a:cubicBezTo>
                    <a:cubicBezTo>
                      <a:pt x="2928" y="2287"/>
                      <a:pt x="2928" y="1"/>
                      <a:pt x="14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162" name="Google Shape;2162;p46"/>
          <p:cNvSpPr txBox="1">
            <a:spLocks noGrp="1"/>
          </p:cNvSpPr>
          <p:nvPr>
            <p:ph type="title" idx="2"/>
          </p:nvPr>
        </p:nvSpPr>
        <p:spPr>
          <a:xfrm>
            <a:off x="720000" y="2408549"/>
            <a:ext cx="2159400" cy="121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
        <p:nvSpPr>
          <p:cNvPr id="2163" name="Google Shape;2163;p46"/>
          <p:cNvSpPr txBox="1">
            <a:spLocks noGrp="1"/>
          </p:cNvSpPr>
          <p:nvPr>
            <p:ph type="title"/>
          </p:nvPr>
        </p:nvSpPr>
        <p:spPr>
          <a:xfrm>
            <a:off x="2879475" y="2316250"/>
            <a:ext cx="4690500" cy="83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PRESENTATION</a:t>
            </a:r>
            <a:endParaRPr/>
          </a:p>
        </p:txBody>
      </p:sp>
      <p:sp>
        <p:nvSpPr>
          <p:cNvPr id="2164" name="Google Shape;2164;p46"/>
          <p:cNvSpPr txBox="1">
            <a:spLocks noGrp="1"/>
          </p:cNvSpPr>
          <p:nvPr>
            <p:ph type="subTitle" idx="1"/>
          </p:nvPr>
        </p:nvSpPr>
        <p:spPr>
          <a:xfrm>
            <a:off x="2879477" y="3155901"/>
            <a:ext cx="4102800" cy="378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Here you can use a subtitle if you need it</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68"/>
        <p:cNvGrpSpPr/>
        <p:nvPr/>
      </p:nvGrpSpPr>
      <p:grpSpPr>
        <a:xfrm>
          <a:off x="0" y="0"/>
          <a:ext cx="0" cy="0"/>
          <a:chOff x="0" y="0"/>
          <a:chExt cx="0" cy="0"/>
        </a:xfrm>
      </p:grpSpPr>
      <p:sp>
        <p:nvSpPr>
          <p:cNvPr id="2169" name="Google Shape;2169;p47"/>
          <p:cNvSpPr txBox="1">
            <a:spLocks noGrp="1"/>
          </p:cNvSpPr>
          <p:nvPr>
            <p:ph type="title"/>
          </p:nvPr>
        </p:nvSpPr>
        <p:spPr>
          <a:xfrm>
            <a:off x="2065788" y="1509900"/>
            <a:ext cx="4920000" cy="2262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AWESOME </a:t>
            </a:r>
            <a:r>
              <a:rPr lang="en">
                <a:solidFill>
                  <a:schemeClr val="accent2"/>
                </a:solidFill>
              </a:rPr>
              <a:t>WORDS</a:t>
            </a:r>
            <a:endParaRPr>
              <a:solidFill>
                <a:schemeClr val="accent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73"/>
        <p:cNvGrpSpPr/>
        <p:nvPr/>
      </p:nvGrpSpPr>
      <p:grpSpPr>
        <a:xfrm>
          <a:off x="0" y="0"/>
          <a:ext cx="0" cy="0"/>
          <a:chOff x="0" y="0"/>
          <a:chExt cx="0" cy="0"/>
        </a:xfrm>
      </p:grpSpPr>
      <p:sp>
        <p:nvSpPr>
          <p:cNvPr id="2174" name="Google Shape;2174;p48"/>
          <p:cNvSpPr/>
          <p:nvPr/>
        </p:nvSpPr>
        <p:spPr>
          <a:xfrm>
            <a:off x="4271050" y="1966410"/>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48"/>
          <p:cNvSpPr/>
          <p:nvPr/>
        </p:nvSpPr>
        <p:spPr>
          <a:xfrm>
            <a:off x="6909825" y="1966398"/>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48"/>
          <p:cNvSpPr/>
          <p:nvPr/>
        </p:nvSpPr>
        <p:spPr>
          <a:xfrm>
            <a:off x="1612175" y="1966410"/>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48"/>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COULD USE </a:t>
            </a:r>
            <a:r>
              <a:rPr lang="en">
                <a:solidFill>
                  <a:schemeClr val="accent2"/>
                </a:solidFill>
              </a:rPr>
              <a:t>THREE</a:t>
            </a:r>
            <a:r>
              <a:rPr lang="en"/>
              <a:t> COLUMNS</a:t>
            </a:r>
            <a:endParaRPr/>
          </a:p>
        </p:txBody>
      </p:sp>
      <p:sp>
        <p:nvSpPr>
          <p:cNvPr id="2178" name="Google Shape;2178;p48"/>
          <p:cNvSpPr txBox="1">
            <a:spLocks noGrp="1"/>
          </p:cNvSpPr>
          <p:nvPr>
            <p:ph type="title" idx="2"/>
          </p:nvPr>
        </p:nvSpPr>
        <p:spPr>
          <a:xfrm>
            <a:off x="713225" y="2673453"/>
            <a:ext cx="2399700" cy="449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a:t>
            </a:r>
            <a:endParaRPr/>
          </a:p>
        </p:txBody>
      </p:sp>
      <p:sp>
        <p:nvSpPr>
          <p:cNvPr id="2179" name="Google Shape;2179;p48"/>
          <p:cNvSpPr txBox="1">
            <a:spLocks noGrp="1"/>
          </p:cNvSpPr>
          <p:nvPr>
            <p:ph type="title" idx="3"/>
          </p:nvPr>
        </p:nvSpPr>
        <p:spPr>
          <a:xfrm>
            <a:off x="3372098" y="2673450"/>
            <a:ext cx="2399700" cy="449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a:t>
            </a:r>
            <a:endParaRPr/>
          </a:p>
        </p:txBody>
      </p:sp>
      <p:sp>
        <p:nvSpPr>
          <p:cNvPr id="2180" name="Google Shape;2180;p48"/>
          <p:cNvSpPr txBox="1">
            <a:spLocks noGrp="1"/>
          </p:cNvSpPr>
          <p:nvPr>
            <p:ph type="subTitle" idx="4"/>
          </p:nvPr>
        </p:nvSpPr>
        <p:spPr>
          <a:xfrm>
            <a:off x="3372099" y="3033505"/>
            <a:ext cx="2399700" cy="911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It’s a gas giant and the biggest planet in the Solar System</a:t>
            </a:r>
            <a:endParaRPr/>
          </a:p>
        </p:txBody>
      </p:sp>
      <p:sp>
        <p:nvSpPr>
          <p:cNvPr id="2181" name="Google Shape;2181;p48"/>
          <p:cNvSpPr txBox="1">
            <a:spLocks noGrp="1"/>
          </p:cNvSpPr>
          <p:nvPr>
            <p:ph type="title" idx="5"/>
          </p:nvPr>
        </p:nvSpPr>
        <p:spPr>
          <a:xfrm>
            <a:off x="6030971" y="2673453"/>
            <a:ext cx="2399700" cy="449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a:t>
            </a:r>
            <a:endParaRPr/>
          </a:p>
        </p:txBody>
      </p:sp>
      <p:sp>
        <p:nvSpPr>
          <p:cNvPr id="2182" name="Google Shape;2182;p48"/>
          <p:cNvSpPr txBox="1">
            <a:spLocks noGrp="1"/>
          </p:cNvSpPr>
          <p:nvPr>
            <p:ph type="subTitle" idx="6"/>
          </p:nvPr>
        </p:nvSpPr>
        <p:spPr>
          <a:xfrm>
            <a:off x="6030974" y="3033524"/>
            <a:ext cx="2399700" cy="911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the ringed planet, is composed of hydrogen and helium</a:t>
            </a:r>
            <a:endParaRPr/>
          </a:p>
        </p:txBody>
      </p:sp>
      <p:sp>
        <p:nvSpPr>
          <p:cNvPr id="2183" name="Google Shape;2183;p48"/>
          <p:cNvSpPr txBox="1">
            <a:spLocks noGrp="1"/>
          </p:cNvSpPr>
          <p:nvPr>
            <p:ph type="subTitle" idx="1"/>
          </p:nvPr>
        </p:nvSpPr>
        <p:spPr>
          <a:xfrm>
            <a:off x="713225" y="3033523"/>
            <a:ext cx="2399700" cy="911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 cold place. It’s full of iron oxide dust</a:t>
            </a:r>
            <a:endParaRPr/>
          </a:p>
        </p:txBody>
      </p:sp>
      <p:grpSp>
        <p:nvGrpSpPr>
          <p:cNvPr id="2184" name="Google Shape;2184;p48"/>
          <p:cNvGrpSpPr/>
          <p:nvPr/>
        </p:nvGrpSpPr>
        <p:grpSpPr>
          <a:xfrm>
            <a:off x="7082337" y="2088788"/>
            <a:ext cx="256800" cy="357024"/>
            <a:chOff x="3910637" y="3352690"/>
            <a:chExt cx="256800" cy="357024"/>
          </a:xfrm>
        </p:grpSpPr>
        <p:sp>
          <p:nvSpPr>
            <p:cNvPr id="2185" name="Google Shape;2185;p48"/>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48"/>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48"/>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8" name="Google Shape;2188;p48"/>
          <p:cNvGrpSpPr/>
          <p:nvPr/>
        </p:nvGrpSpPr>
        <p:grpSpPr>
          <a:xfrm>
            <a:off x="1764487" y="2083673"/>
            <a:ext cx="297184" cy="367296"/>
            <a:chOff x="6926637" y="2886738"/>
            <a:chExt cx="297184" cy="367296"/>
          </a:xfrm>
        </p:grpSpPr>
        <p:sp>
          <p:nvSpPr>
            <p:cNvPr id="2189" name="Google Shape;2189;p48"/>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48"/>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48"/>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2" name="Google Shape;2192;p48"/>
          <p:cNvGrpSpPr/>
          <p:nvPr/>
        </p:nvGrpSpPr>
        <p:grpSpPr>
          <a:xfrm>
            <a:off x="4393880" y="2091407"/>
            <a:ext cx="356256" cy="351808"/>
            <a:chOff x="7993805" y="2427122"/>
            <a:chExt cx="356256" cy="351808"/>
          </a:xfrm>
        </p:grpSpPr>
        <p:sp>
          <p:nvSpPr>
            <p:cNvPr id="2193" name="Google Shape;2193;p48"/>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48"/>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48"/>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99"/>
        <p:cNvGrpSpPr/>
        <p:nvPr/>
      </p:nvGrpSpPr>
      <p:grpSpPr>
        <a:xfrm>
          <a:off x="0" y="0"/>
          <a:ext cx="0" cy="0"/>
          <a:chOff x="0" y="0"/>
          <a:chExt cx="0" cy="0"/>
        </a:xfrm>
      </p:grpSpPr>
      <p:sp>
        <p:nvSpPr>
          <p:cNvPr id="2200" name="Google Shape;2200;p49"/>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REVIEWING</a:t>
            </a:r>
            <a:r>
              <a:rPr lang="en"/>
              <a:t> IS A GOOD IDEA</a:t>
            </a:r>
            <a:endParaRPr/>
          </a:p>
        </p:txBody>
      </p:sp>
      <p:sp>
        <p:nvSpPr>
          <p:cNvPr id="2201" name="Google Shape;2201;p49"/>
          <p:cNvSpPr txBox="1">
            <a:spLocks noGrp="1"/>
          </p:cNvSpPr>
          <p:nvPr>
            <p:ph type="title" idx="2"/>
          </p:nvPr>
        </p:nvSpPr>
        <p:spPr>
          <a:xfrm>
            <a:off x="3353538" y="1737425"/>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a:t>
            </a:r>
            <a:endParaRPr/>
          </a:p>
        </p:txBody>
      </p:sp>
      <p:sp>
        <p:nvSpPr>
          <p:cNvPr id="2202" name="Google Shape;2202;p49"/>
          <p:cNvSpPr txBox="1">
            <a:spLocks noGrp="1"/>
          </p:cNvSpPr>
          <p:nvPr>
            <p:ph type="subTitle" idx="1"/>
          </p:nvPr>
        </p:nvSpPr>
        <p:spPr>
          <a:xfrm>
            <a:off x="3353538" y="2097472"/>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terribly hot</a:t>
            </a:r>
            <a:endParaRPr/>
          </a:p>
        </p:txBody>
      </p:sp>
      <p:sp>
        <p:nvSpPr>
          <p:cNvPr id="2203" name="Google Shape;2203;p49"/>
          <p:cNvSpPr txBox="1">
            <a:spLocks noGrp="1"/>
          </p:cNvSpPr>
          <p:nvPr>
            <p:ph type="title" idx="3"/>
          </p:nvPr>
        </p:nvSpPr>
        <p:spPr>
          <a:xfrm>
            <a:off x="3353538" y="3450729"/>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a:t>
            </a:r>
            <a:endParaRPr/>
          </a:p>
        </p:txBody>
      </p:sp>
      <p:sp>
        <p:nvSpPr>
          <p:cNvPr id="2204" name="Google Shape;2204;p49"/>
          <p:cNvSpPr txBox="1">
            <a:spLocks noGrp="1"/>
          </p:cNvSpPr>
          <p:nvPr>
            <p:ph type="subTitle" idx="4"/>
          </p:nvPr>
        </p:nvSpPr>
        <p:spPr>
          <a:xfrm>
            <a:off x="3353538" y="3810776"/>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is the ringed one and a gas giant</a:t>
            </a:r>
            <a:endParaRPr/>
          </a:p>
        </p:txBody>
      </p:sp>
      <p:sp>
        <p:nvSpPr>
          <p:cNvPr id="2205" name="Google Shape;2205;p49"/>
          <p:cNvSpPr txBox="1">
            <a:spLocks noGrp="1"/>
          </p:cNvSpPr>
          <p:nvPr>
            <p:ph type="title" idx="5"/>
          </p:nvPr>
        </p:nvSpPr>
        <p:spPr>
          <a:xfrm>
            <a:off x="743449" y="1737425"/>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a:t>
            </a:r>
            <a:endParaRPr/>
          </a:p>
        </p:txBody>
      </p:sp>
      <p:sp>
        <p:nvSpPr>
          <p:cNvPr id="2206" name="Google Shape;2206;p49"/>
          <p:cNvSpPr txBox="1">
            <a:spLocks noGrp="1"/>
          </p:cNvSpPr>
          <p:nvPr>
            <p:ph type="subTitle" idx="6"/>
          </p:nvPr>
        </p:nvSpPr>
        <p:spPr>
          <a:xfrm>
            <a:off x="743449" y="2097472"/>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 very cold place</a:t>
            </a:r>
            <a:endParaRPr/>
          </a:p>
        </p:txBody>
      </p:sp>
      <p:sp>
        <p:nvSpPr>
          <p:cNvPr id="2207" name="Google Shape;2207;p49"/>
          <p:cNvSpPr txBox="1">
            <a:spLocks noGrp="1"/>
          </p:cNvSpPr>
          <p:nvPr>
            <p:ph type="title" idx="7"/>
          </p:nvPr>
        </p:nvSpPr>
        <p:spPr>
          <a:xfrm>
            <a:off x="743449" y="3450729"/>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a:t>
            </a:r>
            <a:endParaRPr/>
          </a:p>
        </p:txBody>
      </p:sp>
      <p:sp>
        <p:nvSpPr>
          <p:cNvPr id="2208" name="Google Shape;2208;p49"/>
          <p:cNvSpPr txBox="1">
            <a:spLocks noGrp="1"/>
          </p:cNvSpPr>
          <p:nvPr>
            <p:ph type="subTitle" idx="8"/>
          </p:nvPr>
        </p:nvSpPr>
        <p:spPr>
          <a:xfrm>
            <a:off x="743449" y="3810776"/>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2209" name="Google Shape;2209;p49"/>
          <p:cNvSpPr txBox="1">
            <a:spLocks noGrp="1"/>
          </p:cNvSpPr>
          <p:nvPr>
            <p:ph type="title" idx="9"/>
          </p:nvPr>
        </p:nvSpPr>
        <p:spPr>
          <a:xfrm>
            <a:off x="5963638" y="1737425"/>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a:t>
            </a:r>
            <a:endParaRPr/>
          </a:p>
        </p:txBody>
      </p:sp>
      <p:sp>
        <p:nvSpPr>
          <p:cNvPr id="2210" name="Google Shape;2210;p49"/>
          <p:cNvSpPr txBox="1">
            <a:spLocks noGrp="1"/>
          </p:cNvSpPr>
          <p:nvPr>
            <p:ph type="subTitle" idx="13"/>
          </p:nvPr>
        </p:nvSpPr>
        <p:spPr>
          <a:xfrm>
            <a:off x="5963638" y="2097472"/>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It’s the biggest planet in the Solar System</a:t>
            </a:r>
            <a:endParaRPr/>
          </a:p>
        </p:txBody>
      </p:sp>
      <p:sp>
        <p:nvSpPr>
          <p:cNvPr id="2211" name="Google Shape;2211;p49"/>
          <p:cNvSpPr txBox="1">
            <a:spLocks noGrp="1"/>
          </p:cNvSpPr>
          <p:nvPr>
            <p:ph type="title" idx="14"/>
          </p:nvPr>
        </p:nvSpPr>
        <p:spPr>
          <a:xfrm>
            <a:off x="5963638" y="3450729"/>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a:t>
            </a:r>
            <a:endParaRPr/>
          </a:p>
        </p:txBody>
      </p:sp>
      <p:sp>
        <p:nvSpPr>
          <p:cNvPr id="2212" name="Google Shape;2212;p49"/>
          <p:cNvSpPr txBox="1">
            <a:spLocks noGrp="1"/>
          </p:cNvSpPr>
          <p:nvPr>
            <p:ph type="subTitle" idx="15"/>
          </p:nvPr>
        </p:nvSpPr>
        <p:spPr>
          <a:xfrm>
            <a:off x="5963638" y="3810776"/>
            <a:ext cx="2436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farthest planet from the Sun</a:t>
            </a:r>
            <a:endParaRPr/>
          </a:p>
        </p:txBody>
      </p:sp>
      <p:grpSp>
        <p:nvGrpSpPr>
          <p:cNvPr id="2213" name="Google Shape;2213;p49"/>
          <p:cNvGrpSpPr/>
          <p:nvPr/>
        </p:nvGrpSpPr>
        <p:grpSpPr>
          <a:xfrm>
            <a:off x="1827550" y="1421329"/>
            <a:ext cx="268800" cy="268800"/>
            <a:chOff x="1827550" y="1421329"/>
            <a:chExt cx="268800" cy="268800"/>
          </a:xfrm>
        </p:grpSpPr>
        <p:sp>
          <p:nvSpPr>
            <p:cNvPr id="2214" name="Google Shape;2214;p49"/>
            <p:cNvSpPr/>
            <p:nvPr/>
          </p:nvSpPr>
          <p:spPr>
            <a:xfrm>
              <a:off x="1827550" y="1421329"/>
              <a:ext cx="268800" cy="268800"/>
            </a:xfrm>
            <a:prstGeom prst="ellipse">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49"/>
            <p:cNvSpPr/>
            <p:nvPr/>
          </p:nvSpPr>
          <p:spPr>
            <a:xfrm>
              <a:off x="1877200" y="1470975"/>
              <a:ext cx="169500" cy="169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6" name="Google Shape;2216;p49"/>
          <p:cNvGrpSpPr/>
          <p:nvPr/>
        </p:nvGrpSpPr>
        <p:grpSpPr>
          <a:xfrm>
            <a:off x="4437600" y="1421329"/>
            <a:ext cx="268800" cy="268800"/>
            <a:chOff x="4437600" y="1421329"/>
            <a:chExt cx="268800" cy="268800"/>
          </a:xfrm>
        </p:grpSpPr>
        <p:sp>
          <p:nvSpPr>
            <p:cNvPr id="2217" name="Google Shape;2217;p49"/>
            <p:cNvSpPr/>
            <p:nvPr/>
          </p:nvSpPr>
          <p:spPr>
            <a:xfrm>
              <a:off x="4437600" y="1421329"/>
              <a:ext cx="268800" cy="268800"/>
            </a:xfrm>
            <a:prstGeom prst="ellipse">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49"/>
            <p:cNvSpPr/>
            <p:nvPr/>
          </p:nvSpPr>
          <p:spPr>
            <a:xfrm>
              <a:off x="4487250" y="1470975"/>
              <a:ext cx="169500" cy="169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9" name="Google Shape;2219;p49"/>
          <p:cNvGrpSpPr/>
          <p:nvPr/>
        </p:nvGrpSpPr>
        <p:grpSpPr>
          <a:xfrm>
            <a:off x="7047650" y="1421329"/>
            <a:ext cx="268800" cy="268800"/>
            <a:chOff x="7047650" y="1421329"/>
            <a:chExt cx="268800" cy="268800"/>
          </a:xfrm>
        </p:grpSpPr>
        <p:sp>
          <p:nvSpPr>
            <p:cNvPr id="2220" name="Google Shape;2220;p49"/>
            <p:cNvSpPr/>
            <p:nvPr/>
          </p:nvSpPr>
          <p:spPr>
            <a:xfrm>
              <a:off x="7047650" y="1421329"/>
              <a:ext cx="268800" cy="268800"/>
            </a:xfrm>
            <a:prstGeom prst="ellipse">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49"/>
            <p:cNvSpPr/>
            <p:nvPr/>
          </p:nvSpPr>
          <p:spPr>
            <a:xfrm>
              <a:off x="7097300" y="1470975"/>
              <a:ext cx="169500" cy="169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2" name="Google Shape;2222;p49"/>
          <p:cNvGrpSpPr/>
          <p:nvPr/>
        </p:nvGrpSpPr>
        <p:grpSpPr>
          <a:xfrm>
            <a:off x="1827550" y="3135921"/>
            <a:ext cx="268800" cy="268800"/>
            <a:chOff x="1827550" y="3135921"/>
            <a:chExt cx="268800" cy="268800"/>
          </a:xfrm>
        </p:grpSpPr>
        <p:sp>
          <p:nvSpPr>
            <p:cNvPr id="2223" name="Google Shape;2223;p49"/>
            <p:cNvSpPr/>
            <p:nvPr/>
          </p:nvSpPr>
          <p:spPr>
            <a:xfrm>
              <a:off x="1827550" y="3135921"/>
              <a:ext cx="268800" cy="268800"/>
            </a:xfrm>
            <a:prstGeom prst="ellipse">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49"/>
            <p:cNvSpPr/>
            <p:nvPr/>
          </p:nvSpPr>
          <p:spPr>
            <a:xfrm>
              <a:off x="1877200" y="3185451"/>
              <a:ext cx="169500" cy="169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5" name="Google Shape;2225;p49"/>
          <p:cNvGrpSpPr/>
          <p:nvPr/>
        </p:nvGrpSpPr>
        <p:grpSpPr>
          <a:xfrm>
            <a:off x="4437600" y="3135921"/>
            <a:ext cx="268800" cy="268800"/>
            <a:chOff x="4437600" y="3135921"/>
            <a:chExt cx="268800" cy="268800"/>
          </a:xfrm>
        </p:grpSpPr>
        <p:sp>
          <p:nvSpPr>
            <p:cNvPr id="2226" name="Google Shape;2226;p49"/>
            <p:cNvSpPr/>
            <p:nvPr/>
          </p:nvSpPr>
          <p:spPr>
            <a:xfrm>
              <a:off x="4437600" y="3135921"/>
              <a:ext cx="268800" cy="268800"/>
            </a:xfrm>
            <a:prstGeom prst="ellipse">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49"/>
            <p:cNvSpPr/>
            <p:nvPr/>
          </p:nvSpPr>
          <p:spPr>
            <a:xfrm>
              <a:off x="4487250" y="3185451"/>
              <a:ext cx="169500" cy="169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8" name="Google Shape;2228;p49"/>
          <p:cNvGrpSpPr/>
          <p:nvPr/>
        </p:nvGrpSpPr>
        <p:grpSpPr>
          <a:xfrm>
            <a:off x="7047650" y="3135921"/>
            <a:ext cx="268800" cy="268800"/>
            <a:chOff x="7047650" y="3135921"/>
            <a:chExt cx="268800" cy="268800"/>
          </a:xfrm>
        </p:grpSpPr>
        <p:sp>
          <p:nvSpPr>
            <p:cNvPr id="2229" name="Google Shape;2229;p49"/>
            <p:cNvSpPr/>
            <p:nvPr/>
          </p:nvSpPr>
          <p:spPr>
            <a:xfrm>
              <a:off x="7047650" y="3135921"/>
              <a:ext cx="268800" cy="268800"/>
            </a:xfrm>
            <a:prstGeom prst="ellipse">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49"/>
            <p:cNvSpPr/>
            <p:nvPr/>
          </p:nvSpPr>
          <p:spPr>
            <a:xfrm>
              <a:off x="7097300" y="3185451"/>
              <a:ext cx="169500" cy="169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34"/>
        <p:cNvGrpSpPr/>
        <p:nvPr/>
      </p:nvGrpSpPr>
      <p:grpSpPr>
        <a:xfrm>
          <a:off x="0" y="0"/>
          <a:ext cx="0" cy="0"/>
          <a:chOff x="0" y="0"/>
          <a:chExt cx="0" cy="0"/>
        </a:xfrm>
      </p:grpSpPr>
      <p:sp>
        <p:nvSpPr>
          <p:cNvPr id="2235" name="Google Shape;2235;p50"/>
          <p:cNvSpPr txBox="1">
            <a:spLocks noGrp="1"/>
          </p:cNvSpPr>
          <p:nvPr>
            <p:ph type="title"/>
          </p:nvPr>
        </p:nvSpPr>
        <p:spPr>
          <a:xfrm>
            <a:off x="2218125" y="1679725"/>
            <a:ext cx="4707900" cy="120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IS </a:t>
            </a:r>
            <a:r>
              <a:rPr lang="en">
                <a:solidFill>
                  <a:schemeClr val="accent2"/>
                </a:solidFill>
              </a:rPr>
              <a:t>WORTH</a:t>
            </a:r>
            <a:r>
              <a:rPr lang="en"/>
              <a:t> A THOUSAND WORDS</a:t>
            </a:r>
            <a:endParaRPr/>
          </a:p>
        </p:txBody>
      </p:sp>
      <p:grpSp>
        <p:nvGrpSpPr>
          <p:cNvPr id="2236" name="Google Shape;2236;p50"/>
          <p:cNvGrpSpPr/>
          <p:nvPr/>
        </p:nvGrpSpPr>
        <p:grpSpPr>
          <a:xfrm>
            <a:off x="7423212" y="825286"/>
            <a:ext cx="912832" cy="854448"/>
            <a:chOff x="4231052" y="1337496"/>
            <a:chExt cx="3948235" cy="3695710"/>
          </a:xfrm>
        </p:grpSpPr>
        <p:sp>
          <p:nvSpPr>
            <p:cNvPr id="2237" name="Google Shape;2237;p50"/>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0"/>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0"/>
            <p:cNvSpPr/>
            <p:nvPr/>
          </p:nvSpPr>
          <p:spPr>
            <a:xfrm>
              <a:off x="4372080" y="2432477"/>
              <a:ext cx="3630956" cy="1319830"/>
            </a:xfrm>
            <a:custGeom>
              <a:avLst/>
              <a:gdLst/>
              <a:ahLst/>
              <a:cxnLst/>
              <a:rect l="l" t="t" r="r" b="b"/>
              <a:pathLst>
                <a:path w="27420" h="9967" extrusionOk="0">
                  <a:moveTo>
                    <a:pt x="10666" y="1"/>
                  </a:moveTo>
                  <a:cubicBezTo>
                    <a:pt x="9121" y="1"/>
                    <a:pt x="7710" y="413"/>
                    <a:pt x="6123" y="738"/>
                  </a:cubicBezTo>
                  <a:cubicBezTo>
                    <a:pt x="4437" y="1093"/>
                    <a:pt x="2662" y="916"/>
                    <a:pt x="1021" y="1404"/>
                  </a:cubicBezTo>
                  <a:cubicBezTo>
                    <a:pt x="133" y="3844"/>
                    <a:pt x="0" y="6506"/>
                    <a:pt x="621" y="8991"/>
                  </a:cubicBezTo>
                  <a:cubicBezTo>
                    <a:pt x="2263" y="9567"/>
                    <a:pt x="3949" y="9922"/>
                    <a:pt x="5679" y="9967"/>
                  </a:cubicBezTo>
                  <a:cubicBezTo>
                    <a:pt x="9007" y="9745"/>
                    <a:pt x="11846" y="8059"/>
                    <a:pt x="14863" y="6905"/>
                  </a:cubicBezTo>
                  <a:cubicBezTo>
                    <a:pt x="15849" y="6538"/>
                    <a:pt x="16877" y="6397"/>
                    <a:pt x="17931" y="6397"/>
                  </a:cubicBezTo>
                  <a:cubicBezTo>
                    <a:pt x="20954" y="6397"/>
                    <a:pt x="24194" y="7564"/>
                    <a:pt x="27286" y="7926"/>
                  </a:cubicBezTo>
                  <a:cubicBezTo>
                    <a:pt x="27375" y="7260"/>
                    <a:pt x="27420" y="6550"/>
                    <a:pt x="27420" y="5885"/>
                  </a:cubicBezTo>
                  <a:cubicBezTo>
                    <a:pt x="27420" y="5574"/>
                    <a:pt x="27420" y="5219"/>
                    <a:pt x="27375" y="4909"/>
                  </a:cubicBezTo>
                  <a:cubicBezTo>
                    <a:pt x="25911" y="4820"/>
                    <a:pt x="24447" y="4554"/>
                    <a:pt x="23027" y="4199"/>
                  </a:cubicBezTo>
                  <a:cubicBezTo>
                    <a:pt x="19256" y="3001"/>
                    <a:pt x="15751" y="649"/>
                    <a:pt x="11758" y="73"/>
                  </a:cubicBezTo>
                  <a:cubicBezTo>
                    <a:pt x="11384" y="23"/>
                    <a:pt x="11021" y="1"/>
                    <a:pt x="10666"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0"/>
            <p:cNvSpPr/>
            <p:nvPr/>
          </p:nvSpPr>
          <p:spPr>
            <a:xfrm>
              <a:off x="4436701" y="3399673"/>
              <a:ext cx="3554550" cy="1224488"/>
            </a:xfrm>
            <a:custGeom>
              <a:avLst/>
              <a:gdLst/>
              <a:ahLst/>
              <a:cxnLst/>
              <a:rect l="l" t="t" r="r" b="b"/>
              <a:pathLst>
                <a:path w="26843" h="9247" extrusionOk="0">
                  <a:moveTo>
                    <a:pt x="26843" y="1"/>
                  </a:moveTo>
                  <a:lnTo>
                    <a:pt x="26843" y="1"/>
                  </a:lnTo>
                  <a:cubicBezTo>
                    <a:pt x="24891" y="622"/>
                    <a:pt x="22894" y="1021"/>
                    <a:pt x="20853" y="1332"/>
                  </a:cubicBezTo>
                  <a:cubicBezTo>
                    <a:pt x="20674" y="1347"/>
                    <a:pt x="20497" y="1353"/>
                    <a:pt x="20321" y="1353"/>
                  </a:cubicBezTo>
                  <a:cubicBezTo>
                    <a:pt x="18623" y="1353"/>
                    <a:pt x="17075" y="722"/>
                    <a:pt x="15413" y="722"/>
                  </a:cubicBezTo>
                  <a:cubicBezTo>
                    <a:pt x="15202" y="722"/>
                    <a:pt x="14990" y="732"/>
                    <a:pt x="14775" y="755"/>
                  </a:cubicBezTo>
                  <a:cubicBezTo>
                    <a:pt x="12911" y="1021"/>
                    <a:pt x="11048" y="1420"/>
                    <a:pt x="9273" y="1908"/>
                  </a:cubicBezTo>
                  <a:cubicBezTo>
                    <a:pt x="8055" y="2179"/>
                    <a:pt x="7192" y="2347"/>
                    <a:pt x="6305" y="2347"/>
                  </a:cubicBezTo>
                  <a:cubicBezTo>
                    <a:pt x="5449" y="2347"/>
                    <a:pt x="4571" y="2190"/>
                    <a:pt x="3328" y="1820"/>
                  </a:cubicBezTo>
                  <a:cubicBezTo>
                    <a:pt x="2549" y="1586"/>
                    <a:pt x="1872" y="1078"/>
                    <a:pt x="1028" y="1078"/>
                  </a:cubicBezTo>
                  <a:cubicBezTo>
                    <a:pt x="910" y="1078"/>
                    <a:pt x="790" y="1088"/>
                    <a:pt x="666" y="1110"/>
                  </a:cubicBezTo>
                  <a:cubicBezTo>
                    <a:pt x="444" y="1110"/>
                    <a:pt x="222" y="1198"/>
                    <a:pt x="0" y="1287"/>
                  </a:cubicBezTo>
                  <a:cubicBezTo>
                    <a:pt x="178" y="1997"/>
                    <a:pt x="400" y="2751"/>
                    <a:pt x="666" y="3417"/>
                  </a:cubicBezTo>
                  <a:cubicBezTo>
                    <a:pt x="1775" y="4171"/>
                    <a:pt x="3062" y="5901"/>
                    <a:pt x="3328" y="6168"/>
                  </a:cubicBezTo>
                  <a:cubicBezTo>
                    <a:pt x="4748" y="7366"/>
                    <a:pt x="4659" y="6966"/>
                    <a:pt x="6300" y="7543"/>
                  </a:cubicBezTo>
                  <a:cubicBezTo>
                    <a:pt x="8552" y="8306"/>
                    <a:pt x="10774" y="9247"/>
                    <a:pt x="13113" y="9247"/>
                  </a:cubicBezTo>
                  <a:cubicBezTo>
                    <a:pt x="13631" y="9247"/>
                    <a:pt x="14155" y="9201"/>
                    <a:pt x="14686" y="9096"/>
                  </a:cubicBezTo>
                  <a:cubicBezTo>
                    <a:pt x="17481" y="8564"/>
                    <a:pt x="20676" y="7721"/>
                    <a:pt x="23560" y="7499"/>
                  </a:cubicBezTo>
                  <a:cubicBezTo>
                    <a:pt x="25423" y="5413"/>
                    <a:pt x="26577" y="2796"/>
                    <a:pt x="26843"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0"/>
            <p:cNvSpPr/>
            <p:nvPr/>
          </p:nvSpPr>
          <p:spPr>
            <a:xfrm>
              <a:off x="4483710" y="1908756"/>
              <a:ext cx="3366514" cy="786045"/>
            </a:xfrm>
            <a:custGeom>
              <a:avLst/>
              <a:gdLst/>
              <a:ahLst/>
              <a:cxnLst/>
              <a:rect l="l" t="t" r="r" b="b"/>
              <a:pathLst>
                <a:path w="25423" h="5936" extrusionOk="0">
                  <a:moveTo>
                    <a:pt x="14071" y="1"/>
                  </a:moveTo>
                  <a:cubicBezTo>
                    <a:pt x="12558" y="1"/>
                    <a:pt x="11042" y="130"/>
                    <a:pt x="9539" y="389"/>
                  </a:cubicBezTo>
                  <a:cubicBezTo>
                    <a:pt x="7321" y="789"/>
                    <a:pt x="4969" y="700"/>
                    <a:pt x="2751" y="922"/>
                  </a:cubicBezTo>
                  <a:cubicBezTo>
                    <a:pt x="1509" y="2386"/>
                    <a:pt x="533" y="4116"/>
                    <a:pt x="0" y="5935"/>
                  </a:cubicBezTo>
                  <a:cubicBezTo>
                    <a:pt x="1725" y="5375"/>
                    <a:pt x="3365" y="4647"/>
                    <a:pt x="5370" y="4647"/>
                  </a:cubicBezTo>
                  <a:cubicBezTo>
                    <a:pt x="5429" y="4647"/>
                    <a:pt x="5487" y="4647"/>
                    <a:pt x="5546" y="4649"/>
                  </a:cubicBezTo>
                  <a:cubicBezTo>
                    <a:pt x="6112" y="4661"/>
                    <a:pt x="6593" y="4673"/>
                    <a:pt x="7038" y="4673"/>
                  </a:cubicBezTo>
                  <a:cubicBezTo>
                    <a:pt x="8196" y="4673"/>
                    <a:pt x="9109" y="4590"/>
                    <a:pt x="10648" y="4205"/>
                  </a:cubicBezTo>
                  <a:cubicBezTo>
                    <a:pt x="11992" y="3839"/>
                    <a:pt x="13343" y="3711"/>
                    <a:pt x="14697" y="3711"/>
                  </a:cubicBezTo>
                  <a:cubicBezTo>
                    <a:pt x="17809" y="3711"/>
                    <a:pt x="20942" y="4385"/>
                    <a:pt x="24063" y="4385"/>
                  </a:cubicBezTo>
                  <a:cubicBezTo>
                    <a:pt x="24516" y="4385"/>
                    <a:pt x="24970" y="4371"/>
                    <a:pt x="25423" y="4338"/>
                  </a:cubicBezTo>
                  <a:cubicBezTo>
                    <a:pt x="25068" y="3495"/>
                    <a:pt x="24580" y="2697"/>
                    <a:pt x="24048" y="1942"/>
                  </a:cubicBezTo>
                  <a:cubicBezTo>
                    <a:pt x="20854" y="653"/>
                    <a:pt x="17470" y="1"/>
                    <a:pt x="14071"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0"/>
            <p:cNvSpPr/>
            <p:nvPr/>
          </p:nvSpPr>
          <p:spPr>
            <a:xfrm>
              <a:off x="6352024" y="1419729"/>
              <a:ext cx="1656839" cy="3578121"/>
            </a:xfrm>
            <a:custGeom>
              <a:avLst/>
              <a:gdLst/>
              <a:ahLst/>
              <a:cxnLst/>
              <a:rect l="l" t="t" r="r" b="b"/>
              <a:pathLst>
                <a:path w="12512" h="27021" extrusionOk="0">
                  <a:moveTo>
                    <a:pt x="0" y="1"/>
                  </a:moveTo>
                  <a:lnTo>
                    <a:pt x="0" y="1"/>
                  </a:lnTo>
                  <a:cubicBezTo>
                    <a:pt x="5369" y="7410"/>
                    <a:pt x="2928" y="18325"/>
                    <a:pt x="399" y="27021"/>
                  </a:cubicBezTo>
                  <a:cubicBezTo>
                    <a:pt x="7277" y="26266"/>
                    <a:pt x="12468" y="20454"/>
                    <a:pt x="12512" y="13533"/>
                  </a:cubicBezTo>
                  <a:cubicBezTo>
                    <a:pt x="12468" y="6434"/>
                    <a:pt x="7055" y="577"/>
                    <a:pt x="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0"/>
            <p:cNvSpPr/>
            <p:nvPr/>
          </p:nvSpPr>
          <p:spPr>
            <a:xfrm>
              <a:off x="6440083" y="1537185"/>
              <a:ext cx="1645054" cy="3454838"/>
            </a:xfrm>
            <a:custGeom>
              <a:avLst/>
              <a:gdLst/>
              <a:ahLst/>
              <a:cxnLst/>
              <a:rect l="l" t="t" r="r" b="b"/>
              <a:pathLst>
                <a:path w="12423" h="26090" extrusionOk="0">
                  <a:moveTo>
                    <a:pt x="3240" y="1"/>
                  </a:moveTo>
                  <a:lnTo>
                    <a:pt x="3240" y="45"/>
                  </a:lnTo>
                  <a:cubicBezTo>
                    <a:pt x="3251" y="50"/>
                    <a:pt x="3262" y="54"/>
                    <a:pt x="3272" y="58"/>
                  </a:cubicBezTo>
                  <a:lnTo>
                    <a:pt x="3272" y="58"/>
                  </a:lnTo>
                  <a:cubicBezTo>
                    <a:pt x="3262" y="39"/>
                    <a:pt x="3251" y="20"/>
                    <a:pt x="3240" y="1"/>
                  </a:cubicBezTo>
                  <a:close/>
                  <a:moveTo>
                    <a:pt x="3272" y="58"/>
                  </a:moveTo>
                  <a:cubicBezTo>
                    <a:pt x="6310" y="5366"/>
                    <a:pt x="7493" y="11028"/>
                    <a:pt x="5813" y="17526"/>
                  </a:cubicBezTo>
                  <a:cubicBezTo>
                    <a:pt x="4970" y="20987"/>
                    <a:pt x="2929" y="24048"/>
                    <a:pt x="1" y="26089"/>
                  </a:cubicBezTo>
                  <a:cubicBezTo>
                    <a:pt x="6123" y="25291"/>
                    <a:pt x="10915" y="20455"/>
                    <a:pt x="11669" y="14332"/>
                  </a:cubicBezTo>
                  <a:cubicBezTo>
                    <a:pt x="12422" y="8221"/>
                    <a:pt x="8976" y="2331"/>
                    <a:pt x="3272" y="58"/>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0"/>
            <p:cNvSpPr/>
            <p:nvPr/>
          </p:nvSpPr>
          <p:spPr>
            <a:xfrm>
              <a:off x="4236879" y="1337496"/>
              <a:ext cx="3930623" cy="3695710"/>
            </a:xfrm>
            <a:custGeom>
              <a:avLst/>
              <a:gdLst/>
              <a:ahLst/>
              <a:cxnLst/>
              <a:rect l="l" t="t" r="r" b="b"/>
              <a:pathLst>
                <a:path w="29683" h="27909" extrusionOk="0">
                  <a:moveTo>
                    <a:pt x="28307" y="14109"/>
                  </a:moveTo>
                  <a:cubicBezTo>
                    <a:pt x="28263" y="14553"/>
                    <a:pt x="28263" y="14997"/>
                    <a:pt x="28174" y="15485"/>
                  </a:cubicBezTo>
                  <a:lnTo>
                    <a:pt x="28086" y="15485"/>
                  </a:lnTo>
                  <a:cubicBezTo>
                    <a:pt x="27997" y="15529"/>
                    <a:pt x="27908" y="15574"/>
                    <a:pt x="27819" y="15618"/>
                  </a:cubicBezTo>
                  <a:cubicBezTo>
                    <a:pt x="27908" y="15086"/>
                    <a:pt x="28041" y="14553"/>
                    <a:pt x="28307" y="14109"/>
                  </a:cubicBezTo>
                  <a:close/>
                  <a:moveTo>
                    <a:pt x="20587" y="23959"/>
                  </a:moveTo>
                  <a:cubicBezTo>
                    <a:pt x="21031" y="24225"/>
                    <a:pt x="21386" y="24536"/>
                    <a:pt x="21697" y="24935"/>
                  </a:cubicBezTo>
                  <a:cubicBezTo>
                    <a:pt x="21673" y="24923"/>
                    <a:pt x="21646" y="24918"/>
                    <a:pt x="21618" y="24918"/>
                  </a:cubicBezTo>
                  <a:cubicBezTo>
                    <a:pt x="21543" y="24918"/>
                    <a:pt x="21463" y="24959"/>
                    <a:pt x="21430" y="25024"/>
                  </a:cubicBezTo>
                  <a:cubicBezTo>
                    <a:pt x="21209" y="25290"/>
                    <a:pt x="20987" y="25601"/>
                    <a:pt x="20809" y="25867"/>
                  </a:cubicBezTo>
                  <a:cubicBezTo>
                    <a:pt x="20765" y="25956"/>
                    <a:pt x="20765" y="26044"/>
                    <a:pt x="20809" y="26089"/>
                  </a:cubicBezTo>
                  <a:cubicBezTo>
                    <a:pt x="20499" y="26222"/>
                    <a:pt x="20232" y="26355"/>
                    <a:pt x="19922" y="26488"/>
                  </a:cubicBezTo>
                  <a:cubicBezTo>
                    <a:pt x="20099" y="26266"/>
                    <a:pt x="20321" y="26089"/>
                    <a:pt x="20454" y="25867"/>
                  </a:cubicBezTo>
                  <a:cubicBezTo>
                    <a:pt x="20612" y="25646"/>
                    <a:pt x="20410" y="25447"/>
                    <a:pt x="20201" y="25447"/>
                  </a:cubicBezTo>
                  <a:cubicBezTo>
                    <a:pt x="20116" y="25447"/>
                    <a:pt x="20030" y="25480"/>
                    <a:pt x="19966" y="25556"/>
                  </a:cubicBezTo>
                  <a:cubicBezTo>
                    <a:pt x="19611" y="26089"/>
                    <a:pt x="19123" y="26488"/>
                    <a:pt x="18591" y="26754"/>
                  </a:cubicBezTo>
                  <a:cubicBezTo>
                    <a:pt x="18502" y="26799"/>
                    <a:pt x="18458" y="26843"/>
                    <a:pt x="18458" y="26932"/>
                  </a:cubicBezTo>
                  <a:cubicBezTo>
                    <a:pt x="18147" y="27020"/>
                    <a:pt x="17792" y="27065"/>
                    <a:pt x="17437" y="27154"/>
                  </a:cubicBezTo>
                  <a:cubicBezTo>
                    <a:pt x="18680" y="26222"/>
                    <a:pt x="19700" y="25157"/>
                    <a:pt x="20587" y="23959"/>
                  </a:cubicBezTo>
                  <a:close/>
                  <a:moveTo>
                    <a:pt x="14775" y="622"/>
                  </a:moveTo>
                  <a:cubicBezTo>
                    <a:pt x="18458" y="888"/>
                    <a:pt x="21963" y="2396"/>
                    <a:pt x="24625" y="4925"/>
                  </a:cubicBezTo>
                  <a:cubicBezTo>
                    <a:pt x="24447" y="5236"/>
                    <a:pt x="24314" y="5502"/>
                    <a:pt x="24137" y="5813"/>
                  </a:cubicBezTo>
                  <a:cubicBezTo>
                    <a:pt x="24046" y="6025"/>
                    <a:pt x="24246" y="6217"/>
                    <a:pt x="24424" y="6217"/>
                  </a:cubicBezTo>
                  <a:cubicBezTo>
                    <a:pt x="24506" y="6217"/>
                    <a:pt x="24583" y="6177"/>
                    <a:pt x="24625" y="6079"/>
                  </a:cubicBezTo>
                  <a:cubicBezTo>
                    <a:pt x="24714" y="5857"/>
                    <a:pt x="24847" y="5635"/>
                    <a:pt x="24980" y="5458"/>
                  </a:cubicBezTo>
                  <a:cubicBezTo>
                    <a:pt x="25024" y="5413"/>
                    <a:pt x="25024" y="5413"/>
                    <a:pt x="25069" y="5413"/>
                  </a:cubicBezTo>
                  <a:cubicBezTo>
                    <a:pt x="25246" y="5591"/>
                    <a:pt x="25424" y="5813"/>
                    <a:pt x="25601" y="6034"/>
                  </a:cubicBezTo>
                  <a:cubicBezTo>
                    <a:pt x="25468" y="6123"/>
                    <a:pt x="25335" y="6301"/>
                    <a:pt x="25335" y="6478"/>
                  </a:cubicBezTo>
                  <a:cubicBezTo>
                    <a:pt x="25280" y="6696"/>
                    <a:pt x="25459" y="6830"/>
                    <a:pt x="25626" y="6830"/>
                  </a:cubicBezTo>
                  <a:cubicBezTo>
                    <a:pt x="25732" y="6830"/>
                    <a:pt x="25833" y="6776"/>
                    <a:pt x="25867" y="6656"/>
                  </a:cubicBezTo>
                  <a:cubicBezTo>
                    <a:pt x="25912" y="6567"/>
                    <a:pt x="25912" y="6478"/>
                    <a:pt x="26000" y="6434"/>
                  </a:cubicBezTo>
                  <a:cubicBezTo>
                    <a:pt x="26178" y="6744"/>
                    <a:pt x="26400" y="7055"/>
                    <a:pt x="26577" y="7365"/>
                  </a:cubicBezTo>
                  <a:cubicBezTo>
                    <a:pt x="26178" y="8342"/>
                    <a:pt x="26222" y="9495"/>
                    <a:pt x="26799" y="10383"/>
                  </a:cubicBezTo>
                  <a:cubicBezTo>
                    <a:pt x="26855" y="10480"/>
                    <a:pt x="26942" y="10521"/>
                    <a:pt x="27029" y="10521"/>
                  </a:cubicBezTo>
                  <a:cubicBezTo>
                    <a:pt x="27218" y="10521"/>
                    <a:pt x="27409" y="10329"/>
                    <a:pt x="27287" y="10116"/>
                  </a:cubicBezTo>
                  <a:cubicBezTo>
                    <a:pt x="26888" y="9495"/>
                    <a:pt x="26799" y="8741"/>
                    <a:pt x="26976" y="8031"/>
                  </a:cubicBezTo>
                  <a:lnTo>
                    <a:pt x="26976" y="8031"/>
                  </a:lnTo>
                  <a:cubicBezTo>
                    <a:pt x="27154" y="8475"/>
                    <a:pt x="27376" y="8874"/>
                    <a:pt x="27553" y="9318"/>
                  </a:cubicBezTo>
                  <a:lnTo>
                    <a:pt x="27464" y="9318"/>
                  </a:lnTo>
                  <a:lnTo>
                    <a:pt x="27331" y="9406"/>
                  </a:lnTo>
                  <a:cubicBezTo>
                    <a:pt x="27067" y="9557"/>
                    <a:pt x="27220" y="9933"/>
                    <a:pt x="27490" y="9933"/>
                  </a:cubicBezTo>
                  <a:cubicBezTo>
                    <a:pt x="27538" y="9933"/>
                    <a:pt x="27589" y="9921"/>
                    <a:pt x="27642" y="9894"/>
                  </a:cubicBezTo>
                  <a:lnTo>
                    <a:pt x="27731" y="9850"/>
                  </a:lnTo>
                  <a:cubicBezTo>
                    <a:pt x="27864" y="10249"/>
                    <a:pt x="27997" y="10693"/>
                    <a:pt x="28086" y="11137"/>
                  </a:cubicBezTo>
                  <a:cubicBezTo>
                    <a:pt x="28041" y="11137"/>
                    <a:pt x="28041" y="11181"/>
                    <a:pt x="27997" y="11181"/>
                  </a:cubicBezTo>
                  <a:lnTo>
                    <a:pt x="27464" y="11935"/>
                  </a:lnTo>
                  <a:cubicBezTo>
                    <a:pt x="27307" y="12157"/>
                    <a:pt x="27508" y="12355"/>
                    <a:pt x="27702" y="12355"/>
                  </a:cubicBezTo>
                  <a:cubicBezTo>
                    <a:pt x="27780" y="12355"/>
                    <a:pt x="27857" y="12323"/>
                    <a:pt x="27908" y="12246"/>
                  </a:cubicBezTo>
                  <a:lnTo>
                    <a:pt x="28174" y="11891"/>
                  </a:lnTo>
                  <a:cubicBezTo>
                    <a:pt x="28219" y="12290"/>
                    <a:pt x="28263" y="12690"/>
                    <a:pt x="28307" y="13089"/>
                  </a:cubicBezTo>
                  <a:cubicBezTo>
                    <a:pt x="28219" y="13133"/>
                    <a:pt x="28174" y="13178"/>
                    <a:pt x="28174" y="13222"/>
                  </a:cubicBezTo>
                  <a:cubicBezTo>
                    <a:pt x="27731" y="13888"/>
                    <a:pt x="27464" y="14642"/>
                    <a:pt x="27331" y="15440"/>
                  </a:cubicBezTo>
                  <a:cubicBezTo>
                    <a:pt x="27154" y="15440"/>
                    <a:pt x="26976" y="15396"/>
                    <a:pt x="26755" y="15396"/>
                  </a:cubicBezTo>
                  <a:cubicBezTo>
                    <a:pt x="26799" y="14997"/>
                    <a:pt x="26888" y="14642"/>
                    <a:pt x="27021" y="14287"/>
                  </a:cubicBezTo>
                  <a:cubicBezTo>
                    <a:pt x="27112" y="14075"/>
                    <a:pt x="26933" y="13863"/>
                    <a:pt x="26769" y="13863"/>
                  </a:cubicBezTo>
                  <a:cubicBezTo>
                    <a:pt x="26693" y="13863"/>
                    <a:pt x="26619" y="13908"/>
                    <a:pt x="26577" y="14021"/>
                  </a:cubicBezTo>
                  <a:cubicBezTo>
                    <a:pt x="26355" y="14464"/>
                    <a:pt x="26222" y="14908"/>
                    <a:pt x="26222" y="15396"/>
                  </a:cubicBezTo>
                  <a:cubicBezTo>
                    <a:pt x="26045" y="15396"/>
                    <a:pt x="25867" y="15440"/>
                    <a:pt x="25690" y="15440"/>
                  </a:cubicBezTo>
                  <a:cubicBezTo>
                    <a:pt x="25645" y="14331"/>
                    <a:pt x="25867" y="13222"/>
                    <a:pt x="26355" y="12157"/>
                  </a:cubicBezTo>
                  <a:cubicBezTo>
                    <a:pt x="26458" y="11951"/>
                    <a:pt x="26269" y="11745"/>
                    <a:pt x="26075" y="11745"/>
                  </a:cubicBezTo>
                  <a:cubicBezTo>
                    <a:pt x="26018" y="11745"/>
                    <a:pt x="25962" y="11762"/>
                    <a:pt x="25912" y="11802"/>
                  </a:cubicBezTo>
                  <a:cubicBezTo>
                    <a:pt x="24802" y="10826"/>
                    <a:pt x="24226" y="9406"/>
                    <a:pt x="24314" y="7942"/>
                  </a:cubicBezTo>
                  <a:cubicBezTo>
                    <a:pt x="24314" y="7765"/>
                    <a:pt x="24181" y="7676"/>
                    <a:pt x="24048" y="7676"/>
                  </a:cubicBezTo>
                  <a:cubicBezTo>
                    <a:pt x="23915" y="7676"/>
                    <a:pt x="23782" y="7765"/>
                    <a:pt x="23782" y="7942"/>
                  </a:cubicBezTo>
                  <a:lnTo>
                    <a:pt x="23782" y="8297"/>
                  </a:lnTo>
                  <a:lnTo>
                    <a:pt x="23693" y="8297"/>
                  </a:lnTo>
                  <a:lnTo>
                    <a:pt x="22717" y="8785"/>
                  </a:lnTo>
                  <a:cubicBezTo>
                    <a:pt x="22446" y="8940"/>
                    <a:pt x="22648" y="9298"/>
                    <a:pt x="22910" y="9298"/>
                  </a:cubicBezTo>
                  <a:cubicBezTo>
                    <a:pt x="22949" y="9298"/>
                    <a:pt x="22988" y="9290"/>
                    <a:pt x="23028" y="9273"/>
                  </a:cubicBezTo>
                  <a:lnTo>
                    <a:pt x="23782" y="8874"/>
                  </a:lnTo>
                  <a:cubicBezTo>
                    <a:pt x="23826" y="9051"/>
                    <a:pt x="23826" y="9185"/>
                    <a:pt x="23871" y="9318"/>
                  </a:cubicBezTo>
                  <a:lnTo>
                    <a:pt x="23826" y="9318"/>
                  </a:lnTo>
                  <a:cubicBezTo>
                    <a:pt x="23427" y="9540"/>
                    <a:pt x="23072" y="9806"/>
                    <a:pt x="22850" y="10205"/>
                  </a:cubicBezTo>
                  <a:cubicBezTo>
                    <a:pt x="22725" y="10425"/>
                    <a:pt x="22932" y="10644"/>
                    <a:pt x="23127" y="10644"/>
                  </a:cubicBezTo>
                  <a:cubicBezTo>
                    <a:pt x="23208" y="10644"/>
                    <a:pt x="23286" y="10607"/>
                    <a:pt x="23338" y="10516"/>
                  </a:cubicBezTo>
                  <a:cubicBezTo>
                    <a:pt x="23471" y="10205"/>
                    <a:pt x="23738" y="10028"/>
                    <a:pt x="24004" y="9894"/>
                  </a:cubicBezTo>
                  <a:cubicBezTo>
                    <a:pt x="24181" y="10383"/>
                    <a:pt x="24447" y="10915"/>
                    <a:pt x="24758" y="11359"/>
                  </a:cubicBezTo>
                  <a:cubicBezTo>
                    <a:pt x="24314" y="11048"/>
                    <a:pt x="23782" y="10826"/>
                    <a:pt x="23250" y="10737"/>
                  </a:cubicBezTo>
                  <a:cubicBezTo>
                    <a:pt x="23222" y="10731"/>
                    <a:pt x="23196" y="10728"/>
                    <a:pt x="23171" y="10728"/>
                  </a:cubicBezTo>
                  <a:cubicBezTo>
                    <a:pt x="22871" y="10728"/>
                    <a:pt x="22744" y="11188"/>
                    <a:pt x="23072" y="11270"/>
                  </a:cubicBezTo>
                  <a:cubicBezTo>
                    <a:pt x="23871" y="11447"/>
                    <a:pt x="24625" y="11802"/>
                    <a:pt x="25246" y="12379"/>
                  </a:cubicBezTo>
                  <a:cubicBezTo>
                    <a:pt x="25299" y="12432"/>
                    <a:pt x="25365" y="12456"/>
                    <a:pt x="25431" y="12456"/>
                  </a:cubicBezTo>
                  <a:cubicBezTo>
                    <a:pt x="25533" y="12456"/>
                    <a:pt x="25636" y="12398"/>
                    <a:pt x="25690" y="12290"/>
                  </a:cubicBezTo>
                  <a:lnTo>
                    <a:pt x="25690" y="12290"/>
                  </a:lnTo>
                  <a:cubicBezTo>
                    <a:pt x="25645" y="12468"/>
                    <a:pt x="25557" y="12645"/>
                    <a:pt x="25512" y="12823"/>
                  </a:cubicBezTo>
                  <a:lnTo>
                    <a:pt x="25424" y="12778"/>
                  </a:lnTo>
                  <a:cubicBezTo>
                    <a:pt x="25362" y="12717"/>
                    <a:pt x="25293" y="12691"/>
                    <a:pt x="25226" y="12691"/>
                  </a:cubicBezTo>
                  <a:cubicBezTo>
                    <a:pt x="25008" y="12691"/>
                    <a:pt x="24820" y="12973"/>
                    <a:pt x="25024" y="13178"/>
                  </a:cubicBezTo>
                  <a:lnTo>
                    <a:pt x="25246" y="13355"/>
                  </a:lnTo>
                  <a:cubicBezTo>
                    <a:pt x="25290" y="13400"/>
                    <a:pt x="25290" y="13400"/>
                    <a:pt x="25335" y="13444"/>
                  </a:cubicBezTo>
                  <a:cubicBezTo>
                    <a:pt x="25290" y="13710"/>
                    <a:pt x="25246" y="14021"/>
                    <a:pt x="25202" y="14331"/>
                  </a:cubicBezTo>
                  <a:cubicBezTo>
                    <a:pt x="25202" y="14287"/>
                    <a:pt x="25157" y="14243"/>
                    <a:pt x="25157" y="14243"/>
                  </a:cubicBezTo>
                  <a:cubicBezTo>
                    <a:pt x="24625" y="13666"/>
                    <a:pt x="23959" y="13266"/>
                    <a:pt x="23250" y="13045"/>
                  </a:cubicBezTo>
                  <a:cubicBezTo>
                    <a:pt x="23211" y="13030"/>
                    <a:pt x="23174" y="13023"/>
                    <a:pt x="23141" y="13023"/>
                  </a:cubicBezTo>
                  <a:cubicBezTo>
                    <a:pt x="22871" y="13023"/>
                    <a:pt x="22800" y="13458"/>
                    <a:pt x="23116" y="13577"/>
                  </a:cubicBezTo>
                  <a:cubicBezTo>
                    <a:pt x="23738" y="13799"/>
                    <a:pt x="24314" y="14154"/>
                    <a:pt x="24758" y="14642"/>
                  </a:cubicBezTo>
                  <a:cubicBezTo>
                    <a:pt x="24825" y="14708"/>
                    <a:pt x="24902" y="14742"/>
                    <a:pt x="24974" y="14742"/>
                  </a:cubicBezTo>
                  <a:cubicBezTo>
                    <a:pt x="25046" y="14742"/>
                    <a:pt x="25113" y="14708"/>
                    <a:pt x="25157" y="14642"/>
                  </a:cubicBezTo>
                  <a:cubicBezTo>
                    <a:pt x="25157" y="14864"/>
                    <a:pt x="25157" y="15130"/>
                    <a:pt x="25157" y="15352"/>
                  </a:cubicBezTo>
                  <a:cubicBezTo>
                    <a:pt x="25113" y="15307"/>
                    <a:pt x="25024" y="15263"/>
                    <a:pt x="24980" y="15263"/>
                  </a:cubicBezTo>
                  <a:lnTo>
                    <a:pt x="24935" y="15263"/>
                  </a:lnTo>
                  <a:cubicBezTo>
                    <a:pt x="24847" y="15219"/>
                    <a:pt x="24802" y="15130"/>
                    <a:pt x="24758" y="15130"/>
                  </a:cubicBezTo>
                  <a:cubicBezTo>
                    <a:pt x="24625" y="14997"/>
                    <a:pt x="24492" y="14908"/>
                    <a:pt x="24314" y="14819"/>
                  </a:cubicBezTo>
                  <a:cubicBezTo>
                    <a:pt x="24048" y="14686"/>
                    <a:pt x="23738" y="14553"/>
                    <a:pt x="23383" y="14509"/>
                  </a:cubicBezTo>
                  <a:cubicBezTo>
                    <a:pt x="23359" y="14497"/>
                    <a:pt x="23332" y="14491"/>
                    <a:pt x="23304" y="14491"/>
                  </a:cubicBezTo>
                  <a:cubicBezTo>
                    <a:pt x="23229" y="14491"/>
                    <a:pt x="23149" y="14533"/>
                    <a:pt x="23116" y="14597"/>
                  </a:cubicBezTo>
                  <a:cubicBezTo>
                    <a:pt x="22983" y="13488"/>
                    <a:pt x="22584" y="12468"/>
                    <a:pt x="21963" y="11580"/>
                  </a:cubicBezTo>
                  <a:cubicBezTo>
                    <a:pt x="21897" y="11488"/>
                    <a:pt x="21807" y="11451"/>
                    <a:pt x="21720" y="11451"/>
                  </a:cubicBezTo>
                  <a:cubicBezTo>
                    <a:pt x="21514" y="11451"/>
                    <a:pt x="21319" y="11660"/>
                    <a:pt x="21475" y="11847"/>
                  </a:cubicBezTo>
                  <a:cubicBezTo>
                    <a:pt x="22185" y="12823"/>
                    <a:pt x="22584" y="13976"/>
                    <a:pt x="22628" y="15219"/>
                  </a:cubicBezTo>
                  <a:cubicBezTo>
                    <a:pt x="22628" y="15396"/>
                    <a:pt x="22761" y="15485"/>
                    <a:pt x="22895" y="15485"/>
                  </a:cubicBezTo>
                  <a:cubicBezTo>
                    <a:pt x="23028" y="15485"/>
                    <a:pt x="23161" y="15396"/>
                    <a:pt x="23161" y="15219"/>
                  </a:cubicBezTo>
                  <a:lnTo>
                    <a:pt x="23161" y="14997"/>
                  </a:lnTo>
                  <a:cubicBezTo>
                    <a:pt x="23205" y="14997"/>
                    <a:pt x="23250" y="14997"/>
                    <a:pt x="23250" y="15041"/>
                  </a:cubicBezTo>
                  <a:cubicBezTo>
                    <a:pt x="23604" y="15086"/>
                    <a:pt x="23915" y="15219"/>
                    <a:pt x="24181" y="15396"/>
                  </a:cubicBezTo>
                  <a:cubicBezTo>
                    <a:pt x="24314" y="15485"/>
                    <a:pt x="24447" y="15574"/>
                    <a:pt x="24581" y="15662"/>
                  </a:cubicBezTo>
                  <a:cubicBezTo>
                    <a:pt x="24669" y="15751"/>
                    <a:pt x="24758" y="15884"/>
                    <a:pt x="24891" y="15884"/>
                  </a:cubicBezTo>
                  <a:cubicBezTo>
                    <a:pt x="24913" y="15906"/>
                    <a:pt x="24935" y="15917"/>
                    <a:pt x="24958" y="15917"/>
                  </a:cubicBezTo>
                  <a:cubicBezTo>
                    <a:pt x="24980" y="15917"/>
                    <a:pt x="25002" y="15906"/>
                    <a:pt x="25024" y="15884"/>
                  </a:cubicBezTo>
                  <a:cubicBezTo>
                    <a:pt x="25061" y="15994"/>
                    <a:pt x="25157" y="16073"/>
                    <a:pt x="25265" y="16073"/>
                  </a:cubicBezTo>
                  <a:cubicBezTo>
                    <a:pt x="25288" y="16073"/>
                    <a:pt x="25311" y="16069"/>
                    <a:pt x="25335" y="16062"/>
                  </a:cubicBezTo>
                  <a:cubicBezTo>
                    <a:pt x="25765" y="15976"/>
                    <a:pt x="26194" y="15927"/>
                    <a:pt x="26612" y="15927"/>
                  </a:cubicBezTo>
                  <a:cubicBezTo>
                    <a:pt x="26841" y="15927"/>
                    <a:pt x="27067" y="15941"/>
                    <a:pt x="27287" y="15973"/>
                  </a:cubicBezTo>
                  <a:cubicBezTo>
                    <a:pt x="26843" y="16239"/>
                    <a:pt x="26444" y="16550"/>
                    <a:pt x="26045" y="16860"/>
                  </a:cubicBezTo>
                  <a:cubicBezTo>
                    <a:pt x="25840" y="17065"/>
                    <a:pt x="26028" y="17347"/>
                    <a:pt x="26247" y="17347"/>
                  </a:cubicBezTo>
                  <a:cubicBezTo>
                    <a:pt x="26313" y="17347"/>
                    <a:pt x="26382" y="17321"/>
                    <a:pt x="26444" y="17260"/>
                  </a:cubicBezTo>
                  <a:cubicBezTo>
                    <a:pt x="26932" y="16860"/>
                    <a:pt x="27509" y="16461"/>
                    <a:pt x="28086" y="16150"/>
                  </a:cubicBezTo>
                  <a:lnTo>
                    <a:pt x="28086" y="16150"/>
                  </a:lnTo>
                  <a:cubicBezTo>
                    <a:pt x="28041" y="16417"/>
                    <a:pt x="27997" y="16683"/>
                    <a:pt x="27953" y="16905"/>
                  </a:cubicBezTo>
                  <a:cubicBezTo>
                    <a:pt x="27908" y="16905"/>
                    <a:pt x="27864" y="16949"/>
                    <a:pt x="27819" y="16949"/>
                  </a:cubicBezTo>
                  <a:cubicBezTo>
                    <a:pt x="26976" y="17526"/>
                    <a:pt x="26267" y="18236"/>
                    <a:pt x="25690" y="19079"/>
                  </a:cubicBezTo>
                  <a:cubicBezTo>
                    <a:pt x="25563" y="19300"/>
                    <a:pt x="25774" y="19498"/>
                    <a:pt x="25970" y="19498"/>
                  </a:cubicBezTo>
                  <a:cubicBezTo>
                    <a:pt x="26050" y="19498"/>
                    <a:pt x="26127" y="19466"/>
                    <a:pt x="26178" y="19389"/>
                  </a:cubicBezTo>
                  <a:cubicBezTo>
                    <a:pt x="26621" y="18724"/>
                    <a:pt x="27154" y="18191"/>
                    <a:pt x="27731" y="17703"/>
                  </a:cubicBezTo>
                  <a:lnTo>
                    <a:pt x="27731" y="17703"/>
                  </a:lnTo>
                  <a:cubicBezTo>
                    <a:pt x="27642" y="18103"/>
                    <a:pt x="27509" y="18502"/>
                    <a:pt x="27376" y="18857"/>
                  </a:cubicBezTo>
                  <a:cubicBezTo>
                    <a:pt x="27287" y="18857"/>
                    <a:pt x="27198" y="18901"/>
                    <a:pt x="27154" y="18946"/>
                  </a:cubicBezTo>
                  <a:cubicBezTo>
                    <a:pt x="26400" y="19744"/>
                    <a:pt x="25867" y="20720"/>
                    <a:pt x="25601" y="21785"/>
                  </a:cubicBezTo>
                  <a:cubicBezTo>
                    <a:pt x="25601" y="21874"/>
                    <a:pt x="25601" y="21963"/>
                    <a:pt x="25690" y="22051"/>
                  </a:cubicBezTo>
                  <a:cubicBezTo>
                    <a:pt x="25468" y="22362"/>
                    <a:pt x="25202" y="22717"/>
                    <a:pt x="24935" y="23027"/>
                  </a:cubicBezTo>
                  <a:cubicBezTo>
                    <a:pt x="24980" y="21963"/>
                    <a:pt x="25290" y="20942"/>
                    <a:pt x="25823" y="20055"/>
                  </a:cubicBezTo>
                  <a:cubicBezTo>
                    <a:pt x="25944" y="19842"/>
                    <a:pt x="25754" y="19650"/>
                    <a:pt x="25564" y="19650"/>
                  </a:cubicBezTo>
                  <a:cubicBezTo>
                    <a:pt x="25477" y="19650"/>
                    <a:pt x="25391" y="19691"/>
                    <a:pt x="25335" y="19789"/>
                  </a:cubicBezTo>
                  <a:cubicBezTo>
                    <a:pt x="24714" y="20809"/>
                    <a:pt x="24403" y="22007"/>
                    <a:pt x="24359" y="23205"/>
                  </a:cubicBezTo>
                  <a:lnTo>
                    <a:pt x="24181" y="22983"/>
                  </a:lnTo>
                  <a:lnTo>
                    <a:pt x="24181" y="22939"/>
                  </a:lnTo>
                  <a:cubicBezTo>
                    <a:pt x="23915" y="21430"/>
                    <a:pt x="24314" y="19877"/>
                    <a:pt x="25290" y="18679"/>
                  </a:cubicBezTo>
                  <a:cubicBezTo>
                    <a:pt x="25461" y="18475"/>
                    <a:pt x="25265" y="18192"/>
                    <a:pt x="25065" y="18192"/>
                  </a:cubicBezTo>
                  <a:cubicBezTo>
                    <a:pt x="25004" y="18192"/>
                    <a:pt x="24943" y="18218"/>
                    <a:pt x="24891" y="18280"/>
                  </a:cubicBezTo>
                  <a:cubicBezTo>
                    <a:pt x="24181" y="19167"/>
                    <a:pt x="23738" y="20232"/>
                    <a:pt x="23604" y="21341"/>
                  </a:cubicBezTo>
                  <a:cubicBezTo>
                    <a:pt x="23560" y="21297"/>
                    <a:pt x="23560" y="21253"/>
                    <a:pt x="23516" y="21253"/>
                  </a:cubicBezTo>
                  <a:cubicBezTo>
                    <a:pt x="23205" y="21031"/>
                    <a:pt x="22850" y="20809"/>
                    <a:pt x="22495" y="20632"/>
                  </a:cubicBezTo>
                  <a:cubicBezTo>
                    <a:pt x="22673" y="20321"/>
                    <a:pt x="22939" y="20055"/>
                    <a:pt x="23250" y="19877"/>
                  </a:cubicBezTo>
                  <a:cubicBezTo>
                    <a:pt x="23514" y="19726"/>
                    <a:pt x="23329" y="19351"/>
                    <a:pt x="23104" y="19351"/>
                  </a:cubicBezTo>
                  <a:cubicBezTo>
                    <a:pt x="23064" y="19351"/>
                    <a:pt x="23023" y="19363"/>
                    <a:pt x="22983" y="19389"/>
                  </a:cubicBezTo>
                  <a:cubicBezTo>
                    <a:pt x="22495" y="19700"/>
                    <a:pt x="22140" y="20099"/>
                    <a:pt x="21874" y="20587"/>
                  </a:cubicBezTo>
                  <a:cubicBezTo>
                    <a:pt x="21741" y="20676"/>
                    <a:pt x="21785" y="20898"/>
                    <a:pt x="21918" y="20986"/>
                  </a:cubicBezTo>
                  <a:cubicBezTo>
                    <a:pt x="22407" y="21164"/>
                    <a:pt x="22850" y="21430"/>
                    <a:pt x="23250" y="21741"/>
                  </a:cubicBezTo>
                  <a:cubicBezTo>
                    <a:pt x="23283" y="21775"/>
                    <a:pt x="23324" y="21789"/>
                    <a:pt x="23366" y="21789"/>
                  </a:cubicBezTo>
                  <a:cubicBezTo>
                    <a:pt x="23433" y="21789"/>
                    <a:pt x="23505" y="21751"/>
                    <a:pt x="23560" y="21696"/>
                  </a:cubicBezTo>
                  <a:lnTo>
                    <a:pt x="23560" y="21696"/>
                  </a:lnTo>
                  <a:cubicBezTo>
                    <a:pt x="23516" y="22184"/>
                    <a:pt x="23560" y="22628"/>
                    <a:pt x="23604" y="23072"/>
                  </a:cubicBezTo>
                  <a:cubicBezTo>
                    <a:pt x="23604" y="23160"/>
                    <a:pt x="23649" y="23205"/>
                    <a:pt x="23693" y="23249"/>
                  </a:cubicBezTo>
                  <a:cubicBezTo>
                    <a:pt x="23693" y="23294"/>
                    <a:pt x="23738" y="23338"/>
                    <a:pt x="23738" y="23338"/>
                  </a:cubicBezTo>
                  <a:lnTo>
                    <a:pt x="24181" y="23826"/>
                  </a:lnTo>
                  <a:cubicBezTo>
                    <a:pt x="23915" y="24048"/>
                    <a:pt x="23693" y="24270"/>
                    <a:pt x="23427" y="24492"/>
                  </a:cubicBezTo>
                  <a:cubicBezTo>
                    <a:pt x="22850" y="24935"/>
                    <a:pt x="22273" y="25335"/>
                    <a:pt x="21608" y="25645"/>
                  </a:cubicBezTo>
                  <a:lnTo>
                    <a:pt x="21874" y="25335"/>
                  </a:lnTo>
                  <a:cubicBezTo>
                    <a:pt x="21918" y="25290"/>
                    <a:pt x="21918" y="25246"/>
                    <a:pt x="21918" y="25201"/>
                  </a:cubicBezTo>
                  <a:cubicBezTo>
                    <a:pt x="21988" y="25259"/>
                    <a:pt x="22067" y="25284"/>
                    <a:pt x="22141" y="25284"/>
                  </a:cubicBezTo>
                  <a:cubicBezTo>
                    <a:pt x="22351" y="25284"/>
                    <a:pt x="22526" y="25087"/>
                    <a:pt x="22362" y="24891"/>
                  </a:cubicBezTo>
                  <a:cubicBezTo>
                    <a:pt x="21918" y="24270"/>
                    <a:pt x="21342" y="23737"/>
                    <a:pt x="20676" y="23338"/>
                  </a:cubicBezTo>
                  <a:cubicBezTo>
                    <a:pt x="20632" y="23316"/>
                    <a:pt x="20587" y="23305"/>
                    <a:pt x="20543" y="23305"/>
                  </a:cubicBezTo>
                  <a:cubicBezTo>
                    <a:pt x="20499" y="23305"/>
                    <a:pt x="20454" y="23316"/>
                    <a:pt x="20410" y="23338"/>
                  </a:cubicBezTo>
                  <a:cubicBezTo>
                    <a:pt x="20499" y="23205"/>
                    <a:pt x="20587" y="23116"/>
                    <a:pt x="20676" y="22983"/>
                  </a:cubicBezTo>
                  <a:cubicBezTo>
                    <a:pt x="20676" y="23027"/>
                    <a:pt x="20721" y="23027"/>
                    <a:pt x="20765" y="23072"/>
                  </a:cubicBezTo>
                  <a:cubicBezTo>
                    <a:pt x="21386" y="23515"/>
                    <a:pt x="22007" y="24092"/>
                    <a:pt x="22540" y="24713"/>
                  </a:cubicBezTo>
                  <a:cubicBezTo>
                    <a:pt x="22591" y="24775"/>
                    <a:pt x="22652" y="24801"/>
                    <a:pt x="22713" y="24801"/>
                  </a:cubicBezTo>
                  <a:cubicBezTo>
                    <a:pt x="22914" y="24801"/>
                    <a:pt x="23109" y="24518"/>
                    <a:pt x="22939" y="24314"/>
                  </a:cubicBezTo>
                  <a:cubicBezTo>
                    <a:pt x="22362" y="23693"/>
                    <a:pt x="21741" y="23072"/>
                    <a:pt x="21031" y="22584"/>
                  </a:cubicBezTo>
                  <a:cubicBezTo>
                    <a:pt x="20987" y="22584"/>
                    <a:pt x="20942" y="22539"/>
                    <a:pt x="20898" y="22539"/>
                  </a:cubicBezTo>
                  <a:cubicBezTo>
                    <a:pt x="20987" y="22406"/>
                    <a:pt x="21031" y="22273"/>
                    <a:pt x="21075" y="22184"/>
                  </a:cubicBezTo>
                  <a:cubicBezTo>
                    <a:pt x="21785" y="22761"/>
                    <a:pt x="22495" y="23382"/>
                    <a:pt x="23116" y="24092"/>
                  </a:cubicBezTo>
                  <a:cubicBezTo>
                    <a:pt x="23168" y="24154"/>
                    <a:pt x="23229" y="24180"/>
                    <a:pt x="23290" y="24180"/>
                  </a:cubicBezTo>
                  <a:cubicBezTo>
                    <a:pt x="23490" y="24180"/>
                    <a:pt x="23686" y="23897"/>
                    <a:pt x="23516" y="23693"/>
                  </a:cubicBezTo>
                  <a:cubicBezTo>
                    <a:pt x="22850" y="22983"/>
                    <a:pt x="22185" y="22317"/>
                    <a:pt x="21430" y="21741"/>
                  </a:cubicBezTo>
                  <a:cubicBezTo>
                    <a:pt x="21386" y="21696"/>
                    <a:pt x="21297" y="21652"/>
                    <a:pt x="21253" y="21652"/>
                  </a:cubicBezTo>
                  <a:cubicBezTo>
                    <a:pt x="21430" y="20898"/>
                    <a:pt x="21386" y="20055"/>
                    <a:pt x="21164" y="19300"/>
                  </a:cubicBezTo>
                  <a:cubicBezTo>
                    <a:pt x="21129" y="19140"/>
                    <a:pt x="21014" y="19073"/>
                    <a:pt x="20895" y="19073"/>
                  </a:cubicBezTo>
                  <a:cubicBezTo>
                    <a:pt x="20719" y="19073"/>
                    <a:pt x="20534" y="19221"/>
                    <a:pt x="20587" y="19434"/>
                  </a:cubicBezTo>
                  <a:cubicBezTo>
                    <a:pt x="21031" y="20809"/>
                    <a:pt x="20721" y="22273"/>
                    <a:pt x="19744" y="23338"/>
                  </a:cubicBezTo>
                  <a:cubicBezTo>
                    <a:pt x="19529" y="23518"/>
                    <a:pt x="19721" y="23785"/>
                    <a:pt x="19944" y="23785"/>
                  </a:cubicBezTo>
                  <a:cubicBezTo>
                    <a:pt x="19996" y="23785"/>
                    <a:pt x="20049" y="23771"/>
                    <a:pt x="20099" y="23737"/>
                  </a:cubicBezTo>
                  <a:lnTo>
                    <a:pt x="20099" y="23737"/>
                  </a:lnTo>
                  <a:cubicBezTo>
                    <a:pt x="19079" y="25113"/>
                    <a:pt x="17792" y="26311"/>
                    <a:pt x="16372" y="27242"/>
                  </a:cubicBezTo>
                  <a:cubicBezTo>
                    <a:pt x="16328" y="27242"/>
                    <a:pt x="16284" y="27287"/>
                    <a:pt x="16284" y="27331"/>
                  </a:cubicBezTo>
                  <a:cubicBezTo>
                    <a:pt x="15848" y="27373"/>
                    <a:pt x="15412" y="27394"/>
                    <a:pt x="14978" y="27394"/>
                  </a:cubicBezTo>
                  <a:cubicBezTo>
                    <a:pt x="12227" y="27394"/>
                    <a:pt x="9526" y="26557"/>
                    <a:pt x="7188" y="25024"/>
                  </a:cubicBezTo>
                  <a:cubicBezTo>
                    <a:pt x="2840" y="21963"/>
                    <a:pt x="755" y="16594"/>
                    <a:pt x="1864" y="11403"/>
                  </a:cubicBezTo>
                  <a:cubicBezTo>
                    <a:pt x="2485" y="8741"/>
                    <a:pt x="3861" y="6301"/>
                    <a:pt x="5813" y="4393"/>
                  </a:cubicBezTo>
                  <a:cubicBezTo>
                    <a:pt x="7672" y="2534"/>
                    <a:pt x="10477" y="675"/>
                    <a:pt x="13255" y="675"/>
                  </a:cubicBezTo>
                  <a:cubicBezTo>
                    <a:pt x="13660" y="675"/>
                    <a:pt x="14064" y="714"/>
                    <a:pt x="14465" y="799"/>
                  </a:cubicBezTo>
                  <a:cubicBezTo>
                    <a:pt x="14598" y="799"/>
                    <a:pt x="14731" y="755"/>
                    <a:pt x="14775" y="622"/>
                  </a:cubicBezTo>
                  <a:close/>
                  <a:moveTo>
                    <a:pt x="14243" y="0"/>
                  </a:moveTo>
                  <a:cubicBezTo>
                    <a:pt x="14154" y="0"/>
                    <a:pt x="14065" y="45"/>
                    <a:pt x="14021" y="89"/>
                  </a:cubicBezTo>
                  <a:cubicBezTo>
                    <a:pt x="13767" y="63"/>
                    <a:pt x="13513" y="50"/>
                    <a:pt x="13260" y="50"/>
                  </a:cubicBezTo>
                  <a:cubicBezTo>
                    <a:pt x="8423" y="50"/>
                    <a:pt x="3772" y="4742"/>
                    <a:pt x="2086" y="8874"/>
                  </a:cubicBezTo>
                  <a:cubicBezTo>
                    <a:pt x="1" y="14021"/>
                    <a:pt x="1110" y="19877"/>
                    <a:pt x="4926" y="23826"/>
                  </a:cubicBezTo>
                  <a:cubicBezTo>
                    <a:pt x="7554" y="26510"/>
                    <a:pt x="11298" y="27909"/>
                    <a:pt x="15031" y="27909"/>
                  </a:cubicBezTo>
                  <a:cubicBezTo>
                    <a:pt x="17347" y="27909"/>
                    <a:pt x="19658" y="27370"/>
                    <a:pt x="21697" y="26266"/>
                  </a:cubicBezTo>
                  <a:cubicBezTo>
                    <a:pt x="26799" y="23471"/>
                    <a:pt x="29683" y="17126"/>
                    <a:pt x="28707" y="11403"/>
                  </a:cubicBezTo>
                  <a:cubicBezTo>
                    <a:pt x="27509" y="4437"/>
                    <a:pt x="20898" y="355"/>
                    <a:pt x="142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0"/>
            <p:cNvSpPr/>
            <p:nvPr/>
          </p:nvSpPr>
          <p:spPr>
            <a:xfrm>
              <a:off x="7061795" y="4119640"/>
              <a:ext cx="199954" cy="143676"/>
            </a:xfrm>
            <a:custGeom>
              <a:avLst/>
              <a:gdLst/>
              <a:ahLst/>
              <a:cxnLst/>
              <a:rect l="l" t="t" r="r" b="b"/>
              <a:pathLst>
                <a:path w="1510" h="1085" extrusionOk="0">
                  <a:moveTo>
                    <a:pt x="382" y="1"/>
                  </a:moveTo>
                  <a:cubicBezTo>
                    <a:pt x="75" y="1"/>
                    <a:pt x="1" y="474"/>
                    <a:pt x="319" y="553"/>
                  </a:cubicBezTo>
                  <a:cubicBezTo>
                    <a:pt x="585" y="642"/>
                    <a:pt x="807" y="775"/>
                    <a:pt x="985" y="997"/>
                  </a:cubicBezTo>
                  <a:cubicBezTo>
                    <a:pt x="1026" y="1059"/>
                    <a:pt x="1079" y="1085"/>
                    <a:pt x="1134" y="1085"/>
                  </a:cubicBezTo>
                  <a:cubicBezTo>
                    <a:pt x="1314" y="1085"/>
                    <a:pt x="1510" y="802"/>
                    <a:pt x="1340" y="598"/>
                  </a:cubicBezTo>
                  <a:cubicBezTo>
                    <a:pt x="1118" y="287"/>
                    <a:pt x="807" y="110"/>
                    <a:pt x="497" y="21"/>
                  </a:cubicBezTo>
                  <a:cubicBezTo>
                    <a:pt x="456" y="7"/>
                    <a:pt x="418"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0"/>
            <p:cNvSpPr/>
            <p:nvPr/>
          </p:nvSpPr>
          <p:spPr>
            <a:xfrm>
              <a:off x="7256717" y="4247161"/>
              <a:ext cx="76539" cy="85278"/>
            </a:xfrm>
            <a:custGeom>
              <a:avLst/>
              <a:gdLst/>
              <a:ahLst/>
              <a:cxnLst/>
              <a:rect l="l" t="t" r="r" b="b"/>
              <a:pathLst>
                <a:path w="578" h="644" extrusionOk="0">
                  <a:moveTo>
                    <a:pt x="289" y="1"/>
                  </a:moveTo>
                  <a:cubicBezTo>
                    <a:pt x="145" y="1"/>
                    <a:pt x="1" y="100"/>
                    <a:pt x="1" y="300"/>
                  </a:cubicBezTo>
                  <a:lnTo>
                    <a:pt x="1" y="344"/>
                  </a:lnTo>
                  <a:cubicBezTo>
                    <a:pt x="1" y="544"/>
                    <a:pt x="145" y="644"/>
                    <a:pt x="289" y="644"/>
                  </a:cubicBezTo>
                  <a:cubicBezTo>
                    <a:pt x="433" y="644"/>
                    <a:pt x="578" y="544"/>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0"/>
            <p:cNvSpPr/>
            <p:nvPr/>
          </p:nvSpPr>
          <p:spPr>
            <a:xfrm>
              <a:off x="7579954" y="3652330"/>
              <a:ext cx="105804" cy="70580"/>
            </a:xfrm>
            <a:custGeom>
              <a:avLst/>
              <a:gdLst/>
              <a:ahLst/>
              <a:cxnLst/>
              <a:rect l="l" t="t" r="r" b="b"/>
              <a:pathLst>
                <a:path w="799" h="533" extrusionOk="0">
                  <a:moveTo>
                    <a:pt x="355" y="0"/>
                  </a:moveTo>
                  <a:cubicBezTo>
                    <a:pt x="0" y="0"/>
                    <a:pt x="0" y="533"/>
                    <a:pt x="355"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0"/>
            <p:cNvSpPr/>
            <p:nvPr/>
          </p:nvSpPr>
          <p:spPr>
            <a:xfrm>
              <a:off x="7193950" y="3569700"/>
              <a:ext cx="489954" cy="287616"/>
            </a:xfrm>
            <a:custGeom>
              <a:avLst/>
              <a:gdLst/>
              <a:ahLst/>
              <a:cxnLst/>
              <a:rect l="l" t="t" r="r" b="b"/>
              <a:pathLst>
                <a:path w="3700" h="2172" extrusionOk="0">
                  <a:moveTo>
                    <a:pt x="3267" y="1"/>
                  </a:moveTo>
                  <a:cubicBezTo>
                    <a:pt x="3254" y="1"/>
                    <a:pt x="3240" y="1"/>
                    <a:pt x="3226" y="3"/>
                  </a:cubicBezTo>
                  <a:cubicBezTo>
                    <a:pt x="2072" y="269"/>
                    <a:pt x="1052" y="846"/>
                    <a:pt x="209" y="1689"/>
                  </a:cubicBezTo>
                  <a:cubicBezTo>
                    <a:pt x="1" y="1862"/>
                    <a:pt x="172" y="2171"/>
                    <a:pt x="405" y="2171"/>
                  </a:cubicBezTo>
                  <a:cubicBezTo>
                    <a:pt x="470" y="2171"/>
                    <a:pt x="540" y="2147"/>
                    <a:pt x="608" y="2089"/>
                  </a:cubicBezTo>
                  <a:cubicBezTo>
                    <a:pt x="1362" y="1334"/>
                    <a:pt x="2294" y="802"/>
                    <a:pt x="3359" y="580"/>
                  </a:cubicBezTo>
                  <a:cubicBezTo>
                    <a:pt x="3700" y="495"/>
                    <a:pt x="3590" y="1"/>
                    <a:pt x="3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0"/>
            <p:cNvSpPr/>
            <p:nvPr/>
          </p:nvSpPr>
          <p:spPr>
            <a:xfrm>
              <a:off x="7206795" y="3518056"/>
              <a:ext cx="202603" cy="169233"/>
            </a:xfrm>
            <a:custGeom>
              <a:avLst/>
              <a:gdLst/>
              <a:ahLst/>
              <a:cxnLst/>
              <a:rect l="l" t="t" r="r" b="b"/>
              <a:pathLst>
                <a:path w="1530" h="1278" extrusionOk="0">
                  <a:moveTo>
                    <a:pt x="1134" y="0"/>
                  </a:moveTo>
                  <a:cubicBezTo>
                    <a:pt x="1091" y="0"/>
                    <a:pt x="1046" y="12"/>
                    <a:pt x="999" y="38"/>
                  </a:cubicBezTo>
                  <a:cubicBezTo>
                    <a:pt x="688" y="260"/>
                    <a:pt x="378" y="526"/>
                    <a:pt x="156" y="881"/>
                  </a:cubicBezTo>
                  <a:cubicBezTo>
                    <a:pt x="0" y="1068"/>
                    <a:pt x="195" y="1277"/>
                    <a:pt x="401" y="1277"/>
                  </a:cubicBezTo>
                  <a:cubicBezTo>
                    <a:pt x="489" y="1277"/>
                    <a:pt x="578" y="1240"/>
                    <a:pt x="644" y="1147"/>
                  </a:cubicBezTo>
                  <a:cubicBezTo>
                    <a:pt x="822" y="881"/>
                    <a:pt x="1043" y="704"/>
                    <a:pt x="1265" y="526"/>
                  </a:cubicBezTo>
                  <a:cubicBezTo>
                    <a:pt x="1529" y="375"/>
                    <a:pt x="1376" y="0"/>
                    <a:pt x="11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0"/>
            <p:cNvSpPr/>
            <p:nvPr/>
          </p:nvSpPr>
          <p:spPr>
            <a:xfrm>
              <a:off x="7254466" y="2893034"/>
              <a:ext cx="202867" cy="116000"/>
            </a:xfrm>
            <a:custGeom>
              <a:avLst/>
              <a:gdLst/>
              <a:ahLst/>
              <a:cxnLst/>
              <a:rect l="l" t="t" r="r" b="b"/>
              <a:pathLst>
                <a:path w="1532" h="876" extrusionOk="0">
                  <a:moveTo>
                    <a:pt x="393" y="1"/>
                  </a:moveTo>
                  <a:cubicBezTo>
                    <a:pt x="127" y="1"/>
                    <a:pt x="1" y="465"/>
                    <a:pt x="328" y="588"/>
                  </a:cubicBezTo>
                  <a:lnTo>
                    <a:pt x="1083" y="854"/>
                  </a:lnTo>
                  <a:cubicBezTo>
                    <a:pt x="1117" y="868"/>
                    <a:pt x="1149" y="875"/>
                    <a:pt x="1179" y="875"/>
                  </a:cubicBezTo>
                  <a:cubicBezTo>
                    <a:pt x="1426" y="875"/>
                    <a:pt x="1532" y="440"/>
                    <a:pt x="1216" y="321"/>
                  </a:cubicBezTo>
                  <a:lnTo>
                    <a:pt x="462" y="11"/>
                  </a:lnTo>
                  <a:cubicBezTo>
                    <a:pt x="438" y="4"/>
                    <a:pt x="415" y="1"/>
                    <a:pt x="3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0"/>
            <p:cNvSpPr/>
            <p:nvPr/>
          </p:nvSpPr>
          <p:spPr>
            <a:xfrm>
              <a:off x="7462365" y="2972221"/>
              <a:ext cx="70712" cy="80909"/>
            </a:xfrm>
            <a:custGeom>
              <a:avLst/>
              <a:gdLst/>
              <a:ahLst/>
              <a:cxnLst/>
              <a:rect l="l" t="t" r="r" b="b"/>
              <a:pathLst>
                <a:path w="534" h="611" extrusionOk="0">
                  <a:moveTo>
                    <a:pt x="267" y="1"/>
                  </a:moveTo>
                  <a:cubicBezTo>
                    <a:pt x="134" y="1"/>
                    <a:pt x="1" y="101"/>
                    <a:pt x="1" y="300"/>
                  </a:cubicBezTo>
                  <a:lnTo>
                    <a:pt x="1" y="345"/>
                  </a:lnTo>
                  <a:cubicBezTo>
                    <a:pt x="1" y="522"/>
                    <a:pt x="134" y="611"/>
                    <a:pt x="267" y="611"/>
                  </a:cubicBezTo>
                  <a:cubicBezTo>
                    <a:pt x="400" y="611"/>
                    <a:pt x="533" y="522"/>
                    <a:pt x="533" y="345"/>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0"/>
            <p:cNvSpPr/>
            <p:nvPr/>
          </p:nvSpPr>
          <p:spPr>
            <a:xfrm>
              <a:off x="7529899" y="2430226"/>
              <a:ext cx="276625" cy="422155"/>
            </a:xfrm>
            <a:custGeom>
              <a:avLst/>
              <a:gdLst/>
              <a:ahLst/>
              <a:cxnLst/>
              <a:rect l="l" t="t" r="r" b="b"/>
              <a:pathLst>
                <a:path w="2089" h="3188" extrusionOk="0">
                  <a:moveTo>
                    <a:pt x="256" y="1"/>
                  </a:moveTo>
                  <a:cubicBezTo>
                    <a:pt x="123" y="1"/>
                    <a:pt x="1" y="90"/>
                    <a:pt x="23" y="267"/>
                  </a:cubicBezTo>
                  <a:cubicBezTo>
                    <a:pt x="112" y="1332"/>
                    <a:pt x="556" y="2308"/>
                    <a:pt x="1265" y="3107"/>
                  </a:cubicBezTo>
                  <a:cubicBezTo>
                    <a:pt x="1321" y="3162"/>
                    <a:pt x="1390" y="3187"/>
                    <a:pt x="1458" y="3187"/>
                  </a:cubicBezTo>
                  <a:cubicBezTo>
                    <a:pt x="1607" y="3187"/>
                    <a:pt x="1753" y="3067"/>
                    <a:pt x="1753" y="2885"/>
                  </a:cubicBezTo>
                  <a:cubicBezTo>
                    <a:pt x="1777" y="2891"/>
                    <a:pt x="1799" y="2893"/>
                    <a:pt x="1821" y="2893"/>
                  </a:cubicBezTo>
                  <a:cubicBezTo>
                    <a:pt x="1964" y="2893"/>
                    <a:pt x="2064" y="2773"/>
                    <a:pt x="2064" y="2619"/>
                  </a:cubicBezTo>
                  <a:lnTo>
                    <a:pt x="2064" y="2574"/>
                  </a:lnTo>
                  <a:cubicBezTo>
                    <a:pt x="2089" y="2375"/>
                    <a:pt x="1918" y="2259"/>
                    <a:pt x="1755" y="2259"/>
                  </a:cubicBezTo>
                  <a:cubicBezTo>
                    <a:pt x="1629" y="2259"/>
                    <a:pt x="1507" y="2330"/>
                    <a:pt x="1487" y="2485"/>
                  </a:cubicBezTo>
                  <a:cubicBezTo>
                    <a:pt x="955" y="1864"/>
                    <a:pt x="644" y="1110"/>
                    <a:pt x="556" y="267"/>
                  </a:cubicBezTo>
                  <a:cubicBezTo>
                    <a:pt x="533" y="90"/>
                    <a:pt x="389" y="1"/>
                    <a:pt x="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0"/>
            <p:cNvSpPr/>
            <p:nvPr/>
          </p:nvSpPr>
          <p:spPr>
            <a:xfrm>
              <a:off x="7532945" y="2290788"/>
              <a:ext cx="76406" cy="80909"/>
            </a:xfrm>
            <a:custGeom>
              <a:avLst/>
              <a:gdLst/>
              <a:ahLst/>
              <a:cxnLst/>
              <a:rect l="l" t="t" r="r" b="b"/>
              <a:pathLst>
                <a:path w="577" h="611" extrusionOk="0">
                  <a:moveTo>
                    <a:pt x="289" y="0"/>
                  </a:moveTo>
                  <a:cubicBezTo>
                    <a:pt x="144" y="0"/>
                    <a:pt x="0" y="100"/>
                    <a:pt x="0" y="300"/>
                  </a:cubicBezTo>
                  <a:lnTo>
                    <a:pt x="0" y="344"/>
                  </a:lnTo>
                  <a:cubicBezTo>
                    <a:pt x="0" y="521"/>
                    <a:pt x="144" y="610"/>
                    <a:pt x="289" y="610"/>
                  </a:cubicBezTo>
                  <a:cubicBezTo>
                    <a:pt x="433" y="610"/>
                    <a:pt x="577" y="521"/>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0"/>
            <p:cNvSpPr/>
            <p:nvPr/>
          </p:nvSpPr>
          <p:spPr>
            <a:xfrm>
              <a:off x="7165877" y="2230537"/>
              <a:ext cx="326018" cy="124740"/>
            </a:xfrm>
            <a:custGeom>
              <a:avLst/>
              <a:gdLst/>
              <a:ahLst/>
              <a:cxnLst/>
              <a:rect l="l" t="t" r="r" b="b"/>
              <a:pathLst>
                <a:path w="2462" h="942" extrusionOk="0">
                  <a:moveTo>
                    <a:pt x="2018" y="0"/>
                  </a:moveTo>
                  <a:cubicBezTo>
                    <a:pt x="1929" y="0"/>
                    <a:pt x="1840" y="45"/>
                    <a:pt x="1796" y="133"/>
                  </a:cubicBezTo>
                  <a:cubicBezTo>
                    <a:pt x="1752" y="89"/>
                    <a:pt x="1663" y="89"/>
                    <a:pt x="1619" y="89"/>
                  </a:cubicBezTo>
                  <a:cubicBezTo>
                    <a:pt x="1175" y="89"/>
                    <a:pt x="731" y="222"/>
                    <a:pt x="288" y="355"/>
                  </a:cubicBezTo>
                  <a:cubicBezTo>
                    <a:pt x="1" y="478"/>
                    <a:pt x="92" y="942"/>
                    <a:pt x="353" y="942"/>
                  </a:cubicBezTo>
                  <a:cubicBezTo>
                    <a:pt x="374" y="942"/>
                    <a:pt x="397" y="939"/>
                    <a:pt x="421" y="932"/>
                  </a:cubicBezTo>
                  <a:cubicBezTo>
                    <a:pt x="820" y="755"/>
                    <a:pt x="1219" y="666"/>
                    <a:pt x="1619" y="666"/>
                  </a:cubicBezTo>
                  <a:cubicBezTo>
                    <a:pt x="1707" y="621"/>
                    <a:pt x="1796" y="577"/>
                    <a:pt x="1840" y="488"/>
                  </a:cubicBezTo>
                  <a:cubicBezTo>
                    <a:pt x="1872" y="520"/>
                    <a:pt x="1925" y="551"/>
                    <a:pt x="1970" y="551"/>
                  </a:cubicBezTo>
                  <a:cubicBezTo>
                    <a:pt x="1988" y="551"/>
                    <a:pt x="2005" y="546"/>
                    <a:pt x="2018" y="533"/>
                  </a:cubicBezTo>
                  <a:lnTo>
                    <a:pt x="2107" y="533"/>
                  </a:lnTo>
                  <a:cubicBezTo>
                    <a:pt x="2462" y="533"/>
                    <a:pt x="2462"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0"/>
            <p:cNvSpPr/>
            <p:nvPr/>
          </p:nvSpPr>
          <p:spPr>
            <a:xfrm>
              <a:off x="7203881" y="1918423"/>
              <a:ext cx="121959" cy="253452"/>
            </a:xfrm>
            <a:custGeom>
              <a:avLst/>
              <a:gdLst/>
              <a:ahLst/>
              <a:cxnLst/>
              <a:rect l="l" t="t" r="r" b="b"/>
              <a:pathLst>
                <a:path w="921" h="1914" extrusionOk="0">
                  <a:moveTo>
                    <a:pt x="555" y="0"/>
                  </a:moveTo>
                  <a:cubicBezTo>
                    <a:pt x="475" y="0"/>
                    <a:pt x="397" y="41"/>
                    <a:pt x="355" y="139"/>
                  </a:cubicBezTo>
                  <a:cubicBezTo>
                    <a:pt x="134" y="627"/>
                    <a:pt x="1" y="1115"/>
                    <a:pt x="1" y="1647"/>
                  </a:cubicBezTo>
                  <a:cubicBezTo>
                    <a:pt x="1" y="1825"/>
                    <a:pt x="134" y="1914"/>
                    <a:pt x="267" y="1914"/>
                  </a:cubicBezTo>
                  <a:cubicBezTo>
                    <a:pt x="400" y="1914"/>
                    <a:pt x="533" y="1825"/>
                    <a:pt x="533" y="1647"/>
                  </a:cubicBezTo>
                  <a:cubicBezTo>
                    <a:pt x="533" y="1204"/>
                    <a:pt x="622" y="804"/>
                    <a:pt x="799" y="405"/>
                  </a:cubicBezTo>
                  <a:cubicBezTo>
                    <a:pt x="921" y="192"/>
                    <a:pt x="730" y="0"/>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0"/>
            <p:cNvSpPr/>
            <p:nvPr/>
          </p:nvSpPr>
          <p:spPr>
            <a:xfrm>
              <a:off x="7094635" y="1862144"/>
              <a:ext cx="104612" cy="155329"/>
            </a:xfrm>
            <a:custGeom>
              <a:avLst/>
              <a:gdLst/>
              <a:ahLst/>
              <a:cxnLst/>
              <a:rect l="l" t="t" r="r" b="b"/>
              <a:pathLst>
                <a:path w="790" h="1173" extrusionOk="0">
                  <a:moveTo>
                    <a:pt x="463" y="0"/>
                  </a:moveTo>
                  <a:cubicBezTo>
                    <a:pt x="351" y="0"/>
                    <a:pt x="241" y="64"/>
                    <a:pt x="204" y="209"/>
                  </a:cubicBezTo>
                  <a:cubicBezTo>
                    <a:pt x="160" y="386"/>
                    <a:pt x="116" y="608"/>
                    <a:pt x="27" y="830"/>
                  </a:cubicBezTo>
                  <a:cubicBezTo>
                    <a:pt x="1" y="1040"/>
                    <a:pt x="176" y="1172"/>
                    <a:pt x="342" y="1172"/>
                  </a:cubicBezTo>
                  <a:cubicBezTo>
                    <a:pt x="457" y="1172"/>
                    <a:pt x="567" y="1109"/>
                    <a:pt x="604" y="963"/>
                  </a:cubicBezTo>
                  <a:cubicBezTo>
                    <a:pt x="648" y="741"/>
                    <a:pt x="692" y="564"/>
                    <a:pt x="737" y="342"/>
                  </a:cubicBezTo>
                  <a:cubicBezTo>
                    <a:pt x="789" y="132"/>
                    <a:pt x="625"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0"/>
            <p:cNvSpPr/>
            <p:nvPr/>
          </p:nvSpPr>
          <p:spPr>
            <a:xfrm>
              <a:off x="7051731" y="2063290"/>
              <a:ext cx="115603" cy="82630"/>
            </a:xfrm>
            <a:custGeom>
              <a:avLst/>
              <a:gdLst/>
              <a:ahLst/>
              <a:cxnLst/>
              <a:rect l="l" t="t" r="r" b="b"/>
              <a:pathLst>
                <a:path w="873" h="624" extrusionOk="0">
                  <a:moveTo>
                    <a:pt x="436" y="0"/>
                  </a:moveTo>
                  <a:cubicBezTo>
                    <a:pt x="377" y="0"/>
                    <a:pt x="317" y="20"/>
                    <a:pt x="262" y="65"/>
                  </a:cubicBezTo>
                  <a:lnTo>
                    <a:pt x="173" y="154"/>
                  </a:lnTo>
                  <a:cubicBezTo>
                    <a:pt x="0" y="362"/>
                    <a:pt x="178" y="623"/>
                    <a:pt x="391" y="623"/>
                  </a:cubicBezTo>
                  <a:cubicBezTo>
                    <a:pt x="451" y="623"/>
                    <a:pt x="514" y="602"/>
                    <a:pt x="573" y="553"/>
                  </a:cubicBezTo>
                  <a:lnTo>
                    <a:pt x="661" y="465"/>
                  </a:lnTo>
                  <a:cubicBezTo>
                    <a:pt x="873" y="289"/>
                    <a:pt x="665" y="0"/>
                    <a:pt x="4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0"/>
            <p:cNvSpPr/>
            <p:nvPr/>
          </p:nvSpPr>
          <p:spPr>
            <a:xfrm>
              <a:off x="6989096" y="3038563"/>
              <a:ext cx="162082" cy="232000"/>
            </a:xfrm>
            <a:custGeom>
              <a:avLst/>
              <a:gdLst/>
              <a:ahLst/>
              <a:cxnLst/>
              <a:rect l="l" t="t" r="r" b="b"/>
              <a:pathLst>
                <a:path w="1224" h="1752" extrusionOk="0">
                  <a:moveTo>
                    <a:pt x="396" y="1"/>
                  </a:moveTo>
                  <a:cubicBezTo>
                    <a:pt x="202" y="1"/>
                    <a:pt x="0" y="199"/>
                    <a:pt x="158" y="420"/>
                  </a:cubicBezTo>
                  <a:cubicBezTo>
                    <a:pt x="247" y="554"/>
                    <a:pt x="336" y="687"/>
                    <a:pt x="425" y="864"/>
                  </a:cubicBezTo>
                  <a:cubicBezTo>
                    <a:pt x="469" y="997"/>
                    <a:pt x="513" y="1130"/>
                    <a:pt x="558" y="1263"/>
                  </a:cubicBezTo>
                  <a:cubicBezTo>
                    <a:pt x="469" y="1441"/>
                    <a:pt x="558" y="1663"/>
                    <a:pt x="780" y="1751"/>
                  </a:cubicBezTo>
                  <a:cubicBezTo>
                    <a:pt x="868" y="1751"/>
                    <a:pt x="1001" y="1707"/>
                    <a:pt x="1090" y="1618"/>
                  </a:cubicBezTo>
                  <a:cubicBezTo>
                    <a:pt x="1223" y="1397"/>
                    <a:pt x="1090" y="1086"/>
                    <a:pt x="1001" y="864"/>
                  </a:cubicBezTo>
                  <a:cubicBezTo>
                    <a:pt x="913" y="598"/>
                    <a:pt x="780" y="332"/>
                    <a:pt x="602" y="110"/>
                  </a:cubicBezTo>
                  <a:cubicBezTo>
                    <a:pt x="551" y="33"/>
                    <a:pt x="474"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0"/>
            <p:cNvSpPr/>
            <p:nvPr/>
          </p:nvSpPr>
          <p:spPr>
            <a:xfrm>
              <a:off x="6811786" y="4040056"/>
              <a:ext cx="121959" cy="256100"/>
            </a:xfrm>
            <a:custGeom>
              <a:avLst/>
              <a:gdLst/>
              <a:ahLst/>
              <a:cxnLst/>
              <a:rect l="l" t="t" r="r" b="b"/>
              <a:pathLst>
                <a:path w="921" h="1934" extrusionOk="0">
                  <a:moveTo>
                    <a:pt x="571" y="1"/>
                  </a:moveTo>
                  <a:cubicBezTo>
                    <a:pt x="433" y="1"/>
                    <a:pt x="299" y="89"/>
                    <a:pt x="299" y="267"/>
                  </a:cubicBezTo>
                  <a:cubicBezTo>
                    <a:pt x="388" y="666"/>
                    <a:pt x="299" y="1110"/>
                    <a:pt x="122" y="1509"/>
                  </a:cubicBezTo>
                  <a:cubicBezTo>
                    <a:pt x="1" y="1721"/>
                    <a:pt x="190" y="1934"/>
                    <a:pt x="379" y="1934"/>
                  </a:cubicBezTo>
                  <a:cubicBezTo>
                    <a:pt x="466" y="1934"/>
                    <a:pt x="554" y="1888"/>
                    <a:pt x="610" y="1775"/>
                  </a:cubicBezTo>
                  <a:cubicBezTo>
                    <a:pt x="832" y="1332"/>
                    <a:pt x="921" y="799"/>
                    <a:pt x="876" y="267"/>
                  </a:cubicBezTo>
                  <a:cubicBezTo>
                    <a:pt x="854" y="89"/>
                    <a:pt x="710" y="1"/>
                    <a:pt x="5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0"/>
            <p:cNvSpPr/>
            <p:nvPr/>
          </p:nvSpPr>
          <p:spPr>
            <a:xfrm>
              <a:off x="6658973" y="2916340"/>
              <a:ext cx="161685" cy="149237"/>
            </a:xfrm>
            <a:custGeom>
              <a:avLst/>
              <a:gdLst/>
              <a:ahLst/>
              <a:cxnLst/>
              <a:rect l="l" t="t" r="r" b="b"/>
              <a:pathLst>
                <a:path w="1221" h="1127" extrusionOk="0">
                  <a:moveTo>
                    <a:pt x="363" y="0"/>
                  </a:moveTo>
                  <a:cubicBezTo>
                    <a:pt x="135" y="0"/>
                    <a:pt x="0" y="362"/>
                    <a:pt x="256" y="545"/>
                  </a:cubicBezTo>
                  <a:cubicBezTo>
                    <a:pt x="389" y="634"/>
                    <a:pt x="522" y="811"/>
                    <a:pt x="610" y="988"/>
                  </a:cubicBezTo>
                  <a:cubicBezTo>
                    <a:pt x="666" y="1086"/>
                    <a:pt x="753" y="1127"/>
                    <a:pt x="840" y="1127"/>
                  </a:cubicBezTo>
                  <a:cubicBezTo>
                    <a:pt x="1029" y="1127"/>
                    <a:pt x="1220" y="935"/>
                    <a:pt x="1098" y="722"/>
                  </a:cubicBezTo>
                  <a:cubicBezTo>
                    <a:pt x="965" y="456"/>
                    <a:pt x="744" y="234"/>
                    <a:pt x="522" y="57"/>
                  </a:cubicBezTo>
                  <a:cubicBezTo>
                    <a:pt x="466" y="17"/>
                    <a:pt x="413"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0"/>
            <p:cNvSpPr/>
            <p:nvPr/>
          </p:nvSpPr>
          <p:spPr>
            <a:xfrm>
              <a:off x="6740279" y="2826427"/>
              <a:ext cx="111498" cy="80379"/>
            </a:xfrm>
            <a:custGeom>
              <a:avLst/>
              <a:gdLst/>
              <a:ahLst/>
              <a:cxnLst/>
              <a:rect l="l" t="t" r="r" b="b"/>
              <a:pathLst>
                <a:path w="842" h="607" extrusionOk="0">
                  <a:moveTo>
                    <a:pt x="391" y="0"/>
                  </a:moveTo>
                  <a:cubicBezTo>
                    <a:pt x="179" y="0"/>
                    <a:pt x="1" y="262"/>
                    <a:pt x="174" y="470"/>
                  </a:cubicBezTo>
                  <a:cubicBezTo>
                    <a:pt x="218" y="470"/>
                    <a:pt x="218" y="514"/>
                    <a:pt x="263" y="558"/>
                  </a:cubicBezTo>
                  <a:cubicBezTo>
                    <a:pt x="313" y="592"/>
                    <a:pt x="366" y="606"/>
                    <a:pt x="419" y="606"/>
                  </a:cubicBezTo>
                  <a:cubicBezTo>
                    <a:pt x="642" y="606"/>
                    <a:pt x="842" y="339"/>
                    <a:pt x="662" y="159"/>
                  </a:cubicBezTo>
                  <a:lnTo>
                    <a:pt x="573" y="70"/>
                  </a:lnTo>
                  <a:cubicBezTo>
                    <a:pt x="515" y="21"/>
                    <a:pt x="452" y="0"/>
                    <a:pt x="3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0"/>
            <p:cNvSpPr/>
            <p:nvPr/>
          </p:nvSpPr>
          <p:spPr>
            <a:xfrm>
              <a:off x="6459284" y="2158368"/>
              <a:ext cx="237164" cy="183799"/>
            </a:xfrm>
            <a:custGeom>
              <a:avLst/>
              <a:gdLst/>
              <a:ahLst/>
              <a:cxnLst/>
              <a:rect l="l" t="t" r="r" b="b"/>
              <a:pathLst>
                <a:path w="1791" h="1388" extrusionOk="0">
                  <a:moveTo>
                    <a:pt x="386" y="1"/>
                  </a:moveTo>
                  <a:cubicBezTo>
                    <a:pt x="134" y="1"/>
                    <a:pt x="0" y="355"/>
                    <a:pt x="255" y="501"/>
                  </a:cubicBezTo>
                  <a:cubicBezTo>
                    <a:pt x="610" y="723"/>
                    <a:pt x="921" y="989"/>
                    <a:pt x="1187" y="1300"/>
                  </a:cubicBezTo>
                  <a:cubicBezTo>
                    <a:pt x="1249" y="1361"/>
                    <a:pt x="1318" y="1387"/>
                    <a:pt x="1384" y="1387"/>
                  </a:cubicBezTo>
                  <a:cubicBezTo>
                    <a:pt x="1603" y="1387"/>
                    <a:pt x="1790" y="1105"/>
                    <a:pt x="1586" y="900"/>
                  </a:cubicBezTo>
                  <a:cubicBezTo>
                    <a:pt x="1320" y="545"/>
                    <a:pt x="965" y="235"/>
                    <a:pt x="566" y="57"/>
                  </a:cubicBezTo>
                  <a:cubicBezTo>
                    <a:pt x="502" y="17"/>
                    <a:pt x="441" y="1"/>
                    <a:pt x="3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0"/>
            <p:cNvSpPr/>
            <p:nvPr/>
          </p:nvSpPr>
          <p:spPr>
            <a:xfrm>
              <a:off x="6545224" y="2074546"/>
              <a:ext cx="141425" cy="90708"/>
            </a:xfrm>
            <a:custGeom>
              <a:avLst/>
              <a:gdLst/>
              <a:ahLst/>
              <a:cxnLst/>
              <a:rect l="l" t="t" r="r" b="b"/>
              <a:pathLst>
                <a:path w="1068" h="685" extrusionOk="0">
                  <a:moveTo>
                    <a:pt x="422" y="0"/>
                  </a:moveTo>
                  <a:cubicBezTo>
                    <a:pt x="169" y="0"/>
                    <a:pt x="0" y="358"/>
                    <a:pt x="272" y="513"/>
                  </a:cubicBezTo>
                  <a:lnTo>
                    <a:pt x="538" y="646"/>
                  </a:lnTo>
                  <a:cubicBezTo>
                    <a:pt x="584" y="672"/>
                    <a:pt x="630" y="684"/>
                    <a:pt x="673" y="684"/>
                  </a:cubicBezTo>
                  <a:cubicBezTo>
                    <a:pt x="915" y="684"/>
                    <a:pt x="1068" y="309"/>
                    <a:pt x="804" y="158"/>
                  </a:cubicBezTo>
                  <a:lnTo>
                    <a:pt x="538" y="25"/>
                  </a:lnTo>
                  <a:cubicBezTo>
                    <a:pt x="498" y="8"/>
                    <a:pt x="459" y="0"/>
                    <a:pt x="4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0"/>
            <p:cNvSpPr/>
            <p:nvPr/>
          </p:nvSpPr>
          <p:spPr>
            <a:xfrm>
              <a:off x="5817312" y="4171814"/>
              <a:ext cx="369717" cy="191479"/>
            </a:xfrm>
            <a:custGeom>
              <a:avLst/>
              <a:gdLst/>
              <a:ahLst/>
              <a:cxnLst/>
              <a:rect l="l" t="t" r="r" b="b"/>
              <a:pathLst>
                <a:path w="2792" h="1446" extrusionOk="0">
                  <a:moveTo>
                    <a:pt x="2383" y="1"/>
                  </a:moveTo>
                  <a:cubicBezTo>
                    <a:pt x="2325" y="1"/>
                    <a:pt x="2268" y="22"/>
                    <a:pt x="2219" y="70"/>
                  </a:cubicBezTo>
                  <a:cubicBezTo>
                    <a:pt x="1762" y="569"/>
                    <a:pt x="1149" y="873"/>
                    <a:pt x="490" y="873"/>
                  </a:cubicBezTo>
                  <a:cubicBezTo>
                    <a:pt x="445" y="873"/>
                    <a:pt x="401" y="872"/>
                    <a:pt x="356" y="869"/>
                  </a:cubicBezTo>
                  <a:cubicBezTo>
                    <a:pt x="1" y="869"/>
                    <a:pt x="1" y="1446"/>
                    <a:pt x="356" y="1446"/>
                  </a:cubicBezTo>
                  <a:cubicBezTo>
                    <a:pt x="1199" y="1446"/>
                    <a:pt x="2042" y="1091"/>
                    <a:pt x="2618" y="470"/>
                  </a:cubicBezTo>
                  <a:cubicBezTo>
                    <a:pt x="2791" y="262"/>
                    <a:pt x="2587" y="1"/>
                    <a:pt x="2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0"/>
            <p:cNvSpPr/>
            <p:nvPr/>
          </p:nvSpPr>
          <p:spPr>
            <a:xfrm>
              <a:off x="5766065" y="4157248"/>
              <a:ext cx="190552" cy="83027"/>
            </a:xfrm>
            <a:custGeom>
              <a:avLst/>
              <a:gdLst/>
              <a:ahLst/>
              <a:cxnLst/>
              <a:rect l="l" t="t" r="r" b="b"/>
              <a:pathLst>
                <a:path w="1439" h="627" extrusionOk="0">
                  <a:moveTo>
                    <a:pt x="962" y="0"/>
                  </a:moveTo>
                  <a:cubicBezTo>
                    <a:pt x="948" y="0"/>
                    <a:pt x="934" y="1"/>
                    <a:pt x="920" y="3"/>
                  </a:cubicBezTo>
                  <a:lnTo>
                    <a:pt x="299" y="92"/>
                  </a:lnTo>
                  <a:cubicBezTo>
                    <a:pt x="1" y="134"/>
                    <a:pt x="112" y="627"/>
                    <a:pt x="435" y="627"/>
                  </a:cubicBezTo>
                  <a:cubicBezTo>
                    <a:pt x="448" y="627"/>
                    <a:pt x="462" y="626"/>
                    <a:pt x="476" y="624"/>
                  </a:cubicBezTo>
                  <a:lnTo>
                    <a:pt x="1098" y="535"/>
                  </a:lnTo>
                  <a:cubicBezTo>
                    <a:pt x="1438" y="493"/>
                    <a:pt x="1288" y="0"/>
                    <a:pt x="9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0"/>
            <p:cNvSpPr/>
            <p:nvPr/>
          </p:nvSpPr>
          <p:spPr>
            <a:xfrm>
              <a:off x="5940727" y="4081238"/>
              <a:ext cx="111762" cy="76539"/>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0"/>
            <p:cNvSpPr/>
            <p:nvPr/>
          </p:nvSpPr>
          <p:spPr>
            <a:xfrm>
              <a:off x="6024416" y="4009070"/>
              <a:ext cx="139173" cy="103288"/>
            </a:xfrm>
            <a:custGeom>
              <a:avLst/>
              <a:gdLst/>
              <a:ahLst/>
              <a:cxnLst/>
              <a:rect l="l" t="t" r="r" b="b"/>
              <a:pathLst>
                <a:path w="1051" h="780" extrusionOk="0">
                  <a:moveTo>
                    <a:pt x="707" y="0"/>
                  </a:moveTo>
                  <a:cubicBezTo>
                    <a:pt x="662" y="0"/>
                    <a:pt x="614" y="17"/>
                    <a:pt x="566" y="57"/>
                  </a:cubicBezTo>
                  <a:lnTo>
                    <a:pt x="256" y="235"/>
                  </a:lnTo>
                  <a:cubicBezTo>
                    <a:pt x="0" y="417"/>
                    <a:pt x="135" y="779"/>
                    <a:pt x="388" y="779"/>
                  </a:cubicBezTo>
                  <a:cubicBezTo>
                    <a:pt x="443" y="779"/>
                    <a:pt x="503" y="762"/>
                    <a:pt x="566" y="723"/>
                  </a:cubicBezTo>
                  <a:lnTo>
                    <a:pt x="833" y="501"/>
                  </a:lnTo>
                  <a:cubicBezTo>
                    <a:pt x="1051" y="355"/>
                    <a:pt x="911" y="0"/>
                    <a:pt x="7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0"/>
            <p:cNvSpPr/>
            <p:nvPr/>
          </p:nvSpPr>
          <p:spPr>
            <a:xfrm>
              <a:off x="6218279" y="4045485"/>
              <a:ext cx="174927" cy="314100"/>
            </a:xfrm>
            <a:custGeom>
              <a:avLst/>
              <a:gdLst/>
              <a:ahLst/>
              <a:cxnLst/>
              <a:rect l="l" t="t" r="r" b="b"/>
              <a:pathLst>
                <a:path w="1321" h="2372" extrusionOk="0">
                  <a:moveTo>
                    <a:pt x="385" y="0"/>
                  </a:moveTo>
                  <a:cubicBezTo>
                    <a:pt x="195" y="0"/>
                    <a:pt x="0" y="203"/>
                    <a:pt x="123" y="448"/>
                  </a:cubicBezTo>
                  <a:cubicBezTo>
                    <a:pt x="433" y="936"/>
                    <a:pt x="655" y="1557"/>
                    <a:pt x="744" y="2178"/>
                  </a:cubicBezTo>
                  <a:cubicBezTo>
                    <a:pt x="761" y="2314"/>
                    <a:pt x="849" y="2372"/>
                    <a:pt x="952" y="2372"/>
                  </a:cubicBezTo>
                  <a:cubicBezTo>
                    <a:pt x="1117" y="2372"/>
                    <a:pt x="1321" y="2220"/>
                    <a:pt x="1321" y="2001"/>
                  </a:cubicBezTo>
                  <a:cubicBezTo>
                    <a:pt x="1188" y="1335"/>
                    <a:pt x="966" y="714"/>
                    <a:pt x="611" y="137"/>
                  </a:cubicBezTo>
                  <a:cubicBezTo>
                    <a:pt x="556" y="41"/>
                    <a:pt x="471" y="0"/>
                    <a:pt x="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0"/>
            <p:cNvSpPr/>
            <p:nvPr/>
          </p:nvSpPr>
          <p:spPr>
            <a:xfrm>
              <a:off x="6338914" y="3984704"/>
              <a:ext cx="115603" cy="122621"/>
            </a:xfrm>
            <a:custGeom>
              <a:avLst/>
              <a:gdLst/>
              <a:ahLst/>
              <a:cxnLst/>
              <a:rect l="l" t="t" r="r" b="b"/>
              <a:pathLst>
                <a:path w="873" h="926" extrusionOk="0">
                  <a:moveTo>
                    <a:pt x="354" y="1"/>
                  </a:moveTo>
                  <a:cubicBezTo>
                    <a:pt x="177" y="1"/>
                    <a:pt x="1" y="141"/>
                    <a:pt x="55" y="330"/>
                  </a:cubicBezTo>
                  <a:lnTo>
                    <a:pt x="232" y="729"/>
                  </a:lnTo>
                  <a:cubicBezTo>
                    <a:pt x="302" y="868"/>
                    <a:pt x="425" y="925"/>
                    <a:pt x="539" y="925"/>
                  </a:cubicBezTo>
                  <a:cubicBezTo>
                    <a:pt x="717" y="925"/>
                    <a:pt x="873" y="785"/>
                    <a:pt x="765" y="596"/>
                  </a:cubicBezTo>
                  <a:lnTo>
                    <a:pt x="632" y="197"/>
                  </a:lnTo>
                  <a:cubicBezTo>
                    <a:pt x="580" y="58"/>
                    <a:pt x="467" y="1"/>
                    <a:pt x="3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0"/>
            <p:cNvSpPr/>
            <p:nvPr/>
          </p:nvSpPr>
          <p:spPr>
            <a:xfrm>
              <a:off x="6401416" y="4140033"/>
              <a:ext cx="108717" cy="79849"/>
            </a:xfrm>
            <a:custGeom>
              <a:avLst/>
              <a:gdLst/>
              <a:ahLst/>
              <a:cxnLst/>
              <a:rect l="l" t="t" r="r" b="b"/>
              <a:pathLst>
                <a:path w="821" h="603" extrusionOk="0">
                  <a:moveTo>
                    <a:pt x="384" y="0"/>
                  </a:moveTo>
                  <a:cubicBezTo>
                    <a:pt x="186" y="0"/>
                    <a:pt x="0" y="274"/>
                    <a:pt x="204" y="444"/>
                  </a:cubicBezTo>
                  <a:lnTo>
                    <a:pt x="248" y="532"/>
                  </a:lnTo>
                  <a:cubicBezTo>
                    <a:pt x="307" y="581"/>
                    <a:pt x="370" y="602"/>
                    <a:pt x="430" y="602"/>
                  </a:cubicBezTo>
                  <a:cubicBezTo>
                    <a:pt x="643" y="602"/>
                    <a:pt x="821" y="341"/>
                    <a:pt x="648" y="133"/>
                  </a:cubicBezTo>
                  <a:lnTo>
                    <a:pt x="559" y="89"/>
                  </a:lnTo>
                  <a:cubicBezTo>
                    <a:pt x="507" y="26"/>
                    <a:pt x="445"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0"/>
            <p:cNvSpPr/>
            <p:nvPr/>
          </p:nvSpPr>
          <p:spPr>
            <a:xfrm>
              <a:off x="6157366" y="2759819"/>
              <a:ext cx="140365" cy="158904"/>
            </a:xfrm>
            <a:custGeom>
              <a:avLst/>
              <a:gdLst/>
              <a:ahLst/>
              <a:cxnLst/>
              <a:rect l="l" t="t" r="r" b="b"/>
              <a:pathLst>
                <a:path w="1060" h="1200" extrusionOk="0">
                  <a:moveTo>
                    <a:pt x="380" y="1"/>
                  </a:moveTo>
                  <a:cubicBezTo>
                    <a:pt x="195" y="1"/>
                    <a:pt x="1" y="221"/>
                    <a:pt x="95" y="440"/>
                  </a:cubicBezTo>
                  <a:lnTo>
                    <a:pt x="450" y="1061"/>
                  </a:lnTo>
                  <a:cubicBezTo>
                    <a:pt x="520" y="1159"/>
                    <a:pt x="611" y="1200"/>
                    <a:pt x="699" y="1200"/>
                  </a:cubicBezTo>
                  <a:cubicBezTo>
                    <a:pt x="889" y="1200"/>
                    <a:pt x="1059" y="1008"/>
                    <a:pt x="938" y="795"/>
                  </a:cubicBezTo>
                  <a:cubicBezTo>
                    <a:pt x="805" y="573"/>
                    <a:pt x="716" y="351"/>
                    <a:pt x="583" y="130"/>
                  </a:cubicBezTo>
                  <a:cubicBezTo>
                    <a:pt x="531" y="39"/>
                    <a:pt x="456" y="1"/>
                    <a:pt x="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0"/>
            <p:cNvSpPr/>
            <p:nvPr/>
          </p:nvSpPr>
          <p:spPr>
            <a:xfrm>
              <a:off x="6353348" y="2766838"/>
              <a:ext cx="99977" cy="112160"/>
            </a:xfrm>
            <a:custGeom>
              <a:avLst/>
              <a:gdLst/>
              <a:ahLst/>
              <a:cxnLst/>
              <a:rect l="l" t="t" r="r" b="b"/>
              <a:pathLst>
                <a:path w="755" h="847" extrusionOk="0">
                  <a:moveTo>
                    <a:pt x="339" y="1"/>
                  </a:moveTo>
                  <a:cubicBezTo>
                    <a:pt x="169" y="1"/>
                    <a:pt x="0" y="133"/>
                    <a:pt x="79" y="343"/>
                  </a:cubicBezTo>
                  <a:cubicBezTo>
                    <a:pt x="79" y="476"/>
                    <a:pt x="123" y="565"/>
                    <a:pt x="123" y="653"/>
                  </a:cubicBezTo>
                  <a:cubicBezTo>
                    <a:pt x="157" y="789"/>
                    <a:pt x="262" y="847"/>
                    <a:pt x="374" y="847"/>
                  </a:cubicBezTo>
                  <a:cubicBezTo>
                    <a:pt x="556" y="847"/>
                    <a:pt x="755" y="695"/>
                    <a:pt x="700" y="476"/>
                  </a:cubicBezTo>
                  <a:cubicBezTo>
                    <a:pt x="700" y="387"/>
                    <a:pt x="656" y="298"/>
                    <a:pt x="611" y="210"/>
                  </a:cubicBezTo>
                  <a:cubicBezTo>
                    <a:pt x="575" y="64"/>
                    <a:pt x="457" y="1"/>
                    <a:pt x="3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0"/>
            <p:cNvSpPr/>
            <p:nvPr/>
          </p:nvSpPr>
          <p:spPr>
            <a:xfrm>
              <a:off x="6488549" y="3575394"/>
              <a:ext cx="134274" cy="120899"/>
            </a:xfrm>
            <a:custGeom>
              <a:avLst/>
              <a:gdLst/>
              <a:ahLst/>
              <a:cxnLst/>
              <a:rect l="l" t="t" r="r" b="b"/>
              <a:pathLst>
                <a:path w="1014" h="913" extrusionOk="0">
                  <a:moveTo>
                    <a:pt x="630" y="1"/>
                  </a:moveTo>
                  <a:cubicBezTo>
                    <a:pt x="550" y="1"/>
                    <a:pt x="475" y="41"/>
                    <a:pt x="433" y="138"/>
                  </a:cubicBezTo>
                  <a:cubicBezTo>
                    <a:pt x="389" y="271"/>
                    <a:pt x="300" y="360"/>
                    <a:pt x="211" y="448"/>
                  </a:cubicBezTo>
                  <a:cubicBezTo>
                    <a:pt x="0" y="624"/>
                    <a:pt x="208" y="913"/>
                    <a:pt x="436" y="913"/>
                  </a:cubicBezTo>
                  <a:cubicBezTo>
                    <a:pt x="496" y="913"/>
                    <a:pt x="556" y="893"/>
                    <a:pt x="611" y="848"/>
                  </a:cubicBezTo>
                  <a:cubicBezTo>
                    <a:pt x="744" y="759"/>
                    <a:pt x="877" y="581"/>
                    <a:pt x="921" y="448"/>
                  </a:cubicBezTo>
                  <a:cubicBezTo>
                    <a:pt x="1013" y="203"/>
                    <a:pt x="809" y="1"/>
                    <a:pt x="6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0"/>
            <p:cNvSpPr/>
            <p:nvPr/>
          </p:nvSpPr>
          <p:spPr>
            <a:xfrm>
              <a:off x="6610507" y="3694969"/>
              <a:ext cx="76539" cy="92562"/>
            </a:xfrm>
            <a:custGeom>
              <a:avLst/>
              <a:gdLst/>
              <a:ahLst/>
              <a:cxnLst/>
              <a:rect l="l" t="t" r="r" b="b"/>
              <a:pathLst>
                <a:path w="578" h="699" extrusionOk="0">
                  <a:moveTo>
                    <a:pt x="289" y="0"/>
                  </a:moveTo>
                  <a:cubicBezTo>
                    <a:pt x="145" y="0"/>
                    <a:pt x="0" y="100"/>
                    <a:pt x="0" y="300"/>
                  </a:cubicBezTo>
                  <a:lnTo>
                    <a:pt x="0" y="433"/>
                  </a:lnTo>
                  <a:cubicBezTo>
                    <a:pt x="0" y="610"/>
                    <a:pt x="145" y="699"/>
                    <a:pt x="289" y="699"/>
                  </a:cubicBezTo>
                  <a:cubicBezTo>
                    <a:pt x="433" y="699"/>
                    <a:pt x="577" y="610"/>
                    <a:pt x="577" y="433"/>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0"/>
            <p:cNvSpPr/>
            <p:nvPr/>
          </p:nvSpPr>
          <p:spPr>
            <a:xfrm>
              <a:off x="5287234" y="4304896"/>
              <a:ext cx="258484" cy="295032"/>
            </a:xfrm>
            <a:custGeom>
              <a:avLst/>
              <a:gdLst/>
              <a:ahLst/>
              <a:cxnLst/>
              <a:rect l="l" t="t" r="r" b="b"/>
              <a:pathLst>
                <a:path w="1952" h="2228" extrusionOk="0">
                  <a:moveTo>
                    <a:pt x="346" y="1"/>
                  </a:moveTo>
                  <a:cubicBezTo>
                    <a:pt x="179" y="1"/>
                    <a:pt x="1" y="135"/>
                    <a:pt x="55" y="352"/>
                  </a:cubicBezTo>
                  <a:cubicBezTo>
                    <a:pt x="277" y="1106"/>
                    <a:pt x="765" y="1728"/>
                    <a:pt x="1430" y="2171"/>
                  </a:cubicBezTo>
                  <a:cubicBezTo>
                    <a:pt x="1486" y="2211"/>
                    <a:pt x="1540" y="2228"/>
                    <a:pt x="1589" y="2228"/>
                  </a:cubicBezTo>
                  <a:cubicBezTo>
                    <a:pt x="1817" y="2228"/>
                    <a:pt x="1952" y="1866"/>
                    <a:pt x="1697" y="1683"/>
                  </a:cubicBezTo>
                  <a:cubicBezTo>
                    <a:pt x="1164" y="1328"/>
                    <a:pt x="809" y="796"/>
                    <a:pt x="587" y="175"/>
                  </a:cubicBezTo>
                  <a:cubicBezTo>
                    <a:pt x="553" y="54"/>
                    <a:pt x="452" y="1"/>
                    <a:pt x="3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0"/>
            <p:cNvSpPr/>
            <p:nvPr/>
          </p:nvSpPr>
          <p:spPr>
            <a:xfrm>
              <a:off x="5558828" y="4576224"/>
              <a:ext cx="76539" cy="80909"/>
            </a:xfrm>
            <a:custGeom>
              <a:avLst/>
              <a:gdLst/>
              <a:ahLst/>
              <a:cxnLst/>
              <a:rect l="l" t="t" r="r" b="b"/>
              <a:pathLst>
                <a:path w="578" h="611" extrusionOk="0">
                  <a:moveTo>
                    <a:pt x="289" y="0"/>
                  </a:moveTo>
                  <a:cubicBezTo>
                    <a:pt x="145" y="0"/>
                    <a:pt x="0" y="100"/>
                    <a:pt x="0" y="300"/>
                  </a:cubicBezTo>
                  <a:lnTo>
                    <a:pt x="0" y="344"/>
                  </a:lnTo>
                  <a:cubicBezTo>
                    <a:pt x="0" y="522"/>
                    <a:pt x="145" y="610"/>
                    <a:pt x="289" y="610"/>
                  </a:cubicBezTo>
                  <a:cubicBezTo>
                    <a:pt x="433" y="610"/>
                    <a:pt x="577" y="522"/>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0"/>
            <p:cNvSpPr/>
            <p:nvPr/>
          </p:nvSpPr>
          <p:spPr>
            <a:xfrm>
              <a:off x="5364568" y="4262786"/>
              <a:ext cx="293972" cy="270137"/>
            </a:xfrm>
            <a:custGeom>
              <a:avLst/>
              <a:gdLst/>
              <a:ahLst/>
              <a:cxnLst/>
              <a:rect l="l" t="t" r="r" b="b"/>
              <a:pathLst>
                <a:path w="2220" h="2040" extrusionOk="0">
                  <a:moveTo>
                    <a:pt x="364" y="1"/>
                  </a:moveTo>
                  <a:cubicBezTo>
                    <a:pt x="183" y="1"/>
                    <a:pt x="0" y="203"/>
                    <a:pt x="92" y="448"/>
                  </a:cubicBezTo>
                  <a:cubicBezTo>
                    <a:pt x="403" y="1114"/>
                    <a:pt x="979" y="1691"/>
                    <a:pt x="1689" y="2001"/>
                  </a:cubicBezTo>
                  <a:cubicBezTo>
                    <a:pt x="1736" y="2028"/>
                    <a:pt x="1782" y="2040"/>
                    <a:pt x="1825" y="2040"/>
                  </a:cubicBezTo>
                  <a:cubicBezTo>
                    <a:pt x="2067" y="2040"/>
                    <a:pt x="2219" y="1671"/>
                    <a:pt x="1956" y="1558"/>
                  </a:cubicBezTo>
                  <a:cubicBezTo>
                    <a:pt x="1334" y="1247"/>
                    <a:pt x="846" y="759"/>
                    <a:pt x="580" y="138"/>
                  </a:cubicBezTo>
                  <a:cubicBezTo>
                    <a:pt x="525" y="42"/>
                    <a:pt x="445"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0"/>
            <p:cNvSpPr/>
            <p:nvPr/>
          </p:nvSpPr>
          <p:spPr>
            <a:xfrm>
              <a:off x="5471828" y="4240672"/>
              <a:ext cx="127918" cy="80776"/>
            </a:xfrm>
            <a:custGeom>
              <a:avLst/>
              <a:gdLst/>
              <a:ahLst/>
              <a:cxnLst/>
              <a:rect l="l" t="t" r="r" b="b"/>
              <a:pathLst>
                <a:path w="966" h="610" extrusionOk="0">
                  <a:moveTo>
                    <a:pt x="417" y="0"/>
                  </a:moveTo>
                  <a:cubicBezTo>
                    <a:pt x="148" y="0"/>
                    <a:pt x="1" y="376"/>
                    <a:pt x="303" y="527"/>
                  </a:cubicBezTo>
                  <a:lnTo>
                    <a:pt x="436" y="571"/>
                  </a:lnTo>
                  <a:cubicBezTo>
                    <a:pt x="482" y="598"/>
                    <a:pt x="528" y="609"/>
                    <a:pt x="570" y="609"/>
                  </a:cubicBezTo>
                  <a:cubicBezTo>
                    <a:pt x="813" y="609"/>
                    <a:pt x="966" y="234"/>
                    <a:pt x="702" y="83"/>
                  </a:cubicBezTo>
                  <a:lnTo>
                    <a:pt x="569" y="39"/>
                  </a:lnTo>
                  <a:cubicBezTo>
                    <a:pt x="516" y="12"/>
                    <a:pt x="464" y="0"/>
                    <a:pt x="4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9" name="Google Shape;2279;p50"/>
          <p:cNvGrpSpPr/>
          <p:nvPr/>
        </p:nvGrpSpPr>
        <p:grpSpPr>
          <a:xfrm rot="-2317810" flipH="1">
            <a:off x="-237533" y="1569012"/>
            <a:ext cx="1139276" cy="906869"/>
            <a:chOff x="5454914" y="-1099352"/>
            <a:chExt cx="4716443" cy="3754314"/>
          </a:xfrm>
        </p:grpSpPr>
        <p:grpSp>
          <p:nvGrpSpPr>
            <p:cNvPr id="2280" name="Google Shape;2280;p50"/>
            <p:cNvGrpSpPr/>
            <p:nvPr/>
          </p:nvGrpSpPr>
          <p:grpSpPr>
            <a:xfrm rot="-9567442">
              <a:off x="7426559" y="-754587"/>
              <a:ext cx="2399971" cy="2400271"/>
              <a:chOff x="-567905" y="3619880"/>
              <a:chExt cx="2400000" cy="2400300"/>
            </a:xfrm>
          </p:grpSpPr>
          <p:sp>
            <p:nvSpPr>
              <p:cNvPr id="2281" name="Google Shape;2281;p50"/>
              <p:cNvSpPr/>
              <p:nvPr/>
            </p:nvSpPr>
            <p:spPr>
              <a:xfrm rot="2946085">
                <a:off x="-217655" y="3968277"/>
                <a:ext cx="1699499" cy="1703505"/>
              </a:xfrm>
              <a:prstGeom prst="trapezoid">
                <a:avLst>
                  <a:gd name="adj" fmla="val 31712"/>
                </a:avLst>
              </a:prstGeom>
              <a:solidFill>
                <a:srgbClr val="FEFF97">
                  <a:alpha val="78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82" name="Google Shape;2282;p50"/>
              <p:cNvCxnSpPr/>
              <p:nvPr/>
            </p:nvCxnSpPr>
            <p:spPr>
              <a:xfrm rot="-1231989" flipH="1">
                <a:off x="32373" y="4261162"/>
                <a:ext cx="878406" cy="58954"/>
              </a:xfrm>
              <a:prstGeom prst="straightConnector1">
                <a:avLst/>
              </a:prstGeom>
              <a:noFill/>
              <a:ln w="19050" cap="flat" cmpd="sng">
                <a:solidFill>
                  <a:schemeClr val="accent2"/>
                </a:solidFill>
                <a:prstDash val="solid"/>
                <a:round/>
                <a:headEnd type="none" w="med" len="med"/>
                <a:tailEnd type="none" w="med" len="med"/>
              </a:ln>
            </p:spPr>
          </p:cxnSp>
          <p:cxnSp>
            <p:nvCxnSpPr>
              <p:cNvPr id="2283" name="Google Shape;2283;p50"/>
              <p:cNvCxnSpPr/>
              <p:nvPr/>
            </p:nvCxnSpPr>
            <p:spPr>
              <a:xfrm rot="9568803" flipH="1">
                <a:off x="976841" y="4777150"/>
                <a:ext cx="445892" cy="333883"/>
              </a:xfrm>
              <a:prstGeom prst="straightConnector1">
                <a:avLst/>
              </a:prstGeom>
              <a:noFill/>
              <a:ln w="19050" cap="flat" cmpd="sng">
                <a:solidFill>
                  <a:schemeClr val="accent2"/>
                </a:solidFill>
                <a:prstDash val="solid"/>
                <a:round/>
                <a:headEnd type="none" w="med" len="med"/>
                <a:tailEnd type="none" w="med" len="med"/>
              </a:ln>
            </p:spPr>
          </p:cxnSp>
        </p:grpSp>
        <p:grpSp>
          <p:nvGrpSpPr>
            <p:cNvPr id="2284" name="Google Shape;2284;p50"/>
            <p:cNvGrpSpPr/>
            <p:nvPr/>
          </p:nvGrpSpPr>
          <p:grpSpPr>
            <a:xfrm rot="-3976539">
              <a:off x="5777517" y="-66880"/>
              <a:ext cx="2433271" cy="2293309"/>
              <a:chOff x="1728052" y="3136714"/>
              <a:chExt cx="1705565" cy="1672228"/>
            </a:xfrm>
          </p:grpSpPr>
          <p:sp>
            <p:nvSpPr>
              <p:cNvPr id="2285" name="Google Shape;2285;p50"/>
              <p:cNvSpPr/>
              <p:nvPr/>
            </p:nvSpPr>
            <p:spPr>
              <a:xfrm>
                <a:off x="2782173" y="4172064"/>
                <a:ext cx="618392" cy="617517"/>
              </a:xfrm>
              <a:custGeom>
                <a:avLst/>
                <a:gdLst/>
                <a:ahLst/>
                <a:cxnLst/>
                <a:rect l="l" t="t" r="r" b="b"/>
                <a:pathLst>
                  <a:path w="32517" h="32471" extrusionOk="0">
                    <a:moveTo>
                      <a:pt x="17562" y="0"/>
                    </a:moveTo>
                    <a:lnTo>
                      <a:pt x="9193" y="9147"/>
                    </a:lnTo>
                    <a:lnTo>
                      <a:pt x="0" y="17516"/>
                    </a:lnTo>
                    <a:lnTo>
                      <a:pt x="7272" y="32471"/>
                    </a:lnTo>
                    <a:lnTo>
                      <a:pt x="19894" y="19848"/>
                    </a:lnTo>
                    <a:lnTo>
                      <a:pt x="32517" y="7226"/>
                    </a:lnTo>
                    <a:lnTo>
                      <a:pt x="1756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0"/>
              <p:cNvSpPr/>
              <p:nvPr/>
            </p:nvSpPr>
            <p:spPr>
              <a:xfrm>
                <a:off x="2956982" y="4268597"/>
                <a:ext cx="358347" cy="280946"/>
              </a:xfrm>
              <a:custGeom>
                <a:avLst/>
                <a:gdLst/>
                <a:ahLst/>
                <a:cxnLst/>
                <a:rect l="l" t="t" r="r" b="b"/>
                <a:pathLst>
                  <a:path w="18843" h="14773" extrusionOk="0">
                    <a:moveTo>
                      <a:pt x="6083" y="1"/>
                    </a:moveTo>
                    <a:lnTo>
                      <a:pt x="1" y="4071"/>
                    </a:lnTo>
                    <a:lnTo>
                      <a:pt x="10702" y="14772"/>
                    </a:lnTo>
                    <a:lnTo>
                      <a:pt x="18843" y="6632"/>
                    </a:lnTo>
                    <a:lnTo>
                      <a:pt x="6083" y="1"/>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0"/>
              <p:cNvSpPr/>
              <p:nvPr/>
            </p:nvSpPr>
            <p:spPr>
              <a:xfrm>
                <a:off x="1874163" y="3263180"/>
                <a:ext cx="1383770" cy="1372170"/>
              </a:xfrm>
              <a:custGeom>
                <a:avLst/>
                <a:gdLst/>
                <a:ahLst/>
                <a:cxnLst/>
                <a:rect l="l" t="t" r="r" b="b"/>
                <a:pathLst>
                  <a:path w="72763" h="72153" extrusionOk="0">
                    <a:moveTo>
                      <a:pt x="30093" y="1"/>
                    </a:moveTo>
                    <a:lnTo>
                      <a:pt x="1" y="30093"/>
                    </a:lnTo>
                    <a:lnTo>
                      <a:pt x="40841" y="70933"/>
                    </a:lnTo>
                    <a:cubicBezTo>
                      <a:pt x="41660" y="71753"/>
                      <a:pt x="42759" y="72153"/>
                      <a:pt x="43924" y="72153"/>
                    </a:cubicBezTo>
                    <a:cubicBezTo>
                      <a:pt x="45424" y="72153"/>
                      <a:pt x="47034" y="71489"/>
                      <a:pt x="48295" y="70201"/>
                    </a:cubicBezTo>
                    <a:lnTo>
                      <a:pt x="70156" y="48341"/>
                    </a:lnTo>
                    <a:cubicBezTo>
                      <a:pt x="72442" y="46054"/>
                      <a:pt x="72762" y="42716"/>
                      <a:pt x="70933" y="40841"/>
                    </a:cubicBezTo>
                    <a:lnTo>
                      <a:pt x="300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0"/>
              <p:cNvSpPr/>
              <p:nvPr/>
            </p:nvSpPr>
            <p:spPr>
              <a:xfrm>
                <a:off x="1728052" y="3154248"/>
                <a:ext cx="718424" cy="681245"/>
              </a:xfrm>
              <a:custGeom>
                <a:avLst/>
                <a:gdLst/>
                <a:ahLst/>
                <a:cxnLst/>
                <a:rect l="l" t="t" r="r" b="b"/>
                <a:pathLst>
                  <a:path w="37777" h="35822" extrusionOk="0">
                    <a:moveTo>
                      <a:pt x="23874" y="1"/>
                    </a:moveTo>
                    <a:cubicBezTo>
                      <a:pt x="18843" y="1"/>
                      <a:pt x="13812" y="1910"/>
                      <a:pt x="9971" y="5729"/>
                    </a:cubicBezTo>
                    <a:lnTo>
                      <a:pt x="7684" y="8016"/>
                    </a:lnTo>
                    <a:cubicBezTo>
                      <a:pt x="1" y="15699"/>
                      <a:pt x="1" y="28138"/>
                      <a:pt x="7684" y="35821"/>
                    </a:cubicBezTo>
                    <a:lnTo>
                      <a:pt x="37776" y="5729"/>
                    </a:lnTo>
                    <a:cubicBezTo>
                      <a:pt x="33935" y="1910"/>
                      <a:pt x="28904" y="1"/>
                      <a:pt x="238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0"/>
              <p:cNvSpPr/>
              <p:nvPr/>
            </p:nvSpPr>
            <p:spPr>
              <a:xfrm>
                <a:off x="2244681" y="3602376"/>
                <a:ext cx="523590" cy="523609"/>
              </a:xfrm>
              <a:custGeom>
                <a:avLst/>
                <a:gdLst/>
                <a:ahLst/>
                <a:cxnLst/>
                <a:rect l="l" t="t" r="r" b="b"/>
                <a:pathLst>
                  <a:path w="27532" h="27533" extrusionOk="0">
                    <a:moveTo>
                      <a:pt x="13766" y="1"/>
                    </a:moveTo>
                    <a:cubicBezTo>
                      <a:pt x="6174" y="1"/>
                      <a:pt x="0" y="6129"/>
                      <a:pt x="0" y="13767"/>
                    </a:cubicBezTo>
                    <a:cubicBezTo>
                      <a:pt x="0" y="21358"/>
                      <a:pt x="6174" y="27532"/>
                      <a:pt x="13766" y="27532"/>
                    </a:cubicBezTo>
                    <a:cubicBezTo>
                      <a:pt x="21403" y="27532"/>
                      <a:pt x="27532" y="21358"/>
                      <a:pt x="27532" y="13767"/>
                    </a:cubicBezTo>
                    <a:cubicBezTo>
                      <a:pt x="27532" y="6129"/>
                      <a:pt x="21403" y="1"/>
                      <a:pt x="13766" y="1"/>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0"/>
              <p:cNvSpPr/>
              <p:nvPr/>
            </p:nvSpPr>
            <p:spPr>
              <a:xfrm>
                <a:off x="2234240" y="3623257"/>
                <a:ext cx="488807" cy="488807"/>
              </a:xfrm>
              <a:custGeom>
                <a:avLst/>
                <a:gdLst/>
                <a:ahLst/>
                <a:cxnLst/>
                <a:rect l="l" t="t" r="r" b="b"/>
                <a:pathLst>
                  <a:path w="25703" h="25703" extrusionOk="0">
                    <a:moveTo>
                      <a:pt x="12852" y="0"/>
                    </a:moveTo>
                    <a:cubicBezTo>
                      <a:pt x="5763" y="0"/>
                      <a:pt x="1" y="5763"/>
                      <a:pt x="1" y="12852"/>
                    </a:cubicBezTo>
                    <a:cubicBezTo>
                      <a:pt x="1" y="19940"/>
                      <a:pt x="5763" y="25703"/>
                      <a:pt x="12852" y="25703"/>
                    </a:cubicBezTo>
                    <a:cubicBezTo>
                      <a:pt x="19940" y="25703"/>
                      <a:pt x="25703" y="19940"/>
                      <a:pt x="25703" y="12852"/>
                    </a:cubicBezTo>
                    <a:cubicBezTo>
                      <a:pt x="25703" y="5763"/>
                      <a:pt x="19940"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0"/>
              <p:cNvSpPr/>
              <p:nvPr/>
            </p:nvSpPr>
            <p:spPr>
              <a:xfrm>
                <a:off x="2275109" y="3714789"/>
                <a:ext cx="407070" cy="304223"/>
              </a:xfrm>
              <a:custGeom>
                <a:avLst/>
                <a:gdLst/>
                <a:ahLst/>
                <a:cxnLst/>
                <a:rect l="l" t="t" r="r" b="b"/>
                <a:pathLst>
                  <a:path w="21405" h="15997" extrusionOk="0">
                    <a:moveTo>
                      <a:pt x="10685" y="1"/>
                    </a:moveTo>
                    <a:cubicBezTo>
                      <a:pt x="8633" y="1"/>
                      <a:pt x="6587" y="790"/>
                      <a:pt x="5032" y="2368"/>
                    </a:cubicBezTo>
                    <a:cubicBezTo>
                      <a:pt x="1" y="7398"/>
                      <a:pt x="3568" y="15996"/>
                      <a:pt x="10703" y="15996"/>
                    </a:cubicBezTo>
                    <a:cubicBezTo>
                      <a:pt x="17791" y="15996"/>
                      <a:pt x="21404" y="7398"/>
                      <a:pt x="16373" y="2368"/>
                    </a:cubicBezTo>
                    <a:cubicBezTo>
                      <a:pt x="14796" y="790"/>
                      <a:pt x="12738" y="1"/>
                      <a:pt x="10685" y="1"/>
                    </a:cubicBezTo>
                    <a:close/>
                  </a:path>
                </a:pathLst>
              </a:custGeom>
              <a:solidFill>
                <a:srgbClr val="76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0"/>
              <p:cNvSpPr/>
              <p:nvPr/>
            </p:nvSpPr>
            <p:spPr>
              <a:xfrm>
                <a:off x="2359490" y="3807632"/>
                <a:ext cx="109598" cy="110492"/>
              </a:xfrm>
              <a:custGeom>
                <a:avLst/>
                <a:gdLst/>
                <a:ahLst/>
                <a:cxnLst/>
                <a:rect l="l" t="t" r="r" b="b"/>
                <a:pathLst>
                  <a:path w="5763" h="5810" extrusionOk="0">
                    <a:moveTo>
                      <a:pt x="2881" y="1"/>
                    </a:moveTo>
                    <a:cubicBezTo>
                      <a:pt x="1281" y="1"/>
                      <a:pt x="0" y="1327"/>
                      <a:pt x="0" y="2928"/>
                    </a:cubicBezTo>
                    <a:cubicBezTo>
                      <a:pt x="0" y="4529"/>
                      <a:pt x="1281" y="5809"/>
                      <a:pt x="2881" y="5809"/>
                    </a:cubicBezTo>
                    <a:cubicBezTo>
                      <a:pt x="4482" y="5809"/>
                      <a:pt x="5762" y="4529"/>
                      <a:pt x="5762" y="2928"/>
                    </a:cubicBezTo>
                    <a:cubicBezTo>
                      <a:pt x="5762" y="1327"/>
                      <a:pt x="4482" y="1"/>
                      <a:pt x="28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0"/>
              <p:cNvSpPr/>
              <p:nvPr/>
            </p:nvSpPr>
            <p:spPr>
              <a:xfrm>
                <a:off x="2459503" y="3842434"/>
                <a:ext cx="59163" cy="60019"/>
              </a:xfrm>
              <a:custGeom>
                <a:avLst/>
                <a:gdLst/>
                <a:ahLst/>
                <a:cxnLst/>
                <a:rect l="l" t="t" r="r" b="b"/>
                <a:pathLst>
                  <a:path w="3111" h="3156" extrusionOk="0">
                    <a:moveTo>
                      <a:pt x="1555" y="0"/>
                    </a:moveTo>
                    <a:cubicBezTo>
                      <a:pt x="686" y="0"/>
                      <a:pt x="0" y="732"/>
                      <a:pt x="0" y="1601"/>
                    </a:cubicBezTo>
                    <a:cubicBezTo>
                      <a:pt x="0" y="2470"/>
                      <a:pt x="686" y="3156"/>
                      <a:pt x="1555" y="3156"/>
                    </a:cubicBezTo>
                    <a:cubicBezTo>
                      <a:pt x="2424" y="3156"/>
                      <a:pt x="3110" y="2470"/>
                      <a:pt x="3110" y="1601"/>
                    </a:cubicBezTo>
                    <a:cubicBezTo>
                      <a:pt x="3110" y="732"/>
                      <a:pt x="2424" y="0"/>
                      <a:pt x="15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0"/>
              <p:cNvSpPr/>
              <p:nvPr/>
            </p:nvSpPr>
            <p:spPr>
              <a:xfrm>
                <a:off x="2051596" y="3153848"/>
                <a:ext cx="1207212" cy="1063459"/>
              </a:xfrm>
              <a:custGeom>
                <a:avLst/>
                <a:gdLst/>
                <a:ahLst/>
                <a:cxnLst/>
                <a:rect l="l" t="t" r="r" b="b"/>
                <a:pathLst>
                  <a:path w="63479" h="55920" extrusionOk="0">
                    <a:moveTo>
                      <a:pt x="6857" y="1"/>
                    </a:moveTo>
                    <a:cubicBezTo>
                      <a:pt x="4558" y="1"/>
                      <a:pt x="2237" y="401"/>
                      <a:pt x="1" y="1222"/>
                    </a:cubicBezTo>
                    <a:cubicBezTo>
                      <a:pt x="9467" y="2000"/>
                      <a:pt x="15184" y="7945"/>
                      <a:pt x="21678" y="14439"/>
                    </a:cubicBezTo>
                    <a:lnTo>
                      <a:pt x="57441" y="50203"/>
                    </a:lnTo>
                    <a:cubicBezTo>
                      <a:pt x="58979" y="51741"/>
                      <a:pt x="60786" y="54039"/>
                      <a:pt x="59011" y="55859"/>
                    </a:cubicBezTo>
                    <a:lnTo>
                      <a:pt x="59011" y="55859"/>
                    </a:lnTo>
                    <a:lnTo>
                      <a:pt x="60826" y="54044"/>
                    </a:lnTo>
                    <a:cubicBezTo>
                      <a:pt x="63112" y="51803"/>
                      <a:pt x="63478" y="48465"/>
                      <a:pt x="61603" y="46590"/>
                    </a:cubicBezTo>
                    <a:lnTo>
                      <a:pt x="20763" y="5750"/>
                    </a:lnTo>
                    <a:cubicBezTo>
                      <a:pt x="17006" y="1992"/>
                      <a:pt x="11984" y="1"/>
                      <a:pt x="6857" y="1"/>
                    </a:cubicBezTo>
                    <a:close/>
                    <a:moveTo>
                      <a:pt x="59011" y="55859"/>
                    </a:moveTo>
                    <a:lnTo>
                      <a:pt x="58951" y="55919"/>
                    </a:lnTo>
                    <a:cubicBezTo>
                      <a:pt x="58971" y="55899"/>
                      <a:pt x="58991" y="55879"/>
                      <a:pt x="59011" y="55859"/>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0"/>
              <p:cNvSpPr/>
              <p:nvPr/>
            </p:nvSpPr>
            <p:spPr>
              <a:xfrm>
                <a:off x="1780236" y="3477146"/>
                <a:ext cx="933246" cy="1097614"/>
              </a:xfrm>
              <a:custGeom>
                <a:avLst/>
                <a:gdLst/>
                <a:ahLst/>
                <a:cxnLst/>
                <a:rect l="l" t="t" r="r" b="b"/>
                <a:pathLst>
                  <a:path w="49073" h="57716" extrusionOk="0">
                    <a:moveTo>
                      <a:pt x="1647" y="0"/>
                    </a:moveTo>
                    <a:cubicBezTo>
                      <a:pt x="1" y="7043"/>
                      <a:pt x="1647" y="13034"/>
                      <a:pt x="10108" y="21495"/>
                    </a:cubicBezTo>
                    <a:lnTo>
                      <a:pt x="46329" y="57716"/>
                    </a:lnTo>
                    <a:lnTo>
                      <a:pt x="49073" y="55017"/>
                    </a:lnTo>
                    <a:lnTo>
                      <a:pt x="12715" y="18614"/>
                    </a:lnTo>
                    <a:cubicBezTo>
                      <a:pt x="5397" y="11342"/>
                      <a:pt x="2105" y="5900"/>
                      <a:pt x="1647" y="0"/>
                    </a:cubicBezTo>
                    <a:close/>
                  </a:path>
                </a:pathLst>
              </a:custGeom>
              <a:solidFill>
                <a:srgbClr val="FFFFFF">
                  <a:alpha val="40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0"/>
              <p:cNvSpPr/>
              <p:nvPr/>
            </p:nvSpPr>
            <p:spPr>
              <a:xfrm>
                <a:off x="2376016" y="4351228"/>
                <a:ext cx="274841" cy="448223"/>
              </a:xfrm>
              <a:custGeom>
                <a:avLst/>
                <a:gdLst/>
                <a:ahLst/>
                <a:cxnLst/>
                <a:rect l="l" t="t" r="r" b="b"/>
                <a:pathLst>
                  <a:path w="14452" h="23569" extrusionOk="0">
                    <a:moveTo>
                      <a:pt x="732" y="0"/>
                    </a:moveTo>
                    <a:lnTo>
                      <a:pt x="46" y="16327"/>
                    </a:lnTo>
                    <a:cubicBezTo>
                      <a:pt x="0" y="16784"/>
                      <a:pt x="183" y="17242"/>
                      <a:pt x="503" y="17562"/>
                    </a:cubicBezTo>
                    <a:lnTo>
                      <a:pt x="5991" y="23096"/>
                    </a:lnTo>
                    <a:cubicBezTo>
                      <a:pt x="6330" y="23415"/>
                      <a:pt x="6756" y="23568"/>
                      <a:pt x="7178" y="23568"/>
                    </a:cubicBezTo>
                    <a:cubicBezTo>
                      <a:pt x="7724" y="23568"/>
                      <a:pt x="8263" y="23311"/>
                      <a:pt x="8598" y="22821"/>
                    </a:cubicBezTo>
                    <a:lnTo>
                      <a:pt x="14452" y="13720"/>
                    </a:lnTo>
                    <a:lnTo>
                      <a:pt x="73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0"/>
              <p:cNvSpPr/>
              <p:nvPr/>
            </p:nvSpPr>
            <p:spPr>
              <a:xfrm>
                <a:off x="2442102" y="4503425"/>
                <a:ext cx="209630" cy="295152"/>
              </a:xfrm>
              <a:custGeom>
                <a:avLst/>
                <a:gdLst/>
                <a:ahLst/>
                <a:cxnLst/>
                <a:rect l="l" t="t" r="r" b="b"/>
                <a:pathLst>
                  <a:path w="11023" h="15520" extrusionOk="0">
                    <a:moveTo>
                      <a:pt x="5214" y="1"/>
                    </a:moveTo>
                    <a:lnTo>
                      <a:pt x="1" y="12486"/>
                    </a:lnTo>
                    <a:lnTo>
                      <a:pt x="2562" y="15047"/>
                    </a:lnTo>
                    <a:cubicBezTo>
                      <a:pt x="2881" y="15366"/>
                      <a:pt x="3304" y="15520"/>
                      <a:pt x="3726" y="15520"/>
                    </a:cubicBezTo>
                    <a:cubicBezTo>
                      <a:pt x="4271" y="15520"/>
                      <a:pt x="4813" y="15262"/>
                      <a:pt x="5123" y="14772"/>
                    </a:cubicBezTo>
                    <a:lnTo>
                      <a:pt x="11022" y="5717"/>
                    </a:lnTo>
                    <a:lnTo>
                      <a:pt x="5214" y="1"/>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0"/>
              <p:cNvSpPr/>
              <p:nvPr/>
            </p:nvSpPr>
            <p:spPr>
              <a:xfrm>
                <a:off x="2962211" y="3765755"/>
                <a:ext cx="453149" cy="274118"/>
              </a:xfrm>
              <a:custGeom>
                <a:avLst/>
                <a:gdLst/>
                <a:ahLst/>
                <a:cxnLst/>
                <a:rect l="l" t="t" r="r" b="b"/>
                <a:pathLst>
                  <a:path w="23828" h="14414" extrusionOk="0">
                    <a:moveTo>
                      <a:pt x="16465" y="1"/>
                    </a:moveTo>
                    <a:cubicBezTo>
                      <a:pt x="16419" y="1"/>
                      <a:pt x="16373" y="3"/>
                      <a:pt x="16327" y="8"/>
                    </a:cubicBezTo>
                    <a:lnTo>
                      <a:pt x="0" y="694"/>
                    </a:lnTo>
                    <a:lnTo>
                      <a:pt x="13720" y="14414"/>
                    </a:lnTo>
                    <a:lnTo>
                      <a:pt x="22775" y="8560"/>
                    </a:lnTo>
                    <a:cubicBezTo>
                      <a:pt x="23690" y="7965"/>
                      <a:pt x="23827" y="6731"/>
                      <a:pt x="23050" y="5999"/>
                    </a:cubicBezTo>
                    <a:lnTo>
                      <a:pt x="17562" y="511"/>
                    </a:lnTo>
                    <a:cubicBezTo>
                      <a:pt x="17274" y="182"/>
                      <a:pt x="16875" y="1"/>
                      <a:pt x="164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0"/>
              <p:cNvSpPr/>
              <p:nvPr/>
            </p:nvSpPr>
            <p:spPr>
              <a:xfrm>
                <a:off x="3113534" y="3830244"/>
                <a:ext cx="301827" cy="209630"/>
              </a:xfrm>
              <a:custGeom>
                <a:avLst/>
                <a:gdLst/>
                <a:ahLst/>
                <a:cxnLst/>
                <a:rect l="l" t="t" r="r" b="b"/>
                <a:pathLst>
                  <a:path w="15871" h="11023" extrusionOk="0">
                    <a:moveTo>
                      <a:pt x="12532" y="1"/>
                    </a:moveTo>
                    <a:lnTo>
                      <a:pt x="1" y="5306"/>
                    </a:lnTo>
                    <a:lnTo>
                      <a:pt x="5763" y="11023"/>
                    </a:lnTo>
                    <a:lnTo>
                      <a:pt x="14818" y="5169"/>
                    </a:lnTo>
                    <a:cubicBezTo>
                      <a:pt x="15733" y="4574"/>
                      <a:pt x="15870" y="3340"/>
                      <a:pt x="15093" y="2608"/>
                    </a:cubicBezTo>
                    <a:lnTo>
                      <a:pt x="12532" y="1"/>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0"/>
              <p:cNvSpPr/>
              <p:nvPr/>
            </p:nvSpPr>
            <p:spPr>
              <a:xfrm>
                <a:off x="2649963" y="3800691"/>
                <a:ext cx="14815" cy="11315"/>
              </a:xfrm>
              <a:custGeom>
                <a:avLst/>
                <a:gdLst/>
                <a:ahLst/>
                <a:cxnLst/>
                <a:rect l="l" t="t" r="r" b="b"/>
                <a:pathLst>
                  <a:path w="779" h="595" extrusionOk="0">
                    <a:moveTo>
                      <a:pt x="413" y="0"/>
                    </a:moveTo>
                    <a:cubicBezTo>
                      <a:pt x="1" y="0"/>
                      <a:pt x="1" y="595"/>
                      <a:pt x="413" y="595"/>
                    </a:cubicBezTo>
                    <a:cubicBezTo>
                      <a:pt x="778" y="595"/>
                      <a:pt x="778" y="0"/>
                      <a:pt x="413"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0"/>
              <p:cNvSpPr/>
              <p:nvPr/>
            </p:nvSpPr>
            <p:spPr>
              <a:xfrm>
                <a:off x="2473424" y="3645869"/>
                <a:ext cx="14796" cy="10460"/>
              </a:xfrm>
              <a:custGeom>
                <a:avLst/>
                <a:gdLst/>
                <a:ahLst/>
                <a:cxnLst/>
                <a:rect l="l" t="t" r="r" b="b"/>
                <a:pathLst>
                  <a:path w="778" h="550" extrusionOk="0">
                    <a:moveTo>
                      <a:pt x="366" y="1"/>
                    </a:moveTo>
                    <a:cubicBezTo>
                      <a:pt x="0" y="1"/>
                      <a:pt x="0" y="549"/>
                      <a:pt x="366" y="549"/>
                    </a:cubicBezTo>
                    <a:cubicBezTo>
                      <a:pt x="778" y="549"/>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0"/>
              <p:cNvSpPr/>
              <p:nvPr/>
            </p:nvSpPr>
            <p:spPr>
              <a:xfrm>
                <a:off x="2635186" y="4006802"/>
                <a:ext cx="14796" cy="10460"/>
              </a:xfrm>
              <a:custGeom>
                <a:avLst/>
                <a:gdLst/>
                <a:ahLst/>
                <a:cxnLst/>
                <a:rect l="l" t="t" r="r" b="b"/>
                <a:pathLst>
                  <a:path w="778" h="550" extrusionOk="0">
                    <a:moveTo>
                      <a:pt x="366" y="1"/>
                    </a:moveTo>
                    <a:cubicBezTo>
                      <a:pt x="1" y="1"/>
                      <a:pt x="1" y="550"/>
                      <a:pt x="366" y="550"/>
                    </a:cubicBezTo>
                    <a:cubicBezTo>
                      <a:pt x="778" y="550"/>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0"/>
              <p:cNvSpPr/>
              <p:nvPr/>
            </p:nvSpPr>
            <p:spPr>
              <a:xfrm>
                <a:off x="2630831" y="3963328"/>
                <a:ext cx="14815" cy="10441"/>
              </a:xfrm>
              <a:custGeom>
                <a:avLst/>
                <a:gdLst/>
                <a:ahLst/>
                <a:cxnLst/>
                <a:rect l="l" t="t" r="r" b="b"/>
                <a:pathLst>
                  <a:path w="779" h="549"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0"/>
              <p:cNvSpPr/>
              <p:nvPr/>
            </p:nvSpPr>
            <p:spPr>
              <a:xfrm>
                <a:off x="2551700" y="3784164"/>
                <a:ext cx="14796" cy="11315"/>
              </a:xfrm>
              <a:custGeom>
                <a:avLst/>
                <a:gdLst/>
                <a:ahLst/>
                <a:cxnLst/>
                <a:rect l="l" t="t" r="r" b="b"/>
                <a:pathLst>
                  <a:path w="778" h="595" extrusionOk="0">
                    <a:moveTo>
                      <a:pt x="366" y="0"/>
                    </a:moveTo>
                    <a:cubicBezTo>
                      <a:pt x="0" y="0"/>
                      <a:pt x="0"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0"/>
              <p:cNvSpPr/>
              <p:nvPr/>
            </p:nvSpPr>
            <p:spPr>
              <a:xfrm>
                <a:off x="2581272" y="3913750"/>
                <a:ext cx="13921" cy="10460"/>
              </a:xfrm>
              <a:custGeom>
                <a:avLst/>
                <a:gdLst/>
                <a:ahLst/>
                <a:cxnLst/>
                <a:rect l="l" t="t" r="r" b="b"/>
                <a:pathLst>
                  <a:path w="732" h="550"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0"/>
              <p:cNvSpPr/>
              <p:nvPr/>
            </p:nvSpPr>
            <p:spPr>
              <a:xfrm>
                <a:off x="2425576" y="3317114"/>
                <a:ext cx="14815" cy="11315"/>
              </a:xfrm>
              <a:custGeom>
                <a:avLst/>
                <a:gdLst/>
                <a:ahLst/>
                <a:cxnLst/>
                <a:rect l="l" t="t" r="r" b="b"/>
                <a:pathLst>
                  <a:path w="779" h="595" extrusionOk="0">
                    <a:moveTo>
                      <a:pt x="412" y="0"/>
                    </a:moveTo>
                    <a:cubicBezTo>
                      <a:pt x="1" y="0"/>
                      <a:pt x="1" y="595"/>
                      <a:pt x="412" y="595"/>
                    </a:cubicBezTo>
                    <a:cubicBezTo>
                      <a:pt x="778" y="595"/>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0"/>
              <p:cNvSpPr/>
              <p:nvPr/>
            </p:nvSpPr>
            <p:spPr>
              <a:xfrm>
                <a:off x="1902005" y="3759803"/>
                <a:ext cx="14796" cy="10460"/>
              </a:xfrm>
              <a:custGeom>
                <a:avLst/>
                <a:gdLst/>
                <a:ahLst/>
                <a:cxnLst/>
                <a:rect l="l" t="t" r="r" b="b"/>
                <a:pathLst>
                  <a:path w="778" h="550" extrusionOk="0">
                    <a:moveTo>
                      <a:pt x="412" y="1"/>
                    </a:moveTo>
                    <a:cubicBezTo>
                      <a:pt x="0" y="1"/>
                      <a:pt x="0" y="549"/>
                      <a:pt x="412" y="549"/>
                    </a:cubicBezTo>
                    <a:cubicBezTo>
                      <a:pt x="778" y="549"/>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0"/>
              <p:cNvSpPr/>
              <p:nvPr/>
            </p:nvSpPr>
            <p:spPr>
              <a:xfrm>
                <a:off x="1941143" y="3801546"/>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0"/>
              <p:cNvSpPr/>
              <p:nvPr/>
            </p:nvSpPr>
            <p:spPr>
              <a:xfrm>
                <a:off x="2008103" y="3640658"/>
                <a:ext cx="14815" cy="11315"/>
              </a:xfrm>
              <a:custGeom>
                <a:avLst/>
                <a:gdLst/>
                <a:ahLst/>
                <a:cxnLst/>
                <a:rect l="l" t="t" r="r" b="b"/>
                <a:pathLst>
                  <a:path w="779" h="595" extrusionOk="0">
                    <a:moveTo>
                      <a:pt x="367" y="0"/>
                    </a:moveTo>
                    <a:cubicBezTo>
                      <a:pt x="1" y="0"/>
                      <a:pt x="1" y="595"/>
                      <a:pt x="367" y="595"/>
                    </a:cubicBezTo>
                    <a:cubicBezTo>
                      <a:pt x="778" y="595"/>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0"/>
              <p:cNvSpPr/>
              <p:nvPr/>
            </p:nvSpPr>
            <p:spPr>
              <a:xfrm>
                <a:off x="3023961" y="3986796"/>
                <a:ext cx="14796" cy="11334"/>
              </a:xfrm>
              <a:custGeom>
                <a:avLst/>
                <a:gdLst/>
                <a:ahLst/>
                <a:cxnLst/>
                <a:rect l="l" t="t" r="r" b="b"/>
                <a:pathLst>
                  <a:path w="778" h="596" extrusionOk="0">
                    <a:moveTo>
                      <a:pt x="412" y="1"/>
                    </a:moveTo>
                    <a:cubicBezTo>
                      <a:pt x="0" y="1"/>
                      <a:pt x="0" y="596"/>
                      <a:pt x="412" y="596"/>
                    </a:cubicBezTo>
                    <a:cubicBezTo>
                      <a:pt x="778" y="596"/>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0"/>
              <p:cNvSpPr/>
              <p:nvPr/>
            </p:nvSpPr>
            <p:spPr>
              <a:xfrm>
                <a:off x="2690851" y="3566718"/>
                <a:ext cx="14796" cy="10460"/>
              </a:xfrm>
              <a:custGeom>
                <a:avLst/>
                <a:gdLst/>
                <a:ahLst/>
                <a:cxnLst/>
                <a:rect l="l" t="t" r="r" b="b"/>
                <a:pathLst>
                  <a:path w="778" h="550" extrusionOk="0">
                    <a:moveTo>
                      <a:pt x="366" y="1"/>
                    </a:moveTo>
                    <a:cubicBezTo>
                      <a:pt x="0" y="1"/>
                      <a:pt x="0" y="550"/>
                      <a:pt x="366" y="550"/>
                    </a:cubicBezTo>
                    <a:cubicBezTo>
                      <a:pt x="778" y="550"/>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0"/>
              <p:cNvSpPr/>
              <p:nvPr/>
            </p:nvSpPr>
            <p:spPr>
              <a:xfrm>
                <a:off x="2556036" y="3421482"/>
                <a:ext cx="14815" cy="10460"/>
              </a:xfrm>
              <a:custGeom>
                <a:avLst/>
                <a:gdLst/>
                <a:ahLst/>
                <a:cxnLst/>
                <a:rect l="l" t="t" r="r" b="b"/>
                <a:pathLst>
                  <a:path w="779" h="550"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0"/>
              <p:cNvSpPr/>
              <p:nvPr/>
            </p:nvSpPr>
            <p:spPr>
              <a:xfrm>
                <a:off x="2511687" y="4534728"/>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0"/>
              <p:cNvSpPr/>
              <p:nvPr/>
            </p:nvSpPr>
            <p:spPr>
              <a:xfrm>
                <a:off x="2554305" y="4622589"/>
                <a:ext cx="13940" cy="11315"/>
              </a:xfrm>
              <a:custGeom>
                <a:avLst/>
                <a:gdLst/>
                <a:ahLst/>
                <a:cxnLst/>
                <a:rect l="l" t="t" r="r" b="b"/>
                <a:pathLst>
                  <a:path w="733"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0"/>
              <p:cNvSpPr/>
              <p:nvPr/>
            </p:nvSpPr>
            <p:spPr>
              <a:xfrm>
                <a:off x="2503852" y="4719122"/>
                <a:ext cx="14815" cy="10460"/>
              </a:xfrm>
              <a:custGeom>
                <a:avLst/>
                <a:gdLst/>
                <a:ahLst/>
                <a:cxnLst/>
                <a:rect l="l" t="t" r="r" b="b"/>
                <a:pathLst>
                  <a:path w="779" h="550"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0"/>
              <p:cNvSpPr/>
              <p:nvPr/>
            </p:nvSpPr>
            <p:spPr>
              <a:xfrm>
                <a:off x="3227467" y="3969414"/>
                <a:ext cx="14815" cy="10460"/>
              </a:xfrm>
              <a:custGeom>
                <a:avLst/>
                <a:gdLst/>
                <a:ahLst/>
                <a:cxnLst/>
                <a:rect l="l" t="t" r="r" b="b"/>
                <a:pathLst>
                  <a:path w="779" h="550"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0"/>
              <p:cNvSpPr/>
              <p:nvPr/>
            </p:nvSpPr>
            <p:spPr>
              <a:xfrm>
                <a:off x="3339671" y="3928526"/>
                <a:ext cx="14796" cy="11334"/>
              </a:xfrm>
              <a:custGeom>
                <a:avLst/>
                <a:gdLst/>
                <a:ahLst/>
                <a:cxnLst/>
                <a:rect l="l" t="t" r="r" b="b"/>
                <a:pathLst>
                  <a:path w="778" h="596" extrusionOk="0">
                    <a:moveTo>
                      <a:pt x="366" y="1"/>
                    </a:moveTo>
                    <a:cubicBezTo>
                      <a:pt x="0" y="1"/>
                      <a:pt x="0" y="595"/>
                      <a:pt x="366" y="595"/>
                    </a:cubicBezTo>
                    <a:cubicBezTo>
                      <a:pt x="778" y="595"/>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0"/>
              <p:cNvSpPr/>
              <p:nvPr/>
            </p:nvSpPr>
            <p:spPr>
              <a:xfrm>
                <a:off x="2855238" y="4292959"/>
                <a:ext cx="14796" cy="10441"/>
              </a:xfrm>
              <a:custGeom>
                <a:avLst/>
                <a:gdLst/>
                <a:ahLst/>
                <a:cxnLst/>
                <a:rect l="l" t="t" r="r" b="b"/>
                <a:pathLst>
                  <a:path w="778" h="549" extrusionOk="0">
                    <a:moveTo>
                      <a:pt x="366" y="0"/>
                    </a:moveTo>
                    <a:cubicBezTo>
                      <a:pt x="0" y="0"/>
                      <a:pt x="0" y="549"/>
                      <a:pt x="366" y="549"/>
                    </a:cubicBezTo>
                    <a:cubicBezTo>
                      <a:pt x="777" y="549"/>
                      <a:pt x="777"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0"/>
              <p:cNvSpPr/>
              <p:nvPr/>
            </p:nvSpPr>
            <p:spPr>
              <a:xfrm>
                <a:off x="2092484" y="3264055"/>
                <a:ext cx="14796" cy="10460"/>
              </a:xfrm>
              <a:custGeom>
                <a:avLst/>
                <a:gdLst/>
                <a:ahLst/>
                <a:cxnLst/>
                <a:rect l="l" t="t" r="r" b="b"/>
                <a:pathLst>
                  <a:path w="778" h="550" extrusionOk="0">
                    <a:moveTo>
                      <a:pt x="412" y="1"/>
                    </a:moveTo>
                    <a:cubicBezTo>
                      <a:pt x="0" y="1"/>
                      <a:pt x="0" y="549"/>
                      <a:pt x="412" y="549"/>
                    </a:cubicBezTo>
                    <a:cubicBezTo>
                      <a:pt x="777" y="549"/>
                      <a:pt x="777"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0"/>
              <p:cNvSpPr/>
              <p:nvPr/>
            </p:nvSpPr>
            <p:spPr>
              <a:xfrm>
                <a:off x="2473424" y="3498008"/>
                <a:ext cx="13921" cy="10460"/>
              </a:xfrm>
              <a:custGeom>
                <a:avLst/>
                <a:gdLst/>
                <a:ahLst/>
                <a:cxnLst/>
                <a:rect l="l" t="t" r="r" b="b"/>
                <a:pathLst>
                  <a:path w="732" h="550" extrusionOk="0">
                    <a:moveTo>
                      <a:pt x="366" y="1"/>
                    </a:moveTo>
                    <a:cubicBezTo>
                      <a:pt x="0" y="1"/>
                      <a:pt x="0" y="550"/>
                      <a:pt x="366" y="550"/>
                    </a:cubicBezTo>
                    <a:cubicBezTo>
                      <a:pt x="732" y="550"/>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0"/>
              <p:cNvSpPr/>
              <p:nvPr/>
            </p:nvSpPr>
            <p:spPr>
              <a:xfrm>
                <a:off x="2928284" y="4115525"/>
                <a:ext cx="14815" cy="11334"/>
              </a:xfrm>
              <a:custGeom>
                <a:avLst/>
                <a:gdLst/>
                <a:ahLst/>
                <a:cxnLst/>
                <a:rect l="l" t="t" r="r" b="b"/>
                <a:pathLst>
                  <a:path w="779" h="596" extrusionOk="0">
                    <a:moveTo>
                      <a:pt x="366" y="0"/>
                    </a:moveTo>
                    <a:cubicBezTo>
                      <a:pt x="1" y="0"/>
                      <a:pt x="1"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0"/>
              <p:cNvSpPr/>
              <p:nvPr/>
            </p:nvSpPr>
            <p:spPr>
              <a:xfrm>
                <a:off x="2936119" y="4682589"/>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0"/>
              <p:cNvSpPr/>
              <p:nvPr/>
            </p:nvSpPr>
            <p:spPr>
              <a:xfrm>
                <a:off x="3188329" y="4372090"/>
                <a:ext cx="14815" cy="11334"/>
              </a:xfrm>
              <a:custGeom>
                <a:avLst/>
                <a:gdLst/>
                <a:ahLst/>
                <a:cxnLst/>
                <a:rect l="l" t="t" r="r" b="b"/>
                <a:pathLst>
                  <a:path w="779" h="596" extrusionOk="0">
                    <a:moveTo>
                      <a:pt x="367" y="1"/>
                    </a:moveTo>
                    <a:cubicBezTo>
                      <a:pt x="1" y="1"/>
                      <a:pt x="1" y="595"/>
                      <a:pt x="367" y="595"/>
                    </a:cubicBezTo>
                    <a:cubicBezTo>
                      <a:pt x="778" y="595"/>
                      <a:pt x="778"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0"/>
              <p:cNvSpPr/>
              <p:nvPr/>
            </p:nvSpPr>
            <p:spPr>
              <a:xfrm>
                <a:off x="3232697" y="4308610"/>
                <a:ext cx="13921" cy="11315"/>
              </a:xfrm>
              <a:custGeom>
                <a:avLst/>
                <a:gdLst/>
                <a:ahLst/>
                <a:cxnLst/>
                <a:rect l="l" t="t" r="r" b="b"/>
                <a:pathLst>
                  <a:path w="732"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0"/>
              <p:cNvSpPr/>
              <p:nvPr/>
            </p:nvSpPr>
            <p:spPr>
              <a:xfrm>
                <a:off x="3259645" y="4323387"/>
                <a:ext cx="14815" cy="11334"/>
              </a:xfrm>
              <a:custGeom>
                <a:avLst/>
                <a:gdLst/>
                <a:ahLst/>
                <a:cxnLst/>
                <a:rect l="l" t="t" r="r" b="b"/>
                <a:pathLst>
                  <a:path w="779" h="596" extrusionOk="0">
                    <a:moveTo>
                      <a:pt x="413" y="1"/>
                    </a:moveTo>
                    <a:cubicBezTo>
                      <a:pt x="1" y="1"/>
                      <a:pt x="1" y="595"/>
                      <a:pt x="413" y="595"/>
                    </a:cubicBezTo>
                    <a:cubicBezTo>
                      <a:pt x="778" y="595"/>
                      <a:pt x="778" y="1"/>
                      <a:pt x="413"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0"/>
              <p:cNvSpPr/>
              <p:nvPr/>
            </p:nvSpPr>
            <p:spPr>
              <a:xfrm>
                <a:off x="1739367" y="3136714"/>
                <a:ext cx="1694250" cy="1672228"/>
              </a:xfrm>
              <a:custGeom>
                <a:avLst/>
                <a:gdLst/>
                <a:ahLst/>
                <a:cxnLst/>
                <a:rect l="l" t="t" r="r" b="b"/>
                <a:pathLst>
                  <a:path w="89089" h="87931" extrusionOk="0">
                    <a:moveTo>
                      <a:pt x="46831" y="16712"/>
                    </a:moveTo>
                    <a:lnTo>
                      <a:pt x="47471" y="17398"/>
                    </a:lnTo>
                    <a:cubicBezTo>
                      <a:pt x="47426" y="17810"/>
                      <a:pt x="47380" y="18221"/>
                      <a:pt x="47334" y="18679"/>
                    </a:cubicBezTo>
                    <a:cubicBezTo>
                      <a:pt x="47334" y="18770"/>
                      <a:pt x="47380" y="18862"/>
                      <a:pt x="47517" y="18907"/>
                    </a:cubicBezTo>
                    <a:cubicBezTo>
                      <a:pt x="47243" y="18907"/>
                      <a:pt x="46968" y="18907"/>
                      <a:pt x="46740" y="18862"/>
                    </a:cubicBezTo>
                    <a:cubicBezTo>
                      <a:pt x="46648" y="18130"/>
                      <a:pt x="46694" y="17444"/>
                      <a:pt x="46831" y="16712"/>
                    </a:cubicBezTo>
                    <a:close/>
                    <a:moveTo>
                      <a:pt x="47883" y="17810"/>
                    </a:moveTo>
                    <a:lnTo>
                      <a:pt x="48752" y="18679"/>
                    </a:lnTo>
                    <a:cubicBezTo>
                      <a:pt x="48386" y="18770"/>
                      <a:pt x="48020" y="18862"/>
                      <a:pt x="47654" y="18907"/>
                    </a:cubicBezTo>
                    <a:cubicBezTo>
                      <a:pt x="47746" y="18862"/>
                      <a:pt x="47837" y="18770"/>
                      <a:pt x="47837" y="18679"/>
                    </a:cubicBezTo>
                    <a:lnTo>
                      <a:pt x="47883" y="17810"/>
                    </a:lnTo>
                    <a:close/>
                    <a:moveTo>
                      <a:pt x="50307" y="20234"/>
                    </a:moveTo>
                    <a:lnTo>
                      <a:pt x="51404" y="21331"/>
                    </a:lnTo>
                    <a:cubicBezTo>
                      <a:pt x="50810" y="21240"/>
                      <a:pt x="50215" y="20965"/>
                      <a:pt x="49758" y="20508"/>
                    </a:cubicBezTo>
                    <a:cubicBezTo>
                      <a:pt x="49941" y="20462"/>
                      <a:pt x="50078" y="20417"/>
                      <a:pt x="50215" y="20371"/>
                    </a:cubicBezTo>
                    <a:cubicBezTo>
                      <a:pt x="50261" y="20325"/>
                      <a:pt x="50307" y="20279"/>
                      <a:pt x="50307" y="20234"/>
                    </a:cubicBezTo>
                    <a:close/>
                    <a:moveTo>
                      <a:pt x="23676" y="955"/>
                    </a:moveTo>
                    <a:cubicBezTo>
                      <a:pt x="23985" y="955"/>
                      <a:pt x="24294" y="963"/>
                      <a:pt x="24605" y="980"/>
                    </a:cubicBezTo>
                    <a:cubicBezTo>
                      <a:pt x="29544" y="1254"/>
                      <a:pt x="33523" y="3907"/>
                      <a:pt x="37044" y="7062"/>
                    </a:cubicBezTo>
                    <a:cubicBezTo>
                      <a:pt x="26800" y="16438"/>
                      <a:pt x="16922" y="26133"/>
                      <a:pt x="7409" y="36240"/>
                    </a:cubicBezTo>
                    <a:cubicBezTo>
                      <a:pt x="5580" y="33999"/>
                      <a:pt x="4116" y="31530"/>
                      <a:pt x="3064" y="28877"/>
                    </a:cubicBezTo>
                    <a:cubicBezTo>
                      <a:pt x="1647" y="25493"/>
                      <a:pt x="1372" y="21789"/>
                      <a:pt x="2196" y="18221"/>
                    </a:cubicBezTo>
                    <a:cubicBezTo>
                      <a:pt x="3293" y="14105"/>
                      <a:pt x="6083" y="10721"/>
                      <a:pt x="8918" y="7657"/>
                    </a:cubicBezTo>
                    <a:cubicBezTo>
                      <a:pt x="8964" y="7611"/>
                      <a:pt x="9010" y="7520"/>
                      <a:pt x="9056" y="7474"/>
                    </a:cubicBezTo>
                    <a:cubicBezTo>
                      <a:pt x="12953" y="3620"/>
                      <a:pt x="18163" y="955"/>
                      <a:pt x="23676" y="955"/>
                    </a:cubicBezTo>
                    <a:close/>
                    <a:moveTo>
                      <a:pt x="68737" y="38756"/>
                    </a:moveTo>
                    <a:cubicBezTo>
                      <a:pt x="68920" y="38893"/>
                      <a:pt x="69057" y="39076"/>
                      <a:pt x="69240" y="39213"/>
                    </a:cubicBezTo>
                    <a:lnTo>
                      <a:pt x="68554" y="39213"/>
                    </a:lnTo>
                    <a:cubicBezTo>
                      <a:pt x="68280" y="39259"/>
                      <a:pt x="68280" y="39670"/>
                      <a:pt x="68554" y="39716"/>
                    </a:cubicBezTo>
                    <a:lnTo>
                      <a:pt x="69561" y="39716"/>
                    </a:lnTo>
                    <a:cubicBezTo>
                      <a:pt x="69606" y="39716"/>
                      <a:pt x="69652" y="39670"/>
                      <a:pt x="69698" y="39670"/>
                    </a:cubicBezTo>
                    <a:lnTo>
                      <a:pt x="70247" y="40219"/>
                    </a:lnTo>
                    <a:cubicBezTo>
                      <a:pt x="70004" y="40284"/>
                      <a:pt x="69755" y="40314"/>
                      <a:pt x="69506" y="40314"/>
                    </a:cubicBezTo>
                    <a:cubicBezTo>
                      <a:pt x="69054" y="40314"/>
                      <a:pt x="68602" y="40213"/>
                      <a:pt x="68189" y="40036"/>
                    </a:cubicBezTo>
                    <a:cubicBezTo>
                      <a:pt x="68166" y="40013"/>
                      <a:pt x="68143" y="40002"/>
                      <a:pt x="68120" y="40002"/>
                    </a:cubicBezTo>
                    <a:cubicBezTo>
                      <a:pt x="68097" y="40002"/>
                      <a:pt x="68074" y="40013"/>
                      <a:pt x="68051" y="40036"/>
                    </a:cubicBezTo>
                    <a:cubicBezTo>
                      <a:pt x="68097" y="39533"/>
                      <a:pt x="68371" y="39076"/>
                      <a:pt x="68737" y="38756"/>
                    </a:cubicBezTo>
                    <a:close/>
                    <a:moveTo>
                      <a:pt x="75003" y="40631"/>
                    </a:moveTo>
                    <a:cubicBezTo>
                      <a:pt x="75872" y="41134"/>
                      <a:pt x="76649" y="41774"/>
                      <a:pt x="77289" y="42597"/>
                    </a:cubicBezTo>
                    <a:lnTo>
                      <a:pt x="76192" y="42597"/>
                    </a:lnTo>
                    <a:cubicBezTo>
                      <a:pt x="76192" y="42552"/>
                      <a:pt x="76192" y="42506"/>
                      <a:pt x="76146" y="42460"/>
                    </a:cubicBezTo>
                    <a:cubicBezTo>
                      <a:pt x="75689" y="41820"/>
                      <a:pt x="75094" y="41317"/>
                      <a:pt x="74454" y="40951"/>
                    </a:cubicBezTo>
                    <a:lnTo>
                      <a:pt x="75003" y="40631"/>
                    </a:lnTo>
                    <a:close/>
                    <a:moveTo>
                      <a:pt x="73905" y="41180"/>
                    </a:moveTo>
                    <a:cubicBezTo>
                      <a:pt x="74591" y="41545"/>
                      <a:pt x="75140" y="42048"/>
                      <a:pt x="75643" y="42643"/>
                    </a:cubicBezTo>
                    <a:cubicBezTo>
                      <a:pt x="75186" y="42643"/>
                      <a:pt x="74774" y="42734"/>
                      <a:pt x="74363" y="42780"/>
                    </a:cubicBezTo>
                    <a:cubicBezTo>
                      <a:pt x="74271" y="42780"/>
                      <a:pt x="74225" y="42826"/>
                      <a:pt x="74225" y="42872"/>
                    </a:cubicBezTo>
                    <a:lnTo>
                      <a:pt x="72945" y="41591"/>
                    </a:lnTo>
                    <a:cubicBezTo>
                      <a:pt x="73265" y="41454"/>
                      <a:pt x="73585" y="41317"/>
                      <a:pt x="73905" y="41180"/>
                    </a:cubicBezTo>
                    <a:close/>
                    <a:moveTo>
                      <a:pt x="77478" y="33266"/>
                    </a:moveTo>
                    <a:cubicBezTo>
                      <a:pt x="79231" y="33266"/>
                      <a:pt x="80921" y="33544"/>
                      <a:pt x="82137" y="34594"/>
                    </a:cubicBezTo>
                    <a:cubicBezTo>
                      <a:pt x="83143" y="35463"/>
                      <a:pt x="84012" y="36560"/>
                      <a:pt x="84881" y="37521"/>
                    </a:cubicBezTo>
                    <a:cubicBezTo>
                      <a:pt x="86162" y="38847"/>
                      <a:pt x="87808" y="39945"/>
                      <a:pt x="85979" y="41866"/>
                    </a:cubicBezTo>
                    <a:cubicBezTo>
                      <a:pt x="85156" y="42734"/>
                      <a:pt x="83829" y="43375"/>
                      <a:pt x="82823" y="44015"/>
                    </a:cubicBezTo>
                    <a:cubicBezTo>
                      <a:pt x="82549" y="43878"/>
                      <a:pt x="82274" y="43741"/>
                      <a:pt x="82000" y="43649"/>
                    </a:cubicBezTo>
                    <a:cubicBezTo>
                      <a:pt x="82503" y="43238"/>
                      <a:pt x="83006" y="42872"/>
                      <a:pt x="83509" y="42552"/>
                    </a:cubicBezTo>
                    <a:cubicBezTo>
                      <a:pt x="83745" y="42433"/>
                      <a:pt x="83609" y="42112"/>
                      <a:pt x="83391" y="42112"/>
                    </a:cubicBezTo>
                    <a:cubicBezTo>
                      <a:pt x="83356" y="42112"/>
                      <a:pt x="83319" y="42121"/>
                      <a:pt x="83280" y="42140"/>
                    </a:cubicBezTo>
                    <a:cubicBezTo>
                      <a:pt x="82640" y="42506"/>
                      <a:pt x="82046" y="42963"/>
                      <a:pt x="81497" y="43466"/>
                    </a:cubicBezTo>
                    <a:cubicBezTo>
                      <a:pt x="81268" y="43375"/>
                      <a:pt x="81040" y="43283"/>
                      <a:pt x="80857" y="43238"/>
                    </a:cubicBezTo>
                    <a:cubicBezTo>
                      <a:pt x="80994" y="42963"/>
                      <a:pt x="81131" y="42734"/>
                      <a:pt x="81314" y="42552"/>
                    </a:cubicBezTo>
                    <a:cubicBezTo>
                      <a:pt x="81405" y="42506"/>
                      <a:pt x="81497" y="42414"/>
                      <a:pt x="81497" y="42323"/>
                    </a:cubicBezTo>
                    <a:cubicBezTo>
                      <a:pt x="81954" y="41866"/>
                      <a:pt x="82457" y="41500"/>
                      <a:pt x="83052" y="41225"/>
                    </a:cubicBezTo>
                    <a:cubicBezTo>
                      <a:pt x="83288" y="41107"/>
                      <a:pt x="83152" y="40786"/>
                      <a:pt x="82905" y="40786"/>
                    </a:cubicBezTo>
                    <a:cubicBezTo>
                      <a:pt x="82865" y="40786"/>
                      <a:pt x="82822" y="40794"/>
                      <a:pt x="82777" y="40814"/>
                    </a:cubicBezTo>
                    <a:cubicBezTo>
                      <a:pt x="82503" y="40951"/>
                      <a:pt x="82274" y="41088"/>
                      <a:pt x="82000" y="41271"/>
                    </a:cubicBezTo>
                    <a:cubicBezTo>
                      <a:pt x="81954" y="41225"/>
                      <a:pt x="81908" y="41180"/>
                      <a:pt x="81863" y="41134"/>
                    </a:cubicBezTo>
                    <a:lnTo>
                      <a:pt x="80582" y="40768"/>
                    </a:lnTo>
                    <a:cubicBezTo>
                      <a:pt x="80553" y="40760"/>
                      <a:pt x="80526" y="40756"/>
                      <a:pt x="80501" y="40756"/>
                    </a:cubicBezTo>
                    <a:cubicBezTo>
                      <a:pt x="80249" y="40756"/>
                      <a:pt x="80195" y="41142"/>
                      <a:pt x="80445" y="41225"/>
                    </a:cubicBezTo>
                    <a:lnTo>
                      <a:pt x="81588" y="41591"/>
                    </a:lnTo>
                    <a:cubicBezTo>
                      <a:pt x="81451" y="41683"/>
                      <a:pt x="81314" y="41866"/>
                      <a:pt x="81177" y="42003"/>
                    </a:cubicBezTo>
                    <a:cubicBezTo>
                      <a:pt x="80355" y="41715"/>
                      <a:pt x="79497" y="41538"/>
                      <a:pt x="78668" y="41538"/>
                    </a:cubicBezTo>
                    <a:cubicBezTo>
                      <a:pt x="78574" y="41538"/>
                      <a:pt x="78480" y="41541"/>
                      <a:pt x="78387" y="41545"/>
                    </a:cubicBezTo>
                    <a:cubicBezTo>
                      <a:pt x="78067" y="41545"/>
                      <a:pt x="78067" y="42003"/>
                      <a:pt x="78387" y="42003"/>
                    </a:cubicBezTo>
                    <a:cubicBezTo>
                      <a:pt x="79210" y="42003"/>
                      <a:pt x="80033" y="42140"/>
                      <a:pt x="80811" y="42369"/>
                    </a:cubicBezTo>
                    <a:cubicBezTo>
                      <a:pt x="80628" y="42597"/>
                      <a:pt x="80491" y="42826"/>
                      <a:pt x="80354" y="43100"/>
                    </a:cubicBezTo>
                    <a:cubicBezTo>
                      <a:pt x="79485" y="42826"/>
                      <a:pt x="78570" y="42689"/>
                      <a:pt x="77655" y="42643"/>
                    </a:cubicBezTo>
                    <a:cubicBezTo>
                      <a:pt x="77747" y="42552"/>
                      <a:pt x="77747" y="42414"/>
                      <a:pt x="77655" y="42323"/>
                    </a:cubicBezTo>
                    <a:cubicBezTo>
                      <a:pt x="77015" y="41454"/>
                      <a:pt x="76192" y="40768"/>
                      <a:pt x="75231" y="40219"/>
                    </a:cubicBezTo>
                    <a:cubicBezTo>
                      <a:pt x="75186" y="40173"/>
                      <a:pt x="75140" y="40173"/>
                      <a:pt x="75094" y="40173"/>
                    </a:cubicBezTo>
                    <a:cubicBezTo>
                      <a:pt x="75049" y="40151"/>
                      <a:pt x="75003" y="40139"/>
                      <a:pt x="74957" y="40139"/>
                    </a:cubicBezTo>
                    <a:cubicBezTo>
                      <a:pt x="74911" y="40139"/>
                      <a:pt x="74866" y="40151"/>
                      <a:pt x="74820" y="40173"/>
                    </a:cubicBezTo>
                    <a:cubicBezTo>
                      <a:pt x="74088" y="40631"/>
                      <a:pt x="73356" y="40951"/>
                      <a:pt x="72533" y="41225"/>
                    </a:cubicBezTo>
                    <a:lnTo>
                      <a:pt x="65627" y="34228"/>
                    </a:lnTo>
                    <a:cubicBezTo>
                      <a:pt x="68006" y="33954"/>
                      <a:pt x="70429" y="33771"/>
                      <a:pt x="72808" y="33588"/>
                    </a:cubicBezTo>
                    <a:cubicBezTo>
                      <a:pt x="74208" y="33500"/>
                      <a:pt x="75870" y="33266"/>
                      <a:pt x="77478" y="33266"/>
                    </a:cubicBezTo>
                    <a:close/>
                    <a:moveTo>
                      <a:pt x="73768" y="43741"/>
                    </a:moveTo>
                    <a:lnTo>
                      <a:pt x="73951" y="43969"/>
                    </a:lnTo>
                    <a:cubicBezTo>
                      <a:pt x="74134" y="44152"/>
                      <a:pt x="74317" y="44335"/>
                      <a:pt x="74500" y="44472"/>
                    </a:cubicBezTo>
                    <a:cubicBezTo>
                      <a:pt x="74454" y="44472"/>
                      <a:pt x="74454" y="44518"/>
                      <a:pt x="74454" y="44518"/>
                    </a:cubicBezTo>
                    <a:cubicBezTo>
                      <a:pt x="74317" y="44930"/>
                      <a:pt x="74225" y="45341"/>
                      <a:pt x="74134" y="45753"/>
                    </a:cubicBezTo>
                    <a:cubicBezTo>
                      <a:pt x="73951" y="45113"/>
                      <a:pt x="73859" y="44427"/>
                      <a:pt x="73768" y="43741"/>
                    </a:cubicBezTo>
                    <a:close/>
                    <a:moveTo>
                      <a:pt x="76674" y="43074"/>
                    </a:moveTo>
                    <a:cubicBezTo>
                      <a:pt x="78607" y="43074"/>
                      <a:pt x="80538" y="43494"/>
                      <a:pt x="82320" y="44335"/>
                    </a:cubicBezTo>
                    <a:lnTo>
                      <a:pt x="81817" y="44655"/>
                    </a:lnTo>
                    <a:cubicBezTo>
                      <a:pt x="81222" y="44335"/>
                      <a:pt x="80582" y="44152"/>
                      <a:pt x="79896" y="44106"/>
                    </a:cubicBezTo>
                    <a:cubicBezTo>
                      <a:pt x="79882" y="44104"/>
                      <a:pt x="79869" y="44103"/>
                      <a:pt x="79857" y="44103"/>
                    </a:cubicBezTo>
                    <a:cubicBezTo>
                      <a:pt x="79581" y="44103"/>
                      <a:pt x="79634" y="44564"/>
                      <a:pt x="79896" y="44564"/>
                    </a:cubicBezTo>
                    <a:cubicBezTo>
                      <a:pt x="80399" y="44610"/>
                      <a:pt x="80902" y="44747"/>
                      <a:pt x="81360" y="44975"/>
                    </a:cubicBezTo>
                    <a:lnTo>
                      <a:pt x="78387" y="46942"/>
                    </a:lnTo>
                    <a:lnTo>
                      <a:pt x="78341" y="46942"/>
                    </a:lnTo>
                    <a:lnTo>
                      <a:pt x="78341" y="46988"/>
                    </a:lnTo>
                    <a:cubicBezTo>
                      <a:pt x="77930" y="46439"/>
                      <a:pt x="77472" y="45936"/>
                      <a:pt x="76969" y="45478"/>
                    </a:cubicBezTo>
                    <a:cubicBezTo>
                      <a:pt x="77339" y="45408"/>
                      <a:pt x="77723" y="45371"/>
                      <a:pt x="78109" y="45371"/>
                    </a:cubicBezTo>
                    <a:cubicBezTo>
                      <a:pt x="78726" y="45371"/>
                      <a:pt x="79351" y="45465"/>
                      <a:pt x="79942" y="45661"/>
                    </a:cubicBezTo>
                    <a:cubicBezTo>
                      <a:pt x="79965" y="45669"/>
                      <a:pt x="79987" y="45672"/>
                      <a:pt x="80007" y="45672"/>
                    </a:cubicBezTo>
                    <a:cubicBezTo>
                      <a:pt x="80236" y="45672"/>
                      <a:pt x="80327" y="45246"/>
                      <a:pt x="80033" y="45204"/>
                    </a:cubicBezTo>
                    <a:cubicBezTo>
                      <a:pt x="79351" y="44986"/>
                      <a:pt x="78652" y="44881"/>
                      <a:pt x="77947" y="44881"/>
                    </a:cubicBezTo>
                    <a:cubicBezTo>
                      <a:pt x="77471" y="44881"/>
                      <a:pt x="76991" y="44929"/>
                      <a:pt x="76512" y="45021"/>
                    </a:cubicBezTo>
                    <a:cubicBezTo>
                      <a:pt x="76283" y="44792"/>
                      <a:pt x="76009" y="44564"/>
                      <a:pt x="75780" y="44381"/>
                    </a:cubicBezTo>
                    <a:cubicBezTo>
                      <a:pt x="76375" y="44289"/>
                      <a:pt x="76969" y="44244"/>
                      <a:pt x="77610" y="44244"/>
                    </a:cubicBezTo>
                    <a:cubicBezTo>
                      <a:pt x="77884" y="44244"/>
                      <a:pt x="77884" y="43741"/>
                      <a:pt x="77610" y="43741"/>
                    </a:cubicBezTo>
                    <a:cubicBezTo>
                      <a:pt x="76832" y="43786"/>
                      <a:pt x="76055" y="43832"/>
                      <a:pt x="75323" y="43924"/>
                    </a:cubicBezTo>
                    <a:cubicBezTo>
                      <a:pt x="75049" y="43695"/>
                      <a:pt x="74866" y="43512"/>
                      <a:pt x="74637" y="43283"/>
                    </a:cubicBezTo>
                    <a:lnTo>
                      <a:pt x="74591" y="43238"/>
                    </a:lnTo>
                    <a:cubicBezTo>
                      <a:pt x="75281" y="43129"/>
                      <a:pt x="75978" y="43074"/>
                      <a:pt x="76674" y="43074"/>
                    </a:cubicBezTo>
                    <a:close/>
                    <a:moveTo>
                      <a:pt x="76603" y="46530"/>
                    </a:moveTo>
                    <a:cubicBezTo>
                      <a:pt x="76878" y="46850"/>
                      <a:pt x="77152" y="47171"/>
                      <a:pt x="77472" y="47491"/>
                    </a:cubicBezTo>
                    <a:cubicBezTo>
                      <a:pt x="77157" y="48574"/>
                      <a:pt x="77108" y="49701"/>
                      <a:pt x="77282" y="50829"/>
                    </a:cubicBezTo>
                    <a:lnTo>
                      <a:pt x="77282" y="50829"/>
                    </a:lnTo>
                    <a:cubicBezTo>
                      <a:pt x="77056" y="50829"/>
                      <a:pt x="76830" y="50830"/>
                      <a:pt x="76603" y="50875"/>
                    </a:cubicBezTo>
                    <a:cubicBezTo>
                      <a:pt x="75826" y="49549"/>
                      <a:pt x="75826" y="47857"/>
                      <a:pt x="76603" y="46530"/>
                    </a:cubicBezTo>
                    <a:close/>
                    <a:moveTo>
                      <a:pt x="77838" y="47994"/>
                    </a:moveTo>
                    <a:cubicBezTo>
                      <a:pt x="78524" y="48771"/>
                      <a:pt x="78890" y="49823"/>
                      <a:pt x="78799" y="50921"/>
                    </a:cubicBezTo>
                    <a:lnTo>
                      <a:pt x="78707" y="50921"/>
                    </a:lnTo>
                    <a:cubicBezTo>
                      <a:pt x="78387" y="50921"/>
                      <a:pt x="78113" y="50875"/>
                      <a:pt x="77792" y="50875"/>
                    </a:cubicBezTo>
                    <a:cubicBezTo>
                      <a:pt x="77610" y="49915"/>
                      <a:pt x="77610" y="48954"/>
                      <a:pt x="77838" y="47994"/>
                    </a:cubicBezTo>
                    <a:close/>
                    <a:moveTo>
                      <a:pt x="75003" y="44975"/>
                    </a:moveTo>
                    <a:cubicBezTo>
                      <a:pt x="75414" y="45341"/>
                      <a:pt x="75826" y="45753"/>
                      <a:pt x="76238" y="46164"/>
                    </a:cubicBezTo>
                    <a:cubicBezTo>
                      <a:pt x="75323" y="47628"/>
                      <a:pt x="75277" y="49412"/>
                      <a:pt x="76055" y="50921"/>
                    </a:cubicBezTo>
                    <a:cubicBezTo>
                      <a:pt x="75689" y="50966"/>
                      <a:pt x="75323" y="51058"/>
                      <a:pt x="74911" y="51104"/>
                    </a:cubicBezTo>
                    <a:cubicBezTo>
                      <a:pt x="75171" y="51017"/>
                      <a:pt x="75062" y="50643"/>
                      <a:pt x="74816" y="50643"/>
                    </a:cubicBezTo>
                    <a:cubicBezTo>
                      <a:pt x="74802" y="50643"/>
                      <a:pt x="74788" y="50644"/>
                      <a:pt x="74774" y="50646"/>
                    </a:cubicBezTo>
                    <a:cubicBezTo>
                      <a:pt x="74772" y="50647"/>
                      <a:pt x="74770" y="50647"/>
                      <a:pt x="74767" y="50647"/>
                    </a:cubicBezTo>
                    <a:cubicBezTo>
                      <a:pt x="74497" y="50647"/>
                      <a:pt x="74317" y="47900"/>
                      <a:pt x="74363" y="47628"/>
                    </a:cubicBezTo>
                    <a:cubicBezTo>
                      <a:pt x="74363" y="46759"/>
                      <a:pt x="74545" y="45890"/>
                      <a:pt x="74820" y="45067"/>
                    </a:cubicBezTo>
                    <a:cubicBezTo>
                      <a:pt x="74866" y="45067"/>
                      <a:pt x="74957" y="45021"/>
                      <a:pt x="75003" y="44975"/>
                    </a:cubicBezTo>
                    <a:close/>
                    <a:moveTo>
                      <a:pt x="73951" y="48588"/>
                    </a:moveTo>
                    <a:lnTo>
                      <a:pt x="73951" y="48588"/>
                    </a:lnTo>
                    <a:cubicBezTo>
                      <a:pt x="73905" y="48680"/>
                      <a:pt x="73905" y="48771"/>
                      <a:pt x="73951" y="48908"/>
                    </a:cubicBezTo>
                    <a:lnTo>
                      <a:pt x="73951" y="48863"/>
                    </a:lnTo>
                    <a:cubicBezTo>
                      <a:pt x="73996" y="49450"/>
                      <a:pt x="74041" y="51150"/>
                      <a:pt x="74834" y="51150"/>
                    </a:cubicBezTo>
                    <a:cubicBezTo>
                      <a:pt x="74844" y="51150"/>
                      <a:pt x="74855" y="51150"/>
                      <a:pt x="74866" y="51149"/>
                    </a:cubicBezTo>
                    <a:lnTo>
                      <a:pt x="74866" y="51149"/>
                    </a:lnTo>
                    <a:lnTo>
                      <a:pt x="74408" y="51241"/>
                    </a:lnTo>
                    <a:lnTo>
                      <a:pt x="74088" y="50875"/>
                    </a:lnTo>
                    <a:lnTo>
                      <a:pt x="72350" y="49183"/>
                    </a:lnTo>
                    <a:cubicBezTo>
                      <a:pt x="72762" y="48863"/>
                      <a:pt x="73265" y="48680"/>
                      <a:pt x="73768" y="48634"/>
                    </a:cubicBezTo>
                    <a:cubicBezTo>
                      <a:pt x="73814" y="48634"/>
                      <a:pt x="73905" y="48634"/>
                      <a:pt x="73951" y="48588"/>
                    </a:cubicBezTo>
                    <a:close/>
                    <a:moveTo>
                      <a:pt x="77655" y="51344"/>
                    </a:moveTo>
                    <a:cubicBezTo>
                      <a:pt x="78010" y="51344"/>
                      <a:pt x="78364" y="51355"/>
                      <a:pt x="78707" y="51378"/>
                    </a:cubicBezTo>
                    <a:cubicBezTo>
                      <a:pt x="78661" y="51607"/>
                      <a:pt x="78570" y="51881"/>
                      <a:pt x="78433" y="52110"/>
                    </a:cubicBezTo>
                    <a:cubicBezTo>
                      <a:pt x="78395" y="51997"/>
                      <a:pt x="78327" y="51915"/>
                      <a:pt x="78227" y="51915"/>
                    </a:cubicBezTo>
                    <a:cubicBezTo>
                      <a:pt x="78206" y="51915"/>
                      <a:pt x="78183" y="51919"/>
                      <a:pt x="78158" y="51927"/>
                    </a:cubicBezTo>
                    <a:cubicBezTo>
                      <a:pt x="77198" y="52064"/>
                      <a:pt x="76238" y="52155"/>
                      <a:pt x="75277" y="52201"/>
                    </a:cubicBezTo>
                    <a:cubicBezTo>
                      <a:pt x="75140" y="52018"/>
                      <a:pt x="75003" y="51835"/>
                      <a:pt x="74820" y="51607"/>
                    </a:cubicBezTo>
                    <a:cubicBezTo>
                      <a:pt x="75323" y="51515"/>
                      <a:pt x="75872" y="51424"/>
                      <a:pt x="76421" y="51378"/>
                    </a:cubicBezTo>
                    <a:lnTo>
                      <a:pt x="76603" y="51378"/>
                    </a:lnTo>
                    <a:cubicBezTo>
                      <a:pt x="76946" y="51355"/>
                      <a:pt x="77301" y="51344"/>
                      <a:pt x="77655" y="51344"/>
                    </a:cubicBezTo>
                    <a:close/>
                    <a:moveTo>
                      <a:pt x="78296" y="52384"/>
                    </a:moveTo>
                    <a:cubicBezTo>
                      <a:pt x="78158" y="52659"/>
                      <a:pt x="77975" y="52933"/>
                      <a:pt x="77792" y="53207"/>
                    </a:cubicBezTo>
                    <a:cubicBezTo>
                      <a:pt x="77758" y="53104"/>
                      <a:pt x="77698" y="53053"/>
                      <a:pt x="77612" y="53053"/>
                    </a:cubicBezTo>
                    <a:cubicBezTo>
                      <a:pt x="77584" y="53053"/>
                      <a:pt x="77552" y="53059"/>
                      <a:pt x="77518" y="53070"/>
                    </a:cubicBezTo>
                    <a:lnTo>
                      <a:pt x="77564" y="53070"/>
                    </a:lnTo>
                    <a:lnTo>
                      <a:pt x="76009" y="53482"/>
                    </a:lnTo>
                    <a:cubicBezTo>
                      <a:pt x="75917" y="53207"/>
                      <a:pt x="75735" y="52933"/>
                      <a:pt x="75597" y="52659"/>
                    </a:cubicBezTo>
                    <a:cubicBezTo>
                      <a:pt x="76466" y="52613"/>
                      <a:pt x="77381" y="52521"/>
                      <a:pt x="78250" y="52384"/>
                    </a:cubicBezTo>
                    <a:close/>
                    <a:moveTo>
                      <a:pt x="77518" y="53573"/>
                    </a:moveTo>
                    <a:cubicBezTo>
                      <a:pt x="77289" y="53848"/>
                      <a:pt x="77106" y="54076"/>
                      <a:pt x="76878" y="54305"/>
                    </a:cubicBezTo>
                    <a:cubicBezTo>
                      <a:pt x="76649" y="54579"/>
                      <a:pt x="76466" y="54717"/>
                      <a:pt x="76283" y="54945"/>
                    </a:cubicBezTo>
                    <a:cubicBezTo>
                      <a:pt x="76283" y="54579"/>
                      <a:pt x="76238" y="54259"/>
                      <a:pt x="76146" y="53939"/>
                    </a:cubicBezTo>
                    <a:lnTo>
                      <a:pt x="77518" y="53573"/>
                    </a:lnTo>
                    <a:close/>
                    <a:moveTo>
                      <a:pt x="75872" y="56775"/>
                    </a:moveTo>
                    <a:cubicBezTo>
                      <a:pt x="79576" y="58467"/>
                      <a:pt x="83280" y="60205"/>
                      <a:pt x="86939" y="61988"/>
                    </a:cubicBezTo>
                    <a:lnTo>
                      <a:pt x="84058" y="64732"/>
                    </a:lnTo>
                    <a:cubicBezTo>
                      <a:pt x="84058" y="64686"/>
                      <a:pt x="84012" y="64641"/>
                      <a:pt x="83966" y="64595"/>
                    </a:cubicBezTo>
                    <a:lnTo>
                      <a:pt x="82000" y="63452"/>
                    </a:lnTo>
                    <a:cubicBezTo>
                      <a:pt x="81967" y="63441"/>
                      <a:pt x="81935" y="63436"/>
                      <a:pt x="81905" y="63436"/>
                    </a:cubicBezTo>
                    <a:cubicBezTo>
                      <a:pt x="81687" y="63436"/>
                      <a:pt x="81570" y="63702"/>
                      <a:pt x="81771" y="63863"/>
                    </a:cubicBezTo>
                    <a:lnTo>
                      <a:pt x="83738" y="65007"/>
                    </a:lnTo>
                    <a:lnTo>
                      <a:pt x="83784" y="65007"/>
                    </a:lnTo>
                    <a:lnTo>
                      <a:pt x="80948" y="67751"/>
                    </a:lnTo>
                    <a:cubicBezTo>
                      <a:pt x="80902" y="67705"/>
                      <a:pt x="80857" y="67659"/>
                      <a:pt x="80857" y="67659"/>
                    </a:cubicBezTo>
                    <a:lnTo>
                      <a:pt x="77838" y="65693"/>
                    </a:lnTo>
                    <a:cubicBezTo>
                      <a:pt x="77800" y="65673"/>
                      <a:pt x="77762" y="65665"/>
                      <a:pt x="77727" y="65665"/>
                    </a:cubicBezTo>
                    <a:cubicBezTo>
                      <a:pt x="77510" y="65665"/>
                      <a:pt x="77373" y="65986"/>
                      <a:pt x="77610" y="66104"/>
                    </a:cubicBezTo>
                    <a:lnTo>
                      <a:pt x="80582" y="68071"/>
                    </a:lnTo>
                    <a:lnTo>
                      <a:pt x="77930" y="70632"/>
                    </a:lnTo>
                    <a:lnTo>
                      <a:pt x="76558" y="69488"/>
                    </a:lnTo>
                    <a:cubicBezTo>
                      <a:pt x="76500" y="69450"/>
                      <a:pt x="76441" y="69434"/>
                      <a:pt x="76384" y="69434"/>
                    </a:cubicBezTo>
                    <a:cubicBezTo>
                      <a:pt x="76173" y="69434"/>
                      <a:pt x="76011" y="69664"/>
                      <a:pt x="76192" y="69809"/>
                    </a:cubicBezTo>
                    <a:lnTo>
                      <a:pt x="77610" y="70952"/>
                    </a:lnTo>
                    <a:lnTo>
                      <a:pt x="74591" y="73879"/>
                    </a:lnTo>
                    <a:lnTo>
                      <a:pt x="66817" y="65875"/>
                    </a:lnTo>
                    <a:lnTo>
                      <a:pt x="68783" y="63817"/>
                    </a:lnTo>
                    <a:cubicBezTo>
                      <a:pt x="70292" y="65007"/>
                      <a:pt x="71756" y="66196"/>
                      <a:pt x="73219" y="67430"/>
                    </a:cubicBezTo>
                    <a:cubicBezTo>
                      <a:pt x="73267" y="67468"/>
                      <a:pt x="73318" y="67485"/>
                      <a:pt x="73367" y="67485"/>
                    </a:cubicBezTo>
                    <a:cubicBezTo>
                      <a:pt x="73557" y="67485"/>
                      <a:pt x="73721" y="67246"/>
                      <a:pt x="73539" y="67065"/>
                    </a:cubicBezTo>
                    <a:cubicBezTo>
                      <a:pt x="72076" y="65875"/>
                      <a:pt x="70612" y="64641"/>
                      <a:pt x="69149" y="63497"/>
                    </a:cubicBezTo>
                    <a:lnTo>
                      <a:pt x="70841" y="61759"/>
                    </a:lnTo>
                    <a:lnTo>
                      <a:pt x="70887" y="61805"/>
                    </a:lnTo>
                    <a:lnTo>
                      <a:pt x="74408" y="64138"/>
                    </a:lnTo>
                    <a:cubicBezTo>
                      <a:pt x="74448" y="64170"/>
                      <a:pt x="74488" y="64183"/>
                      <a:pt x="74526" y="64183"/>
                    </a:cubicBezTo>
                    <a:cubicBezTo>
                      <a:pt x="74703" y="64183"/>
                      <a:pt x="74826" y="63877"/>
                      <a:pt x="74637" y="63726"/>
                    </a:cubicBezTo>
                    <a:lnTo>
                      <a:pt x="71207" y="61439"/>
                    </a:lnTo>
                    <a:lnTo>
                      <a:pt x="73494" y="59153"/>
                    </a:lnTo>
                    <a:lnTo>
                      <a:pt x="73539" y="59198"/>
                    </a:lnTo>
                    <a:cubicBezTo>
                      <a:pt x="74774" y="59793"/>
                      <a:pt x="76009" y="60433"/>
                      <a:pt x="77198" y="61165"/>
                    </a:cubicBezTo>
                    <a:cubicBezTo>
                      <a:pt x="77236" y="61184"/>
                      <a:pt x="77273" y="61192"/>
                      <a:pt x="77308" y="61192"/>
                    </a:cubicBezTo>
                    <a:cubicBezTo>
                      <a:pt x="77526" y="61192"/>
                      <a:pt x="77663" y="60865"/>
                      <a:pt x="77427" y="60708"/>
                    </a:cubicBezTo>
                    <a:cubicBezTo>
                      <a:pt x="76238" y="60022"/>
                      <a:pt x="75049" y="59381"/>
                      <a:pt x="73814" y="58787"/>
                    </a:cubicBezTo>
                    <a:lnTo>
                      <a:pt x="74591" y="58009"/>
                    </a:lnTo>
                    <a:cubicBezTo>
                      <a:pt x="74957" y="57643"/>
                      <a:pt x="75414" y="57232"/>
                      <a:pt x="75872" y="56775"/>
                    </a:cubicBezTo>
                    <a:close/>
                    <a:moveTo>
                      <a:pt x="37364" y="7383"/>
                    </a:moveTo>
                    <a:cubicBezTo>
                      <a:pt x="38965" y="8846"/>
                      <a:pt x="40474" y="10401"/>
                      <a:pt x="41983" y="11910"/>
                    </a:cubicBezTo>
                    <a:lnTo>
                      <a:pt x="42807" y="12733"/>
                    </a:lnTo>
                    <a:cubicBezTo>
                      <a:pt x="42624" y="12779"/>
                      <a:pt x="42486" y="12916"/>
                      <a:pt x="42395" y="13099"/>
                    </a:cubicBezTo>
                    <a:cubicBezTo>
                      <a:pt x="42302" y="13286"/>
                      <a:pt x="42484" y="13452"/>
                      <a:pt x="42653" y="13452"/>
                    </a:cubicBezTo>
                    <a:cubicBezTo>
                      <a:pt x="42732" y="13452"/>
                      <a:pt x="42809" y="13415"/>
                      <a:pt x="42852" y="13328"/>
                    </a:cubicBezTo>
                    <a:cubicBezTo>
                      <a:pt x="42852" y="13236"/>
                      <a:pt x="42944" y="13191"/>
                      <a:pt x="43035" y="13191"/>
                    </a:cubicBezTo>
                    <a:cubicBezTo>
                      <a:pt x="43081" y="13145"/>
                      <a:pt x="43127" y="13145"/>
                      <a:pt x="43172" y="13099"/>
                    </a:cubicBezTo>
                    <a:lnTo>
                      <a:pt x="45459" y="15386"/>
                    </a:lnTo>
                    <a:cubicBezTo>
                      <a:pt x="45299" y="15432"/>
                      <a:pt x="45128" y="15455"/>
                      <a:pt x="44956" y="15455"/>
                    </a:cubicBezTo>
                    <a:cubicBezTo>
                      <a:pt x="44785" y="15455"/>
                      <a:pt x="44613" y="15432"/>
                      <a:pt x="44453" y="15386"/>
                    </a:cubicBezTo>
                    <a:cubicBezTo>
                      <a:pt x="44438" y="15384"/>
                      <a:pt x="44423" y="15383"/>
                      <a:pt x="44409" y="15383"/>
                    </a:cubicBezTo>
                    <a:cubicBezTo>
                      <a:pt x="44125" y="15383"/>
                      <a:pt x="44057" y="15800"/>
                      <a:pt x="44362" y="15843"/>
                    </a:cubicBezTo>
                    <a:cubicBezTo>
                      <a:pt x="44572" y="15901"/>
                      <a:pt x="44783" y="15926"/>
                      <a:pt x="44990" y="15926"/>
                    </a:cubicBezTo>
                    <a:cubicBezTo>
                      <a:pt x="45278" y="15926"/>
                      <a:pt x="45559" y="15877"/>
                      <a:pt x="45825" y="15798"/>
                    </a:cubicBezTo>
                    <a:lnTo>
                      <a:pt x="46145" y="16072"/>
                    </a:lnTo>
                    <a:cubicBezTo>
                      <a:pt x="45873" y="16344"/>
                      <a:pt x="45524" y="16490"/>
                      <a:pt x="45175" y="16490"/>
                    </a:cubicBezTo>
                    <a:cubicBezTo>
                      <a:pt x="45055" y="16490"/>
                      <a:pt x="44936" y="16473"/>
                      <a:pt x="44819" y="16438"/>
                    </a:cubicBezTo>
                    <a:cubicBezTo>
                      <a:pt x="44792" y="16430"/>
                      <a:pt x="44767" y="16427"/>
                      <a:pt x="44743" y="16427"/>
                    </a:cubicBezTo>
                    <a:cubicBezTo>
                      <a:pt x="44479" y="16427"/>
                      <a:pt x="44388" y="16857"/>
                      <a:pt x="44682" y="16941"/>
                    </a:cubicBezTo>
                    <a:cubicBezTo>
                      <a:pt x="44822" y="16976"/>
                      <a:pt x="44965" y="16993"/>
                      <a:pt x="45108" y="16993"/>
                    </a:cubicBezTo>
                    <a:cubicBezTo>
                      <a:pt x="45525" y="16993"/>
                      <a:pt x="45942" y="16847"/>
                      <a:pt x="46282" y="16575"/>
                    </a:cubicBezTo>
                    <a:lnTo>
                      <a:pt x="46282" y="16575"/>
                    </a:lnTo>
                    <a:cubicBezTo>
                      <a:pt x="46191" y="17307"/>
                      <a:pt x="46145" y="18038"/>
                      <a:pt x="46191" y="18770"/>
                    </a:cubicBezTo>
                    <a:cubicBezTo>
                      <a:pt x="45916" y="18770"/>
                      <a:pt x="45825" y="19182"/>
                      <a:pt x="46145" y="19228"/>
                    </a:cubicBezTo>
                    <a:cubicBezTo>
                      <a:pt x="46508" y="19314"/>
                      <a:pt x="46883" y="19355"/>
                      <a:pt x="47260" y="19355"/>
                    </a:cubicBezTo>
                    <a:cubicBezTo>
                      <a:pt x="47880" y="19355"/>
                      <a:pt x="48503" y="19244"/>
                      <a:pt x="49072" y="19045"/>
                    </a:cubicBezTo>
                    <a:lnTo>
                      <a:pt x="49941" y="19914"/>
                    </a:lnTo>
                    <a:cubicBezTo>
                      <a:pt x="49392" y="20142"/>
                      <a:pt x="48798" y="20279"/>
                      <a:pt x="48157" y="20325"/>
                    </a:cubicBezTo>
                    <a:cubicBezTo>
                      <a:pt x="48135" y="20302"/>
                      <a:pt x="48100" y="20291"/>
                      <a:pt x="48066" y="20291"/>
                    </a:cubicBezTo>
                    <a:cubicBezTo>
                      <a:pt x="48032" y="20291"/>
                      <a:pt x="47997" y="20302"/>
                      <a:pt x="47974" y="20325"/>
                    </a:cubicBezTo>
                    <a:cubicBezTo>
                      <a:pt x="47563" y="20325"/>
                      <a:pt x="47151" y="20279"/>
                      <a:pt x="46694" y="20188"/>
                    </a:cubicBezTo>
                    <a:cubicBezTo>
                      <a:pt x="46671" y="20180"/>
                      <a:pt x="46649" y="20177"/>
                      <a:pt x="46629" y="20177"/>
                    </a:cubicBezTo>
                    <a:cubicBezTo>
                      <a:pt x="46400" y="20177"/>
                      <a:pt x="46309" y="20603"/>
                      <a:pt x="46602" y="20645"/>
                    </a:cubicBezTo>
                    <a:cubicBezTo>
                      <a:pt x="46945" y="20748"/>
                      <a:pt x="47288" y="20800"/>
                      <a:pt x="47631" y="20800"/>
                    </a:cubicBezTo>
                    <a:cubicBezTo>
                      <a:pt x="47746" y="20800"/>
                      <a:pt x="47860" y="20794"/>
                      <a:pt x="47974" y="20782"/>
                    </a:cubicBezTo>
                    <a:cubicBezTo>
                      <a:pt x="48386" y="21423"/>
                      <a:pt x="48843" y="21972"/>
                      <a:pt x="49346" y="22520"/>
                    </a:cubicBezTo>
                    <a:cubicBezTo>
                      <a:pt x="49397" y="22571"/>
                      <a:pt x="49453" y="22593"/>
                      <a:pt x="49506" y="22593"/>
                    </a:cubicBezTo>
                    <a:cubicBezTo>
                      <a:pt x="49691" y="22593"/>
                      <a:pt x="49844" y="22332"/>
                      <a:pt x="49667" y="22154"/>
                    </a:cubicBezTo>
                    <a:cubicBezTo>
                      <a:pt x="49255" y="21743"/>
                      <a:pt x="48889" y="21286"/>
                      <a:pt x="48523" y="20782"/>
                    </a:cubicBezTo>
                    <a:cubicBezTo>
                      <a:pt x="48798" y="20737"/>
                      <a:pt x="49072" y="20691"/>
                      <a:pt x="49346" y="20600"/>
                    </a:cubicBezTo>
                    <a:cubicBezTo>
                      <a:pt x="49346" y="20691"/>
                      <a:pt x="49346" y="20737"/>
                      <a:pt x="49392" y="20782"/>
                    </a:cubicBezTo>
                    <a:cubicBezTo>
                      <a:pt x="50078" y="21468"/>
                      <a:pt x="51039" y="21834"/>
                      <a:pt x="51999" y="21880"/>
                    </a:cubicBezTo>
                    <a:lnTo>
                      <a:pt x="53371" y="23252"/>
                    </a:lnTo>
                    <a:cubicBezTo>
                      <a:pt x="53187" y="23295"/>
                      <a:pt x="53003" y="23315"/>
                      <a:pt x="52820" y="23315"/>
                    </a:cubicBezTo>
                    <a:cubicBezTo>
                      <a:pt x="52413" y="23315"/>
                      <a:pt x="52012" y="23213"/>
                      <a:pt x="51633" y="23023"/>
                    </a:cubicBezTo>
                    <a:cubicBezTo>
                      <a:pt x="51595" y="23004"/>
                      <a:pt x="51557" y="22996"/>
                      <a:pt x="51522" y="22996"/>
                    </a:cubicBezTo>
                    <a:cubicBezTo>
                      <a:pt x="51305" y="22996"/>
                      <a:pt x="51168" y="23317"/>
                      <a:pt x="51404" y="23435"/>
                    </a:cubicBezTo>
                    <a:cubicBezTo>
                      <a:pt x="51850" y="23686"/>
                      <a:pt x="52329" y="23801"/>
                      <a:pt x="52812" y="23801"/>
                    </a:cubicBezTo>
                    <a:cubicBezTo>
                      <a:pt x="53122" y="23801"/>
                      <a:pt x="53433" y="23753"/>
                      <a:pt x="53737" y="23664"/>
                    </a:cubicBezTo>
                    <a:lnTo>
                      <a:pt x="57624" y="27551"/>
                    </a:lnTo>
                    <a:cubicBezTo>
                      <a:pt x="57487" y="27734"/>
                      <a:pt x="57304" y="27917"/>
                      <a:pt x="57075" y="28008"/>
                    </a:cubicBezTo>
                    <a:cubicBezTo>
                      <a:pt x="56828" y="28091"/>
                      <a:pt x="56989" y="28433"/>
                      <a:pt x="57224" y="28433"/>
                    </a:cubicBezTo>
                    <a:cubicBezTo>
                      <a:pt x="57250" y="28433"/>
                      <a:pt x="57277" y="28429"/>
                      <a:pt x="57304" y="28420"/>
                    </a:cubicBezTo>
                    <a:cubicBezTo>
                      <a:pt x="57578" y="28328"/>
                      <a:pt x="57807" y="28146"/>
                      <a:pt x="57990" y="27917"/>
                    </a:cubicBezTo>
                    <a:lnTo>
                      <a:pt x="58676" y="28603"/>
                    </a:lnTo>
                    <a:cubicBezTo>
                      <a:pt x="58630" y="28603"/>
                      <a:pt x="58630" y="28603"/>
                      <a:pt x="58585" y="28649"/>
                    </a:cubicBezTo>
                    <a:cubicBezTo>
                      <a:pt x="58219" y="28923"/>
                      <a:pt x="57761" y="29106"/>
                      <a:pt x="57304" y="29197"/>
                    </a:cubicBezTo>
                    <a:cubicBezTo>
                      <a:pt x="56999" y="29241"/>
                      <a:pt x="57109" y="29658"/>
                      <a:pt x="57357" y="29658"/>
                    </a:cubicBezTo>
                    <a:cubicBezTo>
                      <a:pt x="57370" y="29658"/>
                      <a:pt x="57382" y="29657"/>
                      <a:pt x="57395" y="29655"/>
                    </a:cubicBezTo>
                    <a:cubicBezTo>
                      <a:pt x="57990" y="29563"/>
                      <a:pt x="58493" y="29335"/>
                      <a:pt x="58950" y="28969"/>
                    </a:cubicBezTo>
                    <a:lnTo>
                      <a:pt x="58950" y="28923"/>
                    </a:lnTo>
                    <a:lnTo>
                      <a:pt x="67594" y="37567"/>
                    </a:lnTo>
                    <a:cubicBezTo>
                      <a:pt x="67137" y="38070"/>
                      <a:pt x="66817" y="38710"/>
                      <a:pt x="66634" y="39396"/>
                    </a:cubicBezTo>
                    <a:cubicBezTo>
                      <a:pt x="66579" y="39586"/>
                      <a:pt x="66719" y="39696"/>
                      <a:pt x="66860" y="39696"/>
                    </a:cubicBezTo>
                    <a:cubicBezTo>
                      <a:pt x="66956" y="39696"/>
                      <a:pt x="67054" y="39644"/>
                      <a:pt x="67091" y="39533"/>
                    </a:cubicBezTo>
                    <a:cubicBezTo>
                      <a:pt x="67228" y="38893"/>
                      <a:pt x="67548" y="38344"/>
                      <a:pt x="67960" y="37932"/>
                    </a:cubicBezTo>
                    <a:lnTo>
                      <a:pt x="68417" y="38390"/>
                    </a:lnTo>
                    <a:cubicBezTo>
                      <a:pt x="67823" y="38893"/>
                      <a:pt x="67503" y="39670"/>
                      <a:pt x="67594" y="40448"/>
                    </a:cubicBezTo>
                    <a:cubicBezTo>
                      <a:pt x="67618" y="40614"/>
                      <a:pt x="67752" y="40694"/>
                      <a:pt x="67877" y="40694"/>
                    </a:cubicBezTo>
                    <a:cubicBezTo>
                      <a:pt x="67991" y="40694"/>
                      <a:pt x="68097" y="40625"/>
                      <a:pt x="68097" y="40494"/>
                    </a:cubicBezTo>
                    <a:cubicBezTo>
                      <a:pt x="68588" y="40712"/>
                      <a:pt x="69112" y="40816"/>
                      <a:pt x="69630" y="40816"/>
                    </a:cubicBezTo>
                    <a:cubicBezTo>
                      <a:pt x="69980" y="40816"/>
                      <a:pt x="70326" y="40769"/>
                      <a:pt x="70658" y="40676"/>
                    </a:cubicBezTo>
                    <a:cubicBezTo>
                      <a:pt x="70887" y="40859"/>
                      <a:pt x="71070" y="41042"/>
                      <a:pt x="71253" y="41225"/>
                    </a:cubicBezTo>
                    <a:cubicBezTo>
                      <a:pt x="71161" y="41271"/>
                      <a:pt x="71161" y="41362"/>
                      <a:pt x="71161" y="41408"/>
                    </a:cubicBezTo>
                    <a:cubicBezTo>
                      <a:pt x="70801" y="41511"/>
                      <a:pt x="70434" y="41563"/>
                      <a:pt x="70069" y="41563"/>
                    </a:cubicBezTo>
                    <a:cubicBezTo>
                      <a:pt x="69459" y="41563"/>
                      <a:pt x="68852" y="41420"/>
                      <a:pt x="68280" y="41134"/>
                    </a:cubicBezTo>
                    <a:cubicBezTo>
                      <a:pt x="68242" y="41115"/>
                      <a:pt x="68204" y="41106"/>
                      <a:pt x="68169" y="41106"/>
                    </a:cubicBezTo>
                    <a:cubicBezTo>
                      <a:pt x="67952" y="41106"/>
                      <a:pt x="67815" y="41427"/>
                      <a:pt x="68051" y="41545"/>
                    </a:cubicBezTo>
                    <a:cubicBezTo>
                      <a:pt x="68700" y="41897"/>
                      <a:pt x="69412" y="42072"/>
                      <a:pt x="70123" y="42072"/>
                    </a:cubicBezTo>
                    <a:cubicBezTo>
                      <a:pt x="70614" y="42072"/>
                      <a:pt x="71105" y="41988"/>
                      <a:pt x="71573" y="41820"/>
                    </a:cubicBezTo>
                    <a:cubicBezTo>
                      <a:pt x="71664" y="41774"/>
                      <a:pt x="71664" y="41774"/>
                      <a:pt x="71710" y="41728"/>
                    </a:cubicBezTo>
                    <a:lnTo>
                      <a:pt x="73173" y="43192"/>
                    </a:lnTo>
                    <a:cubicBezTo>
                      <a:pt x="73265" y="44106"/>
                      <a:pt x="73448" y="45021"/>
                      <a:pt x="73631" y="45936"/>
                    </a:cubicBezTo>
                    <a:cubicBezTo>
                      <a:pt x="73656" y="46038"/>
                      <a:pt x="73754" y="46098"/>
                      <a:pt x="73851" y="46098"/>
                    </a:cubicBezTo>
                    <a:cubicBezTo>
                      <a:pt x="73927" y="46098"/>
                      <a:pt x="74002" y="46062"/>
                      <a:pt x="74042" y="45982"/>
                    </a:cubicBezTo>
                    <a:lnTo>
                      <a:pt x="74042" y="45982"/>
                    </a:lnTo>
                    <a:cubicBezTo>
                      <a:pt x="73905" y="46713"/>
                      <a:pt x="73859" y="47445"/>
                      <a:pt x="73905" y="48222"/>
                    </a:cubicBezTo>
                    <a:cubicBezTo>
                      <a:pt x="73859" y="48177"/>
                      <a:pt x="73814" y="48177"/>
                      <a:pt x="73722" y="48177"/>
                    </a:cubicBezTo>
                    <a:cubicBezTo>
                      <a:pt x="73128" y="48222"/>
                      <a:pt x="72487" y="48451"/>
                      <a:pt x="71984" y="48817"/>
                    </a:cubicBezTo>
                    <a:lnTo>
                      <a:pt x="71024" y="47902"/>
                    </a:lnTo>
                    <a:cubicBezTo>
                      <a:pt x="71573" y="47491"/>
                      <a:pt x="72213" y="47262"/>
                      <a:pt x="72899" y="47216"/>
                    </a:cubicBezTo>
                    <a:cubicBezTo>
                      <a:pt x="72945" y="47262"/>
                      <a:pt x="72991" y="47285"/>
                      <a:pt x="73036" y="47285"/>
                    </a:cubicBezTo>
                    <a:cubicBezTo>
                      <a:pt x="73082" y="47285"/>
                      <a:pt x="73128" y="47262"/>
                      <a:pt x="73173" y="47216"/>
                    </a:cubicBezTo>
                    <a:cubicBezTo>
                      <a:pt x="73311" y="47216"/>
                      <a:pt x="73494" y="47262"/>
                      <a:pt x="73631" y="47262"/>
                    </a:cubicBezTo>
                    <a:cubicBezTo>
                      <a:pt x="73644" y="47264"/>
                      <a:pt x="73657" y="47265"/>
                      <a:pt x="73669" y="47265"/>
                    </a:cubicBezTo>
                    <a:cubicBezTo>
                      <a:pt x="73917" y="47265"/>
                      <a:pt x="74027" y="46848"/>
                      <a:pt x="73722" y="46805"/>
                    </a:cubicBezTo>
                    <a:cubicBezTo>
                      <a:pt x="73539" y="46759"/>
                      <a:pt x="73311" y="46759"/>
                      <a:pt x="73128" y="46759"/>
                    </a:cubicBezTo>
                    <a:cubicBezTo>
                      <a:pt x="72625" y="46256"/>
                      <a:pt x="72305" y="45616"/>
                      <a:pt x="72167" y="44930"/>
                    </a:cubicBezTo>
                    <a:cubicBezTo>
                      <a:pt x="72130" y="44799"/>
                      <a:pt x="72032" y="44744"/>
                      <a:pt x="71931" y="44744"/>
                    </a:cubicBezTo>
                    <a:cubicBezTo>
                      <a:pt x="71786" y="44744"/>
                      <a:pt x="71637" y="44859"/>
                      <a:pt x="71664" y="45021"/>
                    </a:cubicBezTo>
                    <a:cubicBezTo>
                      <a:pt x="71801" y="45661"/>
                      <a:pt x="72076" y="46302"/>
                      <a:pt x="72487" y="46805"/>
                    </a:cubicBezTo>
                    <a:cubicBezTo>
                      <a:pt x="71847" y="46896"/>
                      <a:pt x="71253" y="47125"/>
                      <a:pt x="70704" y="47536"/>
                    </a:cubicBezTo>
                    <a:lnTo>
                      <a:pt x="70704" y="47582"/>
                    </a:lnTo>
                    <a:lnTo>
                      <a:pt x="68920" y="45844"/>
                    </a:lnTo>
                    <a:cubicBezTo>
                      <a:pt x="68869" y="45793"/>
                      <a:pt x="68814" y="45772"/>
                      <a:pt x="68761" y="45772"/>
                    </a:cubicBezTo>
                    <a:cubicBezTo>
                      <a:pt x="68576" y="45772"/>
                      <a:pt x="68422" y="46032"/>
                      <a:pt x="68600" y="46210"/>
                    </a:cubicBezTo>
                    <a:lnTo>
                      <a:pt x="72716" y="50235"/>
                    </a:lnTo>
                    <a:cubicBezTo>
                      <a:pt x="73173" y="50646"/>
                      <a:pt x="73631" y="51104"/>
                      <a:pt x="74088" y="51561"/>
                    </a:cubicBezTo>
                    <a:cubicBezTo>
                      <a:pt x="74134" y="51607"/>
                      <a:pt x="74180" y="51652"/>
                      <a:pt x="74225" y="51698"/>
                    </a:cubicBezTo>
                    <a:cubicBezTo>
                      <a:pt x="75140" y="52704"/>
                      <a:pt x="75917" y="53802"/>
                      <a:pt x="75780" y="55220"/>
                    </a:cubicBezTo>
                    <a:cubicBezTo>
                      <a:pt x="75780" y="55265"/>
                      <a:pt x="75780" y="55357"/>
                      <a:pt x="75826" y="55403"/>
                    </a:cubicBezTo>
                    <a:cubicBezTo>
                      <a:pt x="73539" y="57735"/>
                      <a:pt x="71207" y="60022"/>
                      <a:pt x="68875" y="62354"/>
                    </a:cubicBezTo>
                    <a:lnTo>
                      <a:pt x="61283" y="70083"/>
                    </a:lnTo>
                    <a:lnTo>
                      <a:pt x="57624" y="73787"/>
                    </a:lnTo>
                    <a:cubicBezTo>
                      <a:pt x="56252" y="75205"/>
                      <a:pt x="54880" y="77034"/>
                      <a:pt x="53142" y="78086"/>
                    </a:cubicBezTo>
                    <a:cubicBezTo>
                      <a:pt x="52659" y="78382"/>
                      <a:pt x="52156" y="78511"/>
                      <a:pt x="51643" y="78511"/>
                    </a:cubicBezTo>
                    <a:cubicBezTo>
                      <a:pt x="48659" y="78511"/>
                      <a:pt x="45327" y="74119"/>
                      <a:pt x="43493" y="72324"/>
                    </a:cubicBezTo>
                    <a:cubicBezTo>
                      <a:pt x="40520" y="69397"/>
                      <a:pt x="37593" y="66424"/>
                      <a:pt x="34666" y="63406"/>
                    </a:cubicBezTo>
                    <a:lnTo>
                      <a:pt x="34575" y="63360"/>
                    </a:lnTo>
                    <a:cubicBezTo>
                      <a:pt x="34529" y="63223"/>
                      <a:pt x="34437" y="63131"/>
                      <a:pt x="34300" y="63086"/>
                    </a:cubicBezTo>
                    <a:cubicBezTo>
                      <a:pt x="29224" y="57918"/>
                      <a:pt x="24193" y="52704"/>
                      <a:pt x="18934" y="47719"/>
                    </a:cubicBezTo>
                    <a:cubicBezTo>
                      <a:pt x="15184" y="44152"/>
                      <a:pt x="11022" y="40722"/>
                      <a:pt x="7684" y="36652"/>
                    </a:cubicBezTo>
                    <a:cubicBezTo>
                      <a:pt x="17242" y="26545"/>
                      <a:pt x="27120" y="16804"/>
                      <a:pt x="37364" y="7428"/>
                    </a:cubicBezTo>
                    <a:lnTo>
                      <a:pt x="37364" y="7383"/>
                    </a:lnTo>
                    <a:close/>
                    <a:moveTo>
                      <a:pt x="46145" y="76211"/>
                    </a:moveTo>
                    <a:lnTo>
                      <a:pt x="46145" y="76211"/>
                    </a:lnTo>
                    <a:cubicBezTo>
                      <a:pt x="46602" y="76669"/>
                      <a:pt x="47060" y="77126"/>
                      <a:pt x="47517" y="77583"/>
                    </a:cubicBezTo>
                    <a:lnTo>
                      <a:pt x="46374" y="79367"/>
                    </a:lnTo>
                    <a:cubicBezTo>
                      <a:pt x="46054" y="78361"/>
                      <a:pt x="46008" y="77263"/>
                      <a:pt x="46145" y="76211"/>
                    </a:cubicBezTo>
                    <a:close/>
                    <a:moveTo>
                      <a:pt x="44819" y="74931"/>
                    </a:moveTo>
                    <a:lnTo>
                      <a:pt x="45734" y="75800"/>
                    </a:lnTo>
                    <a:cubicBezTo>
                      <a:pt x="45459" y="77172"/>
                      <a:pt x="45551" y="78589"/>
                      <a:pt x="46008" y="79916"/>
                    </a:cubicBezTo>
                    <a:lnTo>
                      <a:pt x="45551" y="80602"/>
                    </a:lnTo>
                    <a:cubicBezTo>
                      <a:pt x="44819" y="78818"/>
                      <a:pt x="44544" y="76851"/>
                      <a:pt x="44819" y="74931"/>
                    </a:cubicBezTo>
                    <a:close/>
                    <a:moveTo>
                      <a:pt x="66496" y="66241"/>
                    </a:moveTo>
                    <a:lnTo>
                      <a:pt x="74271" y="74245"/>
                    </a:lnTo>
                    <a:cubicBezTo>
                      <a:pt x="72991" y="75525"/>
                      <a:pt x="71756" y="76851"/>
                      <a:pt x="70475" y="78178"/>
                    </a:cubicBezTo>
                    <a:lnTo>
                      <a:pt x="67045" y="72827"/>
                    </a:lnTo>
                    <a:cubicBezTo>
                      <a:pt x="67005" y="72760"/>
                      <a:pt x="66941" y="72732"/>
                      <a:pt x="66875" y="72732"/>
                    </a:cubicBezTo>
                    <a:cubicBezTo>
                      <a:pt x="66714" y="72732"/>
                      <a:pt x="66537" y="72894"/>
                      <a:pt x="66634" y="73056"/>
                    </a:cubicBezTo>
                    <a:lnTo>
                      <a:pt x="70155" y="78498"/>
                    </a:lnTo>
                    <a:lnTo>
                      <a:pt x="70201" y="78544"/>
                    </a:lnTo>
                    <a:cubicBezTo>
                      <a:pt x="69378" y="79413"/>
                      <a:pt x="68554" y="80281"/>
                      <a:pt x="67731" y="81105"/>
                    </a:cubicBezTo>
                    <a:cubicBezTo>
                      <a:pt x="67091" y="79870"/>
                      <a:pt x="66405" y="78681"/>
                      <a:pt x="65719" y="77446"/>
                    </a:cubicBezTo>
                    <a:cubicBezTo>
                      <a:pt x="65675" y="77358"/>
                      <a:pt x="65603" y="77322"/>
                      <a:pt x="65531" y="77322"/>
                    </a:cubicBezTo>
                    <a:cubicBezTo>
                      <a:pt x="65375" y="77322"/>
                      <a:pt x="65214" y="77488"/>
                      <a:pt x="65307" y="77675"/>
                    </a:cubicBezTo>
                    <a:cubicBezTo>
                      <a:pt x="65993" y="78955"/>
                      <a:pt x="66679" y="80190"/>
                      <a:pt x="67411" y="81471"/>
                    </a:cubicBezTo>
                    <a:cubicBezTo>
                      <a:pt x="66496" y="82385"/>
                      <a:pt x="65536" y="83300"/>
                      <a:pt x="64576" y="84169"/>
                    </a:cubicBezTo>
                    <a:cubicBezTo>
                      <a:pt x="64484" y="84077"/>
                      <a:pt x="64438" y="83940"/>
                      <a:pt x="64438" y="83803"/>
                    </a:cubicBezTo>
                    <a:cubicBezTo>
                      <a:pt x="64438" y="83643"/>
                      <a:pt x="64324" y="83563"/>
                      <a:pt x="64210" y="83563"/>
                    </a:cubicBezTo>
                    <a:cubicBezTo>
                      <a:pt x="64095" y="83563"/>
                      <a:pt x="63981" y="83643"/>
                      <a:pt x="63981" y="83803"/>
                    </a:cubicBezTo>
                    <a:cubicBezTo>
                      <a:pt x="63935" y="84077"/>
                      <a:pt x="64027" y="84306"/>
                      <a:pt x="64210" y="84489"/>
                    </a:cubicBezTo>
                    <a:cubicBezTo>
                      <a:pt x="63569" y="85083"/>
                      <a:pt x="62929" y="85587"/>
                      <a:pt x="62243" y="86135"/>
                    </a:cubicBezTo>
                    <a:cubicBezTo>
                      <a:pt x="60460" y="82705"/>
                      <a:pt x="58813" y="79230"/>
                      <a:pt x="57213" y="75662"/>
                    </a:cubicBezTo>
                    <a:lnTo>
                      <a:pt x="59088" y="73787"/>
                    </a:lnTo>
                    <a:cubicBezTo>
                      <a:pt x="60322" y="75937"/>
                      <a:pt x="61420" y="78086"/>
                      <a:pt x="62472" y="80327"/>
                    </a:cubicBezTo>
                    <a:cubicBezTo>
                      <a:pt x="62501" y="80430"/>
                      <a:pt x="62568" y="80471"/>
                      <a:pt x="62641" y="80471"/>
                    </a:cubicBezTo>
                    <a:cubicBezTo>
                      <a:pt x="62795" y="80471"/>
                      <a:pt x="62977" y="80285"/>
                      <a:pt x="62883" y="80099"/>
                    </a:cubicBezTo>
                    <a:cubicBezTo>
                      <a:pt x="61832" y="77812"/>
                      <a:pt x="60688" y="75571"/>
                      <a:pt x="59453" y="73421"/>
                    </a:cubicBezTo>
                    <a:cubicBezTo>
                      <a:pt x="60139" y="72690"/>
                      <a:pt x="60871" y="72004"/>
                      <a:pt x="61557" y="71272"/>
                    </a:cubicBezTo>
                    <a:lnTo>
                      <a:pt x="63752" y="74793"/>
                    </a:lnTo>
                    <a:cubicBezTo>
                      <a:pt x="63805" y="74859"/>
                      <a:pt x="63876" y="74887"/>
                      <a:pt x="63947" y="74887"/>
                    </a:cubicBezTo>
                    <a:cubicBezTo>
                      <a:pt x="64123" y="74887"/>
                      <a:pt x="64294" y="74715"/>
                      <a:pt x="64164" y="74519"/>
                    </a:cubicBezTo>
                    <a:lnTo>
                      <a:pt x="61877" y="70906"/>
                    </a:lnTo>
                    <a:lnTo>
                      <a:pt x="63890" y="68894"/>
                    </a:lnTo>
                    <a:lnTo>
                      <a:pt x="65993" y="72187"/>
                    </a:lnTo>
                    <a:cubicBezTo>
                      <a:pt x="66034" y="72268"/>
                      <a:pt x="66100" y="72302"/>
                      <a:pt x="66167" y="72302"/>
                    </a:cubicBezTo>
                    <a:cubicBezTo>
                      <a:pt x="66327" y="72302"/>
                      <a:pt x="66501" y="72119"/>
                      <a:pt x="66405" y="71958"/>
                    </a:cubicBezTo>
                    <a:lnTo>
                      <a:pt x="64210" y="68528"/>
                    </a:lnTo>
                    <a:lnTo>
                      <a:pt x="65307" y="67430"/>
                    </a:lnTo>
                    <a:lnTo>
                      <a:pt x="66496" y="66241"/>
                    </a:lnTo>
                    <a:close/>
                    <a:moveTo>
                      <a:pt x="34529" y="64686"/>
                    </a:moveTo>
                    <a:cubicBezTo>
                      <a:pt x="36724" y="66927"/>
                      <a:pt x="38874" y="69123"/>
                      <a:pt x="41114" y="71318"/>
                    </a:cubicBezTo>
                    <a:lnTo>
                      <a:pt x="41618" y="71821"/>
                    </a:lnTo>
                    <a:cubicBezTo>
                      <a:pt x="41526" y="71958"/>
                      <a:pt x="41480" y="72095"/>
                      <a:pt x="41480" y="72232"/>
                    </a:cubicBezTo>
                    <a:cubicBezTo>
                      <a:pt x="41452" y="72402"/>
                      <a:pt x="41616" y="72519"/>
                      <a:pt x="41756" y="72519"/>
                    </a:cubicBezTo>
                    <a:cubicBezTo>
                      <a:pt x="41843" y="72519"/>
                      <a:pt x="41920" y="72474"/>
                      <a:pt x="41938" y="72370"/>
                    </a:cubicBezTo>
                    <a:cubicBezTo>
                      <a:pt x="41938" y="72278"/>
                      <a:pt x="41938" y="72232"/>
                      <a:pt x="41983" y="72187"/>
                    </a:cubicBezTo>
                    <a:lnTo>
                      <a:pt x="43081" y="73284"/>
                    </a:lnTo>
                    <a:cubicBezTo>
                      <a:pt x="42852" y="74473"/>
                      <a:pt x="42807" y="75754"/>
                      <a:pt x="42898" y="76989"/>
                    </a:cubicBezTo>
                    <a:cubicBezTo>
                      <a:pt x="42898" y="77149"/>
                      <a:pt x="43024" y="77229"/>
                      <a:pt x="43144" y="77229"/>
                    </a:cubicBezTo>
                    <a:cubicBezTo>
                      <a:pt x="43264" y="77229"/>
                      <a:pt x="43378" y="77149"/>
                      <a:pt x="43355" y="76989"/>
                    </a:cubicBezTo>
                    <a:cubicBezTo>
                      <a:pt x="43264" y="75891"/>
                      <a:pt x="43310" y="74748"/>
                      <a:pt x="43493" y="73650"/>
                    </a:cubicBezTo>
                    <a:lnTo>
                      <a:pt x="44362" y="74519"/>
                    </a:lnTo>
                    <a:cubicBezTo>
                      <a:pt x="43996" y="76760"/>
                      <a:pt x="44270" y="79047"/>
                      <a:pt x="45185" y="81105"/>
                    </a:cubicBezTo>
                    <a:cubicBezTo>
                      <a:pt x="45002" y="81379"/>
                      <a:pt x="44819" y="81653"/>
                      <a:pt x="44636" y="81928"/>
                    </a:cubicBezTo>
                    <a:cubicBezTo>
                      <a:pt x="44270" y="81288"/>
                      <a:pt x="43996" y="80602"/>
                      <a:pt x="43813" y="79916"/>
                    </a:cubicBezTo>
                    <a:cubicBezTo>
                      <a:pt x="43758" y="79788"/>
                      <a:pt x="43660" y="79733"/>
                      <a:pt x="43565" y="79733"/>
                    </a:cubicBezTo>
                    <a:cubicBezTo>
                      <a:pt x="43421" y="79733"/>
                      <a:pt x="43282" y="79860"/>
                      <a:pt x="43310" y="80053"/>
                    </a:cubicBezTo>
                    <a:cubicBezTo>
                      <a:pt x="43493" y="80693"/>
                      <a:pt x="43767" y="81333"/>
                      <a:pt x="44133" y="81928"/>
                    </a:cubicBezTo>
                    <a:lnTo>
                      <a:pt x="43996" y="81928"/>
                    </a:lnTo>
                    <a:cubicBezTo>
                      <a:pt x="43218" y="82065"/>
                      <a:pt x="42486" y="82294"/>
                      <a:pt x="41709" y="82522"/>
                    </a:cubicBezTo>
                    <a:cubicBezTo>
                      <a:pt x="41467" y="82603"/>
                      <a:pt x="41545" y="83003"/>
                      <a:pt x="41755" y="83003"/>
                    </a:cubicBezTo>
                    <a:cubicBezTo>
                      <a:pt x="41783" y="83003"/>
                      <a:pt x="41814" y="82996"/>
                      <a:pt x="41846" y="82980"/>
                    </a:cubicBezTo>
                    <a:cubicBezTo>
                      <a:pt x="42258" y="82843"/>
                      <a:pt x="42669" y="82751"/>
                      <a:pt x="43081" y="82614"/>
                    </a:cubicBezTo>
                    <a:lnTo>
                      <a:pt x="43630" y="82477"/>
                    </a:lnTo>
                    <a:lnTo>
                      <a:pt x="43996" y="82431"/>
                    </a:lnTo>
                    <a:cubicBezTo>
                      <a:pt x="44041" y="82431"/>
                      <a:pt x="44087" y="82385"/>
                      <a:pt x="44133" y="82385"/>
                    </a:cubicBezTo>
                    <a:cubicBezTo>
                      <a:pt x="44179" y="82431"/>
                      <a:pt x="44224" y="82477"/>
                      <a:pt x="44316" y="82477"/>
                    </a:cubicBezTo>
                    <a:cubicBezTo>
                      <a:pt x="44041" y="82843"/>
                      <a:pt x="43813" y="83208"/>
                      <a:pt x="43584" y="83574"/>
                    </a:cubicBezTo>
                    <a:cubicBezTo>
                      <a:pt x="43561" y="83551"/>
                      <a:pt x="43527" y="83540"/>
                      <a:pt x="43498" y="83540"/>
                    </a:cubicBezTo>
                    <a:cubicBezTo>
                      <a:pt x="43470" y="83540"/>
                      <a:pt x="43447" y="83551"/>
                      <a:pt x="43447" y="83574"/>
                    </a:cubicBezTo>
                    <a:cubicBezTo>
                      <a:pt x="42578" y="83757"/>
                      <a:pt x="41755" y="84077"/>
                      <a:pt x="40977" y="84443"/>
                    </a:cubicBezTo>
                    <a:cubicBezTo>
                      <a:pt x="40741" y="84601"/>
                      <a:pt x="40878" y="84928"/>
                      <a:pt x="41096" y="84928"/>
                    </a:cubicBezTo>
                    <a:cubicBezTo>
                      <a:pt x="41131" y="84928"/>
                      <a:pt x="41168" y="84920"/>
                      <a:pt x="41206" y="84901"/>
                    </a:cubicBezTo>
                    <a:cubicBezTo>
                      <a:pt x="41846" y="84535"/>
                      <a:pt x="42486" y="84306"/>
                      <a:pt x="43172" y="84123"/>
                    </a:cubicBezTo>
                    <a:lnTo>
                      <a:pt x="43172" y="84123"/>
                    </a:lnTo>
                    <a:lnTo>
                      <a:pt x="42578" y="84992"/>
                    </a:lnTo>
                    <a:cubicBezTo>
                      <a:pt x="42021" y="85827"/>
                      <a:pt x="41672" y="86800"/>
                      <a:pt x="40629" y="86800"/>
                    </a:cubicBezTo>
                    <a:cubicBezTo>
                      <a:pt x="40472" y="86800"/>
                      <a:pt x="40300" y="86778"/>
                      <a:pt x="40108" y="86730"/>
                    </a:cubicBezTo>
                    <a:cubicBezTo>
                      <a:pt x="39422" y="86547"/>
                      <a:pt x="38553" y="85587"/>
                      <a:pt x="38005" y="85083"/>
                    </a:cubicBezTo>
                    <a:cubicBezTo>
                      <a:pt x="36907" y="84123"/>
                      <a:pt x="35855" y="83071"/>
                      <a:pt x="34940" y="81928"/>
                    </a:cubicBezTo>
                    <a:cubicBezTo>
                      <a:pt x="33157" y="79550"/>
                      <a:pt x="34072" y="75479"/>
                      <a:pt x="34209" y="72644"/>
                    </a:cubicBezTo>
                    <a:lnTo>
                      <a:pt x="34529" y="64686"/>
                    </a:lnTo>
                    <a:close/>
                    <a:moveTo>
                      <a:pt x="23677" y="1"/>
                    </a:moveTo>
                    <a:cubicBezTo>
                      <a:pt x="17688" y="1"/>
                      <a:pt x="11949" y="3001"/>
                      <a:pt x="7821" y="7291"/>
                    </a:cubicBezTo>
                    <a:cubicBezTo>
                      <a:pt x="7729" y="7383"/>
                      <a:pt x="7684" y="7474"/>
                      <a:pt x="7684" y="7566"/>
                    </a:cubicBezTo>
                    <a:cubicBezTo>
                      <a:pt x="3430" y="12322"/>
                      <a:pt x="0" y="17810"/>
                      <a:pt x="915" y="24487"/>
                    </a:cubicBezTo>
                    <a:cubicBezTo>
                      <a:pt x="1921" y="31941"/>
                      <a:pt x="6952" y="37750"/>
                      <a:pt x="12165" y="42734"/>
                    </a:cubicBezTo>
                    <a:cubicBezTo>
                      <a:pt x="18751" y="48954"/>
                      <a:pt x="25245" y="55220"/>
                      <a:pt x="31602" y="61668"/>
                    </a:cubicBezTo>
                    <a:lnTo>
                      <a:pt x="33614" y="63772"/>
                    </a:lnTo>
                    <a:lnTo>
                      <a:pt x="33065" y="76257"/>
                    </a:lnTo>
                    <a:cubicBezTo>
                      <a:pt x="32974" y="77858"/>
                      <a:pt x="32654" y="79687"/>
                      <a:pt x="33340" y="81196"/>
                    </a:cubicBezTo>
                    <a:cubicBezTo>
                      <a:pt x="33889" y="82477"/>
                      <a:pt x="35032" y="83483"/>
                      <a:pt x="35992" y="84443"/>
                    </a:cubicBezTo>
                    <a:cubicBezTo>
                      <a:pt x="36969" y="85420"/>
                      <a:pt x="38946" y="87931"/>
                      <a:pt x="40727" y="87931"/>
                    </a:cubicBezTo>
                    <a:cubicBezTo>
                      <a:pt x="41032" y="87931"/>
                      <a:pt x="41330" y="87857"/>
                      <a:pt x="41618" y="87690"/>
                    </a:cubicBezTo>
                    <a:cubicBezTo>
                      <a:pt x="42990" y="86867"/>
                      <a:pt x="43904" y="84763"/>
                      <a:pt x="44773" y="83483"/>
                    </a:cubicBezTo>
                    <a:cubicBezTo>
                      <a:pt x="45916" y="81745"/>
                      <a:pt x="47106" y="80007"/>
                      <a:pt x="48249" y="78223"/>
                    </a:cubicBezTo>
                    <a:cubicBezTo>
                      <a:pt x="48798" y="78727"/>
                      <a:pt x="49438" y="79092"/>
                      <a:pt x="50124" y="79367"/>
                    </a:cubicBezTo>
                    <a:cubicBezTo>
                      <a:pt x="50545" y="79513"/>
                      <a:pt x="50950" y="79578"/>
                      <a:pt x="51341" y="79578"/>
                    </a:cubicBezTo>
                    <a:cubicBezTo>
                      <a:pt x="53026" y="79578"/>
                      <a:pt x="54432" y="78360"/>
                      <a:pt x="55658" y="77172"/>
                    </a:cubicBezTo>
                    <a:lnTo>
                      <a:pt x="56435" y="76348"/>
                    </a:lnTo>
                    <a:cubicBezTo>
                      <a:pt x="58081" y="80007"/>
                      <a:pt x="59819" y="83574"/>
                      <a:pt x="61649" y="87096"/>
                    </a:cubicBezTo>
                    <a:cubicBezTo>
                      <a:pt x="61742" y="87251"/>
                      <a:pt x="61898" y="87343"/>
                      <a:pt x="62061" y="87343"/>
                    </a:cubicBezTo>
                    <a:cubicBezTo>
                      <a:pt x="62138" y="87343"/>
                      <a:pt x="62216" y="87323"/>
                      <a:pt x="62289" y="87279"/>
                    </a:cubicBezTo>
                    <a:cubicBezTo>
                      <a:pt x="66862" y="83849"/>
                      <a:pt x="70521" y="79230"/>
                      <a:pt x="74591" y="75251"/>
                    </a:cubicBezTo>
                    <a:lnTo>
                      <a:pt x="88082" y="62171"/>
                    </a:lnTo>
                    <a:cubicBezTo>
                      <a:pt x="88311" y="61942"/>
                      <a:pt x="88265" y="61577"/>
                      <a:pt x="87991" y="61439"/>
                    </a:cubicBezTo>
                    <a:cubicBezTo>
                      <a:pt x="84241" y="59564"/>
                      <a:pt x="80445" y="57781"/>
                      <a:pt x="76603" y="56043"/>
                    </a:cubicBezTo>
                    <a:cubicBezTo>
                      <a:pt x="78296" y="54442"/>
                      <a:pt x="79942" y="52613"/>
                      <a:pt x="79850" y="50372"/>
                    </a:cubicBezTo>
                    <a:cubicBezTo>
                      <a:pt x="79805" y="49412"/>
                      <a:pt x="79485" y="48497"/>
                      <a:pt x="78936" y="47719"/>
                    </a:cubicBezTo>
                    <a:lnTo>
                      <a:pt x="84424" y="44015"/>
                    </a:lnTo>
                    <a:cubicBezTo>
                      <a:pt x="85476" y="43329"/>
                      <a:pt x="87396" y="42506"/>
                      <a:pt x="88037" y="41317"/>
                    </a:cubicBezTo>
                    <a:cubicBezTo>
                      <a:pt x="89089" y="39259"/>
                      <a:pt x="85750" y="37018"/>
                      <a:pt x="84652" y="35829"/>
                    </a:cubicBezTo>
                    <a:cubicBezTo>
                      <a:pt x="83646" y="34823"/>
                      <a:pt x="82594" y="33085"/>
                      <a:pt x="81131" y="32582"/>
                    </a:cubicBezTo>
                    <a:cubicBezTo>
                      <a:pt x="80641" y="32405"/>
                      <a:pt x="80084" y="32355"/>
                      <a:pt x="79513" y="32355"/>
                    </a:cubicBezTo>
                    <a:cubicBezTo>
                      <a:pt x="78753" y="32355"/>
                      <a:pt x="77969" y="32444"/>
                      <a:pt x="77289" y="32444"/>
                    </a:cubicBezTo>
                    <a:cubicBezTo>
                      <a:pt x="73128" y="32536"/>
                      <a:pt x="68920" y="32856"/>
                      <a:pt x="64804" y="33405"/>
                    </a:cubicBezTo>
                    <a:lnTo>
                      <a:pt x="45413" y="13968"/>
                    </a:lnTo>
                    <a:cubicBezTo>
                      <a:pt x="39925" y="8480"/>
                      <a:pt x="34163" y="1254"/>
                      <a:pt x="26023" y="157"/>
                    </a:cubicBezTo>
                    <a:cubicBezTo>
                      <a:pt x="25238" y="51"/>
                      <a:pt x="24455" y="1"/>
                      <a:pt x="236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0"/>
              <p:cNvSpPr/>
              <p:nvPr/>
            </p:nvSpPr>
            <p:spPr>
              <a:xfrm>
                <a:off x="2209879" y="3616107"/>
                <a:ext cx="530569" cy="504686"/>
              </a:xfrm>
              <a:custGeom>
                <a:avLst/>
                <a:gdLst/>
                <a:ahLst/>
                <a:cxnLst/>
                <a:rect l="l" t="t" r="r" b="b"/>
                <a:pathLst>
                  <a:path w="27899" h="26538" extrusionOk="0">
                    <a:moveTo>
                      <a:pt x="15505" y="1108"/>
                    </a:moveTo>
                    <a:cubicBezTo>
                      <a:pt x="15825" y="1108"/>
                      <a:pt x="16191" y="1200"/>
                      <a:pt x="16511" y="1245"/>
                    </a:cubicBezTo>
                    <a:cubicBezTo>
                      <a:pt x="16511" y="1383"/>
                      <a:pt x="16556" y="1520"/>
                      <a:pt x="16602" y="1611"/>
                    </a:cubicBezTo>
                    <a:cubicBezTo>
                      <a:pt x="16191" y="1474"/>
                      <a:pt x="15870" y="1291"/>
                      <a:pt x="15505" y="1108"/>
                    </a:cubicBezTo>
                    <a:close/>
                    <a:moveTo>
                      <a:pt x="20810" y="3166"/>
                    </a:moveTo>
                    <a:lnTo>
                      <a:pt x="20810" y="3166"/>
                    </a:lnTo>
                    <a:cubicBezTo>
                      <a:pt x="21175" y="3395"/>
                      <a:pt x="21541" y="3669"/>
                      <a:pt x="21907" y="3944"/>
                    </a:cubicBezTo>
                    <a:cubicBezTo>
                      <a:pt x="21907" y="4081"/>
                      <a:pt x="21861" y="4172"/>
                      <a:pt x="21861" y="4310"/>
                    </a:cubicBezTo>
                    <a:cubicBezTo>
                      <a:pt x="21747" y="4287"/>
                      <a:pt x="21644" y="4275"/>
                      <a:pt x="21547" y="4275"/>
                    </a:cubicBezTo>
                    <a:cubicBezTo>
                      <a:pt x="21450" y="4275"/>
                      <a:pt x="21358" y="4287"/>
                      <a:pt x="21267" y="4310"/>
                    </a:cubicBezTo>
                    <a:lnTo>
                      <a:pt x="20810" y="3166"/>
                    </a:lnTo>
                    <a:close/>
                    <a:moveTo>
                      <a:pt x="19438" y="2297"/>
                    </a:moveTo>
                    <a:lnTo>
                      <a:pt x="19438" y="2297"/>
                    </a:lnTo>
                    <a:cubicBezTo>
                      <a:pt x="19666" y="2434"/>
                      <a:pt x="19941" y="2572"/>
                      <a:pt x="20169" y="2709"/>
                    </a:cubicBezTo>
                    <a:cubicBezTo>
                      <a:pt x="20169" y="2755"/>
                      <a:pt x="20169" y="2800"/>
                      <a:pt x="20169" y="2846"/>
                    </a:cubicBezTo>
                    <a:lnTo>
                      <a:pt x="20718" y="4310"/>
                    </a:lnTo>
                    <a:cubicBezTo>
                      <a:pt x="20627" y="4310"/>
                      <a:pt x="20489" y="4355"/>
                      <a:pt x="20352" y="4355"/>
                    </a:cubicBezTo>
                    <a:cubicBezTo>
                      <a:pt x="20297" y="4374"/>
                      <a:pt x="20256" y="4407"/>
                      <a:pt x="20229" y="4448"/>
                    </a:cubicBezTo>
                    <a:lnTo>
                      <a:pt x="20229" y="4448"/>
                    </a:lnTo>
                    <a:cubicBezTo>
                      <a:pt x="20249" y="4394"/>
                      <a:pt x="20248" y="4330"/>
                      <a:pt x="20215" y="4264"/>
                    </a:cubicBezTo>
                    <a:cubicBezTo>
                      <a:pt x="19803" y="3669"/>
                      <a:pt x="19575" y="2983"/>
                      <a:pt x="19438" y="2297"/>
                    </a:cubicBezTo>
                    <a:close/>
                    <a:moveTo>
                      <a:pt x="26160" y="13136"/>
                    </a:moveTo>
                    <a:cubicBezTo>
                      <a:pt x="26252" y="13182"/>
                      <a:pt x="26343" y="13228"/>
                      <a:pt x="26435" y="13228"/>
                    </a:cubicBezTo>
                    <a:cubicBezTo>
                      <a:pt x="26526" y="14508"/>
                      <a:pt x="26389" y="15789"/>
                      <a:pt x="26115" y="17023"/>
                    </a:cubicBezTo>
                    <a:cubicBezTo>
                      <a:pt x="25795" y="15743"/>
                      <a:pt x="25795" y="14417"/>
                      <a:pt x="26160" y="13136"/>
                    </a:cubicBezTo>
                    <a:close/>
                    <a:moveTo>
                      <a:pt x="25154" y="19676"/>
                    </a:moveTo>
                    <a:cubicBezTo>
                      <a:pt x="24880" y="20088"/>
                      <a:pt x="24651" y="20499"/>
                      <a:pt x="24331" y="20865"/>
                    </a:cubicBezTo>
                    <a:cubicBezTo>
                      <a:pt x="24560" y="20453"/>
                      <a:pt x="24834" y="20042"/>
                      <a:pt x="25154" y="19676"/>
                    </a:cubicBezTo>
                    <a:close/>
                    <a:moveTo>
                      <a:pt x="13943" y="1000"/>
                    </a:moveTo>
                    <a:cubicBezTo>
                      <a:pt x="14158" y="1000"/>
                      <a:pt x="14373" y="1005"/>
                      <a:pt x="14590" y="1017"/>
                    </a:cubicBezTo>
                    <a:cubicBezTo>
                      <a:pt x="15230" y="1520"/>
                      <a:pt x="15962" y="1886"/>
                      <a:pt x="16739" y="2160"/>
                    </a:cubicBezTo>
                    <a:cubicBezTo>
                      <a:pt x="16785" y="2297"/>
                      <a:pt x="16831" y="2434"/>
                      <a:pt x="16877" y="2617"/>
                    </a:cubicBezTo>
                    <a:cubicBezTo>
                      <a:pt x="16419" y="2480"/>
                      <a:pt x="15962" y="2297"/>
                      <a:pt x="15550" y="2069"/>
                    </a:cubicBezTo>
                    <a:cubicBezTo>
                      <a:pt x="15512" y="2050"/>
                      <a:pt x="15475" y="2041"/>
                      <a:pt x="15440" y="2041"/>
                    </a:cubicBezTo>
                    <a:cubicBezTo>
                      <a:pt x="15222" y="2041"/>
                      <a:pt x="15085" y="2368"/>
                      <a:pt x="15322" y="2526"/>
                    </a:cubicBezTo>
                    <a:cubicBezTo>
                      <a:pt x="15779" y="2755"/>
                      <a:pt x="16282" y="2983"/>
                      <a:pt x="16785" y="3075"/>
                    </a:cubicBezTo>
                    <a:cubicBezTo>
                      <a:pt x="16810" y="3087"/>
                      <a:pt x="16834" y="3093"/>
                      <a:pt x="16859" y="3093"/>
                    </a:cubicBezTo>
                    <a:cubicBezTo>
                      <a:pt x="16926" y="3093"/>
                      <a:pt x="16993" y="3050"/>
                      <a:pt x="17059" y="2983"/>
                    </a:cubicBezTo>
                    <a:cubicBezTo>
                      <a:pt x="17059" y="3029"/>
                      <a:pt x="17059" y="3075"/>
                      <a:pt x="17059" y="3075"/>
                    </a:cubicBezTo>
                    <a:cubicBezTo>
                      <a:pt x="17103" y="3162"/>
                      <a:pt x="17180" y="3199"/>
                      <a:pt x="17259" y="3199"/>
                    </a:cubicBezTo>
                    <a:cubicBezTo>
                      <a:pt x="17428" y="3199"/>
                      <a:pt x="17610" y="3033"/>
                      <a:pt x="17517" y="2846"/>
                    </a:cubicBezTo>
                    <a:cubicBezTo>
                      <a:pt x="17288" y="2389"/>
                      <a:pt x="17105" y="1886"/>
                      <a:pt x="17014" y="1383"/>
                    </a:cubicBezTo>
                    <a:lnTo>
                      <a:pt x="17014" y="1383"/>
                    </a:lnTo>
                    <a:cubicBezTo>
                      <a:pt x="17654" y="1520"/>
                      <a:pt x="18294" y="1748"/>
                      <a:pt x="18889" y="2069"/>
                    </a:cubicBezTo>
                    <a:cubicBezTo>
                      <a:pt x="19026" y="2938"/>
                      <a:pt x="19300" y="3761"/>
                      <a:pt x="19758" y="4492"/>
                    </a:cubicBezTo>
                    <a:cubicBezTo>
                      <a:pt x="19816" y="4580"/>
                      <a:pt x="19898" y="4616"/>
                      <a:pt x="19977" y="4616"/>
                    </a:cubicBezTo>
                    <a:cubicBezTo>
                      <a:pt x="20069" y="4616"/>
                      <a:pt x="20158" y="4568"/>
                      <a:pt x="20206" y="4494"/>
                    </a:cubicBezTo>
                    <a:lnTo>
                      <a:pt x="20206" y="4494"/>
                    </a:lnTo>
                    <a:cubicBezTo>
                      <a:pt x="20153" y="4636"/>
                      <a:pt x="20232" y="4825"/>
                      <a:pt x="20409" y="4825"/>
                    </a:cubicBezTo>
                    <a:cubicBezTo>
                      <a:pt x="20434" y="4825"/>
                      <a:pt x="20461" y="4821"/>
                      <a:pt x="20489" y="4813"/>
                    </a:cubicBezTo>
                    <a:cubicBezTo>
                      <a:pt x="20731" y="4759"/>
                      <a:pt x="20987" y="4737"/>
                      <a:pt x="21241" y="4737"/>
                    </a:cubicBezTo>
                    <a:cubicBezTo>
                      <a:pt x="21421" y="4737"/>
                      <a:pt x="21600" y="4748"/>
                      <a:pt x="21770" y="4767"/>
                    </a:cubicBezTo>
                    <a:lnTo>
                      <a:pt x="21770" y="5133"/>
                    </a:lnTo>
                    <a:lnTo>
                      <a:pt x="20718" y="5224"/>
                    </a:lnTo>
                    <a:cubicBezTo>
                      <a:pt x="20444" y="5270"/>
                      <a:pt x="20444" y="5727"/>
                      <a:pt x="20718" y="5727"/>
                    </a:cubicBezTo>
                    <a:lnTo>
                      <a:pt x="21816" y="5590"/>
                    </a:lnTo>
                    <a:cubicBezTo>
                      <a:pt x="21861" y="6550"/>
                      <a:pt x="22090" y="7511"/>
                      <a:pt x="22502" y="8426"/>
                    </a:cubicBezTo>
                    <a:cubicBezTo>
                      <a:pt x="22531" y="8513"/>
                      <a:pt x="22593" y="8549"/>
                      <a:pt x="22660" y="8549"/>
                    </a:cubicBezTo>
                    <a:cubicBezTo>
                      <a:pt x="22805" y="8549"/>
                      <a:pt x="22976" y="8384"/>
                      <a:pt x="22913" y="8197"/>
                    </a:cubicBezTo>
                    <a:cubicBezTo>
                      <a:pt x="22365" y="6962"/>
                      <a:pt x="22182" y="5636"/>
                      <a:pt x="22319" y="4355"/>
                    </a:cubicBezTo>
                    <a:lnTo>
                      <a:pt x="22319" y="4355"/>
                    </a:lnTo>
                    <a:cubicBezTo>
                      <a:pt x="22913" y="4904"/>
                      <a:pt x="23416" y="5499"/>
                      <a:pt x="23919" y="6139"/>
                    </a:cubicBezTo>
                    <a:cubicBezTo>
                      <a:pt x="24285" y="7465"/>
                      <a:pt x="24926" y="8746"/>
                      <a:pt x="25795" y="9843"/>
                    </a:cubicBezTo>
                    <a:cubicBezTo>
                      <a:pt x="25932" y="10301"/>
                      <a:pt x="26069" y="10712"/>
                      <a:pt x="26160" y="11170"/>
                    </a:cubicBezTo>
                    <a:cubicBezTo>
                      <a:pt x="25154" y="10346"/>
                      <a:pt x="24377" y="9294"/>
                      <a:pt x="23828" y="8105"/>
                    </a:cubicBezTo>
                    <a:cubicBezTo>
                      <a:pt x="23784" y="8003"/>
                      <a:pt x="23712" y="7961"/>
                      <a:pt x="23639" y="7961"/>
                    </a:cubicBezTo>
                    <a:cubicBezTo>
                      <a:pt x="23483" y="7961"/>
                      <a:pt x="23323" y="8148"/>
                      <a:pt x="23416" y="8334"/>
                    </a:cubicBezTo>
                    <a:cubicBezTo>
                      <a:pt x="24057" y="9752"/>
                      <a:pt x="25017" y="10987"/>
                      <a:pt x="26252" y="11901"/>
                    </a:cubicBezTo>
                    <a:cubicBezTo>
                      <a:pt x="26298" y="12176"/>
                      <a:pt x="26343" y="12450"/>
                      <a:pt x="26389" y="12724"/>
                    </a:cubicBezTo>
                    <a:cubicBezTo>
                      <a:pt x="25977" y="12450"/>
                      <a:pt x="25612" y="12130"/>
                      <a:pt x="25337" y="11764"/>
                    </a:cubicBezTo>
                    <a:cubicBezTo>
                      <a:pt x="24971" y="11398"/>
                      <a:pt x="24605" y="11032"/>
                      <a:pt x="24240" y="10666"/>
                    </a:cubicBezTo>
                    <a:cubicBezTo>
                      <a:pt x="24195" y="10611"/>
                      <a:pt x="24140" y="10588"/>
                      <a:pt x="24085" y="10588"/>
                    </a:cubicBezTo>
                    <a:cubicBezTo>
                      <a:pt x="23914" y="10588"/>
                      <a:pt x="23746" y="10813"/>
                      <a:pt x="23919" y="10987"/>
                    </a:cubicBezTo>
                    <a:cubicBezTo>
                      <a:pt x="24240" y="11352"/>
                      <a:pt x="24605" y="11718"/>
                      <a:pt x="24971" y="12084"/>
                    </a:cubicBezTo>
                    <a:cubicBezTo>
                      <a:pt x="24377" y="13090"/>
                      <a:pt x="24057" y="14279"/>
                      <a:pt x="24057" y="15468"/>
                    </a:cubicBezTo>
                    <a:cubicBezTo>
                      <a:pt x="24057" y="15629"/>
                      <a:pt x="24171" y="15709"/>
                      <a:pt x="24285" y="15709"/>
                    </a:cubicBezTo>
                    <a:cubicBezTo>
                      <a:pt x="24400" y="15709"/>
                      <a:pt x="24514" y="15629"/>
                      <a:pt x="24514" y="15468"/>
                    </a:cubicBezTo>
                    <a:cubicBezTo>
                      <a:pt x="24560" y="14417"/>
                      <a:pt x="24834" y="13365"/>
                      <a:pt x="25337" y="12404"/>
                    </a:cubicBezTo>
                    <a:lnTo>
                      <a:pt x="25566" y="12633"/>
                    </a:lnTo>
                    <a:lnTo>
                      <a:pt x="25749" y="12816"/>
                    </a:lnTo>
                    <a:cubicBezTo>
                      <a:pt x="25246" y="14462"/>
                      <a:pt x="25291" y="16246"/>
                      <a:pt x="25886" y="17892"/>
                    </a:cubicBezTo>
                    <a:cubicBezTo>
                      <a:pt x="25840" y="18121"/>
                      <a:pt x="25795" y="18304"/>
                      <a:pt x="25703" y="18487"/>
                    </a:cubicBezTo>
                    <a:cubicBezTo>
                      <a:pt x="25520" y="18304"/>
                      <a:pt x="25383" y="18075"/>
                      <a:pt x="25291" y="17847"/>
                    </a:cubicBezTo>
                    <a:cubicBezTo>
                      <a:pt x="25246" y="17801"/>
                      <a:pt x="25246" y="17755"/>
                      <a:pt x="25200" y="17755"/>
                    </a:cubicBezTo>
                    <a:cubicBezTo>
                      <a:pt x="25109" y="17526"/>
                      <a:pt x="25017" y="17298"/>
                      <a:pt x="25017" y="17023"/>
                    </a:cubicBezTo>
                    <a:cubicBezTo>
                      <a:pt x="24980" y="16912"/>
                      <a:pt x="24883" y="16861"/>
                      <a:pt x="24783" y="16861"/>
                    </a:cubicBezTo>
                    <a:cubicBezTo>
                      <a:pt x="24637" y="16861"/>
                      <a:pt x="24487" y="16970"/>
                      <a:pt x="24514" y="17161"/>
                    </a:cubicBezTo>
                    <a:cubicBezTo>
                      <a:pt x="24560" y="17344"/>
                      <a:pt x="24605" y="17526"/>
                      <a:pt x="24697" y="17755"/>
                    </a:cubicBezTo>
                    <a:cubicBezTo>
                      <a:pt x="24148" y="17801"/>
                      <a:pt x="23645" y="17984"/>
                      <a:pt x="23188" y="18167"/>
                    </a:cubicBezTo>
                    <a:cubicBezTo>
                      <a:pt x="22958" y="18282"/>
                      <a:pt x="23081" y="18621"/>
                      <a:pt x="23288" y="18621"/>
                    </a:cubicBezTo>
                    <a:cubicBezTo>
                      <a:pt x="23328" y="18621"/>
                      <a:pt x="23372" y="18608"/>
                      <a:pt x="23416" y="18578"/>
                    </a:cubicBezTo>
                    <a:cubicBezTo>
                      <a:pt x="23874" y="18395"/>
                      <a:pt x="24377" y="18258"/>
                      <a:pt x="24880" y="18212"/>
                    </a:cubicBezTo>
                    <a:lnTo>
                      <a:pt x="24880" y="18212"/>
                    </a:lnTo>
                    <a:cubicBezTo>
                      <a:pt x="24423" y="18533"/>
                      <a:pt x="23965" y="18853"/>
                      <a:pt x="23599" y="19264"/>
                    </a:cubicBezTo>
                    <a:cubicBezTo>
                      <a:pt x="23371" y="19493"/>
                      <a:pt x="22913" y="19813"/>
                      <a:pt x="23096" y="20179"/>
                    </a:cubicBezTo>
                    <a:cubicBezTo>
                      <a:pt x="23134" y="20310"/>
                      <a:pt x="23232" y="20364"/>
                      <a:pt x="23329" y="20364"/>
                    </a:cubicBezTo>
                    <a:cubicBezTo>
                      <a:pt x="23470" y="20364"/>
                      <a:pt x="23608" y="20250"/>
                      <a:pt x="23554" y="20088"/>
                    </a:cubicBezTo>
                    <a:cubicBezTo>
                      <a:pt x="23462" y="19905"/>
                      <a:pt x="24148" y="19356"/>
                      <a:pt x="24285" y="19264"/>
                    </a:cubicBezTo>
                    <a:cubicBezTo>
                      <a:pt x="24560" y="19036"/>
                      <a:pt x="24834" y="18807"/>
                      <a:pt x="25154" y="18624"/>
                    </a:cubicBezTo>
                    <a:lnTo>
                      <a:pt x="25291" y="18761"/>
                    </a:lnTo>
                    <a:cubicBezTo>
                      <a:pt x="24377" y="19584"/>
                      <a:pt x="23737" y="20682"/>
                      <a:pt x="23462" y="21871"/>
                    </a:cubicBezTo>
                    <a:cubicBezTo>
                      <a:pt x="23188" y="22146"/>
                      <a:pt x="22868" y="22374"/>
                      <a:pt x="22593" y="22649"/>
                    </a:cubicBezTo>
                    <a:lnTo>
                      <a:pt x="22593" y="21871"/>
                    </a:lnTo>
                    <a:cubicBezTo>
                      <a:pt x="22570" y="21734"/>
                      <a:pt x="22456" y="21665"/>
                      <a:pt x="22342" y="21665"/>
                    </a:cubicBezTo>
                    <a:cubicBezTo>
                      <a:pt x="22227" y="21665"/>
                      <a:pt x="22113" y="21734"/>
                      <a:pt x="22090" y="21871"/>
                    </a:cubicBezTo>
                    <a:lnTo>
                      <a:pt x="22090" y="23014"/>
                    </a:lnTo>
                    <a:cubicBezTo>
                      <a:pt x="19857" y="24648"/>
                      <a:pt x="16992" y="25504"/>
                      <a:pt x="14170" y="25504"/>
                    </a:cubicBezTo>
                    <a:cubicBezTo>
                      <a:pt x="12253" y="25504"/>
                      <a:pt x="10355" y="25109"/>
                      <a:pt x="8690" y="24295"/>
                    </a:cubicBezTo>
                    <a:cubicBezTo>
                      <a:pt x="2882" y="21505"/>
                      <a:pt x="550" y="14691"/>
                      <a:pt x="2562" y="8746"/>
                    </a:cubicBezTo>
                    <a:cubicBezTo>
                      <a:pt x="2608" y="8700"/>
                      <a:pt x="2654" y="8654"/>
                      <a:pt x="2699" y="8608"/>
                    </a:cubicBezTo>
                    <a:cubicBezTo>
                      <a:pt x="4540" y="4006"/>
                      <a:pt x="8986" y="1000"/>
                      <a:pt x="13943" y="1000"/>
                    </a:cubicBezTo>
                    <a:close/>
                    <a:moveTo>
                      <a:pt x="13936" y="1"/>
                    </a:moveTo>
                    <a:cubicBezTo>
                      <a:pt x="9100" y="1"/>
                      <a:pt x="4521" y="2687"/>
                      <a:pt x="2288" y="7191"/>
                    </a:cubicBezTo>
                    <a:cubicBezTo>
                      <a:pt x="2196" y="7236"/>
                      <a:pt x="2105" y="7328"/>
                      <a:pt x="2059" y="7419"/>
                    </a:cubicBezTo>
                    <a:cubicBezTo>
                      <a:pt x="1" y="12313"/>
                      <a:pt x="596" y="18212"/>
                      <a:pt x="4300" y="22191"/>
                    </a:cubicBezTo>
                    <a:cubicBezTo>
                      <a:pt x="6899" y="25013"/>
                      <a:pt x="10510" y="26537"/>
                      <a:pt x="14201" y="26537"/>
                    </a:cubicBezTo>
                    <a:cubicBezTo>
                      <a:pt x="15836" y="26537"/>
                      <a:pt x="17486" y="26239"/>
                      <a:pt x="19072" y="25621"/>
                    </a:cubicBezTo>
                    <a:cubicBezTo>
                      <a:pt x="20215" y="25164"/>
                      <a:pt x="21313" y="24569"/>
                      <a:pt x="22365" y="23838"/>
                    </a:cubicBezTo>
                    <a:cubicBezTo>
                      <a:pt x="22456" y="23838"/>
                      <a:pt x="22547" y="23792"/>
                      <a:pt x="22593" y="23655"/>
                    </a:cubicBezTo>
                    <a:cubicBezTo>
                      <a:pt x="26069" y="21094"/>
                      <a:pt x="27898" y="17206"/>
                      <a:pt x="27349" y="12359"/>
                    </a:cubicBezTo>
                    <a:cubicBezTo>
                      <a:pt x="26755" y="6825"/>
                      <a:pt x="22913" y="2114"/>
                      <a:pt x="17563" y="514"/>
                    </a:cubicBezTo>
                    <a:cubicBezTo>
                      <a:pt x="16359" y="167"/>
                      <a:pt x="15139" y="1"/>
                      <a:pt x="139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0"/>
              <p:cNvSpPr/>
              <p:nvPr/>
            </p:nvSpPr>
            <p:spPr>
              <a:xfrm>
                <a:off x="2312516" y="3710015"/>
                <a:ext cx="327900" cy="316565"/>
              </a:xfrm>
              <a:custGeom>
                <a:avLst/>
                <a:gdLst/>
                <a:ahLst/>
                <a:cxnLst/>
                <a:rect l="l" t="t" r="r" b="b"/>
                <a:pathLst>
                  <a:path w="17242" h="16646" extrusionOk="0">
                    <a:moveTo>
                      <a:pt x="14269" y="2847"/>
                    </a:moveTo>
                    <a:cubicBezTo>
                      <a:pt x="14406" y="3030"/>
                      <a:pt x="14589" y="3167"/>
                      <a:pt x="14727" y="3350"/>
                    </a:cubicBezTo>
                    <a:lnTo>
                      <a:pt x="14361" y="3488"/>
                    </a:lnTo>
                    <a:cubicBezTo>
                      <a:pt x="14315" y="3305"/>
                      <a:pt x="14315" y="3076"/>
                      <a:pt x="14269" y="2847"/>
                    </a:cubicBezTo>
                    <a:close/>
                    <a:moveTo>
                      <a:pt x="15550" y="4631"/>
                    </a:moveTo>
                    <a:cubicBezTo>
                      <a:pt x="15733" y="4905"/>
                      <a:pt x="15824" y="5134"/>
                      <a:pt x="15961" y="5408"/>
                    </a:cubicBezTo>
                    <a:cubicBezTo>
                      <a:pt x="15870" y="5454"/>
                      <a:pt x="15824" y="5500"/>
                      <a:pt x="15824" y="5546"/>
                    </a:cubicBezTo>
                    <a:lnTo>
                      <a:pt x="15321" y="6963"/>
                    </a:lnTo>
                    <a:cubicBezTo>
                      <a:pt x="15184" y="6963"/>
                      <a:pt x="15047" y="6963"/>
                      <a:pt x="14910" y="7009"/>
                    </a:cubicBezTo>
                    <a:cubicBezTo>
                      <a:pt x="14955" y="6186"/>
                      <a:pt x="15184" y="5363"/>
                      <a:pt x="15550" y="4631"/>
                    </a:cubicBezTo>
                    <a:close/>
                    <a:moveTo>
                      <a:pt x="16165" y="6099"/>
                    </a:moveTo>
                    <a:cubicBezTo>
                      <a:pt x="16286" y="6403"/>
                      <a:pt x="16332" y="6706"/>
                      <a:pt x="16419" y="7009"/>
                    </a:cubicBezTo>
                    <a:cubicBezTo>
                      <a:pt x="16236" y="6963"/>
                      <a:pt x="16053" y="6963"/>
                      <a:pt x="15824" y="6918"/>
                    </a:cubicBezTo>
                    <a:cubicBezTo>
                      <a:pt x="15953" y="6660"/>
                      <a:pt x="16041" y="6362"/>
                      <a:pt x="16165" y="6099"/>
                    </a:cubicBezTo>
                    <a:close/>
                    <a:moveTo>
                      <a:pt x="16510" y="9433"/>
                    </a:moveTo>
                    <a:cubicBezTo>
                      <a:pt x="16510" y="9524"/>
                      <a:pt x="16510" y="9662"/>
                      <a:pt x="16464" y="9753"/>
                    </a:cubicBezTo>
                    <a:lnTo>
                      <a:pt x="16236" y="9433"/>
                    </a:lnTo>
                    <a:close/>
                    <a:moveTo>
                      <a:pt x="8630" y="464"/>
                    </a:moveTo>
                    <a:cubicBezTo>
                      <a:pt x="9134" y="464"/>
                      <a:pt x="9644" y="510"/>
                      <a:pt x="10153" y="606"/>
                    </a:cubicBezTo>
                    <a:cubicBezTo>
                      <a:pt x="10931" y="789"/>
                      <a:pt x="11662" y="1064"/>
                      <a:pt x="12348" y="1430"/>
                    </a:cubicBezTo>
                    <a:lnTo>
                      <a:pt x="12028" y="1612"/>
                    </a:lnTo>
                    <a:cubicBezTo>
                      <a:pt x="11792" y="1730"/>
                      <a:pt x="11929" y="2052"/>
                      <a:pt x="12146" y="2052"/>
                    </a:cubicBezTo>
                    <a:cubicBezTo>
                      <a:pt x="12181" y="2052"/>
                      <a:pt x="12219" y="2043"/>
                      <a:pt x="12257" y="2024"/>
                    </a:cubicBezTo>
                    <a:lnTo>
                      <a:pt x="12852" y="1704"/>
                    </a:lnTo>
                    <a:lnTo>
                      <a:pt x="12943" y="1750"/>
                    </a:lnTo>
                    <a:cubicBezTo>
                      <a:pt x="12760" y="2253"/>
                      <a:pt x="12714" y="2756"/>
                      <a:pt x="12806" y="3213"/>
                    </a:cubicBezTo>
                    <a:cubicBezTo>
                      <a:pt x="12843" y="3344"/>
                      <a:pt x="12942" y="3398"/>
                      <a:pt x="13042" y="3398"/>
                    </a:cubicBezTo>
                    <a:cubicBezTo>
                      <a:pt x="13187" y="3398"/>
                      <a:pt x="13336" y="3284"/>
                      <a:pt x="13309" y="3122"/>
                    </a:cubicBezTo>
                    <a:cubicBezTo>
                      <a:pt x="13217" y="2756"/>
                      <a:pt x="13217" y="2390"/>
                      <a:pt x="13355" y="2070"/>
                    </a:cubicBezTo>
                    <a:cubicBezTo>
                      <a:pt x="13492" y="2161"/>
                      <a:pt x="13675" y="2298"/>
                      <a:pt x="13812" y="2436"/>
                    </a:cubicBezTo>
                    <a:cubicBezTo>
                      <a:pt x="13766" y="2481"/>
                      <a:pt x="13766" y="2481"/>
                      <a:pt x="13766" y="2527"/>
                    </a:cubicBezTo>
                    <a:cubicBezTo>
                      <a:pt x="13766" y="2939"/>
                      <a:pt x="13812" y="3305"/>
                      <a:pt x="13903" y="3670"/>
                    </a:cubicBezTo>
                    <a:lnTo>
                      <a:pt x="13766" y="3716"/>
                    </a:lnTo>
                    <a:cubicBezTo>
                      <a:pt x="13527" y="3836"/>
                      <a:pt x="13601" y="4199"/>
                      <a:pt x="13805" y="4199"/>
                    </a:cubicBezTo>
                    <a:cubicBezTo>
                      <a:pt x="13835" y="4199"/>
                      <a:pt x="13868" y="4191"/>
                      <a:pt x="13903" y="4174"/>
                    </a:cubicBezTo>
                    <a:lnTo>
                      <a:pt x="15001" y="3762"/>
                    </a:lnTo>
                    <a:cubicBezTo>
                      <a:pt x="15047" y="3808"/>
                      <a:pt x="15138" y="3899"/>
                      <a:pt x="15184" y="3991"/>
                    </a:cubicBezTo>
                    <a:cubicBezTo>
                      <a:pt x="14635" y="4174"/>
                      <a:pt x="14178" y="4402"/>
                      <a:pt x="13766" y="4768"/>
                    </a:cubicBezTo>
                    <a:cubicBezTo>
                      <a:pt x="13585" y="4949"/>
                      <a:pt x="13749" y="5188"/>
                      <a:pt x="13938" y="5188"/>
                    </a:cubicBezTo>
                    <a:cubicBezTo>
                      <a:pt x="13988" y="5188"/>
                      <a:pt x="14039" y="5172"/>
                      <a:pt x="14086" y="5134"/>
                    </a:cubicBezTo>
                    <a:cubicBezTo>
                      <a:pt x="14406" y="4860"/>
                      <a:pt x="14727" y="4677"/>
                      <a:pt x="15092" y="4539"/>
                    </a:cubicBezTo>
                    <a:lnTo>
                      <a:pt x="15092" y="4539"/>
                    </a:lnTo>
                    <a:cubicBezTo>
                      <a:pt x="14681" y="5363"/>
                      <a:pt x="14452" y="6232"/>
                      <a:pt x="14452" y="7146"/>
                    </a:cubicBezTo>
                    <a:cubicBezTo>
                      <a:pt x="14161" y="7229"/>
                      <a:pt x="14248" y="7616"/>
                      <a:pt x="14473" y="7616"/>
                    </a:cubicBezTo>
                    <a:cubicBezTo>
                      <a:pt x="14495" y="7616"/>
                      <a:pt x="14519" y="7612"/>
                      <a:pt x="14544" y="7604"/>
                    </a:cubicBezTo>
                    <a:cubicBezTo>
                      <a:pt x="14904" y="7493"/>
                      <a:pt x="15297" y="7432"/>
                      <a:pt x="15684" y="7432"/>
                    </a:cubicBezTo>
                    <a:cubicBezTo>
                      <a:pt x="15935" y="7432"/>
                      <a:pt x="16184" y="7458"/>
                      <a:pt x="16419" y="7512"/>
                    </a:cubicBezTo>
                    <a:lnTo>
                      <a:pt x="16510" y="7512"/>
                    </a:lnTo>
                    <a:cubicBezTo>
                      <a:pt x="16510" y="7695"/>
                      <a:pt x="16556" y="7878"/>
                      <a:pt x="16556" y="8015"/>
                    </a:cubicBezTo>
                    <a:lnTo>
                      <a:pt x="16373" y="8015"/>
                    </a:lnTo>
                    <a:cubicBezTo>
                      <a:pt x="15778" y="8015"/>
                      <a:pt x="15184" y="8061"/>
                      <a:pt x="14589" y="8198"/>
                    </a:cubicBezTo>
                    <a:cubicBezTo>
                      <a:pt x="14284" y="8242"/>
                      <a:pt x="14394" y="8659"/>
                      <a:pt x="14682" y="8659"/>
                    </a:cubicBezTo>
                    <a:cubicBezTo>
                      <a:pt x="14697" y="8659"/>
                      <a:pt x="14711" y="8658"/>
                      <a:pt x="14727" y="8655"/>
                    </a:cubicBezTo>
                    <a:cubicBezTo>
                      <a:pt x="15104" y="8552"/>
                      <a:pt x="15481" y="8501"/>
                      <a:pt x="15858" y="8501"/>
                    </a:cubicBezTo>
                    <a:cubicBezTo>
                      <a:pt x="15984" y="8501"/>
                      <a:pt x="16110" y="8507"/>
                      <a:pt x="16236" y="8518"/>
                    </a:cubicBezTo>
                    <a:cubicBezTo>
                      <a:pt x="16282" y="8541"/>
                      <a:pt x="16327" y="8552"/>
                      <a:pt x="16367" y="8552"/>
                    </a:cubicBezTo>
                    <a:cubicBezTo>
                      <a:pt x="16407" y="8552"/>
                      <a:pt x="16442" y="8541"/>
                      <a:pt x="16464" y="8518"/>
                    </a:cubicBezTo>
                    <a:lnTo>
                      <a:pt x="16556" y="8518"/>
                    </a:lnTo>
                    <a:lnTo>
                      <a:pt x="16556" y="8930"/>
                    </a:lnTo>
                    <a:cubicBezTo>
                      <a:pt x="16053" y="8930"/>
                      <a:pt x="15504" y="8976"/>
                      <a:pt x="15001" y="9113"/>
                    </a:cubicBezTo>
                    <a:cubicBezTo>
                      <a:pt x="14710" y="9196"/>
                      <a:pt x="14797" y="9582"/>
                      <a:pt x="15056" y="9582"/>
                    </a:cubicBezTo>
                    <a:cubicBezTo>
                      <a:pt x="15082" y="9582"/>
                      <a:pt x="15109" y="9578"/>
                      <a:pt x="15138" y="9570"/>
                    </a:cubicBezTo>
                    <a:cubicBezTo>
                      <a:pt x="15321" y="9524"/>
                      <a:pt x="15504" y="9524"/>
                      <a:pt x="15687" y="9479"/>
                    </a:cubicBezTo>
                    <a:cubicBezTo>
                      <a:pt x="15687" y="9524"/>
                      <a:pt x="15687" y="9524"/>
                      <a:pt x="15687" y="9524"/>
                    </a:cubicBezTo>
                    <a:cubicBezTo>
                      <a:pt x="15916" y="9799"/>
                      <a:pt x="16099" y="10073"/>
                      <a:pt x="16327" y="10348"/>
                    </a:cubicBezTo>
                    <a:cubicBezTo>
                      <a:pt x="16236" y="10576"/>
                      <a:pt x="16190" y="10805"/>
                      <a:pt x="16099" y="10988"/>
                    </a:cubicBezTo>
                    <a:cubicBezTo>
                      <a:pt x="15824" y="10713"/>
                      <a:pt x="15596" y="10393"/>
                      <a:pt x="15367" y="10073"/>
                    </a:cubicBezTo>
                    <a:cubicBezTo>
                      <a:pt x="15323" y="9986"/>
                      <a:pt x="15251" y="9949"/>
                      <a:pt x="15179" y="9949"/>
                    </a:cubicBezTo>
                    <a:cubicBezTo>
                      <a:pt x="15023" y="9949"/>
                      <a:pt x="14862" y="10115"/>
                      <a:pt x="14955" y="10302"/>
                    </a:cubicBezTo>
                    <a:cubicBezTo>
                      <a:pt x="15184" y="10759"/>
                      <a:pt x="15504" y="11125"/>
                      <a:pt x="15916" y="11491"/>
                    </a:cubicBezTo>
                    <a:cubicBezTo>
                      <a:pt x="15824" y="11674"/>
                      <a:pt x="15733" y="11857"/>
                      <a:pt x="15641" y="12040"/>
                    </a:cubicBezTo>
                    <a:lnTo>
                      <a:pt x="15138" y="11537"/>
                    </a:lnTo>
                    <a:cubicBezTo>
                      <a:pt x="15087" y="11486"/>
                      <a:pt x="15032" y="11464"/>
                      <a:pt x="14979" y="11464"/>
                    </a:cubicBezTo>
                    <a:cubicBezTo>
                      <a:pt x="14794" y="11464"/>
                      <a:pt x="14640" y="11725"/>
                      <a:pt x="14818" y="11902"/>
                    </a:cubicBezTo>
                    <a:lnTo>
                      <a:pt x="15367" y="12451"/>
                    </a:lnTo>
                    <a:cubicBezTo>
                      <a:pt x="15367" y="12497"/>
                      <a:pt x="15321" y="12543"/>
                      <a:pt x="15321" y="12543"/>
                    </a:cubicBezTo>
                    <a:lnTo>
                      <a:pt x="14818" y="12543"/>
                    </a:lnTo>
                    <a:cubicBezTo>
                      <a:pt x="14498" y="12543"/>
                      <a:pt x="14498" y="13046"/>
                      <a:pt x="14818" y="13046"/>
                    </a:cubicBezTo>
                    <a:lnTo>
                      <a:pt x="14955" y="13046"/>
                    </a:lnTo>
                    <a:cubicBezTo>
                      <a:pt x="13463" y="15008"/>
                      <a:pt x="11135" y="16174"/>
                      <a:pt x="8676" y="16174"/>
                    </a:cubicBezTo>
                    <a:cubicBezTo>
                      <a:pt x="8498" y="16174"/>
                      <a:pt x="8320" y="16168"/>
                      <a:pt x="8141" y="16156"/>
                    </a:cubicBezTo>
                    <a:cubicBezTo>
                      <a:pt x="3934" y="15744"/>
                      <a:pt x="1052" y="12085"/>
                      <a:pt x="869" y="8061"/>
                    </a:cubicBezTo>
                    <a:cubicBezTo>
                      <a:pt x="915" y="8015"/>
                      <a:pt x="961" y="7924"/>
                      <a:pt x="961" y="7832"/>
                    </a:cubicBezTo>
                    <a:cubicBezTo>
                      <a:pt x="880" y="3478"/>
                      <a:pt x="4563" y="464"/>
                      <a:pt x="8630" y="464"/>
                    </a:cubicBezTo>
                    <a:close/>
                    <a:moveTo>
                      <a:pt x="8630" y="0"/>
                    </a:moveTo>
                    <a:cubicBezTo>
                      <a:pt x="8483" y="0"/>
                      <a:pt x="8335" y="4"/>
                      <a:pt x="8187" y="12"/>
                    </a:cubicBezTo>
                    <a:cubicBezTo>
                      <a:pt x="4345" y="103"/>
                      <a:pt x="1144" y="2939"/>
                      <a:pt x="549" y="6735"/>
                    </a:cubicBezTo>
                    <a:cubicBezTo>
                      <a:pt x="458" y="6780"/>
                      <a:pt x="412" y="6826"/>
                      <a:pt x="412" y="6963"/>
                    </a:cubicBezTo>
                    <a:cubicBezTo>
                      <a:pt x="1" y="10759"/>
                      <a:pt x="2058" y="14372"/>
                      <a:pt x="5534" y="15973"/>
                    </a:cubicBezTo>
                    <a:cubicBezTo>
                      <a:pt x="6578" y="16427"/>
                      <a:pt x="7682" y="16645"/>
                      <a:pt x="8776" y="16645"/>
                    </a:cubicBezTo>
                    <a:cubicBezTo>
                      <a:pt x="10990" y="16645"/>
                      <a:pt x="13166" y="15750"/>
                      <a:pt x="14727" y="14098"/>
                    </a:cubicBezTo>
                    <a:cubicBezTo>
                      <a:pt x="15687" y="13137"/>
                      <a:pt x="16373" y="11948"/>
                      <a:pt x="16739" y="10668"/>
                    </a:cubicBezTo>
                    <a:cubicBezTo>
                      <a:pt x="16876" y="10622"/>
                      <a:pt x="16968" y="10485"/>
                      <a:pt x="16876" y="10348"/>
                    </a:cubicBezTo>
                    <a:lnTo>
                      <a:pt x="16876" y="10302"/>
                    </a:lnTo>
                    <a:cubicBezTo>
                      <a:pt x="17242" y="8518"/>
                      <a:pt x="17059" y="6689"/>
                      <a:pt x="16373" y="5042"/>
                    </a:cubicBezTo>
                    <a:cubicBezTo>
                      <a:pt x="15015" y="1976"/>
                      <a:pt x="11978" y="0"/>
                      <a:pt x="8630"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0"/>
              <p:cNvSpPr/>
              <p:nvPr/>
            </p:nvSpPr>
            <p:spPr>
              <a:xfrm>
                <a:off x="2640397" y="3786770"/>
                <a:ext cx="14815" cy="8710"/>
              </a:xfrm>
              <a:custGeom>
                <a:avLst/>
                <a:gdLst/>
                <a:ahLst/>
                <a:cxnLst/>
                <a:rect l="l" t="t" r="r" b="b"/>
                <a:pathLst>
                  <a:path w="779" h="458" extrusionOk="0">
                    <a:moveTo>
                      <a:pt x="321" y="0"/>
                    </a:moveTo>
                    <a:cubicBezTo>
                      <a:pt x="1" y="0"/>
                      <a:pt x="1" y="458"/>
                      <a:pt x="321" y="458"/>
                    </a:cubicBezTo>
                    <a:lnTo>
                      <a:pt x="458" y="458"/>
                    </a:lnTo>
                    <a:cubicBezTo>
                      <a:pt x="778" y="458"/>
                      <a:pt x="778" y="0"/>
                      <a:pt x="45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0"/>
              <p:cNvSpPr/>
              <p:nvPr/>
            </p:nvSpPr>
            <p:spPr>
              <a:xfrm>
                <a:off x="2644942" y="3747993"/>
                <a:ext cx="13655" cy="10726"/>
              </a:xfrm>
              <a:custGeom>
                <a:avLst/>
                <a:gdLst/>
                <a:ahLst/>
                <a:cxnLst/>
                <a:rect l="l" t="t" r="r" b="b"/>
                <a:pathLst>
                  <a:path w="718" h="564" extrusionOk="0">
                    <a:moveTo>
                      <a:pt x="379" y="0"/>
                    </a:moveTo>
                    <a:cubicBezTo>
                      <a:pt x="326" y="0"/>
                      <a:pt x="270" y="22"/>
                      <a:pt x="219" y="73"/>
                    </a:cubicBezTo>
                    <a:lnTo>
                      <a:pt x="174" y="164"/>
                    </a:lnTo>
                    <a:cubicBezTo>
                      <a:pt x="0" y="337"/>
                      <a:pt x="142" y="563"/>
                      <a:pt x="320" y="563"/>
                    </a:cubicBezTo>
                    <a:cubicBezTo>
                      <a:pt x="377" y="563"/>
                      <a:pt x="438" y="540"/>
                      <a:pt x="494" y="484"/>
                    </a:cubicBezTo>
                    <a:lnTo>
                      <a:pt x="539" y="439"/>
                    </a:lnTo>
                    <a:cubicBezTo>
                      <a:pt x="717" y="261"/>
                      <a:pt x="563"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0"/>
              <p:cNvSpPr/>
              <p:nvPr/>
            </p:nvSpPr>
            <p:spPr>
              <a:xfrm>
                <a:off x="2640511" y="3721026"/>
                <a:ext cx="13712" cy="10612"/>
              </a:xfrm>
              <a:custGeom>
                <a:avLst/>
                <a:gdLst/>
                <a:ahLst/>
                <a:cxnLst/>
                <a:rect l="l" t="t" r="r" b="b"/>
                <a:pathLst>
                  <a:path w="721" h="558" extrusionOk="0">
                    <a:moveTo>
                      <a:pt x="339" y="1"/>
                    </a:moveTo>
                    <a:cubicBezTo>
                      <a:pt x="154" y="1"/>
                      <a:pt x="0" y="261"/>
                      <a:pt x="178" y="439"/>
                    </a:cubicBezTo>
                    <a:lnTo>
                      <a:pt x="224" y="485"/>
                    </a:lnTo>
                    <a:cubicBezTo>
                      <a:pt x="265" y="536"/>
                      <a:pt x="315" y="558"/>
                      <a:pt x="366" y="558"/>
                    </a:cubicBezTo>
                    <a:cubicBezTo>
                      <a:pt x="541" y="558"/>
                      <a:pt x="721" y="306"/>
                      <a:pt x="544" y="165"/>
                    </a:cubicBezTo>
                    <a:lnTo>
                      <a:pt x="498" y="73"/>
                    </a:lnTo>
                    <a:cubicBezTo>
                      <a:pt x="447" y="22"/>
                      <a:pt x="392" y="1"/>
                      <a:pt x="33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0"/>
              <p:cNvSpPr/>
              <p:nvPr/>
            </p:nvSpPr>
            <p:spPr>
              <a:xfrm>
                <a:off x="2551662" y="3675689"/>
                <a:ext cx="20082" cy="26472"/>
              </a:xfrm>
              <a:custGeom>
                <a:avLst/>
                <a:gdLst/>
                <a:ahLst/>
                <a:cxnLst/>
                <a:rect l="l" t="t" r="r" b="b"/>
                <a:pathLst>
                  <a:path w="1056" h="1392" extrusionOk="0">
                    <a:moveTo>
                      <a:pt x="317" y="1"/>
                    </a:moveTo>
                    <a:cubicBezTo>
                      <a:pt x="161" y="1"/>
                      <a:pt x="0" y="166"/>
                      <a:pt x="94" y="353"/>
                    </a:cubicBezTo>
                    <a:lnTo>
                      <a:pt x="551" y="1268"/>
                    </a:lnTo>
                    <a:cubicBezTo>
                      <a:pt x="595" y="1356"/>
                      <a:pt x="666" y="1392"/>
                      <a:pt x="739" y="1392"/>
                    </a:cubicBezTo>
                    <a:cubicBezTo>
                      <a:pt x="895" y="1392"/>
                      <a:pt x="1056" y="1226"/>
                      <a:pt x="963" y="1039"/>
                    </a:cubicBezTo>
                    <a:lnTo>
                      <a:pt x="505" y="125"/>
                    </a:lnTo>
                    <a:cubicBezTo>
                      <a:pt x="461" y="37"/>
                      <a:pt x="390" y="1"/>
                      <a:pt x="317"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0"/>
              <p:cNvSpPr/>
              <p:nvPr/>
            </p:nvSpPr>
            <p:spPr>
              <a:xfrm>
                <a:off x="2545709" y="3659276"/>
                <a:ext cx="14586" cy="10612"/>
              </a:xfrm>
              <a:custGeom>
                <a:avLst/>
                <a:gdLst/>
                <a:ahLst/>
                <a:cxnLst/>
                <a:rect l="l" t="t" r="r" b="b"/>
                <a:pathLst>
                  <a:path w="767" h="558" extrusionOk="0">
                    <a:moveTo>
                      <a:pt x="379" y="1"/>
                    </a:moveTo>
                    <a:cubicBezTo>
                      <a:pt x="182" y="1"/>
                      <a:pt x="0" y="261"/>
                      <a:pt x="178" y="439"/>
                    </a:cubicBezTo>
                    <a:lnTo>
                      <a:pt x="224" y="485"/>
                    </a:lnTo>
                    <a:cubicBezTo>
                      <a:pt x="275" y="536"/>
                      <a:pt x="334" y="557"/>
                      <a:pt x="391" y="557"/>
                    </a:cubicBezTo>
                    <a:cubicBezTo>
                      <a:pt x="587" y="557"/>
                      <a:pt x="767" y="306"/>
                      <a:pt x="590" y="164"/>
                    </a:cubicBezTo>
                    <a:lnTo>
                      <a:pt x="544" y="73"/>
                    </a:lnTo>
                    <a:cubicBezTo>
                      <a:pt x="493" y="22"/>
                      <a:pt x="435" y="1"/>
                      <a:pt x="37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0"/>
              <p:cNvSpPr/>
              <p:nvPr/>
            </p:nvSpPr>
            <p:spPr>
              <a:xfrm>
                <a:off x="2665748" y="3919322"/>
                <a:ext cx="14586" cy="10612"/>
              </a:xfrm>
              <a:custGeom>
                <a:avLst/>
                <a:gdLst/>
                <a:ahLst/>
                <a:cxnLst/>
                <a:rect l="l" t="t" r="r" b="b"/>
                <a:pathLst>
                  <a:path w="767" h="558" extrusionOk="0">
                    <a:moveTo>
                      <a:pt x="428" y="1"/>
                    </a:moveTo>
                    <a:cubicBezTo>
                      <a:pt x="375" y="1"/>
                      <a:pt x="320" y="22"/>
                      <a:pt x="269" y="73"/>
                    </a:cubicBezTo>
                    <a:lnTo>
                      <a:pt x="177" y="165"/>
                    </a:lnTo>
                    <a:cubicBezTo>
                      <a:pt x="0" y="306"/>
                      <a:pt x="180" y="558"/>
                      <a:pt x="376" y="558"/>
                    </a:cubicBezTo>
                    <a:cubicBezTo>
                      <a:pt x="433" y="558"/>
                      <a:pt x="491" y="536"/>
                      <a:pt x="543" y="485"/>
                    </a:cubicBezTo>
                    <a:lnTo>
                      <a:pt x="589" y="439"/>
                    </a:lnTo>
                    <a:cubicBezTo>
                      <a:pt x="766" y="261"/>
                      <a:pt x="613" y="1"/>
                      <a:pt x="42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0"/>
              <p:cNvSpPr/>
              <p:nvPr/>
            </p:nvSpPr>
            <p:spPr>
              <a:xfrm>
                <a:off x="2125632" y="3509685"/>
                <a:ext cx="14796" cy="11468"/>
              </a:xfrm>
              <a:custGeom>
                <a:avLst/>
                <a:gdLst/>
                <a:ahLst/>
                <a:cxnLst/>
                <a:rect l="l" t="t" r="r" b="b"/>
                <a:pathLst>
                  <a:path w="778" h="603" extrusionOk="0">
                    <a:moveTo>
                      <a:pt x="429" y="0"/>
                    </a:moveTo>
                    <a:cubicBezTo>
                      <a:pt x="376" y="0"/>
                      <a:pt x="320" y="22"/>
                      <a:pt x="269" y="73"/>
                    </a:cubicBezTo>
                    <a:lnTo>
                      <a:pt x="178" y="164"/>
                    </a:lnTo>
                    <a:cubicBezTo>
                      <a:pt x="0" y="342"/>
                      <a:pt x="181" y="603"/>
                      <a:pt x="378" y="603"/>
                    </a:cubicBezTo>
                    <a:cubicBezTo>
                      <a:pt x="435" y="603"/>
                      <a:pt x="493" y="581"/>
                      <a:pt x="544" y="530"/>
                    </a:cubicBezTo>
                    <a:lnTo>
                      <a:pt x="635" y="439"/>
                    </a:lnTo>
                    <a:cubicBezTo>
                      <a:pt x="777" y="261"/>
                      <a:pt x="616" y="0"/>
                      <a:pt x="42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0"/>
              <p:cNvSpPr/>
              <p:nvPr/>
            </p:nvSpPr>
            <p:spPr>
              <a:xfrm>
                <a:off x="2179451" y="3557153"/>
                <a:ext cx="13940" cy="9585"/>
              </a:xfrm>
              <a:custGeom>
                <a:avLst/>
                <a:gdLst/>
                <a:ahLst/>
                <a:cxnLst/>
                <a:rect l="l" t="t" r="r" b="b"/>
                <a:pathLst>
                  <a:path w="733" h="504" extrusionOk="0">
                    <a:moveTo>
                      <a:pt x="275" y="1"/>
                    </a:moveTo>
                    <a:cubicBezTo>
                      <a:pt x="0" y="46"/>
                      <a:pt x="0" y="458"/>
                      <a:pt x="275" y="504"/>
                    </a:cubicBezTo>
                    <a:lnTo>
                      <a:pt x="458" y="504"/>
                    </a:lnTo>
                    <a:cubicBezTo>
                      <a:pt x="732" y="458"/>
                      <a:pt x="732" y="46"/>
                      <a:pt x="45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0"/>
              <p:cNvSpPr/>
              <p:nvPr/>
            </p:nvSpPr>
            <p:spPr>
              <a:xfrm>
                <a:off x="2381265" y="3272594"/>
                <a:ext cx="14662" cy="11125"/>
              </a:xfrm>
              <a:custGeom>
                <a:avLst/>
                <a:gdLst/>
                <a:ahLst/>
                <a:cxnLst/>
                <a:rect l="l" t="t" r="r" b="b"/>
                <a:pathLst>
                  <a:path w="771" h="585" extrusionOk="0">
                    <a:moveTo>
                      <a:pt x="353" y="0"/>
                    </a:moveTo>
                    <a:cubicBezTo>
                      <a:pt x="164" y="0"/>
                      <a:pt x="0" y="239"/>
                      <a:pt x="181" y="421"/>
                    </a:cubicBezTo>
                    <a:lnTo>
                      <a:pt x="273" y="512"/>
                    </a:lnTo>
                    <a:cubicBezTo>
                      <a:pt x="314" y="563"/>
                      <a:pt x="363" y="584"/>
                      <a:pt x="414" y="584"/>
                    </a:cubicBezTo>
                    <a:cubicBezTo>
                      <a:pt x="589" y="584"/>
                      <a:pt x="771" y="324"/>
                      <a:pt x="593" y="146"/>
                    </a:cubicBezTo>
                    <a:lnTo>
                      <a:pt x="501" y="55"/>
                    </a:lnTo>
                    <a:cubicBezTo>
                      <a:pt x="454" y="17"/>
                      <a:pt x="403" y="0"/>
                      <a:pt x="353"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0"/>
              <p:cNvSpPr/>
              <p:nvPr/>
            </p:nvSpPr>
            <p:spPr>
              <a:xfrm>
                <a:off x="2050836" y="3683638"/>
                <a:ext cx="14662" cy="11125"/>
              </a:xfrm>
              <a:custGeom>
                <a:avLst/>
                <a:gdLst/>
                <a:ahLst/>
                <a:cxnLst/>
                <a:rect l="l" t="t" r="r" b="b"/>
                <a:pathLst>
                  <a:path w="771" h="585" extrusionOk="0">
                    <a:moveTo>
                      <a:pt x="378" y="0"/>
                    </a:moveTo>
                    <a:cubicBezTo>
                      <a:pt x="181" y="0"/>
                      <a:pt x="0" y="261"/>
                      <a:pt x="178" y="438"/>
                    </a:cubicBezTo>
                    <a:lnTo>
                      <a:pt x="269" y="530"/>
                    </a:lnTo>
                    <a:cubicBezTo>
                      <a:pt x="317" y="568"/>
                      <a:pt x="368" y="584"/>
                      <a:pt x="417" y="584"/>
                    </a:cubicBezTo>
                    <a:cubicBezTo>
                      <a:pt x="607" y="584"/>
                      <a:pt x="771" y="345"/>
                      <a:pt x="589" y="164"/>
                    </a:cubicBezTo>
                    <a:lnTo>
                      <a:pt x="544" y="73"/>
                    </a:lnTo>
                    <a:cubicBezTo>
                      <a:pt x="493" y="22"/>
                      <a:pt x="435" y="0"/>
                      <a:pt x="37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0"/>
              <p:cNvSpPr/>
              <p:nvPr/>
            </p:nvSpPr>
            <p:spPr>
              <a:xfrm>
                <a:off x="2257746" y="3390008"/>
                <a:ext cx="14662" cy="10269"/>
              </a:xfrm>
              <a:custGeom>
                <a:avLst/>
                <a:gdLst/>
                <a:ahLst/>
                <a:cxnLst/>
                <a:rect l="l" t="t" r="r" b="b"/>
                <a:pathLst>
                  <a:path w="771" h="540" extrusionOk="0">
                    <a:moveTo>
                      <a:pt x="395" y="0"/>
                    </a:moveTo>
                    <a:cubicBezTo>
                      <a:pt x="193" y="0"/>
                      <a:pt x="1" y="239"/>
                      <a:pt x="182" y="421"/>
                    </a:cubicBezTo>
                    <a:lnTo>
                      <a:pt x="228" y="466"/>
                    </a:lnTo>
                    <a:cubicBezTo>
                      <a:pt x="280" y="518"/>
                      <a:pt x="338" y="539"/>
                      <a:pt x="395" y="539"/>
                    </a:cubicBezTo>
                    <a:cubicBezTo>
                      <a:pt x="591" y="539"/>
                      <a:pt x="771" y="288"/>
                      <a:pt x="594" y="146"/>
                    </a:cubicBezTo>
                    <a:lnTo>
                      <a:pt x="548" y="55"/>
                    </a:lnTo>
                    <a:cubicBezTo>
                      <a:pt x="501" y="17"/>
                      <a:pt x="447" y="0"/>
                      <a:pt x="39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0"/>
              <p:cNvSpPr/>
              <p:nvPr/>
            </p:nvSpPr>
            <p:spPr>
              <a:xfrm>
                <a:off x="2297835" y="3440100"/>
                <a:ext cx="15461" cy="10612"/>
              </a:xfrm>
              <a:custGeom>
                <a:avLst/>
                <a:gdLst/>
                <a:ahLst/>
                <a:cxnLst/>
                <a:rect l="l" t="t" r="r" b="b"/>
                <a:pathLst>
                  <a:path w="813" h="558" extrusionOk="0">
                    <a:moveTo>
                      <a:pt x="377" y="0"/>
                    </a:moveTo>
                    <a:cubicBezTo>
                      <a:pt x="180" y="0"/>
                      <a:pt x="1" y="252"/>
                      <a:pt x="178" y="393"/>
                    </a:cubicBezTo>
                    <a:lnTo>
                      <a:pt x="269" y="485"/>
                    </a:lnTo>
                    <a:cubicBezTo>
                      <a:pt x="321" y="536"/>
                      <a:pt x="380" y="558"/>
                      <a:pt x="437" y="558"/>
                    </a:cubicBezTo>
                    <a:cubicBezTo>
                      <a:pt x="633" y="558"/>
                      <a:pt x="812" y="306"/>
                      <a:pt x="635" y="165"/>
                    </a:cubicBezTo>
                    <a:lnTo>
                      <a:pt x="544" y="73"/>
                    </a:lnTo>
                    <a:cubicBezTo>
                      <a:pt x="492" y="22"/>
                      <a:pt x="434" y="0"/>
                      <a:pt x="377"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0"/>
              <p:cNvSpPr/>
              <p:nvPr/>
            </p:nvSpPr>
            <p:spPr>
              <a:xfrm>
                <a:off x="2888385" y="3854092"/>
                <a:ext cx="135557" cy="125059"/>
              </a:xfrm>
              <a:custGeom>
                <a:avLst/>
                <a:gdLst/>
                <a:ahLst/>
                <a:cxnLst/>
                <a:rect l="l" t="t" r="r" b="b"/>
                <a:pathLst>
                  <a:path w="7128" h="6576" extrusionOk="0">
                    <a:moveTo>
                      <a:pt x="378" y="1"/>
                    </a:moveTo>
                    <a:cubicBezTo>
                      <a:pt x="181" y="1"/>
                      <a:pt x="0" y="261"/>
                      <a:pt x="178" y="439"/>
                    </a:cubicBezTo>
                    <a:cubicBezTo>
                      <a:pt x="2190" y="2589"/>
                      <a:pt x="4294" y="4647"/>
                      <a:pt x="6580" y="6522"/>
                    </a:cubicBezTo>
                    <a:cubicBezTo>
                      <a:pt x="6628" y="6560"/>
                      <a:pt x="6681" y="6576"/>
                      <a:pt x="6734" y="6576"/>
                    </a:cubicBezTo>
                    <a:cubicBezTo>
                      <a:pt x="6935" y="6576"/>
                      <a:pt x="7128" y="6337"/>
                      <a:pt x="6946" y="6156"/>
                    </a:cubicBezTo>
                    <a:cubicBezTo>
                      <a:pt x="4660" y="4281"/>
                      <a:pt x="2510" y="2268"/>
                      <a:pt x="544" y="73"/>
                    </a:cubicBezTo>
                    <a:cubicBezTo>
                      <a:pt x="493" y="22"/>
                      <a:pt x="435" y="1"/>
                      <a:pt x="37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0"/>
              <p:cNvSpPr/>
              <p:nvPr/>
            </p:nvSpPr>
            <p:spPr>
              <a:xfrm>
                <a:off x="3093641" y="3971506"/>
                <a:ext cx="14662" cy="11125"/>
              </a:xfrm>
              <a:custGeom>
                <a:avLst/>
                <a:gdLst/>
                <a:ahLst/>
                <a:cxnLst/>
                <a:rect l="l" t="t" r="r" b="b"/>
                <a:pathLst>
                  <a:path w="771" h="585" extrusionOk="0">
                    <a:moveTo>
                      <a:pt x="339" y="1"/>
                    </a:moveTo>
                    <a:cubicBezTo>
                      <a:pt x="154" y="1"/>
                      <a:pt x="0" y="261"/>
                      <a:pt x="178" y="439"/>
                    </a:cubicBezTo>
                    <a:lnTo>
                      <a:pt x="269" y="531"/>
                    </a:lnTo>
                    <a:cubicBezTo>
                      <a:pt x="307" y="568"/>
                      <a:pt x="353" y="585"/>
                      <a:pt x="400" y="585"/>
                    </a:cubicBezTo>
                    <a:cubicBezTo>
                      <a:pt x="578" y="585"/>
                      <a:pt x="771" y="346"/>
                      <a:pt x="589" y="165"/>
                    </a:cubicBezTo>
                    <a:lnTo>
                      <a:pt x="498" y="73"/>
                    </a:lnTo>
                    <a:cubicBezTo>
                      <a:pt x="447" y="22"/>
                      <a:pt x="392" y="1"/>
                      <a:pt x="33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0"/>
              <p:cNvSpPr/>
              <p:nvPr/>
            </p:nvSpPr>
            <p:spPr>
              <a:xfrm>
                <a:off x="3090161" y="3940945"/>
                <a:ext cx="14510" cy="10726"/>
              </a:xfrm>
              <a:custGeom>
                <a:avLst/>
                <a:gdLst/>
                <a:ahLst/>
                <a:cxnLst/>
                <a:rect l="l" t="t" r="r" b="b"/>
                <a:pathLst>
                  <a:path w="763" h="564" extrusionOk="0">
                    <a:moveTo>
                      <a:pt x="424" y="1"/>
                    </a:moveTo>
                    <a:cubicBezTo>
                      <a:pt x="369" y="1"/>
                      <a:pt x="314" y="24"/>
                      <a:pt x="269" y="80"/>
                    </a:cubicBezTo>
                    <a:lnTo>
                      <a:pt x="178" y="125"/>
                    </a:lnTo>
                    <a:cubicBezTo>
                      <a:pt x="0" y="303"/>
                      <a:pt x="154" y="564"/>
                      <a:pt x="339" y="564"/>
                    </a:cubicBezTo>
                    <a:cubicBezTo>
                      <a:pt x="392" y="564"/>
                      <a:pt x="447" y="542"/>
                      <a:pt x="498" y="491"/>
                    </a:cubicBezTo>
                    <a:lnTo>
                      <a:pt x="590" y="400"/>
                    </a:lnTo>
                    <a:cubicBezTo>
                      <a:pt x="763" y="227"/>
                      <a:pt x="595" y="1"/>
                      <a:pt x="424"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0"/>
              <p:cNvSpPr/>
              <p:nvPr/>
            </p:nvSpPr>
            <p:spPr>
              <a:xfrm>
                <a:off x="2989311" y="3839772"/>
                <a:ext cx="20729" cy="14054"/>
              </a:xfrm>
              <a:custGeom>
                <a:avLst/>
                <a:gdLst/>
                <a:ahLst/>
                <a:cxnLst/>
                <a:rect l="l" t="t" r="r" b="b"/>
                <a:pathLst>
                  <a:path w="1090" h="739" extrusionOk="0">
                    <a:moveTo>
                      <a:pt x="810" y="0"/>
                    </a:moveTo>
                    <a:cubicBezTo>
                      <a:pt x="798" y="0"/>
                      <a:pt x="784" y="1"/>
                      <a:pt x="770" y="3"/>
                    </a:cubicBezTo>
                    <a:cubicBezTo>
                      <a:pt x="496" y="49"/>
                      <a:pt x="267" y="186"/>
                      <a:pt x="130" y="415"/>
                    </a:cubicBezTo>
                    <a:cubicBezTo>
                      <a:pt x="1" y="576"/>
                      <a:pt x="169" y="738"/>
                      <a:pt x="343" y="738"/>
                    </a:cubicBezTo>
                    <a:cubicBezTo>
                      <a:pt x="415" y="738"/>
                      <a:pt x="488" y="710"/>
                      <a:pt x="542" y="643"/>
                    </a:cubicBezTo>
                    <a:cubicBezTo>
                      <a:pt x="587" y="552"/>
                      <a:pt x="679" y="506"/>
                      <a:pt x="770" y="506"/>
                    </a:cubicBezTo>
                    <a:cubicBezTo>
                      <a:pt x="1077" y="462"/>
                      <a:pt x="1090" y="0"/>
                      <a:pt x="810"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0"/>
              <p:cNvSpPr/>
              <p:nvPr/>
            </p:nvSpPr>
            <p:spPr>
              <a:xfrm>
                <a:off x="2468042" y="4590849"/>
                <a:ext cx="55816" cy="86149"/>
              </a:xfrm>
              <a:custGeom>
                <a:avLst/>
                <a:gdLst/>
                <a:ahLst/>
                <a:cxnLst/>
                <a:rect l="l" t="t" r="r" b="b"/>
                <a:pathLst>
                  <a:path w="2935" h="4530" extrusionOk="0">
                    <a:moveTo>
                      <a:pt x="1606" y="0"/>
                    </a:moveTo>
                    <a:cubicBezTo>
                      <a:pt x="1534" y="0"/>
                      <a:pt x="1467" y="34"/>
                      <a:pt x="1426" y="114"/>
                    </a:cubicBezTo>
                    <a:cubicBezTo>
                      <a:pt x="832" y="1440"/>
                      <a:pt x="329" y="2812"/>
                      <a:pt x="54" y="4230"/>
                    </a:cubicBezTo>
                    <a:cubicBezTo>
                      <a:pt x="0" y="4420"/>
                      <a:pt x="156" y="4530"/>
                      <a:pt x="300" y="4530"/>
                    </a:cubicBezTo>
                    <a:cubicBezTo>
                      <a:pt x="399" y="4530"/>
                      <a:pt x="493" y="4479"/>
                      <a:pt x="512" y="4367"/>
                    </a:cubicBezTo>
                    <a:cubicBezTo>
                      <a:pt x="558" y="4047"/>
                      <a:pt x="649" y="3681"/>
                      <a:pt x="740" y="3361"/>
                    </a:cubicBezTo>
                    <a:cubicBezTo>
                      <a:pt x="786" y="3407"/>
                      <a:pt x="832" y="3407"/>
                      <a:pt x="923" y="3407"/>
                    </a:cubicBezTo>
                    <a:cubicBezTo>
                      <a:pt x="1335" y="3304"/>
                      <a:pt x="1747" y="3253"/>
                      <a:pt x="2178" y="3253"/>
                    </a:cubicBezTo>
                    <a:cubicBezTo>
                      <a:pt x="2321" y="3253"/>
                      <a:pt x="2467" y="3258"/>
                      <a:pt x="2616" y="3270"/>
                    </a:cubicBezTo>
                    <a:cubicBezTo>
                      <a:pt x="2631" y="3272"/>
                      <a:pt x="2645" y="3273"/>
                      <a:pt x="2659" y="3273"/>
                    </a:cubicBezTo>
                    <a:cubicBezTo>
                      <a:pt x="2935" y="3273"/>
                      <a:pt x="2920" y="2856"/>
                      <a:pt x="2616" y="2812"/>
                    </a:cubicBezTo>
                    <a:cubicBezTo>
                      <a:pt x="2405" y="2780"/>
                      <a:pt x="2200" y="2765"/>
                      <a:pt x="1999" y="2765"/>
                    </a:cubicBezTo>
                    <a:cubicBezTo>
                      <a:pt x="1632" y="2765"/>
                      <a:pt x="1278" y="2815"/>
                      <a:pt x="923" y="2904"/>
                    </a:cubicBezTo>
                    <a:cubicBezTo>
                      <a:pt x="969" y="2629"/>
                      <a:pt x="1061" y="2355"/>
                      <a:pt x="1152" y="2126"/>
                    </a:cubicBezTo>
                    <a:cubicBezTo>
                      <a:pt x="1198" y="2172"/>
                      <a:pt x="1289" y="2218"/>
                      <a:pt x="1381" y="2218"/>
                    </a:cubicBezTo>
                    <a:lnTo>
                      <a:pt x="2158" y="2081"/>
                    </a:lnTo>
                    <a:cubicBezTo>
                      <a:pt x="2464" y="2081"/>
                      <a:pt x="2352" y="1620"/>
                      <a:pt x="2062" y="1620"/>
                    </a:cubicBezTo>
                    <a:cubicBezTo>
                      <a:pt x="2049" y="1620"/>
                      <a:pt x="2035" y="1621"/>
                      <a:pt x="2021" y="1623"/>
                    </a:cubicBezTo>
                    <a:lnTo>
                      <a:pt x="1289" y="1715"/>
                    </a:lnTo>
                    <a:cubicBezTo>
                      <a:pt x="1472" y="1257"/>
                      <a:pt x="1655" y="800"/>
                      <a:pt x="1884" y="388"/>
                    </a:cubicBezTo>
                    <a:cubicBezTo>
                      <a:pt x="1981" y="194"/>
                      <a:pt x="1781" y="0"/>
                      <a:pt x="1606"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0"/>
              <p:cNvSpPr/>
              <p:nvPr/>
            </p:nvSpPr>
            <p:spPr>
              <a:xfrm>
                <a:off x="2523972" y="4623692"/>
                <a:ext cx="14510" cy="10726"/>
              </a:xfrm>
              <a:custGeom>
                <a:avLst/>
                <a:gdLst/>
                <a:ahLst/>
                <a:cxnLst/>
                <a:rect l="l" t="t" r="r" b="b"/>
                <a:pathLst>
                  <a:path w="763" h="564" extrusionOk="0">
                    <a:moveTo>
                      <a:pt x="443" y="1"/>
                    </a:moveTo>
                    <a:cubicBezTo>
                      <a:pt x="385" y="1"/>
                      <a:pt x="325" y="24"/>
                      <a:pt x="269" y="79"/>
                    </a:cubicBezTo>
                    <a:lnTo>
                      <a:pt x="178" y="171"/>
                    </a:lnTo>
                    <a:cubicBezTo>
                      <a:pt x="1" y="312"/>
                      <a:pt x="153" y="564"/>
                      <a:pt x="336" y="564"/>
                    </a:cubicBezTo>
                    <a:cubicBezTo>
                      <a:pt x="390" y="564"/>
                      <a:pt x="446" y="542"/>
                      <a:pt x="498" y="491"/>
                    </a:cubicBezTo>
                    <a:lnTo>
                      <a:pt x="589" y="399"/>
                    </a:lnTo>
                    <a:cubicBezTo>
                      <a:pt x="762" y="226"/>
                      <a:pt x="621" y="1"/>
                      <a:pt x="443"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0"/>
              <p:cNvSpPr/>
              <p:nvPr/>
            </p:nvSpPr>
            <p:spPr>
              <a:xfrm>
                <a:off x="3179829" y="3892241"/>
                <a:ext cx="14510" cy="10726"/>
              </a:xfrm>
              <a:custGeom>
                <a:avLst/>
                <a:gdLst/>
                <a:ahLst/>
                <a:cxnLst/>
                <a:rect l="l" t="t" r="r" b="b"/>
                <a:pathLst>
                  <a:path w="763" h="564" extrusionOk="0">
                    <a:moveTo>
                      <a:pt x="320" y="1"/>
                    </a:moveTo>
                    <a:cubicBezTo>
                      <a:pt x="142" y="1"/>
                      <a:pt x="0" y="226"/>
                      <a:pt x="173" y="400"/>
                    </a:cubicBezTo>
                    <a:lnTo>
                      <a:pt x="219" y="491"/>
                    </a:lnTo>
                    <a:cubicBezTo>
                      <a:pt x="270" y="542"/>
                      <a:pt x="328" y="564"/>
                      <a:pt x="384" y="564"/>
                    </a:cubicBezTo>
                    <a:cubicBezTo>
                      <a:pt x="581" y="564"/>
                      <a:pt x="763" y="303"/>
                      <a:pt x="585" y="125"/>
                    </a:cubicBezTo>
                    <a:lnTo>
                      <a:pt x="494" y="80"/>
                    </a:lnTo>
                    <a:cubicBezTo>
                      <a:pt x="438" y="24"/>
                      <a:pt x="377" y="1"/>
                      <a:pt x="32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0"/>
              <p:cNvSpPr/>
              <p:nvPr/>
            </p:nvSpPr>
            <p:spPr>
              <a:xfrm>
                <a:off x="3205578" y="3882276"/>
                <a:ext cx="14929" cy="10783"/>
              </a:xfrm>
              <a:custGeom>
                <a:avLst/>
                <a:gdLst/>
                <a:ahLst/>
                <a:cxnLst/>
                <a:rect l="l" t="t" r="r" b="b"/>
                <a:pathLst>
                  <a:path w="785" h="567" extrusionOk="0">
                    <a:moveTo>
                      <a:pt x="363" y="0"/>
                    </a:moveTo>
                    <a:cubicBezTo>
                      <a:pt x="172" y="0"/>
                      <a:pt x="1" y="239"/>
                      <a:pt x="146" y="421"/>
                    </a:cubicBezTo>
                    <a:lnTo>
                      <a:pt x="237" y="512"/>
                    </a:lnTo>
                    <a:cubicBezTo>
                      <a:pt x="285" y="550"/>
                      <a:pt x="338" y="566"/>
                      <a:pt x="390" y="566"/>
                    </a:cubicBezTo>
                    <a:cubicBezTo>
                      <a:pt x="592" y="566"/>
                      <a:pt x="784" y="327"/>
                      <a:pt x="603" y="146"/>
                    </a:cubicBezTo>
                    <a:lnTo>
                      <a:pt x="512" y="55"/>
                    </a:lnTo>
                    <a:cubicBezTo>
                      <a:pt x="464" y="17"/>
                      <a:pt x="413" y="0"/>
                      <a:pt x="363"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0"/>
              <p:cNvSpPr/>
              <p:nvPr/>
            </p:nvSpPr>
            <p:spPr>
              <a:xfrm>
                <a:off x="3327671" y="3900076"/>
                <a:ext cx="14510" cy="10726"/>
              </a:xfrm>
              <a:custGeom>
                <a:avLst/>
                <a:gdLst/>
                <a:ahLst/>
                <a:cxnLst/>
                <a:rect l="l" t="t" r="r" b="b"/>
                <a:pathLst>
                  <a:path w="763" h="564" extrusionOk="0">
                    <a:moveTo>
                      <a:pt x="340" y="0"/>
                    </a:moveTo>
                    <a:cubicBezTo>
                      <a:pt x="169" y="0"/>
                      <a:pt x="1" y="226"/>
                      <a:pt x="174" y="399"/>
                    </a:cubicBezTo>
                    <a:lnTo>
                      <a:pt x="220" y="491"/>
                    </a:lnTo>
                    <a:cubicBezTo>
                      <a:pt x="271" y="542"/>
                      <a:pt x="330" y="564"/>
                      <a:pt x="387" y="564"/>
                    </a:cubicBezTo>
                    <a:cubicBezTo>
                      <a:pt x="583" y="564"/>
                      <a:pt x="763" y="312"/>
                      <a:pt x="586" y="171"/>
                    </a:cubicBezTo>
                    <a:lnTo>
                      <a:pt x="494" y="79"/>
                    </a:lnTo>
                    <a:cubicBezTo>
                      <a:pt x="450" y="24"/>
                      <a:pt x="395" y="0"/>
                      <a:pt x="340"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0"/>
              <p:cNvSpPr/>
              <p:nvPr/>
            </p:nvSpPr>
            <p:spPr>
              <a:xfrm>
                <a:off x="3246599" y="3890263"/>
                <a:ext cx="14815" cy="9585"/>
              </a:xfrm>
              <a:custGeom>
                <a:avLst/>
                <a:gdLst/>
                <a:ahLst/>
                <a:cxnLst/>
                <a:rect l="l" t="t" r="r" b="b"/>
                <a:pathLst>
                  <a:path w="779" h="504" extrusionOk="0">
                    <a:moveTo>
                      <a:pt x="321" y="1"/>
                    </a:moveTo>
                    <a:cubicBezTo>
                      <a:pt x="1" y="1"/>
                      <a:pt x="1" y="504"/>
                      <a:pt x="321" y="504"/>
                    </a:cubicBezTo>
                    <a:lnTo>
                      <a:pt x="504" y="504"/>
                    </a:lnTo>
                    <a:cubicBezTo>
                      <a:pt x="778" y="504"/>
                      <a:pt x="778" y="1"/>
                      <a:pt x="504"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0"/>
              <p:cNvSpPr/>
              <p:nvPr/>
            </p:nvSpPr>
            <p:spPr>
              <a:xfrm>
                <a:off x="2786204" y="4298816"/>
                <a:ext cx="20957" cy="10745"/>
              </a:xfrm>
              <a:custGeom>
                <a:avLst/>
                <a:gdLst/>
                <a:ahLst/>
                <a:cxnLst/>
                <a:rect l="l" t="t" r="r" b="b"/>
                <a:pathLst>
                  <a:path w="1102" h="565" extrusionOk="0">
                    <a:moveTo>
                      <a:pt x="312" y="0"/>
                    </a:moveTo>
                    <a:cubicBezTo>
                      <a:pt x="88" y="0"/>
                      <a:pt x="0" y="386"/>
                      <a:pt x="291" y="470"/>
                    </a:cubicBezTo>
                    <a:lnTo>
                      <a:pt x="703" y="561"/>
                    </a:lnTo>
                    <a:cubicBezTo>
                      <a:pt x="716" y="563"/>
                      <a:pt x="729" y="564"/>
                      <a:pt x="741" y="564"/>
                    </a:cubicBezTo>
                    <a:cubicBezTo>
                      <a:pt x="990" y="564"/>
                      <a:pt x="1102" y="147"/>
                      <a:pt x="840" y="104"/>
                    </a:cubicBezTo>
                    <a:lnTo>
                      <a:pt x="383" y="12"/>
                    </a:lnTo>
                    <a:cubicBezTo>
                      <a:pt x="358" y="4"/>
                      <a:pt x="335" y="0"/>
                      <a:pt x="312"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0"/>
              <p:cNvSpPr/>
              <p:nvPr/>
            </p:nvSpPr>
            <p:spPr>
              <a:xfrm>
                <a:off x="2771770" y="4287501"/>
                <a:ext cx="85046" cy="91151"/>
              </a:xfrm>
              <a:custGeom>
                <a:avLst/>
                <a:gdLst/>
                <a:ahLst/>
                <a:cxnLst/>
                <a:rect l="l" t="t" r="r" b="b"/>
                <a:pathLst>
                  <a:path w="4472" h="4793" extrusionOk="0">
                    <a:moveTo>
                      <a:pt x="2539" y="1"/>
                    </a:moveTo>
                    <a:cubicBezTo>
                      <a:pt x="2517" y="1"/>
                      <a:pt x="2493" y="4"/>
                      <a:pt x="2468" y="13"/>
                    </a:cubicBezTo>
                    <a:cubicBezTo>
                      <a:pt x="1782" y="241"/>
                      <a:pt x="2240" y="1202"/>
                      <a:pt x="2377" y="1659"/>
                    </a:cubicBezTo>
                    <a:cubicBezTo>
                      <a:pt x="2422" y="1796"/>
                      <a:pt x="2468" y="1933"/>
                      <a:pt x="2514" y="2071"/>
                    </a:cubicBezTo>
                    <a:cubicBezTo>
                      <a:pt x="1965" y="1979"/>
                      <a:pt x="1416" y="1796"/>
                      <a:pt x="959" y="1522"/>
                    </a:cubicBezTo>
                    <a:cubicBezTo>
                      <a:pt x="921" y="1503"/>
                      <a:pt x="882" y="1494"/>
                      <a:pt x="846" y="1494"/>
                    </a:cubicBezTo>
                    <a:cubicBezTo>
                      <a:pt x="619" y="1494"/>
                      <a:pt x="449" y="1815"/>
                      <a:pt x="685" y="1933"/>
                    </a:cubicBezTo>
                    <a:cubicBezTo>
                      <a:pt x="1325" y="2254"/>
                      <a:pt x="2011" y="2482"/>
                      <a:pt x="2697" y="2574"/>
                    </a:cubicBezTo>
                    <a:cubicBezTo>
                      <a:pt x="2834" y="2802"/>
                      <a:pt x="2926" y="3077"/>
                      <a:pt x="3063" y="3305"/>
                    </a:cubicBezTo>
                    <a:cubicBezTo>
                      <a:pt x="2148" y="3305"/>
                      <a:pt x="1233" y="2985"/>
                      <a:pt x="502" y="2391"/>
                    </a:cubicBezTo>
                    <a:cubicBezTo>
                      <a:pt x="454" y="2353"/>
                      <a:pt x="403" y="2337"/>
                      <a:pt x="353" y="2337"/>
                    </a:cubicBezTo>
                    <a:cubicBezTo>
                      <a:pt x="164" y="2337"/>
                      <a:pt x="0" y="2575"/>
                      <a:pt x="182" y="2757"/>
                    </a:cubicBezTo>
                    <a:cubicBezTo>
                      <a:pt x="1005" y="3443"/>
                      <a:pt x="2057" y="3809"/>
                      <a:pt x="3108" y="3809"/>
                    </a:cubicBezTo>
                    <a:cubicBezTo>
                      <a:pt x="3200" y="3809"/>
                      <a:pt x="3246" y="3763"/>
                      <a:pt x="3291" y="3717"/>
                    </a:cubicBezTo>
                    <a:cubicBezTo>
                      <a:pt x="3474" y="4037"/>
                      <a:pt x="3703" y="4357"/>
                      <a:pt x="3932" y="4677"/>
                    </a:cubicBezTo>
                    <a:cubicBezTo>
                      <a:pt x="3986" y="4759"/>
                      <a:pt x="4061" y="4792"/>
                      <a:pt x="4134" y="4792"/>
                    </a:cubicBezTo>
                    <a:cubicBezTo>
                      <a:pt x="4307" y="4792"/>
                      <a:pt x="4472" y="4609"/>
                      <a:pt x="4343" y="4449"/>
                    </a:cubicBezTo>
                    <a:cubicBezTo>
                      <a:pt x="3932" y="3900"/>
                      <a:pt x="3566" y="3305"/>
                      <a:pt x="3291" y="2711"/>
                    </a:cubicBezTo>
                    <a:cubicBezTo>
                      <a:pt x="3291" y="2665"/>
                      <a:pt x="3246" y="2574"/>
                      <a:pt x="3200" y="2437"/>
                    </a:cubicBezTo>
                    <a:cubicBezTo>
                      <a:pt x="3200" y="2299"/>
                      <a:pt x="3154" y="2208"/>
                      <a:pt x="3063" y="2162"/>
                    </a:cubicBezTo>
                    <a:cubicBezTo>
                      <a:pt x="2834" y="1476"/>
                      <a:pt x="2422" y="516"/>
                      <a:pt x="2560" y="424"/>
                    </a:cubicBezTo>
                    <a:cubicBezTo>
                      <a:pt x="2851" y="383"/>
                      <a:pt x="2764" y="1"/>
                      <a:pt x="253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0"/>
              <p:cNvSpPr/>
              <p:nvPr/>
            </p:nvSpPr>
            <p:spPr>
              <a:xfrm>
                <a:off x="2849323" y="4326239"/>
                <a:ext cx="19816" cy="15594"/>
              </a:xfrm>
              <a:custGeom>
                <a:avLst/>
                <a:gdLst/>
                <a:ahLst/>
                <a:cxnLst/>
                <a:rect l="l" t="t" r="r" b="b"/>
                <a:pathLst>
                  <a:path w="1042" h="820" extrusionOk="0">
                    <a:moveTo>
                      <a:pt x="359" y="1"/>
                    </a:moveTo>
                    <a:cubicBezTo>
                      <a:pt x="168" y="1"/>
                      <a:pt x="1" y="226"/>
                      <a:pt x="174" y="400"/>
                    </a:cubicBezTo>
                    <a:lnTo>
                      <a:pt x="540" y="765"/>
                    </a:lnTo>
                    <a:cubicBezTo>
                      <a:pt x="578" y="803"/>
                      <a:pt x="623" y="820"/>
                      <a:pt x="670" y="820"/>
                    </a:cubicBezTo>
                    <a:cubicBezTo>
                      <a:pt x="849" y="820"/>
                      <a:pt x="1041" y="581"/>
                      <a:pt x="860" y="400"/>
                    </a:cubicBezTo>
                    <a:lnTo>
                      <a:pt x="540" y="79"/>
                    </a:lnTo>
                    <a:cubicBezTo>
                      <a:pt x="484" y="24"/>
                      <a:pt x="421" y="1"/>
                      <a:pt x="35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0"/>
              <p:cNvSpPr/>
              <p:nvPr/>
            </p:nvSpPr>
            <p:spPr>
              <a:xfrm>
                <a:off x="2171616" y="3688487"/>
                <a:ext cx="39157" cy="10460"/>
              </a:xfrm>
              <a:custGeom>
                <a:avLst/>
                <a:gdLst/>
                <a:ahLst/>
                <a:cxnLst/>
                <a:rect l="l" t="t" r="r" b="b"/>
                <a:pathLst>
                  <a:path w="2059" h="550" extrusionOk="0">
                    <a:moveTo>
                      <a:pt x="1784" y="0"/>
                    </a:moveTo>
                    <a:lnTo>
                      <a:pt x="321" y="46"/>
                    </a:lnTo>
                    <a:cubicBezTo>
                      <a:pt x="1" y="46"/>
                      <a:pt x="1" y="549"/>
                      <a:pt x="321" y="549"/>
                    </a:cubicBezTo>
                    <a:lnTo>
                      <a:pt x="1784" y="504"/>
                    </a:lnTo>
                    <a:cubicBezTo>
                      <a:pt x="2059" y="458"/>
                      <a:pt x="2059" y="46"/>
                      <a:pt x="1784"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0"/>
              <p:cNvSpPr/>
              <p:nvPr/>
            </p:nvSpPr>
            <p:spPr>
              <a:xfrm>
                <a:off x="2191014" y="3671029"/>
                <a:ext cx="24685" cy="10574"/>
              </a:xfrm>
              <a:custGeom>
                <a:avLst/>
                <a:gdLst/>
                <a:ahLst/>
                <a:cxnLst/>
                <a:rect l="l" t="t" r="r" b="b"/>
                <a:pathLst>
                  <a:path w="1298" h="556" extrusionOk="0">
                    <a:moveTo>
                      <a:pt x="404" y="1"/>
                    </a:moveTo>
                    <a:cubicBezTo>
                      <a:pt x="113" y="1"/>
                      <a:pt x="1" y="463"/>
                      <a:pt x="307" y="507"/>
                    </a:cubicBezTo>
                    <a:lnTo>
                      <a:pt x="856" y="553"/>
                    </a:lnTo>
                    <a:cubicBezTo>
                      <a:pt x="871" y="555"/>
                      <a:pt x="886" y="556"/>
                      <a:pt x="900" y="556"/>
                    </a:cubicBezTo>
                    <a:cubicBezTo>
                      <a:pt x="1188" y="556"/>
                      <a:pt x="1298" y="139"/>
                      <a:pt x="993" y="95"/>
                    </a:cubicBezTo>
                    <a:lnTo>
                      <a:pt x="444" y="4"/>
                    </a:lnTo>
                    <a:cubicBezTo>
                      <a:pt x="430" y="2"/>
                      <a:pt x="417" y="1"/>
                      <a:pt x="404"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0"/>
              <p:cNvSpPr/>
              <p:nvPr/>
            </p:nvSpPr>
            <p:spPr>
              <a:xfrm>
                <a:off x="2217714" y="3648265"/>
                <a:ext cx="17515" cy="38929"/>
              </a:xfrm>
              <a:custGeom>
                <a:avLst/>
                <a:gdLst/>
                <a:ahLst/>
                <a:cxnLst/>
                <a:rect l="l" t="t" r="r" b="b"/>
                <a:pathLst>
                  <a:path w="921" h="2047" extrusionOk="0">
                    <a:moveTo>
                      <a:pt x="355" y="0"/>
                    </a:moveTo>
                    <a:cubicBezTo>
                      <a:pt x="241" y="0"/>
                      <a:pt x="115" y="80"/>
                      <a:pt x="92" y="240"/>
                    </a:cubicBezTo>
                    <a:cubicBezTo>
                      <a:pt x="1" y="835"/>
                      <a:pt x="138" y="1384"/>
                      <a:pt x="412" y="1933"/>
                    </a:cubicBezTo>
                    <a:cubicBezTo>
                      <a:pt x="452" y="2013"/>
                      <a:pt x="516" y="2046"/>
                      <a:pt x="583" y="2046"/>
                    </a:cubicBezTo>
                    <a:cubicBezTo>
                      <a:pt x="743" y="2046"/>
                      <a:pt x="921" y="1852"/>
                      <a:pt x="824" y="1658"/>
                    </a:cubicBezTo>
                    <a:cubicBezTo>
                      <a:pt x="595" y="1247"/>
                      <a:pt x="504" y="743"/>
                      <a:pt x="549" y="240"/>
                    </a:cubicBezTo>
                    <a:cubicBezTo>
                      <a:pt x="572" y="80"/>
                      <a:pt x="469" y="0"/>
                      <a:pt x="35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0"/>
              <p:cNvSpPr/>
              <p:nvPr/>
            </p:nvSpPr>
            <p:spPr>
              <a:xfrm>
                <a:off x="2057967" y="3299941"/>
                <a:ext cx="56292" cy="15100"/>
              </a:xfrm>
              <a:custGeom>
                <a:avLst/>
                <a:gdLst/>
                <a:ahLst/>
                <a:cxnLst/>
                <a:rect l="l" t="t" r="r" b="b"/>
                <a:pathLst>
                  <a:path w="2960" h="794" extrusionOk="0">
                    <a:moveTo>
                      <a:pt x="885" y="1"/>
                    </a:moveTo>
                    <a:cubicBezTo>
                      <a:pt x="688" y="1"/>
                      <a:pt x="494" y="12"/>
                      <a:pt x="306" y="34"/>
                    </a:cubicBezTo>
                    <a:cubicBezTo>
                      <a:pt x="1" y="78"/>
                      <a:pt x="111" y="495"/>
                      <a:pt x="359" y="495"/>
                    </a:cubicBezTo>
                    <a:cubicBezTo>
                      <a:pt x="372" y="495"/>
                      <a:pt x="384" y="494"/>
                      <a:pt x="397" y="492"/>
                    </a:cubicBezTo>
                    <a:cubicBezTo>
                      <a:pt x="569" y="469"/>
                      <a:pt x="743" y="457"/>
                      <a:pt x="918" y="457"/>
                    </a:cubicBezTo>
                    <a:cubicBezTo>
                      <a:pt x="1443" y="457"/>
                      <a:pt x="1975" y="560"/>
                      <a:pt x="2455" y="766"/>
                    </a:cubicBezTo>
                    <a:cubicBezTo>
                      <a:pt x="2494" y="785"/>
                      <a:pt x="2532" y="794"/>
                      <a:pt x="2569" y="794"/>
                    </a:cubicBezTo>
                    <a:cubicBezTo>
                      <a:pt x="2795" y="794"/>
                      <a:pt x="2959" y="473"/>
                      <a:pt x="2684" y="355"/>
                    </a:cubicBezTo>
                    <a:cubicBezTo>
                      <a:pt x="2130" y="112"/>
                      <a:pt x="1497" y="1"/>
                      <a:pt x="885"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0"/>
              <p:cNvSpPr/>
              <p:nvPr/>
            </p:nvSpPr>
            <p:spPr>
              <a:xfrm>
                <a:off x="2075083" y="3283186"/>
                <a:ext cx="24361" cy="9585"/>
              </a:xfrm>
              <a:custGeom>
                <a:avLst/>
                <a:gdLst/>
                <a:ahLst/>
                <a:cxnLst/>
                <a:rect l="l" t="t" r="r" b="b"/>
                <a:pathLst>
                  <a:path w="1281" h="504" extrusionOk="0">
                    <a:moveTo>
                      <a:pt x="320" y="1"/>
                    </a:moveTo>
                    <a:cubicBezTo>
                      <a:pt x="0" y="1"/>
                      <a:pt x="0" y="504"/>
                      <a:pt x="320" y="504"/>
                    </a:cubicBezTo>
                    <a:lnTo>
                      <a:pt x="1006" y="504"/>
                    </a:lnTo>
                    <a:cubicBezTo>
                      <a:pt x="1281" y="504"/>
                      <a:pt x="1281" y="1"/>
                      <a:pt x="1006"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0"/>
              <p:cNvSpPr/>
              <p:nvPr/>
            </p:nvSpPr>
            <p:spPr>
              <a:xfrm>
                <a:off x="2104522" y="3261145"/>
                <a:ext cx="32083" cy="56596"/>
              </a:xfrm>
              <a:custGeom>
                <a:avLst/>
                <a:gdLst/>
                <a:ahLst/>
                <a:cxnLst/>
                <a:rect l="l" t="t" r="r" b="b"/>
                <a:pathLst>
                  <a:path w="1687" h="2976" extrusionOk="0">
                    <a:moveTo>
                      <a:pt x="262" y="0"/>
                    </a:moveTo>
                    <a:cubicBezTo>
                      <a:pt x="127" y="0"/>
                      <a:pt x="1" y="108"/>
                      <a:pt x="53" y="291"/>
                    </a:cubicBezTo>
                    <a:cubicBezTo>
                      <a:pt x="282" y="1205"/>
                      <a:pt x="648" y="2074"/>
                      <a:pt x="1151" y="2852"/>
                    </a:cubicBezTo>
                    <a:cubicBezTo>
                      <a:pt x="1209" y="2939"/>
                      <a:pt x="1291" y="2976"/>
                      <a:pt x="1369" y="2976"/>
                    </a:cubicBezTo>
                    <a:cubicBezTo>
                      <a:pt x="1536" y="2976"/>
                      <a:pt x="1687" y="2810"/>
                      <a:pt x="1562" y="2623"/>
                    </a:cubicBezTo>
                    <a:cubicBezTo>
                      <a:pt x="1105" y="1846"/>
                      <a:pt x="739" y="1023"/>
                      <a:pt x="510" y="199"/>
                    </a:cubicBezTo>
                    <a:cubicBezTo>
                      <a:pt x="471" y="62"/>
                      <a:pt x="364" y="0"/>
                      <a:pt x="262"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0"/>
              <p:cNvSpPr/>
              <p:nvPr/>
            </p:nvSpPr>
            <p:spPr>
              <a:xfrm>
                <a:off x="2127362" y="3285297"/>
                <a:ext cx="19740" cy="15937"/>
              </a:xfrm>
              <a:custGeom>
                <a:avLst/>
                <a:gdLst/>
                <a:ahLst/>
                <a:cxnLst/>
                <a:rect l="l" t="t" r="r" b="b"/>
                <a:pathLst>
                  <a:path w="1038" h="838" extrusionOk="0">
                    <a:moveTo>
                      <a:pt x="379" y="0"/>
                    </a:moveTo>
                    <a:cubicBezTo>
                      <a:pt x="182" y="0"/>
                      <a:pt x="1" y="261"/>
                      <a:pt x="178" y="439"/>
                    </a:cubicBezTo>
                    <a:lnTo>
                      <a:pt x="544" y="759"/>
                    </a:lnTo>
                    <a:cubicBezTo>
                      <a:pt x="589" y="814"/>
                      <a:pt x="644" y="837"/>
                      <a:pt x="699" y="837"/>
                    </a:cubicBezTo>
                    <a:cubicBezTo>
                      <a:pt x="870" y="837"/>
                      <a:pt x="1037" y="612"/>
                      <a:pt x="864" y="439"/>
                    </a:cubicBezTo>
                    <a:lnTo>
                      <a:pt x="544" y="73"/>
                    </a:lnTo>
                    <a:cubicBezTo>
                      <a:pt x="493" y="22"/>
                      <a:pt x="435"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0"/>
              <p:cNvSpPr/>
              <p:nvPr/>
            </p:nvSpPr>
            <p:spPr>
              <a:xfrm>
                <a:off x="2472568" y="3522579"/>
                <a:ext cx="22346" cy="12970"/>
              </a:xfrm>
              <a:custGeom>
                <a:avLst/>
                <a:gdLst/>
                <a:ahLst/>
                <a:cxnLst/>
                <a:rect l="l" t="t" r="r" b="b"/>
                <a:pathLst>
                  <a:path w="1175" h="682" extrusionOk="0">
                    <a:moveTo>
                      <a:pt x="695" y="0"/>
                    </a:moveTo>
                    <a:cubicBezTo>
                      <a:pt x="483" y="0"/>
                      <a:pt x="272" y="94"/>
                      <a:pt x="137" y="264"/>
                    </a:cubicBezTo>
                    <a:cubicBezTo>
                      <a:pt x="0" y="435"/>
                      <a:pt x="169" y="682"/>
                      <a:pt x="340" y="682"/>
                    </a:cubicBezTo>
                    <a:cubicBezTo>
                      <a:pt x="398" y="682"/>
                      <a:pt x="456" y="653"/>
                      <a:pt x="502" y="584"/>
                    </a:cubicBezTo>
                    <a:cubicBezTo>
                      <a:pt x="536" y="517"/>
                      <a:pt x="618" y="475"/>
                      <a:pt x="696" y="475"/>
                    </a:cubicBezTo>
                    <a:cubicBezTo>
                      <a:pt x="725" y="475"/>
                      <a:pt x="752" y="480"/>
                      <a:pt x="777" y="492"/>
                    </a:cubicBezTo>
                    <a:cubicBezTo>
                      <a:pt x="791" y="495"/>
                      <a:pt x="805" y="496"/>
                      <a:pt x="819" y="496"/>
                    </a:cubicBezTo>
                    <a:cubicBezTo>
                      <a:pt x="1065" y="496"/>
                      <a:pt x="1174" y="122"/>
                      <a:pt x="914" y="35"/>
                    </a:cubicBezTo>
                    <a:cubicBezTo>
                      <a:pt x="843" y="11"/>
                      <a:pt x="769" y="0"/>
                      <a:pt x="69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0"/>
              <p:cNvSpPr/>
              <p:nvPr/>
            </p:nvSpPr>
            <p:spPr>
              <a:xfrm>
                <a:off x="2946845" y="4170258"/>
                <a:ext cx="24666" cy="10574"/>
              </a:xfrm>
              <a:custGeom>
                <a:avLst/>
                <a:gdLst/>
                <a:ahLst/>
                <a:cxnLst/>
                <a:rect l="l" t="t" r="r" b="b"/>
                <a:pathLst>
                  <a:path w="1297" h="556" extrusionOk="0">
                    <a:moveTo>
                      <a:pt x="358" y="0"/>
                    </a:moveTo>
                    <a:cubicBezTo>
                      <a:pt x="110" y="0"/>
                      <a:pt x="0" y="417"/>
                      <a:pt x="305" y="461"/>
                    </a:cubicBezTo>
                    <a:lnTo>
                      <a:pt x="900" y="552"/>
                    </a:lnTo>
                    <a:cubicBezTo>
                      <a:pt x="913" y="555"/>
                      <a:pt x="925" y="556"/>
                      <a:pt x="938" y="556"/>
                    </a:cubicBezTo>
                    <a:cubicBezTo>
                      <a:pt x="1186" y="556"/>
                      <a:pt x="1296" y="139"/>
                      <a:pt x="991" y="95"/>
                    </a:cubicBezTo>
                    <a:lnTo>
                      <a:pt x="397" y="4"/>
                    </a:lnTo>
                    <a:cubicBezTo>
                      <a:pt x="384" y="2"/>
                      <a:pt x="371" y="0"/>
                      <a:pt x="35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0"/>
              <p:cNvSpPr/>
              <p:nvPr/>
            </p:nvSpPr>
            <p:spPr>
              <a:xfrm>
                <a:off x="2959701" y="4578069"/>
                <a:ext cx="14662" cy="11125"/>
              </a:xfrm>
              <a:custGeom>
                <a:avLst/>
                <a:gdLst/>
                <a:ahLst/>
                <a:cxnLst/>
                <a:rect l="l" t="t" r="r" b="b"/>
                <a:pathLst>
                  <a:path w="771" h="585" extrusionOk="0">
                    <a:moveTo>
                      <a:pt x="418" y="0"/>
                    </a:moveTo>
                    <a:cubicBezTo>
                      <a:pt x="368" y="0"/>
                      <a:pt x="317" y="16"/>
                      <a:pt x="269" y="54"/>
                    </a:cubicBezTo>
                    <a:lnTo>
                      <a:pt x="178" y="146"/>
                    </a:lnTo>
                    <a:cubicBezTo>
                      <a:pt x="0" y="324"/>
                      <a:pt x="182" y="584"/>
                      <a:pt x="379" y="584"/>
                    </a:cubicBezTo>
                    <a:cubicBezTo>
                      <a:pt x="435" y="584"/>
                      <a:pt x="493" y="563"/>
                      <a:pt x="544" y="512"/>
                    </a:cubicBezTo>
                    <a:lnTo>
                      <a:pt x="590" y="420"/>
                    </a:lnTo>
                    <a:cubicBezTo>
                      <a:pt x="771" y="239"/>
                      <a:pt x="607" y="0"/>
                      <a:pt x="41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0"/>
              <p:cNvSpPr/>
              <p:nvPr/>
            </p:nvSpPr>
            <p:spPr>
              <a:xfrm>
                <a:off x="3169388" y="4358550"/>
                <a:ext cx="14720" cy="10707"/>
              </a:xfrm>
              <a:custGeom>
                <a:avLst/>
                <a:gdLst/>
                <a:ahLst/>
                <a:cxnLst/>
                <a:rect l="l" t="t" r="r" b="b"/>
                <a:pathLst>
                  <a:path w="774" h="563" extrusionOk="0">
                    <a:moveTo>
                      <a:pt x="425" y="0"/>
                    </a:moveTo>
                    <a:cubicBezTo>
                      <a:pt x="372" y="0"/>
                      <a:pt x="316" y="22"/>
                      <a:pt x="265" y="73"/>
                    </a:cubicBezTo>
                    <a:lnTo>
                      <a:pt x="174" y="164"/>
                    </a:lnTo>
                    <a:cubicBezTo>
                      <a:pt x="0" y="337"/>
                      <a:pt x="168" y="563"/>
                      <a:pt x="359" y="563"/>
                    </a:cubicBezTo>
                    <a:cubicBezTo>
                      <a:pt x="420" y="563"/>
                      <a:pt x="484" y="540"/>
                      <a:pt x="540" y="484"/>
                    </a:cubicBezTo>
                    <a:lnTo>
                      <a:pt x="631" y="438"/>
                    </a:lnTo>
                    <a:cubicBezTo>
                      <a:pt x="773" y="261"/>
                      <a:pt x="611" y="0"/>
                      <a:pt x="42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0"/>
              <p:cNvSpPr/>
              <p:nvPr/>
            </p:nvSpPr>
            <p:spPr>
              <a:xfrm>
                <a:off x="3151911" y="4429866"/>
                <a:ext cx="14662" cy="11125"/>
              </a:xfrm>
              <a:custGeom>
                <a:avLst/>
                <a:gdLst/>
                <a:ahLst/>
                <a:cxnLst/>
                <a:rect l="l" t="t" r="r" b="b"/>
                <a:pathLst>
                  <a:path w="771" h="585" extrusionOk="0">
                    <a:moveTo>
                      <a:pt x="339" y="0"/>
                    </a:moveTo>
                    <a:cubicBezTo>
                      <a:pt x="154" y="0"/>
                      <a:pt x="0" y="261"/>
                      <a:pt x="178" y="439"/>
                    </a:cubicBezTo>
                    <a:lnTo>
                      <a:pt x="269" y="530"/>
                    </a:lnTo>
                    <a:cubicBezTo>
                      <a:pt x="307" y="568"/>
                      <a:pt x="353" y="584"/>
                      <a:pt x="400" y="584"/>
                    </a:cubicBezTo>
                    <a:cubicBezTo>
                      <a:pt x="578" y="584"/>
                      <a:pt x="771" y="345"/>
                      <a:pt x="590" y="164"/>
                    </a:cubicBezTo>
                    <a:lnTo>
                      <a:pt x="498" y="73"/>
                    </a:lnTo>
                    <a:cubicBezTo>
                      <a:pt x="447" y="22"/>
                      <a:pt x="392" y="0"/>
                      <a:pt x="33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0"/>
              <p:cNvSpPr/>
              <p:nvPr/>
            </p:nvSpPr>
            <p:spPr>
              <a:xfrm>
                <a:off x="1856705" y="3304011"/>
                <a:ext cx="105091" cy="100089"/>
              </a:xfrm>
              <a:custGeom>
                <a:avLst/>
                <a:gdLst/>
                <a:ahLst/>
                <a:cxnLst/>
                <a:rect l="l" t="t" r="r" b="b"/>
                <a:pathLst>
                  <a:path w="5526" h="5263" extrusionOk="0">
                    <a:moveTo>
                      <a:pt x="4111" y="0"/>
                    </a:moveTo>
                    <a:cubicBezTo>
                      <a:pt x="3896" y="0"/>
                      <a:pt x="3675" y="82"/>
                      <a:pt x="3480" y="278"/>
                    </a:cubicBezTo>
                    <a:cubicBezTo>
                      <a:pt x="2337" y="1375"/>
                      <a:pt x="1376" y="2564"/>
                      <a:pt x="507" y="3891"/>
                    </a:cubicBezTo>
                    <a:cubicBezTo>
                      <a:pt x="1" y="4587"/>
                      <a:pt x="656" y="5262"/>
                      <a:pt x="1350" y="5262"/>
                    </a:cubicBezTo>
                    <a:cubicBezTo>
                      <a:pt x="1658" y="5262"/>
                      <a:pt x="1974" y="5129"/>
                      <a:pt x="2200" y="4805"/>
                    </a:cubicBezTo>
                    <a:cubicBezTo>
                      <a:pt x="2977" y="3662"/>
                      <a:pt x="3846" y="2610"/>
                      <a:pt x="4852" y="1650"/>
                    </a:cubicBezTo>
                    <a:cubicBezTo>
                      <a:pt x="5526" y="976"/>
                      <a:pt x="4853" y="0"/>
                      <a:pt x="41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0"/>
              <p:cNvSpPr/>
              <p:nvPr/>
            </p:nvSpPr>
            <p:spPr>
              <a:xfrm>
                <a:off x="1936788" y="3264930"/>
                <a:ext cx="56558" cy="43493"/>
              </a:xfrm>
              <a:custGeom>
                <a:avLst/>
                <a:gdLst/>
                <a:ahLst/>
                <a:cxnLst/>
                <a:rect l="l" t="t" r="r" b="b"/>
                <a:pathLst>
                  <a:path w="2974" h="2287" extrusionOk="0">
                    <a:moveTo>
                      <a:pt x="1464" y="0"/>
                    </a:moveTo>
                    <a:cubicBezTo>
                      <a:pt x="1" y="0"/>
                      <a:pt x="1" y="2287"/>
                      <a:pt x="1464" y="2287"/>
                    </a:cubicBezTo>
                    <a:cubicBezTo>
                      <a:pt x="2973" y="2287"/>
                      <a:pt x="2973"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0"/>
              <p:cNvSpPr/>
              <p:nvPr/>
            </p:nvSpPr>
            <p:spPr>
              <a:xfrm>
                <a:off x="2262729" y="3915842"/>
                <a:ext cx="138714" cy="142232"/>
              </a:xfrm>
              <a:custGeom>
                <a:avLst/>
                <a:gdLst/>
                <a:ahLst/>
                <a:cxnLst/>
                <a:rect l="l" t="t" r="r" b="b"/>
                <a:pathLst>
                  <a:path w="7294" h="7479" extrusionOk="0">
                    <a:moveTo>
                      <a:pt x="1325" y="0"/>
                    </a:moveTo>
                    <a:cubicBezTo>
                      <a:pt x="683" y="0"/>
                      <a:pt x="0" y="690"/>
                      <a:pt x="378" y="1445"/>
                    </a:cubicBezTo>
                    <a:cubicBezTo>
                      <a:pt x="1567" y="3778"/>
                      <a:pt x="3350" y="5790"/>
                      <a:pt x="5500" y="7299"/>
                    </a:cubicBezTo>
                    <a:cubicBezTo>
                      <a:pt x="5672" y="7425"/>
                      <a:pt x="5843" y="7479"/>
                      <a:pt x="6004" y="7479"/>
                    </a:cubicBezTo>
                    <a:cubicBezTo>
                      <a:pt x="6777" y="7479"/>
                      <a:pt x="7294" y="6213"/>
                      <a:pt x="6460" y="5607"/>
                    </a:cubicBezTo>
                    <a:lnTo>
                      <a:pt x="6460" y="5607"/>
                    </a:lnTo>
                    <a:lnTo>
                      <a:pt x="6506" y="5653"/>
                    </a:lnTo>
                    <a:cubicBezTo>
                      <a:pt x="4631" y="4327"/>
                      <a:pt x="3122" y="2543"/>
                      <a:pt x="2070" y="485"/>
                    </a:cubicBezTo>
                    <a:cubicBezTo>
                      <a:pt x="1898" y="142"/>
                      <a:pt x="1616" y="0"/>
                      <a:pt x="13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0"/>
              <p:cNvSpPr/>
              <p:nvPr/>
            </p:nvSpPr>
            <p:spPr>
              <a:xfrm>
                <a:off x="2245556" y="3859816"/>
                <a:ext cx="56539" cy="43512"/>
              </a:xfrm>
              <a:custGeom>
                <a:avLst/>
                <a:gdLst/>
                <a:ahLst/>
                <a:cxnLst/>
                <a:rect l="l" t="t" r="r" b="b"/>
                <a:pathLst>
                  <a:path w="2973" h="2288" extrusionOk="0">
                    <a:moveTo>
                      <a:pt x="1509" y="1"/>
                    </a:moveTo>
                    <a:cubicBezTo>
                      <a:pt x="0" y="1"/>
                      <a:pt x="0" y="2288"/>
                      <a:pt x="1509" y="2288"/>
                    </a:cubicBezTo>
                    <a:cubicBezTo>
                      <a:pt x="2973" y="2288"/>
                      <a:pt x="2973" y="1"/>
                      <a:pt x="1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0"/>
              <p:cNvSpPr/>
              <p:nvPr/>
            </p:nvSpPr>
            <p:spPr>
              <a:xfrm>
                <a:off x="2249017" y="3818073"/>
                <a:ext cx="56558" cy="43512"/>
              </a:xfrm>
              <a:custGeom>
                <a:avLst/>
                <a:gdLst/>
                <a:ahLst/>
                <a:cxnLst/>
                <a:rect l="l" t="t" r="r" b="b"/>
                <a:pathLst>
                  <a:path w="2974" h="2288" extrusionOk="0">
                    <a:moveTo>
                      <a:pt x="1464" y="1"/>
                    </a:moveTo>
                    <a:cubicBezTo>
                      <a:pt x="1" y="1"/>
                      <a:pt x="1" y="2287"/>
                      <a:pt x="1464" y="2287"/>
                    </a:cubicBezTo>
                    <a:cubicBezTo>
                      <a:pt x="2928" y="2287"/>
                      <a:pt x="2974" y="1"/>
                      <a:pt x="14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0"/>
              <p:cNvSpPr/>
              <p:nvPr/>
            </p:nvSpPr>
            <p:spPr>
              <a:xfrm>
                <a:off x="2402108" y="4543761"/>
                <a:ext cx="43493" cy="100793"/>
              </a:xfrm>
              <a:custGeom>
                <a:avLst/>
                <a:gdLst/>
                <a:ahLst/>
                <a:cxnLst/>
                <a:rect l="l" t="t" r="r" b="b"/>
                <a:pathLst>
                  <a:path w="2287" h="5300" extrusionOk="0">
                    <a:moveTo>
                      <a:pt x="1340" y="0"/>
                    </a:moveTo>
                    <a:cubicBezTo>
                      <a:pt x="844" y="0"/>
                      <a:pt x="321" y="321"/>
                      <a:pt x="274" y="944"/>
                    </a:cubicBezTo>
                    <a:lnTo>
                      <a:pt x="46" y="4374"/>
                    </a:lnTo>
                    <a:cubicBezTo>
                      <a:pt x="0" y="4991"/>
                      <a:pt x="457" y="5300"/>
                      <a:pt x="938" y="5300"/>
                    </a:cubicBezTo>
                    <a:cubicBezTo>
                      <a:pt x="1418" y="5300"/>
                      <a:pt x="1921" y="4991"/>
                      <a:pt x="1967" y="4374"/>
                    </a:cubicBezTo>
                    <a:cubicBezTo>
                      <a:pt x="2058" y="3230"/>
                      <a:pt x="2149" y="2087"/>
                      <a:pt x="2241" y="944"/>
                    </a:cubicBezTo>
                    <a:cubicBezTo>
                      <a:pt x="2286" y="309"/>
                      <a:pt x="1826" y="0"/>
                      <a:pt x="1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0"/>
              <p:cNvSpPr/>
              <p:nvPr/>
            </p:nvSpPr>
            <p:spPr>
              <a:xfrm>
                <a:off x="2405569" y="4481688"/>
                <a:ext cx="55683" cy="43493"/>
              </a:xfrm>
              <a:custGeom>
                <a:avLst/>
                <a:gdLst/>
                <a:ahLst/>
                <a:cxnLst/>
                <a:rect l="l" t="t" r="r" b="b"/>
                <a:pathLst>
                  <a:path w="2928" h="2287" extrusionOk="0">
                    <a:moveTo>
                      <a:pt x="1464" y="0"/>
                    </a:moveTo>
                    <a:cubicBezTo>
                      <a:pt x="1" y="0"/>
                      <a:pt x="1" y="2287"/>
                      <a:pt x="1464" y="2287"/>
                    </a:cubicBezTo>
                    <a:cubicBezTo>
                      <a:pt x="2928" y="2287"/>
                      <a:pt x="2928"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0"/>
              <p:cNvSpPr/>
              <p:nvPr/>
            </p:nvSpPr>
            <p:spPr>
              <a:xfrm>
                <a:off x="3108760" y="3786789"/>
                <a:ext cx="90904" cy="45851"/>
              </a:xfrm>
              <a:custGeom>
                <a:avLst/>
                <a:gdLst/>
                <a:ahLst/>
                <a:cxnLst/>
                <a:rect l="l" t="t" r="r" b="b"/>
                <a:pathLst>
                  <a:path w="4780" h="2411" extrusionOk="0">
                    <a:moveTo>
                      <a:pt x="3174" y="1"/>
                    </a:moveTo>
                    <a:cubicBezTo>
                      <a:pt x="2388" y="1"/>
                      <a:pt x="1621" y="199"/>
                      <a:pt x="938" y="594"/>
                    </a:cubicBezTo>
                    <a:cubicBezTo>
                      <a:pt x="0" y="1102"/>
                      <a:pt x="564" y="2411"/>
                      <a:pt x="1433" y="2411"/>
                    </a:cubicBezTo>
                    <a:cubicBezTo>
                      <a:pt x="1581" y="2411"/>
                      <a:pt x="1738" y="2373"/>
                      <a:pt x="1898" y="2286"/>
                    </a:cubicBezTo>
                    <a:cubicBezTo>
                      <a:pt x="2348" y="2044"/>
                      <a:pt x="2851" y="1932"/>
                      <a:pt x="3347" y="1932"/>
                    </a:cubicBezTo>
                    <a:cubicBezTo>
                      <a:pt x="3506" y="1932"/>
                      <a:pt x="3664" y="1944"/>
                      <a:pt x="3819" y="1966"/>
                    </a:cubicBezTo>
                    <a:cubicBezTo>
                      <a:pt x="4368" y="1966"/>
                      <a:pt x="4779" y="1509"/>
                      <a:pt x="4779" y="1005"/>
                    </a:cubicBezTo>
                    <a:cubicBezTo>
                      <a:pt x="4779" y="457"/>
                      <a:pt x="4322" y="45"/>
                      <a:pt x="3819" y="45"/>
                    </a:cubicBezTo>
                    <a:cubicBezTo>
                      <a:pt x="3603" y="16"/>
                      <a:pt x="3388" y="1"/>
                      <a:pt x="31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0"/>
              <p:cNvSpPr/>
              <p:nvPr/>
            </p:nvSpPr>
            <p:spPr>
              <a:xfrm>
                <a:off x="3211816" y="3785895"/>
                <a:ext cx="55683" cy="43512"/>
              </a:xfrm>
              <a:custGeom>
                <a:avLst/>
                <a:gdLst/>
                <a:ahLst/>
                <a:cxnLst/>
                <a:rect l="l" t="t" r="r" b="b"/>
                <a:pathLst>
                  <a:path w="2928" h="2288" extrusionOk="0">
                    <a:moveTo>
                      <a:pt x="1464" y="1"/>
                    </a:moveTo>
                    <a:cubicBezTo>
                      <a:pt x="1" y="1"/>
                      <a:pt x="1" y="2287"/>
                      <a:pt x="1464" y="2287"/>
                    </a:cubicBezTo>
                    <a:cubicBezTo>
                      <a:pt x="2928" y="2287"/>
                      <a:pt x="2928" y="1"/>
                      <a:pt x="14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78"/>
        <p:cNvGrpSpPr/>
        <p:nvPr/>
      </p:nvGrpSpPr>
      <p:grpSpPr>
        <a:xfrm>
          <a:off x="0" y="0"/>
          <a:ext cx="0" cy="0"/>
          <a:chOff x="0" y="0"/>
          <a:chExt cx="0" cy="0"/>
        </a:xfrm>
      </p:grpSpPr>
      <p:sp>
        <p:nvSpPr>
          <p:cNvPr id="2379" name="Google Shape;2379;p51"/>
          <p:cNvSpPr/>
          <p:nvPr/>
        </p:nvSpPr>
        <p:spPr>
          <a:xfrm>
            <a:off x="1109829" y="1518961"/>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1"/>
          <p:cNvSpPr/>
          <p:nvPr/>
        </p:nvSpPr>
        <p:spPr>
          <a:xfrm>
            <a:off x="1109829" y="317743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1"/>
          <p:cNvSpPr/>
          <p:nvPr/>
        </p:nvSpPr>
        <p:spPr>
          <a:xfrm>
            <a:off x="4641771" y="1519023"/>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1"/>
          <p:cNvSpPr/>
          <p:nvPr/>
        </p:nvSpPr>
        <p:spPr>
          <a:xfrm>
            <a:off x="4641758" y="3206273"/>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1"/>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WHAT ABOUT </a:t>
            </a:r>
            <a:r>
              <a:rPr lang="en">
                <a:solidFill>
                  <a:schemeClr val="accent2"/>
                </a:solidFill>
              </a:rPr>
              <a:t>FOUR</a:t>
            </a:r>
            <a:r>
              <a:rPr lang="en"/>
              <a:t> COLUMNS?</a:t>
            </a:r>
            <a:endParaRPr/>
          </a:p>
        </p:txBody>
      </p:sp>
      <p:sp>
        <p:nvSpPr>
          <p:cNvPr id="2384" name="Google Shape;2384;p51"/>
          <p:cNvSpPr txBox="1">
            <a:spLocks noGrp="1"/>
          </p:cNvSpPr>
          <p:nvPr>
            <p:ph type="title" idx="2"/>
          </p:nvPr>
        </p:nvSpPr>
        <p:spPr>
          <a:xfrm>
            <a:off x="5388528" y="1585025"/>
            <a:ext cx="2523900" cy="36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a:t>
            </a:r>
            <a:endParaRPr/>
          </a:p>
        </p:txBody>
      </p:sp>
      <p:sp>
        <p:nvSpPr>
          <p:cNvPr id="2385" name="Google Shape;2385;p51"/>
          <p:cNvSpPr txBox="1">
            <a:spLocks noGrp="1"/>
          </p:cNvSpPr>
          <p:nvPr>
            <p:ph type="subTitle" idx="1"/>
          </p:nvPr>
        </p:nvSpPr>
        <p:spPr>
          <a:xfrm>
            <a:off x="5388517" y="1945072"/>
            <a:ext cx="2523900" cy="613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biggest planet in the Solar System</a:t>
            </a:r>
            <a:endParaRPr/>
          </a:p>
        </p:txBody>
      </p:sp>
      <p:sp>
        <p:nvSpPr>
          <p:cNvPr id="2386" name="Google Shape;2386;p51"/>
          <p:cNvSpPr txBox="1">
            <a:spLocks noGrp="1"/>
          </p:cNvSpPr>
          <p:nvPr>
            <p:ph type="title" idx="3"/>
          </p:nvPr>
        </p:nvSpPr>
        <p:spPr>
          <a:xfrm>
            <a:off x="5388528" y="3298325"/>
            <a:ext cx="2523900" cy="36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a:t>
            </a:r>
            <a:endParaRPr/>
          </a:p>
        </p:txBody>
      </p:sp>
      <p:sp>
        <p:nvSpPr>
          <p:cNvPr id="2387" name="Google Shape;2387;p51"/>
          <p:cNvSpPr txBox="1">
            <a:spLocks noGrp="1"/>
          </p:cNvSpPr>
          <p:nvPr>
            <p:ph type="subTitle" idx="4"/>
          </p:nvPr>
        </p:nvSpPr>
        <p:spPr>
          <a:xfrm>
            <a:off x="5388517" y="3658376"/>
            <a:ext cx="2523900" cy="613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but it’s terribly hot</a:t>
            </a:r>
            <a:endParaRPr/>
          </a:p>
        </p:txBody>
      </p:sp>
      <p:sp>
        <p:nvSpPr>
          <p:cNvPr id="2388" name="Google Shape;2388;p51"/>
          <p:cNvSpPr txBox="1">
            <a:spLocks noGrp="1"/>
          </p:cNvSpPr>
          <p:nvPr>
            <p:ph type="title" idx="5"/>
          </p:nvPr>
        </p:nvSpPr>
        <p:spPr>
          <a:xfrm>
            <a:off x="1869398" y="1585025"/>
            <a:ext cx="2523900" cy="36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MARS</a:t>
            </a:r>
            <a:endParaRPr/>
          </a:p>
        </p:txBody>
      </p:sp>
      <p:sp>
        <p:nvSpPr>
          <p:cNvPr id="2389" name="Google Shape;2389;p51"/>
          <p:cNvSpPr txBox="1">
            <a:spLocks noGrp="1"/>
          </p:cNvSpPr>
          <p:nvPr>
            <p:ph type="subTitle" idx="6"/>
          </p:nvPr>
        </p:nvSpPr>
        <p:spPr>
          <a:xfrm>
            <a:off x="1869387" y="1945072"/>
            <a:ext cx="2523900" cy="613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 very cold place</a:t>
            </a:r>
            <a:endParaRPr/>
          </a:p>
        </p:txBody>
      </p:sp>
      <p:sp>
        <p:nvSpPr>
          <p:cNvPr id="2390" name="Google Shape;2390;p51"/>
          <p:cNvSpPr txBox="1">
            <a:spLocks noGrp="1"/>
          </p:cNvSpPr>
          <p:nvPr>
            <p:ph type="title" idx="7"/>
          </p:nvPr>
        </p:nvSpPr>
        <p:spPr>
          <a:xfrm>
            <a:off x="1869398" y="3298325"/>
            <a:ext cx="2523900" cy="36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a:t>
            </a:r>
            <a:endParaRPr/>
          </a:p>
        </p:txBody>
      </p:sp>
      <p:sp>
        <p:nvSpPr>
          <p:cNvPr id="2391" name="Google Shape;2391;p51"/>
          <p:cNvSpPr txBox="1">
            <a:spLocks noGrp="1"/>
          </p:cNvSpPr>
          <p:nvPr>
            <p:ph type="subTitle" idx="8"/>
          </p:nvPr>
        </p:nvSpPr>
        <p:spPr>
          <a:xfrm>
            <a:off x="1869387" y="3658376"/>
            <a:ext cx="2523900" cy="613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a:t>
            </a:r>
            <a:endParaRPr/>
          </a:p>
        </p:txBody>
      </p:sp>
      <p:grpSp>
        <p:nvGrpSpPr>
          <p:cNvPr id="2392" name="Google Shape;2392;p51"/>
          <p:cNvGrpSpPr/>
          <p:nvPr/>
        </p:nvGrpSpPr>
        <p:grpSpPr>
          <a:xfrm>
            <a:off x="1173239" y="1636964"/>
            <a:ext cx="472214" cy="365758"/>
            <a:chOff x="3514575" y="2035375"/>
            <a:chExt cx="542775" cy="418200"/>
          </a:xfrm>
        </p:grpSpPr>
        <p:sp>
          <p:nvSpPr>
            <p:cNvPr id="2393" name="Google Shape;2393;p51"/>
            <p:cNvSpPr/>
            <p:nvPr/>
          </p:nvSpPr>
          <p:spPr>
            <a:xfrm>
              <a:off x="3514575" y="2035375"/>
              <a:ext cx="542775" cy="418200"/>
            </a:xfrm>
            <a:custGeom>
              <a:avLst/>
              <a:gdLst/>
              <a:ahLst/>
              <a:cxnLst/>
              <a:rect l="l" t="t" r="r" b="b"/>
              <a:pathLst>
                <a:path w="21711" h="16728" extrusionOk="0">
                  <a:moveTo>
                    <a:pt x="10862" y="2714"/>
                  </a:moveTo>
                  <a:cubicBezTo>
                    <a:pt x="12270" y="2714"/>
                    <a:pt x="13406" y="3864"/>
                    <a:pt x="13389" y="5272"/>
                  </a:cubicBezTo>
                  <a:cubicBezTo>
                    <a:pt x="13389" y="6096"/>
                    <a:pt x="13053" y="6998"/>
                    <a:pt x="12467" y="7748"/>
                  </a:cubicBezTo>
                  <a:cubicBezTo>
                    <a:pt x="11954" y="8403"/>
                    <a:pt x="11320" y="8827"/>
                    <a:pt x="10862" y="8827"/>
                  </a:cubicBezTo>
                  <a:cubicBezTo>
                    <a:pt x="10401" y="8827"/>
                    <a:pt x="9770" y="8403"/>
                    <a:pt x="9258" y="7748"/>
                  </a:cubicBezTo>
                  <a:cubicBezTo>
                    <a:pt x="8671" y="6998"/>
                    <a:pt x="8335" y="6092"/>
                    <a:pt x="8335" y="5272"/>
                  </a:cubicBezTo>
                  <a:cubicBezTo>
                    <a:pt x="8318" y="3864"/>
                    <a:pt x="9454" y="2714"/>
                    <a:pt x="10862" y="2714"/>
                  </a:cubicBezTo>
                  <a:close/>
                  <a:moveTo>
                    <a:pt x="12110" y="9240"/>
                  </a:moveTo>
                  <a:cubicBezTo>
                    <a:pt x="12616" y="9532"/>
                    <a:pt x="13009" y="9987"/>
                    <a:pt x="13220" y="10533"/>
                  </a:cubicBezTo>
                  <a:cubicBezTo>
                    <a:pt x="12438" y="10650"/>
                    <a:pt x="11650" y="10708"/>
                    <a:pt x="10862" y="10708"/>
                  </a:cubicBezTo>
                  <a:cubicBezTo>
                    <a:pt x="10074" y="10708"/>
                    <a:pt x="9286" y="10650"/>
                    <a:pt x="8505" y="10533"/>
                  </a:cubicBezTo>
                  <a:cubicBezTo>
                    <a:pt x="8715" y="9987"/>
                    <a:pt x="9105" y="9532"/>
                    <a:pt x="9610" y="9240"/>
                  </a:cubicBezTo>
                  <a:cubicBezTo>
                    <a:pt x="10031" y="9522"/>
                    <a:pt x="10465" y="9675"/>
                    <a:pt x="10862" y="9675"/>
                  </a:cubicBezTo>
                  <a:cubicBezTo>
                    <a:pt x="11259" y="9675"/>
                    <a:pt x="11690" y="9522"/>
                    <a:pt x="12110" y="9240"/>
                  </a:cubicBezTo>
                  <a:close/>
                  <a:moveTo>
                    <a:pt x="16028" y="9807"/>
                  </a:moveTo>
                  <a:cubicBezTo>
                    <a:pt x="19573" y="10370"/>
                    <a:pt x="20869" y="11340"/>
                    <a:pt x="20869" y="11866"/>
                  </a:cubicBezTo>
                  <a:cubicBezTo>
                    <a:pt x="20869" y="12266"/>
                    <a:pt x="20150" y="12928"/>
                    <a:pt x="18125" y="13484"/>
                  </a:cubicBezTo>
                  <a:cubicBezTo>
                    <a:pt x="16191" y="14017"/>
                    <a:pt x="13610" y="14308"/>
                    <a:pt x="10862" y="14308"/>
                  </a:cubicBezTo>
                  <a:cubicBezTo>
                    <a:pt x="8111" y="14308"/>
                    <a:pt x="5533" y="14017"/>
                    <a:pt x="3599" y="13484"/>
                  </a:cubicBezTo>
                  <a:cubicBezTo>
                    <a:pt x="1574" y="12928"/>
                    <a:pt x="855" y="12266"/>
                    <a:pt x="855" y="11866"/>
                  </a:cubicBezTo>
                  <a:cubicBezTo>
                    <a:pt x="855" y="11340"/>
                    <a:pt x="2151" y="10370"/>
                    <a:pt x="5696" y="9807"/>
                  </a:cubicBezTo>
                  <a:cubicBezTo>
                    <a:pt x="5703" y="9844"/>
                    <a:pt x="5713" y="9881"/>
                    <a:pt x="5723" y="9919"/>
                  </a:cubicBezTo>
                  <a:cubicBezTo>
                    <a:pt x="5862" y="10499"/>
                    <a:pt x="6503" y="10933"/>
                    <a:pt x="7626" y="11215"/>
                  </a:cubicBezTo>
                  <a:cubicBezTo>
                    <a:pt x="8505" y="11435"/>
                    <a:pt x="9651" y="11554"/>
                    <a:pt x="10862" y="11554"/>
                  </a:cubicBezTo>
                  <a:cubicBezTo>
                    <a:pt x="12070" y="11554"/>
                    <a:pt x="13220" y="11435"/>
                    <a:pt x="14098" y="11215"/>
                  </a:cubicBezTo>
                  <a:cubicBezTo>
                    <a:pt x="15221" y="10933"/>
                    <a:pt x="15862" y="10499"/>
                    <a:pt x="16001" y="9919"/>
                  </a:cubicBezTo>
                  <a:lnTo>
                    <a:pt x="16028" y="9807"/>
                  </a:lnTo>
                  <a:close/>
                  <a:moveTo>
                    <a:pt x="10855" y="0"/>
                  </a:moveTo>
                  <a:cubicBezTo>
                    <a:pt x="9509" y="0"/>
                    <a:pt x="8379" y="132"/>
                    <a:pt x="7494" y="390"/>
                  </a:cubicBezTo>
                  <a:cubicBezTo>
                    <a:pt x="5506" y="970"/>
                    <a:pt x="5089" y="2103"/>
                    <a:pt x="5089" y="2948"/>
                  </a:cubicBezTo>
                  <a:cubicBezTo>
                    <a:pt x="5089" y="3216"/>
                    <a:pt x="5089" y="3481"/>
                    <a:pt x="5095" y="3732"/>
                  </a:cubicBezTo>
                  <a:cubicBezTo>
                    <a:pt x="5095" y="3966"/>
                    <a:pt x="5285" y="4152"/>
                    <a:pt x="5519" y="4152"/>
                  </a:cubicBezTo>
                  <a:lnTo>
                    <a:pt x="5523" y="4152"/>
                  </a:lnTo>
                  <a:cubicBezTo>
                    <a:pt x="5757" y="4152"/>
                    <a:pt x="5943" y="3959"/>
                    <a:pt x="5943" y="3728"/>
                  </a:cubicBezTo>
                  <a:cubicBezTo>
                    <a:pt x="5940" y="3477"/>
                    <a:pt x="5937" y="3213"/>
                    <a:pt x="5937" y="2948"/>
                  </a:cubicBezTo>
                  <a:cubicBezTo>
                    <a:pt x="5937" y="1120"/>
                    <a:pt x="9017" y="848"/>
                    <a:pt x="10855" y="848"/>
                  </a:cubicBezTo>
                  <a:cubicBezTo>
                    <a:pt x="12694" y="848"/>
                    <a:pt x="15771" y="1120"/>
                    <a:pt x="15771" y="2945"/>
                  </a:cubicBezTo>
                  <a:cubicBezTo>
                    <a:pt x="15771" y="5862"/>
                    <a:pt x="15581" y="8012"/>
                    <a:pt x="15170" y="9715"/>
                  </a:cubicBezTo>
                  <a:cubicBezTo>
                    <a:pt x="15123" y="9915"/>
                    <a:pt x="14736" y="10153"/>
                    <a:pt x="14047" y="10343"/>
                  </a:cubicBezTo>
                  <a:cubicBezTo>
                    <a:pt x="13813" y="9664"/>
                    <a:pt x="13372" y="9074"/>
                    <a:pt x="12782" y="8660"/>
                  </a:cubicBezTo>
                  <a:cubicBezTo>
                    <a:pt x="12904" y="8535"/>
                    <a:pt x="13020" y="8403"/>
                    <a:pt x="13128" y="8263"/>
                  </a:cubicBezTo>
                  <a:cubicBezTo>
                    <a:pt x="13827" y="7368"/>
                    <a:pt x="14231" y="6276"/>
                    <a:pt x="14231" y="5268"/>
                  </a:cubicBezTo>
                  <a:cubicBezTo>
                    <a:pt x="14231" y="3399"/>
                    <a:pt x="12714" y="1879"/>
                    <a:pt x="10855" y="1879"/>
                  </a:cubicBezTo>
                  <a:cubicBezTo>
                    <a:pt x="8993" y="1879"/>
                    <a:pt x="7480" y="3399"/>
                    <a:pt x="7480" y="5268"/>
                  </a:cubicBezTo>
                  <a:cubicBezTo>
                    <a:pt x="7480" y="6276"/>
                    <a:pt x="7880" y="7368"/>
                    <a:pt x="8583" y="8263"/>
                  </a:cubicBezTo>
                  <a:cubicBezTo>
                    <a:pt x="8691" y="8403"/>
                    <a:pt x="8806" y="8535"/>
                    <a:pt x="8929" y="8660"/>
                  </a:cubicBezTo>
                  <a:cubicBezTo>
                    <a:pt x="8338" y="9074"/>
                    <a:pt x="7894" y="9664"/>
                    <a:pt x="7660" y="10343"/>
                  </a:cubicBezTo>
                  <a:cubicBezTo>
                    <a:pt x="6975" y="10153"/>
                    <a:pt x="6588" y="9915"/>
                    <a:pt x="6540" y="9715"/>
                  </a:cubicBezTo>
                  <a:cubicBezTo>
                    <a:pt x="6367" y="8979"/>
                    <a:pt x="6239" y="8236"/>
                    <a:pt x="6157" y="7483"/>
                  </a:cubicBezTo>
                  <a:cubicBezTo>
                    <a:pt x="6132" y="7269"/>
                    <a:pt x="5949" y="7111"/>
                    <a:pt x="5736" y="7111"/>
                  </a:cubicBezTo>
                  <a:cubicBezTo>
                    <a:pt x="5719" y="7111"/>
                    <a:pt x="5702" y="7112"/>
                    <a:pt x="5686" y="7114"/>
                  </a:cubicBezTo>
                  <a:cubicBezTo>
                    <a:pt x="5455" y="7141"/>
                    <a:pt x="5285" y="7351"/>
                    <a:pt x="5313" y="7582"/>
                  </a:cubicBezTo>
                  <a:cubicBezTo>
                    <a:pt x="5370" y="8067"/>
                    <a:pt x="5438" y="8528"/>
                    <a:pt x="5519" y="8969"/>
                  </a:cubicBezTo>
                  <a:cubicBezTo>
                    <a:pt x="3661" y="9271"/>
                    <a:pt x="0" y="10088"/>
                    <a:pt x="0" y="11859"/>
                  </a:cubicBezTo>
                  <a:cubicBezTo>
                    <a:pt x="0" y="12850"/>
                    <a:pt x="1164" y="13691"/>
                    <a:pt x="3369" y="14298"/>
                  </a:cubicBezTo>
                  <a:cubicBezTo>
                    <a:pt x="3745" y="14400"/>
                    <a:pt x="4146" y="14495"/>
                    <a:pt x="4566" y="14583"/>
                  </a:cubicBezTo>
                  <a:lnTo>
                    <a:pt x="4329" y="15472"/>
                  </a:lnTo>
                  <a:cubicBezTo>
                    <a:pt x="4268" y="15682"/>
                    <a:pt x="4376" y="15903"/>
                    <a:pt x="4576" y="15987"/>
                  </a:cubicBezTo>
                  <a:cubicBezTo>
                    <a:pt x="4627" y="16008"/>
                    <a:pt x="4682" y="16018"/>
                    <a:pt x="4736" y="16018"/>
                  </a:cubicBezTo>
                  <a:cubicBezTo>
                    <a:pt x="4926" y="16018"/>
                    <a:pt x="5095" y="15889"/>
                    <a:pt x="5143" y="15706"/>
                  </a:cubicBezTo>
                  <a:lnTo>
                    <a:pt x="5404" y="14736"/>
                  </a:lnTo>
                  <a:cubicBezTo>
                    <a:pt x="6917" y="14987"/>
                    <a:pt x="8637" y="15129"/>
                    <a:pt x="10431" y="15149"/>
                  </a:cubicBezTo>
                  <a:lnTo>
                    <a:pt x="10431" y="16293"/>
                  </a:lnTo>
                  <a:cubicBezTo>
                    <a:pt x="10428" y="16506"/>
                    <a:pt x="10581" y="16690"/>
                    <a:pt x="10794" y="16723"/>
                  </a:cubicBezTo>
                  <a:cubicBezTo>
                    <a:pt x="10815" y="16727"/>
                    <a:pt x="10836" y="16728"/>
                    <a:pt x="10856" y="16728"/>
                  </a:cubicBezTo>
                  <a:cubicBezTo>
                    <a:pt x="11085" y="16728"/>
                    <a:pt x="11279" y="16543"/>
                    <a:pt x="11279" y="16306"/>
                  </a:cubicBezTo>
                  <a:lnTo>
                    <a:pt x="11279" y="15149"/>
                  </a:lnTo>
                  <a:cubicBezTo>
                    <a:pt x="13077" y="15129"/>
                    <a:pt x="14794" y="14987"/>
                    <a:pt x="16310" y="14736"/>
                  </a:cubicBezTo>
                  <a:lnTo>
                    <a:pt x="16568" y="15706"/>
                  </a:lnTo>
                  <a:cubicBezTo>
                    <a:pt x="16619" y="15889"/>
                    <a:pt x="16785" y="16018"/>
                    <a:pt x="16978" y="16018"/>
                  </a:cubicBezTo>
                  <a:cubicBezTo>
                    <a:pt x="17016" y="16018"/>
                    <a:pt x="17053" y="16014"/>
                    <a:pt x="17087" y="16004"/>
                  </a:cubicBezTo>
                  <a:cubicBezTo>
                    <a:pt x="17314" y="15943"/>
                    <a:pt x="17446" y="15709"/>
                    <a:pt x="17389" y="15485"/>
                  </a:cubicBezTo>
                  <a:lnTo>
                    <a:pt x="17144" y="14583"/>
                  </a:lnTo>
                  <a:cubicBezTo>
                    <a:pt x="17565" y="14498"/>
                    <a:pt x="17965" y="14400"/>
                    <a:pt x="18345" y="14298"/>
                  </a:cubicBezTo>
                  <a:cubicBezTo>
                    <a:pt x="20547" y="13691"/>
                    <a:pt x="21710" y="12850"/>
                    <a:pt x="21710" y="11863"/>
                  </a:cubicBezTo>
                  <a:cubicBezTo>
                    <a:pt x="21710" y="10088"/>
                    <a:pt x="18050" y="9271"/>
                    <a:pt x="16191" y="8969"/>
                  </a:cubicBezTo>
                  <a:cubicBezTo>
                    <a:pt x="16483" y="7368"/>
                    <a:pt x="16619" y="5421"/>
                    <a:pt x="16619" y="2948"/>
                  </a:cubicBezTo>
                  <a:cubicBezTo>
                    <a:pt x="16619" y="2100"/>
                    <a:pt x="16201" y="970"/>
                    <a:pt x="14217" y="390"/>
                  </a:cubicBezTo>
                  <a:cubicBezTo>
                    <a:pt x="13332" y="132"/>
                    <a:pt x="12199" y="0"/>
                    <a:pt x="1085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1"/>
            <p:cNvSpPr/>
            <p:nvPr/>
          </p:nvSpPr>
          <p:spPr>
            <a:xfrm>
              <a:off x="3773075" y="2347950"/>
              <a:ext cx="25675" cy="21225"/>
            </a:xfrm>
            <a:custGeom>
              <a:avLst/>
              <a:gdLst/>
              <a:ahLst/>
              <a:cxnLst/>
              <a:rect l="l" t="t" r="r" b="b"/>
              <a:pathLst>
                <a:path w="1027" h="849" extrusionOk="0">
                  <a:moveTo>
                    <a:pt x="503" y="1"/>
                  </a:moveTo>
                  <a:cubicBezTo>
                    <a:pt x="344" y="1"/>
                    <a:pt x="202" y="95"/>
                    <a:pt x="139" y="241"/>
                  </a:cubicBezTo>
                  <a:cubicBezTo>
                    <a:pt x="0" y="539"/>
                    <a:pt x="230" y="848"/>
                    <a:pt x="523" y="848"/>
                  </a:cubicBezTo>
                  <a:cubicBezTo>
                    <a:pt x="575" y="848"/>
                    <a:pt x="628" y="839"/>
                    <a:pt x="682" y="818"/>
                  </a:cubicBezTo>
                  <a:cubicBezTo>
                    <a:pt x="793" y="777"/>
                    <a:pt x="882" y="686"/>
                    <a:pt x="922" y="571"/>
                  </a:cubicBezTo>
                  <a:cubicBezTo>
                    <a:pt x="1027" y="294"/>
                    <a:pt x="823" y="1"/>
                    <a:pt x="527" y="1"/>
                  </a:cubicBezTo>
                  <a:cubicBezTo>
                    <a:pt x="526" y="1"/>
                    <a:pt x="524" y="1"/>
                    <a:pt x="522" y="1"/>
                  </a:cubicBezTo>
                  <a:lnTo>
                    <a:pt x="512" y="1"/>
                  </a:lnTo>
                  <a:cubicBezTo>
                    <a:pt x="509" y="1"/>
                    <a:pt x="506" y="1"/>
                    <a:pt x="5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1"/>
            <p:cNvSpPr/>
            <p:nvPr/>
          </p:nvSpPr>
          <p:spPr>
            <a:xfrm>
              <a:off x="3696375" y="2342600"/>
              <a:ext cx="25650" cy="21275"/>
            </a:xfrm>
            <a:custGeom>
              <a:avLst/>
              <a:gdLst/>
              <a:ahLst/>
              <a:cxnLst/>
              <a:rect l="l" t="t" r="r" b="b"/>
              <a:pathLst>
                <a:path w="1026" h="851" extrusionOk="0">
                  <a:moveTo>
                    <a:pt x="510" y="1"/>
                  </a:moveTo>
                  <a:cubicBezTo>
                    <a:pt x="351" y="1"/>
                    <a:pt x="201" y="96"/>
                    <a:pt x="137" y="242"/>
                  </a:cubicBezTo>
                  <a:cubicBezTo>
                    <a:pt x="1" y="540"/>
                    <a:pt x="231" y="851"/>
                    <a:pt x="525" y="851"/>
                  </a:cubicBezTo>
                  <a:cubicBezTo>
                    <a:pt x="575" y="851"/>
                    <a:pt x="627" y="842"/>
                    <a:pt x="680" y="822"/>
                  </a:cubicBezTo>
                  <a:cubicBezTo>
                    <a:pt x="792" y="781"/>
                    <a:pt x="883" y="690"/>
                    <a:pt x="920" y="574"/>
                  </a:cubicBezTo>
                  <a:cubicBezTo>
                    <a:pt x="1026" y="296"/>
                    <a:pt x="819" y="1"/>
                    <a:pt x="52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1"/>
            <p:cNvSpPr/>
            <p:nvPr/>
          </p:nvSpPr>
          <p:spPr>
            <a:xfrm>
              <a:off x="3621850" y="2323525"/>
              <a:ext cx="25725" cy="21300"/>
            </a:xfrm>
            <a:custGeom>
              <a:avLst/>
              <a:gdLst/>
              <a:ahLst/>
              <a:cxnLst/>
              <a:rect l="l" t="t" r="r" b="b"/>
              <a:pathLst>
                <a:path w="1029" h="852" extrusionOk="0">
                  <a:moveTo>
                    <a:pt x="513" y="1"/>
                  </a:moveTo>
                  <a:cubicBezTo>
                    <a:pt x="353" y="1"/>
                    <a:pt x="204" y="92"/>
                    <a:pt x="140" y="242"/>
                  </a:cubicBezTo>
                  <a:cubicBezTo>
                    <a:pt x="1" y="539"/>
                    <a:pt x="231" y="852"/>
                    <a:pt x="525" y="852"/>
                  </a:cubicBezTo>
                  <a:cubicBezTo>
                    <a:pt x="576" y="852"/>
                    <a:pt x="629" y="842"/>
                    <a:pt x="682" y="822"/>
                  </a:cubicBezTo>
                  <a:cubicBezTo>
                    <a:pt x="794" y="781"/>
                    <a:pt x="886" y="689"/>
                    <a:pt x="923" y="574"/>
                  </a:cubicBezTo>
                  <a:cubicBezTo>
                    <a:pt x="1028" y="296"/>
                    <a:pt x="821" y="1"/>
                    <a:pt x="5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1"/>
            <p:cNvSpPr/>
            <p:nvPr/>
          </p:nvSpPr>
          <p:spPr>
            <a:xfrm>
              <a:off x="3849200" y="2342600"/>
              <a:ext cx="26675" cy="21250"/>
            </a:xfrm>
            <a:custGeom>
              <a:avLst/>
              <a:gdLst/>
              <a:ahLst/>
              <a:cxnLst/>
              <a:rect l="l" t="t" r="r" b="b"/>
              <a:pathLst>
                <a:path w="1067" h="850" extrusionOk="0">
                  <a:moveTo>
                    <a:pt x="544" y="1"/>
                  </a:moveTo>
                  <a:cubicBezTo>
                    <a:pt x="232" y="1"/>
                    <a:pt x="1" y="333"/>
                    <a:pt x="184" y="662"/>
                  </a:cubicBezTo>
                  <a:cubicBezTo>
                    <a:pt x="252" y="778"/>
                    <a:pt x="377" y="849"/>
                    <a:pt x="510" y="849"/>
                  </a:cubicBezTo>
                  <a:lnTo>
                    <a:pt x="557" y="849"/>
                  </a:lnTo>
                  <a:cubicBezTo>
                    <a:pt x="560" y="849"/>
                    <a:pt x="563" y="849"/>
                    <a:pt x="566" y="849"/>
                  </a:cubicBezTo>
                  <a:cubicBezTo>
                    <a:pt x="718" y="849"/>
                    <a:pt x="854" y="762"/>
                    <a:pt x="920" y="625"/>
                  </a:cubicBezTo>
                  <a:cubicBezTo>
                    <a:pt x="1066" y="340"/>
                    <a:pt x="863" y="1"/>
                    <a:pt x="5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1"/>
            <p:cNvSpPr/>
            <p:nvPr/>
          </p:nvSpPr>
          <p:spPr>
            <a:xfrm>
              <a:off x="3923675" y="2323525"/>
              <a:ext cx="26725" cy="21225"/>
            </a:xfrm>
            <a:custGeom>
              <a:avLst/>
              <a:gdLst/>
              <a:ahLst/>
              <a:cxnLst/>
              <a:rect l="l" t="t" r="r" b="b"/>
              <a:pathLst>
                <a:path w="1069" h="849" extrusionOk="0">
                  <a:moveTo>
                    <a:pt x="543" y="1"/>
                  </a:moveTo>
                  <a:cubicBezTo>
                    <a:pt x="231" y="1"/>
                    <a:pt x="0" y="337"/>
                    <a:pt x="183" y="662"/>
                  </a:cubicBezTo>
                  <a:cubicBezTo>
                    <a:pt x="251" y="777"/>
                    <a:pt x="377" y="849"/>
                    <a:pt x="509" y="849"/>
                  </a:cubicBezTo>
                  <a:lnTo>
                    <a:pt x="557" y="849"/>
                  </a:lnTo>
                  <a:cubicBezTo>
                    <a:pt x="559" y="849"/>
                    <a:pt x="562" y="849"/>
                    <a:pt x="565" y="849"/>
                  </a:cubicBezTo>
                  <a:cubicBezTo>
                    <a:pt x="718" y="849"/>
                    <a:pt x="853" y="761"/>
                    <a:pt x="919" y="625"/>
                  </a:cubicBezTo>
                  <a:cubicBezTo>
                    <a:pt x="1069" y="340"/>
                    <a:pt x="862" y="1"/>
                    <a:pt x="5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1"/>
            <p:cNvSpPr/>
            <p:nvPr/>
          </p:nvSpPr>
          <p:spPr>
            <a:xfrm>
              <a:off x="3737850" y="2170200"/>
              <a:ext cx="42175" cy="29425"/>
            </a:xfrm>
            <a:custGeom>
              <a:avLst/>
              <a:gdLst/>
              <a:ahLst/>
              <a:cxnLst/>
              <a:rect l="l" t="t" r="r" b="b"/>
              <a:pathLst>
                <a:path w="1687" h="1177" extrusionOk="0">
                  <a:moveTo>
                    <a:pt x="425" y="1"/>
                  </a:moveTo>
                  <a:cubicBezTo>
                    <a:pt x="191" y="1"/>
                    <a:pt x="1" y="191"/>
                    <a:pt x="1" y="425"/>
                  </a:cubicBezTo>
                  <a:cubicBezTo>
                    <a:pt x="1" y="659"/>
                    <a:pt x="191" y="849"/>
                    <a:pt x="425" y="849"/>
                  </a:cubicBezTo>
                  <a:cubicBezTo>
                    <a:pt x="615" y="849"/>
                    <a:pt x="795" y="923"/>
                    <a:pt x="927" y="1059"/>
                  </a:cubicBezTo>
                  <a:cubicBezTo>
                    <a:pt x="1009" y="1137"/>
                    <a:pt x="1114" y="1177"/>
                    <a:pt x="1220" y="1177"/>
                  </a:cubicBezTo>
                  <a:cubicBezTo>
                    <a:pt x="1329" y="1177"/>
                    <a:pt x="1438" y="1135"/>
                    <a:pt x="1521" y="1052"/>
                  </a:cubicBezTo>
                  <a:cubicBezTo>
                    <a:pt x="1683" y="889"/>
                    <a:pt x="1687" y="625"/>
                    <a:pt x="1527" y="459"/>
                  </a:cubicBezTo>
                  <a:cubicBezTo>
                    <a:pt x="1236" y="164"/>
                    <a:pt x="839" y="1"/>
                    <a:pt x="4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1"/>
            <p:cNvSpPr/>
            <p:nvPr/>
          </p:nvSpPr>
          <p:spPr>
            <a:xfrm>
              <a:off x="3789500" y="2170200"/>
              <a:ext cx="44800" cy="29550"/>
            </a:xfrm>
            <a:custGeom>
              <a:avLst/>
              <a:gdLst/>
              <a:ahLst/>
              <a:cxnLst/>
              <a:rect l="l" t="t" r="r" b="b"/>
              <a:pathLst>
                <a:path w="1792" h="1182" extrusionOk="0">
                  <a:moveTo>
                    <a:pt x="1356" y="1"/>
                  </a:moveTo>
                  <a:cubicBezTo>
                    <a:pt x="949" y="1"/>
                    <a:pt x="558" y="166"/>
                    <a:pt x="269" y="455"/>
                  </a:cubicBezTo>
                  <a:cubicBezTo>
                    <a:pt x="1" y="723"/>
                    <a:pt x="191" y="1178"/>
                    <a:pt x="567" y="1181"/>
                  </a:cubicBezTo>
                  <a:cubicBezTo>
                    <a:pt x="683" y="1178"/>
                    <a:pt x="788" y="1134"/>
                    <a:pt x="869" y="1056"/>
                  </a:cubicBezTo>
                  <a:cubicBezTo>
                    <a:pt x="1001" y="923"/>
                    <a:pt x="1181" y="849"/>
                    <a:pt x="1368" y="849"/>
                  </a:cubicBezTo>
                  <a:cubicBezTo>
                    <a:pt x="1602" y="849"/>
                    <a:pt x="1792" y="659"/>
                    <a:pt x="1792" y="425"/>
                  </a:cubicBezTo>
                  <a:cubicBezTo>
                    <a:pt x="1792" y="191"/>
                    <a:pt x="1602" y="1"/>
                    <a:pt x="1368" y="1"/>
                  </a:cubicBezTo>
                  <a:cubicBezTo>
                    <a:pt x="1364" y="1"/>
                    <a:pt x="1360" y="1"/>
                    <a:pt x="13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1"/>
            <p:cNvSpPr/>
            <p:nvPr/>
          </p:nvSpPr>
          <p:spPr>
            <a:xfrm>
              <a:off x="3641525" y="2165625"/>
              <a:ext cx="24025" cy="21050"/>
            </a:xfrm>
            <a:custGeom>
              <a:avLst/>
              <a:gdLst/>
              <a:ahLst/>
              <a:cxnLst/>
              <a:rect l="l" t="t" r="r" b="b"/>
              <a:pathLst>
                <a:path w="961" h="842" extrusionOk="0">
                  <a:moveTo>
                    <a:pt x="506" y="0"/>
                  </a:moveTo>
                  <a:cubicBezTo>
                    <a:pt x="501" y="0"/>
                    <a:pt x="497" y="0"/>
                    <a:pt x="492" y="1"/>
                  </a:cubicBezTo>
                  <a:cubicBezTo>
                    <a:pt x="489" y="0"/>
                    <a:pt x="487" y="0"/>
                    <a:pt x="484" y="0"/>
                  </a:cubicBezTo>
                  <a:cubicBezTo>
                    <a:pt x="334" y="0"/>
                    <a:pt x="196" y="88"/>
                    <a:pt x="129" y="224"/>
                  </a:cubicBezTo>
                  <a:cubicBezTo>
                    <a:pt x="0" y="479"/>
                    <a:pt x="153" y="784"/>
                    <a:pt x="435" y="835"/>
                  </a:cubicBezTo>
                  <a:cubicBezTo>
                    <a:pt x="459" y="839"/>
                    <a:pt x="483" y="841"/>
                    <a:pt x="507" y="841"/>
                  </a:cubicBezTo>
                  <a:cubicBezTo>
                    <a:pt x="757" y="841"/>
                    <a:pt x="961" y="620"/>
                    <a:pt x="927" y="360"/>
                  </a:cubicBezTo>
                  <a:cubicBezTo>
                    <a:pt x="893" y="154"/>
                    <a:pt x="714" y="0"/>
                    <a:pt x="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2" name="Google Shape;2402;p51"/>
          <p:cNvGrpSpPr/>
          <p:nvPr/>
        </p:nvGrpSpPr>
        <p:grpSpPr>
          <a:xfrm>
            <a:off x="4719199" y="1637033"/>
            <a:ext cx="446961" cy="365773"/>
            <a:chOff x="4978625" y="2021875"/>
            <a:chExt cx="545075" cy="445250"/>
          </a:xfrm>
        </p:grpSpPr>
        <p:sp>
          <p:nvSpPr>
            <p:cNvPr id="2403" name="Google Shape;2403;p51"/>
            <p:cNvSpPr/>
            <p:nvPr/>
          </p:nvSpPr>
          <p:spPr>
            <a:xfrm>
              <a:off x="4978625" y="2021875"/>
              <a:ext cx="545075" cy="445250"/>
            </a:xfrm>
            <a:custGeom>
              <a:avLst/>
              <a:gdLst/>
              <a:ahLst/>
              <a:cxnLst/>
              <a:rect l="l" t="t" r="r" b="b"/>
              <a:pathLst>
                <a:path w="21803" h="17810" extrusionOk="0">
                  <a:moveTo>
                    <a:pt x="10903" y="842"/>
                  </a:moveTo>
                  <a:cubicBezTo>
                    <a:pt x="12593" y="842"/>
                    <a:pt x="13983" y="2168"/>
                    <a:pt x="14139" y="3858"/>
                  </a:cubicBezTo>
                  <a:cubicBezTo>
                    <a:pt x="13061" y="3783"/>
                    <a:pt x="11979" y="3746"/>
                    <a:pt x="10903" y="3746"/>
                  </a:cubicBezTo>
                  <a:cubicBezTo>
                    <a:pt x="9825" y="3746"/>
                    <a:pt x="8739" y="3783"/>
                    <a:pt x="7664" y="3858"/>
                  </a:cubicBezTo>
                  <a:cubicBezTo>
                    <a:pt x="7820" y="2168"/>
                    <a:pt x="9211" y="842"/>
                    <a:pt x="10903" y="842"/>
                  </a:cubicBezTo>
                  <a:close/>
                  <a:moveTo>
                    <a:pt x="10903" y="4628"/>
                  </a:moveTo>
                  <a:cubicBezTo>
                    <a:pt x="12423" y="4628"/>
                    <a:pt x="13960" y="4706"/>
                    <a:pt x="15466" y="4852"/>
                  </a:cubicBezTo>
                  <a:cubicBezTo>
                    <a:pt x="16212" y="5313"/>
                    <a:pt x="16894" y="5869"/>
                    <a:pt x="17498" y="6507"/>
                  </a:cubicBezTo>
                  <a:lnTo>
                    <a:pt x="16378" y="6507"/>
                  </a:lnTo>
                  <a:cubicBezTo>
                    <a:pt x="16188" y="6507"/>
                    <a:pt x="16019" y="6636"/>
                    <a:pt x="15971" y="6819"/>
                  </a:cubicBezTo>
                  <a:lnTo>
                    <a:pt x="15442" y="8837"/>
                  </a:lnTo>
                  <a:lnTo>
                    <a:pt x="14597" y="8837"/>
                  </a:lnTo>
                  <a:cubicBezTo>
                    <a:pt x="14390" y="6945"/>
                    <a:pt x="12813" y="5472"/>
                    <a:pt x="10903" y="5472"/>
                  </a:cubicBezTo>
                  <a:cubicBezTo>
                    <a:pt x="8990" y="5472"/>
                    <a:pt x="7413" y="6948"/>
                    <a:pt x="7206" y="8841"/>
                  </a:cubicBezTo>
                  <a:lnTo>
                    <a:pt x="6361" y="8841"/>
                  </a:lnTo>
                  <a:lnTo>
                    <a:pt x="5832" y="6822"/>
                  </a:lnTo>
                  <a:cubicBezTo>
                    <a:pt x="5785" y="6636"/>
                    <a:pt x="5615" y="6507"/>
                    <a:pt x="5425" y="6507"/>
                  </a:cubicBezTo>
                  <a:lnTo>
                    <a:pt x="4306" y="6507"/>
                  </a:lnTo>
                  <a:cubicBezTo>
                    <a:pt x="4909" y="5873"/>
                    <a:pt x="5591" y="5316"/>
                    <a:pt x="6337" y="4855"/>
                  </a:cubicBezTo>
                  <a:lnTo>
                    <a:pt x="6337" y="4852"/>
                  </a:lnTo>
                  <a:cubicBezTo>
                    <a:pt x="7844" y="4706"/>
                    <a:pt x="9380" y="4628"/>
                    <a:pt x="10903" y="4628"/>
                  </a:cubicBezTo>
                  <a:close/>
                  <a:moveTo>
                    <a:pt x="5055" y="7311"/>
                  </a:moveTo>
                  <a:lnTo>
                    <a:pt x="5455" y="8837"/>
                  </a:lnTo>
                  <a:lnTo>
                    <a:pt x="4417" y="8837"/>
                  </a:lnTo>
                  <a:cubicBezTo>
                    <a:pt x="4228" y="8837"/>
                    <a:pt x="4061" y="8966"/>
                    <a:pt x="4010" y="9153"/>
                  </a:cubicBezTo>
                  <a:lnTo>
                    <a:pt x="3427" y="11381"/>
                  </a:lnTo>
                  <a:lnTo>
                    <a:pt x="1405" y="11381"/>
                  </a:lnTo>
                  <a:cubicBezTo>
                    <a:pt x="1884" y="9869"/>
                    <a:pt x="2606" y="8485"/>
                    <a:pt x="3525" y="7311"/>
                  </a:cubicBezTo>
                  <a:close/>
                  <a:moveTo>
                    <a:pt x="18281" y="7314"/>
                  </a:moveTo>
                  <a:cubicBezTo>
                    <a:pt x="19197" y="8488"/>
                    <a:pt x="19920" y="9872"/>
                    <a:pt x="20401" y="11385"/>
                  </a:cubicBezTo>
                  <a:lnTo>
                    <a:pt x="18376" y="11385"/>
                  </a:lnTo>
                  <a:lnTo>
                    <a:pt x="17793" y="9153"/>
                  </a:lnTo>
                  <a:cubicBezTo>
                    <a:pt x="17742" y="8970"/>
                    <a:pt x="17576" y="8841"/>
                    <a:pt x="17386" y="8841"/>
                  </a:cubicBezTo>
                  <a:lnTo>
                    <a:pt x="16348" y="8841"/>
                  </a:lnTo>
                  <a:lnTo>
                    <a:pt x="16748" y="7314"/>
                  </a:lnTo>
                  <a:close/>
                  <a:moveTo>
                    <a:pt x="10903" y="6320"/>
                  </a:moveTo>
                  <a:cubicBezTo>
                    <a:pt x="12501" y="6320"/>
                    <a:pt x="13804" y="7643"/>
                    <a:pt x="13804" y="9268"/>
                  </a:cubicBezTo>
                  <a:cubicBezTo>
                    <a:pt x="13804" y="10221"/>
                    <a:pt x="13346" y="11117"/>
                    <a:pt x="12572" y="11677"/>
                  </a:cubicBezTo>
                  <a:cubicBezTo>
                    <a:pt x="12355" y="11799"/>
                    <a:pt x="12291" y="12084"/>
                    <a:pt x="12433" y="12287"/>
                  </a:cubicBezTo>
                  <a:cubicBezTo>
                    <a:pt x="12517" y="12406"/>
                    <a:pt x="12648" y="12468"/>
                    <a:pt x="12781" y="12468"/>
                  </a:cubicBezTo>
                  <a:cubicBezTo>
                    <a:pt x="12878" y="12468"/>
                    <a:pt x="12977" y="12434"/>
                    <a:pt x="13057" y="12365"/>
                  </a:cubicBezTo>
                  <a:cubicBezTo>
                    <a:pt x="13936" y="11738"/>
                    <a:pt x="14509" y="10764"/>
                    <a:pt x="14628" y="9689"/>
                  </a:cubicBezTo>
                  <a:lnTo>
                    <a:pt x="17057" y="9689"/>
                  </a:lnTo>
                  <a:lnTo>
                    <a:pt x="17647" y="11917"/>
                  </a:lnTo>
                  <a:cubicBezTo>
                    <a:pt x="17694" y="12104"/>
                    <a:pt x="17864" y="12233"/>
                    <a:pt x="18054" y="12233"/>
                  </a:cubicBezTo>
                  <a:lnTo>
                    <a:pt x="20639" y="12233"/>
                  </a:lnTo>
                  <a:cubicBezTo>
                    <a:pt x="20720" y="12559"/>
                    <a:pt x="20792" y="12888"/>
                    <a:pt x="20849" y="13223"/>
                  </a:cubicBezTo>
                  <a:cubicBezTo>
                    <a:pt x="17552" y="13671"/>
                    <a:pt x="14228" y="13898"/>
                    <a:pt x="10903" y="13898"/>
                  </a:cubicBezTo>
                  <a:lnTo>
                    <a:pt x="10903" y="13895"/>
                  </a:lnTo>
                  <a:cubicBezTo>
                    <a:pt x="7576" y="13895"/>
                    <a:pt x="4251" y="13671"/>
                    <a:pt x="957" y="13223"/>
                  </a:cubicBezTo>
                  <a:cubicBezTo>
                    <a:pt x="1015" y="12888"/>
                    <a:pt x="1086" y="12559"/>
                    <a:pt x="1168" y="12233"/>
                  </a:cubicBezTo>
                  <a:lnTo>
                    <a:pt x="3749" y="12233"/>
                  </a:lnTo>
                  <a:cubicBezTo>
                    <a:pt x="3943" y="12233"/>
                    <a:pt x="4109" y="12104"/>
                    <a:pt x="4160" y="11917"/>
                  </a:cubicBezTo>
                  <a:lnTo>
                    <a:pt x="4750" y="9689"/>
                  </a:lnTo>
                  <a:lnTo>
                    <a:pt x="7179" y="9689"/>
                  </a:lnTo>
                  <a:cubicBezTo>
                    <a:pt x="7297" y="10764"/>
                    <a:pt x="7867" y="11738"/>
                    <a:pt x="8746" y="12365"/>
                  </a:cubicBezTo>
                  <a:cubicBezTo>
                    <a:pt x="8827" y="12434"/>
                    <a:pt x="8925" y="12468"/>
                    <a:pt x="9023" y="12468"/>
                  </a:cubicBezTo>
                  <a:cubicBezTo>
                    <a:pt x="9155" y="12468"/>
                    <a:pt x="9286" y="12406"/>
                    <a:pt x="9370" y="12287"/>
                  </a:cubicBezTo>
                  <a:cubicBezTo>
                    <a:pt x="9513" y="12084"/>
                    <a:pt x="9451" y="11802"/>
                    <a:pt x="9234" y="11677"/>
                  </a:cubicBezTo>
                  <a:cubicBezTo>
                    <a:pt x="8461" y="11117"/>
                    <a:pt x="8003" y="10221"/>
                    <a:pt x="8003" y="9268"/>
                  </a:cubicBezTo>
                  <a:cubicBezTo>
                    <a:pt x="8003" y="7643"/>
                    <a:pt x="9306" y="6320"/>
                    <a:pt x="10903" y="6320"/>
                  </a:cubicBezTo>
                  <a:close/>
                  <a:moveTo>
                    <a:pt x="13804" y="14716"/>
                  </a:moveTo>
                  <a:lnTo>
                    <a:pt x="13804" y="15198"/>
                  </a:lnTo>
                  <a:cubicBezTo>
                    <a:pt x="13810" y="15428"/>
                    <a:pt x="13627" y="15618"/>
                    <a:pt x="13397" y="15622"/>
                  </a:cubicBezTo>
                  <a:lnTo>
                    <a:pt x="8403" y="15622"/>
                  </a:lnTo>
                  <a:cubicBezTo>
                    <a:pt x="8173" y="15618"/>
                    <a:pt x="7989" y="15428"/>
                    <a:pt x="7996" y="15198"/>
                  </a:cubicBezTo>
                  <a:lnTo>
                    <a:pt x="7996" y="14716"/>
                  </a:lnTo>
                  <a:cubicBezTo>
                    <a:pt x="8963" y="14753"/>
                    <a:pt x="9933" y="14774"/>
                    <a:pt x="10900" y="14774"/>
                  </a:cubicBezTo>
                  <a:cubicBezTo>
                    <a:pt x="11867" y="14774"/>
                    <a:pt x="12837" y="14757"/>
                    <a:pt x="13804" y="14716"/>
                  </a:cubicBezTo>
                  <a:close/>
                  <a:moveTo>
                    <a:pt x="10900" y="1"/>
                  </a:moveTo>
                  <a:cubicBezTo>
                    <a:pt x="8719" y="1"/>
                    <a:pt x="6928" y="1738"/>
                    <a:pt x="6802" y="3926"/>
                  </a:cubicBezTo>
                  <a:cubicBezTo>
                    <a:pt x="6572" y="3946"/>
                    <a:pt x="6341" y="3966"/>
                    <a:pt x="6114" y="3990"/>
                  </a:cubicBezTo>
                  <a:cubicBezTo>
                    <a:pt x="6053" y="3997"/>
                    <a:pt x="5991" y="4017"/>
                    <a:pt x="5941" y="4048"/>
                  </a:cubicBezTo>
                  <a:cubicBezTo>
                    <a:pt x="2820" y="5917"/>
                    <a:pt x="611" y="9468"/>
                    <a:pt x="31" y="13549"/>
                  </a:cubicBezTo>
                  <a:cubicBezTo>
                    <a:pt x="1" y="13783"/>
                    <a:pt x="160" y="13997"/>
                    <a:pt x="391" y="14031"/>
                  </a:cubicBezTo>
                  <a:cubicBezTo>
                    <a:pt x="2620" y="14350"/>
                    <a:pt x="4879" y="14567"/>
                    <a:pt x="7148" y="14679"/>
                  </a:cubicBezTo>
                  <a:lnTo>
                    <a:pt x="7148" y="15201"/>
                  </a:lnTo>
                  <a:cubicBezTo>
                    <a:pt x="7145" y="15795"/>
                    <a:pt x="7555" y="16307"/>
                    <a:pt x="8135" y="16443"/>
                  </a:cubicBezTo>
                  <a:lnTo>
                    <a:pt x="8736" y="17582"/>
                  </a:lnTo>
                  <a:cubicBezTo>
                    <a:pt x="8811" y="17728"/>
                    <a:pt x="8960" y="17809"/>
                    <a:pt x="9111" y="17809"/>
                  </a:cubicBezTo>
                  <a:cubicBezTo>
                    <a:pt x="9199" y="17809"/>
                    <a:pt x="9287" y="17782"/>
                    <a:pt x="9363" y="17725"/>
                  </a:cubicBezTo>
                  <a:cubicBezTo>
                    <a:pt x="9533" y="17592"/>
                    <a:pt x="9584" y="17358"/>
                    <a:pt x="9479" y="17172"/>
                  </a:cubicBezTo>
                  <a:lnTo>
                    <a:pt x="9109" y="16470"/>
                  </a:lnTo>
                  <a:lnTo>
                    <a:pt x="10500" y="16470"/>
                  </a:lnTo>
                  <a:lnTo>
                    <a:pt x="10500" y="17369"/>
                  </a:lnTo>
                  <a:cubicBezTo>
                    <a:pt x="10496" y="17582"/>
                    <a:pt x="10649" y="17765"/>
                    <a:pt x="10859" y="17803"/>
                  </a:cubicBezTo>
                  <a:cubicBezTo>
                    <a:pt x="10880" y="17806"/>
                    <a:pt x="10901" y="17807"/>
                    <a:pt x="10922" y="17807"/>
                  </a:cubicBezTo>
                  <a:cubicBezTo>
                    <a:pt x="11153" y="17807"/>
                    <a:pt x="11348" y="17622"/>
                    <a:pt x="11348" y="17382"/>
                  </a:cubicBezTo>
                  <a:lnTo>
                    <a:pt x="11348" y="16470"/>
                  </a:lnTo>
                  <a:lnTo>
                    <a:pt x="12694" y="16470"/>
                  </a:lnTo>
                  <a:lnTo>
                    <a:pt x="12325" y="17172"/>
                  </a:lnTo>
                  <a:cubicBezTo>
                    <a:pt x="12219" y="17358"/>
                    <a:pt x="12270" y="17592"/>
                    <a:pt x="12440" y="17725"/>
                  </a:cubicBezTo>
                  <a:cubicBezTo>
                    <a:pt x="12516" y="17782"/>
                    <a:pt x="12605" y="17809"/>
                    <a:pt x="12692" y="17809"/>
                  </a:cubicBezTo>
                  <a:cubicBezTo>
                    <a:pt x="12844" y="17809"/>
                    <a:pt x="12992" y="17728"/>
                    <a:pt x="13068" y="17582"/>
                  </a:cubicBezTo>
                  <a:lnTo>
                    <a:pt x="13671" y="16443"/>
                  </a:lnTo>
                  <a:cubicBezTo>
                    <a:pt x="14248" y="16307"/>
                    <a:pt x="14655" y="15791"/>
                    <a:pt x="14655" y="15201"/>
                  </a:cubicBezTo>
                  <a:lnTo>
                    <a:pt x="14655" y="14679"/>
                  </a:lnTo>
                  <a:cubicBezTo>
                    <a:pt x="16921" y="14567"/>
                    <a:pt x="19184" y="14350"/>
                    <a:pt x="21409" y="14031"/>
                  </a:cubicBezTo>
                  <a:cubicBezTo>
                    <a:pt x="21640" y="13997"/>
                    <a:pt x="21802" y="13780"/>
                    <a:pt x="21768" y="13549"/>
                  </a:cubicBezTo>
                  <a:cubicBezTo>
                    <a:pt x="21188" y="9472"/>
                    <a:pt x="18980" y="5917"/>
                    <a:pt x="15863" y="4048"/>
                  </a:cubicBezTo>
                  <a:cubicBezTo>
                    <a:pt x="15808" y="4017"/>
                    <a:pt x="15747" y="3997"/>
                    <a:pt x="15686" y="3990"/>
                  </a:cubicBezTo>
                  <a:cubicBezTo>
                    <a:pt x="15456" y="3966"/>
                    <a:pt x="15228" y="3946"/>
                    <a:pt x="14998" y="3926"/>
                  </a:cubicBezTo>
                  <a:cubicBezTo>
                    <a:pt x="14872" y="1738"/>
                    <a:pt x="13081" y="1"/>
                    <a:pt x="109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1"/>
            <p:cNvSpPr/>
            <p:nvPr/>
          </p:nvSpPr>
          <p:spPr>
            <a:xfrm>
              <a:off x="5199050" y="2200400"/>
              <a:ext cx="104250" cy="106025"/>
            </a:xfrm>
            <a:custGeom>
              <a:avLst/>
              <a:gdLst/>
              <a:ahLst/>
              <a:cxnLst/>
              <a:rect l="l" t="t" r="r" b="b"/>
              <a:pathLst>
                <a:path w="4170" h="4241" extrusionOk="0">
                  <a:moveTo>
                    <a:pt x="2086" y="848"/>
                  </a:moveTo>
                  <a:cubicBezTo>
                    <a:pt x="2768" y="848"/>
                    <a:pt x="3321" y="1418"/>
                    <a:pt x="3321" y="2120"/>
                  </a:cubicBezTo>
                  <a:cubicBezTo>
                    <a:pt x="3321" y="2823"/>
                    <a:pt x="2768" y="3392"/>
                    <a:pt x="2086" y="3392"/>
                  </a:cubicBezTo>
                  <a:cubicBezTo>
                    <a:pt x="1401" y="3392"/>
                    <a:pt x="848" y="2823"/>
                    <a:pt x="848" y="2120"/>
                  </a:cubicBezTo>
                  <a:cubicBezTo>
                    <a:pt x="848" y="1418"/>
                    <a:pt x="1401" y="848"/>
                    <a:pt x="2086" y="848"/>
                  </a:cubicBezTo>
                  <a:close/>
                  <a:moveTo>
                    <a:pt x="2086" y="0"/>
                  </a:moveTo>
                  <a:cubicBezTo>
                    <a:pt x="936" y="0"/>
                    <a:pt x="0" y="950"/>
                    <a:pt x="0" y="2120"/>
                  </a:cubicBezTo>
                  <a:cubicBezTo>
                    <a:pt x="0" y="3287"/>
                    <a:pt x="936" y="4240"/>
                    <a:pt x="2086" y="4240"/>
                  </a:cubicBezTo>
                  <a:cubicBezTo>
                    <a:pt x="3236" y="4240"/>
                    <a:pt x="4169" y="3287"/>
                    <a:pt x="4169" y="2120"/>
                  </a:cubicBezTo>
                  <a:cubicBezTo>
                    <a:pt x="4169" y="950"/>
                    <a:pt x="3236" y="0"/>
                    <a:pt x="20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1"/>
            <p:cNvSpPr/>
            <p:nvPr/>
          </p:nvSpPr>
          <p:spPr>
            <a:xfrm>
              <a:off x="5238000" y="2327675"/>
              <a:ext cx="25850" cy="21325"/>
            </a:xfrm>
            <a:custGeom>
              <a:avLst/>
              <a:gdLst/>
              <a:ahLst/>
              <a:cxnLst/>
              <a:rect l="l" t="t" r="r" b="b"/>
              <a:pathLst>
                <a:path w="1034" h="853" extrusionOk="0">
                  <a:moveTo>
                    <a:pt x="506" y="1"/>
                  </a:moveTo>
                  <a:cubicBezTo>
                    <a:pt x="347" y="1"/>
                    <a:pt x="205" y="95"/>
                    <a:pt x="142" y="242"/>
                  </a:cubicBezTo>
                  <a:cubicBezTo>
                    <a:pt x="0" y="539"/>
                    <a:pt x="232" y="853"/>
                    <a:pt x="525" y="853"/>
                  </a:cubicBezTo>
                  <a:cubicBezTo>
                    <a:pt x="577" y="853"/>
                    <a:pt x="630" y="843"/>
                    <a:pt x="684" y="822"/>
                  </a:cubicBezTo>
                  <a:cubicBezTo>
                    <a:pt x="800" y="781"/>
                    <a:pt x="888" y="690"/>
                    <a:pt x="929" y="574"/>
                  </a:cubicBezTo>
                  <a:cubicBezTo>
                    <a:pt x="1033" y="298"/>
                    <a:pt x="826" y="1"/>
                    <a:pt x="533" y="1"/>
                  </a:cubicBezTo>
                  <a:cubicBezTo>
                    <a:pt x="532" y="1"/>
                    <a:pt x="530" y="1"/>
                    <a:pt x="528" y="1"/>
                  </a:cubicBezTo>
                  <a:lnTo>
                    <a:pt x="515" y="1"/>
                  </a:lnTo>
                  <a:cubicBezTo>
                    <a:pt x="512" y="1"/>
                    <a:pt x="509" y="1"/>
                    <a:pt x="50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6" name="Google Shape;2406;p51"/>
          <p:cNvGrpSpPr/>
          <p:nvPr/>
        </p:nvGrpSpPr>
        <p:grpSpPr>
          <a:xfrm>
            <a:off x="4750646" y="3315151"/>
            <a:ext cx="384068" cy="384044"/>
            <a:chOff x="7177525" y="1972900"/>
            <a:chExt cx="542775" cy="543125"/>
          </a:xfrm>
        </p:grpSpPr>
        <p:sp>
          <p:nvSpPr>
            <p:cNvPr id="2407" name="Google Shape;2407;p51"/>
            <p:cNvSpPr/>
            <p:nvPr/>
          </p:nvSpPr>
          <p:spPr>
            <a:xfrm>
              <a:off x="7177525" y="1972900"/>
              <a:ext cx="542775" cy="543125"/>
            </a:xfrm>
            <a:custGeom>
              <a:avLst/>
              <a:gdLst/>
              <a:ahLst/>
              <a:cxnLst/>
              <a:rect l="l" t="t" r="r" b="b"/>
              <a:pathLst>
                <a:path w="21711" h="21725" extrusionOk="0">
                  <a:moveTo>
                    <a:pt x="10859" y="2591"/>
                  </a:moveTo>
                  <a:cubicBezTo>
                    <a:pt x="11330" y="2591"/>
                    <a:pt x="11568" y="3161"/>
                    <a:pt x="11232" y="3493"/>
                  </a:cubicBezTo>
                  <a:cubicBezTo>
                    <a:pt x="11124" y="3602"/>
                    <a:pt x="10992" y="3651"/>
                    <a:pt x="10862" y="3651"/>
                  </a:cubicBezTo>
                  <a:cubicBezTo>
                    <a:pt x="10590" y="3651"/>
                    <a:pt x="10330" y="3439"/>
                    <a:pt x="10330" y="3120"/>
                  </a:cubicBezTo>
                  <a:cubicBezTo>
                    <a:pt x="10330" y="2825"/>
                    <a:pt x="10567" y="2591"/>
                    <a:pt x="10859" y="2591"/>
                  </a:cubicBezTo>
                  <a:close/>
                  <a:moveTo>
                    <a:pt x="2440" y="963"/>
                  </a:moveTo>
                  <a:lnTo>
                    <a:pt x="3233" y="1237"/>
                  </a:lnTo>
                  <a:lnTo>
                    <a:pt x="1863" y="5186"/>
                  </a:lnTo>
                  <a:lnTo>
                    <a:pt x="1069" y="4911"/>
                  </a:lnTo>
                  <a:lnTo>
                    <a:pt x="2440" y="963"/>
                  </a:lnTo>
                  <a:close/>
                  <a:moveTo>
                    <a:pt x="19285" y="966"/>
                  </a:moveTo>
                  <a:lnTo>
                    <a:pt x="20652" y="4911"/>
                  </a:lnTo>
                  <a:lnTo>
                    <a:pt x="19858" y="5189"/>
                  </a:lnTo>
                  <a:lnTo>
                    <a:pt x="18488" y="1241"/>
                  </a:lnTo>
                  <a:lnTo>
                    <a:pt x="19285" y="966"/>
                  </a:lnTo>
                  <a:close/>
                  <a:moveTo>
                    <a:pt x="10859" y="9161"/>
                  </a:moveTo>
                  <a:cubicBezTo>
                    <a:pt x="11544" y="9161"/>
                    <a:pt x="12162" y="9575"/>
                    <a:pt x="12426" y="10210"/>
                  </a:cubicBezTo>
                  <a:cubicBezTo>
                    <a:pt x="12687" y="10840"/>
                    <a:pt x="12541" y="11573"/>
                    <a:pt x="12056" y="12058"/>
                  </a:cubicBezTo>
                  <a:cubicBezTo>
                    <a:pt x="11732" y="12382"/>
                    <a:pt x="11299" y="12553"/>
                    <a:pt x="10859" y="12553"/>
                  </a:cubicBezTo>
                  <a:cubicBezTo>
                    <a:pt x="10641" y="12553"/>
                    <a:pt x="10420" y="12511"/>
                    <a:pt x="10211" y="12425"/>
                  </a:cubicBezTo>
                  <a:cubicBezTo>
                    <a:pt x="9577" y="12163"/>
                    <a:pt x="9163" y="11543"/>
                    <a:pt x="9163" y="10857"/>
                  </a:cubicBezTo>
                  <a:cubicBezTo>
                    <a:pt x="9163" y="9921"/>
                    <a:pt x="9923" y="9161"/>
                    <a:pt x="10859" y="9161"/>
                  </a:cubicBezTo>
                  <a:close/>
                  <a:moveTo>
                    <a:pt x="5625" y="9117"/>
                  </a:moveTo>
                  <a:lnTo>
                    <a:pt x="5625" y="9117"/>
                  </a:lnTo>
                  <a:cubicBezTo>
                    <a:pt x="5252" y="10247"/>
                    <a:pt x="5252" y="11468"/>
                    <a:pt x="5628" y="12598"/>
                  </a:cubicBezTo>
                  <a:lnTo>
                    <a:pt x="2548" y="11770"/>
                  </a:lnTo>
                  <a:lnTo>
                    <a:pt x="2548" y="9942"/>
                  </a:lnTo>
                  <a:lnTo>
                    <a:pt x="5625" y="9117"/>
                  </a:lnTo>
                  <a:close/>
                  <a:moveTo>
                    <a:pt x="16086" y="9114"/>
                  </a:moveTo>
                  <a:lnTo>
                    <a:pt x="19166" y="9942"/>
                  </a:lnTo>
                  <a:lnTo>
                    <a:pt x="19166" y="11770"/>
                  </a:lnTo>
                  <a:lnTo>
                    <a:pt x="16086" y="12598"/>
                  </a:lnTo>
                  <a:cubicBezTo>
                    <a:pt x="16463" y="11465"/>
                    <a:pt x="16463" y="10243"/>
                    <a:pt x="16086" y="9114"/>
                  </a:cubicBezTo>
                  <a:close/>
                  <a:moveTo>
                    <a:pt x="13925" y="11295"/>
                  </a:moveTo>
                  <a:lnTo>
                    <a:pt x="14879" y="13232"/>
                  </a:lnTo>
                  <a:cubicBezTo>
                    <a:pt x="14041" y="14656"/>
                    <a:pt x="12512" y="15531"/>
                    <a:pt x="10861" y="15535"/>
                  </a:cubicBezTo>
                  <a:lnTo>
                    <a:pt x="10861" y="15535"/>
                  </a:lnTo>
                  <a:cubicBezTo>
                    <a:pt x="9206" y="15531"/>
                    <a:pt x="7677" y="14656"/>
                    <a:pt x="6839" y="13232"/>
                  </a:cubicBezTo>
                  <a:lnTo>
                    <a:pt x="7792" y="11295"/>
                  </a:lnTo>
                  <a:lnTo>
                    <a:pt x="8352" y="11295"/>
                  </a:lnTo>
                  <a:cubicBezTo>
                    <a:pt x="8559" y="12516"/>
                    <a:pt x="9617" y="13412"/>
                    <a:pt x="10859" y="13412"/>
                  </a:cubicBezTo>
                  <a:cubicBezTo>
                    <a:pt x="12100" y="13412"/>
                    <a:pt x="13159" y="12516"/>
                    <a:pt x="13366" y="11295"/>
                  </a:cubicBezTo>
                  <a:close/>
                  <a:moveTo>
                    <a:pt x="849" y="5732"/>
                  </a:moveTo>
                  <a:lnTo>
                    <a:pt x="1697" y="6027"/>
                  </a:lnTo>
                  <a:lnTo>
                    <a:pt x="1697" y="15684"/>
                  </a:lnTo>
                  <a:lnTo>
                    <a:pt x="849" y="15980"/>
                  </a:lnTo>
                  <a:lnTo>
                    <a:pt x="849" y="5732"/>
                  </a:lnTo>
                  <a:close/>
                  <a:moveTo>
                    <a:pt x="20862" y="5732"/>
                  </a:moveTo>
                  <a:lnTo>
                    <a:pt x="20862" y="15980"/>
                  </a:lnTo>
                  <a:lnTo>
                    <a:pt x="20014" y="15688"/>
                  </a:lnTo>
                  <a:lnTo>
                    <a:pt x="20014" y="6027"/>
                  </a:lnTo>
                  <a:lnTo>
                    <a:pt x="20862" y="5732"/>
                  </a:lnTo>
                  <a:close/>
                  <a:moveTo>
                    <a:pt x="1863" y="16526"/>
                  </a:moveTo>
                  <a:lnTo>
                    <a:pt x="3233" y="20474"/>
                  </a:lnTo>
                  <a:lnTo>
                    <a:pt x="2440" y="20749"/>
                  </a:lnTo>
                  <a:lnTo>
                    <a:pt x="1069" y="16800"/>
                  </a:lnTo>
                  <a:lnTo>
                    <a:pt x="1863" y="16526"/>
                  </a:lnTo>
                  <a:close/>
                  <a:moveTo>
                    <a:pt x="19855" y="16526"/>
                  </a:moveTo>
                  <a:lnTo>
                    <a:pt x="20649" y="16800"/>
                  </a:lnTo>
                  <a:lnTo>
                    <a:pt x="19282" y="20749"/>
                  </a:lnTo>
                  <a:lnTo>
                    <a:pt x="18488" y="20474"/>
                  </a:lnTo>
                  <a:lnTo>
                    <a:pt x="19855" y="16526"/>
                  </a:lnTo>
                  <a:close/>
                  <a:moveTo>
                    <a:pt x="19541" y="0"/>
                  </a:moveTo>
                  <a:cubicBezTo>
                    <a:pt x="19495" y="0"/>
                    <a:pt x="19449" y="8"/>
                    <a:pt x="19404" y="23"/>
                  </a:cubicBezTo>
                  <a:lnTo>
                    <a:pt x="17809" y="576"/>
                  </a:lnTo>
                  <a:cubicBezTo>
                    <a:pt x="17769" y="589"/>
                    <a:pt x="17731" y="606"/>
                    <a:pt x="17701" y="630"/>
                  </a:cubicBezTo>
                  <a:cubicBezTo>
                    <a:pt x="17545" y="739"/>
                    <a:pt x="17480" y="935"/>
                    <a:pt x="17545" y="1115"/>
                  </a:cubicBezTo>
                  <a:lnTo>
                    <a:pt x="19166" y="5800"/>
                  </a:lnTo>
                  <a:lnTo>
                    <a:pt x="19166" y="9063"/>
                  </a:lnTo>
                  <a:lnTo>
                    <a:pt x="15638" y="8117"/>
                  </a:lnTo>
                  <a:cubicBezTo>
                    <a:pt x="14729" y="6536"/>
                    <a:pt x="13098" y="5505"/>
                    <a:pt x="11280" y="5362"/>
                  </a:cubicBezTo>
                  <a:lnTo>
                    <a:pt x="11280" y="4443"/>
                  </a:lnTo>
                  <a:cubicBezTo>
                    <a:pt x="11924" y="4233"/>
                    <a:pt x="12324" y="3585"/>
                    <a:pt x="12216" y="2916"/>
                  </a:cubicBezTo>
                  <a:cubicBezTo>
                    <a:pt x="12111" y="2248"/>
                    <a:pt x="11534" y="1753"/>
                    <a:pt x="10856" y="1753"/>
                  </a:cubicBezTo>
                  <a:cubicBezTo>
                    <a:pt x="10177" y="1753"/>
                    <a:pt x="9600" y="2248"/>
                    <a:pt x="9495" y="2916"/>
                  </a:cubicBezTo>
                  <a:cubicBezTo>
                    <a:pt x="9390" y="3585"/>
                    <a:pt x="9787" y="4233"/>
                    <a:pt x="10432" y="4443"/>
                  </a:cubicBezTo>
                  <a:lnTo>
                    <a:pt x="10432" y="5376"/>
                  </a:lnTo>
                  <a:cubicBezTo>
                    <a:pt x="10248" y="5389"/>
                    <a:pt x="10065" y="5413"/>
                    <a:pt x="9885" y="5444"/>
                  </a:cubicBezTo>
                  <a:cubicBezTo>
                    <a:pt x="9675" y="5477"/>
                    <a:pt x="9522" y="5664"/>
                    <a:pt x="9526" y="5878"/>
                  </a:cubicBezTo>
                  <a:cubicBezTo>
                    <a:pt x="9535" y="6110"/>
                    <a:pt x="9726" y="6288"/>
                    <a:pt x="9951" y="6288"/>
                  </a:cubicBezTo>
                  <a:cubicBezTo>
                    <a:pt x="9975" y="6288"/>
                    <a:pt x="10000" y="6286"/>
                    <a:pt x="10024" y="6281"/>
                  </a:cubicBezTo>
                  <a:cubicBezTo>
                    <a:pt x="10299" y="6231"/>
                    <a:pt x="10577" y="6207"/>
                    <a:pt x="10856" y="6207"/>
                  </a:cubicBezTo>
                  <a:cubicBezTo>
                    <a:pt x="13980" y="6207"/>
                    <a:pt x="16222" y="9222"/>
                    <a:pt x="15323" y="12214"/>
                  </a:cubicBezTo>
                  <a:lnTo>
                    <a:pt x="14567" y="10681"/>
                  </a:lnTo>
                  <a:cubicBezTo>
                    <a:pt x="14493" y="10538"/>
                    <a:pt x="14351" y="10447"/>
                    <a:pt x="14192" y="10447"/>
                  </a:cubicBezTo>
                  <a:cubicBezTo>
                    <a:pt x="14189" y="10447"/>
                    <a:pt x="14186" y="10447"/>
                    <a:pt x="14183" y="10447"/>
                  </a:cubicBezTo>
                  <a:lnTo>
                    <a:pt x="13362" y="10447"/>
                  </a:lnTo>
                  <a:cubicBezTo>
                    <a:pt x="13155" y="9222"/>
                    <a:pt x="12094" y="8327"/>
                    <a:pt x="10856" y="8327"/>
                  </a:cubicBezTo>
                  <a:cubicBezTo>
                    <a:pt x="9614" y="8327"/>
                    <a:pt x="8556" y="9222"/>
                    <a:pt x="8345" y="10447"/>
                  </a:cubicBezTo>
                  <a:lnTo>
                    <a:pt x="7528" y="10447"/>
                  </a:lnTo>
                  <a:cubicBezTo>
                    <a:pt x="7525" y="10447"/>
                    <a:pt x="7522" y="10447"/>
                    <a:pt x="7519" y="10447"/>
                  </a:cubicBezTo>
                  <a:cubicBezTo>
                    <a:pt x="7360" y="10447"/>
                    <a:pt x="7214" y="10538"/>
                    <a:pt x="7144" y="10681"/>
                  </a:cubicBezTo>
                  <a:lnTo>
                    <a:pt x="6391" y="12214"/>
                  </a:lnTo>
                  <a:cubicBezTo>
                    <a:pt x="5967" y="10810"/>
                    <a:pt x="6229" y="9287"/>
                    <a:pt x="7097" y="8106"/>
                  </a:cubicBezTo>
                  <a:cubicBezTo>
                    <a:pt x="7229" y="7937"/>
                    <a:pt x="7216" y="7696"/>
                    <a:pt x="7070" y="7543"/>
                  </a:cubicBezTo>
                  <a:cubicBezTo>
                    <a:pt x="6985" y="7457"/>
                    <a:pt x="6875" y="7415"/>
                    <a:pt x="6765" y="7415"/>
                  </a:cubicBezTo>
                  <a:cubicBezTo>
                    <a:pt x="6637" y="7415"/>
                    <a:pt x="6509" y="7473"/>
                    <a:pt x="6425" y="7584"/>
                  </a:cubicBezTo>
                  <a:cubicBezTo>
                    <a:pt x="6296" y="7757"/>
                    <a:pt x="6178" y="7940"/>
                    <a:pt x="6069" y="8127"/>
                  </a:cubicBezTo>
                  <a:lnTo>
                    <a:pt x="2545" y="9077"/>
                  </a:lnTo>
                  <a:lnTo>
                    <a:pt x="2545" y="5813"/>
                  </a:lnTo>
                  <a:lnTo>
                    <a:pt x="4170" y="1129"/>
                  </a:lnTo>
                  <a:cubicBezTo>
                    <a:pt x="4244" y="908"/>
                    <a:pt x="4125" y="664"/>
                    <a:pt x="3905" y="589"/>
                  </a:cubicBezTo>
                  <a:lnTo>
                    <a:pt x="2311" y="36"/>
                  </a:lnTo>
                  <a:cubicBezTo>
                    <a:pt x="2265" y="21"/>
                    <a:pt x="2218" y="14"/>
                    <a:pt x="2172" y="14"/>
                  </a:cubicBezTo>
                  <a:cubicBezTo>
                    <a:pt x="1995" y="14"/>
                    <a:pt x="1831" y="123"/>
                    <a:pt x="1771" y="301"/>
                  </a:cubicBezTo>
                  <a:lnTo>
                    <a:pt x="75" y="5193"/>
                  </a:lnTo>
                  <a:cubicBezTo>
                    <a:pt x="68" y="5213"/>
                    <a:pt x="62" y="5237"/>
                    <a:pt x="58" y="5257"/>
                  </a:cubicBezTo>
                  <a:lnTo>
                    <a:pt x="7" y="5532"/>
                  </a:lnTo>
                  <a:cubicBezTo>
                    <a:pt x="4" y="5556"/>
                    <a:pt x="1" y="5583"/>
                    <a:pt x="1" y="5606"/>
                  </a:cubicBezTo>
                  <a:lnTo>
                    <a:pt x="1" y="16132"/>
                  </a:lnTo>
                  <a:cubicBezTo>
                    <a:pt x="1" y="16156"/>
                    <a:pt x="4" y="16183"/>
                    <a:pt x="7" y="16207"/>
                  </a:cubicBezTo>
                  <a:lnTo>
                    <a:pt x="58" y="16482"/>
                  </a:lnTo>
                  <a:cubicBezTo>
                    <a:pt x="62" y="16502"/>
                    <a:pt x="68" y="16526"/>
                    <a:pt x="75" y="16546"/>
                  </a:cubicBezTo>
                  <a:lnTo>
                    <a:pt x="1771" y="21438"/>
                  </a:lnTo>
                  <a:cubicBezTo>
                    <a:pt x="1831" y="21615"/>
                    <a:pt x="1995" y="21725"/>
                    <a:pt x="2172" y="21725"/>
                  </a:cubicBezTo>
                  <a:cubicBezTo>
                    <a:pt x="2218" y="21725"/>
                    <a:pt x="2265" y="21717"/>
                    <a:pt x="2311" y="21702"/>
                  </a:cubicBezTo>
                  <a:lnTo>
                    <a:pt x="3898" y="21153"/>
                  </a:lnTo>
                  <a:cubicBezTo>
                    <a:pt x="3952" y="21136"/>
                    <a:pt x="4000" y="21108"/>
                    <a:pt x="4044" y="21075"/>
                  </a:cubicBezTo>
                  <a:cubicBezTo>
                    <a:pt x="4176" y="20959"/>
                    <a:pt x="4224" y="20776"/>
                    <a:pt x="4170" y="20610"/>
                  </a:cubicBezTo>
                  <a:lnTo>
                    <a:pt x="2545" y="15929"/>
                  </a:lnTo>
                  <a:lnTo>
                    <a:pt x="2545" y="12648"/>
                  </a:lnTo>
                  <a:lnTo>
                    <a:pt x="6073" y="13595"/>
                  </a:lnTo>
                  <a:cubicBezTo>
                    <a:pt x="7056" y="15311"/>
                    <a:pt x="8881" y="16366"/>
                    <a:pt x="10856" y="16366"/>
                  </a:cubicBezTo>
                  <a:cubicBezTo>
                    <a:pt x="12833" y="16366"/>
                    <a:pt x="14658" y="15311"/>
                    <a:pt x="15638" y="13595"/>
                  </a:cubicBezTo>
                  <a:lnTo>
                    <a:pt x="19166" y="12648"/>
                  </a:lnTo>
                  <a:lnTo>
                    <a:pt x="19166" y="15915"/>
                  </a:lnTo>
                  <a:lnTo>
                    <a:pt x="17545" y="20596"/>
                  </a:lnTo>
                  <a:cubicBezTo>
                    <a:pt x="17467" y="20820"/>
                    <a:pt x="17586" y="21061"/>
                    <a:pt x="17806" y="21136"/>
                  </a:cubicBezTo>
                  <a:lnTo>
                    <a:pt x="19404" y="21689"/>
                  </a:lnTo>
                  <a:cubicBezTo>
                    <a:pt x="19448" y="21702"/>
                    <a:pt x="19495" y="21712"/>
                    <a:pt x="19543" y="21712"/>
                  </a:cubicBezTo>
                  <a:cubicBezTo>
                    <a:pt x="19723" y="21712"/>
                    <a:pt x="19882" y="21597"/>
                    <a:pt x="19940" y="21427"/>
                  </a:cubicBezTo>
                  <a:lnTo>
                    <a:pt x="21636" y="16532"/>
                  </a:lnTo>
                  <a:cubicBezTo>
                    <a:pt x="21646" y="16512"/>
                    <a:pt x="21649" y="16492"/>
                    <a:pt x="21653" y="16468"/>
                  </a:cubicBezTo>
                  <a:lnTo>
                    <a:pt x="21704" y="16193"/>
                  </a:lnTo>
                  <a:cubicBezTo>
                    <a:pt x="21707" y="16170"/>
                    <a:pt x="21710" y="16142"/>
                    <a:pt x="21710" y="16119"/>
                  </a:cubicBezTo>
                  <a:lnTo>
                    <a:pt x="21710" y="5593"/>
                  </a:lnTo>
                  <a:cubicBezTo>
                    <a:pt x="21710" y="5569"/>
                    <a:pt x="21707" y="5542"/>
                    <a:pt x="21704" y="5518"/>
                  </a:cubicBezTo>
                  <a:lnTo>
                    <a:pt x="21656" y="5243"/>
                  </a:lnTo>
                  <a:cubicBezTo>
                    <a:pt x="21649" y="5223"/>
                    <a:pt x="21646" y="5199"/>
                    <a:pt x="21639" y="5179"/>
                  </a:cubicBezTo>
                  <a:lnTo>
                    <a:pt x="19943" y="288"/>
                  </a:lnTo>
                  <a:cubicBezTo>
                    <a:pt x="19881" y="110"/>
                    <a:pt x="19716" y="0"/>
                    <a:pt x="195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1"/>
            <p:cNvSpPr/>
            <p:nvPr/>
          </p:nvSpPr>
          <p:spPr>
            <a:xfrm>
              <a:off x="7368675" y="2125925"/>
              <a:ext cx="26750" cy="21250"/>
            </a:xfrm>
            <a:custGeom>
              <a:avLst/>
              <a:gdLst/>
              <a:ahLst/>
              <a:cxnLst/>
              <a:rect l="l" t="t" r="r" b="b"/>
              <a:pathLst>
                <a:path w="1070" h="850" extrusionOk="0">
                  <a:moveTo>
                    <a:pt x="569" y="1"/>
                  </a:moveTo>
                  <a:cubicBezTo>
                    <a:pt x="566" y="1"/>
                    <a:pt x="563" y="1"/>
                    <a:pt x="560" y="1"/>
                  </a:cubicBezTo>
                  <a:lnTo>
                    <a:pt x="513" y="1"/>
                  </a:lnTo>
                  <a:cubicBezTo>
                    <a:pt x="510" y="1"/>
                    <a:pt x="507" y="1"/>
                    <a:pt x="504" y="1"/>
                  </a:cubicBezTo>
                  <a:cubicBezTo>
                    <a:pt x="352" y="1"/>
                    <a:pt x="216" y="88"/>
                    <a:pt x="150" y="225"/>
                  </a:cubicBezTo>
                  <a:cubicBezTo>
                    <a:pt x="1" y="540"/>
                    <a:pt x="228" y="849"/>
                    <a:pt x="526" y="849"/>
                  </a:cubicBezTo>
                  <a:cubicBezTo>
                    <a:pt x="838" y="849"/>
                    <a:pt x="1069" y="513"/>
                    <a:pt x="886" y="184"/>
                  </a:cubicBezTo>
                  <a:cubicBezTo>
                    <a:pt x="820" y="71"/>
                    <a:pt x="698" y="1"/>
                    <a:pt x="5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9" name="Google Shape;2409;p51"/>
          <p:cNvGrpSpPr/>
          <p:nvPr/>
        </p:nvGrpSpPr>
        <p:grpSpPr>
          <a:xfrm>
            <a:off x="1173003" y="3327375"/>
            <a:ext cx="475471" cy="321847"/>
            <a:chOff x="7893200" y="1390650"/>
            <a:chExt cx="542775" cy="301750"/>
          </a:xfrm>
        </p:grpSpPr>
        <p:sp>
          <p:nvSpPr>
            <p:cNvPr id="2410" name="Google Shape;2410;p51"/>
            <p:cNvSpPr/>
            <p:nvPr/>
          </p:nvSpPr>
          <p:spPr>
            <a:xfrm>
              <a:off x="8150925" y="1586175"/>
              <a:ext cx="25700" cy="21275"/>
            </a:xfrm>
            <a:custGeom>
              <a:avLst/>
              <a:gdLst/>
              <a:ahLst/>
              <a:cxnLst/>
              <a:rect l="l" t="t" r="r" b="b"/>
              <a:pathLst>
                <a:path w="1028" h="851" extrusionOk="0">
                  <a:moveTo>
                    <a:pt x="512" y="0"/>
                  </a:moveTo>
                  <a:cubicBezTo>
                    <a:pt x="353" y="0"/>
                    <a:pt x="203" y="95"/>
                    <a:pt x="139" y="241"/>
                  </a:cubicBezTo>
                  <a:cubicBezTo>
                    <a:pt x="0" y="539"/>
                    <a:pt x="231" y="851"/>
                    <a:pt x="525" y="851"/>
                  </a:cubicBezTo>
                  <a:cubicBezTo>
                    <a:pt x="576" y="851"/>
                    <a:pt x="629" y="842"/>
                    <a:pt x="682" y="821"/>
                  </a:cubicBezTo>
                  <a:cubicBezTo>
                    <a:pt x="794" y="780"/>
                    <a:pt x="885" y="689"/>
                    <a:pt x="923" y="573"/>
                  </a:cubicBezTo>
                  <a:cubicBezTo>
                    <a:pt x="1028" y="295"/>
                    <a:pt x="821" y="0"/>
                    <a:pt x="5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1"/>
            <p:cNvSpPr/>
            <p:nvPr/>
          </p:nvSpPr>
          <p:spPr>
            <a:xfrm>
              <a:off x="8074250" y="1580900"/>
              <a:ext cx="25700" cy="21300"/>
            </a:xfrm>
            <a:custGeom>
              <a:avLst/>
              <a:gdLst/>
              <a:ahLst/>
              <a:cxnLst/>
              <a:rect l="l" t="t" r="r" b="b"/>
              <a:pathLst>
                <a:path w="1028" h="852" extrusionOk="0">
                  <a:moveTo>
                    <a:pt x="504" y="1"/>
                  </a:moveTo>
                  <a:cubicBezTo>
                    <a:pt x="345" y="1"/>
                    <a:pt x="203" y="95"/>
                    <a:pt x="140" y="242"/>
                  </a:cubicBezTo>
                  <a:cubicBezTo>
                    <a:pt x="1" y="539"/>
                    <a:pt x="231" y="852"/>
                    <a:pt x="525" y="852"/>
                  </a:cubicBezTo>
                  <a:cubicBezTo>
                    <a:pt x="576" y="852"/>
                    <a:pt x="629" y="842"/>
                    <a:pt x="682" y="822"/>
                  </a:cubicBezTo>
                  <a:cubicBezTo>
                    <a:pt x="794" y="777"/>
                    <a:pt x="886" y="689"/>
                    <a:pt x="923" y="574"/>
                  </a:cubicBezTo>
                  <a:cubicBezTo>
                    <a:pt x="1028" y="297"/>
                    <a:pt x="824" y="1"/>
                    <a:pt x="531" y="1"/>
                  </a:cubicBezTo>
                  <a:cubicBezTo>
                    <a:pt x="530" y="1"/>
                    <a:pt x="528" y="1"/>
                    <a:pt x="526" y="1"/>
                  </a:cubicBezTo>
                  <a:lnTo>
                    <a:pt x="513" y="1"/>
                  </a:lnTo>
                  <a:cubicBezTo>
                    <a:pt x="510" y="1"/>
                    <a:pt x="507" y="1"/>
                    <a:pt x="5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1"/>
            <p:cNvSpPr/>
            <p:nvPr/>
          </p:nvSpPr>
          <p:spPr>
            <a:xfrm>
              <a:off x="7999800" y="1561825"/>
              <a:ext cx="25700" cy="21300"/>
            </a:xfrm>
            <a:custGeom>
              <a:avLst/>
              <a:gdLst/>
              <a:ahLst/>
              <a:cxnLst/>
              <a:rect l="l" t="t" r="r" b="b"/>
              <a:pathLst>
                <a:path w="1028" h="852" extrusionOk="0">
                  <a:moveTo>
                    <a:pt x="504" y="0"/>
                  </a:moveTo>
                  <a:cubicBezTo>
                    <a:pt x="344" y="0"/>
                    <a:pt x="203" y="95"/>
                    <a:pt x="139" y="241"/>
                  </a:cubicBezTo>
                  <a:cubicBezTo>
                    <a:pt x="0" y="539"/>
                    <a:pt x="231" y="851"/>
                    <a:pt x="525" y="851"/>
                  </a:cubicBezTo>
                  <a:cubicBezTo>
                    <a:pt x="576" y="851"/>
                    <a:pt x="629" y="842"/>
                    <a:pt x="682" y="821"/>
                  </a:cubicBezTo>
                  <a:cubicBezTo>
                    <a:pt x="794" y="777"/>
                    <a:pt x="885" y="689"/>
                    <a:pt x="923" y="574"/>
                  </a:cubicBezTo>
                  <a:cubicBezTo>
                    <a:pt x="1028" y="296"/>
                    <a:pt x="821" y="0"/>
                    <a:pt x="526" y="0"/>
                  </a:cubicBezTo>
                  <a:lnTo>
                    <a:pt x="512" y="0"/>
                  </a:lnTo>
                  <a:cubicBezTo>
                    <a:pt x="510"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1"/>
            <p:cNvSpPr/>
            <p:nvPr/>
          </p:nvSpPr>
          <p:spPr>
            <a:xfrm>
              <a:off x="8227150" y="1580900"/>
              <a:ext cx="26750" cy="21225"/>
            </a:xfrm>
            <a:custGeom>
              <a:avLst/>
              <a:gdLst/>
              <a:ahLst/>
              <a:cxnLst/>
              <a:rect l="l" t="t" r="r" b="b"/>
              <a:pathLst>
                <a:path w="1070" h="849" extrusionOk="0">
                  <a:moveTo>
                    <a:pt x="543" y="1"/>
                  </a:moveTo>
                  <a:cubicBezTo>
                    <a:pt x="231" y="1"/>
                    <a:pt x="1" y="333"/>
                    <a:pt x="184" y="662"/>
                  </a:cubicBezTo>
                  <a:cubicBezTo>
                    <a:pt x="252" y="777"/>
                    <a:pt x="374" y="849"/>
                    <a:pt x="509" y="849"/>
                  </a:cubicBezTo>
                  <a:lnTo>
                    <a:pt x="557" y="849"/>
                  </a:lnTo>
                  <a:cubicBezTo>
                    <a:pt x="560" y="849"/>
                    <a:pt x="563" y="849"/>
                    <a:pt x="565" y="849"/>
                  </a:cubicBezTo>
                  <a:cubicBezTo>
                    <a:pt x="715" y="849"/>
                    <a:pt x="853" y="761"/>
                    <a:pt x="920" y="625"/>
                  </a:cubicBezTo>
                  <a:cubicBezTo>
                    <a:pt x="1069" y="340"/>
                    <a:pt x="862" y="1"/>
                    <a:pt x="5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1"/>
            <p:cNvSpPr/>
            <p:nvPr/>
          </p:nvSpPr>
          <p:spPr>
            <a:xfrm>
              <a:off x="8301600" y="1561825"/>
              <a:ext cx="26650" cy="21225"/>
            </a:xfrm>
            <a:custGeom>
              <a:avLst/>
              <a:gdLst/>
              <a:ahLst/>
              <a:cxnLst/>
              <a:rect l="l" t="t" r="r" b="b"/>
              <a:pathLst>
                <a:path w="1066" h="849" extrusionOk="0">
                  <a:moveTo>
                    <a:pt x="544" y="0"/>
                  </a:moveTo>
                  <a:cubicBezTo>
                    <a:pt x="232" y="0"/>
                    <a:pt x="1" y="333"/>
                    <a:pt x="184" y="662"/>
                  </a:cubicBezTo>
                  <a:cubicBezTo>
                    <a:pt x="252" y="777"/>
                    <a:pt x="374" y="848"/>
                    <a:pt x="510" y="848"/>
                  </a:cubicBezTo>
                  <a:lnTo>
                    <a:pt x="557" y="848"/>
                  </a:lnTo>
                  <a:cubicBezTo>
                    <a:pt x="713" y="848"/>
                    <a:pt x="852" y="764"/>
                    <a:pt x="920" y="625"/>
                  </a:cubicBezTo>
                  <a:cubicBezTo>
                    <a:pt x="1066" y="340"/>
                    <a:pt x="862" y="0"/>
                    <a:pt x="54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1"/>
            <p:cNvSpPr/>
            <p:nvPr/>
          </p:nvSpPr>
          <p:spPr>
            <a:xfrm>
              <a:off x="8067300" y="1425025"/>
              <a:ext cx="26825" cy="21225"/>
            </a:xfrm>
            <a:custGeom>
              <a:avLst/>
              <a:gdLst/>
              <a:ahLst/>
              <a:cxnLst/>
              <a:rect l="l" t="t" r="r" b="b"/>
              <a:pathLst>
                <a:path w="1073" h="849" extrusionOk="0">
                  <a:moveTo>
                    <a:pt x="512" y="1"/>
                  </a:moveTo>
                  <a:cubicBezTo>
                    <a:pt x="356" y="1"/>
                    <a:pt x="217" y="86"/>
                    <a:pt x="150" y="225"/>
                  </a:cubicBezTo>
                  <a:cubicBezTo>
                    <a:pt x="0" y="510"/>
                    <a:pt x="207" y="849"/>
                    <a:pt x="526" y="849"/>
                  </a:cubicBezTo>
                  <a:cubicBezTo>
                    <a:pt x="838" y="849"/>
                    <a:pt x="1072" y="517"/>
                    <a:pt x="886" y="188"/>
                  </a:cubicBezTo>
                  <a:cubicBezTo>
                    <a:pt x="818" y="72"/>
                    <a:pt x="696" y="1"/>
                    <a:pt x="56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1"/>
            <p:cNvSpPr/>
            <p:nvPr/>
          </p:nvSpPr>
          <p:spPr>
            <a:xfrm>
              <a:off x="7893200" y="1390650"/>
              <a:ext cx="542775" cy="301750"/>
            </a:xfrm>
            <a:custGeom>
              <a:avLst/>
              <a:gdLst/>
              <a:ahLst/>
              <a:cxnLst/>
              <a:rect l="l" t="t" r="r" b="b"/>
              <a:pathLst>
                <a:path w="21711" h="12070" extrusionOk="0">
                  <a:moveTo>
                    <a:pt x="15987" y="5138"/>
                  </a:moveTo>
                  <a:cubicBezTo>
                    <a:pt x="19539" y="5701"/>
                    <a:pt x="20842" y="6671"/>
                    <a:pt x="20842" y="7200"/>
                  </a:cubicBezTo>
                  <a:cubicBezTo>
                    <a:pt x="20842" y="7601"/>
                    <a:pt x="20123" y="8262"/>
                    <a:pt x="18097" y="8818"/>
                  </a:cubicBezTo>
                  <a:cubicBezTo>
                    <a:pt x="16164" y="9351"/>
                    <a:pt x="13582" y="9643"/>
                    <a:pt x="10835" y="9643"/>
                  </a:cubicBezTo>
                  <a:cubicBezTo>
                    <a:pt x="8084" y="9643"/>
                    <a:pt x="5506" y="9351"/>
                    <a:pt x="3572" y="8818"/>
                  </a:cubicBezTo>
                  <a:cubicBezTo>
                    <a:pt x="1547" y="8262"/>
                    <a:pt x="828" y="7601"/>
                    <a:pt x="828" y="7200"/>
                  </a:cubicBezTo>
                  <a:cubicBezTo>
                    <a:pt x="828" y="6671"/>
                    <a:pt x="2127" y="5701"/>
                    <a:pt x="5682" y="5138"/>
                  </a:cubicBezTo>
                  <a:lnTo>
                    <a:pt x="5682" y="5155"/>
                  </a:lnTo>
                  <a:cubicBezTo>
                    <a:pt x="5682" y="6515"/>
                    <a:pt x="8922" y="6878"/>
                    <a:pt x="10835" y="6878"/>
                  </a:cubicBezTo>
                  <a:cubicBezTo>
                    <a:pt x="12748" y="6878"/>
                    <a:pt x="15987" y="6515"/>
                    <a:pt x="15987" y="5155"/>
                  </a:cubicBezTo>
                  <a:lnTo>
                    <a:pt x="15987" y="5138"/>
                  </a:lnTo>
                  <a:close/>
                  <a:moveTo>
                    <a:pt x="10853" y="1"/>
                  </a:moveTo>
                  <a:cubicBezTo>
                    <a:pt x="10226" y="1"/>
                    <a:pt x="9585" y="117"/>
                    <a:pt x="8959" y="365"/>
                  </a:cubicBezTo>
                  <a:cubicBezTo>
                    <a:pt x="8759" y="440"/>
                    <a:pt x="8643" y="653"/>
                    <a:pt x="8691" y="860"/>
                  </a:cubicBezTo>
                  <a:cubicBezTo>
                    <a:pt x="8739" y="1057"/>
                    <a:pt x="8916" y="1185"/>
                    <a:pt x="9105" y="1185"/>
                  </a:cubicBezTo>
                  <a:cubicBezTo>
                    <a:pt x="9157" y="1185"/>
                    <a:pt x="9210" y="1176"/>
                    <a:pt x="9261" y="1155"/>
                  </a:cubicBezTo>
                  <a:cubicBezTo>
                    <a:pt x="9775" y="952"/>
                    <a:pt x="10315" y="851"/>
                    <a:pt x="10852" y="851"/>
                  </a:cubicBezTo>
                  <a:cubicBezTo>
                    <a:pt x="11700" y="851"/>
                    <a:pt x="12541" y="1102"/>
                    <a:pt x="13264" y="1590"/>
                  </a:cubicBezTo>
                  <a:cubicBezTo>
                    <a:pt x="14444" y="2390"/>
                    <a:pt x="15153" y="3720"/>
                    <a:pt x="15160" y="5145"/>
                  </a:cubicBezTo>
                  <a:cubicBezTo>
                    <a:pt x="15122" y="5223"/>
                    <a:pt x="14834" y="5477"/>
                    <a:pt x="13935" y="5704"/>
                  </a:cubicBezTo>
                  <a:cubicBezTo>
                    <a:pt x="13097" y="5915"/>
                    <a:pt x="12002" y="6030"/>
                    <a:pt x="10855" y="6030"/>
                  </a:cubicBezTo>
                  <a:cubicBezTo>
                    <a:pt x="9709" y="6030"/>
                    <a:pt x="8613" y="5915"/>
                    <a:pt x="7775" y="5704"/>
                  </a:cubicBezTo>
                  <a:cubicBezTo>
                    <a:pt x="6876" y="5477"/>
                    <a:pt x="6588" y="5223"/>
                    <a:pt x="6550" y="5145"/>
                  </a:cubicBezTo>
                  <a:cubicBezTo>
                    <a:pt x="6550" y="4609"/>
                    <a:pt x="6652" y="4076"/>
                    <a:pt x="6849" y="3577"/>
                  </a:cubicBezTo>
                  <a:cubicBezTo>
                    <a:pt x="6930" y="3381"/>
                    <a:pt x="6859" y="3153"/>
                    <a:pt x="6679" y="3038"/>
                  </a:cubicBezTo>
                  <a:cubicBezTo>
                    <a:pt x="6611" y="2998"/>
                    <a:pt x="6537" y="2979"/>
                    <a:pt x="6463" y="2979"/>
                  </a:cubicBezTo>
                  <a:cubicBezTo>
                    <a:pt x="6296" y="2979"/>
                    <a:pt x="6135" y="3078"/>
                    <a:pt x="6069" y="3245"/>
                  </a:cubicBezTo>
                  <a:cubicBezTo>
                    <a:pt x="5936" y="3574"/>
                    <a:pt x="5841" y="3917"/>
                    <a:pt x="5780" y="4263"/>
                  </a:cubicBezTo>
                  <a:cubicBezTo>
                    <a:pt x="3921" y="4544"/>
                    <a:pt x="0" y="5358"/>
                    <a:pt x="0" y="7197"/>
                  </a:cubicBezTo>
                  <a:cubicBezTo>
                    <a:pt x="0" y="8184"/>
                    <a:pt x="1164" y="9029"/>
                    <a:pt x="3365" y="9632"/>
                  </a:cubicBezTo>
                  <a:cubicBezTo>
                    <a:pt x="3745" y="9738"/>
                    <a:pt x="4145" y="9833"/>
                    <a:pt x="4566" y="9917"/>
                  </a:cubicBezTo>
                  <a:lnTo>
                    <a:pt x="4325" y="10809"/>
                  </a:lnTo>
                  <a:cubicBezTo>
                    <a:pt x="4267" y="11020"/>
                    <a:pt x="4376" y="11240"/>
                    <a:pt x="4576" y="11325"/>
                  </a:cubicBezTo>
                  <a:cubicBezTo>
                    <a:pt x="4627" y="11346"/>
                    <a:pt x="4680" y="11356"/>
                    <a:pt x="4732" y="11356"/>
                  </a:cubicBezTo>
                  <a:cubicBezTo>
                    <a:pt x="4918" y="11356"/>
                    <a:pt x="5092" y="11231"/>
                    <a:pt x="5143" y="11040"/>
                  </a:cubicBezTo>
                  <a:lnTo>
                    <a:pt x="5400" y="10073"/>
                  </a:lnTo>
                  <a:cubicBezTo>
                    <a:pt x="6917" y="10324"/>
                    <a:pt x="8633" y="10467"/>
                    <a:pt x="10431" y="10487"/>
                  </a:cubicBezTo>
                  <a:lnTo>
                    <a:pt x="10431" y="11634"/>
                  </a:lnTo>
                  <a:cubicBezTo>
                    <a:pt x="10428" y="11844"/>
                    <a:pt x="10580" y="12031"/>
                    <a:pt x="10791" y="12065"/>
                  </a:cubicBezTo>
                  <a:cubicBezTo>
                    <a:pt x="10812" y="12068"/>
                    <a:pt x="10833" y="12069"/>
                    <a:pt x="10854" y="12069"/>
                  </a:cubicBezTo>
                  <a:cubicBezTo>
                    <a:pt x="11085" y="12069"/>
                    <a:pt x="11279" y="11884"/>
                    <a:pt x="11279" y="11644"/>
                  </a:cubicBezTo>
                  <a:lnTo>
                    <a:pt x="11279" y="10491"/>
                  </a:lnTo>
                  <a:cubicBezTo>
                    <a:pt x="13074" y="10470"/>
                    <a:pt x="14793" y="10328"/>
                    <a:pt x="16306" y="10077"/>
                  </a:cubicBezTo>
                  <a:lnTo>
                    <a:pt x="16568" y="11044"/>
                  </a:lnTo>
                  <a:cubicBezTo>
                    <a:pt x="16616" y="11234"/>
                    <a:pt x="16788" y="11360"/>
                    <a:pt x="16976" y="11360"/>
                  </a:cubicBezTo>
                  <a:cubicBezTo>
                    <a:pt x="17013" y="11360"/>
                    <a:pt x="17050" y="11355"/>
                    <a:pt x="17087" y="11345"/>
                  </a:cubicBezTo>
                  <a:cubicBezTo>
                    <a:pt x="17314" y="11284"/>
                    <a:pt x="17446" y="11050"/>
                    <a:pt x="17385" y="10826"/>
                  </a:cubicBezTo>
                  <a:lnTo>
                    <a:pt x="17144" y="9921"/>
                  </a:lnTo>
                  <a:cubicBezTo>
                    <a:pt x="17565" y="9836"/>
                    <a:pt x="17965" y="9741"/>
                    <a:pt x="18342" y="9639"/>
                  </a:cubicBezTo>
                  <a:cubicBezTo>
                    <a:pt x="20547" y="9032"/>
                    <a:pt x="21710" y="8191"/>
                    <a:pt x="21710" y="7200"/>
                  </a:cubicBezTo>
                  <a:cubicBezTo>
                    <a:pt x="21710" y="5362"/>
                    <a:pt x="17785" y="4548"/>
                    <a:pt x="15930" y="4269"/>
                  </a:cubicBezTo>
                  <a:cubicBezTo>
                    <a:pt x="15480" y="1718"/>
                    <a:pt x="13264" y="1"/>
                    <a:pt x="108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20"/>
        <p:cNvGrpSpPr/>
        <p:nvPr/>
      </p:nvGrpSpPr>
      <p:grpSpPr>
        <a:xfrm>
          <a:off x="0" y="0"/>
          <a:ext cx="0" cy="0"/>
          <a:chOff x="0" y="0"/>
          <a:chExt cx="0" cy="0"/>
        </a:xfrm>
      </p:grpSpPr>
      <p:sp>
        <p:nvSpPr>
          <p:cNvPr id="2421" name="Google Shape;2421;p52"/>
          <p:cNvSpPr txBox="1">
            <a:spLocks noGrp="1"/>
          </p:cNvSpPr>
          <p:nvPr>
            <p:ph type="title"/>
          </p:nvPr>
        </p:nvSpPr>
        <p:spPr>
          <a:xfrm flipH="1">
            <a:off x="2269973" y="1414725"/>
            <a:ext cx="4102800" cy="837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ANALYSIS</a:t>
            </a:r>
            <a:endParaRPr/>
          </a:p>
        </p:txBody>
      </p:sp>
      <p:sp>
        <p:nvSpPr>
          <p:cNvPr id="2422" name="Google Shape;2422;p52"/>
          <p:cNvSpPr txBox="1">
            <a:spLocks noGrp="1"/>
          </p:cNvSpPr>
          <p:nvPr>
            <p:ph type="subTitle" idx="1"/>
          </p:nvPr>
        </p:nvSpPr>
        <p:spPr>
          <a:xfrm flipH="1">
            <a:off x="2269973" y="2254376"/>
            <a:ext cx="4102800" cy="3783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Here you can use a subtitle if you need it</a:t>
            </a:r>
            <a:endParaRPr/>
          </a:p>
        </p:txBody>
      </p:sp>
      <p:sp>
        <p:nvSpPr>
          <p:cNvPr id="2423" name="Google Shape;2423;p52"/>
          <p:cNvSpPr txBox="1">
            <a:spLocks noGrp="1"/>
          </p:cNvSpPr>
          <p:nvPr>
            <p:ph type="title" idx="2"/>
          </p:nvPr>
        </p:nvSpPr>
        <p:spPr>
          <a:xfrm flipH="1">
            <a:off x="6372850" y="1507024"/>
            <a:ext cx="2159400" cy="121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2424" name="Google Shape;2424;p52"/>
          <p:cNvGrpSpPr/>
          <p:nvPr/>
        </p:nvGrpSpPr>
        <p:grpSpPr>
          <a:xfrm>
            <a:off x="-371819" y="3098839"/>
            <a:ext cx="2667669" cy="2547169"/>
            <a:chOff x="-371804" y="2876411"/>
            <a:chExt cx="2900586" cy="2769866"/>
          </a:xfrm>
        </p:grpSpPr>
        <p:sp>
          <p:nvSpPr>
            <p:cNvPr id="2425" name="Google Shape;2425;p52"/>
            <p:cNvSpPr/>
            <p:nvPr/>
          </p:nvSpPr>
          <p:spPr>
            <a:xfrm rot="2945883">
              <a:off x="115565" y="3894525"/>
              <a:ext cx="905361" cy="1703505"/>
            </a:xfrm>
            <a:prstGeom prst="trapezoid">
              <a:avLst>
                <a:gd name="adj" fmla="val 31712"/>
              </a:avLst>
            </a:prstGeom>
            <a:solidFill>
              <a:srgbClr val="FEFF97">
                <a:alpha val="78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26" name="Google Shape;2426;p52"/>
            <p:cNvCxnSpPr/>
            <p:nvPr/>
          </p:nvCxnSpPr>
          <p:spPr>
            <a:xfrm rot="10800000" flipH="1">
              <a:off x="414440" y="4111530"/>
              <a:ext cx="607800" cy="376800"/>
            </a:xfrm>
            <a:prstGeom prst="straightConnector1">
              <a:avLst/>
            </a:prstGeom>
            <a:noFill/>
            <a:ln w="19050" cap="flat" cmpd="sng">
              <a:solidFill>
                <a:schemeClr val="accent2"/>
              </a:solidFill>
              <a:prstDash val="solid"/>
              <a:round/>
              <a:headEnd type="none" w="med" len="med"/>
              <a:tailEnd type="none" w="med" len="med"/>
            </a:ln>
          </p:spPr>
        </p:cxnSp>
        <p:grpSp>
          <p:nvGrpSpPr>
            <p:cNvPr id="2427" name="Google Shape;2427;p52"/>
            <p:cNvGrpSpPr/>
            <p:nvPr/>
          </p:nvGrpSpPr>
          <p:grpSpPr>
            <a:xfrm rot="5400000">
              <a:off x="737402" y="2875010"/>
              <a:ext cx="1789977" cy="1792780"/>
              <a:chOff x="1690910" y="933688"/>
              <a:chExt cx="1569742" cy="1572063"/>
            </a:xfrm>
          </p:grpSpPr>
          <p:sp>
            <p:nvSpPr>
              <p:cNvPr id="2428" name="Google Shape;2428;p52"/>
              <p:cNvSpPr/>
              <p:nvPr/>
            </p:nvSpPr>
            <p:spPr>
              <a:xfrm>
                <a:off x="2687370" y="1932487"/>
                <a:ext cx="328775" cy="328794"/>
              </a:xfrm>
              <a:custGeom>
                <a:avLst/>
                <a:gdLst/>
                <a:ahLst/>
                <a:cxnLst/>
                <a:rect l="l" t="t" r="r" b="b"/>
                <a:pathLst>
                  <a:path w="17288" h="17289" extrusionOk="0">
                    <a:moveTo>
                      <a:pt x="9513" y="1"/>
                    </a:moveTo>
                    <a:lnTo>
                      <a:pt x="6540" y="6495"/>
                    </a:lnTo>
                    <a:lnTo>
                      <a:pt x="1" y="9513"/>
                    </a:lnTo>
                    <a:lnTo>
                      <a:pt x="3613" y="17288"/>
                    </a:lnTo>
                    <a:lnTo>
                      <a:pt x="10473" y="10474"/>
                    </a:lnTo>
                    <a:lnTo>
                      <a:pt x="17288" y="3614"/>
                    </a:lnTo>
                    <a:lnTo>
                      <a:pt x="951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2"/>
              <p:cNvSpPr/>
              <p:nvPr/>
            </p:nvSpPr>
            <p:spPr>
              <a:xfrm>
                <a:off x="2811745" y="1984672"/>
                <a:ext cx="158302" cy="147005"/>
              </a:xfrm>
              <a:custGeom>
                <a:avLst/>
                <a:gdLst/>
                <a:ahLst/>
                <a:cxnLst/>
                <a:rect l="l" t="t" r="r" b="b"/>
                <a:pathLst>
                  <a:path w="8324" h="7730" extrusionOk="0">
                    <a:moveTo>
                      <a:pt x="1692" y="1"/>
                    </a:moveTo>
                    <a:lnTo>
                      <a:pt x="0" y="3751"/>
                    </a:lnTo>
                    <a:lnTo>
                      <a:pt x="3933" y="7730"/>
                    </a:lnTo>
                    <a:lnTo>
                      <a:pt x="8324" y="3294"/>
                    </a:lnTo>
                    <a:lnTo>
                      <a:pt x="1692" y="1"/>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2"/>
              <p:cNvSpPr/>
              <p:nvPr/>
            </p:nvSpPr>
            <p:spPr>
              <a:xfrm>
                <a:off x="2091609" y="2193408"/>
                <a:ext cx="446189" cy="300077"/>
              </a:xfrm>
              <a:custGeom>
                <a:avLst/>
                <a:gdLst/>
                <a:ahLst/>
                <a:cxnLst/>
                <a:rect l="l" t="t" r="r" b="b"/>
                <a:pathLst>
                  <a:path w="23462" h="15779" extrusionOk="0">
                    <a:moveTo>
                      <a:pt x="21220" y="1"/>
                    </a:moveTo>
                    <a:lnTo>
                      <a:pt x="5991" y="367"/>
                    </a:lnTo>
                    <a:cubicBezTo>
                      <a:pt x="0" y="10520"/>
                      <a:pt x="23461" y="15779"/>
                      <a:pt x="23461" y="15779"/>
                    </a:cubicBezTo>
                    <a:cubicBezTo>
                      <a:pt x="23461" y="15779"/>
                      <a:pt x="16007" y="5855"/>
                      <a:pt x="21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2"/>
              <p:cNvSpPr/>
              <p:nvPr/>
            </p:nvSpPr>
            <p:spPr>
              <a:xfrm>
                <a:off x="2205543" y="2194282"/>
                <a:ext cx="332255" cy="300077"/>
              </a:xfrm>
              <a:custGeom>
                <a:avLst/>
                <a:gdLst/>
                <a:ahLst/>
                <a:cxnLst/>
                <a:rect l="l" t="t" r="r" b="b"/>
                <a:pathLst>
                  <a:path w="17471" h="15779" extrusionOk="0">
                    <a:moveTo>
                      <a:pt x="15229" y="1"/>
                    </a:moveTo>
                    <a:lnTo>
                      <a:pt x="0" y="321"/>
                    </a:lnTo>
                    <a:lnTo>
                      <a:pt x="6403" y="4711"/>
                    </a:lnTo>
                    <a:cubicBezTo>
                      <a:pt x="6403" y="4711"/>
                      <a:pt x="8369" y="12303"/>
                      <a:pt x="17470" y="15779"/>
                    </a:cubicBezTo>
                    <a:cubicBezTo>
                      <a:pt x="17470" y="15779"/>
                      <a:pt x="10016" y="5854"/>
                      <a:pt x="15229" y="1"/>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2"/>
              <p:cNvSpPr/>
              <p:nvPr/>
            </p:nvSpPr>
            <p:spPr>
              <a:xfrm>
                <a:off x="2949165" y="1431776"/>
                <a:ext cx="300077" cy="350283"/>
              </a:xfrm>
              <a:custGeom>
                <a:avLst/>
                <a:gdLst/>
                <a:ahLst/>
                <a:cxnLst/>
                <a:rect l="l" t="t" r="r" b="b"/>
                <a:pathLst>
                  <a:path w="15779" h="18419" extrusionOk="0">
                    <a:moveTo>
                      <a:pt x="3603" y="1"/>
                    </a:moveTo>
                    <a:cubicBezTo>
                      <a:pt x="2572" y="1"/>
                      <a:pt x="1478" y="306"/>
                      <a:pt x="320" y="994"/>
                    </a:cubicBezTo>
                    <a:lnTo>
                      <a:pt x="0" y="16223"/>
                    </a:lnTo>
                    <a:cubicBezTo>
                      <a:pt x="1512" y="14866"/>
                      <a:pt x="3306" y="14364"/>
                      <a:pt x="5132" y="14364"/>
                    </a:cubicBezTo>
                    <a:cubicBezTo>
                      <a:pt x="10323" y="14364"/>
                      <a:pt x="15778" y="18418"/>
                      <a:pt x="15778" y="18418"/>
                    </a:cubicBezTo>
                    <a:cubicBezTo>
                      <a:pt x="15778" y="18418"/>
                      <a:pt x="11614" y="1"/>
                      <a:pt x="36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2"/>
              <p:cNvSpPr/>
              <p:nvPr/>
            </p:nvSpPr>
            <p:spPr>
              <a:xfrm>
                <a:off x="2949165" y="1450660"/>
                <a:ext cx="300933" cy="331399"/>
              </a:xfrm>
              <a:custGeom>
                <a:avLst/>
                <a:gdLst/>
                <a:ahLst/>
                <a:cxnLst/>
                <a:rect l="l" t="t" r="r" b="b"/>
                <a:pathLst>
                  <a:path w="15824" h="17426" extrusionOk="0">
                    <a:moveTo>
                      <a:pt x="320" y="1"/>
                    </a:moveTo>
                    <a:lnTo>
                      <a:pt x="0" y="15230"/>
                    </a:lnTo>
                    <a:cubicBezTo>
                      <a:pt x="1512" y="13873"/>
                      <a:pt x="3306" y="13371"/>
                      <a:pt x="5133" y="13371"/>
                    </a:cubicBezTo>
                    <a:cubicBezTo>
                      <a:pt x="10326" y="13371"/>
                      <a:pt x="15790" y="17425"/>
                      <a:pt x="15824" y="17425"/>
                    </a:cubicBezTo>
                    <a:cubicBezTo>
                      <a:pt x="12302" y="8324"/>
                      <a:pt x="4756" y="6403"/>
                      <a:pt x="4756" y="6403"/>
                    </a:cubicBezTo>
                    <a:lnTo>
                      <a:pt x="320" y="1"/>
                    </a:ln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2"/>
              <p:cNvSpPr/>
              <p:nvPr/>
            </p:nvSpPr>
            <p:spPr>
              <a:xfrm>
                <a:off x="1703709" y="947952"/>
                <a:ext cx="1349843" cy="1288949"/>
              </a:xfrm>
              <a:custGeom>
                <a:avLst/>
                <a:gdLst/>
                <a:ahLst/>
                <a:cxnLst/>
                <a:rect l="l" t="t" r="r" b="b"/>
                <a:pathLst>
                  <a:path w="70979" h="67777" extrusionOk="0">
                    <a:moveTo>
                      <a:pt x="0" y="1"/>
                    </a:moveTo>
                    <a:cubicBezTo>
                      <a:pt x="0" y="1"/>
                      <a:pt x="2744" y="44637"/>
                      <a:pt x="18980" y="60872"/>
                    </a:cubicBezTo>
                    <a:cubicBezTo>
                      <a:pt x="23592" y="65506"/>
                      <a:pt x="29768" y="67777"/>
                      <a:pt x="36218" y="67777"/>
                    </a:cubicBezTo>
                    <a:cubicBezTo>
                      <a:pt x="43901" y="67777"/>
                      <a:pt x="51975" y="64555"/>
                      <a:pt x="58264" y="58265"/>
                    </a:cubicBezTo>
                    <a:cubicBezTo>
                      <a:pt x="69789" y="46740"/>
                      <a:pt x="70978" y="29133"/>
                      <a:pt x="60825" y="19026"/>
                    </a:cubicBezTo>
                    <a:cubicBezTo>
                      <a:pt x="44636" y="2791"/>
                      <a:pt x="1"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2"/>
              <p:cNvSpPr/>
              <p:nvPr/>
            </p:nvSpPr>
            <p:spPr>
              <a:xfrm>
                <a:off x="1703709" y="947952"/>
                <a:ext cx="495767" cy="496642"/>
              </a:xfrm>
              <a:custGeom>
                <a:avLst/>
                <a:gdLst/>
                <a:ahLst/>
                <a:cxnLst/>
                <a:rect l="l" t="t" r="r" b="b"/>
                <a:pathLst>
                  <a:path w="26069" h="26115" extrusionOk="0">
                    <a:moveTo>
                      <a:pt x="0" y="1"/>
                    </a:moveTo>
                    <a:lnTo>
                      <a:pt x="0" y="1"/>
                    </a:lnTo>
                    <a:cubicBezTo>
                      <a:pt x="641" y="8782"/>
                      <a:pt x="1921" y="17517"/>
                      <a:pt x="3750" y="26115"/>
                    </a:cubicBezTo>
                    <a:cubicBezTo>
                      <a:pt x="8552" y="23691"/>
                      <a:pt x="12943" y="20535"/>
                      <a:pt x="16693" y="16739"/>
                    </a:cubicBezTo>
                    <a:cubicBezTo>
                      <a:pt x="20534" y="12989"/>
                      <a:pt x="23690" y="8599"/>
                      <a:pt x="26068" y="3797"/>
                    </a:cubicBezTo>
                    <a:cubicBezTo>
                      <a:pt x="17470" y="1967"/>
                      <a:pt x="8735" y="687"/>
                      <a:pt x="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2"/>
              <p:cNvSpPr/>
              <p:nvPr/>
            </p:nvSpPr>
            <p:spPr>
              <a:xfrm>
                <a:off x="2115096" y="1328035"/>
                <a:ext cx="687977" cy="687977"/>
              </a:xfrm>
              <a:custGeom>
                <a:avLst/>
                <a:gdLst/>
                <a:ahLst/>
                <a:cxnLst/>
                <a:rect l="l" t="t" r="r" b="b"/>
                <a:pathLst>
                  <a:path w="36176" h="36176" extrusionOk="0">
                    <a:moveTo>
                      <a:pt x="18110" y="0"/>
                    </a:moveTo>
                    <a:cubicBezTo>
                      <a:pt x="8095" y="0"/>
                      <a:pt x="0" y="8095"/>
                      <a:pt x="0" y="18065"/>
                    </a:cubicBezTo>
                    <a:cubicBezTo>
                      <a:pt x="0" y="28081"/>
                      <a:pt x="8095" y="36175"/>
                      <a:pt x="18110" y="36175"/>
                    </a:cubicBezTo>
                    <a:cubicBezTo>
                      <a:pt x="28080" y="36175"/>
                      <a:pt x="36175" y="28081"/>
                      <a:pt x="36175" y="18065"/>
                    </a:cubicBezTo>
                    <a:cubicBezTo>
                      <a:pt x="36175" y="8095"/>
                      <a:pt x="28080" y="0"/>
                      <a:pt x="18110" y="0"/>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2"/>
              <p:cNvSpPr/>
              <p:nvPr/>
            </p:nvSpPr>
            <p:spPr>
              <a:xfrm>
                <a:off x="2105530" y="1350647"/>
                <a:ext cx="641879" cy="641879"/>
              </a:xfrm>
              <a:custGeom>
                <a:avLst/>
                <a:gdLst/>
                <a:ahLst/>
                <a:cxnLst/>
                <a:rect l="l" t="t" r="r" b="b"/>
                <a:pathLst>
                  <a:path w="33752" h="33752" extrusionOk="0">
                    <a:moveTo>
                      <a:pt x="16876" y="0"/>
                    </a:moveTo>
                    <a:cubicBezTo>
                      <a:pt x="7592" y="0"/>
                      <a:pt x="0" y="7592"/>
                      <a:pt x="0" y="16876"/>
                    </a:cubicBezTo>
                    <a:cubicBezTo>
                      <a:pt x="0" y="26206"/>
                      <a:pt x="7592" y="33751"/>
                      <a:pt x="16876" y="33751"/>
                    </a:cubicBezTo>
                    <a:cubicBezTo>
                      <a:pt x="26205" y="33751"/>
                      <a:pt x="33751" y="26206"/>
                      <a:pt x="33751" y="16876"/>
                    </a:cubicBezTo>
                    <a:cubicBezTo>
                      <a:pt x="33751" y="7592"/>
                      <a:pt x="26205" y="0"/>
                      <a:pt x="168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2"/>
              <p:cNvSpPr/>
              <p:nvPr/>
            </p:nvSpPr>
            <p:spPr>
              <a:xfrm>
                <a:off x="2226405" y="1471541"/>
                <a:ext cx="400965" cy="400965"/>
              </a:xfrm>
              <a:custGeom>
                <a:avLst/>
                <a:gdLst/>
                <a:ahLst/>
                <a:cxnLst/>
                <a:rect l="l" t="t" r="r" b="b"/>
                <a:pathLst>
                  <a:path w="21084" h="21084" extrusionOk="0">
                    <a:moveTo>
                      <a:pt x="10520" y="0"/>
                    </a:moveTo>
                    <a:cubicBezTo>
                      <a:pt x="4711" y="0"/>
                      <a:pt x="1" y="4711"/>
                      <a:pt x="1" y="10519"/>
                    </a:cubicBezTo>
                    <a:cubicBezTo>
                      <a:pt x="1" y="16373"/>
                      <a:pt x="4711" y="21083"/>
                      <a:pt x="10520" y="21083"/>
                    </a:cubicBezTo>
                    <a:cubicBezTo>
                      <a:pt x="16373" y="21083"/>
                      <a:pt x="21084" y="16373"/>
                      <a:pt x="21084" y="10519"/>
                    </a:cubicBezTo>
                    <a:cubicBezTo>
                      <a:pt x="21084" y="4711"/>
                      <a:pt x="16373" y="0"/>
                      <a:pt x="10520" y="0"/>
                    </a:cubicBezTo>
                    <a:close/>
                  </a:path>
                </a:pathLst>
              </a:custGeom>
              <a:solidFill>
                <a:srgbClr val="76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2"/>
              <p:cNvSpPr/>
              <p:nvPr/>
            </p:nvSpPr>
            <p:spPr>
              <a:xfrm>
                <a:off x="2245556" y="1593520"/>
                <a:ext cx="193959" cy="145046"/>
              </a:xfrm>
              <a:custGeom>
                <a:avLst/>
                <a:gdLst/>
                <a:ahLst/>
                <a:cxnLst/>
                <a:rect l="l" t="t" r="r" b="b"/>
                <a:pathLst>
                  <a:path w="10199" h="7627" extrusionOk="0">
                    <a:moveTo>
                      <a:pt x="5105" y="0"/>
                    </a:moveTo>
                    <a:cubicBezTo>
                      <a:pt x="4127" y="0"/>
                      <a:pt x="3156" y="378"/>
                      <a:pt x="2424" y="1132"/>
                    </a:cubicBezTo>
                    <a:cubicBezTo>
                      <a:pt x="0" y="3510"/>
                      <a:pt x="1738" y="7626"/>
                      <a:pt x="5122" y="7626"/>
                    </a:cubicBezTo>
                    <a:cubicBezTo>
                      <a:pt x="8506" y="7626"/>
                      <a:pt x="10199" y="3510"/>
                      <a:pt x="7820" y="1132"/>
                    </a:cubicBezTo>
                    <a:cubicBezTo>
                      <a:pt x="7066" y="378"/>
                      <a:pt x="6083" y="0"/>
                      <a:pt x="510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2"/>
              <p:cNvSpPr/>
              <p:nvPr/>
            </p:nvSpPr>
            <p:spPr>
              <a:xfrm>
                <a:off x="2389062" y="1639618"/>
                <a:ext cx="104387" cy="78067"/>
              </a:xfrm>
              <a:custGeom>
                <a:avLst/>
                <a:gdLst/>
                <a:ahLst/>
                <a:cxnLst/>
                <a:rect l="l" t="t" r="r" b="b"/>
                <a:pathLst>
                  <a:path w="5489" h="4105" extrusionOk="0">
                    <a:moveTo>
                      <a:pt x="2744" y="0"/>
                    </a:moveTo>
                    <a:cubicBezTo>
                      <a:pt x="2218" y="0"/>
                      <a:pt x="1692" y="195"/>
                      <a:pt x="1281" y="583"/>
                    </a:cubicBezTo>
                    <a:cubicBezTo>
                      <a:pt x="0" y="1864"/>
                      <a:pt x="915" y="4105"/>
                      <a:pt x="2744" y="4105"/>
                    </a:cubicBezTo>
                    <a:cubicBezTo>
                      <a:pt x="4573" y="4105"/>
                      <a:pt x="5488" y="1864"/>
                      <a:pt x="4207" y="583"/>
                    </a:cubicBezTo>
                    <a:cubicBezTo>
                      <a:pt x="3796" y="195"/>
                      <a:pt x="3270" y="0"/>
                      <a:pt x="27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2"/>
              <p:cNvSpPr/>
              <p:nvPr/>
            </p:nvSpPr>
            <p:spPr>
              <a:xfrm>
                <a:off x="1703709" y="947952"/>
                <a:ext cx="1312436" cy="819312"/>
              </a:xfrm>
              <a:custGeom>
                <a:avLst/>
                <a:gdLst/>
                <a:ahLst/>
                <a:cxnLst/>
                <a:rect l="l" t="t" r="r" b="b"/>
                <a:pathLst>
                  <a:path w="69012" h="43082" extrusionOk="0">
                    <a:moveTo>
                      <a:pt x="0" y="1"/>
                    </a:moveTo>
                    <a:lnTo>
                      <a:pt x="0" y="1"/>
                    </a:lnTo>
                    <a:cubicBezTo>
                      <a:pt x="42761" y="12349"/>
                      <a:pt x="66130" y="21999"/>
                      <a:pt x="66908" y="43082"/>
                    </a:cubicBezTo>
                    <a:cubicBezTo>
                      <a:pt x="69012" y="34301"/>
                      <a:pt x="67091" y="25246"/>
                      <a:pt x="60825" y="19026"/>
                    </a:cubicBezTo>
                    <a:cubicBezTo>
                      <a:pt x="44636" y="2791"/>
                      <a:pt x="1" y="1"/>
                      <a:pt x="0" y="1"/>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2"/>
              <p:cNvSpPr/>
              <p:nvPr/>
            </p:nvSpPr>
            <p:spPr>
              <a:xfrm>
                <a:off x="1760229" y="1185385"/>
                <a:ext cx="610576" cy="999389"/>
              </a:xfrm>
              <a:custGeom>
                <a:avLst/>
                <a:gdLst/>
                <a:ahLst/>
                <a:cxnLst/>
                <a:rect l="l" t="t" r="r" b="b"/>
                <a:pathLst>
                  <a:path w="32106" h="52551" extrusionOk="0">
                    <a:moveTo>
                      <a:pt x="1" y="1"/>
                    </a:moveTo>
                    <a:cubicBezTo>
                      <a:pt x="1" y="2"/>
                      <a:pt x="7450" y="52550"/>
                      <a:pt x="31852" y="52550"/>
                    </a:cubicBezTo>
                    <a:cubicBezTo>
                      <a:pt x="31936" y="52550"/>
                      <a:pt x="32021" y="52550"/>
                      <a:pt x="32106" y="52549"/>
                    </a:cubicBezTo>
                    <a:cubicBezTo>
                      <a:pt x="32106" y="52549"/>
                      <a:pt x="12440" y="40429"/>
                      <a:pt x="1" y="1"/>
                    </a:cubicBezTo>
                    <a:close/>
                  </a:path>
                </a:pathLst>
              </a:custGeom>
              <a:solidFill>
                <a:srgbClr val="FFFFFF">
                  <a:alpha val="40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2"/>
              <p:cNvSpPr/>
              <p:nvPr/>
            </p:nvSpPr>
            <p:spPr>
              <a:xfrm>
                <a:off x="2793469" y="2160374"/>
                <a:ext cx="13940" cy="11315"/>
              </a:xfrm>
              <a:custGeom>
                <a:avLst/>
                <a:gdLst/>
                <a:ahLst/>
                <a:cxnLst/>
                <a:rect l="l" t="t" r="r" b="b"/>
                <a:pathLst>
                  <a:path w="733" h="595" extrusionOk="0">
                    <a:moveTo>
                      <a:pt x="367" y="0"/>
                    </a:moveTo>
                    <a:cubicBezTo>
                      <a:pt x="1" y="0"/>
                      <a:pt x="1" y="595"/>
                      <a:pt x="367" y="595"/>
                    </a:cubicBezTo>
                    <a:cubicBezTo>
                      <a:pt x="733" y="595"/>
                      <a:pt x="733"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2"/>
              <p:cNvSpPr/>
              <p:nvPr/>
            </p:nvSpPr>
            <p:spPr>
              <a:xfrm>
                <a:off x="2899587" y="2022954"/>
                <a:ext cx="13940" cy="10441"/>
              </a:xfrm>
              <a:custGeom>
                <a:avLst/>
                <a:gdLst/>
                <a:ahLst/>
                <a:cxnLst/>
                <a:rect l="l" t="t" r="r" b="b"/>
                <a:pathLst>
                  <a:path w="733" h="549"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2"/>
              <p:cNvSpPr/>
              <p:nvPr/>
            </p:nvSpPr>
            <p:spPr>
              <a:xfrm>
                <a:off x="2799574" y="2102086"/>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2"/>
              <p:cNvSpPr/>
              <p:nvPr/>
            </p:nvSpPr>
            <p:spPr>
              <a:xfrm>
                <a:off x="2398628" y="2388242"/>
                <a:ext cx="14796" cy="11315"/>
              </a:xfrm>
              <a:custGeom>
                <a:avLst/>
                <a:gdLst/>
                <a:ahLst/>
                <a:cxnLst/>
                <a:rect l="l" t="t" r="r" b="b"/>
                <a:pathLst>
                  <a:path w="778" h="595" extrusionOk="0">
                    <a:moveTo>
                      <a:pt x="366" y="0"/>
                    </a:moveTo>
                    <a:cubicBezTo>
                      <a:pt x="0" y="0"/>
                      <a:pt x="0"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2"/>
              <p:cNvSpPr/>
              <p:nvPr/>
            </p:nvSpPr>
            <p:spPr>
              <a:xfrm>
                <a:off x="2385582" y="2370841"/>
                <a:ext cx="14796" cy="11334"/>
              </a:xfrm>
              <a:custGeom>
                <a:avLst/>
                <a:gdLst/>
                <a:ahLst/>
                <a:cxnLst/>
                <a:rect l="l" t="t" r="r" b="b"/>
                <a:pathLst>
                  <a:path w="778" h="596" extrusionOk="0">
                    <a:moveTo>
                      <a:pt x="366" y="0"/>
                    </a:moveTo>
                    <a:cubicBezTo>
                      <a:pt x="0" y="0"/>
                      <a:pt x="0"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2"/>
              <p:cNvSpPr/>
              <p:nvPr/>
            </p:nvSpPr>
            <p:spPr>
              <a:xfrm>
                <a:off x="2384707" y="2259512"/>
                <a:ext cx="13940" cy="10460"/>
              </a:xfrm>
              <a:custGeom>
                <a:avLst/>
                <a:gdLst/>
                <a:ahLst/>
                <a:cxnLst/>
                <a:rect l="l" t="t" r="r" b="b"/>
                <a:pathLst>
                  <a:path w="733" h="550" extrusionOk="0">
                    <a:moveTo>
                      <a:pt x="366" y="1"/>
                    </a:moveTo>
                    <a:cubicBezTo>
                      <a:pt x="0" y="1"/>
                      <a:pt x="0" y="549"/>
                      <a:pt x="366" y="549"/>
                    </a:cubicBezTo>
                    <a:cubicBezTo>
                      <a:pt x="732" y="549"/>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2"/>
              <p:cNvSpPr/>
              <p:nvPr/>
            </p:nvSpPr>
            <p:spPr>
              <a:xfrm>
                <a:off x="3071790" y="1582870"/>
                <a:ext cx="14815" cy="11315"/>
              </a:xfrm>
              <a:custGeom>
                <a:avLst/>
                <a:gdLst/>
                <a:ahLst/>
                <a:cxnLst/>
                <a:rect l="l" t="t" r="r" b="b"/>
                <a:pathLst>
                  <a:path w="779" h="595" extrusionOk="0">
                    <a:moveTo>
                      <a:pt x="366" y="0"/>
                    </a:moveTo>
                    <a:cubicBezTo>
                      <a:pt x="1" y="0"/>
                      <a:pt x="1"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2"/>
              <p:cNvSpPr/>
              <p:nvPr/>
            </p:nvSpPr>
            <p:spPr>
              <a:xfrm>
                <a:off x="3085711" y="1592436"/>
                <a:ext cx="14796" cy="11315"/>
              </a:xfrm>
              <a:custGeom>
                <a:avLst/>
                <a:gdLst/>
                <a:ahLst/>
                <a:cxnLst/>
                <a:rect l="l" t="t" r="r" b="b"/>
                <a:pathLst>
                  <a:path w="778" h="595" extrusionOk="0">
                    <a:moveTo>
                      <a:pt x="366" y="0"/>
                    </a:moveTo>
                    <a:cubicBezTo>
                      <a:pt x="0" y="0"/>
                      <a:pt x="0"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2"/>
              <p:cNvSpPr/>
              <p:nvPr/>
            </p:nvSpPr>
            <p:spPr>
              <a:xfrm>
                <a:off x="3151816" y="1669837"/>
                <a:ext cx="14796" cy="10460"/>
              </a:xfrm>
              <a:custGeom>
                <a:avLst/>
                <a:gdLst/>
                <a:ahLst/>
                <a:cxnLst/>
                <a:rect l="l" t="t" r="r" b="b"/>
                <a:pathLst>
                  <a:path w="778" h="550" extrusionOk="0">
                    <a:moveTo>
                      <a:pt x="412" y="0"/>
                    </a:moveTo>
                    <a:cubicBezTo>
                      <a:pt x="0" y="0"/>
                      <a:pt x="0" y="549"/>
                      <a:pt x="412" y="549"/>
                    </a:cubicBezTo>
                    <a:cubicBezTo>
                      <a:pt x="778" y="549"/>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2"/>
              <p:cNvSpPr/>
              <p:nvPr/>
            </p:nvSpPr>
            <p:spPr>
              <a:xfrm>
                <a:off x="2667364" y="1532416"/>
                <a:ext cx="14815" cy="10460"/>
              </a:xfrm>
              <a:custGeom>
                <a:avLst/>
                <a:gdLst/>
                <a:ahLst/>
                <a:cxnLst/>
                <a:rect l="l" t="t" r="r" b="b"/>
                <a:pathLst>
                  <a:path w="779" h="550" extrusionOk="0">
                    <a:moveTo>
                      <a:pt x="367" y="1"/>
                    </a:moveTo>
                    <a:cubicBezTo>
                      <a:pt x="1" y="1"/>
                      <a:pt x="1" y="549"/>
                      <a:pt x="367" y="549"/>
                    </a:cubicBezTo>
                    <a:cubicBezTo>
                      <a:pt x="778" y="549"/>
                      <a:pt x="778"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2"/>
              <p:cNvSpPr/>
              <p:nvPr/>
            </p:nvSpPr>
            <p:spPr>
              <a:xfrm>
                <a:off x="2578647" y="1442844"/>
                <a:ext cx="14815" cy="11315"/>
              </a:xfrm>
              <a:custGeom>
                <a:avLst/>
                <a:gdLst/>
                <a:ahLst/>
                <a:cxnLst/>
                <a:rect l="l" t="t" r="r" b="b"/>
                <a:pathLst>
                  <a:path w="779" h="595" extrusionOk="0">
                    <a:moveTo>
                      <a:pt x="367" y="0"/>
                    </a:moveTo>
                    <a:cubicBezTo>
                      <a:pt x="1" y="0"/>
                      <a:pt x="1" y="595"/>
                      <a:pt x="367" y="595"/>
                    </a:cubicBezTo>
                    <a:cubicBezTo>
                      <a:pt x="778" y="595"/>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2"/>
              <p:cNvSpPr/>
              <p:nvPr/>
            </p:nvSpPr>
            <p:spPr>
              <a:xfrm>
                <a:off x="2678679" y="1748988"/>
                <a:ext cx="13921" cy="10441"/>
              </a:xfrm>
              <a:custGeom>
                <a:avLst/>
                <a:gdLst/>
                <a:ahLst/>
                <a:cxnLst/>
                <a:rect l="l" t="t" r="r" b="b"/>
                <a:pathLst>
                  <a:path w="732" h="549"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2"/>
              <p:cNvSpPr/>
              <p:nvPr/>
            </p:nvSpPr>
            <p:spPr>
              <a:xfrm>
                <a:off x="2941330" y="1517640"/>
                <a:ext cx="14815" cy="11315"/>
              </a:xfrm>
              <a:custGeom>
                <a:avLst/>
                <a:gdLst/>
                <a:ahLst/>
                <a:cxnLst/>
                <a:rect l="l" t="t" r="r" b="b"/>
                <a:pathLst>
                  <a:path w="779" h="595" extrusionOk="0">
                    <a:moveTo>
                      <a:pt x="412" y="0"/>
                    </a:moveTo>
                    <a:cubicBezTo>
                      <a:pt x="1" y="0"/>
                      <a:pt x="1" y="595"/>
                      <a:pt x="412" y="595"/>
                    </a:cubicBezTo>
                    <a:cubicBezTo>
                      <a:pt x="778" y="595"/>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2"/>
              <p:cNvSpPr/>
              <p:nvPr/>
            </p:nvSpPr>
            <p:spPr>
              <a:xfrm>
                <a:off x="2842192" y="1355858"/>
                <a:ext cx="13921" cy="10460"/>
              </a:xfrm>
              <a:custGeom>
                <a:avLst/>
                <a:gdLst/>
                <a:ahLst/>
                <a:cxnLst/>
                <a:rect l="l" t="t" r="r" b="b"/>
                <a:pathLst>
                  <a:path w="732" h="550" extrusionOk="0">
                    <a:moveTo>
                      <a:pt x="366" y="1"/>
                    </a:moveTo>
                    <a:cubicBezTo>
                      <a:pt x="0" y="1"/>
                      <a:pt x="0" y="550"/>
                      <a:pt x="366" y="550"/>
                    </a:cubicBezTo>
                    <a:cubicBezTo>
                      <a:pt x="732" y="550"/>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2"/>
              <p:cNvSpPr/>
              <p:nvPr/>
            </p:nvSpPr>
            <p:spPr>
              <a:xfrm>
                <a:off x="2858699" y="1332371"/>
                <a:ext cx="13940" cy="11334"/>
              </a:xfrm>
              <a:custGeom>
                <a:avLst/>
                <a:gdLst/>
                <a:ahLst/>
                <a:cxnLst/>
                <a:rect l="l" t="t" r="r" b="b"/>
                <a:pathLst>
                  <a:path w="733" h="596" extrusionOk="0">
                    <a:moveTo>
                      <a:pt x="367" y="1"/>
                    </a:moveTo>
                    <a:cubicBezTo>
                      <a:pt x="1" y="1"/>
                      <a:pt x="1" y="595"/>
                      <a:pt x="367" y="595"/>
                    </a:cubicBezTo>
                    <a:cubicBezTo>
                      <a:pt x="733" y="595"/>
                      <a:pt x="733"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2"/>
              <p:cNvSpPr/>
              <p:nvPr/>
            </p:nvSpPr>
            <p:spPr>
              <a:xfrm>
                <a:off x="2798699" y="1268891"/>
                <a:ext cx="14796" cy="10460"/>
              </a:xfrm>
              <a:custGeom>
                <a:avLst/>
                <a:gdLst/>
                <a:ahLst/>
                <a:cxnLst/>
                <a:rect l="l" t="t" r="r" b="b"/>
                <a:pathLst>
                  <a:path w="778" h="550" extrusionOk="0">
                    <a:moveTo>
                      <a:pt x="366" y="0"/>
                    </a:moveTo>
                    <a:cubicBezTo>
                      <a:pt x="0" y="0"/>
                      <a:pt x="0" y="549"/>
                      <a:pt x="366" y="549"/>
                    </a:cubicBezTo>
                    <a:cubicBezTo>
                      <a:pt x="778" y="549"/>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2"/>
              <p:cNvSpPr/>
              <p:nvPr/>
            </p:nvSpPr>
            <p:spPr>
              <a:xfrm>
                <a:off x="2734344" y="1272371"/>
                <a:ext cx="14796" cy="11315"/>
              </a:xfrm>
              <a:custGeom>
                <a:avLst/>
                <a:gdLst/>
                <a:ahLst/>
                <a:cxnLst/>
                <a:rect l="l" t="t" r="r" b="b"/>
                <a:pathLst>
                  <a:path w="778" h="595" extrusionOk="0">
                    <a:moveTo>
                      <a:pt x="412" y="0"/>
                    </a:moveTo>
                    <a:cubicBezTo>
                      <a:pt x="0" y="0"/>
                      <a:pt x="0" y="595"/>
                      <a:pt x="412" y="595"/>
                    </a:cubicBezTo>
                    <a:cubicBezTo>
                      <a:pt x="778" y="595"/>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2"/>
              <p:cNvSpPr/>
              <p:nvPr/>
            </p:nvSpPr>
            <p:spPr>
              <a:xfrm>
                <a:off x="2617785" y="1150602"/>
                <a:ext cx="13940" cy="10460"/>
              </a:xfrm>
              <a:custGeom>
                <a:avLst/>
                <a:gdLst/>
                <a:ahLst/>
                <a:cxnLst/>
                <a:rect l="l" t="t" r="r" b="b"/>
                <a:pathLst>
                  <a:path w="733" h="550" extrusionOk="0">
                    <a:moveTo>
                      <a:pt x="367" y="1"/>
                    </a:moveTo>
                    <a:cubicBezTo>
                      <a:pt x="1" y="1"/>
                      <a:pt x="1" y="549"/>
                      <a:pt x="367" y="549"/>
                    </a:cubicBezTo>
                    <a:cubicBezTo>
                      <a:pt x="733" y="549"/>
                      <a:pt x="733"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2"/>
              <p:cNvSpPr/>
              <p:nvPr/>
            </p:nvSpPr>
            <p:spPr>
              <a:xfrm>
                <a:off x="2188142" y="1092332"/>
                <a:ext cx="14815" cy="10460"/>
              </a:xfrm>
              <a:custGeom>
                <a:avLst/>
                <a:gdLst/>
                <a:ahLst/>
                <a:cxnLst/>
                <a:rect l="l" t="t" r="r" b="b"/>
                <a:pathLst>
                  <a:path w="779" h="550" extrusionOk="0">
                    <a:moveTo>
                      <a:pt x="412" y="1"/>
                    </a:moveTo>
                    <a:cubicBezTo>
                      <a:pt x="1" y="1"/>
                      <a:pt x="1" y="549"/>
                      <a:pt x="412" y="549"/>
                    </a:cubicBezTo>
                    <a:cubicBezTo>
                      <a:pt x="778" y="549"/>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2"/>
              <p:cNvSpPr/>
              <p:nvPr/>
            </p:nvSpPr>
            <p:spPr>
              <a:xfrm>
                <a:off x="2209879" y="1098418"/>
                <a:ext cx="14815" cy="11334"/>
              </a:xfrm>
              <a:custGeom>
                <a:avLst/>
                <a:gdLst/>
                <a:ahLst/>
                <a:cxnLst/>
                <a:rect l="l" t="t" r="r" b="b"/>
                <a:pathLst>
                  <a:path w="779" h="596" extrusionOk="0">
                    <a:moveTo>
                      <a:pt x="413" y="1"/>
                    </a:moveTo>
                    <a:cubicBezTo>
                      <a:pt x="1" y="1"/>
                      <a:pt x="1" y="595"/>
                      <a:pt x="413" y="595"/>
                    </a:cubicBezTo>
                    <a:cubicBezTo>
                      <a:pt x="778" y="595"/>
                      <a:pt x="778" y="1"/>
                      <a:pt x="413"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2"/>
              <p:cNvSpPr/>
              <p:nvPr/>
            </p:nvSpPr>
            <p:spPr>
              <a:xfrm>
                <a:off x="2287299" y="1088852"/>
                <a:ext cx="13921" cy="10460"/>
              </a:xfrm>
              <a:custGeom>
                <a:avLst/>
                <a:gdLst/>
                <a:ahLst/>
                <a:cxnLst/>
                <a:rect l="l" t="t" r="r" b="b"/>
                <a:pathLst>
                  <a:path w="732" h="550" extrusionOk="0">
                    <a:moveTo>
                      <a:pt x="366" y="1"/>
                    </a:moveTo>
                    <a:cubicBezTo>
                      <a:pt x="0" y="1"/>
                      <a:pt x="0" y="549"/>
                      <a:pt x="366" y="549"/>
                    </a:cubicBezTo>
                    <a:cubicBezTo>
                      <a:pt x="732" y="549"/>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2"/>
              <p:cNvSpPr/>
              <p:nvPr/>
            </p:nvSpPr>
            <p:spPr>
              <a:xfrm>
                <a:off x="2383832" y="1101023"/>
                <a:ext cx="13940" cy="10460"/>
              </a:xfrm>
              <a:custGeom>
                <a:avLst/>
                <a:gdLst/>
                <a:ahLst/>
                <a:cxnLst/>
                <a:rect l="l" t="t" r="r" b="b"/>
                <a:pathLst>
                  <a:path w="733" h="550" extrusionOk="0">
                    <a:moveTo>
                      <a:pt x="366" y="1"/>
                    </a:moveTo>
                    <a:cubicBezTo>
                      <a:pt x="1" y="1"/>
                      <a:pt x="1" y="550"/>
                      <a:pt x="366" y="550"/>
                    </a:cubicBezTo>
                    <a:cubicBezTo>
                      <a:pt x="732" y="550"/>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2"/>
              <p:cNvSpPr/>
              <p:nvPr/>
            </p:nvSpPr>
            <p:spPr>
              <a:xfrm>
                <a:off x="2409924" y="1098418"/>
                <a:ext cx="13940" cy="11334"/>
              </a:xfrm>
              <a:custGeom>
                <a:avLst/>
                <a:gdLst/>
                <a:ahLst/>
                <a:cxnLst/>
                <a:rect l="l" t="t" r="r" b="b"/>
                <a:pathLst>
                  <a:path w="733" h="596" extrusionOk="0">
                    <a:moveTo>
                      <a:pt x="366" y="1"/>
                    </a:moveTo>
                    <a:cubicBezTo>
                      <a:pt x="1" y="1"/>
                      <a:pt x="1" y="595"/>
                      <a:pt x="366" y="595"/>
                    </a:cubicBezTo>
                    <a:cubicBezTo>
                      <a:pt x="732" y="595"/>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2"/>
              <p:cNvSpPr/>
              <p:nvPr/>
            </p:nvSpPr>
            <p:spPr>
              <a:xfrm>
                <a:off x="2124662" y="1030583"/>
                <a:ext cx="13921" cy="10460"/>
              </a:xfrm>
              <a:custGeom>
                <a:avLst/>
                <a:gdLst/>
                <a:ahLst/>
                <a:cxnLst/>
                <a:rect l="l" t="t" r="r" b="b"/>
                <a:pathLst>
                  <a:path w="732" h="550"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2"/>
              <p:cNvSpPr/>
              <p:nvPr/>
            </p:nvSpPr>
            <p:spPr>
              <a:xfrm>
                <a:off x="1862867" y="1336726"/>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2"/>
              <p:cNvSpPr/>
              <p:nvPr/>
            </p:nvSpPr>
            <p:spPr>
              <a:xfrm>
                <a:off x="1778505" y="1391516"/>
                <a:ext cx="14796" cy="10460"/>
              </a:xfrm>
              <a:custGeom>
                <a:avLst/>
                <a:gdLst/>
                <a:ahLst/>
                <a:cxnLst/>
                <a:rect l="l" t="t" r="r" b="b"/>
                <a:pathLst>
                  <a:path w="778" h="550" extrusionOk="0">
                    <a:moveTo>
                      <a:pt x="412" y="1"/>
                    </a:moveTo>
                    <a:cubicBezTo>
                      <a:pt x="0" y="1"/>
                      <a:pt x="0" y="550"/>
                      <a:pt x="412" y="550"/>
                    </a:cubicBezTo>
                    <a:cubicBezTo>
                      <a:pt x="778" y="550"/>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2"/>
              <p:cNvSpPr/>
              <p:nvPr/>
            </p:nvSpPr>
            <p:spPr>
              <a:xfrm>
                <a:off x="1789801" y="1458495"/>
                <a:ext cx="13940" cy="10460"/>
              </a:xfrm>
              <a:custGeom>
                <a:avLst/>
                <a:gdLst/>
                <a:ahLst/>
                <a:cxnLst/>
                <a:rect l="l" t="t" r="r" b="b"/>
                <a:pathLst>
                  <a:path w="733" h="550" extrusionOk="0">
                    <a:moveTo>
                      <a:pt x="367" y="0"/>
                    </a:moveTo>
                    <a:cubicBezTo>
                      <a:pt x="1" y="0"/>
                      <a:pt x="1" y="549"/>
                      <a:pt x="367" y="549"/>
                    </a:cubicBezTo>
                    <a:cubicBezTo>
                      <a:pt x="733" y="549"/>
                      <a:pt x="733"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2"/>
              <p:cNvSpPr/>
              <p:nvPr/>
            </p:nvSpPr>
            <p:spPr>
              <a:xfrm>
                <a:off x="2073333" y="1122779"/>
                <a:ext cx="14815" cy="10441"/>
              </a:xfrm>
              <a:custGeom>
                <a:avLst/>
                <a:gdLst/>
                <a:ahLst/>
                <a:cxnLst/>
                <a:rect l="l" t="t" r="r" b="b"/>
                <a:pathLst>
                  <a:path w="779" h="549"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2"/>
              <p:cNvSpPr/>
              <p:nvPr/>
            </p:nvSpPr>
            <p:spPr>
              <a:xfrm>
                <a:off x="2147273" y="1153207"/>
                <a:ext cx="14796" cy="10460"/>
              </a:xfrm>
              <a:custGeom>
                <a:avLst/>
                <a:gdLst/>
                <a:ahLst/>
                <a:cxnLst/>
                <a:rect l="l" t="t" r="r" b="b"/>
                <a:pathLst>
                  <a:path w="778" h="550" extrusionOk="0">
                    <a:moveTo>
                      <a:pt x="366" y="1"/>
                    </a:moveTo>
                    <a:cubicBezTo>
                      <a:pt x="0" y="1"/>
                      <a:pt x="0" y="550"/>
                      <a:pt x="366" y="550"/>
                    </a:cubicBezTo>
                    <a:cubicBezTo>
                      <a:pt x="778" y="550"/>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2"/>
              <p:cNvSpPr/>
              <p:nvPr/>
            </p:nvSpPr>
            <p:spPr>
              <a:xfrm>
                <a:off x="1690910" y="933688"/>
                <a:ext cx="1569742" cy="1572063"/>
              </a:xfrm>
              <a:custGeom>
                <a:avLst/>
                <a:gdLst/>
                <a:ahLst/>
                <a:cxnLst/>
                <a:rect l="l" t="t" r="r" b="b"/>
                <a:pathLst>
                  <a:path w="82542" h="82664" extrusionOk="0">
                    <a:moveTo>
                      <a:pt x="24043" y="4501"/>
                    </a:moveTo>
                    <a:lnTo>
                      <a:pt x="26192" y="4958"/>
                    </a:lnTo>
                    <a:lnTo>
                      <a:pt x="25918" y="5461"/>
                    </a:lnTo>
                    <a:cubicBezTo>
                      <a:pt x="25232" y="5324"/>
                      <a:pt x="24592" y="5004"/>
                      <a:pt x="24043" y="4501"/>
                    </a:cubicBezTo>
                    <a:close/>
                    <a:moveTo>
                      <a:pt x="26650" y="5050"/>
                    </a:moveTo>
                    <a:cubicBezTo>
                      <a:pt x="26970" y="5095"/>
                      <a:pt x="27290" y="5187"/>
                      <a:pt x="27564" y="5233"/>
                    </a:cubicBezTo>
                    <a:cubicBezTo>
                      <a:pt x="27199" y="5370"/>
                      <a:pt x="26833" y="5461"/>
                      <a:pt x="26421" y="5553"/>
                    </a:cubicBezTo>
                    <a:lnTo>
                      <a:pt x="26650" y="5050"/>
                    </a:lnTo>
                    <a:close/>
                    <a:moveTo>
                      <a:pt x="29577" y="5690"/>
                    </a:moveTo>
                    <a:cubicBezTo>
                      <a:pt x="30811" y="5964"/>
                      <a:pt x="32046" y="6239"/>
                      <a:pt x="33281" y="6559"/>
                    </a:cubicBezTo>
                    <a:cubicBezTo>
                      <a:pt x="32859" y="6725"/>
                      <a:pt x="32411" y="6806"/>
                      <a:pt x="31964" y="6806"/>
                    </a:cubicBezTo>
                    <a:cubicBezTo>
                      <a:pt x="31054" y="6806"/>
                      <a:pt x="30144" y="6471"/>
                      <a:pt x="29439" y="5827"/>
                    </a:cubicBezTo>
                    <a:cubicBezTo>
                      <a:pt x="29485" y="5781"/>
                      <a:pt x="29531" y="5690"/>
                      <a:pt x="29577" y="5690"/>
                    </a:cubicBezTo>
                    <a:close/>
                    <a:moveTo>
                      <a:pt x="35751" y="7153"/>
                    </a:moveTo>
                    <a:cubicBezTo>
                      <a:pt x="36437" y="7336"/>
                      <a:pt x="37123" y="7519"/>
                      <a:pt x="37809" y="7748"/>
                    </a:cubicBezTo>
                    <a:cubicBezTo>
                      <a:pt x="37538" y="7828"/>
                      <a:pt x="37250" y="7868"/>
                      <a:pt x="36961" y="7868"/>
                    </a:cubicBezTo>
                    <a:cubicBezTo>
                      <a:pt x="36421" y="7868"/>
                      <a:pt x="35877" y="7726"/>
                      <a:pt x="35430" y="7428"/>
                    </a:cubicBezTo>
                    <a:lnTo>
                      <a:pt x="35751" y="7153"/>
                    </a:lnTo>
                    <a:close/>
                    <a:moveTo>
                      <a:pt x="51529" y="12824"/>
                    </a:moveTo>
                    <a:lnTo>
                      <a:pt x="51529" y="12824"/>
                    </a:lnTo>
                    <a:cubicBezTo>
                      <a:pt x="51849" y="13007"/>
                      <a:pt x="52169" y="13145"/>
                      <a:pt x="52489" y="13327"/>
                    </a:cubicBezTo>
                    <a:lnTo>
                      <a:pt x="52489" y="13373"/>
                    </a:lnTo>
                    <a:cubicBezTo>
                      <a:pt x="52535" y="13556"/>
                      <a:pt x="52535" y="13693"/>
                      <a:pt x="52580" y="13831"/>
                    </a:cubicBezTo>
                    <a:lnTo>
                      <a:pt x="52535" y="13831"/>
                    </a:lnTo>
                    <a:cubicBezTo>
                      <a:pt x="52169" y="13510"/>
                      <a:pt x="51849" y="13190"/>
                      <a:pt x="51529" y="12824"/>
                    </a:cubicBezTo>
                    <a:close/>
                    <a:moveTo>
                      <a:pt x="56056" y="15568"/>
                    </a:moveTo>
                    <a:cubicBezTo>
                      <a:pt x="56494" y="15875"/>
                      <a:pt x="56975" y="16182"/>
                      <a:pt x="57376" y="16529"/>
                    </a:cubicBezTo>
                    <a:lnTo>
                      <a:pt x="57376" y="16529"/>
                    </a:lnTo>
                    <a:cubicBezTo>
                      <a:pt x="57024" y="16533"/>
                      <a:pt x="56634" y="16577"/>
                      <a:pt x="56285" y="16620"/>
                    </a:cubicBezTo>
                    <a:cubicBezTo>
                      <a:pt x="56193" y="16254"/>
                      <a:pt x="56102" y="15889"/>
                      <a:pt x="56056" y="15568"/>
                    </a:cubicBezTo>
                    <a:close/>
                    <a:moveTo>
                      <a:pt x="57245" y="17043"/>
                    </a:moveTo>
                    <a:cubicBezTo>
                      <a:pt x="57520" y="17043"/>
                      <a:pt x="57794" y="17055"/>
                      <a:pt x="58068" y="17078"/>
                    </a:cubicBezTo>
                    <a:cubicBezTo>
                      <a:pt x="58701" y="17584"/>
                      <a:pt x="59295" y="18129"/>
                      <a:pt x="59886" y="18677"/>
                    </a:cubicBezTo>
                    <a:lnTo>
                      <a:pt x="59886" y="18677"/>
                    </a:lnTo>
                    <a:cubicBezTo>
                      <a:pt x="59438" y="18637"/>
                      <a:pt x="58989" y="18615"/>
                      <a:pt x="58545" y="18615"/>
                    </a:cubicBezTo>
                    <a:cubicBezTo>
                      <a:pt x="57996" y="18615"/>
                      <a:pt x="57454" y="18648"/>
                      <a:pt x="56925" y="18724"/>
                    </a:cubicBezTo>
                    <a:lnTo>
                      <a:pt x="56788" y="18312"/>
                    </a:lnTo>
                    <a:lnTo>
                      <a:pt x="56879" y="18312"/>
                    </a:lnTo>
                    <a:lnTo>
                      <a:pt x="57474" y="18175"/>
                    </a:lnTo>
                    <a:cubicBezTo>
                      <a:pt x="57765" y="18092"/>
                      <a:pt x="57678" y="17706"/>
                      <a:pt x="57419" y="17706"/>
                    </a:cubicBezTo>
                    <a:cubicBezTo>
                      <a:pt x="57393" y="17706"/>
                      <a:pt x="57366" y="17710"/>
                      <a:pt x="57337" y="17718"/>
                    </a:cubicBezTo>
                    <a:lnTo>
                      <a:pt x="56742" y="17855"/>
                    </a:lnTo>
                    <a:lnTo>
                      <a:pt x="56651" y="17901"/>
                    </a:lnTo>
                    <a:cubicBezTo>
                      <a:pt x="56559" y="17626"/>
                      <a:pt x="56514" y="17352"/>
                      <a:pt x="56422" y="17078"/>
                    </a:cubicBezTo>
                    <a:cubicBezTo>
                      <a:pt x="56696" y="17055"/>
                      <a:pt x="56971" y="17043"/>
                      <a:pt x="57245" y="17043"/>
                    </a:cubicBezTo>
                    <a:close/>
                    <a:moveTo>
                      <a:pt x="58486" y="19078"/>
                    </a:moveTo>
                    <a:cubicBezTo>
                      <a:pt x="58949" y="19078"/>
                      <a:pt x="59418" y="19113"/>
                      <a:pt x="59898" y="19181"/>
                    </a:cubicBezTo>
                    <a:cubicBezTo>
                      <a:pt x="59943" y="19181"/>
                      <a:pt x="59989" y="19181"/>
                      <a:pt x="60035" y="19136"/>
                    </a:cubicBezTo>
                    <a:lnTo>
                      <a:pt x="60035" y="19501"/>
                    </a:lnTo>
                    <a:cubicBezTo>
                      <a:pt x="59829" y="19491"/>
                      <a:pt x="59624" y="19486"/>
                      <a:pt x="59419" y="19486"/>
                    </a:cubicBezTo>
                    <a:cubicBezTo>
                      <a:pt x="58711" y="19486"/>
                      <a:pt x="58010" y="19553"/>
                      <a:pt x="57337" y="19730"/>
                    </a:cubicBezTo>
                    <a:cubicBezTo>
                      <a:pt x="57245" y="19593"/>
                      <a:pt x="57199" y="19410"/>
                      <a:pt x="57108" y="19227"/>
                    </a:cubicBezTo>
                    <a:lnTo>
                      <a:pt x="57108" y="19181"/>
                    </a:lnTo>
                    <a:cubicBezTo>
                      <a:pt x="57565" y="19113"/>
                      <a:pt x="58023" y="19078"/>
                      <a:pt x="58486" y="19078"/>
                    </a:cubicBezTo>
                    <a:close/>
                    <a:moveTo>
                      <a:pt x="59761" y="19959"/>
                    </a:moveTo>
                    <a:cubicBezTo>
                      <a:pt x="59578" y="20233"/>
                      <a:pt x="59395" y="20553"/>
                      <a:pt x="59303" y="20919"/>
                    </a:cubicBezTo>
                    <a:cubicBezTo>
                      <a:pt x="59247" y="21089"/>
                      <a:pt x="59400" y="21206"/>
                      <a:pt x="59547" y="21206"/>
                    </a:cubicBezTo>
                    <a:cubicBezTo>
                      <a:pt x="59637" y="21206"/>
                      <a:pt x="59726" y="21161"/>
                      <a:pt x="59761" y="21056"/>
                    </a:cubicBezTo>
                    <a:cubicBezTo>
                      <a:pt x="59852" y="20828"/>
                      <a:pt x="59943" y="20599"/>
                      <a:pt x="60081" y="20416"/>
                    </a:cubicBezTo>
                    <a:cubicBezTo>
                      <a:pt x="60081" y="20691"/>
                      <a:pt x="60126" y="20965"/>
                      <a:pt x="60218" y="21239"/>
                    </a:cubicBezTo>
                    <a:lnTo>
                      <a:pt x="60172" y="21285"/>
                    </a:lnTo>
                    <a:cubicBezTo>
                      <a:pt x="59395" y="22657"/>
                      <a:pt x="59120" y="24303"/>
                      <a:pt x="59440" y="25858"/>
                    </a:cubicBezTo>
                    <a:cubicBezTo>
                      <a:pt x="59303" y="25721"/>
                      <a:pt x="59212" y="25584"/>
                      <a:pt x="59075" y="25447"/>
                    </a:cubicBezTo>
                    <a:cubicBezTo>
                      <a:pt x="58937" y="24578"/>
                      <a:pt x="58937" y="23755"/>
                      <a:pt x="59120" y="22931"/>
                    </a:cubicBezTo>
                    <a:lnTo>
                      <a:pt x="59075" y="22886"/>
                    </a:lnTo>
                    <a:cubicBezTo>
                      <a:pt x="59114" y="22727"/>
                      <a:pt x="58982" y="22602"/>
                      <a:pt x="58826" y="22602"/>
                    </a:cubicBezTo>
                    <a:cubicBezTo>
                      <a:pt x="58803" y="22602"/>
                      <a:pt x="58778" y="22605"/>
                      <a:pt x="58754" y="22611"/>
                    </a:cubicBezTo>
                    <a:cubicBezTo>
                      <a:pt x="58480" y="22154"/>
                      <a:pt x="58251" y="21742"/>
                      <a:pt x="58023" y="21285"/>
                    </a:cubicBezTo>
                    <a:lnTo>
                      <a:pt x="58389" y="21148"/>
                    </a:lnTo>
                    <a:cubicBezTo>
                      <a:pt x="58638" y="21065"/>
                      <a:pt x="58585" y="20678"/>
                      <a:pt x="58332" y="20678"/>
                    </a:cubicBezTo>
                    <a:cubicBezTo>
                      <a:pt x="58307" y="20678"/>
                      <a:pt x="58280" y="20682"/>
                      <a:pt x="58251" y="20691"/>
                    </a:cubicBezTo>
                    <a:lnTo>
                      <a:pt x="57931" y="20782"/>
                    </a:lnTo>
                    <a:cubicBezTo>
                      <a:pt x="57885" y="20828"/>
                      <a:pt x="57840" y="20828"/>
                      <a:pt x="57794" y="20873"/>
                    </a:cubicBezTo>
                    <a:cubicBezTo>
                      <a:pt x="57703" y="20645"/>
                      <a:pt x="57611" y="20416"/>
                      <a:pt x="57474" y="20187"/>
                    </a:cubicBezTo>
                    <a:cubicBezTo>
                      <a:pt x="58251" y="20005"/>
                      <a:pt x="59029" y="19959"/>
                      <a:pt x="59761" y="19959"/>
                    </a:cubicBezTo>
                    <a:close/>
                    <a:moveTo>
                      <a:pt x="1039" y="1071"/>
                    </a:moveTo>
                    <a:lnTo>
                      <a:pt x="1039" y="1071"/>
                    </a:lnTo>
                    <a:cubicBezTo>
                      <a:pt x="7808" y="1894"/>
                      <a:pt x="14668" y="2809"/>
                      <a:pt x="21482" y="4044"/>
                    </a:cubicBezTo>
                    <a:lnTo>
                      <a:pt x="21711" y="4364"/>
                    </a:lnTo>
                    <a:cubicBezTo>
                      <a:pt x="21755" y="4438"/>
                      <a:pt x="21824" y="4469"/>
                      <a:pt x="21893" y="4469"/>
                    </a:cubicBezTo>
                    <a:cubicBezTo>
                      <a:pt x="22037" y="4469"/>
                      <a:pt x="22184" y="4335"/>
                      <a:pt x="22122" y="4181"/>
                    </a:cubicBezTo>
                    <a:lnTo>
                      <a:pt x="22122" y="4181"/>
                    </a:lnTo>
                    <a:lnTo>
                      <a:pt x="23265" y="4364"/>
                    </a:lnTo>
                    <a:cubicBezTo>
                      <a:pt x="23860" y="5141"/>
                      <a:pt x="24729" y="5690"/>
                      <a:pt x="25735" y="5919"/>
                    </a:cubicBezTo>
                    <a:cubicBezTo>
                      <a:pt x="25644" y="6102"/>
                      <a:pt x="25552" y="6239"/>
                      <a:pt x="25506" y="6422"/>
                    </a:cubicBezTo>
                    <a:cubicBezTo>
                      <a:pt x="24912" y="6285"/>
                      <a:pt x="24409" y="6102"/>
                      <a:pt x="23951" y="5781"/>
                    </a:cubicBezTo>
                    <a:cubicBezTo>
                      <a:pt x="23903" y="5749"/>
                      <a:pt x="23857" y="5736"/>
                      <a:pt x="23814" y="5736"/>
                    </a:cubicBezTo>
                    <a:cubicBezTo>
                      <a:pt x="23611" y="5736"/>
                      <a:pt x="23488" y="6042"/>
                      <a:pt x="23677" y="6193"/>
                    </a:cubicBezTo>
                    <a:cubicBezTo>
                      <a:pt x="24180" y="6513"/>
                      <a:pt x="24683" y="6742"/>
                      <a:pt x="25278" y="6833"/>
                    </a:cubicBezTo>
                    <a:cubicBezTo>
                      <a:pt x="25095" y="7199"/>
                      <a:pt x="24912" y="7519"/>
                      <a:pt x="24683" y="7885"/>
                    </a:cubicBezTo>
                    <a:lnTo>
                      <a:pt x="11466" y="3815"/>
                    </a:lnTo>
                    <a:cubicBezTo>
                      <a:pt x="11442" y="3807"/>
                      <a:pt x="11418" y="3803"/>
                      <a:pt x="11396" y="3803"/>
                    </a:cubicBezTo>
                    <a:cubicBezTo>
                      <a:pt x="11171" y="3803"/>
                      <a:pt x="11079" y="4189"/>
                      <a:pt x="11329" y="4272"/>
                    </a:cubicBezTo>
                    <a:lnTo>
                      <a:pt x="24455" y="8297"/>
                    </a:lnTo>
                    <a:cubicBezTo>
                      <a:pt x="22488" y="11681"/>
                      <a:pt x="20018" y="14791"/>
                      <a:pt x="17229" y="17489"/>
                    </a:cubicBezTo>
                    <a:cubicBezTo>
                      <a:pt x="13479" y="21148"/>
                      <a:pt x="9225" y="24761"/>
                      <a:pt x="4240" y="26453"/>
                    </a:cubicBezTo>
                    <a:cubicBezTo>
                      <a:pt x="2411" y="18129"/>
                      <a:pt x="1314" y="9623"/>
                      <a:pt x="1039" y="1071"/>
                    </a:cubicBezTo>
                    <a:close/>
                    <a:moveTo>
                      <a:pt x="62322" y="25401"/>
                    </a:moveTo>
                    <a:cubicBezTo>
                      <a:pt x="62550" y="25630"/>
                      <a:pt x="62779" y="25858"/>
                      <a:pt x="63008" y="26041"/>
                    </a:cubicBezTo>
                    <a:cubicBezTo>
                      <a:pt x="63008" y="26041"/>
                      <a:pt x="63008" y="26087"/>
                      <a:pt x="62962" y="26087"/>
                    </a:cubicBezTo>
                    <a:cubicBezTo>
                      <a:pt x="62870" y="26361"/>
                      <a:pt x="62779" y="26682"/>
                      <a:pt x="62733" y="26956"/>
                    </a:cubicBezTo>
                    <a:cubicBezTo>
                      <a:pt x="62505" y="26910"/>
                      <a:pt x="62276" y="26819"/>
                      <a:pt x="62001" y="26773"/>
                    </a:cubicBezTo>
                    <a:cubicBezTo>
                      <a:pt x="62001" y="26773"/>
                      <a:pt x="62001" y="26727"/>
                      <a:pt x="62001" y="26727"/>
                    </a:cubicBezTo>
                    <a:cubicBezTo>
                      <a:pt x="62047" y="26270"/>
                      <a:pt x="62139" y="25813"/>
                      <a:pt x="62322" y="25401"/>
                    </a:cubicBezTo>
                    <a:close/>
                    <a:moveTo>
                      <a:pt x="60447" y="19227"/>
                    </a:moveTo>
                    <a:lnTo>
                      <a:pt x="60447" y="19227"/>
                    </a:lnTo>
                    <a:cubicBezTo>
                      <a:pt x="61270" y="20005"/>
                      <a:pt x="62047" y="20828"/>
                      <a:pt x="62733" y="21697"/>
                    </a:cubicBezTo>
                    <a:cubicBezTo>
                      <a:pt x="63191" y="22931"/>
                      <a:pt x="63877" y="24029"/>
                      <a:pt x="64837" y="24898"/>
                    </a:cubicBezTo>
                    <a:cubicBezTo>
                      <a:pt x="64883" y="24989"/>
                      <a:pt x="64974" y="24989"/>
                      <a:pt x="65066" y="24989"/>
                    </a:cubicBezTo>
                    <a:cubicBezTo>
                      <a:pt x="65249" y="25310"/>
                      <a:pt x="65477" y="25675"/>
                      <a:pt x="65614" y="25996"/>
                    </a:cubicBezTo>
                    <a:cubicBezTo>
                      <a:pt x="64151" y="25127"/>
                      <a:pt x="62962" y="23846"/>
                      <a:pt x="62184" y="22245"/>
                    </a:cubicBezTo>
                    <a:cubicBezTo>
                      <a:pt x="62144" y="22165"/>
                      <a:pt x="62081" y="22132"/>
                      <a:pt x="62014" y="22132"/>
                    </a:cubicBezTo>
                    <a:cubicBezTo>
                      <a:pt x="61853" y="22132"/>
                      <a:pt x="61676" y="22326"/>
                      <a:pt x="61773" y="22520"/>
                    </a:cubicBezTo>
                    <a:cubicBezTo>
                      <a:pt x="62687" y="24349"/>
                      <a:pt x="64197" y="25858"/>
                      <a:pt x="66026" y="26773"/>
                    </a:cubicBezTo>
                    <a:cubicBezTo>
                      <a:pt x="66117" y="26865"/>
                      <a:pt x="66163" y="26956"/>
                      <a:pt x="66209" y="27093"/>
                    </a:cubicBezTo>
                    <a:lnTo>
                      <a:pt x="66163" y="27093"/>
                    </a:lnTo>
                    <a:cubicBezTo>
                      <a:pt x="64059" y="26590"/>
                      <a:pt x="62322" y="25218"/>
                      <a:pt x="61453" y="23252"/>
                    </a:cubicBezTo>
                    <a:cubicBezTo>
                      <a:pt x="61413" y="23171"/>
                      <a:pt x="61345" y="23138"/>
                      <a:pt x="61274" y="23138"/>
                    </a:cubicBezTo>
                    <a:cubicBezTo>
                      <a:pt x="61103" y="23138"/>
                      <a:pt x="60912" y="23332"/>
                      <a:pt x="61041" y="23526"/>
                    </a:cubicBezTo>
                    <a:cubicBezTo>
                      <a:pt x="61087" y="23617"/>
                      <a:pt x="61133" y="23709"/>
                      <a:pt x="61178" y="23800"/>
                    </a:cubicBezTo>
                    <a:cubicBezTo>
                      <a:pt x="61151" y="23787"/>
                      <a:pt x="61129" y="23781"/>
                      <a:pt x="61109" y="23781"/>
                    </a:cubicBezTo>
                    <a:cubicBezTo>
                      <a:pt x="61060" y="23781"/>
                      <a:pt x="61028" y="23814"/>
                      <a:pt x="60995" y="23846"/>
                    </a:cubicBezTo>
                    <a:lnTo>
                      <a:pt x="60950" y="23892"/>
                    </a:lnTo>
                    <a:cubicBezTo>
                      <a:pt x="60772" y="24070"/>
                      <a:pt x="60953" y="24330"/>
                      <a:pt x="61129" y="24330"/>
                    </a:cubicBezTo>
                    <a:cubicBezTo>
                      <a:pt x="61179" y="24330"/>
                      <a:pt x="61229" y="24309"/>
                      <a:pt x="61270" y="24258"/>
                    </a:cubicBezTo>
                    <a:lnTo>
                      <a:pt x="61361" y="24212"/>
                    </a:lnTo>
                    <a:lnTo>
                      <a:pt x="61361" y="24166"/>
                    </a:lnTo>
                    <a:cubicBezTo>
                      <a:pt x="61498" y="24441"/>
                      <a:pt x="61727" y="24715"/>
                      <a:pt x="61910" y="24989"/>
                    </a:cubicBezTo>
                    <a:cubicBezTo>
                      <a:pt x="61681" y="25538"/>
                      <a:pt x="61544" y="26133"/>
                      <a:pt x="61498" y="26727"/>
                    </a:cubicBezTo>
                    <a:cubicBezTo>
                      <a:pt x="61315" y="26682"/>
                      <a:pt x="61133" y="26682"/>
                      <a:pt x="60904" y="26636"/>
                    </a:cubicBezTo>
                    <a:cubicBezTo>
                      <a:pt x="60904" y="26087"/>
                      <a:pt x="60950" y="25538"/>
                      <a:pt x="61178" y="24989"/>
                    </a:cubicBezTo>
                    <a:cubicBezTo>
                      <a:pt x="61232" y="24827"/>
                      <a:pt x="61094" y="24713"/>
                      <a:pt x="60954" y="24713"/>
                    </a:cubicBezTo>
                    <a:cubicBezTo>
                      <a:pt x="60857" y="24713"/>
                      <a:pt x="60758" y="24767"/>
                      <a:pt x="60721" y="24898"/>
                    </a:cubicBezTo>
                    <a:cubicBezTo>
                      <a:pt x="60492" y="25447"/>
                      <a:pt x="60401" y="26041"/>
                      <a:pt x="60447" y="26636"/>
                    </a:cubicBezTo>
                    <a:lnTo>
                      <a:pt x="60126" y="26636"/>
                    </a:lnTo>
                    <a:lnTo>
                      <a:pt x="60081" y="26544"/>
                    </a:lnTo>
                    <a:cubicBezTo>
                      <a:pt x="59532" y="24898"/>
                      <a:pt x="59715" y="23114"/>
                      <a:pt x="60538" y="21651"/>
                    </a:cubicBezTo>
                    <a:cubicBezTo>
                      <a:pt x="60629" y="21605"/>
                      <a:pt x="60721" y="21468"/>
                      <a:pt x="60675" y="21331"/>
                    </a:cubicBezTo>
                    <a:cubicBezTo>
                      <a:pt x="60492" y="20645"/>
                      <a:pt x="60401" y="19959"/>
                      <a:pt x="60447" y="19227"/>
                    </a:cubicBezTo>
                    <a:close/>
                    <a:moveTo>
                      <a:pt x="63373" y="26316"/>
                    </a:moveTo>
                    <a:lnTo>
                      <a:pt x="63373" y="26316"/>
                    </a:lnTo>
                    <a:cubicBezTo>
                      <a:pt x="63556" y="26453"/>
                      <a:pt x="63739" y="26544"/>
                      <a:pt x="63877" y="26682"/>
                    </a:cubicBezTo>
                    <a:cubicBezTo>
                      <a:pt x="63831" y="26910"/>
                      <a:pt x="63785" y="27139"/>
                      <a:pt x="63694" y="27368"/>
                    </a:cubicBezTo>
                    <a:cubicBezTo>
                      <a:pt x="63556" y="27322"/>
                      <a:pt x="63373" y="27230"/>
                      <a:pt x="63191" y="27139"/>
                    </a:cubicBezTo>
                    <a:cubicBezTo>
                      <a:pt x="63191" y="26865"/>
                      <a:pt x="63282" y="26590"/>
                      <a:pt x="63419" y="26361"/>
                    </a:cubicBezTo>
                    <a:lnTo>
                      <a:pt x="63373" y="26316"/>
                    </a:lnTo>
                    <a:close/>
                    <a:moveTo>
                      <a:pt x="64288" y="26910"/>
                    </a:moveTo>
                    <a:cubicBezTo>
                      <a:pt x="64563" y="27002"/>
                      <a:pt x="64791" y="27139"/>
                      <a:pt x="65020" y="27230"/>
                    </a:cubicBezTo>
                    <a:cubicBezTo>
                      <a:pt x="64883" y="27505"/>
                      <a:pt x="64837" y="27825"/>
                      <a:pt x="64883" y="28145"/>
                    </a:cubicBezTo>
                    <a:lnTo>
                      <a:pt x="64883" y="28191"/>
                    </a:lnTo>
                    <a:cubicBezTo>
                      <a:pt x="64654" y="27962"/>
                      <a:pt x="64380" y="27779"/>
                      <a:pt x="64151" y="27642"/>
                    </a:cubicBezTo>
                    <a:lnTo>
                      <a:pt x="64151" y="27596"/>
                    </a:lnTo>
                    <a:lnTo>
                      <a:pt x="64288" y="26910"/>
                    </a:lnTo>
                    <a:close/>
                    <a:moveTo>
                      <a:pt x="65477" y="27368"/>
                    </a:moveTo>
                    <a:lnTo>
                      <a:pt x="65797" y="27459"/>
                    </a:lnTo>
                    <a:cubicBezTo>
                      <a:pt x="65601" y="27688"/>
                      <a:pt x="65452" y="27940"/>
                      <a:pt x="65349" y="28199"/>
                    </a:cubicBezTo>
                    <a:lnTo>
                      <a:pt x="65349" y="28199"/>
                    </a:lnTo>
                    <a:cubicBezTo>
                      <a:pt x="65349" y="28182"/>
                      <a:pt x="65346" y="28163"/>
                      <a:pt x="65340" y="28145"/>
                    </a:cubicBezTo>
                    <a:cubicBezTo>
                      <a:pt x="65340" y="27916"/>
                      <a:pt x="65386" y="27642"/>
                      <a:pt x="65477" y="27413"/>
                    </a:cubicBezTo>
                    <a:cubicBezTo>
                      <a:pt x="65477" y="27413"/>
                      <a:pt x="65477" y="27368"/>
                      <a:pt x="65477" y="27368"/>
                    </a:cubicBezTo>
                    <a:close/>
                    <a:moveTo>
                      <a:pt x="65307" y="28315"/>
                    </a:moveTo>
                    <a:cubicBezTo>
                      <a:pt x="65284" y="28380"/>
                      <a:pt x="65265" y="28445"/>
                      <a:pt x="65249" y="28511"/>
                    </a:cubicBezTo>
                    <a:lnTo>
                      <a:pt x="65111" y="28374"/>
                    </a:lnTo>
                    <a:lnTo>
                      <a:pt x="65111" y="28374"/>
                    </a:lnTo>
                    <a:cubicBezTo>
                      <a:pt x="65130" y="28380"/>
                      <a:pt x="65148" y="28383"/>
                      <a:pt x="65166" y="28383"/>
                    </a:cubicBezTo>
                    <a:cubicBezTo>
                      <a:pt x="65221" y="28383"/>
                      <a:pt x="65272" y="28356"/>
                      <a:pt x="65307" y="28315"/>
                    </a:cubicBezTo>
                    <a:close/>
                    <a:moveTo>
                      <a:pt x="63070" y="30206"/>
                    </a:moveTo>
                    <a:lnTo>
                      <a:pt x="63070" y="30206"/>
                    </a:lnTo>
                    <a:cubicBezTo>
                      <a:pt x="63567" y="30298"/>
                      <a:pt x="64064" y="30480"/>
                      <a:pt x="64517" y="30706"/>
                    </a:cubicBezTo>
                    <a:cubicBezTo>
                      <a:pt x="64197" y="30752"/>
                      <a:pt x="63922" y="30843"/>
                      <a:pt x="63648" y="30981"/>
                    </a:cubicBezTo>
                    <a:cubicBezTo>
                      <a:pt x="63465" y="30706"/>
                      <a:pt x="63282" y="30477"/>
                      <a:pt x="63099" y="30249"/>
                    </a:cubicBezTo>
                    <a:cubicBezTo>
                      <a:pt x="63099" y="30221"/>
                      <a:pt x="63083" y="30210"/>
                      <a:pt x="63070" y="30206"/>
                    </a:cubicBezTo>
                    <a:close/>
                    <a:moveTo>
                      <a:pt x="66438" y="27596"/>
                    </a:moveTo>
                    <a:cubicBezTo>
                      <a:pt x="66575" y="27871"/>
                      <a:pt x="66666" y="28145"/>
                      <a:pt x="66803" y="28419"/>
                    </a:cubicBezTo>
                    <a:cubicBezTo>
                      <a:pt x="66346" y="29105"/>
                      <a:pt x="66117" y="29883"/>
                      <a:pt x="66209" y="30660"/>
                    </a:cubicBezTo>
                    <a:cubicBezTo>
                      <a:pt x="66232" y="30820"/>
                      <a:pt x="66369" y="30900"/>
                      <a:pt x="66495" y="30900"/>
                    </a:cubicBezTo>
                    <a:cubicBezTo>
                      <a:pt x="66621" y="30900"/>
                      <a:pt x="66735" y="30820"/>
                      <a:pt x="66712" y="30660"/>
                    </a:cubicBezTo>
                    <a:cubicBezTo>
                      <a:pt x="66666" y="30112"/>
                      <a:pt x="66758" y="29517"/>
                      <a:pt x="67032" y="29014"/>
                    </a:cubicBezTo>
                    <a:cubicBezTo>
                      <a:pt x="67261" y="29700"/>
                      <a:pt x="67489" y="30386"/>
                      <a:pt x="67672" y="31072"/>
                    </a:cubicBezTo>
                    <a:lnTo>
                      <a:pt x="67124" y="30889"/>
                    </a:lnTo>
                    <a:cubicBezTo>
                      <a:pt x="67091" y="30873"/>
                      <a:pt x="67060" y="30865"/>
                      <a:pt x="67032" y="30865"/>
                    </a:cubicBezTo>
                    <a:cubicBezTo>
                      <a:pt x="66823" y="30865"/>
                      <a:pt x="66750" y="31266"/>
                      <a:pt x="67032" y="31346"/>
                    </a:cubicBezTo>
                    <a:lnTo>
                      <a:pt x="67764" y="31667"/>
                    </a:lnTo>
                    <a:lnTo>
                      <a:pt x="67810" y="31667"/>
                    </a:lnTo>
                    <a:cubicBezTo>
                      <a:pt x="67810" y="31758"/>
                      <a:pt x="67855" y="31804"/>
                      <a:pt x="67855" y="31895"/>
                    </a:cubicBezTo>
                    <a:cubicBezTo>
                      <a:pt x="67718" y="31987"/>
                      <a:pt x="67627" y="32078"/>
                      <a:pt x="67489" y="32170"/>
                    </a:cubicBezTo>
                    <a:cubicBezTo>
                      <a:pt x="67489" y="32078"/>
                      <a:pt x="67444" y="32032"/>
                      <a:pt x="67352" y="32032"/>
                    </a:cubicBezTo>
                    <a:cubicBezTo>
                      <a:pt x="66872" y="31895"/>
                      <a:pt x="66369" y="31827"/>
                      <a:pt x="65866" y="31827"/>
                    </a:cubicBezTo>
                    <a:cubicBezTo>
                      <a:pt x="65363" y="31827"/>
                      <a:pt x="64860" y="31895"/>
                      <a:pt x="64380" y="32032"/>
                    </a:cubicBezTo>
                    <a:lnTo>
                      <a:pt x="64334" y="32032"/>
                    </a:lnTo>
                    <a:cubicBezTo>
                      <a:pt x="64197" y="31804"/>
                      <a:pt x="64059" y="31575"/>
                      <a:pt x="63922" y="31346"/>
                    </a:cubicBezTo>
                    <a:cubicBezTo>
                      <a:pt x="64272" y="31207"/>
                      <a:pt x="64648" y="31147"/>
                      <a:pt x="65010" y="31147"/>
                    </a:cubicBezTo>
                    <a:cubicBezTo>
                      <a:pt x="65122" y="31147"/>
                      <a:pt x="65232" y="31153"/>
                      <a:pt x="65340" y="31163"/>
                    </a:cubicBezTo>
                    <a:cubicBezTo>
                      <a:pt x="65363" y="31186"/>
                      <a:pt x="65386" y="31198"/>
                      <a:pt x="65414" y="31198"/>
                    </a:cubicBezTo>
                    <a:cubicBezTo>
                      <a:pt x="65443" y="31198"/>
                      <a:pt x="65477" y="31186"/>
                      <a:pt x="65523" y="31163"/>
                    </a:cubicBezTo>
                    <a:cubicBezTo>
                      <a:pt x="65569" y="31163"/>
                      <a:pt x="65614" y="31118"/>
                      <a:pt x="65614" y="31072"/>
                    </a:cubicBezTo>
                    <a:cubicBezTo>
                      <a:pt x="65660" y="30981"/>
                      <a:pt x="65660" y="30935"/>
                      <a:pt x="65614" y="30889"/>
                    </a:cubicBezTo>
                    <a:cubicBezTo>
                      <a:pt x="65523" y="29791"/>
                      <a:pt x="65523" y="28374"/>
                      <a:pt x="66438" y="27596"/>
                    </a:cubicBezTo>
                    <a:close/>
                    <a:moveTo>
                      <a:pt x="65889" y="32272"/>
                    </a:moveTo>
                    <a:cubicBezTo>
                      <a:pt x="66335" y="32272"/>
                      <a:pt x="66781" y="32330"/>
                      <a:pt x="67215" y="32444"/>
                    </a:cubicBezTo>
                    <a:cubicBezTo>
                      <a:pt x="67124" y="32535"/>
                      <a:pt x="67078" y="32627"/>
                      <a:pt x="67032" y="32718"/>
                    </a:cubicBezTo>
                    <a:cubicBezTo>
                      <a:pt x="66939" y="32905"/>
                      <a:pt x="67100" y="33071"/>
                      <a:pt x="67255" y="33071"/>
                    </a:cubicBezTo>
                    <a:cubicBezTo>
                      <a:pt x="67328" y="33071"/>
                      <a:pt x="67400" y="33035"/>
                      <a:pt x="67444" y="32947"/>
                    </a:cubicBezTo>
                    <a:cubicBezTo>
                      <a:pt x="67581" y="32718"/>
                      <a:pt x="67718" y="32535"/>
                      <a:pt x="67947" y="32398"/>
                    </a:cubicBezTo>
                    <a:cubicBezTo>
                      <a:pt x="68080" y="32842"/>
                      <a:pt x="68084" y="33287"/>
                      <a:pt x="68168" y="33731"/>
                    </a:cubicBezTo>
                    <a:lnTo>
                      <a:pt x="68168" y="33731"/>
                    </a:lnTo>
                    <a:cubicBezTo>
                      <a:pt x="67578" y="34234"/>
                      <a:pt x="67215" y="34963"/>
                      <a:pt x="67215" y="35783"/>
                    </a:cubicBezTo>
                    <a:cubicBezTo>
                      <a:pt x="66986" y="35783"/>
                      <a:pt x="66712" y="35783"/>
                      <a:pt x="66483" y="35828"/>
                    </a:cubicBezTo>
                    <a:cubicBezTo>
                      <a:pt x="66483" y="35371"/>
                      <a:pt x="66529" y="34868"/>
                      <a:pt x="66712" y="34456"/>
                    </a:cubicBezTo>
                    <a:cubicBezTo>
                      <a:pt x="66766" y="34266"/>
                      <a:pt x="66627" y="34157"/>
                      <a:pt x="66486" y="34157"/>
                    </a:cubicBezTo>
                    <a:cubicBezTo>
                      <a:pt x="66389" y="34157"/>
                      <a:pt x="66292" y="34208"/>
                      <a:pt x="66255" y="34319"/>
                    </a:cubicBezTo>
                    <a:cubicBezTo>
                      <a:pt x="66117" y="34639"/>
                      <a:pt x="66072" y="34959"/>
                      <a:pt x="66026" y="35325"/>
                    </a:cubicBezTo>
                    <a:cubicBezTo>
                      <a:pt x="65752" y="34685"/>
                      <a:pt x="65431" y="34090"/>
                      <a:pt x="65157" y="33496"/>
                    </a:cubicBezTo>
                    <a:cubicBezTo>
                      <a:pt x="65547" y="33319"/>
                      <a:pt x="65992" y="33251"/>
                      <a:pt x="66428" y="33251"/>
                    </a:cubicBezTo>
                    <a:cubicBezTo>
                      <a:pt x="66554" y="33251"/>
                      <a:pt x="66680" y="33257"/>
                      <a:pt x="66803" y="33267"/>
                    </a:cubicBezTo>
                    <a:cubicBezTo>
                      <a:pt x="66815" y="33269"/>
                      <a:pt x="66827" y="33270"/>
                      <a:pt x="66838" y="33270"/>
                    </a:cubicBezTo>
                    <a:cubicBezTo>
                      <a:pt x="67077" y="33270"/>
                      <a:pt x="67066" y="32810"/>
                      <a:pt x="66803" y="32810"/>
                    </a:cubicBezTo>
                    <a:cubicBezTo>
                      <a:pt x="66638" y="32786"/>
                      <a:pt x="66473" y="32775"/>
                      <a:pt x="66308" y="32775"/>
                    </a:cubicBezTo>
                    <a:cubicBezTo>
                      <a:pt x="65835" y="32775"/>
                      <a:pt x="65369" y="32869"/>
                      <a:pt x="64928" y="33039"/>
                    </a:cubicBezTo>
                    <a:lnTo>
                      <a:pt x="64563" y="32444"/>
                    </a:lnTo>
                    <a:cubicBezTo>
                      <a:pt x="64997" y="32330"/>
                      <a:pt x="65443" y="32272"/>
                      <a:pt x="65889" y="32272"/>
                    </a:cubicBezTo>
                    <a:close/>
                    <a:moveTo>
                      <a:pt x="68267" y="34365"/>
                    </a:moveTo>
                    <a:cubicBezTo>
                      <a:pt x="68313" y="34914"/>
                      <a:pt x="68358" y="35462"/>
                      <a:pt x="68358" y="36011"/>
                    </a:cubicBezTo>
                    <a:cubicBezTo>
                      <a:pt x="68130" y="35920"/>
                      <a:pt x="67901" y="35874"/>
                      <a:pt x="67672" y="35874"/>
                    </a:cubicBezTo>
                    <a:cubicBezTo>
                      <a:pt x="67672" y="35325"/>
                      <a:pt x="67901" y="34776"/>
                      <a:pt x="68267" y="34365"/>
                    </a:cubicBezTo>
                    <a:close/>
                    <a:moveTo>
                      <a:pt x="69456" y="33999"/>
                    </a:moveTo>
                    <a:cubicBezTo>
                      <a:pt x="69365" y="34090"/>
                      <a:pt x="69319" y="34182"/>
                      <a:pt x="69365" y="34273"/>
                    </a:cubicBezTo>
                    <a:lnTo>
                      <a:pt x="69365" y="34228"/>
                    </a:lnTo>
                    <a:cubicBezTo>
                      <a:pt x="69822" y="34959"/>
                      <a:pt x="69959" y="35828"/>
                      <a:pt x="69776" y="36697"/>
                    </a:cubicBezTo>
                    <a:cubicBezTo>
                      <a:pt x="69639" y="36606"/>
                      <a:pt x="69502" y="36560"/>
                      <a:pt x="69365" y="36514"/>
                    </a:cubicBezTo>
                    <a:cubicBezTo>
                      <a:pt x="69365" y="35645"/>
                      <a:pt x="69273" y="34822"/>
                      <a:pt x="69182" y="33999"/>
                    </a:cubicBezTo>
                    <a:close/>
                    <a:moveTo>
                      <a:pt x="67208" y="36297"/>
                    </a:moveTo>
                    <a:cubicBezTo>
                      <a:pt x="67605" y="36297"/>
                      <a:pt x="67998" y="36358"/>
                      <a:pt x="68358" y="36469"/>
                    </a:cubicBezTo>
                    <a:lnTo>
                      <a:pt x="68358" y="37063"/>
                    </a:lnTo>
                    <a:cubicBezTo>
                      <a:pt x="68131" y="37025"/>
                      <a:pt x="67896" y="37003"/>
                      <a:pt x="67663" y="37003"/>
                    </a:cubicBezTo>
                    <a:cubicBezTo>
                      <a:pt x="67333" y="37003"/>
                      <a:pt x="67007" y="37047"/>
                      <a:pt x="66712" y="37155"/>
                    </a:cubicBezTo>
                    <a:cubicBezTo>
                      <a:pt x="66621" y="36880"/>
                      <a:pt x="66529" y="36697"/>
                      <a:pt x="66438" y="36377"/>
                    </a:cubicBezTo>
                    <a:cubicBezTo>
                      <a:pt x="66690" y="36323"/>
                      <a:pt x="66950" y="36297"/>
                      <a:pt x="67208" y="36297"/>
                    </a:cubicBezTo>
                    <a:close/>
                    <a:moveTo>
                      <a:pt x="67680" y="37457"/>
                    </a:moveTo>
                    <a:cubicBezTo>
                      <a:pt x="67906" y="37457"/>
                      <a:pt x="68132" y="37479"/>
                      <a:pt x="68358" y="37520"/>
                    </a:cubicBezTo>
                    <a:cubicBezTo>
                      <a:pt x="68358" y="37595"/>
                      <a:pt x="68358" y="37640"/>
                      <a:pt x="68358" y="37703"/>
                    </a:cubicBezTo>
                    <a:cubicBezTo>
                      <a:pt x="68107" y="37658"/>
                      <a:pt x="67867" y="37635"/>
                      <a:pt x="67627" y="37635"/>
                    </a:cubicBezTo>
                    <a:cubicBezTo>
                      <a:pt x="67387" y="37635"/>
                      <a:pt x="67146" y="37658"/>
                      <a:pt x="66895" y="37703"/>
                    </a:cubicBezTo>
                    <a:cubicBezTo>
                      <a:pt x="66895" y="37658"/>
                      <a:pt x="66895" y="37612"/>
                      <a:pt x="66849" y="37566"/>
                    </a:cubicBezTo>
                    <a:cubicBezTo>
                      <a:pt x="67126" y="37491"/>
                      <a:pt x="67403" y="37457"/>
                      <a:pt x="67680" y="37457"/>
                    </a:cubicBezTo>
                    <a:close/>
                    <a:moveTo>
                      <a:pt x="67678" y="38138"/>
                    </a:moveTo>
                    <a:cubicBezTo>
                      <a:pt x="67901" y="38138"/>
                      <a:pt x="68130" y="38161"/>
                      <a:pt x="68358" y="38206"/>
                    </a:cubicBezTo>
                    <a:lnTo>
                      <a:pt x="68358" y="38527"/>
                    </a:lnTo>
                    <a:cubicBezTo>
                      <a:pt x="68255" y="38515"/>
                      <a:pt x="68153" y="38509"/>
                      <a:pt x="68051" y="38509"/>
                    </a:cubicBezTo>
                    <a:cubicBezTo>
                      <a:pt x="67747" y="38509"/>
                      <a:pt x="67455" y="38561"/>
                      <a:pt x="67215" y="38664"/>
                    </a:cubicBezTo>
                    <a:cubicBezTo>
                      <a:pt x="67124" y="38527"/>
                      <a:pt x="67078" y="38389"/>
                      <a:pt x="67032" y="38206"/>
                    </a:cubicBezTo>
                    <a:cubicBezTo>
                      <a:pt x="67238" y="38161"/>
                      <a:pt x="67455" y="38138"/>
                      <a:pt x="67678" y="38138"/>
                    </a:cubicBezTo>
                    <a:close/>
                    <a:moveTo>
                      <a:pt x="69319" y="38161"/>
                    </a:moveTo>
                    <a:cubicBezTo>
                      <a:pt x="70279" y="38664"/>
                      <a:pt x="71148" y="39350"/>
                      <a:pt x="71926" y="40081"/>
                    </a:cubicBezTo>
                    <a:lnTo>
                      <a:pt x="71102" y="40081"/>
                    </a:lnTo>
                    <a:cubicBezTo>
                      <a:pt x="70645" y="39487"/>
                      <a:pt x="70005" y="39075"/>
                      <a:pt x="69273" y="38847"/>
                    </a:cubicBezTo>
                    <a:lnTo>
                      <a:pt x="69273" y="38801"/>
                    </a:lnTo>
                    <a:cubicBezTo>
                      <a:pt x="69273" y="38572"/>
                      <a:pt x="69273" y="38389"/>
                      <a:pt x="69319" y="38161"/>
                    </a:cubicBezTo>
                    <a:close/>
                    <a:moveTo>
                      <a:pt x="69227" y="39350"/>
                    </a:moveTo>
                    <a:cubicBezTo>
                      <a:pt x="69685" y="39487"/>
                      <a:pt x="70096" y="39761"/>
                      <a:pt x="70462" y="40127"/>
                    </a:cubicBezTo>
                    <a:cubicBezTo>
                      <a:pt x="70005" y="40127"/>
                      <a:pt x="69593" y="40127"/>
                      <a:pt x="69136" y="40173"/>
                    </a:cubicBezTo>
                    <a:cubicBezTo>
                      <a:pt x="69182" y="39899"/>
                      <a:pt x="69227" y="39578"/>
                      <a:pt x="69227" y="39350"/>
                    </a:cubicBezTo>
                    <a:close/>
                    <a:moveTo>
                      <a:pt x="69730" y="33999"/>
                    </a:moveTo>
                    <a:cubicBezTo>
                      <a:pt x="70005" y="33999"/>
                      <a:pt x="70325" y="34045"/>
                      <a:pt x="70645" y="34090"/>
                    </a:cubicBezTo>
                    <a:cubicBezTo>
                      <a:pt x="70599" y="34136"/>
                      <a:pt x="70599" y="34228"/>
                      <a:pt x="70645" y="34273"/>
                    </a:cubicBezTo>
                    <a:cubicBezTo>
                      <a:pt x="70691" y="34365"/>
                      <a:pt x="70691" y="34456"/>
                      <a:pt x="70737" y="34502"/>
                    </a:cubicBezTo>
                    <a:cubicBezTo>
                      <a:pt x="70794" y="34588"/>
                      <a:pt x="70873" y="34624"/>
                      <a:pt x="70951" y="34624"/>
                    </a:cubicBezTo>
                    <a:cubicBezTo>
                      <a:pt x="71123" y="34624"/>
                      <a:pt x="71288" y="34448"/>
                      <a:pt x="71194" y="34228"/>
                    </a:cubicBezTo>
                    <a:lnTo>
                      <a:pt x="71148" y="34136"/>
                    </a:lnTo>
                    <a:lnTo>
                      <a:pt x="71148" y="34136"/>
                    </a:lnTo>
                    <a:cubicBezTo>
                      <a:pt x="71423" y="34182"/>
                      <a:pt x="71697" y="34273"/>
                      <a:pt x="71971" y="34365"/>
                    </a:cubicBezTo>
                    <a:cubicBezTo>
                      <a:pt x="72429" y="35691"/>
                      <a:pt x="72337" y="37155"/>
                      <a:pt x="71834" y="38481"/>
                    </a:cubicBezTo>
                    <a:cubicBezTo>
                      <a:pt x="71788" y="38618"/>
                      <a:pt x="71880" y="38755"/>
                      <a:pt x="72017" y="38755"/>
                    </a:cubicBezTo>
                    <a:cubicBezTo>
                      <a:pt x="72063" y="38847"/>
                      <a:pt x="72109" y="38892"/>
                      <a:pt x="72200" y="38938"/>
                    </a:cubicBezTo>
                    <a:cubicBezTo>
                      <a:pt x="72154" y="39030"/>
                      <a:pt x="72200" y="39075"/>
                      <a:pt x="72246" y="39167"/>
                    </a:cubicBezTo>
                    <a:cubicBezTo>
                      <a:pt x="72612" y="39487"/>
                      <a:pt x="72932" y="39853"/>
                      <a:pt x="73206" y="40219"/>
                    </a:cubicBezTo>
                    <a:lnTo>
                      <a:pt x="72657" y="40173"/>
                    </a:lnTo>
                    <a:cubicBezTo>
                      <a:pt x="71697" y="39167"/>
                      <a:pt x="70554" y="38298"/>
                      <a:pt x="69319" y="37658"/>
                    </a:cubicBezTo>
                    <a:lnTo>
                      <a:pt x="69319" y="37017"/>
                    </a:lnTo>
                    <a:cubicBezTo>
                      <a:pt x="69730" y="37155"/>
                      <a:pt x="70142" y="37429"/>
                      <a:pt x="70462" y="37749"/>
                    </a:cubicBezTo>
                    <a:cubicBezTo>
                      <a:pt x="70500" y="37807"/>
                      <a:pt x="70555" y="37832"/>
                      <a:pt x="70612" y="37832"/>
                    </a:cubicBezTo>
                    <a:cubicBezTo>
                      <a:pt x="70691" y="37832"/>
                      <a:pt x="70775" y="37783"/>
                      <a:pt x="70828" y="37703"/>
                    </a:cubicBezTo>
                    <a:cubicBezTo>
                      <a:pt x="70863" y="37738"/>
                      <a:pt x="70911" y="37753"/>
                      <a:pt x="70960" y="37753"/>
                    </a:cubicBezTo>
                    <a:cubicBezTo>
                      <a:pt x="71039" y="37753"/>
                      <a:pt x="71120" y="37714"/>
                      <a:pt x="71148" y="37658"/>
                    </a:cubicBezTo>
                    <a:cubicBezTo>
                      <a:pt x="71423" y="37155"/>
                      <a:pt x="71468" y="36560"/>
                      <a:pt x="71331" y="36011"/>
                    </a:cubicBezTo>
                    <a:cubicBezTo>
                      <a:pt x="71294" y="35900"/>
                      <a:pt x="71197" y="35849"/>
                      <a:pt x="71100" y="35849"/>
                    </a:cubicBezTo>
                    <a:cubicBezTo>
                      <a:pt x="70959" y="35849"/>
                      <a:pt x="70819" y="35958"/>
                      <a:pt x="70874" y="36148"/>
                    </a:cubicBezTo>
                    <a:cubicBezTo>
                      <a:pt x="70965" y="36560"/>
                      <a:pt x="70919" y="36972"/>
                      <a:pt x="70737" y="37383"/>
                    </a:cubicBezTo>
                    <a:cubicBezTo>
                      <a:pt x="70554" y="37200"/>
                      <a:pt x="70371" y="37063"/>
                      <a:pt x="70188" y="36926"/>
                    </a:cubicBezTo>
                    <a:cubicBezTo>
                      <a:pt x="70416" y="35965"/>
                      <a:pt x="70279" y="34914"/>
                      <a:pt x="69776" y="34045"/>
                    </a:cubicBezTo>
                    <a:cubicBezTo>
                      <a:pt x="69730" y="34045"/>
                      <a:pt x="69730" y="34045"/>
                      <a:pt x="69730" y="33999"/>
                    </a:cubicBezTo>
                    <a:close/>
                    <a:moveTo>
                      <a:pt x="72657" y="37292"/>
                    </a:moveTo>
                    <a:cubicBezTo>
                      <a:pt x="73115" y="37612"/>
                      <a:pt x="73481" y="38115"/>
                      <a:pt x="73663" y="38664"/>
                    </a:cubicBezTo>
                    <a:cubicBezTo>
                      <a:pt x="73755" y="38938"/>
                      <a:pt x="73801" y="39258"/>
                      <a:pt x="73801" y="39533"/>
                    </a:cubicBezTo>
                    <a:cubicBezTo>
                      <a:pt x="73801" y="39761"/>
                      <a:pt x="73755" y="39990"/>
                      <a:pt x="73801" y="40219"/>
                    </a:cubicBezTo>
                    <a:cubicBezTo>
                      <a:pt x="73435" y="39670"/>
                      <a:pt x="73069" y="39213"/>
                      <a:pt x="72612" y="38801"/>
                    </a:cubicBezTo>
                    <a:cubicBezTo>
                      <a:pt x="72566" y="38801"/>
                      <a:pt x="72566" y="38755"/>
                      <a:pt x="72520" y="38755"/>
                    </a:cubicBezTo>
                    <a:cubicBezTo>
                      <a:pt x="72566" y="38618"/>
                      <a:pt x="72520" y="38481"/>
                      <a:pt x="72383" y="38435"/>
                    </a:cubicBezTo>
                    <a:cubicBezTo>
                      <a:pt x="72474" y="38069"/>
                      <a:pt x="72612" y="37658"/>
                      <a:pt x="72657" y="37292"/>
                    </a:cubicBezTo>
                    <a:close/>
                    <a:moveTo>
                      <a:pt x="68002" y="39012"/>
                    </a:moveTo>
                    <a:cubicBezTo>
                      <a:pt x="68092" y="39012"/>
                      <a:pt x="68181" y="39017"/>
                      <a:pt x="68267" y="39030"/>
                    </a:cubicBezTo>
                    <a:cubicBezTo>
                      <a:pt x="68175" y="40127"/>
                      <a:pt x="68038" y="41179"/>
                      <a:pt x="67810" y="42231"/>
                    </a:cubicBezTo>
                    <a:cubicBezTo>
                      <a:pt x="67718" y="41179"/>
                      <a:pt x="67489" y="40173"/>
                      <a:pt x="67261" y="39121"/>
                    </a:cubicBezTo>
                    <a:cubicBezTo>
                      <a:pt x="67495" y="39054"/>
                      <a:pt x="67754" y="39012"/>
                      <a:pt x="68002" y="39012"/>
                    </a:cubicBezTo>
                    <a:close/>
                    <a:moveTo>
                      <a:pt x="69711" y="26711"/>
                    </a:moveTo>
                    <a:cubicBezTo>
                      <a:pt x="75254" y="26711"/>
                      <a:pt x="79453" y="38061"/>
                      <a:pt x="81072" y="43283"/>
                    </a:cubicBezTo>
                    <a:cubicBezTo>
                      <a:pt x="79700" y="42322"/>
                      <a:pt x="78191" y="41591"/>
                      <a:pt x="76636" y="41042"/>
                    </a:cubicBezTo>
                    <a:cubicBezTo>
                      <a:pt x="76773" y="41042"/>
                      <a:pt x="76865" y="40950"/>
                      <a:pt x="76865" y="40813"/>
                    </a:cubicBezTo>
                    <a:lnTo>
                      <a:pt x="76865" y="40585"/>
                    </a:lnTo>
                    <a:cubicBezTo>
                      <a:pt x="76865" y="40424"/>
                      <a:pt x="76739" y="40344"/>
                      <a:pt x="76613" y="40344"/>
                    </a:cubicBezTo>
                    <a:cubicBezTo>
                      <a:pt x="76487" y="40344"/>
                      <a:pt x="76362" y="40424"/>
                      <a:pt x="76362" y="40585"/>
                    </a:cubicBezTo>
                    <a:lnTo>
                      <a:pt x="76362" y="40813"/>
                    </a:lnTo>
                    <a:cubicBezTo>
                      <a:pt x="76362" y="40859"/>
                      <a:pt x="76407" y="40950"/>
                      <a:pt x="76453" y="40996"/>
                    </a:cubicBezTo>
                    <a:lnTo>
                      <a:pt x="75996" y="40859"/>
                    </a:lnTo>
                    <a:cubicBezTo>
                      <a:pt x="76087" y="40356"/>
                      <a:pt x="76316" y="39899"/>
                      <a:pt x="76636" y="39578"/>
                    </a:cubicBezTo>
                    <a:cubicBezTo>
                      <a:pt x="76814" y="39401"/>
                      <a:pt x="76632" y="39140"/>
                      <a:pt x="76457" y="39140"/>
                    </a:cubicBezTo>
                    <a:cubicBezTo>
                      <a:pt x="76407" y="39140"/>
                      <a:pt x="76357" y="39162"/>
                      <a:pt x="76316" y="39213"/>
                    </a:cubicBezTo>
                    <a:cubicBezTo>
                      <a:pt x="75904" y="39624"/>
                      <a:pt x="75630" y="40173"/>
                      <a:pt x="75539" y="40722"/>
                    </a:cubicBezTo>
                    <a:lnTo>
                      <a:pt x="75035" y="40585"/>
                    </a:lnTo>
                    <a:cubicBezTo>
                      <a:pt x="75173" y="40356"/>
                      <a:pt x="75218" y="40127"/>
                      <a:pt x="75218" y="39899"/>
                    </a:cubicBezTo>
                    <a:cubicBezTo>
                      <a:pt x="75218" y="39441"/>
                      <a:pt x="75218" y="38984"/>
                      <a:pt x="75127" y="38527"/>
                    </a:cubicBezTo>
                    <a:cubicBezTo>
                      <a:pt x="75109" y="38399"/>
                      <a:pt x="75026" y="38344"/>
                      <a:pt x="74935" y="38344"/>
                    </a:cubicBezTo>
                    <a:cubicBezTo>
                      <a:pt x="74797" y="38344"/>
                      <a:pt x="74642" y="38471"/>
                      <a:pt x="74670" y="38664"/>
                    </a:cubicBezTo>
                    <a:cubicBezTo>
                      <a:pt x="74715" y="38938"/>
                      <a:pt x="74761" y="39213"/>
                      <a:pt x="74715" y="39533"/>
                    </a:cubicBezTo>
                    <a:cubicBezTo>
                      <a:pt x="74715" y="39670"/>
                      <a:pt x="74715" y="40310"/>
                      <a:pt x="74624" y="40356"/>
                    </a:cubicBezTo>
                    <a:cubicBezTo>
                      <a:pt x="74578" y="40356"/>
                      <a:pt x="74532" y="40402"/>
                      <a:pt x="74487" y="40447"/>
                    </a:cubicBezTo>
                    <a:lnTo>
                      <a:pt x="74258" y="40402"/>
                    </a:lnTo>
                    <a:cubicBezTo>
                      <a:pt x="74349" y="39899"/>
                      <a:pt x="74304" y="39350"/>
                      <a:pt x="74167" y="38847"/>
                    </a:cubicBezTo>
                    <a:cubicBezTo>
                      <a:pt x="73984" y="37978"/>
                      <a:pt x="73481" y="37246"/>
                      <a:pt x="72749" y="36743"/>
                    </a:cubicBezTo>
                    <a:cubicBezTo>
                      <a:pt x="72749" y="36423"/>
                      <a:pt x="72749" y="36103"/>
                      <a:pt x="72749" y="35783"/>
                    </a:cubicBezTo>
                    <a:cubicBezTo>
                      <a:pt x="73206" y="36057"/>
                      <a:pt x="73526" y="36469"/>
                      <a:pt x="73801" y="36926"/>
                    </a:cubicBezTo>
                    <a:cubicBezTo>
                      <a:pt x="73844" y="37013"/>
                      <a:pt x="73916" y="37050"/>
                      <a:pt x="73989" y="37050"/>
                    </a:cubicBezTo>
                    <a:cubicBezTo>
                      <a:pt x="74145" y="37050"/>
                      <a:pt x="74306" y="36884"/>
                      <a:pt x="74212" y="36697"/>
                    </a:cubicBezTo>
                    <a:cubicBezTo>
                      <a:pt x="73892" y="36057"/>
                      <a:pt x="73389" y="35554"/>
                      <a:pt x="72749" y="35234"/>
                    </a:cubicBezTo>
                    <a:cubicBezTo>
                      <a:pt x="72726" y="35211"/>
                      <a:pt x="72703" y="35199"/>
                      <a:pt x="72686" y="35199"/>
                    </a:cubicBezTo>
                    <a:cubicBezTo>
                      <a:pt x="72669" y="35199"/>
                      <a:pt x="72657" y="35211"/>
                      <a:pt x="72657" y="35234"/>
                    </a:cubicBezTo>
                    <a:cubicBezTo>
                      <a:pt x="72612" y="34868"/>
                      <a:pt x="72520" y="34548"/>
                      <a:pt x="72429" y="34228"/>
                    </a:cubicBezTo>
                    <a:cubicBezTo>
                      <a:pt x="72383" y="34182"/>
                      <a:pt x="72383" y="34136"/>
                      <a:pt x="72337" y="34136"/>
                    </a:cubicBezTo>
                    <a:cubicBezTo>
                      <a:pt x="72291" y="34045"/>
                      <a:pt x="72246" y="33953"/>
                      <a:pt x="72154" y="33953"/>
                    </a:cubicBezTo>
                    <a:cubicBezTo>
                      <a:pt x="71314" y="33673"/>
                      <a:pt x="70404" y="33533"/>
                      <a:pt x="69484" y="33533"/>
                    </a:cubicBezTo>
                    <a:cubicBezTo>
                      <a:pt x="69353" y="33533"/>
                      <a:pt x="69222" y="33536"/>
                      <a:pt x="69090" y="33542"/>
                    </a:cubicBezTo>
                    <a:cubicBezTo>
                      <a:pt x="68816" y="31438"/>
                      <a:pt x="68313" y="29334"/>
                      <a:pt x="67489" y="27322"/>
                    </a:cubicBezTo>
                    <a:cubicBezTo>
                      <a:pt x="68251" y="26902"/>
                      <a:pt x="68992" y="26711"/>
                      <a:pt x="69711" y="26711"/>
                    </a:cubicBezTo>
                    <a:close/>
                    <a:moveTo>
                      <a:pt x="63785" y="53939"/>
                    </a:moveTo>
                    <a:lnTo>
                      <a:pt x="68907" y="56042"/>
                    </a:lnTo>
                    <a:cubicBezTo>
                      <a:pt x="68038" y="56866"/>
                      <a:pt x="67169" y="57689"/>
                      <a:pt x="66346" y="58512"/>
                    </a:cubicBezTo>
                    <a:lnTo>
                      <a:pt x="65203" y="57872"/>
                    </a:lnTo>
                    <a:cubicBezTo>
                      <a:pt x="65164" y="57853"/>
                      <a:pt x="65128" y="57844"/>
                      <a:pt x="65094" y="57844"/>
                    </a:cubicBezTo>
                    <a:cubicBezTo>
                      <a:pt x="64885" y="57844"/>
                      <a:pt x="64777" y="58165"/>
                      <a:pt x="64974" y="58283"/>
                    </a:cubicBezTo>
                    <a:lnTo>
                      <a:pt x="66026" y="58878"/>
                    </a:lnTo>
                    <a:cubicBezTo>
                      <a:pt x="65523" y="59335"/>
                      <a:pt x="65066" y="59838"/>
                      <a:pt x="64563" y="60341"/>
                    </a:cubicBezTo>
                    <a:cubicBezTo>
                      <a:pt x="64563" y="60296"/>
                      <a:pt x="64517" y="60296"/>
                      <a:pt x="64517" y="60250"/>
                    </a:cubicBezTo>
                    <a:lnTo>
                      <a:pt x="60812" y="57689"/>
                    </a:lnTo>
                    <a:cubicBezTo>
                      <a:pt x="61133" y="57323"/>
                      <a:pt x="61453" y="56957"/>
                      <a:pt x="61773" y="56591"/>
                    </a:cubicBezTo>
                    <a:lnTo>
                      <a:pt x="63099" y="57323"/>
                    </a:lnTo>
                    <a:cubicBezTo>
                      <a:pt x="63124" y="57333"/>
                      <a:pt x="63149" y="57337"/>
                      <a:pt x="63173" y="57337"/>
                    </a:cubicBezTo>
                    <a:cubicBezTo>
                      <a:pt x="63372" y="57337"/>
                      <a:pt x="63532" y="57034"/>
                      <a:pt x="63328" y="56911"/>
                    </a:cubicBezTo>
                    <a:lnTo>
                      <a:pt x="62047" y="56225"/>
                    </a:lnTo>
                    <a:cubicBezTo>
                      <a:pt x="62322" y="55905"/>
                      <a:pt x="62596" y="55585"/>
                      <a:pt x="62870" y="55219"/>
                    </a:cubicBezTo>
                    <a:lnTo>
                      <a:pt x="65797" y="56683"/>
                    </a:lnTo>
                    <a:cubicBezTo>
                      <a:pt x="65836" y="56702"/>
                      <a:pt x="65873" y="56710"/>
                      <a:pt x="65908" y="56710"/>
                    </a:cubicBezTo>
                    <a:cubicBezTo>
                      <a:pt x="66126" y="56710"/>
                      <a:pt x="66262" y="56389"/>
                      <a:pt x="66026" y="56271"/>
                    </a:cubicBezTo>
                    <a:lnTo>
                      <a:pt x="63145" y="54853"/>
                    </a:lnTo>
                    <a:cubicBezTo>
                      <a:pt x="63328" y="54533"/>
                      <a:pt x="63556" y="54259"/>
                      <a:pt x="63785" y="53939"/>
                    </a:cubicBezTo>
                    <a:close/>
                    <a:moveTo>
                      <a:pt x="60474" y="58073"/>
                    </a:moveTo>
                    <a:lnTo>
                      <a:pt x="64197" y="60661"/>
                    </a:lnTo>
                    <a:cubicBezTo>
                      <a:pt x="63694" y="61210"/>
                      <a:pt x="63191" y="61713"/>
                      <a:pt x="62642" y="62262"/>
                    </a:cubicBezTo>
                    <a:cubicBezTo>
                      <a:pt x="61544" y="61256"/>
                      <a:pt x="60447" y="60204"/>
                      <a:pt x="59349" y="59198"/>
                    </a:cubicBezTo>
                    <a:cubicBezTo>
                      <a:pt x="59754" y="58838"/>
                      <a:pt x="60114" y="58435"/>
                      <a:pt x="60474" y="58073"/>
                    </a:cubicBezTo>
                    <a:close/>
                    <a:moveTo>
                      <a:pt x="58983" y="59518"/>
                    </a:moveTo>
                    <a:cubicBezTo>
                      <a:pt x="60081" y="60570"/>
                      <a:pt x="61224" y="61576"/>
                      <a:pt x="62322" y="62628"/>
                    </a:cubicBezTo>
                    <a:cubicBezTo>
                      <a:pt x="61819" y="63131"/>
                      <a:pt x="61315" y="63680"/>
                      <a:pt x="60812" y="64229"/>
                    </a:cubicBezTo>
                    <a:cubicBezTo>
                      <a:pt x="60858" y="64137"/>
                      <a:pt x="60858" y="64000"/>
                      <a:pt x="60812" y="63954"/>
                    </a:cubicBezTo>
                    <a:lnTo>
                      <a:pt x="59532" y="62399"/>
                    </a:lnTo>
                    <a:cubicBezTo>
                      <a:pt x="59477" y="62345"/>
                      <a:pt x="59415" y="62321"/>
                      <a:pt x="59354" y="62321"/>
                    </a:cubicBezTo>
                    <a:cubicBezTo>
                      <a:pt x="59162" y="62321"/>
                      <a:pt x="58992" y="62556"/>
                      <a:pt x="59166" y="62765"/>
                    </a:cubicBezTo>
                    <a:lnTo>
                      <a:pt x="60492" y="64320"/>
                    </a:lnTo>
                    <a:cubicBezTo>
                      <a:pt x="60519" y="64374"/>
                      <a:pt x="60577" y="64396"/>
                      <a:pt x="60630" y="64396"/>
                    </a:cubicBezTo>
                    <a:cubicBezTo>
                      <a:pt x="60667" y="64396"/>
                      <a:pt x="60702" y="64385"/>
                      <a:pt x="60721" y="64366"/>
                    </a:cubicBezTo>
                    <a:lnTo>
                      <a:pt x="60721" y="64366"/>
                    </a:lnTo>
                    <a:cubicBezTo>
                      <a:pt x="60218" y="64869"/>
                      <a:pt x="59761" y="65418"/>
                      <a:pt x="59257" y="65966"/>
                    </a:cubicBezTo>
                    <a:cubicBezTo>
                      <a:pt x="59166" y="65921"/>
                      <a:pt x="59120" y="65784"/>
                      <a:pt x="59120" y="65692"/>
                    </a:cubicBezTo>
                    <a:cubicBezTo>
                      <a:pt x="59120" y="65532"/>
                      <a:pt x="58995" y="65452"/>
                      <a:pt x="58869" y="65452"/>
                    </a:cubicBezTo>
                    <a:cubicBezTo>
                      <a:pt x="58743" y="65452"/>
                      <a:pt x="58617" y="65532"/>
                      <a:pt x="58617" y="65692"/>
                    </a:cubicBezTo>
                    <a:cubicBezTo>
                      <a:pt x="58617" y="65921"/>
                      <a:pt x="58754" y="66149"/>
                      <a:pt x="58937" y="66332"/>
                    </a:cubicBezTo>
                    <a:cubicBezTo>
                      <a:pt x="58526" y="66790"/>
                      <a:pt x="58160" y="67201"/>
                      <a:pt x="57794" y="67659"/>
                    </a:cubicBezTo>
                    <a:cubicBezTo>
                      <a:pt x="56834" y="66058"/>
                      <a:pt x="55965" y="64457"/>
                      <a:pt x="55142" y="62811"/>
                    </a:cubicBezTo>
                    <a:cubicBezTo>
                      <a:pt x="55507" y="62536"/>
                      <a:pt x="55873" y="62262"/>
                      <a:pt x="56285" y="61942"/>
                    </a:cubicBezTo>
                    <a:cubicBezTo>
                      <a:pt x="56742" y="62765"/>
                      <a:pt x="57291" y="63588"/>
                      <a:pt x="57840" y="64366"/>
                    </a:cubicBezTo>
                    <a:cubicBezTo>
                      <a:pt x="57880" y="64433"/>
                      <a:pt x="57948" y="64461"/>
                      <a:pt x="58019" y="64461"/>
                    </a:cubicBezTo>
                    <a:cubicBezTo>
                      <a:pt x="58190" y="64461"/>
                      <a:pt x="58381" y="64299"/>
                      <a:pt x="58251" y="64137"/>
                    </a:cubicBezTo>
                    <a:lnTo>
                      <a:pt x="58206" y="64091"/>
                    </a:lnTo>
                    <a:cubicBezTo>
                      <a:pt x="57657" y="63314"/>
                      <a:pt x="57108" y="62491"/>
                      <a:pt x="56605" y="61622"/>
                    </a:cubicBezTo>
                    <a:cubicBezTo>
                      <a:pt x="56971" y="61347"/>
                      <a:pt x="57337" y="61073"/>
                      <a:pt x="57657" y="60753"/>
                    </a:cubicBezTo>
                    <a:lnTo>
                      <a:pt x="58023" y="61256"/>
                    </a:lnTo>
                    <a:cubicBezTo>
                      <a:pt x="58064" y="61338"/>
                      <a:pt x="58129" y="61371"/>
                      <a:pt x="58197" y="61371"/>
                    </a:cubicBezTo>
                    <a:cubicBezTo>
                      <a:pt x="58357" y="61371"/>
                      <a:pt x="58531" y="61188"/>
                      <a:pt x="58434" y="61027"/>
                    </a:cubicBezTo>
                    <a:lnTo>
                      <a:pt x="58023" y="60433"/>
                    </a:lnTo>
                    <a:cubicBezTo>
                      <a:pt x="58343" y="60158"/>
                      <a:pt x="58709" y="59838"/>
                      <a:pt x="58983" y="59518"/>
                    </a:cubicBezTo>
                    <a:close/>
                    <a:moveTo>
                      <a:pt x="28433" y="5416"/>
                    </a:moveTo>
                    <a:lnTo>
                      <a:pt x="29028" y="5553"/>
                    </a:lnTo>
                    <a:cubicBezTo>
                      <a:pt x="28982" y="5553"/>
                      <a:pt x="28891" y="5599"/>
                      <a:pt x="28845" y="5644"/>
                    </a:cubicBezTo>
                    <a:cubicBezTo>
                      <a:pt x="28718" y="5813"/>
                      <a:pt x="28826" y="6061"/>
                      <a:pt x="29024" y="6061"/>
                    </a:cubicBezTo>
                    <a:cubicBezTo>
                      <a:pt x="29040" y="6061"/>
                      <a:pt x="29056" y="6059"/>
                      <a:pt x="29074" y="6056"/>
                    </a:cubicBezTo>
                    <a:cubicBezTo>
                      <a:pt x="29074" y="6102"/>
                      <a:pt x="29119" y="6147"/>
                      <a:pt x="29119" y="6147"/>
                    </a:cubicBezTo>
                    <a:cubicBezTo>
                      <a:pt x="29906" y="6907"/>
                      <a:pt x="30935" y="7297"/>
                      <a:pt x="31976" y="7297"/>
                    </a:cubicBezTo>
                    <a:cubicBezTo>
                      <a:pt x="32689" y="7297"/>
                      <a:pt x="33408" y="7114"/>
                      <a:pt x="34059" y="6742"/>
                    </a:cubicBezTo>
                    <a:lnTo>
                      <a:pt x="35202" y="7016"/>
                    </a:lnTo>
                    <a:cubicBezTo>
                      <a:pt x="34882" y="7245"/>
                      <a:pt x="34562" y="7382"/>
                      <a:pt x="34196" y="7565"/>
                    </a:cubicBezTo>
                    <a:cubicBezTo>
                      <a:pt x="34150" y="7565"/>
                      <a:pt x="34104" y="7565"/>
                      <a:pt x="34059" y="7611"/>
                    </a:cubicBezTo>
                    <a:cubicBezTo>
                      <a:pt x="33555" y="7839"/>
                      <a:pt x="33052" y="7977"/>
                      <a:pt x="32504" y="8068"/>
                    </a:cubicBezTo>
                    <a:cubicBezTo>
                      <a:pt x="32199" y="8112"/>
                      <a:pt x="32309" y="8529"/>
                      <a:pt x="32557" y="8529"/>
                    </a:cubicBezTo>
                    <a:cubicBezTo>
                      <a:pt x="32569" y="8529"/>
                      <a:pt x="32582" y="8528"/>
                      <a:pt x="32595" y="8525"/>
                    </a:cubicBezTo>
                    <a:cubicBezTo>
                      <a:pt x="33144" y="8434"/>
                      <a:pt x="33647" y="8297"/>
                      <a:pt x="34150" y="8114"/>
                    </a:cubicBezTo>
                    <a:cubicBezTo>
                      <a:pt x="34562" y="8571"/>
                      <a:pt x="35110" y="8937"/>
                      <a:pt x="35705" y="9074"/>
                    </a:cubicBezTo>
                    <a:cubicBezTo>
                      <a:pt x="35731" y="9082"/>
                      <a:pt x="35757" y="9085"/>
                      <a:pt x="35781" y="9085"/>
                    </a:cubicBezTo>
                    <a:cubicBezTo>
                      <a:pt x="36045" y="9085"/>
                      <a:pt x="36136" y="8659"/>
                      <a:pt x="35842" y="8617"/>
                    </a:cubicBezTo>
                    <a:cubicBezTo>
                      <a:pt x="35385" y="8480"/>
                      <a:pt x="34927" y="8251"/>
                      <a:pt x="34607" y="7885"/>
                    </a:cubicBezTo>
                    <a:cubicBezTo>
                      <a:pt x="34744" y="7839"/>
                      <a:pt x="34836" y="7748"/>
                      <a:pt x="34973" y="7702"/>
                    </a:cubicBezTo>
                    <a:cubicBezTo>
                      <a:pt x="35558" y="8135"/>
                      <a:pt x="36257" y="8355"/>
                      <a:pt x="36958" y="8355"/>
                    </a:cubicBezTo>
                    <a:cubicBezTo>
                      <a:pt x="37518" y="8355"/>
                      <a:pt x="38079" y="8215"/>
                      <a:pt x="38586" y="7931"/>
                    </a:cubicBezTo>
                    <a:cubicBezTo>
                      <a:pt x="40278" y="8434"/>
                      <a:pt x="42016" y="8983"/>
                      <a:pt x="43708" y="9532"/>
                    </a:cubicBezTo>
                    <a:cubicBezTo>
                      <a:pt x="46086" y="10309"/>
                      <a:pt x="48373" y="11269"/>
                      <a:pt x="50568" y="12367"/>
                    </a:cubicBezTo>
                    <a:cubicBezTo>
                      <a:pt x="51117" y="13145"/>
                      <a:pt x="51757" y="13876"/>
                      <a:pt x="52489" y="14471"/>
                    </a:cubicBezTo>
                    <a:cubicBezTo>
                      <a:pt x="52535" y="14471"/>
                      <a:pt x="52535" y="14517"/>
                      <a:pt x="52580" y="14517"/>
                    </a:cubicBezTo>
                    <a:cubicBezTo>
                      <a:pt x="52626" y="14745"/>
                      <a:pt x="52672" y="15020"/>
                      <a:pt x="52718" y="15294"/>
                    </a:cubicBezTo>
                    <a:cubicBezTo>
                      <a:pt x="52169" y="14928"/>
                      <a:pt x="51620" y="14517"/>
                      <a:pt x="51208" y="14013"/>
                    </a:cubicBezTo>
                    <a:cubicBezTo>
                      <a:pt x="51157" y="13962"/>
                      <a:pt x="51102" y="13941"/>
                      <a:pt x="51049" y="13941"/>
                    </a:cubicBezTo>
                    <a:cubicBezTo>
                      <a:pt x="50862" y="13941"/>
                      <a:pt x="50700" y="14202"/>
                      <a:pt x="50843" y="14379"/>
                    </a:cubicBezTo>
                    <a:cubicBezTo>
                      <a:pt x="51391" y="14974"/>
                      <a:pt x="51986" y="15477"/>
                      <a:pt x="52718" y="15797"/>
                    </a:cubicBezTo>
                    <a:cubicBezTo>
                      <a:pt x="52741" y="15820"/>
                      <a:pt x="52763" y="15831"/>
                      <a:pt x="52786" y="15831"/>
                    </a:cubicBezTo>
                    <a:cubicBezTo>
                      <a:pt x="52809" y="15831"/>
                      <a:pt x="52832" y="15820"/>
                      <a:pt x="52855" y="15797"/>
                    </a:cubicBezTo>
                    <a:cubicBezTo>
                      <a:pt x="52901" y="15980"/>
                      <a:pt x="52946" y="16117"/>
                      <a:pt x="52992" y="16254"/>
                    </a:cubicBezTo>
                    <a:cubicBezTo>
                      <a:pt x="53029" y="16366"/>
                      <a:pt x="53127" y="16417"/>
                      <a:pt x="53223" y="16417"/>
                    </a:cubicBezTo>
                    <a:cubicBezTo>
                      <a:pt x="53364" y="16417"/>
                      <a:pt x="53504" y="16307"/>
                      <a:pt x="53449" y="16117"/>
                    </a:cubicBezTo>
                    <a:cubicBezTo>
                      <a:pt x="53175" y="15294"/>
                      <a:pt x="53038" y="14471"/>
                      <a:pt x="52992" y="13648"/>
                    </a:cubicBezTo>
                    <a:lnTo>
                      <a:pt x="52992" y="13648"/>
                    </a:lnTo>
                    <a:cubicBezTo>
                      <a:pt x="53404" y="13876"/>
                      <a:pt x="53770" y="14105"/>
                      <a:pt x="54181" y="14334"/>
                    </a:cubicBezTo>
                    <a:cubicBezTo>
                      <a:pt x="54181" y="14562"/>
                      <a:pt x="54273" y="14837"/>
                      <a:pt x="54318" y="15020"/>
                    </a:cubicBezTo>
                    <a:cubicBezTo>
                      <a:pt x="54364" y="15706"/>
                      <a:pt x="54501" y="16346"/>
                      <a:pt x="54638" y="16986"/>
                    </a:cubicBezTo>
                    <a:cubicBezTo>
                      <a:pt x="54675" y="17113"/>
                      <a:pt x="54769" y="17168"/>
                      <a:pt x="54863" y="17168"/>
                    </a:cubicBezTo>
                    <a:cubicBezTo>
                      <a:pt x="55007" y="17168"/>
                      <a:pt x="55151" y="17042"/>
                      <a:pt x="55096" y="16849"/>
                    </a:cubicBezTo>
                    <a:cubicBezTo>
                      <a:pt x="55004" y="16392"/>
                      <a:pt x="54913" y="15889"/>
                      <a:pt x="54821" y="15431"/>
                    </a:cubicBezTo>
                    <a:cubicBezTo>
                      <a:pt x="54821" y="15157"/>
                      <a:pt x="54776" y="14928"/>
                      <a:pt x="54730" y="14699"/>
                    </a:cubicBezTo>
                    <a:lnTo>
                      <a:pt x="54730" y="14699"/>
                    </a:lnTo>
                    <a:lnTo>
                      <a:pt x="55462" y="15157"/>
                    </a:lnTo>
                    <a:cubicBezTo>
                      <a:pt x="55965" y="17992"/>
                      <a:pt x="56971" y="20736"/>
                      <a:pt x="58480" y="23160"/>
                    </a:cubicBezTo>
                    <a:cubicBezTo>
                      <a:pt x="58480" y="23206"/>
                      <a:pt x="58526" y="23206"/>
                      <a:pt x="58526" y="23252"/>
                    </a:cubicBezTo>
                    <a:cubicBezTo>
                      <a:pt x="58526" y="23435"/>
                      <a:pt x="58480" y="23663"/>
                      <a:pt x="58480" y="23892"/>
                    </a:cubicBezTo>
                    <a:cubicBezTo>
                      <a:pt x="57199" y="22749"/>
                      <a:pt x="56422" y="20736"/>
                      <a:pt x="55828" y="19227"/>
                    </a:cubicBezTo>
                    <a:cubicBezTo>
                      <a:pt x="55790" y="19116"/>
                      <a:pt x="55693" y="19065"/>
                      <a:pt x="55596" y="19065"/>
                    </a:cubicBezTo>
                    <a:cubicBezTo>
                      <a:pt x="55455" y="19065"/>
                      <a:pt x="55316" y="19174"/>
                      <a:pt x="55370" y="19364"/>
                    </a:cubicBezTo>
                    <a:cubicBezTo>
                      <a:pt x="56010" y="21056"/>
                      <a:pt x="56879" y="23252"/>
                      <a:pt x="58343" y="24441"/>
                    </a:cubicBezTo>
                    <a:cubicBezTo>
                      <a:pt x="58389" y="24441"/>
                      <a:pt x="58434" y="24486"/>
                      <a:pt x="58480" y="24486"/>
                    </a:cubicBezTo>
                    <a:lnTo>
                      <a:pt x="58480" y="24898"/>
                    </a:lnTo>
                    <a:cubicBezTo>
                      <a:pt x="57840" y="24349"/>
                      <a:pt x="57245" y="23755"/>
                      <a:pt x="56559" y="23206"/>
                    </a:cubicBezTo>
                    <a:cubicBezTo>
                      <a:pt x="56559" y="23160"/>
                      <a:pt x="56559" y="23114"/>
                      <a:pt x="56514" y="23114"/>
                    </a:cubicBezTo>
                    <a:cubicBezTo>
                      <a:pt x="55462" y="21697"/>
                      <a:pt x="54638" y="20096"/>
                      <a:pt x="54090" y="18404"/>
                    </a:cubicBezTo>
                    <a:cubicBezTo>
                      <a:pt x="54053" y="18277"/>
                      <a:pt x="53959" y="18222"/>
                      <a:pt x="53865" y="18222"/>
                    </a:cubicBezTo>
                    <a:cubicBezTo>
                      <a:pt x="53721" y="18222"/>
                      <a:pt x="53577" y="18348"/>
                      <a:pt x="53632" y="18541"/>
                    </a:cubicBezTo>
                    <a:cubicBezTo>
                      <a:pt x="54044" y="19822"/>
                      <a:pt x="54638" y="21056"/>
                      <a:pt x="55370" y="22245"/>
                    </a:cubicBezTo>
                    <a:cubicBezTo>
                      <a:pt x="54090" y="21285"/>
                      <a:pt x="52763" y="20416"/>
                      <a:pt x="51391" y="19639"/>
                    </a:cubicBezTo>
                    <a:cubicBezTo>
                      <a:pt x="51347" y="19609"/>
                      <a:pt x="51303" y="19596"/>
                      <a:pt x="51263" y="19596"/>
                    </a:cubicBezTo>
                    <a:cubicBezTo>
                      <a:pt x="51056" y="19596"/>
                      <a:pt x="50933" y="19935"/>
                      <a:pt x="51163" y="20050"/>
                    </a:cubicBezTo>
                    <a:cubicBezTo>
                      <a:pt x="53861" y="21559"/>
                      <a:pt x="56376" y="23480"/>
                      <a:pt x="58571" y="25630"/>
                    </a:cubicBezTo>
                    <a:cubicBezTo>
                      <a:pt x="58571" y="25675"/>
                      <a:pt x="58571" y="25675"/>
                      <a:pt x="58571" y="25675"/>
                    </a:cubicBezTo>
                    <a:cubicBezTo>
                      <a:pt x="58571" y="25813"/>
                      <a:pt x="58663" y="25858"/>
                      <a:pt x="58800" y="25858"/>
                    </a:cubicBezTo>
                    <a:cubicBezTo>
                      <a:pt x="59532" y="26590"/>
                      <a:pt x="60218" y="27322"/>
                      <a:pt x="60858" y="28099"/>
                    </a:cubicBezTo>
                    <a:cubicBezTo>
                      <a:pt x="60903" y="28155"/>
                      <a:pt x="60958" y="28178"/>
                      <a:pt x="61013" y="28178"/>
                    </a:cubicBezTo>
                    <a:cubicBezTo>
                      <a:pt x="61184" y="28178"/>
                      <a:pt x="61351" y="27952"/>
                      <a:pt x="61178" y="27779"/>
                    </a:cubicBezTo>
                    <a:cubicBezTo>
                      <a:pt x="60950" y="27505"/>
                      <a:pt x="60812" y="27322"/>
                      <a:pt x="60629" y="27093"/>
                    </a:cubicBezTo>
                    <a:cubicBezTo>
                      <a:pt x="62276" y="27093"/>
                      <a:pt x="63877" y="27779"/>
                      <a:pt x="65020" y="28968"/>
                    </a:cubicBezTo>
                    <a:cubicBezTo>
                      <a:pt x="65066" y="28968"/>
                      <a:pt x="65111" y="29014"/>
                      <a:pt x="65203" y="29014"/>
                    </a:cubicBezTo>
                    <a:cubicBezTo>
                      <a:pt x="65203" y="29151"/>
                      <a:pt x="65157" y="29334"/>
                      <a:pt x="65111" y="29471"/>
                    </a:cubicBezTo>
                    <a:cubicBezTo>
                      <a:pt x="64745" y="29151"/>
                      <a:pt x="64334" y="28923"/>
                      <a:pt x="63877" y="28785"/>
                    </a:cubicBezTo>
                    <a:cubicBezTo>
                      <a:pt x="63191" y="28511"/>
                      <a:pt x="62505" y="28328"/>
                      <a:pt x="61773" y="28282"/>
                    </a:cubicBezTo>
                    <a:cubicBezTo>
                      <a:pt x="61636" y="28282"/>
                      <a:pt x="61544" y="28374"/>
                      <a:pt x="61544" y="28511"/>
                    </a:cubicBezTo>
                    <a:cubicBezTo>
                      <a:pt x="61498" y="28511"/>
                      <a:pt x="61453" y="28511"/>
                      <a:pt x="61407" y="28557"/>
                    </a:cubicBezTo>
                    <a:lnTo>
                      <a:pt x="61361" y="28602"/>
                    </a:lnTo>
                    <a:cubicBezTo>
                      <a:pt x="61184" y="28780"/>
                      <a:pt x="61365" y="29041"/>
                      <a:pt x="61562" y="29041"/>
                    </a:cubicBezTo>
                    <a:cubicBezTo>
                      <a:pt x="61618" y="29041"/>
                      <a:pt x="61676" y="29019"/>
                      <a:pt x="61727" y="28968"/>
                    </a:cubicBezTo>
                    <a:lnTo>
                      <a:pt x="61773" y="28923"/>
                    </a:lnTo>
                    <a:cubicBezTo>
                      <a:pt x="61819" y="28877"/>
                      <a:pt x="61819" y="28831"/>
                      <a:pt x="61819" y="28785"/>
                    </a:cubicBezTo>
                    <a:cubicBezTo>
                      <a:pt x="62367" y="28831"/>
                      <a:pt x="62916" y="28923"/>
                      <a:pt x="63419" y="29105"/>
                    </a:cubicBezTo>
                    <a:cubicBezTo>
                      <a:pt x="63694" y="29197"/>
                      <a:pt x="63922" y="29334"/>
                      <a:pt x="64197" y="29471"/>
                    </a:cubicBezTo>
                    <a:cubicBezTo>
                      <a:pt x="64288" y="29517"/>
                      <a:pt x="64425" y="29609"/>
                      <a:pt x="64517" y="29654"/>
                    </a:cubicBezTo>
                    <a:cubicBezTo>
                      <a:pt x="64608" y="29746"/>
                      <a:pt x="64654" y="29791"/>
                      <a:pt x="64745" y="29791"/>
                    </a:cubicBezTo>
                    <a:cubicBezTo>
                      <a:pt x="64745" y="29929"/>
                      <a:pt x="64791" y="30020"/>
                      <a:pt x="64928" y="30066"/>
                    </a:cubicBezTo>
                    <a:lnTo>
                      <a:pt x="64974" y="30066"/>
                    </a:lnTo>
                    <a:cubicBezTo>
                      <a:pt x="64997" y="30089"/>
                      <a:pt x="65020" y="30100"/>
                      <a:pt x="65043" y="30100"/>
                    </a:cubicBezTo>
                    <a:cubicBezTo>
                      <a:pt x="65066" y="30100"/>
                      <a:pt x="65088" y="30089"/>
                      <a:pt x="65111" y="30066"/>
                    </a:cubicBezTo>
                    <a:lnTo>
                      <a:pt x="65111" y="30523"/>
                    </a:lnTo>
                    <a:cubicBezTo>
                      <a:pt x="64425" y="30066"/>
                      <a:pt x="63602" y="29746"/>
                      <a:pt x="62779" y="29654"/>
                    </a:cubicBezTo>
                    <a:cubicBezTo>
                      <a:pt x="62764" y="29652"/>
                      <a:pt x="62749" y="29651"/>
                      <a:pt x="62735" y="29651"/>
                    </a:cubicBezTo>
                    <a:cubicBezTo>
                      <a:pt x="62447" y="29651"/>
                      <a:pt x="62337" y="30068"/>
                      <a:pt x="62642" y="30112"/>
                    </a:cubicBezTo>
                    <a:cubicBezTo>
                      <a:pt x="62733" y="30112"/>
                      <a:pt x="62779" y="30112"/>
                      <a:pt x="62870" y="30157"/>
                    </a:cubicBezTo>
                    <a:cubicBezTo>
                      <a:pt x="62687" y="30157"/>
                      <a:pt x="62550" y="30340"/>
                      <a:pt x="62687" y="30477"/>
                    </a:cubicBezTo>
                    <a:cubicBezTo>
                      <a:pt x="64334" y="32718"/>
                      <a:pt x="65614" y="35234"/>
                      <a:pt x="66438" y="37932"/>
                    </a:cubicBezTo>
                    <a:cubicBezTo>
                      <a:pt x="66392" y="38023"/>
                      <a:pt x="66438" y="38115"/>
                      <a:pt x="66529" y="38206"/>
                    </a:cubicBezTo>
                    <a:cubicBezTo>
                      <a:pt x="67032" y="40036"/>
                      <a:pt x="67398" y="41865"/>
                      <a:pt x="67489" y="43786"/>
                    </a:cubicBezTo>
                    <a:cubicBezTo>
                      <a:pt x="65386" y="51606"/>
                      <a:pt x="59989" y="58558"/>
                      <a:pt x="53084" y="63040"/>
                    </a:cubicBezTo>
                    <a:cubicBezTo>
                      <a:pt x="52855" y="63040"/>
                      <a:pt x="52626" y="63177"/>
                      <a:pt x="52535" y="63360"/>
                    </a:cubicBezTo>
                    <a:cubicBezTo>
                      <a:pt x="49150" y="65509"/>
                      <a:pt x="45400" y="66973"/>
                      <a:pt x="41467" y="67704"/>
                    </a:cubicBezTo>
                    <a:cubicBezTo>
                      <a:pt x="39931" y="67977"/>
                      <a:pt x="38369" y="68114"/>
                      <a:pt x="36808" y="68114"/>
                    </a:cubicBezTo>
                    <a:cubicBezTo>
                      <a:pt x="31815" y="68114"/>
                      <a:pt x="26828" y="66709"/>
                      <a:pt x="22717" y="63817"/>
                    </a:cubicBezTo>
                    <a:cubicBezTo>
                      <a:pt x="16451" y="59472"/>
                      <a:pt x="12655" y="52338"/>
                      <a:pt x="9911" y="45341"/>
                    </a:cubicBezTo>
                    <a:cubicBezTo>
                      <a:pt x="7579" y="39350"/>
                      <a:pt x="5750" y="33221"/>
                      <a:pt x="4332" y="26956"/>
                    </a:cubicBezTo>
                    <a:cubicBezTo>
                      <a:pt x="9271" y="25264"/>
                      <a:pt x="13524" y="21742"/>
                      <a:pt x="17229" y="18175"/>
                    </a:cubicBezTo>
                    <a:cubicBezTo>
                      <a:pt x="20247" y="15294"/>
                      <a:pt x="22854" y="12047"/>
                      <a:pt x="24958" y="8434"/>
                    </a:cubicBezTo>
                    <a:lnTo>
                      <a:pt x="25278" y="8525"/>
                    </a:lnTo>
                    <a:cubicBezTo>
                      <a:pt x="25316" y="8542"/>
                      <a:pt x="25351" y="8549"/>
                      <a:pt x="25382" y="8549"/>
                    </a:cubicBezTo>
                    <a:cubicBezTo>
                      <a:pt x="25614" y="8549"/>
                      <a:pt x="25657" y="8149"/>
                      <a:pt x="25415" y="8068"/>
                    </a:cubicBezTo>
                    <a:lnTo>
                      <a:pt x="25186" y="8022"/>
                    </a:lnTo>
                    <a:cubicBezTo>
                      <a:pt x="25369" y="7702"/>
                      <a:pt x="25552" y="7336"/>
                      <a:pt x="25781" y="6971"/>
                    </a:cubicBezTo>
                    <a:cubicBezTo>
                      <a:pt x="25781" y="7062"/>
                      <a:pt x="25872" y="7153"/>
                      <a:pt x="25964" y="7153"/>
                    </a:cubicBezTo>
                    <a:cubicBezTo>
                      <a:pt x="26467" y="7108"/>
                      <a:pt x="26970" y="7016"/>
                      <a:pt x="27427" y="6833"/>
                    </a:cubicBezTo>
                    <a:cubicBezTo>
                      <a:pt x="27677" y="6750"/>
                      <a:pt x="27624" y="6364"/>
                      <a:pt x="27371" y="6364"/>
                    </a:cubicBezTo>
                    <a:cubicBezTo>
                      <a:pt x="27346" y="6364"/>
                      <a:pt x="27319" y="6368"/>
                      <a:pt x="27290" y="6376"/>
                    </a:cubicBezTo>
                    <a:cubicBezTo>
                      <a:pt x="26878" y="6559"/>
                      <a:pt x="26421" y="6650"/>
                      <a:pt x="25964" y="6650"/>
                    </a:cubicBezTo>
                    <a:lnTo>
                      <a:pt x="25918" y="6650"/>
                    </a:lnTo>
                    <a:lnTo>
                      <a:pt x="26192" y="6102"/>
                    </a:lnTo>
                    <a:lnTo>
                      <a:pt x="26238" y="6102"/>
                    </a:lnTo>
                    <a:cubicBezTo>
                      <a:pt x="26970" y="5964"/>
                      <a:pt x="27702" y="5736"/>
                      <a:pt x="28433" y="5416"/>
                    </a:cubicBezTo>
                    <a:close/>
                    <a:moveTo>
                      <a:pt x="40187" y="68848"/>
                    </a:moveTo>
                    <a:cubicBezTo>
                      <a:pt x="40187" y="68848"/>
                      <a:pt x="40187" y="68893"/>
                      <a:pt x="40187" y="68893"/>
                    </a:cubicBezTo>
                    <a:lnTo>
                      <a:pt x="40141" y="68893"/>
                    </a:lnTo>
                    <a:cubicBezTo>
                      <a:pt x="40141" y="68848"/>
                      <a:pt x="40095" y="68848"/>
                      <a:pt x="40050" y="68848"/>
                    </a:cubicBezTo>
                    <a:close/>
                    <a:moveTo>
                      <a:pt x="54730" y="63085"/>
                    </a:moveTo>
                    <a:cubicBezTo>
                      <a:pt x="55599" y="64732"/>
                      <a:pt x="56468" y="66378"/>
                      <a:pt x="57428" y="68024"/>
                    </a:cubicBezTo>
                    <a:cubicBezTo>
                      <a:pt x="57017" y="68482"/>
                      <a:pt x="56651" y="68893"/>
                      <a:pt x="56285" y="69351"/>
                    </a:cubicBezTo>
                    <a:lnTo>
                      <a:pt x="53632" y="63817"/>
                    </a:lnTo>
                    <a:cubicBezTo>
                      <a:pt x="53998" y="63543"/>
                      <a:pt x="54364" y="63314"/>
                      <a:pt x="54730" y="63085"/>
                    </a:cubicBezTo>
                    <a:close/>
                    <a:moveTo>
                      <a:pt x="33601" y="68893"/>
                    </a:moveTo>
                    <a:lnTo>
                      <a:pt x="33601" y="68893"/>
                    </a:lnTo>
                    <a:cubicBezTo>
                      <a:pt x="34013" y="68939"/>
                      <a:pt x="34424" y="68939"/>
                      <a:pt x="34836" y="68985"/>
                    </a:cubicBezTo>
                    <a:cubicBezTo>
                      <a:pt x="34790" y="69214"/>
                      <a:pt x="34790" y="69442"/>
                      <a:pt x="34790" y="69671"/>
                    </a:cubicBezTo>
                    <a:lnTo>
                      <a:pt x="34744" y="69671"/>
                    </a:lnTo>
                    <a:cubicBezTo>
                      <a:pt x="34333" y="69488"/>
                      <a:pt x="33921" y="69214"/>
                      <a:pt x="33601" y="68893"/>
                    </a:cubicBezTo>
                    <a:close/>
                    <a:moveTo>
                      <a:pt x="32458" y="68710"/>
                    </a:moveTo>
                    <a:cubicBezTo>
                      <a:pt x="32641" y="68710"/>
                      <a:pt x="32778" y="68756"/>
                      <a:pt x="32961" y="68756"/>
                    </a:cubicBezTo>
                    <a:cubicBezTo>
                      <a:pt x="33418" y="69396"/>
                      <a:pt x="34013" y="69900"/>
                      <a:pt x="34744" y="70174"/>
                    </a:cubicBezTo>
                    <a:cubicBezTo>
                      <a:pt x="34744" y="70311"/>
                      <a:pt x="34790" y="70448"/>
                      <a:pt x="34790" y="70586"/>
                    </a:cubicBezTo>
                    <a:cubicBezTo>
                      <a:pt x="33876" y="70128"/>
                      <a:pt x="33052" y="69488"/>
                      <a:pt x="32458" y="68710"/>
                    </a:cubicBezTo>
                    <a:close/>
                    <a:moveTo>
                      <a:pt x="39867" y="71043"/>
                    </a:moveTo>
                    <a:cubicBezTo>
                      <a:pt x="39867" y="71775"/>
                      <a:pt x="39958" y="72552"/>
                      <a:pt x="40095" y="73284"/>
                    </a:cubicBezTo>
                    <a:lnTo>
                      <a:pt x="40050" y="73238"/>
                    </a:lnTo>
                    <a:cubicBezTo>
                      <a:pt x="39318" y="72826"/>
                      <a:pt x="38723" y="72140"/>
                      <a:pt x="38357" y="71409"/>
                    </a:cubicBezTo>
                    <a:cubicBezTo>
                      <a:pt x="38860" y="71409"/>
                      <a:pt x="39409" y="71272"/>
                      <a:pt x="39867" y="71043"/>
                    </a:cubicBezTo>
                    <a:close/>
                    <a:moveTo>
                      <a:pt x="40736" y="75708"/>
                    </a:moveTo>
                    <a:cubicBezTo>
                      <a:pt x="40873" y="76119"/>
                      <a:pt x="41010" y="76531"/>
                      <a:pt x="41193" y="76942"/>
                    </a:cubicBezTo>
                    <a:cubicBezTo>
                      <a:pt x="40781" y="76851"/>
                      <a:pt x="40415" y="76714"/>
                      <a:pt x="40050" y="76485"/>
                    </a:cubicBezTo>
                    <a:lnTo>
                      <a:pt x="39958" y="76485"/>
                    </a:lnTo>
                    <a:cubicBezTo>
                      <a:pt x="40141" y="76165"/>
                      <a:pt x="40415" y="75891"/>
                      <a:pt x="40736" y="75708"/>
                    </a:cubicBezTo>
                    <a:close/>
                    <a:moveTo>
                      <a:pt x="27061" y="67201"/>
                    </a:moveTo>
                    <a:cubicBezTo>
                      <a:pt x="28571" y="67796"/>
                      <a:pt x="30125" y="68253"/>
                      <a:pt x="31726" y="68528"/>
                    </a:cubicBezTo>
                    <a:cubicBezTo>
                      <a:pt x="32458" y="69625"/>
                      <a:pt x="33418" y="70494"/>
                      <a:pt x="34607" y="70997"/>
                    </a:cubicBezTo>
                    <a:cubicBezTo>
                      <a:pt x="34653" y="71020"/>
                      <a:pt x="34699" y="71031"/>
                      <a:pt x="34744" y="71031"/>
                    </a:cubicBezTo>
                    <a:cubicBezTo>
                      <a:pt x="34790" y="71031"/>
                      <a:pt x="34836" y="71020"/>
                      <a:pt x="34882" y="70997"/>
                    </a:cubicBezTo>
                    <a:cubicBezTo>
                      <a:pt x="34882" y="71180"/>
                      <a:pt x="34927" y="71317"/>
                      <a:pt x="35019" y="71454"/>
                    </a:cubicBezTo>
                    <a:cubicBezTo>
                      <a:pt x="35056" y="71585"/>
                      <a:pt x="35155" y="71640"/>
                      <a:pt x="35252" y="71640"/>
                    </a:cubicBezTo>
                    <a:cubicBezTo>
                      <a:pt x="35392" y="71640"/>
                      <a:pt x="35530" y="71525"/>
                      <a:pt x="35476" y="71363"/>
                    </a:cubicBezTo>
                    <a:cubicBezTo>
                      <a:pt x="35202" y="70586"/>
                      <a:pt x="35156" y="69762"/>
                      <a:pt x="35339" y="68985"/>
                    </a:cubicBezTo>
                    <a:lnTo>
                      <a:pt x="35705" y="68985"/>
                    </a:lnTo>
                    <a:cubicBezTo>
                      <a:pt x="35476" y="69900"/>
                      <a:pt x="35613" y="70860"/>
                      <a:pt x="35979" y="71683"/>
                    </a:cubicBezTo>
                    <a:cubicBezTo>
                      <a:pt x="36023" y="71771"/>
                      <a:pt x="36095" y="71807"/>
                      <a:pt x="36168" y="71807"/>
                    </a:cubicBezTo>
                    <a:cubicBezTo>
                      <a:pt x="36323" y="71807"/>
                      <a:pt x="36484" y="71641"/>
                      <a:pt x="36391" y="71454"/>
                    </a:cubicBezTo>
                    <a:cubicBezTo>
                      <a:pt x="36071" y="70677"/>
                      <a:pt x="35979" y="69808"/>
                      <a:pt x="36162" y="68985"/>
                    </a:cubicBezTo>
                    <a:lnTo>
                      <a:pt x="36757" y="68985"/>
                    </a:lnTo>
                    <a:cubicBezTo>
                      <a:pt x="36780" y="69122"/>
                      <a:pt x="36883" y="69191"/>
                      <a:pt x="36985" y="69191"/>
                    </a:cubicBezTo>
                    <a:cubicBezTo>
                      <a:pt x="37088" y="69191"/>
                      <a:pt x="37191" y="69122"/>
                      <a:pt x="37214" y="68985"/>
                    </a:cubicBezTo>
                    <a:cubicBezTo>
                      <a:pt x="37976" y="69175"/>
                      <a:pt x="38770" y="69271"/>
                      <a:pt x="39543" y="69271"/>
                    </a:cubicBezTo>
                    <a:cubicBezTo>
                      <a:pt x="39698" y="69271"/>
                      <a:pt x="39851" y="69267"/>
                      <a:pt x="40004" y="69259"/>
                    </a:cubicBezTo>
                    <a:lnTo>
                      <a:pt x="40050" y="69259"/>
                    </a:lnTo>
                    <a:cubicBezTo>
                      <a:pt x="40050" y="69442"/>
                      <a:pt x="40004" y="69579"/>
                      <a:pt x="39958" y="69762"/>
                    </a:cubicBezTo>
                    <a:cubicBezTo>
                      <a:pt x="39935" y="69739"/>
                      <a:pt x="39912" y="69728"/>
                      <a:pt x="39889" y="69728"/>
                    </a:cubicBezTo>
                    <a:cubicBezTo>
                      <a:pt x="39867" y="69728"/>
                      <a:pt x="39844" y="69739"/>
                      <a:pt x="39821" y="69762"/>
                    </a:cubicBezTo>
                    <a:cubicBezTo>
                      <a:pt x="39403" y="69894"/>
                      <a:pt x="38964" y="69963"/>
                      <a:pt x="38520" y="69963"/>
                    </a:cubicBezTo>
                    <a:cubicBezTo>
                      <a:pt x="38039" y="69963"/>
                      <a:pt x="37552" y="69883"/>
                      <a:pt x="37077" y="69717"/>
                    </a:cubicBezTo>
                    <a:cubicBezTo>
                      <a:pt x="37052" y="69708"/>
                      <a:pt x="37029" y="69705"/>
                      <a:pt x="37006" y="69705"/>
                    </a:cubicBezTo>
                    <a:cubicBezTo>
                      <a:pt x="36781" y="69705"/>
                      <a:pt x="36694" y="70091"/>
                      <a:pt x="36985" y="70174"/>
                    </a:cubicBezTo>
                    <a:cubicBezTo>
                      <a:pt x="37475" y="70345"/>
                      <a:pt x="38004" y="70438"/>
                      <a:pt x="38538" y="70438"/>
                    </a:cubicBezTo>
                    <a:cubicBezTo>
                      <a:pt x="39000" y="70438"/>
                      <a:pt x="39466" y="70368"/>
                      <a:pt x="39912" y="70220"/>
                    </a:cubicBezTo>
                    <a:lnTo>
                      <a:pt x="39912" y="70631"/>
                    </a:lnTo>
                    <a:cubicBezTo>
                      <a:pt x="39867" y="70608"/>
                      <a:pt x="39821" y="70597"/>
                      <a:pt x="39781" y="70597"/>
                    </a:cubicBezTo>
                    <a:cubicBezTo>
                      <a:pt x="39741" y="70597"/>
                      <a:pt x="39707" y="70608"/>
                      <a:pt x="39684" y="70631"/>
                    </a:cubicBezTo>
                    <a:cubicBezTo>
                      <a:pt x="39267" y="70827"/>
                      <a:pt x="38837" y="70918"/>
                      <a:pt x="38408" y="70918"/>
                    </a:cubicBezTo>
                    <a:cubicBezTo>
                      <a:pt x="38037" y="70918"/>
                      <a:pt x="37666" y="70850"/>
                      <a:pt x="37306" y="70723"/>
                    </a:cubicBezTo>
                    <a:cubicBezTo>
                      <a:pt x="37283" y="70700"/>
                      <a:pt x="37260" y="70688"/>
                      <a:pt x="37237" y="70688"/>
                    </a:cubicBezTo>
                    <a:cubicBezTo>
                      <a:pt x="37214" y="70688"/>
                      <a:pt x="37191" y="70700"/>
                      <a:pt x="37168" y="70723"/>
                    </a:cubicBezTo>
                    <a:cubicBezTo>
                      <a:pt x="37129" y="70624"/>
                      <a:pt x="37029" y="70576"/>
                      <a:pt x="36933" y="70576"/>
                    </a:cubicBezTo>
                    <a:cubicBezTo>
                      <a:pt x="36807" y="70576"/>
                      <a:pt x="36685" y="70658"/>
                      <a:pt x="36711" y="70814"/>
                    </a:cubicBezTo>
                    <a:cubicBezTo>
                      <a:pt x="36757" y="71226"/>
                      <a:pt x="36848" y="71592"/>
                      <a:pt x="37031" y="71958"/>
                    </a:cubicBezTo>
                    <a:cubicBezTo>
                      <a:pt x="37090" y="72045"/>
                      <a:pt x="37171" y="72081"/>
                      <a:pt x="37251" y="72081"/>
                    </a:cubicBezTo>
                    <a:cubicBezTo>
                      <a:pt x="37421" y="72081"/>
                      <a:pt x="37582" y="71916"/>
                      <a:pt x="37488" y="71729"/>
                    </a:cubicBezTo>
                    <a:cubicBezTo>
                      <a:pt x="37397" y="71546"/>
                      <a:pt x="37306" y="71409"/>
                      <a:pt x="37260" y="71226"/>
                    </a:cubicBezTo>
                    <a:lnTo>
                      <a:pt x="37260" y="71226"/>
                    </a:lnTo>
                    <a:cubicBezTo>
                      <a:pt x="37443" y="71272"/>
                      <a:pt x="37626" y="71317"/>
                      <a:pt x="37809" y="71363"/>
                    </a:cubicBezTo>
                    <a:cubicBezTo>
                      <a:pt x="38266" y="72461"/>
                      <a:pt x="39089" y="73330"/>
                      <a:pt x="40187" y="73878"/>
                    </a:cubicBezTo>
                    <a:cubicBezTo>
                      <a:pt x="40187" y="73970"/>
                      <a:pt x="40187" y="74016"/>
                      <a:pt x="40232" y="74107"/>
                    </a:cubicBezTo>
                    <a:cubicBezTo>
                      <a:pt x="40210" y="74084"/>
                      <a:pt x="40187" y="74073"/>
                      <a:pt x="40164" y="74073"/>
                    </a:cubicBezTo>
                    <a:cubicBezTo>
                      <a:pt x="40141" y="74073"/>
                      <a:pt x="40118" y="74084"/>
                      <a:pt x="40095" y="74107"/>
                    </a:cubicBezTo>
                    <a:lnTo>
                      <a:pt x="40004" y="74153"/>
                    </a:lnTo>
                    <a:cubicBezTo>
                      <a:pt x="39409" y="73878"/>
                      <a:pt x="38860" y="73512"/>
                      <a:pt x="38495" y="73009"/>
                    </a:cubicBezTo>
                    <a:cubicBezTo>
                      <a:pt x="38439" y="72954"/>
                      <a:pt x="38378" y="72931"/>
                      <a:pt x="38320" y="72931"/>
                    </a:cubicBezTo>
                    <a:cubicBezTo>
                      <a:pt x="38140" y="72931"/>
                      <a:pt x="37990" y="73156"/>
                      <a:pt x="38129" y="73330"/>
                    </a:cubicBezTo>
                    <a:cubicBezTo>
                      <a:pt x="37671" y="73558"/>
                      <a:pt x="37260" y="73833"/>
                      <a:pt x="36894" y="74153"/>
                    </a:cubicBezTo>
                    <a:cubicBezTo>
                      <a:pt x="36681" y="74294"/>
                      <a:pt x="36853" y="74546"/>
                      <a:pt x="37047" y="74546"/>
                    </a:cubicBezTo>
                    <a:cubicBezTo>
                      <a:pt x="37104" y="74546"/>
                      <a:pt x="37163" y="74524"/>
                      <a:pt x="37214" y="74473"/>
                    </a:cubicBezTo>
                    <a:cubicBezTo>
                      <a:pt x="37580" y="74153"/>
                      <a:pt x="38037" y="73924"/>
                      <a:pt x="38495" y="73695"/>
                    </a:cubicBezTo>
                    <a:lnTo>
                      <a:pt x="38769" y="73970"/>
                    </a:lnTo>
                    <a:cubicBezTo>
                      <a:pt x="38357" y="74244"/>
                      <a:pt x="37946" y="74610"/>
                      <a:pt x="37580" y="74976"/>
                    </a:cubicBezTo>
                    <a:cubicBezTo>
                      <a:pt x="37441" y="75149"/>
                      <a:pt x="37591" y="75375"/>
                      <a:pt x="37772" y="75375"/>
                    </a:cubicBezTo>
                    <a:cubicBezTo>
                      <a:pt x="37829" y="75375"/>
                      <a:pt x="37890" y="75352"/>
                      <a:pt x="37946" y="75296"/>
                    </a:cubicBezTo>
                    <a:cubicBezTo>
                      <a:pt x="38266" y="74930"/>
                      <a:pt x="38678" y="74610"/>
                      <a:pt x="39135" y="74290"/>
                    </a:cubicBezTo>
                    <a:cubicBezTo>
                      <a:pt x="39135" y="74290"/>
                      <a:pt x="39135" y="74244"/>
                      <a:pt x="39181" y="74244"/>
                    </a:cubicBezTo>
                    <a:cubicBezTo>
                      <a:pt x="39272" y="74290"/>
                      <a:pt x="39364" y="74381"/>
                      <a:pt x="39501" y="74427"/>
                    </a:cubicBezTo>
                    <a:cubicBezTo>
                      <a:pt x="39318" y="74564"/>
                      <a:pt x="39226" y="74702"/>
                      <a:pt x="39135" y="74930"/>
                    </a:cubicBezTo>
                    <a:cubicBezTo>
                      <a:pt x="39041" y="75117"/>
                      <a:pt x="39224" y="75283"/>
                      <a:pt x="39378" y="75283"/>
                    </a:cubicBezTo>
                    <a:cubicBezTo>
                      <a:pt x="39451" y="75283"/>
                      <a:pt x="39517" y="75246"/>
                      <a:pt x="39546" y="75159"/>
                    </a:cubicBezTo>
                    <a:cubicBezTo>
                      <a:pt x="39638" y="74930"/>
                      <a:pt x="39775" y="74747"/>
                      <a:pt x="40004" y="74610"/>
                    </a:cubicBezTo>
                    <a:cubicBezTo>
                      <a:pt x="40095" y="74656"/>
                      <a:pt x="40232" y="74702"/>
                      <a:pt x="40370" y="74747"/>
                    </a:cubicBezTo>
                    <a:cubicBezTo>
                      <a:pt x="40415" y="74884"/>
                      <a:pt x="40461" y="75067"/>
                      <a:pt x="40507" y="75205"/>
                    </a:cubicBezTo>
                    <a:cubicBezTo>
                      <a:pt x="40004" y="75525"/>
                      <a:pt x="39546" y="75982"/>
                      <a:pt x="39272" y="76531"/>
                    </a:cubicBezTo>
                    <a:cubicBezTo>
                      <a:pt x="39138" y="76699"/>
                      <a:pt x="39324" y="76891"/>
                      <a:pt x="39505" y="76891"/>
                    </a:cubicBezTo>
                    <a:cubicBezTo>
                      <a:pt x="39570" y="76891"/>
                      <a:pt x="39635" y="76866"/>
                      <a:pt x="39684" y="76805"/>
                    </a:cubicBezTo>
                    <a:cubicBezTo>
                      <a:pt x="39684" y="76805"/>
                      <a:pt x="39729" y="76851"/>
                      <a:pt x="39775" y="76897"/>
                    </a:cubicBezTo>
                    <a:cubicBezTo>
                      <a:pt x="40232" y="77171"/>
                      <a:pt x="40781" y="77354"/>
                      <a:pt x="41376" y="77400"/>
                    </a:cubicBezTo>
                    <a:cubicBezTo>
                      <a:pt x="41467" y="77628"/>
                      <a:pt x="41559" y="77811"/>
                      <a:pt x="41696" y="78040"/>
                    </a:cubicBezTo>
                    <a:cubicBezTo>
                      <a:pt x="41147" y="77949"/>
                      <a:pt x="40644" y="77766"/>
                      <a:pt x="40141" y="77583"/>
                    </a:cubicBezTo>
                    <a:cubicBezTo>
                      <a:pt x="40116" y="77575"/>
                      <a:pt x="40093" y="77571"/>
                      <a:pt x="40070" y="77571"/>
                    </a:cubicBezTo>
                    <a:cubicBezTo>
                      <a:pt x="39846" y="77571"/>
                      <a:pt x="39758" y="77957"/>
                      <a:pt x="40050" y="78040"/>
                    </a:cubicBezTo>
                    <a:cubicBezTo>
                      <a:pt x="40644" y="78314"/>
                      <a:pt x="41239" y="78452"/>
                      <a:pt x="41925" y="78589"/>
                    </a:cubicBezTo>
                    <a:lnTo>
                      <a:pt x="41970" y="78589"/>
                    </a:lnTo>
                    <a:cubicBezTo>
                      <a:pt x="42062" y="78726"/>
                      <a:pt x="42108" y="78863"/>
                      <a:pt x="42199" y="79000"/>
                    </a:cubicBezTo>
                    <a:cubicBezTo>
                      <a:pt x="41970" y="79000"/>
                      <a:pt x="41742" y="78909"/>
                      <a:pt x="41513" y="78818"/>
                    </a:cubicBezTo>
                    <a:cubicBezTo>
                      <a:pt x="41488" y="78809"/>
                      <a:pt x="41465" y="78806"/>
                      <a:pt x="41443" y="78806"/>
                    </a:cubicBezTo>
                    <a:cubicBezTo>
                      <a:pt x="41217" y="78806"/>
                      <a:pt x="41126" y="79196"/>
                      <a:pt x="41376" y="79321"/>
                    </a:cubicBezTo>
                    <a:cubicBezTo>
                      <a:pt x="41742" y="79458"/>
                      <a:pt x="42153" y="79504"/>
                      <a:pt x="42519" y="79549"/>
                    </a:cubicBezTo>
                    <a:cubicBezTo>
                      <a:pt x="42839" y="80052"/>
                      <a:pt x="43205" y="80601"/>
                      <a:pt x="43525" y="81104"/>
                    </a:cubicBezTo>
                    <a:cubicBezTo>
                      <a:pt x="41513" y="80555"/>
                      <a:pt x="39821" y="79092"/>
                      <a:pt x="38357" y="77674"/>
                    </a:cubicBezTo>
                    <a:cubicBezTo>
                      <a:pt x="38306" y="77623"/>
                      <a:pt x="38247" y="77601"/>
                      <a:pt x="38190" y="77601"/>
                    </a:cubicBezTo>
                    <a:cubicBezTo>
                      <a:pt x="37994" y="77601"/>
                      <a:pt x="37814" y="77853"/>
                      <a:pt x="37992" y="77994"/>
                    </a:cubicBezTo>
                    <a:cubicBezTo>
                      <a:pt x="39181" y="79183"/>
                      <a:pt x="40507" y="80235"/>
                      <a:pt x="41970" y="81013"/>
                    </a:cubicBezTo>
                    <a:cubicBezTo>
                      <a:pt x="35019" y="79229"/>
                      <a:pt x="24043" y="74564"/>
                      <a:pt x="27061" y="67201"/>
                    </a:cubicBezTo>
                    <a:close/>
                    <a:moveTo>
                      <a:pt x="478" y="0"/>
                    </a:moveTo>
                    <a:cubicBezTo>
                      <a:pt x="228" y="0"/>
                      <a:pt x="0" y="225"/>
                      <a:pt x="33" y="522"/>
                    </a:cubicBezTo>
                    <a:cubicBezTo>
                      <a:pt x="445" y="15797"/>
                      <a:pt x="3417" y="30889"/>
                      <a:pt x="8814" y="45204"/>
                    </a:cubicBezTo>
                    <a:cubicBezTo>
                      <a:pt x="11421" y="51881"/>
                      <a:pt x="14805" y="58649"/>
                      <a:pt x="20476" y="63314"/>
                    </a:cubicBezTo>
                    <a:cubicBezTo>
                      <a:pt x="22214" y="64777"/>
                      <a:pt x="24134" y="65966"/>
                      <a:pt x="26238" y="66881"/>
                    </a:cubicBezTo>
                    <a:cubicBezTo>
                      <a:pt x="22442" y="76256"/>
                      <a:pt x="38174" y="81562"/>
                      <a:pt x="44760" y="82659"/>
                    </a:cubicBezTo>
                    <a:cubicBezTo>
                      <a:pt x="44781" y="82662"/>
                      <a:pt x="44802" y="82663"/>
                      <a:pt x="44823" y="82663"/>
                    </a:cubicBezTo>
                    <a:cubicBezTo>
                      <a:pt x="45176" y="82663"/>
                      <a:pt x="45570" y="82316"/>
                      <a:pt x="45355" y="81927"/>
                    </a:cubicBezTo>
                    <a:cubicBezTo>
                      <a:pt x="42519" y="78040"/>
                      <a:pt x="39958" y="73604"/>
                      <a:pt x="41193" y="68710"/>
                    </a:cubicBezTo>
                    <a:cubicBezTo>
                      <a:pt x="45309" y="67979"/>
                      <a:pt x="49242" y="66515"/>
                      <a:pt x="52809" y="64320"/>
                    </a:cubicBezTo>
                    <a:lnTo>
                      <a:pt x="55736" y="70494"/>
                    </a:lnTo>
                    <a:cubicBezTo>
                      <a:pt x="55814" y="70650"/>
                      <a:pt x="55966" y="70732"/>
                      <a:pt x="56124" y="70732"/>
                    </a:cubicBezTo>
                    <a:cubicBezTo>
                      <a:pt x="56244" y="70732"/>
                      <a:pt x="56369" y="70684"/>
                      <a:pt x="56468" y="70586"/>
                    </a:cubicBezTo>
                    <a:cubicBezTo>
                      <a:pt x="60721" y="65509"/>
                      <a:pt x="65294" y="60707"/>
                      <a:pt x="70142" y="56225"/>
                    </a:cubicBezTo>
                    <a:cubicBezTo>
                      <a:pt x="70371" y="55997"/>
                      <a:pt x="70325" y="55631"/>
                      <a:pt x="70051" y="55448"/>
                    </a:cubicBezTo>
                    <a:lnTo>
                      <a:pt x="64288" y="53115"/>
                    </a:lnTo>
                    <a:cubicBezTo>
                      <a:pt x="65980" y="50554"/>
                      <a:pt x="67261" y="47719"/>
                      <a:pt x="68175" y="44792"/>
                    </a:cubicBezTo>
                    <a:cubicBezTo>
                      <a:pt x="68541" y="43603"/>
                      <a:pt x="68770" y="42368"/>
                      <a:pt x="68999" y="41133"/>
                    </a:cubicBezTo>
                    <a:cubicBezTo>
                      <a:pt x="69585" y="41074"/>
                      <a:pt x="70171" y="41045"/>
                      <a:pt x="70755" y="41045"/>
                    </a:cubicBezTo>
                    <a:cubicBezTo>
                      <a:pt x="74683" y="41045"/>
                      <a:pt x="78516" y="42369"/>
                      <a:pt x="81621" y="44838"/>
                    </a:cubicBezTo>
                    <a:cubicBezTo>
                      <a:pt x="81715" y="44918"/>
                      <a:pt x="81835" y="44955"/>
                      <a:pt x="81956" y="44955"/>
                    </a:cubicBezTo>
                    <a:cubicBezTo>
                      <a:pt x="82249" y="44955"/>
                      <a:pt x="82541" y="44736"/>
                      <a:pt x="82444" y="44380"/>
                    </a:cubicBezTo>
                    <a:cubicBezTo>
                      <a:pt x="80981" y="39350"/>
                      <a:pt x="78786" y="34548"/>
                      <a:pt x="75950" y="30157"/>
                    </a:cubicBezTo>
                    <a:cubicBezTo>
                      <a:pt x="74447" y="27886"/>
                      <a:pt x="72170" y="25801"/>
                      <a:pt x="69588" y="25801"/>
                    </a:cubicBezTo>
                    <a:cubicBezTo>
                      <a:pt x="68791" y="25801"/>
                      <a:pt x="67965" y="26000"/>
                      <a:pt x="67124" y="26453"/>
                    </a:cubicBezTo>
                    <a:cubicBezTo>
                      <a:pt x="64197" y="20096"/>
                      <a:pt x="58571" y="15248"/>
                      <a:pt x="52443" y="12093"/>
                    </a:cubicBezTo>
                    <a:cubicBezTo>
                      <a:pt x="45446" y="8480"/>
                      <a:pt x="37717" y="6650"/>
                      <a:pt x="30080" y="5004"/>
                    </a:cubicBezTo>
                    <a:cubicBezTo>
                      <a:pt x="30034" y="4958"/>
                      <a:pt x="29943" y="4958"/>
                      <a:pt x="29897" y="4958"/>
                    </a:cubicBezTo>
                    <a:lnTo>
                      <a:pt x="27839" y="4501"/>
                    </a:lnTo>
                    <a:cubicBezTo>
                      <a:pt x="18967" y="2626"/>
                      <a:pt x="10003" y="1162"/>
                      <a:pt x="993" y="111"/>
                    </a:cubicBezTo>
                    <a:cubicBezTo>
                      <a:pt x="948" y="88"/>
                      <a:pt x="913" y="76"/>
                      <a:pt x="879" y="76"/>
                    </a:cubicBezTo>
                    <a:cubicBezTo>
                      <a:pt x="845" y="76"/>
                      <a:pt x="810" y="88"/>
                      <a:pt x="765" y="111"/>
                    </a:cubicBezTo>
                    <a:cubicBezTo>
                      <a:pt x="675" y="34"/>
                      <a:pt x="575" y="0"/>
                      <a:pt x="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2"/>
              <p:cNvSpPr/>
              <p:nvPr/>
            </p:nvSpPr>
            <p:spPr>
              <a:xfrm>
                <a:off x="2087254" y="1338400"/>
                <a:ext cx="698418" cy="667400"/>
              </a:xfrm>
              <a:custGeom>
                <a:avLst/>
                <a:gdLst/>
                <a:ahLst/>
                <a:cxnLst/>
                <a:rect l="l" t="t" r="r" b="b"/>
                <a:pathLst>
                  <a:path w="36725" h="35094" extrusionOk="0">
                    <a:moveTo>
                      <a:pt x="26663" y="3800"/>
                    </a:moveTo>
                    <a:lnTo>
                      <a:pt x="26663" y="3800"/>
                    </a:lnTo>
                    <a:cubicBezTo>
                      <a:pt x="27062" y="4110"/>
                      <a:pt x="27461" y="4377"/>
                      <a:pt x="27818" y="4727"/>
                    </a:cubicBezTo>
                    <a:lnTo>
                      <a:pt x="27818" y="4727"/>
                    </a:lnTo>
                    <a:cubicBezTo>
                      <a:pt x="27686" y="4775"/>
                      <a:pt x="27521" y="4859"/>
                      <a:pt x="27395" y="4943"/>
                    </a:cubicBezTo>
                    <a:cubicBezTo>
                      <a:pt x="27120" y="4577"/>
                      <a:pt x="26846" y="4212"/>
                      <a:pt x="26663" y="3800"/>
                    </a:cubicBezTo>
                    <a:close/>
                    <a:moveTo>
                      <a:pt x="30871" y="7779"/>
                    </a:moveTo>
                    <a:lnTo>
                      <a:pt x="30871" y="7779"/>
                    </a:lnTo>
                    <a:cubicBezTo>
                      <a:pt x="31099" y="8099"/>
                      <a:pt x="31328" y="8373"/>
                      <a:pt x="31557" y="8693"/>
                    </a:cubicBezTo>
                    <a:cubicBezTo>
                      <a:pt x="31374" y="8693"/>
                      <a:pt x="31145" y="8693"/>
                      <a:pt x="30962" y="8739"/>
                    </a:cubicBezTo>
                    <a:cubicBezTo>
                      <a:pt x="30916" y="8419"/>
                      <a:pt x="30871" y="8099"/>
                      <a:pt x="30871" y="7779"/>
                    </a:cubicBezTo>
                    <a:close/>
                    <a:moveTo>
                      <a:pt x="30093" y="6818"/>
                    </a:moveTo>
                    <a:cubicBezTo>
                      <a:pt x="30093" y="6864"/>
                      <a:pt x="30139" y="6910"/>
                      <a:pt x="30185" y="6956"/>
                    </a:cubicBezTo>
                    <a:lnTo>
                      <a:pt x="30139" y="6910"/>
                    </a:lnTo>
                    <a:lnTo>
                      <a:pt x="30367" y="7184"/>
                    </a:lnTo>
                    <a:cubicBezTo>
                      <a:pt x="30367" y="7687"/>
                      <a:pt x="30367" y="8236"/>
                      <a:pt x="30459" y="8739"/>
                    </a:cubicBezTo>
                    <a:lnTo>
                      <a:pt x="30093" y="8831"/>
                    </a:lnTo>
                    <a:cubicBezTo>
                      <a:pt x="29910" y="8190"/>
                      <a:pt x="29910" y="7504"/>
                      <a:pt x="30093" y="6864"/>
                    </a:cubicBezTo>
                    <a:lnTo>
                      <a:pt x="30093" y="6818"/>
                    </a:lnTo>
                    <a:close/>
                    <a:moveTo>
                      <a:pt x="33294" y="14913"/>
                    </a:moveTo>
                    <a:cubicBezTo>
                      <a:pt x="33386" y="14959"/>
                      <a:pt x="33477" y="14959"/>
                      <a:pt x="33569" y="15005"/>
                    </a:cubicBezTo>
                    <a:lnTo>
                      <a:pt x="33477" y="15050"/>
                    </a:lnTo>
                    <a:cubicBezTo>
                      <a:pt x="33157" y="15279"/>
                      <a:pt x="32883" y="15508"/>
                      <a:pt x="32654" y="15782"/>
                    </a:cubicBezTo>
                    <a:lnTo>
                      <a:pt x="32380" y="15645"/>
                    </a:lnTo>
                    <a:lnTo>
                      <a:pt x="33294" y="14913"/>
                    </a:lnTo>
                    <a:close/>
                    <a:moveTo>
                      <a:pt x="34072" y="15370"/>
                    </a:moveTo>
                    <a:cubicBezTo>
                      <a:pt x="34163" y="15736"/>
                      <a:pt x="34209" y="16102"/>
                      <a:pt x="34209" y="16560"/>
                    </a:cubicBezTo>
                    <a:cubicBezTo>
                      <a:pt x="33843" y="16377"/>
                      <a:pt x="33477" y="16194"/>
                      <a:pt x="33066" y="16011"/>
                    </a:cubicBezTo>
                    <a:cubicBezTo>
                      <a:pt x="33249" y="15828"/>
                      <a:pt x="33432" y="15645"/>
                      <a:pt x="33615" y="15508"/>
                    </a:cubicBezTo>
                    <a:lnTo>
                      <a:pt x="33889" y="15370"/>
                    </a:lnTo>
                    <a:close/>
                    <a:moveTo>
                      <a:pt x="34255" y="18983"/>
                    </a:moveTo>
                    <a:lnTo>
                      <a:pt x="34255" y="19029"/>
                    </a:lnTo>
                    <a:cubicBezTo>
                      <a:pt x="34255" y="19715"/>
                      <a:pt x="34163" y="20355"/>
                      <a:pt x="34072" y="21041"/>
                    </a:cubicBezTo>
                    <a:lnTo>
                      <a:pt x="34072" y="20996"/>
                    </a:lnTo>
                    <a:cubicBezTo>
                      <a:pt x="34072" y="20950"/>
                      <a:pt x="34026" y="20904"/>
                      <a:pt x="33980" y="20858"/>
                    </a:cubicBezTo>
                    <a:cubicBezTo>
                      <a:pt x="33523" y="20538"/>
                      <a:pt x="33111" y="20172"/>
                      <a:pt x="32791" y="19715"/>
                    </a:cubicBezTo>
                    <a:cubicBezTo>
                      <a:pt x="33249" y="19395"/>
                      <a:pt x="33752" y="19166"/>
                      <a:pt x="34255" y="18983"/>
                    </a:cubicBezTo>
                    <a:close/>
                    <a:moveTo>
                      <a:pt x="18026" y="969"/>
                    </a:moveTo>
                    <a:cubicBezTo>
                      <a:pt x="18401" y="969"/>
                      <a:pt x="18780" y="983"/>
                      <a:pt x="19163" y="1010"/>
                    </a:cubicBezTo>
                    <a:cubicBezTo>
                      <a:pt x="20763" y="1147"/>
                      <a:pt x="22364" y="1513"/>
                      <a:pt x="23828" y="2199"/>
                    </a:cubicBezTo>
                    <a:cubicBezTo>
                      <a:pt x="23599" y="2336"/>
                      <a:pt x="23370" y="2565"/>
                      <a:pt x="23187" y="2748"/>
                    </a:cubicBezTo>
                    <a:cubicBezTo>
                      <a:pt x="23045" y="2926"/>
                      <a:pt x="23234" y="3186"/>
                      <a:pt x="23412" y="3186"/>
                    </a:cubicBezTo>
                    <a:cubicBezTo>
                      <a:pt x="23463" y="3186"/>
                      <a:pt x="23512" y="3165"/>
                      <a:pt x="23553" y="3114"/>
                    </a:cubicBezTo>
                    <a:cubicBezTo>
                      <a:pt x="23782" y="2840"/>
                      <a:pt x="24011" y="2565"/>
                      <a:pt x="24331" y="2382"/>
                    </a:cubicBezTo>
                    <a:lnTo>
                      <a:pt x="24605" y="2565"/>
                    </a:lnTo>
                    <a:lnTo>
                      <a:pt x="23965" y="3480"/>
                    </a:lnTo>
                    <a:cubicBezTo>
                      <a:pt x="23840" y="3667"/>
                      <a:pt x="23991" y="3832"/>
                      <a:pt x="24158" y="3832"/>
                    </a:cubicBezTo>
                    <a:cubicBezTo>
                      <a:pt x="24236" y="3832"/>
                      <a:pt x="24318" y="3796"/>
                      <a:pt x="24376" y="3708"/>
                    </a:cubicBezTo>
                    <a:lnTo>
                      <a:pt x="24879" y="2977"/>
                    </a:lnTo>
                    <a:cubicBezTo>
                      <a:pt x="25108" y="3708"/>
                      <a:pt x="25428" y="4394"/>
                      <a:pt x="25840" y="5035"/>
                    </a:cubicBezTo>
                    <a:cubicBezTo>
                      <a:pt x="25881" y="5117"/>
                      <a:pt x="25946" y="5150"/>
                      <a:pt x="26014" y="5150"/>
                    </a:cubicBezTo>
                    <a:cubicBezTo>
                      <a:pt x="26174" y="5150"/>
                      <a:pt x="26348" y="4967"/>
                      <a:pt x="26251" y="4806"/>
                    </a:cubicBezTo>
                    <a:cubicBezTo>
                      <a:pt x="25886" y="4212"/>
                      <a:pt x="25565" y="3617"/>
                      <a:pt x="25383" y="2977"/>
                    </a:cubicBezTo>
                    <a:lnTo>
                      <a:pt x="25383" y="2977"/>
                    </a:lnTo>
                    <a:lnTo>
                      <a:pt x="26069" y="3388"/>
                    </a:lnTo>
                    <a:cubicBezTo>
                      <a:pt x="26023" y="3480"/>
                      <a:pt x="26023" y="3571"/>
                      <a:pt x="26069" y="3617"/>
                    </a:cubicBezTo>
                    <a:cubicBezTo>
                      <a:pt x="26343" y="4166"/>
                      <a:pt x="26663" y="4715"/>
                      <a:pt x="27029" y="5218"/>
                    </a:cubicBezTo>
                    <a:lnTo>
                      <a:pt x="26983" y="5263"/>
                    </a:lnTo>
                    <a:cubicBezTo>
                      <a:pt x="26806" y="5405"/>
                      <a:pt x="26958" y="5656"/>
                      <a:pt x="27142" y="5656"/>
                    </a:cubicBezTo>
                    <a:cubicBezTo>
                      <a:pt x="27196" y="5656"/>
                      <a:pt x="27252" y="5635"/>
                      <a:pt x="27303" y="5584"/>
                    </a:cubicBezTo>
                    <a:cubicBezTo>
                      <a:pt x="27623" y="5355"/>
                      <a:pt x="27944" y="5218"/>
                      <a:pt x="28309" y="5126"/>
                    </a:cubicBezTo>
                    <a:lnTo>
                      <a:pt x="28538" y="5355"/>
                    </a:lnTo>
                    <a:cubicBezTo>
                      <a:pt x="28127" y="5538"/>
                      <a:pt x="27715" y="5766"/>
                      <a:pt x="27303" y="5995"/>
                    </a:cubicBezTo>
                    <a:cubicBezTo>
                      <a:pt x="27077" y="6146"/>
                      <a:pt x="27224" y="6453"/>
                      <a:pt x="27411" y="6453"/>
                    </a:cubicBezTo>
                    <a:cubicBezTo>
                      <a:pt x="27451" y="6453"/>
                      <a:pt x="27492" y="6439"/>
                      <a:pt x="27532" y="6407"/>
                    </a:cubicBezTo>
                    <a:cubicBezTo>
                      <a:pt x="27852" y="6224"/>
                      <a:pt x="28172" y="6041"/>
                      <a:pt x="28538" y="5904"/>
                    </a:cubicBezTo>
                    <a:lnTo>
                      <a:pt x="28538" y="6132"/>
                    </a:lnTo>
                    <a:cubicBezTo>
                      <a:pt x="28492" y="6864"/>
                      <a:pt x="28538" y="7596"/>
                      <a:pt x="28630" y="8282"/>
                    </a:cubicBezTo>
                    <a:cubicBezTo>
                      <a:pt x="28630" y="8442"/>
                      <a:pt x="28755" y="8522"/>
                      <a:pt x="28875" y="8522"/>
                    </a:cubicBezTo>
                    <a:cubicBezTo>
                      <a:pt x="28995" y="8522"/>
                      <a:pt x="29110" y="8442"/>
                      <a:pt x="29087" y="8282"/>
                    </a:cubicBezTo>
                    <a:cubicBezTo>
                      <a:pt x="29041" y="7870"/>
                      <a:pt x="28995" y="7367"/>
                      <a:pt x="28995" y="6956"/>
                    </a:cubicBezTo>
                    <a:lnTo>
                      <a:pt x="28995" y="5766"/>
                    </a:lnTo>
                    <a:cubicBezTo>
                      <a:pt x="29270" y="5995"/>
                      <a:pt x="29590" y="6315"/>
                      <a:pt x="29819" y="6590"/>
                    </a:cubicBezTo>
                    <a:cubicBezTo>
                      <a:pt x="29802" y="6582"/>
                      <a:pt x="29786" y="6578"/>
                      <a:pt x="29770" y="6578"/>
                    </a:cubicBezTo>
                    <a:cubicBezTo>
                      <a:pt x="29696" y="6578"/>
                      <a:pt x="29628" y="6660"/>
                      <a:pt x="29590" y="6773"/>
                    </a:cubicBezTo>
                    <a:cubicBezTo>
                      <a:pt x="29361" y="7550"/>
                      <a:pt x="29407" y="8419"/>
                      <a:pt x="29727" y="9196"/>
                    </a:cubicBezTo>
                    <a:cubicBezTo>
                      <a:pt x="29765" y="9309"/>
                      <a:pt x="29864" y="9391"/>
                      <a:pt x="29975" y="9391"/>
                    </a:cubicBezTo>
                    <a:cubicBezTo>
                      <a:pt x="29999" y="9391"/>
                      <a:pt x="30023" y="9387"/>
                      <a:pt x="30047" y="9379"/>
                    </a:cubicBezTo>
                    <a:lnTo>
                      <a:pt x="30093" y="9379"/>
                    </a:lnTo>
                    <a:cubicBezTo>
                      <a:pt x="30512" y="9240"/>
                      <a:pt x="30958" y="9180"/>
                      <a:pt x="31431" y="9180"/>
                    </a:cubicBezTo>
                    <a:cubicBezTo>
                      <a:pt x="31577" y="9180"/>
                      <a:pt x="31726" y="9186"/>
                      <a:pt x="31877" y="9196"/>
                    </a:cubicBezTo>
                    <a:lnTo>
                      <a:pt x="32060" y="9517"/>
                    </a:lnTo>
                    <a:cubicBezTo>
                      <a:pt x="31953" y="9509"/>
                      <a:pt x="31845" y="9505"/>
                      <a:pt x="31736" y="9505"/>
                    </a:cubicBezTo>
                    <a:cubicBezTo>
                      <a:pt x="31193" y="9505"/>
                      <a:pt x="30634" y="9600"/>
                      <a:pt x="30139" y="9791"/>
                    </a:cubicBezTo>
                    <a:cubicBezTo>
                      <a:pt x="29847" y="9874"/>
                      <a:pt x="29935" y="10260"/>
                      <a:pt x="30160" y="10260"/>
                    </a:cubicBezTo>
                    <a:cubicBezTo>
                      <a:pt x="30182" y="10260"/>
                      <a:pt x="30206" y="10257"/>
                      <a:pt x="30230" y="10248"/>
                    </a:cubicBezTo>
                    <a:cubicBezTo>
                      <a:pt x="30739" y="10079"/>
                      <a:pt x="31248" y="9985"/>
                      <a:pt x="31757" y="9985"/>
                    </a:cubicBezTo>
                    <a:cubicBezTo>
                      <a:pt x="31934" y="9985"/>
                      <a:pt x="32111" y="9996"/>
                      <a:pt x="32288" y="10020"/>
                    </a:cubicBezTo>
                    <a:lnTo>
                      <a:pt x="32334" y="10020"/>
                    </a:lnTo>
                    <a:cubicBezTo>
                      <a:pt x="32471" y="10294"/>
                      <a:pt x="32608" y="10523"/>
                      <a:pt x="32746" y="10797"/>
                    </a:cubicBezTo>
                    <a:cubicBezTo>
                      <a:pt x="32425" y="10614"/>
                      <a:pt x="32197" y="10431"/>
                      <a:pt x="31968" y="10157"/>
                    </a:cubicBezTo>
                    <a:cubicBezTo>
                      <a:pt x="31917" y="10106"/>
                      <a:pt x="31862" y="10084"/>
                      <a:pt x="31809" y="10084"/>
                    </a:cubicBezTo>
                    <a:cubicBezTo>
                      <a:pt x="31624" y="10084"/>
                      <a:pt x="31470" y="10345"/>
                      <a:pt x="31648" y="10523"/>
                    </a:cubicBezTo>
                    <a:cubicBezTo>
                      <a:pt x="32014" y="10934"/>
                      <a:pt x="32471" y="11254"/>
                      <a:pt x="33020" y="11483"/>
                    </a:cubicBezTo>
                    <a:cubicBezTo>
                      <a:pt x="33111" y="11712"/>
                      <a:pt x="33249" y="11986"/>
                      <a:pt x="33340" y="12261"/>
                    </a:cubicBezTo>
                    <a:cubicBezTo>
                      <a:pt x="32654" y="12032"/>
                      <a:pt x="32060" y="11620"/>
                      <a:pt x="31602" y="11117"/>
                    </a:cubicBezTo>
                    <a:cubicBezTo>
                      <a:pt x="31558" y="11062"/>
                      <a:pt x="31503" y="11039"/>
                      <a:pt x="31448" y="11039"/>
                    </a:cubicBezTo>
                    <a:cubicBezTo>
                      <a:pt x="31277" y="11039"/>
                      <a:pt x="31109" y="11264"/>
                      <a:pt x="31282" y="11437"/>
                    </a:cubicBezTo>
                    <a:cubicBezTo>
                      <a:pt x="31831" y="12123"/>
                      <a:pt x="32608" y="12626"/>
                      <a:pt x="33523" y="12809"/>
                    </a:cubicBezTo>
                    <a:cubicBezTo>
                      <a:pt x="33569" y="13038"/>
                      <a:pt x="33660" y="13267"/>
                      <a:pt x="33706" y="13495"/>
                    </a:cubicBezTo>
                    <a:cubicBezTo>
                      <a:pt x="32791" y="13267"/>
                      <a:pt x="32014" y="12809"/>
                      <a:pt x="31374" y="12123"/>
                    </a:cubicBezTo>
                    <a:cubicBezTo>
                      <a:pt x="31323" y="12072"/>
                      <a:pt x="31265" y="12051"/>
                      <a:pt x="31208" y="12051"/>
                    </a:cubicBezTo>
                    <a:cubicBezTo>
                      <a:pt x="31011" y="12051"/>
                      <a:pt x="30830" y="12312"/>
                      <a:pt x="31008" y="12489"/>
                    </a:cubicBezTo>
                    <a:cubicBezTo>
                      <a:pt x="31739" y="13267"/>
                      <a:pt x="32700" y="13816"/>
                      <a:pt x="33752" y="13998"/>
                    </a:cubicBezTo>
                    <a:lnTo>
                      <a:pt x="33843" y="13998"/>
                    </a:lnTo>
                    <a:cubicBezTo>
                      <a:pt x="33843" y="14181"/>
                      <a:pt x="33889" y="14364"/>
                      <a:pt x="33935" y="14593"/>
                    </a:cubicBezTo>
                    <a:cubicBezTo>
                      <a:pt x="32974" y="14410"/>
                      <a:pt x="32105" y="13907"/>
                      <a:pt x="31419" y="13221"/>
                    </a:cubicBezTo>
                    <a:cubicBezTo>
                      <a:pt x="31368" y="13170"/>
                      <a:pt x="31313" y="13149"/>
                      <a:pt x="31260" y="13149"/>
                    </a:cubicBezTo>
                    <a:cubicBezTo>
                      <a:pt x="31075" y="13149"/>
                      <a:pt x="30921" y="13409"/>
                      <a:pt x="31099" y="13587"/>
                    </a:cubicBezTo>
                    <a:cubicBezTo>
                      <a:pt x="31557" y="14044"/>
                      <a:pt x="32105" y="14456"/>
                      <a:pt x="32746" y="14730"/>
                    </a:cubicBezTo>
                    <a:lnTo>
                      <a:pt x="31968" y="15370"/>
                    </a:lnTo>
                    <a:lnTo>
                      <a:pt x="31831" y="15279"/>
                    </a:lnTo>
                    <a:cubicBezTo>
                      <a:pt x="31783" y="15247"/>
                      <a:pt x="31736" y="15233"/>
                      <a:pt x="31693" y="15233"/>
                    </a:cubicBezTo>
                    <a:cubicBezTo>
                      <a:pt x="31492" y="15233"/>
                      <a:pt x="31376" y="15540"/>
                      <a:pt x="31602" y="15691"/>
                    </a:cubicBezTo>
                    <a:cubicBezTo>
                      <a:pt x="32380" y="16194"/>
                      <a:pt x="33203" y="16605"/>
                      <a:pt x="34072" y="16971"/>
                    </a:cubicBezTo>
                    <a:cubicBezTo>
                      <a:pt x="34095" y="16994"/>
                      <a:pt x="34129" y="17005"/>
                      <a:pt x="34163" y="17005"/>
                    </a:cubicBezTo>
                    <a:cubicBezTo>
                      <a:pt x="34198" y="17005"/>
                      <a:pt x="34232" y="16994"/>
                      <a:pt x="34255" y="16971"/>
                    </a:cubicBezTo>
                    <a:lnTo>
                      <a:pt x="34255" y="17566"/>
                    </a:lnTo>
                    <a:cubicBezTo>
                      <a:pt x="33386" y="17246"/>
                      <a:pt x="32563" y="16834"/>
                      <a:pt x="31831" y="16239"/>
                    </a:cubicBezTo>
                    <a:cubicBezTo>
                      <a:pt x="31774" y="16201"/>
                      <a:pt x="31715" y="16185"/>
                      <a:pt x="31660" y="16185"/>
                    </a:cubicBezTo>
                    <a:cubicBezTo>
                      <a:pt x="31447" y="16185"/>
                      <a:pt x="31284" y="16424"/>
                      <a:pt x="31465" y="16605"/>
                    </a:cubicBezTo>
                    <a:cubicBezTo>
                      <a:pt x="32014" y="17017"/>
                      <a:pt x="32654" y="17383"/>
                      <a:pt x="33294" y="17703"/>
                    </a:cubicBezTo>
                    <a:lnTo>
                      <a:pt x="33111" y="17749"/>
                    </a:lnTo>
                    <a:cubicBezTo>
                      <a:pt x="32563" y="17886"/>
                      <a:pt x="32060" y="18114"/>
                      <a:pt x="31648" y="18526"/>
                    </a:cubicBezTo>
                    <a:cubicBezTo>
                      <a:pt x="31471" y="18668"/>
                      <a:pt x="31623" y="18919"/>
                      <a:pt x="31807" y="18919"/>
                    </a:cubicBezTo>
                    <a:cubicBezTo>
                      <a:pt x="31860" y="18919"/>
                      <a:pt x="31917" y="18898"/>
                      <a:pt x="31968" y="18846"/>
                    </a:cubicBezTo>
                    <a:cubicBezTo>
                      <a:pt x="32288" y="18572"/>
                      <a:pt x="32654" y="18389"/>
                      <a:pt x="33020" y="18297"/>
                    </a:cubicBezTo>
                    <a:cubicBezTo>
                      <a:pt x="33203" y="18206"/>
                      <a:pt x="33340" y="18206"/>
                      <a:pt x="33523" y="18160"/>
                    </a:cubicBezTo>
                    <a:cubicBezTo>
                      <a:pt x="33660" y="18114"/>
                      <a:pt x="33843" y="18114"/>
                      <a:pt x="33980" y="18114"/>
                    </a:cubicBezTo>
                    <a:lnTo>
                      <a:pt x="33980" y="18160"/>
                    </a:lnTo>
                    <a:cubicBezTo>
                      <a:pt x="34072" y="18252"/>
                      <a:pt x="34163" y="18252"/>
                      <a:pt x="34209" y="18252"/>
                    </a:cubicBezTo>
                    <a:lnTo>
                      <a:pt x="34209" y="18480"/>
                    </a:lnTo>
                    <a:cubicBezTo>
                      <a:pt x="33294" y="18755"/>
                      <a:pt x="32471" y="19258"/>
                      <a:pt x="31785" y="19944"/>
                    </a:cubicBezTo>
                    <a:cubicBezTo>
                      <a:pt x="31608" y="20085"/>
                      <a:pt x="31788" y="20337"/>
                      <a:pt x="31984" y="20337"/>
                    </a:cubicBezTo>
                    <a:cubicBezTo>
                      <a:pt x="32041" y="20337"/>
                      <a:pt x="32099" y="20315"/>
                      <a:pt x="32151" y="20264"/>
                    </a:cubicBezTo>
                    <a:cubicBezTo>
                      <a:pt x="32243" y="20172"/>
                      <a:pt x="32334" y="20081"/>
                      <a:pt x="32425" y="19990"/>
                    </a:cubicBezTo>
                    <a:cubicBezTo>
                      <a:pt x="32791" y="20493"/>
                      <a:pt x="33249" y="20950"/>
                      <a:pt x="33752" y="21270"/>
                    </a:cubicBezTo>
                    <a:cubicBezTo>
                      <a:pt x="33787" y="21305"/>
                      <a:pt x="33828" y="21320"/>
                      <a:pt x="33869" y="21320"/>
                    </a:cubicBezTo>
                    <a:cubicBezTo>
                      <a:pt x="33935" y="21320"/>
                      <a:pt x="33998" y="21281"/>
                      <a:pt x="34026" y="21224"/>
                    </a:cubicBezTo>
                    <a:lnTo>
                      <a:pt x="34026" y="21224"/>
                    </a:lnTo>
                    <a:cubicBezTo>
                      <a:pt x="33980" y="21544"/>
                      <a:pt x="33889" y="21910"/>
                      <a:pt x="33843" y="22276"/>
                    </a:cubicBezTo>
                    <a:cubicBezTo>
                      <a:pt x="33111" y="21865"/>
                      <a:pt x="32563" y="21270"/>
                      <a:pt x="32151" y="20584"/>
                    </a:cubicBezTo>
                    <a:cubicBezTo>
                      <a:pt x="32099" y="20518"/>
                      <a:pt x="32031" y="20490"/>
                      <a:pt x="31964" y="20490"/>
                    </a:cubicBezTo>
                    <a:cubicBezTo>
                      <a:pt x="31800" y="20490"/>
                      <a:pt x="31642" y="20663"/>
                      <a:pt x="31739" y="20858"/>
                    </a:cubicBezTo>
                    <a:cubicBezTo>
                      <a:pt x="32197" y="21636"/>
                      <a:pt x="32883" y="22322"/>
                      <a:pt x="33706" y="22734"/>
                    </a:cubicBezTo>
                    <a:cubicBezTo>
                      <a:pt x="33660" y="22916"/>
                      <a:pt x="33615" y="23099"/>
                      <a:pt x="33523" y="23328"/>
                    </a:cubicBezTo>
                    <a:cubicBezTo>
                      <a:pt x="33066" y="23008"/>
                      <a:pt x="32608" y="22642"/>
                      <a:pt x="32243" y="22230"/>
                    </a:cubicBezTo>
                    <a:cubicBezTo>
                      <a:pt x="32198" y="22175"/>
                      <a:pt x="32143" y="22152"/>
                      <a:pt x="32088" y="22152"/>
                    </a:cubicBezTo>
                    <a:cubicBezTo>
                      <a:pt x="31917" y="22152"/>
                      <a:pt x="31749" y="22377"/>
                      <a:pt x="31922" y="22551"/>
                    </a:cubicBezTo>
                    <a:cubicBezTo>
                      <a:pt x="32334" y="23054"/>
                      <a:pt x="32837" y="23465"/>
                      <a:pt x="33386" y="23785"/>
                    </a:cubicBezTo>
                    <a:cubicBezTo>
                      <a:pt x="33340" y="23877"/>
                      <a:pt x="33294" y="23968"/>
                      <a:pt x="33294" y="24060"/>
                    </a:cubicBezTo>
                    <a:cubicBezTo>
                      <a:pt x="32883" y="23785"/>
                      <a:pt x="32517" y="23465"/>
                      <a:pt x="32197" y="23054"/>
                    </a:cubicBezTo>
                    <a:cubicBezTo>
                      <a:pt x="32156" y="23003"/>
                      <a:pt x="32108" y="22981"/>
                      <a:pt x="32061" y="22981"/>
                    </a:cubicBezTo>
                    <a:cubicBezTo>
                      <a:pt x="31896" y="22981"/>
                      <a:pt x="31734" y="23242"/>
                      <a:pt x="31877" y="23420"/>
                    </a:cubicBezTo>
                    <a:cubicBezTo>
                      <a:pt x="32105" y="23740"/>
                      <a:pt x="32425" y="24060"/>
                      <a:pt x="32791" y="24288"/>
                    </a:cubicBezTo>
                    <a:cubicBezTo>
                      <a:pt x="32425" y="24426"/>
                      <a:pt x="32105" y="24654"/>
                      <a:pt x="31785" y="24883"/>
                    </a:cubicBezTo>
                    <a:cubicBezTo>
                      <a:pt x="31604" y="25028"/>
                      <a:pt x="31795" y="25258"/>
                      <a:pt x="31996" y="25258"/>
                    </a:cubicBezTo>
                    <a:cubicBezTo>
                      <a:pt x="32049" y="25258"/>
                      <a:pt x="32103" y="25241"/>
                      <a:pt x="32151" y="25203"/>
                    </a:cubicBezTo>
                    <a:cubicBezTo>
                      <a:pt x="32380" y="25020"/>
                      <a:pt x="32700" y="24837"/>
                      <a:pt x="32974" y="24746"/>
                    </a:cubicBezTo>
                    <a:lnTo>
                      <a:pt x="32974" y="24746"/>
                    </a:lnTo>
                    <a:lnTo>
                      <a:pt x="32791" y="25157"/>
                    </a:lnTo>
                    <a:lnTo>
                      <a:pt x="32197" y="25478"/>
                    </a:lnTo>
                    <a:cubicBezTo>
                      <a:pt x="31952" y="25641"/>
                      <a:pt x="32071" y="25949"/>
                      <a:pt x="32294" y="25949"/>
                    </a:cubicBezTo>
                    <a:cubicBezTo>
                      <a:pt x="32321" y="25949"/>
                      <a:pt x="32350" y="25945"/>
                      <a:pt x="32380" y="25935"/>
                    </a:cubicBezTo>
                    <a:lnTo>
                      <a:pt x="32380" y="25935"/>
                    </a:lnTo>
                    <a:cubicBezTo>
                      <a:pt x="31236" y="27810"/>
                      <a:pt x="29773" y="29411"/>
                      <a:pt x="27989" y="30645"/>
                    </a:cubicBezTo>
                    <a:cubicBezTo>
                      <a:pt x="25009" y="32796"/>
                      <a:pt x="21749" y="34230"/>
                      <a:pt x="18157" y="34230"/>
                    </a:cubicBezTo>
                    <a:cubicBezTo>
                      <a:pt x="17394" y="34230"/>
                      <a:pt x="16617" y="34166"/>
                      <a:pt x="15824" y="34030"/>
                    </a:cubicBezTo>
                    <a:cubicBezTo>
                      <a:pt x="7044" y="32475"/>
                      <a:pt x="1327" y="24288"/>
                      <a:pt x="1693" y="15691"/>
                    </a:cubicBezTo>
                    <a:cubicBezTo>
                      <a:pt x="3268" y="7681"/>
                      <a:pt x="9662" y="969"/>
                      <a:pt x="18026" y="969"/>
                    </a:cubicBezTo>
                    <a:close/>
                    <a:moveTo>
                      <a:pt x="17928" y="1"/>
                    </a:moveTo>
                    <a:cubicBezTo>
                      <a:pt x="17532" y="1"/>
                      <a:pt x="17136" y="17"/>
                      <a:pt x="16739" y="50"/>
                    </a:cubicBezTo>
                    <a:cubicBezTo>
                      <a:pt x="8781" y="690"/>
                      <a:pt x="2882" y="6864"/>
                      <a:pt x="1007" y="14364"/>
                    </a:cubicBezTo>
                    <a:cubicBezTo>
                      <a:pt x="870" y="14410"/>
                      <a:pt x="778" y="14547"/>
                      <a:pt x="778" y="14730"/>
                    </a:cubicBezTo>
                    <a:cubicBezTo>
                      <a:pt x="1" y="22230"/>
                      <a:pt x="3796" y="29502"/>
                      <a:pt x="10474" y="33115"/>
                    </a:cubicBezTo>
                    <a:cubicBezTo>
                      <a:pt x="12989" y="34473"/>
                      <a:pt x="15534" y="35094"/>
                      <a:pt x="18034" y="35094"/>
                    </a:cubicBezTo>
                    <a:cubicBezTo>
                      <a:pt x="22353" y="35094"/>
                      <a:pt x="26535" y="33242"/>
                      <a:pt x="30185" y="30142"/>
                    </a:cubicBezTo>
                    <a:cubicBezTo>
                      <a:pt x="35490" y="25615"/>
                      <a:pt x="36724" y="17108"/>
                      <a:pt x="33935" y="10843"/>
                    </a:cubicBezTo>
                    <a:cubicBezTo>
                      <a:pt x="31213" y="4708"/>
                      <a:pt x="24694" y="1"/>
                      <a:pt x="1792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2"/>
              <p:cNvSpPr/>
              <p:nvPr/>
            </p:nvSpPr>
            <p:spPr>
              <a:xfrm>
                <a:off x="2203793" y="1462033"/>
                <a:ext cx="457371" cy="413517"/>
              </a:xfrm>
              <a:custGeom>
                <a:avLst/>
                <a:gdLst/>
                <a:ahLst/>
                <a:cxnLst/>
                <a:rect l="l" t="t" r="r" b="b"/>
                <a:pathLst>
                  <a:path w="24050" h="21744" extrusionOk="0">
                    <a:moveTo>
                      <a:pt x="11687" y="515"/>
                    </a:moveTo>
                    <a:cubicBezTo>
                      <a:pt x="15502" y="515"/>
                      <a:pt x="19317" y="2549"/>
                      <a:pt x="21130" y="6720"/>
                    </a:cubicBezTo>
                    <a:cubicBezTo>
                      <a:pt x="22776" y="10562"/>
                      <a:pt x="21953" y="15043"/>
                      <a:pt x="19072" y="18062"/>
                    </a:cubicBezTo>
                    <a:cubicBezTo>
                      <a:pt x="17041" y="20122"/>
                      <a:pt x="14288" y="21219"/>
                      <a:pt x="11504" y="21219"/>
                    </a:cubicBezTo>
                    <a:cubicBezTo>
                      <a:pt x="10086" y="21219"/>
                      <a:pt x="8661" y="20935"/>
                      <a:pt x="7318" y="20349"/>
                    </a:cubicBezTo>
                    <a:cubicBezTo>
                      <a:pt x="2608" y="18108"/>
                      <a:pt x="230" y="12803"/>
                      <a:pt x="1784" y="7863"/>
                    </a:cubicBezTo>
                    <a:cubicBezTo>
                      <a:pt x="1784" y="7772"/>
                      <a:pt x="1784" y="7726"/>
                      <a:pt x="1784" y="7680"/>
                    </a:cubicBezTo>
                    <a:cubicBezTo>
                      <a:pt x="3338" y="2949"/>
                      <a:pt x="7512" y="515"/>
                      <a:pt x="11687" y="515"/>
                    </a:cubicBezTo>
                    <a:close/>
                    <a:moveTo>
                      <a:pt x="11652" y="0"/>
                    </a:moveTo>
                    <a:cubicBezTo>
                      <a:pt x="6983" y="0"/>
                      <a:pt x="2698" y="3211"/>
                      <a:pt x="1236" y="7680"/>
                    </a:cubicBezTo>
                    <a:cubicBezTo>
                      <a:pt x="1236" y="7726"/>
                      <a:pt x="1236" y="7818"/>
                      <a:pt x="1281" y="7863"/>
                    </a:cubicBezTo>
                    <a:cubicBezTo>
                      <a:pt x="1" y="12299"/>
                      <a:pt x="1647" y="17056"/>
                      <a:pt x="5397" y="19754"/>
                    </a:cubicBezTo>
                    <a:cubicBezTo>
                      <a:pt x="7366" y="21132"/>
                      <a:pt x="9494" y="21744"/>
                      <a:pt x="11558" y="21744"/>
                    </a:cubicBezTo>
                    <a:cubicBezTo>
                      <a:pt x="18126" y="21744"/>
                      <a:pt x="24050" y="15550"/>
                      <a:pt x="22136" y="8138"/>
                    </a:cubicBezTo>
                    <a:cubicBezTo>
                      <a:pt x="20947" y="3839"/>
                      <a:pt x="17334" y="683"/>
                      <a:pt x="12989" y="89"/>
                    </a:cubicBezTo>
                    <a:cubicBezTo>
                      <a:pt x="12541" y="29"/>
                      <a:pt x="12095" y="0"/>
                      <a:pt x="11652"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2"/>
              <p:cNvSpPr/>
              <p:nvPr/>
            </p:nvSpPr>
            <p:spPr>
              <a:xfrm>
                <a:off x="2958921" y="2011011"/>
                <a:ext cx="13559" cy="9965"/>
              </a:xfrm>
              <a:custGeom>
                <a:avLst/>
                <a:gdLst/>
                <a:ahLst/>
                <a:cxnLst/>
                <a:rect l="l" t="t" r="r" b="b"/>
                <a:pathLst>
                  <a:path w="713" h="524" extrusionOk="0">
                    <a:moveTo>
                      <a:pt x="392" y="1"/>
                    </a:moveTo>
                    <a:cubicBezTo>
                      <a:pt x="335" y="1"/>
                      <a:pt x="274" y="24"/>
                      <a:pt x="219" y="79"/>
                    </a:cubicBezTo>
                    <a:lnTo>
                      <a:pt x="173" y="125"/>
                    </a:lnTo>
                    <a:cubicBezTo>
                      <a:pt x="0" y="298"/>
                      <a:pt x="142" y="524"/>
                      <a:pt x="320" y="524"/>
                    </a:cubicBezTo>
                    <a:cubicBezTo>
                      <a:pt x="377" y="524"/>
                      <a:pt x="438" y="501"/>
                      <a:pt x="493" y="445"/>
                    </a:cubicBezTo>
                    <a:lnTo>
                      <a:pt x="539" y="399"/>
                    </a:lnTo>
                    <a:cubicBezTo>
                      <a:pt x="712" y="226"/>
                      <a:pt x="571" y="1"/>
                      <a:pt x="392"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2"/>
              <p:cNvSpPr/>
              <p:nvPr/>
            </p:nvSpPr>
            <p:spPr>
              <a:xfrm>
                <a:off x="2401328" y="2307722"/>
                <a:ext cx="14605" cy="10593"/>
              </a:xfrm>
              <a:custGeom>
                <a:avLst/>
                <a:gdLst/>
                <a:ahLst/>
                <a:cxnLst/>
                <a:rect l="l" t="t" r="r" b="b"/>
                <a:pathLst>
                  <a:path w="768" h="557" extrusionOk="0">
                    <a:moveTo>
                      <a:pt x="389" y="0"/>
                    </a:moveTo>
                    <a:cubicBezTo>
                      <a:pt x="333" y="0"/>
                      <a:pt x="275" y="21"/>
                      <a:pt x="224" y="72"/>
                    </a:cubicBezTo>
                    <a:lnTo>
                      <a:pt x="178" y="118"/>
                    </a:lnTo>
                    <a:cubicBezTo>
                      <a:pt x="1" y="296"/>
                      <a:pt x="182" y="556"/>
                      <a:pt x="379" y="556"/>
                    </a:cubicBezTo>
                    <a:cubicBezTo>
                      <a:pt x="435" y="556"/>
                      <a:pt x="493" y="535"/>
                      <a:pt x="544" y="484"/>
                    </a:cubicBezTo>
                    <a:lnTo>
                      <a:pt x="590" y="438"/>
                    </a:lnTo>
                    <a:cubicBezTo>
                      <a:pt x="768" y="261"/>
                      <a:pt x="586" y="0"/>
                      <a:pt x="38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2"/>
              <p:cNvSpPr/>
              <p:nvPr/>
            </p:nvSpPr>
            <p:spPr>
              <a:xfrm>
                <a:off x="2420232" y="2372077"/>
                <a:ext cx="13959" cy="10250"/>
              </a:xfrm>
              <a:custGeom>
                <a:avLst/>
                <a:gdLst/>
                <a:ahLst/>
                <a:cxnLst/>
                <a:rect l="l" t="t" r="r" b="b"/>
                <a:pathLst>
                  <a:path w="734" h="539" extrusionOk="0">
                    <a:moveTo>
                      <a:pt x="377" y="0"/>
                    </a:moveTo>
                    <a:cubicBezTo>
                      <a:pt x="327" y="0"/>
                      <a:pt x="277" y="22"/>
                      <a:pt x="236" y="73"/>
                    </a:cubicBezTo>
                    <a:lnTo>
                      <a:pt x="145" y="164"/>
                    </a:lnTo>
                    <a:cubicBezTo>
                      <a:pt x="0" y="309"/>
                      <a:pt x="170" y="539"/>
                      <a:pt x="360" y="539"/>
                    </a:cubicBezTo>
                    <a:cubicBezTo>
                      <a:pt x="410" y="539"/>
                      <a:pt x="463" y="523"/>
                      <a:pt x="510" y="484"/>
                    </a:cubicBezTo>
                    <a:lnTo>
                      <a:pt x="556" y="439"/>
                    </a:lnTo>
                    <a:cubicBezTo>
                      <a:pt x="734" y="261"/>
                      <a:pt x="553" y="0"/>
                      <a:pt x="377"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2"/>
              <p:cNvSpPr/>
              <p:nvPr/>
            </p:nvSpPr>
            <p:spPr>
              <a:xfrm>
                <a:off x="3102275" y="1602001"/>
                <a:ext cx="39024" cy="29230"/>
              </a:xfrm>
              <a:custGeom>
                <a:avLst/>
                <a:gdLst/>
                <a:ahLst/>
                <a:cxnLst/>
                <a:rect l="l" t="t" r="r" b="b"/>
                <a:pathLst>
                  <a:path w="2052" h="1537" extrusionOk="0">
                    <a:moveTo>
                      <a:pt x="318" y="0"/>
                    </a:moveTo>
                    <a:cubicBezTo>
                      <a:pt x="117" y="0"/>
                      <a:pt x="1" y="307"/>
                      <a:pt x="227" y="458"/>
                    </a:cubicBezTo>
                    <a:cubicBezTo>
                      <a:pt x="684" y="732"/>
                      <a:pt x="1142" y="1052"/>
                      <a:pt x="1507" y="1464"/>
                    </a:cubicBezTo>
                    <a:cubicBezTo>
                      <a:pt x="1558" y="1515"/>
                      <a:pt x="1616" y="1536"/>
                      <a:pt x="1673" y="1536"/>
                    </a:cubicBezTo>
                    <a:cubicBezTo>
                      <a:pt x="1870" y="1536"/>
                      <a:pt x="2051" y="1276"/>
                      <a:pt x="1873" y="1098"/>
                    </a:cubicBezTo>
                    <a:cubicBezTo>
                      <a:pt x="1416" y="686"/>
                      <a:pt x="959" y="320"/>
                      <a:pt x="456" y="46"/>
                    </a:cubicBezTo>
                    <a:cubicBezTo>
                      <a:pt x="408" y="14"/>
                      <a:pt x="361" y="0"/>
                      <a:pt x="31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2"/>
              <p:cNvSpPr/>
              <p:nvPr/>
            </p:nvSpPr>
            <p:spPr>
              <a:xfrm>
                <a:off x="3040582" y="1651941"/>
                <a:ext cx="13731" cy="9718"/>
              </a:xfrm>
              <a:custGeom>
                <a:avLst/>
                <a:gdLst/>
                <a:ahLst/>
                <a:cxnLst/>
                <a:rect l="l" t="t" r="r" b="b"/>
                <a:pathLst>
                  <a:path w="722" h="511" extrusionOk="0">
                    <a:moveTo>
                      <a:pt x="343" y="0"/>
                    </a:moveTo>
                    <a:cubicBezTo>
                      <a:pt x="287" y="0"/>
                      <a:pt x="229" y="22"/>
                      <a:pt x="178" y="73"/>
                    </a:cubicBezTo>
                    <a:cubicBezTo>
                      <a:pt x="0" y="250"/>
                      <a:pt x="182" y="511"/>
                      <a:pt x="379" y="511"/>
                    </a:cubicBezTo>
                    <a:cubicBezTo>
                      <a:pt x="435" y="511"/>
                      <a:pt x="493" y="489"/>
                      <a:pt x="544" y="438"/>
                    </a:cubicBezTo>
                    <a:cubicBezTo>
                      <a:pt x="722" y="261"/>
                      <a:pt x="540" y="0"/>
                      <a:pt x="343"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2"/>
              <p:cNvSpPr/>
              <p:nvPr/>
            </p:nvSpPr>
            <p:spPr>
              <a:xfrm>
                <a:off x="3036227" y="1599757"/>
                <a:ext cx="14529" cy="10707"/>
              </a:xfrm>
              <a:custGeom>
                <a:avLst/>
                <a:gdLst/>
                <a:ahLst/>
                <a:cxnLst/>
                <a:rect l="l" t="t" r="r" b="b"/>
                <a:pathLst>
                  <a:path w="764" h="563" extrusionOk="0">
                    <a:moveTo>
                      <a:pt x="379" y="0"/>
                    </a:moveTo>
                    <a:cubicBezTo>
                      <a:pt x="182" y="0"/>
                      <a:pt x="1" y="261"/>
                      <a:pt x="178" y="438"/>
                    </a:cubicBezTo>
                    <a:lnTo>
                      <a:pt x="224" y="484"/>
                    </a:lnTo>
                    <a:cubicBezTo>
                      <a:pt x="280" y="540"/>
                      <a:pt x="343" y="563"/>
                      <a:pt x="404" y="563"/>
                    </a:cubicBezTo>
                    <a:cubicBezTo>
                      <a:pt x="595" y="563"/>
                      <a:pt x="763" y="337"/>
                      <a:pt x="590" y="164"/>
                    </a:cubicBezTo>
                    <a:lnTo>
                      <a:pt x="544" y="73"/>
                    </a:lnTo>
                    <a:cubicBezTo>
                      <a:pt x="493" y="22"/>
                      <a:pt x="436"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2"/>
              <p:cNvSpPr/>
              <p:nvPr/>
            </p:nvSpPr>
            <p:spPr>
              <a:xfrm>
                <a:off x="3104063" y="1647586"/>
                <a:ext cx="13750" cy="10593"/>
              </a:xfrm>
              <a:custGeom>
                <a:avLst/>
                <a:gdLst/>
                <a:ahLst/>
                <a:cxnLst/>
                <a:rect l="l" t="t" r="r" b="b"/>
                <a:pathLst>
                  <a:path w="723" h="557" extrusionOk="0">
                    <a:moveTo>
                      <a:pt x="339" y="0"/>
                    </a:moveTo>
                    <a:cubicBezTo>
                      <a:pt x="155" y="0"/>
                      <a:pt x="1" y="261"/>
                      <a:pt x="179" y="439"/>
                    </a:cubicBezTo>
                    <a:lnTo>
                      <a:pt x="224" y="484"/>
                    </a:lnTo>
                    <a:cubicBezTo>
                      <a:pt x="275" y="535"/>
                      <a:pt x="331" y="557"/>
                      <a:pt x="384" y="557"/>
                    </a:cubicBezTo>
                    <a:cubicBezTo>
                      <a:pt x="568" y="557"/>
                      <a:pt x="722" y="296"/>
                      <a:pt x="545" y="119"/>
                    </a:cubicBezTo>
                    <a:lnTo>
                      <a:pt x="499" y="73"/>
                    </a:lnTo>
                    <a:cubicBezTo>
                      <a:pt x="448" y="22"/>
                      <a:pt x="392" y="0"/>
                      <a:pt x="33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2"/>
              <p:cNvSpPr/>
              <p:nvPr/>
            </p:nvSpPr>
            <p:spPr>
              <a:xfrm>
                <a:off x="2867409" y="1490673"/>
                <a:ext cx="13940" cy="9585"/>
              </a:xfrm>
              <a:custGeom>
                <a:avLst/>
                <a:gdLst/>
                <a:ahLst/>
                <a:cxnLst/>
                <a:rect l="l" t="t" r="r" b="b"/>
                <a:pathLst>
                  <a:path w="733" h="504" extrusionOk="0">
                    <a:moveTo>
                      <a:pt x="320" y="0"/>
                    </a:moveTo>
                    <a:cubicBezTo>
                      <a:pt x="0" y="0"/>
                      <a:pt x="0" y="503"/>
                      <a:pt x="320" y="503"/>
                    </a:cubicBezTo>
                    <a:lnTo>
                      <a:pt x="412" y="503"/>
                    </a:lnTo>
                    <a:cubicBezTo>
                      <a:pt x="732" y="503"/>
                      <a:pt x="732" y="0"/>
                      <a:pt x="412"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2"/>
              <p:cNvSpPr/>
              <p:nvPr/>
            </p:nvSpPr>
            <p:spPr>
              <a:xfrm>
                <a:off x="2638667" y="1294108"/>
                <a:ext cx="13065" cy="9585"/>
              </a:xfrm>
              <a:custGeom>
                <a:avLst/>
                <a:gdLst/>
                <a:ahLst/>
                <a:cxnLst/>
                <a:rect l="l" t="t" r="r" b="b"/>
                <a:pathLst>
                  <a:path w="687" h="504" extrusionOk="0">
                    <a:moveTo>
                      <a:pt x="321" y="1"/>
                    </a:moveTo>
                    <a:cubicBezTo>
                      <a:pt x="0" y="46"/>
                      <a:pt x="0" y="458"/>
                      <a:pt x="321" y="504"/>
                    </a:cubicBezTo>
                    <a:lnTo>
                      <a:pt x="412" y="504"/>
                    </a:lnTo>
                    <a:cubicBezTo>
                      <a:pt x="686" y="458"/>
                      <a:pt x="686" y="46"/>
                      <a:pt x="412"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2"/>
              <p:cNvSpPr/>
              <p:nvPr/>
            </p:nvSpPr>
            <p:spPr>
              <a:xfrm>
                <a:off x="2953482" y="1569196"/>
                <a:ext cx="13769" cy="9965"/>
              </a:xfrm>
              <a:custGeom>
                <a:avLst/>
                <a:gdLst/>
                <a:ahLst/>
                <a:cxnLst/>
                <a:rect l="l" t="t" r="r" b="b"/>
                <a:pathLst>
                  <a:path w="724" h="524" extrusionOk="0">
                    <a:moveTo>
                      <a:pt x="331" y="0"/>
                    </a:moveTo>
                    <a:cubicBezTo>
                      <a:pt x="151" y="0"/>
                      <a:pt x="1" y="226"/>
                      <a:pt x="139" y="399"/>
                    </a:cubicBezTo>
                    <a:lnTo>
                      <a:pt x="231" y="445"/>
                    </a:lnTo>
                    <a:cubicBezTo>
                      <a:pt x="275" y="500"/>
                      <a:pt x="330" y="523"/>
                      <a:pt x="385" y="523"/>
                    </a:cubicBezTo>
                    <a:cubicBezTo>
                      <a:pt x="556" y="523"/>
                      <a:pt x="724" y="298"/>
                      <a:pt x="551" y="125"/>
                    </a:cubicBezTo>
                    <a:lnTo>
                      <a:pt x="505" y="79"/>
                    </a:lnTo>
                    <a:cubicBezTo>
                      <a:pt x="449" y="23"/>
                      <a:pt x="389" y="0"/>
                      <a:pt x="331"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2"/>
              <p:cNvSpPr/>
              <p:nvPr/>
            </p:nvSpPr>
            <p:spPr>
              <a:xfrm>
                <a:off x="2808360" y="1343173"/>
                <a:ext cx="13731" cy="10612"/>
              </a:xfrm>
              <a:custGeom>
                <a:avLst/>
                <a:gdLst/>
                <a:ahLst/>
                <a:cxnLst/>
                <a:rect l="l" t="t" r="r" b="b"/>
                <a:pathLst>
                  <a:path w="722" h="558" extrusionOk="0">
                    <a:moveTo>
                      <a:pt x="339" y="1"/>
                    </a:moveTo>
                    <a:cubicBezTo>
                      <a:pt x="154" y="1"/>
                      <a:pt x="1" y="261"/>
                      <a:pt x="178" y="439"/>
                    </a:cubicBezTo>
                    <a:lnTo>
                      <a:pt x="224" y="485"/>
                    </a:lnTo>
                    <a:cubicBezTo>
                      <a:pt x="275" y="536"/>
                      <a:pt x="331" y="557"/>
                      <a:pt x="384" y="557"/>
                    </a:cubicBezTo>
                    <a:cubicBezTo>
                      <a:pt x="568" y="557"/>
                      <a:pt x="722" y="297"/>
                      <a:pt x="544" y="119"/>
                    </a:cubicBezTo>
                    <a:lnTo>
                      <a:pt x="498" y="73"/>
                    </a:lnTo>
                    <a:cubicBezTo>
                      <a:pt x="448" y="22"/>
                      <a:pt x="392" y="1"/>
                      <a:pt x="33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2"/>
              <p:cNvSpPr/>
              <p:nvPr/>
            </p:nvSpPr>
            <p:spPr>
              <a:xfrm>
                <a:off x="2702071" y="1260029"/>
                <a:ext cx="13293" cy="10250"/>
              </a:xfrm>
              <a:custGeom>
                <a:avLst/>
                <a:gdLst/>
                <a:ahLst/>
                <a:cxnLst/>
                <a:rect l="l" t="t" r="r" b="b"/>
                <a:pathLst>
                  <a:path w="699" h="539" extrusionOk="0">
                    <a:moveTo>
                      <a:pt x="379" y="0"/>
                    </a:moveTo>
                    <a:cubicBezTo>
                      <a:pt x="332" y="0"/>
                      <a:pt x="282" y="16"/>
                      <a:pt x="234" y="55"/>
                    </a:cubicBezTo>
                    <a:lnTo>
                      <a:pt x="142" y="101"/>
                    </a:lnTo>
                    <a:cubicBezTo>
                      <a:pt x="0" y="278"/>
                      <a:pt x="162" y="539"/>
                      <a:pt x="348" y="539"/>
                    </a:cubicBezTo>
                    <a:cubicBezTo>
                      <a:pt x="402" y="539"/>
                      <a:pt x="457" y="517"/>
                      <a:pt x="508" y="466"/>
                    </a:cubicBezTo>
                    <a:lnTo>
                      <a:pt x="554" y="375"/>
                    </a:lnTo>
                    <a:cubicBezTo>
                      <a:pt x="698" y="230"/>
                      <a:pt x="557"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2"/>
              <p:cNvSpPr/>
              <p:nvPr/>
            </p:nvSpPr>
            <p:spPr>
              <a:xfrm>
                <a:off x="2638572" y="1180536"/>
                <a:ext cx="13255" cy="10612"/>
              </a:xfrm>
              <a:custGeom>
                <a:avLst/>
                <a:gdLst/>
                <a:ahLst/>
                <a:cxnLst/>
                <a:rect l="l" t="t" r="r" b="b"/>
                <a:pathLst>
                  <a:path w="697" h="558" extrusionOk="0">
                    <a:moveTo>
                      <a:pt x="348" y="1"/>
                    </a:moveTo>
                    <a:cubicBezTo>
                      <a:pt x="295" y="1"/>
                      <a:pt x="239" y="22"/>
                      <a:pt x="188" y="73"/>
                    </a:cubicBezTo>
                    <a:lnTo>
                      <a:pt x="143" y="119"/>
                    </a:lnTo>
                    <a:cubicBezTo>
                      <a:pt x="0" y="296"/>
                      <a:pt x="162" y="557"/>
                      <a:pt x="327" y="557"/>
                    </a:cubicBezTo>
                    <a:cubicBezTo>
                      <a:pt x="374" y="557"/>
                      <a:pt x="422" y="536"/>
                      <a:pt x="463" y="485"/>
                    </a:cubicBezTo>
                    <a:lnTo>
                      <a:pt x="554" y="439"/>
                    </a:lnTo>
                    <a:cubicBezTo>
                      <a:pt x="696" y="261"/>
                      <a:pt x="535" y="1"/>
                      <a:pt x="34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2"/>
              <p:cNvSpPr/>
              <p:nvPr/>
            </p:nvSpPr>
            <p:spPr>
              <a:xfrm>
                <a:off x="2222925" y="1047546"/>
                <a:ext cx="60628" cy="50092"/>
              </a:xfrm>
              <a:custGeom>
                <a:avLst/>
                <a:gdLst/>
                <a:ahLst/>
                <a:cxnLst/>
                <a:rect l="l" t="t" r="r" b="b"/>
                <a:pathLst>
                  <a:path w="3188" h="2634" extrusionOk="0">
                    <a:moveTo>
                      <a:pt x="280" y="1"/>
                    </a:moveTo>
                    <a:cubicBezTo>
                      <a:pt x="184" y="1"/>
                      <a:pt x="77" y="71"/>
                      <a:pt x="47" y="160"/>
                    </a:cubicBezTo>
                    <a:cubicBezTo>
                      <a:pt x="47" y="206"/>
                      <a:pt x="47" y="206"/>
                      <a:pt x="47" y="252"/>
                    </a:cubicBezTo>
                    <a:cubicBezTo>
                      <a:pt x="1" y="298"/>
                      <a:pt x="1" y="389"/>
                      <a:pt x="47" y="480"/>
                    </a:cubicBezTo>
                    <a:cubicBezTo>
                      <a:pt x="641" y="1532"/>
                      <a:pt x="1602" y="2310"/>
                      <a:pt x="2791" y="2630"/>
                    </a:cubicBezTo>
                    <a:cubicBezTo>
                      <a:pt x="2804" y="2632"/>
                      <a:pt x="2816" y="2633"/>
                      <a:pt x="2829" y="2633"/>
                    </a:cubicBezTo>
                    <a:cubicBezTo>
                      <a:pt x="3077" y="2633"/>
                      <a:pt x="3187" y="2214"/>
                      <a:pt x="2882" y="2127"/>
                    </a:cubicBezTo>
                    <a:cubicBezTo>
                      <a:pt x="1922" y="1898"/>
                      <a:pt x="1053" y="1258"/>
                      <a:pt x="550" y="389"/>
                    </a:cubicBezTo>
                    <a:cubicBezTo>
                      <a:pt x="596" y="252"/>
                      <a:pt x="550" y="115"/>
                      <a:pt x="413" y="69"/>
                    </a:cubicBezTo>
                    <a:cubicBezTo>
                      <a:pt x="381" y="21"/>
                      <a:pt x="332" y="1"/>
                      <a:pt x="28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2"/>
              <p:cNvSpPr/>
              <p:nvPr/>
            </p:nvSpPr>
            <p:spPr>
              <a:xfrm>
                <a:off x="1984731" y="1238805"/>
                <a:ext cx="15537" cy="10269"/>
              </a:xfrm>
              <a:custGeom>
                <a:avLst/>
                <a:gdLst/>
                <a:ahLst/>
                <a:cxnLst/>
                <a:rect l="l" t="t" r="r" b="b"/>
                <a:pathLst>
                  <a:path w="817" h="540" extrusionOk="0">
                    <a:moveTo>
                      <a:pt x="358" y="0"/>
                    </a:moveTo>
                    <a:cubicBezTo>
                      <a:pt x="153" y="0"/>
                      <a:pt x="1" y="252"/>
                      <a:pt x="178" y="393"/>
                    </a:cubicBezTo>
                    <a:lnTo>
                      <a:pt x="315" y="485"/>
                    </a:lnTo>
                    <a:cubicBezTo>
                      <a:pt x="363" y="523"/>
                      <a:pt x="415" y="539"/>
                      <a:pt x="465" y="539"/>
                    </a:cubicBezTo>
                    <a:cubicBezTo>
                      <a:pt x="654" y="539"/>
                      <a:pt x="816" y="309"/>
                      <a:pt x="635" y="165"/>
                    </a:cubicBezTo>
                    <a:lnTo>
                      <a:pt x="544" y="73"/>
                    </a:lnTo>
                    <a:cubicBezTo>
                      <a:pt x="482" y="22"/>
                      <a:pt x="418" y="0"/>
                      <a:pt x="35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2"/>
              <p:cNvSpPr/>
              <p:nvPr/>
            </p:nvSpPr>
            <p:spPr>
              <a:xfrm>
                <a:off x="2035108" y="1283515"/>
                <a:ext cx="15613" cy="11639"/>
              </a:xfrm>
              <a:custGeom>
                <a:avLst/>
                <a:gdLst/>
                <a:ahLst/>
                <a:cxnLst/>
                <a:rect l="l" t="t" r="r" b="b"/>
                <a:pathLst>
                  <a:path w="821" h="612" extrusionOk="0">
                    <a:moveTo>
                      <a:pt x="371" y="0"/>
                    </a:moveTo>
                    <a:cubicBezTo>
                      <a:pt x="193" y="0"/>
                      <a:pt x="0" y="239"/>
                      <a:pt x="182" y="420"/>
                    </a:cubicBezTo>
                    <a:lnTo>
                      <a:pt x="273" y="558"/>
                    </a:lnTo>
                    <a:cubicBezTo>
                      <a:pt x="320" y="596"/>
                      <a:pt x="374" y="612"/>
                      <a:pt x="426" y="612"/>
                    </a:cubicBezTo>
                    <a:cubicBezTo>
                      <a:pt x="628" y="612"/>
                      <a:pt x="820" y="373"/>
                      <a:pt x="639" y="192"/>
                    </a:cubicBezTo>
                    <a:lnTo>
                      <a:pt x="502" y="55"/>
                    </a:lnTo>
                    <a:cubicBezTo>
                      <a:pt x="464" y="17"/>
                      <a:pt x="418" y="0"/>
                      <a:pt x="371"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2"/>
              <p:cNvSpPr/>
              <p:nvPr/>
            </p:nvSpPr>
            <p:spPr>
              <a:xfrm>
                <a:off x="1891659" y="1404923"/>
                <a:ext cx="15461" cy="11487"/>
              </a:xfrm>
              <a:custGeom>
                <a:avLst/>
                <a:gdLst/>
                <a:ahLst/>
                <a:cxnLst/>
                <a:rect l="l" t="t" r="r" b="b"/>
                <a:pathLst>
                  <a:path w="813" h="604" extrusionOk="0">
                    <a:moveTo>
                      <a:pt x="379" y="1"/>
                    </a:moveTo>
                    <a:cubicBezTo>
                      <a:pt x="182" y="1"/>
                      <a:pt x="1" y="261"/>
                      <a:pt x="179" y="439"/>
                    </a:cubicBezTo>
                    <a:lnTo>
                      <a:pt x="316" y="531"/>
                    </a:lnTo>
                    <a:cubicBezTo>
                      <a:pt x="367" y="582"/>
                      <a:pt x="424" y="603"/>
                      <a:pt x="477" y="603"/>
                    </a:cubicBezTo>
                    <a:cubicBezTo>
                      <a:pt x="661" y="603"/>
                      <a:pt x="813" y="352"/>
                      <a:pt x="636" y="210"/>
                    </a:cubicBezTo>
                    <a:lnTo>
                      <a:pt x="544" y="73"/>
                    </a:lnTo>
                    <a:cubicBezTo>
                      <a:pt x="493" y="22"/>
                      <a:pt x="436" y="1"/>
                      <a:pt x="37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2"/>
              <p:cNvSpPr/>
              <p:nvPr/>
            </p:nvSpPr>
            <p:spPr>
              <a:xfrm>
                <a:off x="2140846" y="1717304"/>
                <a:ext cx="207101" cy="212045"/>
              </a:xfrm>
              <a:custGeom>
                <a:avLst/>
                <a:gdLst/>
                <a:ahLst/>
                <a:cxnLst/>
                <a:rect l="l" t="t" r="r" b="b"/>
                <a:pathLst>
                  <a:path w="10890" h="11150" extrusionOk="0">
                    <a:moveTo>
                      <a:pt x="1163" y="1"/>
                    </a:moveTo>
                    <a:cubicBezTo>
                      <a:pt x="575" y="1"/>
                      <a:pt x="0" y="451"/>
                      <a:pt x="247" y="1163"/>
                    </a:cubicBezTo>
                    <a:cubicBezTo>
                      <a:pt x="1710" y="5508"/>
                      <a:pt x="4866" y="9029"/>
                      <a:pt x="8982" y="11042"/>
                    </a:cubicBezTo>
                    <a:cubicBezTo>
                      <a:pt x="9132" y="11117"/>
                      <a:pt x="9279" y="11150"/>
                      <a:pt x="9419" y="11150"/>
                    </a:cubicBezTo>
                    <a:cubicBezTo>
                      <a:pt x="10304" y="11150"/>
                      <a:pt x="10890" y="9829"/>
                      <a:pt x="9942" y="9395"/>
                    </a:cubicBezTo>
                    <a:cubicBezTo>
                      <a:pt x="6284" y="7612"/>
                      <a:pt x="3448" y="4502"/>
                      <a:pt x="2122" y="660"/>
                    </a:cubicBezTo>
                    <a:cubicBezTo>
                      <a:pt x="1957" y="202"/>
                      <a:pt x="1557" y="1"/>
                      <a:pt x="11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2"/>
              <p:cNvSpPr/>
              <p:nvPr/>
            </p:nvSpPr>
            <p:spPr>
              <a:xfrm>
                <a:off x="2130443" y="1666718"/>
                <a:ext cx="54542" cy="39328"/>
              </a:xfrm>
              <a:custGeom>
                <a:avLst/>
                <a:gdLst/>
                <a:ahLst/>
                <a:cxnLst/>
                <a:rect l="l" t="t" r="r" b="b"/>
                <a:pathLst>
                  <a:path w="2868" h="2068" extrusionOk="0">
                    <a:moveTo>
                      <a:pt x="1397" y="0"/>
                    </a:moveTo>
                    <a:cubicBezTo>
                      <a:pt x="645" y="0"/>
                      <a:pt x="0" y="972"/>
                      <a:pt x="702" y="1674"/>
                    </a:cubicBezTo>
                    <a:lnTo>
                      <a:pt x="794" y="1765"/>
                    </a:lnTo>
                    <a:cubicBezTo>
                      <a:pt x="1007" y="1978"/>
                      <a:pt x="1245" y="2067"/>
                      <a:pt x="1473" y="2067"/>
                    </a:cubicBezTo>
                    <a:cubicBezTo>
                      <a:pt x="2224" y="2067"/>
                      <a:pt x="2867" y="1105"/>
                      <a:pt x="2166" y="439"/>
                    </a:cubicBezTo>
                    <a:lnTo>
                      <a:pt x="2074" y="302"/>
                    </a:lnTo>
                    <a:cubicBezTo>
                      <a:pt x="1862" y="89"/>
                      <a:pt x="1624" y="0"/>
                      <a:pt x="13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2"/>
              <p:cNvSpPr/>
              <p:nvPr/>
            </p:nvSpPr>
            <p:spPr>
              <a:xfrm>
                <a:off x="2132421" y="1626420"/>
                <a:ext cx="51461" cy="37274"/>
              </a:xfrm>
              <a:custGeom>
                <a:avLst/>
                <a:gdLst/>
                <a:ahLst/>
                <a:cxnLst/>
                <a:rect l="l" t="t" r="r" b="b"/>
                <a:pathLst>
                  <a:path w="2706" h="1960" extrusionOk="0">
                    <a:moveTo>
                      <a:pt x="1352" y="1"/>
                    </a:moveTo>
                    <a:cubicBezTo>
                      <a:pt x="1131" y="1"/>
                      <a:pt x="901" y="81"/>
                      <a:pt x="690" y="271"/>
                    </a:cubicBezTo>
                    <a:lnTo>
                      <a:pt x="598" y="363"/>
                    </a:lnTo>
                    <a:cubicBezTo>
                      <a:pt x="0" y="1066"/>
                      <a:pt x="593" y="1959"/>
                      <a:pt x="1315" y="1959"/>
                    </a:cubicBezTo>
                    <a:cubicBezTo>
                      <a:pt x="1531" y="1959"/>
                      <a:pt x="1759" y="1879"/>
                      <a:pt x="1970" y="1689"/>
                    </a:cubicBezTo>
                    <a:lnTo>
                      <a:pt x="2107" y="1597"/>
                    </a:lnTo>
                    <a:cubicBezTo>
                      <a:pt x="2706" y="894"/>
                      <a:pt x="2086" y="1"/>
                      <a:pt x="13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2"/>
              <p:cNvSpPr/>
              <p:nvPr/>
            </p:nvSpPr>
            <p:spPr>
              <a:xfrm>
                <a:off x="2154424" y="1536239"/>
                <a:ext cx="55094" cy="61103"/>
              </a:xfrm>
              <a:custGeom>
                <a:avLst/>
                <a:gdLst/>
                <a:ahLst/>
                <a:cxnLst/>
                <a:rect l="l" t="t" r="r" b="b"/>
                <a:pathLst>
                  <a:path w="2897" h="3213" extrusionOk="0">
                    <a:moveTo>
                      <a:pt x="1406" y="1"/>
                    </a:moveTo>
                    <a:cubicBezTo>
                      <a:pt x="1126" y="1"/>
                      <a:pt x="876" y="127"/>
                      <a:pt x="768" y="440"/>
                    </a:cubicBezTo>
                    <a:cubicBezTo>
                      <a:pt x="447" y="943"/>
                      <a:pt x="219" y="1537"/>
                      <a:pt x="82" y="2132"/>
                    </a:cubicBezTo>
                    <a:cubicBezTo>
                      <a:pt x="0" y="2808"/>
                      <a:pt x="527" y="3212"/>
                      <a:pt x="1056" y="3212"/>
                    </a:cubicBezTo>
                    <a:cubicBezTo>
                      <a:pt x="1422" y="3212"/>
                      <a:pt x="1788" y="3019"/>
                      <a:pt x="1957" y="2589"/>
                    </a:cubicBezTo>
                    <a:cubicBezTo>
                      <a:pt x="2048" y="2132"/>
                      <a:pt x="2185" y="1720"/>
                      <a:pt x="2414" y="1355"/>
                    </a:cubicBezTo>
                    <a:cubicBezTo>
                      <a:pt x="2896" y="711"/>
                      <a:pt x="2067" y="1"/>
                      <a:pt x="1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2"/>
              <p:cNvSpPr/>
              <p:nvPr/>
            </p:nvSpPr>
            <p:spPr>
              <a:xfrm>
                <a:off x="2229353" y="2289427"/>
                <a:ext cx="82308" cy="81433"/>
              </a:xfrm>
              <a:custGeom>
                <a:avLst/>
                <a:gdLst/>
                <a:ahLst/>
                <a:cxnLst/>
                <a:rect l="l" t="t" r="r" b="b"/>
                <a:pathLst>
                  <a:path w="4328" h="4282" extrusionOk="0">
                    <a:moveTo>
                      <a:pt x="1314" y="1"/>
                    </a:moveTo>
                    <a:cubicBezTo>
                      <a:pt x="663" y="1"/>
                      <a:pt x="0" y="691"/>
                      <a:pt x="440" y="1446"/>
                    </a:cubicBezTo>
                    <a:cubicBezTo>
                      <a:pt x="944" y="2406"/>
                      <a:pt x="1721" y="3275"/>
                      <a:pt x="2590" y="4007"/>
                    </a:cubicBezTo>
                    <a:cubicBezTo>
                      <a:pt x="2773" y="4190"/>
                      <a:pt x="3013" y="4281"/>
                      <a:pt x="3259" y="4281"/>
                    </a:cubicBezTo>
                    <a:cubicBezTo>
                      <a:pt x="3505" y="4281"/>
                      <a:pt x="3756" y="4190"/>
                      <a:pt x="3962" y="4007"/>
                    </a:cubicBezTo>
                    <a:cubicBezTo>
                      <a:pt x="4328" y="3595"/>
                      <a:pt x="4328" y="3001"/>
                      <a:pt x="3962" y="2635"/>
                    </a:cubicBezTo>
                    <a:cubicBezTo>
                      <a:pt x="3184" y="2041"/>
                      <a:pt x="2544" y="1309"/>
                      <a:pt x="2087" y="486"/>
                    </a:cubicBezTo>
                    <a:cubicBezTo>
                      <a:pt x="1901" y="143"/>
                      <a:pt x="1609" y="1"/>
                      <a:pt x="13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2"/>
              <p:cNvSpPr/>
              <p:nvPr/>
            </p:nvSpPr>
            <p:spPr>
              <a:xfrm>
                <a:off x="2204364" y="2240723"/>
                <a:ext cx="54561" cy="39328"/>
              </a:xfrm>
              <a:custGeom>
                <a:avLst/>
                <a:gdLst/>
                <a:ahLst/>
                <a:cxnLst/>
                <a:rect l="l" t="t" r="r" b="b"/>
                <a:pathLst>
                  <a:path w="2869" h="2068" extrusionOk="0">
                    <a:moveTo>
                      <a:pt x="1471" y="1"/>
                    </a:moveTo>
                    <a:cubicBezTo>
                      <a:pt x="1244" y="1"/>
                      <a:pt x="1007" y="90"/>
                      <a:pt x="794" y="303"/>
                    </a:cubicBezTo>
                    <a:lnTo>
                      <a:pt x="703" y="394"/>
                    </a:lnTo>
                    <a:cubicBezTo>
                      <a:pt x="0" y="1096"/>
                      <a:pt x="646" y="2068"/>
                      <a:pt x="1397" y="2068"/>
                    </a:cubicBezTo>
                    <a:cubicBezTo>
                      <a:pt x="1625" y="2068"/>
                      <a:pt x="1862" y="1979"/>
                      <a:pt x="2075" y="1766"/>
                    </a:cubicBezTo>
                    <a:lnTo>
                      <a:pt x="2166" y="1675"/>
                    </a:lnTo>
                    <a:cubicBezTo>
                      <a:pt x="2868" y="973"/>
                      <a:pt x="2223" y="1"/>
                      <a:pt x="14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498" name="Google Shape;2498;p52"/>
            <p:cNvCxnSpPr/>
            <p:nvPr/>
          </p:nvCxnSpPr>
          <p:spPr>
            <a:xfrm rot="10800000" flipH="1">
              <a:off x="973625" y="4362650"/>
              <a:ext cx="299700" cy="348300"/>
            </a:xfrm>
            <a:prstGeom prst="straightConnector1">
              <a:avLst/>
            </a:prstGeom>
            <a:noFill/>
            <a:ln w="19050" cap="flat" cmpd="sng">
              <a:solidFill>
                <a:schemeClr val="accent2"/>
              </a:solidFill>
              <a:prstDash val="solid"/>
              <a:round/>
              <a:headEnd type="none" w="med" len="med"/>
              <a:tailEnd type="none" w="med" len="med"/>
            </a:ln>
          </p:spPr>
        </p:cxn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02"/>
        <p:cNvGrpSpPr/>
        <p:nvPr/>
      </p:nvGrpSpPr>
      <p:grpSpPr>
        <a:xfrm>
          <a:off x="0" y="0"/>
          <a:ext cx="0" cy="0"/>
          <a:chOff x="0" y="0"/>
          <a:chExt cx="0" cy="0"/>
        </a:xfrm>
      </p:grpSpPr>
      <p:sp>
        <p:nvSpPr>
          <p:cNvPr id="2503" name="Google Shape;2503;p53"/>
          <p:cNvSpPr txBox="1">
            <a:spLocks noGrp="1"/>
          </p:cNvSpPr>
          <p:nvPr>
            <p:ph type="title"/>
          </p:nvPr>
        </p:nvSpPr>
        <p:spPr>
          <a:xfrm>
            <a:off x="713225" y="1351875"/>
            <a:ext cx="3256200" cy="1877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A PICTURE ALWAYS </a:t>
            </a:r>
            <a:r>
              <a:rPr lang="en">
                <a:solidFill>
                  <a:schemeClr val="accent2"/>
                </a:solidFill>
              </a:rPr>
              <a:t>REINFORCES</a:t>
            </a:r>
            <a:r>
              <a:rPr lang="en"/>
              <a:t> THE CONCEPT</a:t>
            </a:r>
            <a:endParaRPr/>
          </a:p>
        </p:txBody>
      </p:sp>
      <p:sp>
        <p:nvSpPr>
          <p:cNvPr id="2504" name="Google Shape;2504;p53"/>
          <p:cNvSpPr txBox="1">
            <a:spLocks noGrp="1"/>
          </p:cNvSpPr>
          <p:nvPr>
            <p:ph type="subTitle" idx="1"/>
          </p:nvPr>
        </p:nvSpPr>
        <p:spPr>
          <a:xfrm>
            <a:off x="713225" y="3153075"/>
            <a:ext cx="3256200" cy="882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Images reveal large amounts of data, so remember: use an image instead of a long text</a:t>
            </a:r>
            <a:endParaRPr/>
          </a:p>
        </p:txBody>
      </p:sp>
      <p:pic>
        <p:nvPicPr>
          <p:cNvPr id="2505" name="Google Shape;2505;p53"/>
          <p:cNvPicPr preferRelativeResize="0"/>
          <p:nvPr/>
        </p:nvPicPr>
        <p:blipFill rotWithShape="1">
          <a:blip r:embed="rId3">
            <a:alphaModFix/>
          </a:blip>
          <a:srcRect l="17319" t="922" r="17247" b="922"/>
          <a:stretch/>
        </p:blipFill>
        <p:spPr>
          <a:xfrm>
            <a:off x="5062075" y="887400"/>
            <a:ext cx="3368700" cy="3368700"/>
          </a:xfrm>
          <a:prstGeom prst="ellipse">
            <a:avLst/>
          </a:prstGeom>
          <a:noFill/>
          <a:ln>
            <a:noFill/>
          </a:ln>
        </p:spPr>
      </p:pic>
      <p:cxnSp>
        <p:nvCxnSpPr>
          <p:cNvPr id="2506" name="Google Shape;2506;p53"/>
          <p:cNvCxnSpPr>
            <a:stCxn id="2507" idx="2"/>
          </p:cNvCxnSpPr>
          <p:nvPr/>
        </p:nvCxnSpPr>
        <p:spPr>
          <a:xfrm rot="10800000">
            <a:off x="4016450" y="2571775"/>
            <a:ext cx="917700" cy="0"/>
          </a:xfrm>
          <a:prstGeom prst="straightConnector1">
            <a:avLst/>
          </a:prstGeom>
          <a:noFill/>
          <a:ln w="19050" cap="flat" cmpd="sng">
            <a:solidFill>
              <a:schemeClr val="accent3"/>
            </a:solidFill>
            <a:prstDash val="dot"/>
            <a:round/>
            <a:headEnd type="none" w="med" len="med"/>
            <a:tailEnd type="none" w="med" len="med"/>
          </a:ln>
        </p:spPr>
      </p:cxnSp>
      <p:sp>
        <p:nvSpPr>
          <p:cNvPr id="2508" name="Google Shape;2508;p53"/>
          <p:cNvSpPr/>
          <p:nvPr/>
        </p:nvSpPr>
        <p:spPr>
          <a:xfrm>
            <a:off x="4923450" y="748775"/>
            <a:ext cx="3645900" cy="36459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12"/>
        <p:cNvGrpSpPr/>
        <p:nvPr/>
      </p:nvGrpSpPr>
      <p:grpSpPr>
        <a:xfrm>
          <a:off x="0" y="0"/>
          <a:ext cx="0" cy="0"/>
          <a:chOff x="0" y="0"/>
          <a:chExt cx="0" cy="0"/>
        </a:xfrm>
      </p:grpSpPr>
      <p:grpSp>
        <p:nvGrpSpPr>
          <p:cNvPr id="2513" name="Google Shape;2513;p54"/>
          <p:cNvGrpSpPr/>
          <p:nvPr/>
        </p:nvGrpSpPr>
        <p:grpSpPr>
          <a:xfrm>
            <a:off x="6654675" y="1552442"/>
            <a:ext cx="859200" cy="1140600"/>
            <a:chOff x="6654675" y="1552442"/>
            <a:chExt cx="859200" cy="1140600"/>
          </a:xfrm>
        </p:grpSpPr>
        <p:grpSp>
          <p:nvGrpSpPr>
            <p:cNvPr id="2514" name="Google Shape;2514;p54"/>
            <p:cNvGrpSpPr/>
            <p:nvPr/>
          </p:nvGrpSpPr>
          <p:grpSpPr>
            <a:xfrm>
              <a:off x="6654675" y="1552442"/>
              <a:ext cx="859200" cy="1140600"/>
              <a:chOff x="6654675" y="1552442"/>
              <a:chExt cx="859200" cy="1140600"/>
            </a:xfrm>
          </p:grpSpPr>
          <p:sp>
            <p:nvSpPr>
              <p:cNvPr id="2515" name="Google Shape;2515;p54"/>
              <p:cNvSpPr/>
              <p:nvPr/>
            </p:nvSpPr>
            <p:spPr>
              <a:xfrm>
                <a:off x="6654675" y="1552442"/>
                <a:ext cx="859200" cy="8592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16" name="Google Shape;2516;p54"/>
              <p:cNvCxnSpPr>
                <a:stCxn id="2515" idx="2"/>
              </p:cNvCxnSpPr>
              <p:nvPr/>
            </p:nvCxnSpPr>
            <p:spPr>
              <a:xfrm>
                <a:off x="7084488" y="2411642"/>
                <a:ext cx="0" cy="281400"/>
              </a:xfrm>
              <a:prstGeom prst="straightConnector1">
                <a:avLst/>
              </a:prstGeom>
              <a:noFill/>
              <a:ln w="19050" cap="flat" cmpd="sng">
                <a:solidFill>
                  <a:schemeClr val="accent3"/>
                </a:solidFill>
                <a:prstDash val="dot"/>
                <a:round/>
                <a:headEnd type="none" w="med" len="med"/>
                <a:tailEnd type="none" w="med" len="med"/>
              </a:ln>
            </p:spPr>
          </p:cxnSp>
        </p:grpSp>
        <p:sp>
          <p:nvSpPr>
            <p:cNvPr id="2517" name="Google Shape;2517;p54"/>
            <p:cNvSpPr/>
            <p:nvPr/>
          </p:nvSpPr>
          <p:spPr>
            <a:xfrm>
              <a:off x="6748271" y="1646068"/>
              <a:ext cx="672000" cy="672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8" name="Google Shape;2518;p54"/>
          <p:cNvGrpSpPr/>
          <p:nvPr/>
        </p:nvGrpSpPr>
        <p:grpSpPr>
          <a:xfrm>
            <a:off x="4979850" y="1552442"/>
            <a:ext cx="859200" cy="1140600"/>
            <a:chOff x="4979850" y="1552442"/>
            <a:chExt cx="859200" cy="1140600"/>
          </a:xfrm>
        </p:grpSpPr>
        <p:grpSp>
          <p:nvGrpSpPr>
            <p:cNvPr id="2519" name="Google Shape;2519;p54"/>
            <p:cNvGrpSpPr/>
            <p:nvPr/>
          </p:nvGrpSpPr>
          <p:grpSpPr>
            <a:xfrm>
              <a:off x="4979850" y="1552442"/>
              <a:ext cx="859200" cy="1140600"/>
              <a:chOff x="4979850" y="1552442"/>
              <a:chExt cx="859200" cy="1140600"/>
            </a:xfrm>
          </p:grpSpPr>
          <p:sp>
            <p:nvSpPr>
              <p:cNvPr id="2520" name="Google Shape;2520;p54"/>
              <p:cNvSpPr/>
              <p:nvPr/>
            </p:nvSpPr>
            <p:spPr>
              <a:xfrm>
                <a:off x="4979850" y="1552442"/>
                <a:ext cx="859200" cy="8592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21" name="Google Shape;2521;p54"/>
              <p:cNvCxnSpPr>
                <a:stCxn id="2520" idx="2"/>
              </p:cNvCxnSpPr>
              <p:nvPr/>
            </p:nvCxnSpPr>
            <p:spPr>
              <a:xfrm>
                <a:off x="5409663" y="2411642"/>
                <a:ext cx="0" cy="281400"/>
              </a:xfrm>
              <a:prstGeom prst="straightConnector1">
                <a:avLst/>
              </a:prstGeom>
              <a:noFill/>
              <a:ln w="19050" cap="flat" cmpd="sng">
                <a:solidFill>
                  <a:schemeClr val="accent3"/>
                </a:solidFill>
                <a:prstDash val="dot"/>
                <a:round/>
                <a:headEnd type="none" w="med" len="med"/>
                <a:tailEnd type="none" w="med" len="med"/>
              </a:ln>
            </p:spPr>
          </p:cxnSp>
        </p:grpSp>
        <p:sp>
          <p:nvSpPr>
            <p:cNvPr id="2522" name="Google Shape;2522;p54"/>
            <p:cNvSpPr/>
            <p:nvPr/>
          </p:nvSpPr>
          <p:spPr>
            <a:xfrm>
              <a:off x="5073446" y="1646068"/>
              <a:ext cx="672000" cy="672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3" name="Google Shape;2523;p54"/>
          <p:cNvGrpSpPr/>
          <p:nvPr/>
        </p:nvGrpSpPr>
        <p:grpSpPr>
          <a:xfrm>
            <a:off x="3305025" y="1552442"/>
            <a:ext cx="859200" cy="1140600"/>
            <a:chOff x="3305025" y="1552442"/>
            <a:chExt cx="859200" cy="1140600"/>
          </a:xfrm>
        </p:grpSpPr>
        <p:grpSp>
          <p:nvGrpSpPr>
            <p:cNvPr id="2524" name="Google Shape;2524;p54"/>
            <p:cNvGrpSpPr/>
            <p:nvPr/>
          </p:nvGrpSpPr>
          <p:grpSpPr>
            <a:xfrm>
              <a:off x="3305025" y="1552442"/>
              <a:ext cx="859200" cy="1140600"/>
              <a:chOff x="3305025" y="1552442"/>
              <a:chExt cx="859200" cy="1140600"/>
            </a:xfrm>
          </p:grpSpPr>
          <p:sp>
            <p:nvSpPr>
              <p:cNvPr id="2525" name="Google Shape;2525;p54"/>
              <p:cNvSpPr/>
              <p:nvPr/>
            </p:nvSpPr>
            <p:spPr>
              <a:xfrm>
                <a:off x="3305025" y="1552442"/>
                <a:ext cx="859200" cy="8592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26" name="Google Shape;2526;p54"/>
              <p:cNvCxnSpPr>
                <a:stCxn id="2525" idx="2"/>
              </p:cNvCxnSpPr>
              <p:nvPr/>
            </p:nvCxnSpPr>
            <p:spPr>
              <a:xfrm>
                <a:off x="3734838" y="2411642"/>
                <a:ext cx="0" cy="281400"/>
              </a:xfrm>
              <a:prstGeom prst="straightConnector1">
                <a:avLst/>
              </a:prstGeom>
              <a:noFill/>
              <a:ln w="19050" cap="flat" cmpd="sng">
                <a:solidFill>
                  <a:schemeClr val="accent3"/>
                </a:solidFill>
                <a:prstDash val="dot"/>
                <a:round/>
                <a:headEnd type="none" w="med" len="med"/>
                <a:tailEnd type="none" w="med" len="med"/>
              </a:ln>
            </p:spPr>
          </p:cxnSp>
        </p:grpSp>
        <p:sp>
          <p:nvSpPr>
            <p:cNvPr id="2527" name="Google Shape;2527;p54"/>
            <p:cNvSpPr/>
            <p:nvPr/>
          </p:nvSpPr>
          <p:spPr>
            <a:xfrm>
              <a:off x="3398621" y="1646068"/>
              <a:ext cx="672000" cy="672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28" name="Google Shape;2528;p54"/>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a:t>
            </a:r>
            <a:r>
              <a:rPr lang="en">
                <a:solidFill>
                  <a:schemeClr val="accent2"/>
                </a:solidFill>
              </a:rPr>
              <a:t>TABLE</a:t>
            </a:r>
            <a:endParaRPr>
              <a:solidFill>
                <a:schemeClr val="accent2"/>
              </a:solidFill>
            </a:endParaRPr>
          </a:p>
        </p:txBody>
      </p:sp>
      <p:graphicFrame>
        <p:nvGraphicFramePr>
          <p:cNvPr id="2529" name="Google Shape;2529;p54"/>
          <p:cNvGraphicFramePr/>
          <p:nvPr/>
        </p:nvGraphicFramePr>
        <p:xfrm>
          <a:off x="1222000" y="2901125"/>
          <a:ext cx="3000000" cy="3000000"/>
        </p:xfrm>
        <a:graphic>
          <a:graphicData uri="http://schemas.openxmlformats.org/drawingml/2006/table">
            <a:tbl>
              <a:tblPr>
                <a:noFill/>
                <a:tableStyleId>{00C39941-2BB4-4929-9499-8568E143BFA6}</a:tableStyleId>
              </a:tblPr>
              <a:tblGrid>
                <a:gridCol w="1675000">
                  <a:extLst>
                    <a:ext uri="{9D8B030D-6E8A-4147-A177-3AD203B41FA5}">
                      <a16:colId xmlns:a16="http://schemas.microsoft.com/office/drawing/2014/main" val="20000"/>
                    </a:ext>
                  </a:extLst>
                </a:gridCol>
                <a:gridCol w="1675000">
                  <a:extLst>
                    <a:ext uri="{9D8B030D-6E8A-4147-A177-3AD203B41FA5}">
                      <a16:colId xmlns:a16="http://schemas.microsoft.com/office/drawing/2014/main" val="20001"/>
                    </a:ext>
                  </a:extLst>
                </a:gridCol>
                <a:gridCol w="1675000">
                  <a:extLst>
                    <a:ext uri="{9D8B030D-6E8A-4147-A177-3AD203B41FA5}">
                      <a16:colId xmlns:a16="http://schemas.microsoft.com/office/drawing/2014/main" val="20002"/>
                    </a:ext>
                  </a:extLst>
                </a:gridCol>
                <a:gridCol w="1675000">
                  <a:extLst>
                    <a:ext uri="{9D8B030D-6E8A-4147-A177-3AD203B41FA5}">
                      <a16:colId xmlns:a16="http://schemas.microsoft.com/office/drawing/2014/main" val="20003"/>
                    </a:ext>
                  </a:extLst>
                </a:gridCol>
              </a:tblGrid>
              <a:tr h="567700">
                <a:tc>
                  <a:txBody>
                    <a:bodyPr/>
                    <a:lstStyle/>
                    <a:p>
                      <a:pPr marL="0" lvl="0" indent="0" algn="ctr" rtl="0">
                        <a:spcBef>
                          <a:spcPts val="0"/>
                        </a:spcBef>
                        <a:spcAft>
                          <a:spcPts val="0"/>
                        </a:spcAft>
                        <a:buNone/>
                      </a:pPr>
                      <a:r>
                        <a:rPr lang="en" sz="1600" b="1">
                          <a:solidFill>
                            <a:schemeClr val="accent3"/>
                          </a:solidFill>
                          <a:latin typeface="Orbitron"/>
                          <a:ea typeface="Orbitron"/>
                          <a:cs typeface="Orbitron"/>
                          <a:sym typeface="Orbitron"/>
                        </a:rPr>
                        <a:t>MARS</a:t>
                      </a:r>
                      <a:endParaRPr sz="16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0.06</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0.38</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0.38</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extLst>
                  <a:ext uri="{0D108BD9-81ED-4DB2-BD59-A6C34878D82A}">
                    <a16:rowId xmlns:a16="http://schemas.microsoft.com/office/drawing/2014/main" val="10000"/>
                  </a:ext>
                </a:extLst>
              </a:tr>
              <a:tr h="567700">
                <a:tc>
                  <a:txBody>
                    <a:bodyPr/>
                    <a:lstStyle/>
                    <a:p>
                      <a:pPr marL="0" lvl="0" indent="0" algn="ctr" rtl="0">
                        <a:spcBef>
                          <a:spcPts val="0"/>
                        </a:spcBef>
                        <a:spcAft>
                          <a:spcPts val="0"/>
                        </a:spcAft>
                        <a:buNone/>
                      </a:pPr>
                      <a:r>
                        <a:rPr lang="en" sz="1600" b="1">
                          <a:solidFill>
                            <a:schemeClr val="accent3"/>
                          </a:solidFill>
                          <a:latin typeface="Orbitron"/>
                          <a:ea typeface="Orbitron"/>
                          <a:cs typeface="Orbitron"/>
                          <a:sym typeface="Orbitron"/>
                        </a:rPr>
                        <a:t>MERCURY</a:t>
                      </a:r>
                      <a:endParaRPr sz="16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0.11</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0.53</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0.38</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extLst>
                  <a:ext uri="{0D108BD9-81ED-4DB2-BD59-A6C34878D82A}">
                    <a16:rowId xmlns:a16="http://schemas.microsoft.com/office/drawing/2014/main" val="10001"/>
                  </a:ext>
                </a:extLst>
              </a:tr>
              <a:tr h="567700">
                <a:tc>
                  <a:txBody>
                    <a:bodyPr/>
                    <a:lstStyle/>
                    <a:p>
                      <a:pPr marL="0" lvl="0" indent="0" algn="ctr" rtl="0">
                        <a:spcBef>
                          <a:spcPts val="0"/>
                        </a:spcBef>
                        <a:spcAft>
                          <a:spcPts val="0"/>
                        </a:spcAft>
                        <a:buNone/>
                      </a:pPr>
                      <a:r>
                        <a:rPr lang="en" sz="1600" b="1">
                          <a:solidFill>
                            <a:schemeClr val="accent3"/>
                          </a:solidFill>
                          <a:latin typeface="Orbitron"/>
                          <a:ea typeface="Orbitron"/>
                          <a:cs typeface="Orbitron"/>
                          <a:sym typeface="Orbitron"/>
                        </a:rPr>
                        <a:t>VENUS</a:t>
                      </a:r>
                      <a:endParaRPr sz="16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95.2</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9.4</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tc>
                  <a:txBody>
                    <a:bodyPr/>
                    <a:lstStyle/>
                    <a:p>
                      <a:pPr marL="0" lvl="0" indent="0" algn="ctr" rtl="0">
                        <a:spcBef>
                          <a:spcPts val="0"/>
                        </a:spcBef>
                        <a:spcAft>
                          <a:spcPts val="0"/>
                        </a:spcAft>
                        <a:buNone/>
                      </a:pPr>
                      <a:r>
                        <a:rPr lang="en" sz="1700">
                          <a:solidFill>
                            <a:schemeClr val="accent3"/>
                          </a:solidFill>
                          <a:latin typeface="Barlow"/>
                          <a:ea typeface="Barlow"/>
                          <a:cs typeface="Barlow"/>
                          <a:sym typeface="Barlow"/>
                        </a:rPr>
                        <a:t>1.16</a:t>
                      </a:r>
                      <a:endParaRPr sz="17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19050" cap="flat" cmpd="sng">
                      <a:solidFill>
                        <a:schemeClr val="accent3"/>
                      </a:solidFill>
                      <a:prstDash val="dot"/>
                      <a:round/>
                      <a:headEnd type="none" w="sm" len="sm"/>
                      <a:tailEnd type="none" w="sm" len="sm"/>
                    </a:lnT>
                    <a:lnB w="19050" cap="flat" cmpd="sng">
                      <a:solidFill>
                        <a:schemeClr val="accent3"/>
                      </a:solidFill>
                      <a:prstDash val="dot"/>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2530" name="Google Shape;2530;p54"/>
          <p:cNvGrpSpPr/>
          <p:nvPr/>
        </p:nvGrpSpPr>
        <p:grpSpPr>
          <a:xfrm>
            <a:off x="3550417" y="1798647"/>
            <a:ext cx="368416" cy="366862"/>
            <a:chOff x="1440250" y="1277550"/>
            <a:chExt cx="545075" cy="542775"/>
          </a:xfrm>
        </p:grpSpPr>
        <p:sp>
          <p:nvSpPr>
            <p:cNvPr id="2531" name="Google Shape;2531;p54"/>
            <p:cNvSpPr/>
            <p:nvPr/>
          </p:nvSpPr>
          <p:spPr>
            <a:xfrm>
              <a:off x="1564325" y="1400525"/>
              <a:ext cx="296925" cy="296850"/>
            </a:xfrm>
            <a:custGeom>
              <a:avLst/>
              <a:gdLst/>
              <a:ahLst/>
              <a:cxnLst/>
              <a:rect l="l" t="t" r="r" b="b"/>
              <a:pathLst>
                <a:path w="11877" h="11874" extrusionOk="0">
                  <a:moveTo>
                    <a:pt x="5918" y="1"/>
                  </a:moveTo>
                  <a:cubicBezTo>
                    <a:pt x="5054" y="1"/>
                    <a:pt x="4203" y="194"/>
                    <a:pt x="3423" y="560"/>
                  </a:cubicBezTo>
                  <a:cubicBezTo>
                    <a:pt x="3213" y="659"/>
                    <a:pt x="3121" y="910"/>
                    <a:pt x="3220" y="1123"/>
                  </a:cubicBezTo>
                  <a:cubicBezTo>
                    <a:pt x="3291" y="1276"/>
                    <a:pt x="3445" y="1366"/>
                    <a:pt x="3605" y="1366"/>
                  </a:cubicBezTo>
                  <a:cubicBezTo>
                    <a:pt x="3665" y="1366"/>
                    <a:pt x="3725" y="1354"/>
                    <a:pt x="3783" y="1327"/>
                  </a:cubicBezTo>
                  <a:cubicBezTo>
                    <a:pt x="4485" y="999"/>
                    <a:pt x="5216" y="846"/>
                    <a:pt x="5933" y="846"/>
                  </a:cubicBezTo>
                  <a:cubicBezTo>
                    <a:pt x="8225" y="846"/>
                    <a:pt x="10365" y="2413"/>
                    <a:pt x="10903" y="4834"/>
                  </a:cubicBezTo>
                  <a:cubicBezTo>
                    <a:pt x="11609" y="8009"/>
                    <a:pt x="9193" y="11025"/>
                    <a:pt x="5940" y="11025"/>
                  </a:cubicBezTo>
                  <a:cubicBezTo>
                    <a:pt x="4200" y="11025"/>
                    <a:pt x="2579" y="10136"/>
                    <a:pt x="1646" y="8668"/>
                  </a:cubicBezTo>
                  <a:cubicBezTo>
                    <a:pt x="713" y="7202"/>
                    <a:pt x="591" y="5357"/>
                    <a:pt x="1330" y="3783"/>
                  </a:cubicBezTo>
                  <a:cubicBezTo>
                    <a:pt x="1435" y="3569"/>
                    <a:pt x="1347" y="3308"/>
                    <a:pt x="1130" y="3206"/>
                  </a:cubicBezTo>
                  <a:cubicBezTo>
                    <a:pt x="1072" y="3179"/>
                    <a:pt x="1011" y="3166"/>
                    <a:pt x="951" y="3166"/>
                  </a:cubicBezTo>
                  <a:cubicBezTo>
                    <a:pt x="786" y="3166"/>
                    <a:pt x="630" y="3262"/>
                    <a:pt x="560" y="3423"/>
                  </a:cubicBezTo>
                  <a:cubicBezTo>
                    <a:pt x="190" y="4210"/>
                    <a:pt x="1" y="5068"/>
                    <a:pt x="4" y="5937"/>
                  </a:cubicBezTo>
                  <a:cubicBezTo>
                    <a:pt x="4" y="9210"/>
                    <a:pt x="2667" y="11873"/>
                    <a:pt x="5940" y="11873"/>
                  </a:cubicBezTo>
                  <a:cubicBezTo>
                    <a:pt x="9214" y="11873"/>
                    <a:pt x="11877" y="9210"/>
                    <a:pt x="11877" y="5937"/>
                  </a:cubicBezTo>
                  <a:cubicBezTo>
                    <a:pt x="11877" y="2663"/>
                    <a:pt x="9214" y="1"/>
                    <a:pt x="5940" y="1"/>
                  </a:cubicBezTo>
                  <a:cubicBezTo>
                    <a:pt x="5933" y="1"/>
                    <a:pt x="5925" y="1"/>
                    <a:pt x="59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4"/>
            <p:cNvSpPr/>
            <p:nvPr/>
          </p:nvSpPr>
          <p:spPr>
            <a:xfrm>
              <a:off x="1621325" y="1464125"/>
              <a:ext cx="176325" cy="169625"/>
            </a:xfrm>
            <a:custGeom>
              <a:avLst/>
              <a:gdLst/>
              <a:ahLst/>
              <a:cxnLst/>
              <a:rect l="l" t="t" r="r" b="b"/>
              <a:pathLst>
                <a:path w="7053" h="6785" extrusionOk="0">
                  <a:moveTo>
                    <a:pt x="3658" y="848"/>
                  </a:moveTo>
                  <a:cubicBezTo>
                    <a:pt x="4320" y="848"/>
                    <a:pt x="4970" y="1107"/>
                    <a:pt x="5458" y="1595"/>
                  </a:cubicBezTo>
                  <a:cubicBezTo>
                    <a:pt x="6184" y="2321"/>
                    <a:pt x="6404" y="3417"/>
                    <a:pt x="6011" y="4366"/>
                  </a:cubicBezTo>
                  <a:cubicBezTo>
                    <a:pt x="5614" y="5316"/>
                    <a:pt x="4688" y="5937"/>
                    <a:pt x="3660" y="5937"/>
                  </a:cubicBezTo>
                  <a:cubicBezTo>
                    <a:pt x="2256" y="5937"/>
                    <a:pt x="1116" y="4797"/>
                    <a:pt x="1116" y="3393"/>
                  </a:cubicBezTo>
                  <a:cubicBezTo>
                    <a:pt x="1116" y="2365"/>
                    <a:pt x="1733" y="1436"/>
                    <a:pt x="2687" y="1042"/>
                  </a:cubicBezTo>
                  <a:cubicBezTo>
                    <a:pt x="3001" y="912"/>
                    <a:pt x="3331" y="848"/>
                    <a:pt x="3658" y="848"/>
                  </a:cubicBezTo>
                  <a:close/>
                  <a:moveTo>
                    <a:pt x="3661" y="0"/>
                  </a:moveTo>
                  <a:cubicBezTo>
                    <a:pt x="2779" y="0"/>
                    <a:pt x="1911" y="345"/>
                    <a:pt x="1262" y="995"/>
                  </a:cubicBezTo>
                  <a:cubicBezTo>
                    <a:pt x="292" y="1965"/>
                    <a:pt x="0" y="3423"/>
                    <a:pt x="526" y="4692"/>
                  </a:cubicBezTo>
                  <a:cubicBezTo>
                    <a:pt x="1052" y="5957"/>
                    <a:pt x="2286" y="6785"/>
                    <a:pt x="3660" y="6785"/>
                  </a:cubicBezTo>
                  <a:cubicBezTo>
                    <a:pt x="5533" y="6782"/>
                    <a:pt x="7049" y="5265"/>
                    <a:pt x="7052" y="3393"/>
                  </a:cubicBezTo>
                  <a:cubicBezTo>
                    <a:pt x="7052" y="2022"/>
                    <a:pt x="6225" y="784"/>
                    <a:pt x="4956" y="259"/>
                  </a:cubicBezTo>
                  <a:cubicBezTo>
                    <a:pt x="4537" y="85"/>
                    <a:pt x="4098" y="0"/>
                    <a:pt x="366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4"/>
            <p:cNvSpPr/>
            <p:nvPr/>
          </p:nvSpPr>
          <p:spPr>
            <a:xfrm>
              <a:off x="1667025" y="1506525"/>
              <a:ext cx="88225" cy="84825"/>
            </a:xfrm>
            <a:custGeom>
              <a:avLst/>
              <a:gdLst/>
              <a:ahLst/>
              <a:cxnLst/>
              <a:rect l="l" t="t" r="r" b="b"/>
              <a:pathLst>
                <a:path w="3529" h="3393" extrusionOk="0">
                  <a:moveTo>
                    <a:pt x="1837" y="847"/>
                  </a:moveTo>
                  <a:cubicBezTo>
                    <a:pt x="2045" y="847"/>
                    <a:pt x="2257" y="924"/>
                    <a:pt x="2429" y="1096"/>
                  </a:cubicBezTo>
                  <a:cubicBezTo>
                    <a:pt x="2965" y="1632"/>
                    <a:pt x="2585" y="2545"/>
                    <a:pt x="1832" y="2545"/>
                  </a:cubicBezTo>
                  <a:cubicBezTo>
                    <a:pt x="1364" y="2545"/>
                    <a:pt x="984" y="2165"/>
                    <a:pt x="984" y="1697"/>
                  </a:cubicBezTo>
                  <a:cubicBezTo>
                    <a:pt x="984" y="1185"/>
                    <a:pt x="1402" y="847"/>
                    <a:pt x="1837" y="847"/>
                  </a:cubicBezTo>
                  <a:close/>
                  <a:moveTo>
                    <a:pt x="1830" y="1"/>
                  </a:moveTo>
                  <a:cubicBezTo>
                    <a:pt x="1389" y="1"/>
                    <a:pt x="955" y="172"/>
                    <a:pt x="631" y="496"/>
                  </a:cubicBezTo>
                  <a:cubicBezTo>
                    <a:pt x="146" y="981"/>
                    <a:pt x="0" y="1714"/>
                    <a:pt x="265" y="2345"/>
                  </a:cubicBezTo>
                  <a:cubicBezTo>
                    <a:pt x="526" y="2979"/>
                    <a:pt x="1144" y="3393"/>
                    <a:pt x="1832" y="3393"/>
                  </a:cubicBezTo>
                  <a:cubicBezTo>
                    <a:pt x="2768" y="3393"/>
                    <a:pt x="3528" y="2633"/>
                    <a:pt x="3528" y="1697"/>
                  </a:cubicBezTo>
                  <a:cubicBezTo>
                    <a:pt x="3528" y="1012"/>
                    <a:pt x="3114" y="391"/>
                    <a:pt x="2480" y="130"/>
                  </a:cubicBezTo>
                  <a:cubicBezTo>
                    <a:pt x="2270" y="43"/>
                    <a:pt x="2049" y="1"/>
                    <a:pt x="18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4"/>
            <p:cNvSpPr/>
            <p:nvPr/>
          </p:nvSpPr>
          <p:spPr>
            <a:xfrm>
              <a:off x="1440250" y="1277550"/>
              <a:ext cx="545075" cy="542775"/>
            </a:xfrm>
            <a:custGeom>
              <a:avLst/>
              <a:gdLst/>
              <a:ahLst/>
              <a:cxnLst/>
              <a:rect l="l" t="t" r="r" b="b"/>
              <a:pathLst>
                <a:path w="21803" h="21711" extrusionOk="0">
                  <a:moveTo>
                    <a:pt x="11046" y="2800"/>
                  </a:moveTo>
                  <a:cubicBezTo>
                    <a:pt x="11183" y="2800"/>
                    <a:pt x="11403" y="2827"/>
                    <a:pt x="11724" y="2925"/>
                  </a:cubicBezTo>
                  <a:cubicBezTo>
                    <a:pt x="13112" y="3352"/>
                    <a:pt x="14926" y="4614"/>
                    <a:pt x="15561" y="5992"/>
                  </a:cubicBezTo>
                  <a:cubicBezTo>
                    <a:pt x="15639" y="6158"/>
                    <a:pt x="15792" y="6236"/>
                    <a:pt x="15944" y="6236"/>
                  </a:cubicBezTo>
                  <a:cubicBezTo>
                    <a:pt x="16136" y="6236"/>
                    <a:pt x="16327" y="6112"/>
                    <a:pt x="16365" y="5883"/>
                  </a:cubicBezTo>
                  <a:cubicBezTo>
                    <a:pt x="16443" y="5411"/>
                    <a:pt x="16548" y="5232"/>
                    <a:pt x="16595" y="5174"/>
                  </a:cubicBezTo>
                  <a:cubicBezTo>
                    <a:pt x="16677" y="5222"/>
                    <a:pt x="16863" y="5395"/>
                    <a:pt x="17091" y="5829"/>
                  </a:cubicBezTo>
                  <a:cubicBezTo>
                    <a:pt x="17769" y="7111"/>
                    <a:pt x="18162" y="9289"/>
                    <a:pt x="17637" y="10710"/>
                  </a:cubicBezTo>
                  <a:cubicBezTo>
                    <a:pt x="17527" y="11010"/>
                    <a:pt x="17766" y="11283"/>
                    <a:pt x="18037" y="11283"/>
                  </a:cubicBezTo>
                  <a:cubicBezTo>
                    <a:pt x="18118" y="11283"/>
                    <a:pt x="18203" y="11258"/>
                    <a:pt x="18281" y="11202"/>
                  </a:cubicBezTo>
                  <a:cubicBezTo>
                    <a:pt x="18671" y="10924"/>
                    <a:pt x="18871" y="10869"/>
                    <a:pt x="18946" y="10863"/>
                  </a:cubicBezTo>
                  <a:lnTo>
                    <a:pt x="18946" y="10863"/>
                  </a:lnTo>
                  <a:cubicBezTo>
                    <a:pt x="18970" y="10954"/>
                    <a:pt x="18980" y="11209"/>
                    <a:pt x="18834" y="11677"/>
                  </a:cubicBezTo>
                  <a:cubicBezTo>
                    <a:pt x="18407" y="13068"/>
                    <a:pt x="17145" y="14882"/>
                    <a:pt x="15768" y="15517"/>
                  </a:cubicBezTo>
                  <a:cubicBezTo>
                    <a:pt x="15388" y="15690"/>
                    <a:pt x="15466" y="16249"/>
                    <a:pt x="15876" y="16321"/>
                  </a:cubicBezTo>
                  <a:cubicBezTo>
                    <a:pt x="16351" y="16399"/>
                    <a:pt x="16527" y="16504"/>
                    <a:pt x="16585" y="16548"/>
                  </a:cubicBezTo>
                  <a:cubicBezTo>
                    <a:pt x="16538" y="16629"/>
                    <a:pt x="16365" y="16816"/>
                    <a:pt x="15934" y="17047"/>
                  </a:cubicBezTo>
                  <a:cubicBezTo>
                    <a:pt x="15062" y="17507"/>
                    <a:pt x="13779" y="17836"/>
                    <a:pt x="12601" y="17836"/>
                  </a:cubicBezTo>
                  <a:cubicBezTo>
                    <a:pt x="12042" y="17836"/>
                    <a:pt x="11506" y="17762"/>
                    <a:pt x="11049" y="17593"/>
                  </a:cubicBezTo>
                  <a:cubicBezTo>
                    <a:pt x="10997" y="17573"/>
                    <a:pt x="10946" y="17564"/>
                    <a:pt x="10898" y="17564"/>
                  </a:cubicBezTo>
                  <a:cubicBezTo>
                    <a:pt x="10578" y="17564"/>
                    <a:pt x="10348" y="17943"/>
                    <a:pt x="10557" y="18237"/>
                  </a:cubicBezTo>
                  <a:cubicBezTo>
                    <a:pt x="10835" y="18627"/>
                    <a:pt x="10890" y="18827"/>
                    <a:pt x="10896" y="18902"/>
                  </a:cubicBezTo>
                  <a:cubicBezTo>
                    <a:pt x="10868" y="18909"/>
                    <a:pt x="10823" y="18915"/>
                    <a:pt x="10760" y="18915"/>
                  </a:cubicBezTo>
                  <a:cubicBezTo>
                    <a:pt x="10624" y="18915"/>
                    <a:pt x="10403" y="18888"/>
                    <a:pt x="10082" y="18790"/>
                  </a:cubicBezTo>
                  <a:cubicBezTo>
                    <a:pt x="8695" y="18363"/>
                    <a:pt x="6877" y="17101"/>
                    <a:pt x="6242" y="15724"/>
                  </a:cubicBezTo>
                  <a:cubicBezTo>
                    <a:pt x="6166" y="15555"/>
                    <a:pt x="6013" y="15476"/>
                    <a:pt x="5861" y="15476"/>
                  </a:cubicBezTo>
                  <a:cubicBezTo>
                    <a:pt x="5670" y="15476"/>
                    <a:pt x="5480" y="15602"/>
                    <a:pt x="5442" y="15832"/>
                  </a:cubicBezTo>
                  <a:cubicBezTo>
                    <a:pt x="5360" y="16304"/>
                    <a:pt x="5259" y="16483"/>
                    <a:pt x="5211" y="16541"/>
                  </a:cubicBezTo>
                  <a:cubicBezTo>
                    <a:pt x="5130" y="16494"/>
                    <a:pt x="4943" y="16321"/>
                    <a:pt x="4713" y="15886"/>
                  </a:cubicBezTo>
                  <a:cubicBezTo>
                    <a:pt x="4034" y="14604"/>
                    <a:pt x="3644" y="12426"/>
                    <a:pt x="4166" y="11005"/>
                  </a:cubicBezTo>
                  <a:cubicBezTo>
                    <a:pt x="4278" y="10703"/>
                    <a:pt x="4041" y="10431"/>
                    <a:pt x="3769" y="10431"/>
                  </a:cubicBezTo>
                  <a:cubicBezTo>
                    <a:pt x="3687" y="10431"/>
                    <a:pt x="3602" y="10456"/>
                    <a:pt x="3522" y="10513"/>
                  </a:cubicBezTo>
                  <a:cubicBezTo>
                    <a:pt x="3132" y="10791"/>
                    <a:pt x="2935" y="10842"/>
                    <a:pt x="2860" y="10852"/>
                  </a:cubicBezTo>
                  <a:cubicBezTo>
                    <a:pt x="2837" y="10757"/>
                    <a:pt x="2826" y="10506"/>
                    <a:pt x="2969" y="10038"/>
                  </a:cubicBezTo>
                  <a:cubicBezTo>
                    <a:pt x="3396" y="8648"/>
                    <a:pt x="4662" y="6833"/>
                    <a:pt x="6035" y="6198"/>
                  </a:cubicBezTo>
                  <a:cubicBezTo>
                    <a:pt x="6415" y="6025"/>
                    <a:pt x="6341" y="5466"/>
                    <a:pt x="5930" y="5395"/>
                  </a:cubicBezTo>
                  <a:cubicBezTo>
                    <a:pt x="5455" y="5316"/>
                    <a:pt x="5279" y="5211"/>
                    <a:pt x="5218" y="5167"/>
                  </a:cubicBezTo>
                  <a:cubicBezTo>
                    <a:pt x="5269" y="5086"/>
                    <a:pt x="5442" y="4899"/>
                    <a:pt x="5873" y="4669"/>
                  </a:cubicBezTo>
                  <a:cubicBezTo>
                    <a:pt x="6745" y="4208"/>
                    <a:pt x="8027" y="3879"/>
                    <a:pt x="9205" y="3879"/>
                  </a:cubicBezTo>
                  <a:cubicBezTo>
                    <a:pt x="9763" y="3879"/>
                    <a:pt x="10298" y="3953"/>
                    <a:pt x="10754" y="4122"/>
                  </a:cubicBezTo>
                  <a:cubicBezTo>
                    <a:pt x="10806" y="4142"/>
                    <a:pt x="10857" y="4151"/>
                    <a:pt x="10907" y="4151"/>
                  </a:cubicBezTo>
                  <a:cubicBezTo>
                    <a:pt x="11228" y="4151"/>
                    <a:pt x="11458" y="3772"/>
                    <a:pt x="11249" y="3478"/>
                  </a:cubicBezTo>
                  <a:cubicBezTo>
                    <a:pt x="10968" y="3088"/>
                    <a:pt x="10917" y="2888"/>
                    <a:pt x="10910" y="2813"/>
                  </a:cubicBezTo>
                  <a:cubicBezTo>
                    <a:pt x="10939" y="2806"/>
                    <a:pt x="10984" y="2800"/>
                    <a:pt x="11046" y="2800"/>
                  </a:cubicBezTo>
                  <a:close/>
                  <a:moveTo>
                    <a:pt x="12000" y="0"/>
                  </a:moveTo>
                  <a:cubicBezTo>
                    <a:pt x="11814" y="0"/>
                    <a:pt x="11642" y="123"/>
                    <a:pt x="11592" y="313"/>
                  </a:cubicBezTo>
                  <a:cubicBezTo>
                    <a:pt x="11531" y="544"/>
                    <a:pt x="11670" y="781"/>
                    <a:pt x="11904" y="835"/>
                  </a:cubicBezTo>
                  <a:cubicBezTo>
                    <a:pt x="13681" y="1310"/>
                    <a:pt x="15398" y="3034"/>
                    <a:pt x="16073" y="4499"/>
                  </a:cubicBezTo>
                  <a:cubicBezTo>
                    <a:pt x="15975" y="4584"/>
                    <a:pt x="15890" y="4686"/>
                    <a:pt x="15829" y="4801"/>
                  </a:cubicBezTo>
                  <a:cubicBezTo>
                    <a:pt x="14607" y="3173"/>
                    <a:pt x="12318" y="1989"/>
                    <a:pt x="11110" y="1955"/>
                  </a:cubicBezTo>
                  <a:cubicBezTo>
                    <a:pt x="11082" y="1953"/>
                    <a:pt x="11055" y="1952"/>
                    <a:pt x="11027" y="1952"/>
                  </a:cubicBezTo>
                  <a:cubicBezTo>
                    <a:pt x="10889" y="1952"/>
                    <a:pt x="10751" y="1974"/>
                    <a:pt x="10618" y="2016"/>
                  </a:cubicBezTo>
                  <a:cubicBezTo>
                    <a:pt x="9810" y="1667"/>
                    <a:pt x="8761" y="1469"/>
                    <a:pt x="7684" y="1469"/>
                  </a:cubicBezTo>
                  <a:cubicBezTo>
                    <a:pt x="7640" y="1469"/>
                    <a:pt x="7596" y="1469"/>
                    <a:pt x="7552" y="1470"/>
                  </a:cubicBezTo>
                  <a:cubicBezTo>
                    <a:pt x="6249" y="1490"/>
                    <a:pt x="5025" y="1795"/>
                    <a:pt x="4102" y="2328"/>
                  </a:cubicBezTo>
                  <a:cubicBezTo>
                    <a:pt x="3895" y="2447"/>
                    <a:pt x="3827" y="2705"/>
                    <a:pt x="3942" y="2911"/>
                  </a:cubicBezTo>
                  <a:cubicBezTo>
                    <a:pt x="4022" y="3047"/>
                    <a:pt x="4164" y="3123"/>
                    <a:pt x="4311" y="3123"/>
                  </a:cubicBezTo>
                  <a:cubicBezTo>
                    <a:pt x="4384" y="3123"/>
                    <a:pt x="4458" y="3104"/>
                    <a:pt x="4526" y="3064"/>
                  </a:cubicBezTo>
                  <a:cubicBezTo>
                    <a:pt x="5418" y="2549"/>
                    <a:pt x="6574" y="2323"/>
                    <a:pt x="7684" y="2323"/>
                  </a:cubicBezTo>
                  <a:cubicBezTo>
                    <a:pt x="8555" y="2323"/>
                    <a:pt x="9397" y="2462"/>
                    <a:pt x="10062" y="2708"/>
                  </a:cubicBezTo>
                  <a:cubicBezTo>
                    <a:pt x="10055" y="2837"/>
                    <a:pt x="10069" y="2969"/>
                    <a:pt x="10103" y="3091"/>
                  </a:cubicBezTo>
                  <a:cubicBezTo>
                    <a:pt x="9812" y="3050"/>
                    <a:pt x="9511" y="3030"/>
                    <a:pt x="9208" y="3030"/>
                  </a:cubicBezTo>
                  <a:cubicBezTo>
                    <a:pt x="7411" y="3030"/>
                    <a:pt x="5505" y="3706"/>
                    <a:pt x="4753" y="4414"/>
                  </a:cubicBezTo>
                  <a:cubicBezTo>
                    <a:pt x="4631" y="4526"/>
                    <a:pt x="4526" y="4658"/>
                    <a:pt x="4451" y="4808"/>
                  </a:cubicBezTo>
                  <a:cubicBezTo>
                    <a:pt x="3596" y="5147"/>
                    <a:pt x="2674" y="5785"/>
                    <a:pt x="1894" y="6592"/>
                  </a:cubicBezTo>
                  <a:cubicBezTo>
                    <a:pt x="988" y="7525"/>
                    <a:pt x="337" y="8607"/>
                    <a:pt x="62" y="9638"/>
                  </a:cubicBezTo>
                  <a:cubicBezTo>
                    <a:pt x="1" y="9862"/>
                    <a:pt x="136" y="10096"/>
                    <a:pt x="360" y="10157"/>
                  </a:cubicBezTo>
                  <a:cubicBezTo>
                    <a:pt x="398" y="10167"/>
                    <a:pt x="435" y="10171"/>
                    <a:pt x="472" y="10171"/>
                  </a:cubicBezTo>
                  <a:cubicBezTo>
                    <a:pt x="662" y="10171"/>
                    <a:pt x="832" y="10042"/>
                    <a:pt x="883" y="9855"/>
                  </a:cubicBezTo>
                  <a:cubicBezTo>
                    <a:pt x="1358" y="8081"/>
                    <a:pt x="3077" y="6365"/>
                    <a:pt x="4546" y="5690"/>
                  </a:cubicBezTo>
                  <a:cubicBezTo>
                    <a:pt x="4631" y="5788"/>
                    <a:pt x="4733" y="5869"/>
                    <a:pt x="4845" y="5934"/>
                  </a:cubicBezTo>
                  <a:cubicBezTo>
                    <a:pt x="3220" y="7152"/>
                    <a:pt x="2033" y="9441"/>
                    <a:pt x="1999" y="10649"/>
                  </a:cubicBezTo>
                  <a:cubicBezTo>
                    <a:pt x="1992" y="10815"/>
                    <a:pt x="2012" y="10981"/>
                    <a:pt x="2063" y="11141"/>
                  </a:cubicBezTo>
                  <a:cubicBezTo>
                    <a:pt x="1697" y="11985"/>
                    <a:pt x="1500" y="13088"/>
                    <a:pt x="1517" y="14211"/>
                  </a:cubicBezTo>
                  <a:cubicBezTo>
                    <a:pt x="1537" y="15510"/>
                    <a:pt x="1839" y="16734"/>
                    <a:pt x="2375" y="17660"/>
                  </a:cubicBezTo>
                  <a:cubicBezTo>
                    <a:pt x="2453" y="17795"/>
                    <a:pt x="2594" y="17869"/>
                    <a:pt x="2740" y="17869"/>
                  </a:cubicBezTo>
                  <a:cubicBezTo>
                    <a:pt x="2812" y="17869"/>
                    <a:pt x="2885" y="17851"/>
                    <a:pt x="2952" y="17813"/>
                  </a:cubicBezTo>
                  <a:cubicBezTo>
                    <a:pt x="3152" y="17694"/>
                    <a:pt x="3223" y="17437"/>
                    <a:pt x="3108" y="17236"/>
                  </a:cubicBezTo>
                  <a:cubicBezTo>
                    <a:pt x="2189" y="15642"/>
                    <a:pt x="2192" y="13213"/>
                    <a:pt x="2752" y="11697"/>
                  </a:cubicBezTo>
                  <a:lnTo>
                    <a:pt x="2752" y="11697"/>
                  </a:lnTo>
                  <a:cubicBezTo>
                    <a:pt x="2779" y="11699"/>
                    <a:pt x="2807" y="11700"/>
                    <a:pt x="2835" y="11700"/>
                  </a:cubicBezTo>
                  <a:cubicBezTo>
                    <a:pt x="2937" y="11700"/>
                    <a:pt x="3040" y="11686"/>
                    <a:pt x="3139" y="11656"/>
                  </a:cubicBezTo>
                  <a:lnTo>
                    <a:pt x="3139" y="11656"/>
                  </a:lnTo>
                  <a:cubicBezTo>
                    <a:pt x="2850" y="13671"/>
                    <a:pt x="3630" y="16127"/>
                    <a:pt x="4458" y="17006"/>
                  </a:cubicBezTo>
                  <a:cubicBezTo>
                    <a:pt x="4570" y="17128"/>
                    <a:pt x="4706" y="17230"/>
                    <a:pt x="4852" y="17308"/>
                  </a:cubicBezTo>
                  <a:cubicBezTo>
                    <a:pt x="5191" y="18163"/>
                    <a:pt x="5832" y="19082"/>
                    <a:pt x="6636" y="19862"/>
                  </a:cubicBezTo>
                  <a:cubicBezTo>
                    <a:pt x="7569" y="20768"/>
                    <a:pt x="8651" y="21419"/>
                    <a:pt x="9682" y="21697"/>
                  </a:cubicBezTo>
                  <a:cubicBezTo>
                    <a:pt x="9719" y="21704"/>
                    <a:pt x="9757" y="21711"/>
                    <a:pt x="9794" y="21711"/>
                  </a:cubicBezTo>
                  <a:cubicBezTo>
                    <a:pt x="10004" y="21711"/>
                    <a:pt x="10184" y="21551"/>
                    <a:pt x="10211" y="21341"/>
                  </a:cubicBezTo>
                  <a:cubicBezTo>
                    <a:pt x="10242" y="21131"/>
                    <a:pt x="10106" y="20931"/>
                    <a:pt x="9903" y="20876"/>
                  </a:cubicBezTo>
                  <a:cubicBezTo>
                    <a:pt x="8125" y="20401"/>
                    <a:pt x="6409" y="18682"/>
                    <a:pt x="5734" y="17216"/>
                  </a:cubicBezTo>
                  <a:cubicBezTo>
                    <a:pt x="5832" y="17131"/>
                    <a:pt x="5917" y="17030"/>
                    <a:pt x="5978" y="16914"/>
                  </a:cubicBezTo>
                  <a:cubicBezTo>
                    <a:pt x="7199" y="18539"/>
                    <a:pt x="9489" y="19726"/>
                    <a:pt x="10696" y="19760"/>
                  </a:cubicBezTo>
                  <a:lnTo>
                    <a:pt x="10751" y="19760"/>
                  </a:lnTo>
                  <a:cubicBezTo>
                    <a:pt x="10760" y="19760"/>
                    <a:pt x="10769" y="19761"/>
                    <a:pt x="10779" y="19761"/>
                  </a:cubicBezTo>
                  <a:cubicBezTo>
                    <a:pt x="10918" y="19761"/>
                    <a:pt x="11055" y="19737"/>
                    <a:pt x="11188" y="19696"/>
                  </a:cubicBezTo>
                  <a:cubicBezTo>
                    <a:pt x="11996" y="20049"/>
                    <a:pt x="13044" y="20242"/>
                    <a:pt x="14119" y="20242"/>
                  </a:cubicBezTo>
                  <a:lnTo>
                    <a:pt x="14255" y="20242"/>
                  </a:lnTo>
                  <a:cubicBezTo>
                    <a:pt x="15557" y="20222"/>
                    <a:pt x="16782" y="19920"/>
                    <a:pt x="17705" y="19384"/>
                  </a:cubicBezTo>
                  <a:cubicBezTo>
                    <a:pt x="17908" y="19268"/>
                    <a:pt x="17979" y="19007"/>
                    <a:pt x="17864" y="18804"/>
                  </a:cubicBezTo>
                  <a:cubicBezTo>
                    <a:pt x="17785" y="18668"/>
                    <a:pt x="17642" y="18593"/>
                    <a:pt x="17496" y="18593"/>
                  </a:cubicBezTo>
                  <a:cubicBezTo>
                    <a:pt x="17423" y="18593"/>
                    <a:pt x="17348" y="18611"/>
                    <a:pt x="17281" y="18651"/>
                  </a:cubicBezTo>
                  <a:cubicBezTo>
                    <a:pt x="16389" y="19166"/>
                    <a:pt x="15233" y="19392"/>
                    <a:pt x="14122" y="19392"/>
                  </a:cubicBezTo>
                  <a:cubicBezTo>
                    <a:pt x="13252" y="19392"/>
                    <a:pt x="12409" y="19253"/>
                    <a:pt x="11744" y="19007"/>
                  </a:cubicBezTo>
                  <a:cubicBezTo>
                    <a:pt x="11751" y="18878"/>
                    <a:pt x="11738" y="18746"/>
                    <a:pt x="11704" y="18620"/>
                  </a:cubicBezTo>
                  <a:lnTo>
                    <a:pt x="11704" y="18620"/>
                  </a:lnTo>
                  <a:cubicBezTo>
                    <a:pt x="11995" y="18662"/>
                    <a:pt x="12296" y="18682"/>
                    <a:pt x="12600" y="18682"/>
                  </a:cubicBezTo>
                  <a:cubicBezTo>
                    <a:pt x="14394" y="18682"/>
                    <a:pt x="16299" y="18009"/>
                    <a:pt x="17050" y="17301"/>
                  </a:cubicBezTo>
                  <a:cubicBezTo>
                    <a:pt x="17175" y="17189"/>
                    <a:pt x="17277" y="17053"/>
                    <a:pt x="17355" y="16907"/>
                  </a:cubicBezTo>
                  <a:cubicBezTo>
                    <a:pt x="18210" y="16568"/>
                    <a:pt x="19129" y="15931"/>
                    <a:pt x="19909" y="15123"/>
                  </a:cubicBezTo>
                  <a:cubicBezTo>
                    <a:pt x="20815" y="14190"/>
                    <a:pt x="21466" y="13108"/>
                    <a:pt x="21741" y="12077"/>
                  </a:cubicBezTo>
                  <a:cubicBezTo>
                    <a:pt x="21802" y="11850"/>
                    <a:pt x="21670" y="11619"/>
                    <a:pt x="21446" y="11558"/>
                  </a:cubicBezTo>
                  <a:cubicBezTo>
                    <a:pt x="21409" y="11548"/>
                    <a:pt x="21372" y="11543"/>
                    <a:pt x="21336" y="11543"/>
                  </a:cubicBezTo>
                  <a:cubicBezTo>
                    <a:pt x="21147" y="11543"/>
                    <a:pt x="20975" y="11669"/>
                    <a:pt x="20924" y="11857"/>
                  </a:cubicBezTo>
                  <a:cubicBezTo>
                    <a:pt x="20449" y="13634"/>
                    <a:pt x="18726" y="15350"/>
                    <a:pt x="17260" y="16025"/>
                  </a:cubicBezTo>
                  <a:cubicBezTo>
                    <a:pt x="17175" y="15927"/>
                    <a:pt x="17074" y="15842"/>
                    <a:pt x="16958" y="15781"/>
                  </a:cubicBezTo>
                  <a:cubicBezTo>
                    <a:pt x="18587" y="14563"/>
                    <a:pt x="19770" y="12270"/>
                    <a:pt x="19804" y="11063"/>
                  </a:cubicBezTo>
                  <a:cubicBezTo>
                    <a:pt x="19814" y="10897"/>
                    <a:pt x="19791" y="10730"/>
                    <a:pt x="19743" y="10574"/>
                  </a:cubicBezTo>
                  <a:cubicBezTo>
                    <a:pt x="20106" y="9730"/>
                    <a:pt x="20306" y="8627"/>
                    <a:pt x="20289" y="7504"/>
                  </a:cubicBezTo>
                  <a:cubicBezTo>
                    <a:pt x="20269" y="6202"/>
                    <a:pt x="19964" y="4977"/>
                    <a:pt x="19431" y="4055"/>
                  </a:cubicBezTo>
                  <a:cubicBezTo>
                    <a:pt x="19352" y="3921"/>
                    <a:pt x="19210" y="3844"/>
                    <a:pt x="19063" y="3844"/>
                  </a:cubicBezTo>
                  <a:cubicBezTo>
                    <a:pt x="18991" y="3844"/>
                    <a:pt x="18918" y="3863"/>
                    <a:pt x="18851" y="3902"/>
                  </a:cubicBezTo>
                  <a:cubicBezTo>
                    <a:pt x="18651" y="4017"/>
                    <a:pt x="18580" y="4275"/>
                    <a:pt x="18695" y="4479"/>
                  </a:cubicBezTo>
                  <a:cubicBezTo>
                    <a:pt x="19614" y="6070"/>
                    <a:pt x="19611" y="8502"/>
                    <a:pt x="19051" y="10015"/>
                  </a:cubicBezTo>
                  <a:cubicBezTo>
                    <a:pt x="19030" y="10013"/>
                    <a:pt x="19008" y="10013"/>
                    <a:pt x="18987" y="10013"/>
                  </a:cubicBezTo>
                  <a:cubicBezTo>
                    <a:pt x="18879" y="10013"/>
                    <a:pt x="18770" y="10027"/>
                    <a:pt x="18668" y="10055"/>
                  </a:cubicBezTo>
                  <a:cubicBezTo>
                    <a:pt x="18956" y="8044"/>
                    <a:pt x="18173" y="5588"/>
                    <a:pt x="17345" y="4709"/>
                  </a:cubicBezTo>
                  <a:cubicBezTo>
                    <a:pt x="17233" y="4584"/>
                    <a:pt x="17101" y="4482"/>
                    <a:pt x="16951" y="4404"/>
                  </a:cubicBezTo>
                  <a:cubicBezTo>
                    <a:pt x="16616" y="3549"/>
                    <a:pt x="15975" y="2630"/>
                    <a:pt x="15171" y="1850"/>
                  </a:cubicBezTo>
                  <a:cubicBezTo>
                    <a:pt x="14238" y="944"/>
                    <a:pt x="13152" y="293"/>
                    <a:pt x="12121" y="18"/>
                  </a:cubicBezTo>
                  <a:cubicBezTo>
                    <a:pt x="12081" y="6"/>
                    <a:pt x="12040" y="0"/>
                    <a:pt x="1200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4"/>
            <p:cNvSpPr/>
            <p:nvPr/>
          </p:nvSpPr>
          <p:spPr>
            <a:xfrm>
              <a:off x="1601225" y="1440925"/>
              <a:ext cx="26825" cy="21200"/>
            </a:xfrm>
            <a:custGeom>
              <a:avLst/>
              <a:gdLst/>
              <a:ahLst/>
              <a:cxnLst/>
              <a:rect l="l" t="t" r="r" b="b"/>
              <a:pathLst>
                <a:path w="1073" h="848" extrusionOk="0">
                  <a:moveTo>
                    <a:pt x="565" y="0"/>
                  </a:moveTo>
                  <a:cubicBezTo>
                    <a:pt x="458" y="0"/>
                    <a:pt x="349" y="40"/>
                    <a:pt x="265" y="125"/>
                  </a:cubicBezTo>
                  <a:cubicBezTo>
                    <a:pt x="0" y="389"/>
                    <a:pt x="187" y="847"/>
                    <a:pt x="567" y="847"/>
                  </a:cubicBezTo>
                  <a:cubicBezTo>
                    <a:pt x="869" y="847"/>
                    <a:pt x="1072" y="542"/>
                    <a:pt x="957" y="260"/>
                  </a:cubicBezTo>
                  <a:cubicBezTo>
                    <a:pt x="887" y="93"/>
                    <a:pt x="727" y="0"/>
                    <a:pt x="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6" name="Google Shape;2536;p54"/>
          <p:cNvGrpSpPr/>
          <p:nvPr/>
        </p:nvGrpSpPr>
        <p:grpSpPr>
          <a:xfrm>
            <a:off x="5257532" y="1802602"/>
            <a:ext cx="303839" cy="367133"/>
            <a:chOff x="2966325" y="2875250"/>
            <a:chExt cx="449200" cy="542775"/>
          </a:xfrm>
        </p:grpSpPr>
        <p:sp>
          <p:nvSpPr>
            <p:cNvPr id="2537" name="Google Shape;2537;p54"/>
            <p:cNvSpPr/>
            <p:nvPr/>
          </p:nvSpPr>
          <p:spPr>
            <a:xfrm>
              <a:off x="3031875" y="2917675"/>
              <a:ext cx="318025" cy="103775"/>
            </a:xfrm>
            <a:custGeom>
              <a:avLst/>
              <a:gdLst/>
              <a:ahLst/>
              <a:cxnLst/>
              <a:rect l="l" t="t" r="r" b="b"/>
              <a:pathLst>
                <a:path w="12721" h="4151" extrusionOk="0">
                  <a:moveTo>
                    <a:pt x="6360" y="0"/>
                  </a:moveTo>
                  <a:cubicBezTo>
                    <a:pt x="3297" y="0"/>
                    <a:pt x="0" y="662"/>
                    <a:pt x="0" y="2120"/>
                  </a:cubicBezTo>
                  <a:cubicBezTo>
                    <a:pt x="0" y="3602"/>
                    <a:pt x="3375" y="4047"/>
                    <a:pt x="4410" y="4149"/>
                  </a:cubicBezTo>
                  <a:lnTo>
                    <a:pt x="4454" y="4149"/>
                  </a:lnTo>
                  <a:cubicBezTo>
                    <a:pt x="4460" y="4149"/>
                    <a:pt x="4467" y="4149"/>
                    <a:pt x="4473" y="4149"/>
                  </a:cubicBezTo>
                  <a:cubicBezTo>
                    <a:pt x="4699" y="4149"/>
                    <a:pt x="4885" y="3973"/>
                    <a:pt x="4898" y="3745"/>
                  </a:cubicBezTo>
                  <a:cubicBezTo>
                    <a:pt x="4909" y="3511"/>
                    <a:pt x="4729" y="3311"/>
                    <a:pt x="4495" y="3301"/>
                  </a:cubicBezTo>
                  <a:lnTo>
                    <a:pt x="4495" y="3304"/>
                  </a:lnTo>
                  <a:cubicBezTo>
                    <a:pt x="3386" y="3195"/>
                    <a:pt x="2398" y="2989"/>
                    <a:pt x="1717" y="2724"/>
                  </a:cubicBezTo>
                  <a:cubicBezTo>
                    <a:pt x="1004" y="2442"/>
                    <a:pt x="848" y="2191"/>
                    <a:pt x="848" y="2120"/>
                  </a:cubicBezTo>
                  <a:cubicBezTo>
                    <a:pt x="848" y="2022"/>
                    <a:pt x="1113" y="1662"/>
                    <a:pt x="2280" y="1326"/>
                  </a:cubicBezTo>
                  <a:cubicBezTo>
                    <a:pt x="3365" y="1018"/>
                    <a:pt x="4814" y="848"/>
                    <a:pt x="6360" y="848"/>
                  </a:cubicBezTo>
                  <a:cubicBezTo>
                    <a:pt x="7911" y="848"/>
                    <a:pt x="9359" y="1018"/>
                    <a:pt x="10445" y="1326"/>
                  </a:cubicBezTo>
                  <a:cubicBezTo>
                    <a:pt x="11612" y="1662"/>
                    <a:pt x="11873" y="2018"/>
                    <a:pt x="11873" y="2120"/>
                  </a:cubicBezTo>
                  <a:cubicBezTo>
                    <a:pt x="11873" y="2191"/>
                    <a:pt x="11720" y="2442"/>
                    <a:pt x="11008" y="2724"/>
                  </a:cubicBezTo>
                  <a:cubicBezTo>
                    <a:pt x="10326" y="2989"/>
                    <a:pt x="9339" y="3195"/>
                    <a:pt x="8230" y="3304"/>
                  </a:cubicBezTo>
                  <a:cubicBezTo>
                    <a:pt x="7995" y="3328"/>
                    <a:pt x="7826" y="3535"/>
                    <a:pt x="7850" y="3765"/>
                  </a:cubicBezTo>
                  <a:cubicBezTo>
                    <a:pt x="7869" y="3987"/>
                    <a:pt x="8055" y="4150"/>
                    <a:pt x="8273" y="4150"/>
                  </a:cubicBezTo>
                  <a:cubicBezTo>
                    <a:pt x="8285" y="4150"/>
                    <a:pt x="8298" y="4150"/>
                    <a:pt x="8311" y="4149"/>
                  </a:cubicBezTo>
                  <a:cubicBezTo>
                    <a:pt x="9346" y="4047"/>
                    <a:pt x="12721" y="3606"/>
                    <a:pt x="12721" y="2120"/>
                  </a:cubicBezTo>
                  <a:cubicBezTo>
                    <a:pt x="12721" y="662"/>
                    <a:pt x="9424" y="0"/>
                    <a:pt x="63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4"/>
            <p:cNvSpPr/>
            <p:nvPr/>
          </p:nvSpPr>
          <p:spPr>
            <a:xfrm>
              <a:off x="3137025" y="2960225"/>
              <a:ext cx="107725" cy="21225"/>
            </a:xfrm>
            <a:custGeom>
              <a:avLst/>
              <a:gdLst/>
              <a:ahLst/>
              <a:cxnLst/>
              <a:rect l="l" t="t" r="r" b="b"/>
              <a:pathLst>
                <a:path w="4309" h="849" extrusionOk="0">
                  <a:moveTo>
                    <a:pt x="465" y="1"/>
                  </a:moveTo>
                  <a:cubicBezTo>
                    <a:pt x="254" y="1"/>
                    <a:pt x="75" y="152"/>
                    <a:pt x="41" y="360"/>
                  </a:cubicBezTo>
                  <a:cubicBezTo>
                    <a:pt x="0" y="618"/>
                    <a:pt x="201" y="849"/>
                    <a:pt x="458" y="849"/>
                  </a:cubicBezTo>
                  <a:lnTo>
                    <a:pt x="3851" y="849"/>
                  </a:lnTo>
                  <a:cubicBezTo>
                    <a:pt x="4112" y="849"/>
                    <a:pt x="4308" y="618"/>
                    <a:pt x="4271" y="360"/>
                  </a:cubicBezTo>
                  <a:cubicBezTo>
                    <a:pt x="4238" y="152"/>
                    <a:pt x="4055" y="1"/>
                    <a:pt x="3847" y="1"/>
                  </a:cubicBezTo>
                  <a:cubicBezTo>
                    <a:pt x="3845" y="1"/>
                    <a:pt x="3843" y="1"/>
                    <a:pt x="3840" y="1"/>
                  </a:cubicBezTo>
                  <a:lnTo>
                    <a:pt x="472" y="1"/>
                  </a:lnTo>
                  <a:cubicBezTo>
                    <a:pt x="470" y="1"/>
                    <a:pt x="467" y="1"/>
                    <a:pt x="4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4"/>
            <p:cNvSpPr/>
            <p:nvPr/>
          </p:nvSpPr>
          <p:spPr>
            <a:xfrm>
              <a:off x="2968350" y="2875250"/>
              <a:ext cx="445250" cy="542775"/>
            </a:xfrm>
            <a:custGeom>
              <a:avLst/>
              <a:gdLst/>
              <a:ahLst/>
              <a:cxnLst/>
              <a:rect l="l" t="t" r="r" b="b"/>
              <a:pathLst>
                <a:path w="17810" h="21711" extrusionOk="0">
                  <a:moveTo>
                    <a:pt x="8901" y="849"/>
                  </a:moveTo>
                  <a:cubicBezTo>
                    <a:pt x="13650" y="849"/>
                    <a:pt x="16958" y="2416"/>
                    <a:pt x="16958" y="3817"/>
                  </a:cubicBezTo>
                  <a:cubicBezTo>
                    <a:pt x="16958" y="5221"/>
                    <a:pt x="13650" y="6785"/>
                    <a:pt x="8901" y="6785"/>
                  </a:cubicBezTo>
                  <a:cubicBezTo>
                    <a:pt x="4152" y="6785"/>
                    <a:pt x="845" y="5221"/>
                    <a:pt x="845" y="3817"/>
                  </a:cubicBezTo>
                  <a:cubicBezTo>
                    <a:pt x="845" y="2416"/>
                    <a:pt x="4152" y="849"/>
                    <a:pt x="8901" y="849"/>
                  </a:cubicBezTo>
                  <a:close/>
                  <a:moveTo>
                    <a:pt x="12551" y="7311"/>
                  </a:moveTo>
                  <a:cubicBezTo>
                    <a:pt x="11741" y="8491"/>
                    <a:pt x="11276" y="10069"/>
                    <a:pt x="11276" y="11751"/>
                  </a:cubicBezTo>
                  <a:cubicBezTo>
                    <a:pt x="11276" y="13400"/>
                    <a:pt x="11720" y="14943"/>
                    <a:pt x="12501" y="16114"/>
                  </a:cubicBezTo>
                  <a:cubicBezTo>
                    <a:pt x="11459" y="15893"/>
                    <a:pt x="10211" y="15774"/>
                    <a:pt x="8905" y="15774"/>
                  </a:cubicBezTo>
                  <a:cubicBezTo>
                    <a:pt x="8684" y="15774"/>
                    <a:pt x="8464" y="15778"/>
                    <a:pt x="8243" y="15785"/>
                  </a:cubicBezTo>
                  <a:cubicBezTo>
                    <a:pt x="8508" y="14994"/>
                    <a:pt x="8688" y="14055"/>
                    <a:pt x="8773" y="13037"/>
                  </a:cubicBezTo>
                  <a:cubicBezTo>
                    <a:pt x="8789" y="12806"/>
                    <a:pt x="8616" y="12603"/>
                    <a:pt x="8386" y="12586"/>
                  </a:cubicBezTo>
                  <a:cubicBezTo>
                    <a:pt x="8373" y="12585"/>
                    <a:pt x="8360" y="12584"/>
                    <a:pt x="8348" y="12584"/>
                  </a:cubicBezTo>
                  <a:cubicBezTo>
                    <a:pt x="8130" y="12584"/>
                    <a:pt x="7947" y="12748"/>
                    <a:pt x="7928" y="12966"/>
                  </a:cubicBezTo>
                  <a:cubicBezTo>
                    <a:pt x="7836" y="14061"/>
                    <a:pt x="7629" y="15052"/>
                    <a:pt x="7324" y="15835"/>
                  </a:cubicBezTo>
                  <a:cubicBezTo>
                    <a:pt x="6649" y="15883"/>
                    <a:pt x="5974" y="15978"/>
                    <a:pt x="5309" y="16114"/>
                  </a:cubicBezTo>
                  <a:cubicBezTo>
                    <a:pt x="6089" y="14943"/>
                    <a:pt x="6534" y="13400"/>
                    <a:pt x="6534" y="11751"/>
                  </a:cubicBezTo>
                  <a:cubicBezTo>
                    <a:pt x="6534" y="10069"/>
                    <a:pt x="6069" y="8492"/>
                    <a:pt x="5259" y="7312"/>
                  </a:cubicBezTo>
                  <a:lnTo>
                    <a:pt x="5259" y="7312"/>
                  </a:lnTo>
                  <a:cubicBezTo>
                    <a:pt x="5932" y="7437"/>
                    <a:pt x="6610" y="7525"/>
                    <a:pt x="7290" y="7576"/>
                  </a:cubicBezTo>
                  <a:cubicBezTo>
                    <a:pt x="7514" y="8125"/>
                    <a:pt x="7694" y="8810"/>
                    <a:pt x="7813" y="9557"/>
                  </a:cubicBezTo>
                  <a:cubicBezTo>
                    <a:pt x="7846" y="9764"/>
                    <a:pt x="8023" y="9916"/>
                    <a:pt x="8230" y="9916"/>
                  </a:cubicBezTo>
                  <a:cubicBezTo>
                    <a:pt x="8254" y="9916"/>
                    <a:pt x="8274" y="9913"/>
                    <a:pt x="8298" y="9909"/>
                  </a:cubicBezTo>
                  <a:cubicBezTo>
                    <a:pt x="8528" y="9872"/>
                    <a:pt x="8688" y="9655"/>
                    <a:pt x="8650" y="9424"/>
                  </a:cubicBezTo>
                  <a:cubicBezTo>
                    <a:pt x="8559" y="8814"/>
                    <a:pt x="8413" y="8210"/>
                    <a:pt x="8216" y="7623"/>
                  </a:cubicBezTo>
                  <a:lnTo>
                    <a:pt x="8216" y="7623"/>
                  </a:lnTo>
                  <a:cubicBezTo>
                    <a:pt x="8443" y="7630"/>
                    <a:pt x="8674" y="7633"/>
                    <a:pt x="8905" y="7633"/>
                  </a:cubicBezTo>
                  <a:cubicBezTo>
                    <a:pt x="8941" y="7633"/>
                    <a:pt x="8977" y="7634"/>
                    <a:pt x="9013" y="7634"/>
                  </a:cubicBezTo>
                  <a:cubicBezTo>
                    <a:pt x="10201" y="7634"/>
                    <a:pt x="11386" y="7525"/>
                    <a:pt x="12551" y="7311"/>
                  </a:cubicBezTo>
                  <a:close/>
                  <a:moveTo>
                    <a:pt x="8905" y="16626"/>
                  </a:moveTo>
                  <a:cubicBezTo>
                    <a:pt x="10448" y="16626"/>
                    <a:pt x="11897" y="16795"/>
                    <a:pt x="12982" y="17108"/>
                  </a:cubicBezTo>
                  <a:cubicBezTo>
                    <a:pt x="14153" y="17440"/>
                    <a:pt x="14417" y="17800"/>
                    <a:pt x="14417" y="17898"/>
                  </a:cubicBezTo>
                  <a:cubicBezTo>
                    <a:pt x="14417" y="17996"/>
                    <a:pt x="14153" y="18352"/>
                    <a:pt x="12982" y="18688"/>
                  </a:cubicBezTo>
                  <a:cubicBezTo>
                    <a:pt x="11897" y="19000"/>
                    <a:pt x="10448" y="19170"/>
                    <a:pt x="8905" y="19170"/>
                  </a:cubicBezTo>
                  <a:cubicBezTo>
                    <a:pt x="7361" y="19170"/>
                    <a:pt x="5913" y="19000"/>
                    <a:pt x="4827" y="18688"/>
                  </a:cubicBezTo>
                  <a:cubicBezTo>
                    <a:pt x="3657" y="18352"/>
                    <a:pt x="3393" y="17996"/>
                    <a:pt x="3393" y="17898"/>
                  </a:cubicBezTo>
                  <a:cubicBezTo>
                    <a:pt x="3393" y="17800"/>
                    <a:pt x="3657" y="17437"/>
                    <a:pt x="4824" y="17104"/>
                  </a:cubicBezTo>
                  <a:lnTo>
                    <a:pt x="4827" y="17108"/>
                  </a:lnTo>
                  <a:cubicBezTo>
                    <a:pt x="5913" y="16795"/>
                    <a:pt x="7361" y="16626"/>
                    <a:pt x="8905" y="16626"/>
                  </a:cubicBezTo>
                  <a:close/>
                  <a:moveTo>
                    <a:pt x="4770" y="15371"/>
                  </a:moveTo>
                  <a:lnTo>
                    <a:pt x="4770" y="15371"/>
                  </a:lnTo>
                  <a:cubicBezTo>
                    <a:pt x="4515" y="15815"/>
                    <a:pt x="4193" y="16219"/>
                    <a:pt x="3810" y="16558"/>
                  </a:cubicBezTo>
                  <a:cubicBezTo>
                    <a:pt x="3806" y="16561"/>
                    <a:pt x="3803" y="16565"/>
                    <a:pt x="3800" y="16568"/>
                  </a:cubicBezTo>
                  <a:cubicBezTo>
                    <a:pt x="2965" y="16924"/>
                    <a:pt x="2545" y="17369"/>
                    <a:pt x="2545" y="17901"/>
                  </a:cubicBezTo>
                  <a:cubicBezTo>
                    <a:pt x="2545" y="18580"/>
                    <a:pt x="3233" y="19116"/>
                    <a:pt x="4593" y="19506"/>
                  </a:cubicBezTo>
                  <a:cubicBezTo>
                    <a:pt x="5754" y="19838"/>
                    <a:pt x="7283" y="20021"/>
                    <a:pt x="8905" y="20021"/>
                  </a:cubicBezTo>
                  <a:cubicBezTo>
                    <a:pt x="10523" y="20021"/>
                    <a:pt x="12056" y="19838"/>
                    <a:pt x="13216" y="19506"/>
                  </a:cubicBezTo>
                  <a:cubicBezTo>
                    <a:pt x="14577" y="19116"/>
                    <a:pt x="15265" y="18576"/>
                    <a:pt x="15265" y="17901"/>
                  </a:cubicBezTo>
                  <a:cubicBezTo>
                    <a:pt x="15265" y="17369"/>
                    <a:pt x="14841" y="16924"/>
                    <a:pt x="14010" y="16568"/>
                  </a:cubicBezTo>
                  <a:lnTo>
                    <a:pt x="13996" y="16558"/>
                  </a:lnTo>
                  <a:cubicBezTo>
                    <a:pt x="13617" y="16219"/>
                    <a:pt x="13291" y="15815"/>
                    <a:pt x="13040" y="15371"/>
                  </a:cubicBezTo>
                  <a:lnTo>
                    <a:pt x="13040" y="15371"/>
                  </a:lnTo>
                  <a:cubicBezTo>
                    <a:pt x="14163" y="15629"/>
                    <a:pt x="15113" y="15988"/>
                    <a:pt x="15811" y="16422"/>
                  </a:cubicBezTo>
                  <a:cubicBezTo>
                    <a:pt x="16551" y="16880"/>
                    <a:pt x="16961" y="17406"/>
                    <a:pt x="16961" y="17898"/>
                  </a:cubicBezTo>
                  <a:cubicBezTo>
                    <a:pt x="16958" y="18603"/>
                    <a:pt x="16151" y="19336"/>
                    <a:pt x="14743" y="19899"/>
                  </a:cubicBezTo>
                  <a:lnTo>
                    <a:pt x="14743" y="19903"/>
                  </a:lnTo>
                  <a:cubicBezTo>
                    <a:pt x="13189" y="20523"/>
                    <a:pt x="11117" y="20866"/>
                    <a:pt x="8905" y="20866"/>
                  </a:cubicBezTo>
                  <a:cubicBezTo>
                    <a:pt x="6693" y="20866"/>
                    <a:pt x="4617" y="20523"/>
                    <a:pt x="3067" y="19903"/>
                  </a:cubicBezTo>
                  <a:cubicBezTo>
                    <a:pt x="1656" y="19340"/>
                    <a:pt x="848" y="18607"/>
                    <a:pt x="848" y="17898"/>
                  </a:cubicBezTo>
                  <a:cubicBezTo>
                    <a:pt x="848" y="17406"/>
                    <a:pt x="1255" y="16880"/>
                    <a:pt x="1998" y="16422"/>
                  </a:cubicBezTo>
                  <a:cubicBezTo>
                    <a:pt x="2697" y="15988"/>
                    <a:pt x="3647" y="15629"/>
                    <a:pt x="4770" y="15371"/>
                  </a:cubicBezTo>
                  <a:close/>
                  <a:moveTo>
                    <a:pt x="8905" y="1"/>
                  </a:moveTo>
                  <a:cubicBezTo>
                    <a:pt x="6595" y="1"/>
                    <a:pt x="4410" y="367"/>
                    <a:pt x="2755" y="1029"/>
                  </a:cubicBezTo>
                  <a:cubicBezTo>
                    <a:pt x="977" y="1738"/>
                    <a:pt x="0" y="2728"/>
                    <a:pt x="0" y="3817"/>
                  </a:cubicBezTo>
                  <a:cubicBezTo>
                    <a:pt x="0" y="4906"/>
                    <a:pt x="977" y="5897"/>
                    <a:pt x="2755" y="6609"/>
                  </a:cubicBezTo>
                  <a:cubicBezTo>
                    <a:pt x="3101" y="6748"/>
                    <a:pt x="3467" y="6870"/>
                    <a:pt x="3850" y="6982"/>
                  </a:cubicBezTo>
                  <a:cubicBezTo>
                    <a:pt x="4983" y="7996"/>
                    <a:pt x="5686" y="9821"/>
                    <a:pt x="5686" y="11751"/>
                  </a:cubicBezTo>
                  <a:cubicBezTo>
                    <a:pt x="5689" y="12657"/>
                    <a:pt x="5533" y="13556"/>
                    <a:pt x="5221" y="14411"/>
                  </a:cubicBezTo>
                  <a:cubicBezTo>
                    <a:pt x="1998" y="15015"/>
                    <a:pt x="0" y="16348"/>
                    <a:pt x="0" y="17895"/>
                  </a:cubicBezTo>
                  <a:cubicBezTo>
                    <a:pt x="0" y="18987"/>
                    <a:pt x="977" y="19977"/>
                    <a:pt x="2751" y="20690"/>
                  </a:cubicBezTo>
                  <a:cubicBezTo>
                    <a:pt x="4403" y="21348"/>
                    <a:pt x="6588" y="21711"/>
                    <a:pt x="8905" y="21711"/>
                  </a:cubicBezTo>
                  <a:cubicBezTo>
                    <a:pt x="11222" y="21711"/>
                    <a:pt x="13410" y="21348"/>
                    <a:pt x="15058" y="20690"/>
                  </a:cubicBezTo>
                  <a:cubicBezTo>
                    <a:pt x="16832" y="19977"/>
                    <a:pt x="17809" y="18987"/>
                    <a:pt x="17809" y="17895"/>
                  </a:cubicBezTo>
                  <a:cubicBezTo>
                    <a:pt x="17809" y="16348"/>
                    <a:pt x="15811" y="15011"/>
                    <a:pt x="12589" y="14411"/>
                  </a:cubicBezTo>
                  <a:cubicBezTo>
                    <a:pt x="12277" y="13556"/>
                    <a:pt x="12117" y="12657"/>
                    <a:pt x="12121" y="11751"/>
                  </a:cubicBezTo>
                  <a:cubicBezTo>
                    <a:pt x="12121" y="9821"/>
                    <a:pt x="12823" y="7996"/>
                    <a:pt x="13956" y="6982"/>
                  </a:cubicBezTo>
                  <a:cubicBezTo>
                    <a:pt x="14342" y="6870"/>
                    <a:pt x="14709" y="6748"/>
                    <a:pt x="15051" y="6609"/>
                  </a:cubicBezTo>
                  <a:cubicBezTo>
                    <a:pt x="16829" y="5900"/>
                    <a:pt x="17809" y="4906"/>
                    <a:pt x="17809" y="3817"/>
                  </a:cubicBezTo>
                  <a:cubicBezTo>
                    <a:pt x="17809" y="2728"/>
                    <a:pt x="16829" y="1741"/>
                    <a:pt x="15051" y="1029"/>
                  </a:cubicBezTo>
                  <a:cubicBezTo>
                    <a:pt x="13399" y="367"/>
                    <a:pt x="11215" y="1"/>
                    <a:pt x="89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4"/>
            <p:cNvSpPr/>
            <p:nvPr/>
          </p:nvSpPr>
          <p:spPr>
            <a:xfrm>
              <a:off x="3137025" y="3312175"/>
              <a:ext cx="107725" cy="21225"/>
            </a:xfrm>
            <a:custGeom>
              <a:avLst/>
              <a:gdLst/>
              <a:ahLst/>
              <a:cxnLst/>
              <a:rect l="l" t="t" r="r" b="b"/>
              <a:pathLst>
                <a:path w="4309" h="849" extrusionOk="0">
                  <a:moveTo>
                    <a:pt x="465" y="0"/>
                  </a:moveTo>
                  <a:cubicBezTo>
                    <a:pt x="254" y="0"/>
                    <a:pt x="75" y="152"/>
                    <a:pt x="41" y="360"/>
                  </a:cubicBezTo>
                  <a:cubicBezTo>
                    <a:pt x="0" y="618"/>
                    <a:pt x="201" y="848"/>
                    <a:pt x="458" y="848"/>
                  </a:cubicBezTo>
                  <a:lnTo>
                    <a:pt x="3840" y="848"/>
                  </a:lnTo>
                  <a:cubicBezTo>
                    <a:pt x="3843" y="848"/>
                    <a:pt x="3845" y="848"/>
                    <a:pt x="3847" y="848"/>
                  </a:cubicBezTo>
                  <a:cubicBezTo>
                    <a:pt x="4055" y="848"/>
                    <a:pt x="4238" y="693"/>
                    <a:pt x="4271" y="485"/>
                  </a:cubicBezTo>
                  <a:cubicBezTo>
                    <a:pt x="4308" y="231"/>
                    <a:pt x="4112" y="0"/>
                    <a:pt x="3851" y="0"/>
                  </a:cubicBezTo>
                  <a:lnTo>
                    <a:pt x="472" y="0"/>
                  </a:lnTo>
                  <a:cubicBezTo>
                    <a:pt x="470" y="0"/>
                    <a:pt x="467" y="0"/>
                    <a:pt x="4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4"/>
            <p:cNvSpPr/>
            <p:nvPr/>
          </p:nvSpPr>
          <p:spPr>
            <a:xfrm>
              <a:off x="2978525" y="3062000"/>
              <a:ext cx="24625" cy="21225"/>
            </a:xfrm>
            <a:custGeom>
              <a:avLst/>
              <a:gdLst/>
              <a:ahLst/>
              <a:cxnLst/>
              <a:rect l="l" t="t" r="r" b="b"/>
              <a:pathLst>
                <a:path w="985" h="849" extrusionOk="0">
                  <a:moveTo>
                    <a:pt x="501" y="0"/>
                  </a:moveTo>
                  <a:cubicBezTo>
                    <a:pt x="351" y="0"/>
                    <a:pt x="213" y="88"/>
                    <a:pt x="150" y="224"/>
                  </a:cubicBezTo>
                  <a:cubicBezTo>
                    <a:pt x="0" y="540"/>
                    <a:pt x="228" y="848"/>
                    <a:pt x="526" y="848"/>
                  </a:cubicBezTo>
                  <a:cubicBezTo>
                    <a:pt x="784" y="848"/>
                    <a:pt x="984" y="618"/>
                    <a:pt x="947" y="360"/>
                  </a:cubicBezTo>
                  <a:cubicBezTo>
                    <a:pt x="910" y="152"/>
                    <a:pt x="730" y="0"/>
                    <a:pt x="516" y="0"/>
                  </a:cubicBezTo>
                  <a:cubicBezTo>
                    <a:pt x="514" y="0"/>
                    <a:pt x="512" y="0"/>
                    <a:pt x="509" y="0"/>
                  </a:cubicBezTo>
                  <a:cubicBezTo>
                    <a:pt x="506" y="0"/>
                    <a:pt x="504"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4"/>
            <p:cNvSpPr/>
            <p:nvPr/>
          </p:nvSpPr>
          <p:spPr>
            <a:xfrm>
              <a:off x="3044250" y="3134075"/>
              <a:ext cx="24625" cy="21225"/>
            </a:xfrm>
            <a:custGeom>
              <a:avLst/>
              <a:gdLst/>
              <a:ahLst/>
              <a:cxnLst/>
              <a:rect l="l" t="t" r="r" b="b"/>
              <a:pathLst>
                <a:path w="985" h="849" extrusionOk="0">
                  <a:moveTo>
                    <a:pt x="501" y="1"/>
                  </a:moveTo>
                  <a:cubicBezTo>
                    <a:pt x="351" y="1"/>
                    <a:pt x="213" y="88"/>
                    <a:pt x="150" y="225"/>
                  </a:cubicBezTo>
                  <a:cubicBezTo>
                    <a:pt x="0" y="540"/>
                    <a:pt x="228" y="849"/>
                    <a:pt x="526" y="849"/>
                  </a:cubicBezTo>
                  <a:cubicBezTo>
                    <a:pt x="784" y="849"/>
                    <a:pt x="984" y="618"/>
                    <a:pt x="947" y="360"/>
                  </a:cubicBezTo>
                  <a:cubicBezTo>
                    <a:pt x="910" y="152"/>
                    <a:pt x="730" y="1"/>
                    <a:pt x="516" y="1"/>
                  </a:cubicBezTo>
                  <a:cubicBezTo>
                    <a:pt x="514" y="1"/>
                    <a:pt x="512" y="1"/>
                    <a:pt x="509" y="1"/>
                  </a:cubicBezTo>
                  <a:cubicBezTo>
                    <a:pt x="506" y="1"/>
                    <a:pt x="504"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4"/>
            <p:cNvSpPr/>
            <p:nvPr/>
          </p:nvSpPr>
          <p:spPr>
            <a:xfrm>
              <a:off x="2966325" y="3191325"/>
              <a:ext cx="25675" cy="21250"/>
            </a:xfrm>
            <a:custGeom>
              <a:avLst/>
              <a:gdLst/>
              <a:ahLst/>
              <a:cxnLst/>
              <a:rect l="l" t="t" r="r" b="b"/>
              <a:pathLst>
                <a:path w="1027" h="850" extrusionOk="0">
                  <a:moveTo>
                    <a:pt x="524" y="0"/>
                  </a:moveTo>
                  <a:cubicBezTo>
                    <a:pt x="521" y="0"/>
                    <a:pt x="518" y="0"/>
                    <a:pt x="516" y="0"/>
                  </a:cubicBezTo>
                  <a:lnTo>
                    <a:pt x="502" y="0"/>
                  </a:lnTo>
                  <a:cubicBezTo>
                    <a:pt x="500" y="0"/>
                    <a:pt x="499" y="0"/>
                    <a:pt x="497" y="0"/>
                  </a:cubicBezTo>
                  <a:cubicBezTo>
                    <a:pt x="205" y="0"/>
                    <a:pt x="1" y="297"/>
                    <a:pt x="105" y="574"/>
                  </a:cubicBezTo>
                  <a:cubicBezTo>
                    <a:pt x="142" y="686"/>
                    <a:pt x="234" y="777"/>
                    <a:pt x="346" y="818"/>
                  </a:cubicBezTo>
                  <a:cubicBezTo>
                    <a:pt x="400" y="839"/>
                    <a:pt x="454" y="849"/>
                    <a:pt x="506" y="849"/>
                  </a:cubicBezTo>
                  <a:cubicBezTo>
                    <a:pt x="798" y="849"/>
                    <a:pt x="1027" y="538"/>
                    <a:pt x="889" y="241"/>
                  </a:cubicBezTo>
                  <a:cubicBezTo>
                    <a:pt x="825" y="95"/>
                    <a:pt x="683" y="0"/>
                    <a:pt x="5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4"/>
            <p:cNvSpPr/>
            <p:nvPr/>
          </p:nvSpPr>
          <p:spPr>
            <a:xfrm>
              <a:off x="3356425" y="3068350"/>
              <a:ext cx="25700" cy="21225"/>
            </a:xfrm>
            <a:custGeom>
              <a:avLst/>
              <a:gdLst/>
              <a:ahLst/>
              <a:cxnLst/>
              <a:rect l="l" t="t" r="r" b="b"/>
              <a:pathLst>
                <a:path w="1028" h="849" extrusionOk="0">
                  <a:moveTo>
                    <a:pt x="524" y="1"/>
                  </a:moveTo>
                  <a:cubicBezTo>
                    <a:pt x="521" y="1"/>
                    <a:pt x="518" y="1"/>
                    <a:pt x="516" y="1"/>
                  </a:cubicBezTo>
                  <a:lnTo>
                    <a:pt x="502" y="1"/>
                  </a:lnTo>
                  <a:cubicBezTo>
                    <a:pt x="500" y="1"/>
                    <a:pt x="499" y="1"/>
                    <a:pt x="497" y="1"/>
                  </a:cubicBezTo>
                  <a:cubicBezTo>
                    <a:pt x="205" y="1"/>
                    <a:pt x="1" y="298"/>
                    <a:pt x="105" y="574"/>
                  </a:cubicBezTo>
                  <a:cubicBezTo>
                    <a:pt x="142" y="686"/>
                    <a:pt x="234" y="778"/>
                    <a:pt x="346" y="818"/>
                  </a:cubicBezTo>
                  <a:cubicBezTo>
                    <a:pt x="400" y="839"/>
                    <a:pt x="453" y="849"/>
                    <a:pt x="504" y="849"/>
                  </a:cubicBezTo>
                  <a:cubicBezTo>
                    <a:pt x="797" y="849"/>
                    <a:pt x="1027" y="539"/>
                    <a:pt x="889" y="242"/>
                  </a:cubicBezTo>
                  <a:cubicBezTo>
                    <a:pt x="825" y="95"/>
                    <a:pt x="683" y="1"/>
                    <a:pt x="52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4"/>
            <p:cNvSpPr/>
            <p:nvPr/>
          </p:nvSpPr>
          <p:spPr>
            <a:xfrm>
              <a:off x="3305550" y="3178600"/>
              <a:ext cx="25675" cy="21250"/>
            </a:xfrm>
            <a:custGeom>
              <a:avLst/>
              <a:gdLst/>
              <a:ahLst/>
              <a:cxnLst/>
              <a:rect l="l" t="t" r="r" b="b"/>
              <a:pathLst>
                <a:path w="1027" h="850" extrusionOk="0">
                  <a:moveTo>
                    <a:pt x="524" y="1"/>
                  </a:moveTo>
                  <a:cubicBezTo>
                    <a:pt x="521" y="1"/>
                    <a:pt x="518" y="1"/>
                    <a:pt x="515" y="1"/>
                  </a:cubicBezTo>
                  <a:lnTo>
                    <a:pt x="502" y="1"/>
                  </a:lnTo>
                  <a:cubicBezTo>
                    <a:pt x="500" y="1"/>
                    <a:pt x="498" y="1"/>
                    <a:pt x="497" y="1"/>
                  </a:cubicBezTo>
                  <a:cubicBezTo>
                    <a:pt x="204" y="1"/>
                    <a:pt x="0" y="297"/>
                    <a:pt x="105" y="574"/>
                  </a:cubicBezTo>
                  <a:cubicBezTo>
                    <a:pt x="142" y="686"/>
                    <a:pt x="234" y="777"/>
                    <a:pt x="346" y="818"/>
                  </a:cubicBezTo>
                  <a:cubicBezTo>
                    <a:pt x="400" y="840"/>
                    <a:pt x="454" y="849"/>
                    <a:pt x="506" y="849"/>
                  </a:cubicBezTo>
                  <a:cubicBezTo>
                    <a:pt x="798" y="849"/>
                    <a:pt x="1027" y="538"/>
                    <a:pt x="888" y="241"/>
                  </a:cubicBezTo>
                  <a:cubicBezTo>
                    <a:pt x="825" y="95"/>
                    <a:pt x="683" y="1"/>
                    <a:pt x="52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4"/>
            <p:cNvSpPr/>
            <p:nvPr/>
          </p:nvSpPr>
          <p:spPr>
            <a:xfrm>
              <a:off x="3389825" y="3142550"/>
              <a:ext cx="25700" cy="21275"/>
            </a:xfrm>
            <a:custGeom>
              <a:avLst/>
              <a:gdLst/>
              <a:ahLst/>
              <a:cxnLst/>
              <a:rect l="l" t="t" r="r" b="b"/>
              <a:pathLst>
                <a:path w="1028" h="851" extrusionOk="0">
                  <a:moveTo>
                    <a:pt x="504" y="1"/>
                  </a:moveTo>
                  <a:cubicBezTo>
                    <a:pt x="345" y="1"/>
                    <a:pt x="203" y="95"/>
                    <a:pt x="140" y="242"/>
                  </a:cubicBezTo>
                  <a:cubicBezTo>
                    <a:pt x="1" y="540"/>
                    <a:pt x="232" y="851"/>
                    <a:pt x="525" y="851"/>
                  </a:cubicBezTo>
                  <a:cubicBezTo>
                    <a:pt x="575" y="851"/>
                    <a:pt x="627" y="842"/>
                    <a:pt x="679" y="822"/>
                  </a:cubicBezTo>
                  <a:cubicBezTo>
                    <a:pt x="794" y="778"/>
                    <a:pt x="882" y="686"/>
                    <a:pt x="923" y="574"/>
                  </a:cubicBezTo>
                  <a:cubicBezTo>
                    <a:pt x="1028" y="298"/>
                    <a:pt x="824" y="1"/>
                    <a:pt x="528" y="1"/>
                  </a:cubicBezTo>
                  <a:cubicBezTo>
                    <a:pt x="526" y="1"/>
                    <a:pt x="525" y="1"/>
                    <a:pt x="523" y="1"/>
                  </a:cubicBezTo>
                  <a:lnTo>
                    <a:pt x="513" y="1"/>
                  </a:lnTo>
                  <a:cubicBezTo>
                    <a:pt x="510" y="1"/>
                    <a:pt x="507" y="1"/>
                    <a:pt x="5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4"/>
            <p:cNvSpPr/>
            <p:nvPr/>
          </p:nvSpPr>
          <p:spPr>
            <a:xfrm>
              <a:off x="3178250" y="3002625"/>
              <a:ext cx="24100" cy="21050"/>
            </a:xfrm>
            <a:custGeom>
              <a:avLst/>
              <a:gdLst/>
              <a:ahLst/>
              <a:cxnLst/>
              <a:rect l="l" t="t" r="r" b="b"/>
              <a:pathLst>
                <a:path w="964" h="842" extrusionOk="0">
                  <a:moveTo>
                    <a:pt x="487" y="1"/>
                  </a:moveTo>
                  <a:cubicBezTo>
                    <a:pt x="334" y="1"/>
                    <a:pt x="195" y="88"/>
                    <a:pt x="129" y="225"/>
                  </a:cubicBezTo>
                  <a:cubicBezTo>
                    <a:pt x="0" y="479"/>
                    <a:pt x="153" y="788"/>
                    <a:pt x="434" y="835"/>
                  </a:cubicBezTo>
                  <a:cubicBezTo>
                    <a:pt x="459" y="840"/>
                    <a:pt x="483" y="842"/>
                    <a:pt x="507" y="842"/>
                  </a:cubicBezTo>
                  <a:cubicBezTo>
                    <a:pt x="760" y="842"/>
                    <a:pt x="964" y="621"/>
                    <a:pt x="929" y="361"/>
                  </a:cubicBezTo>
                  <a:cubicBezTo>
                    <a:pt x="893" y="153"/>
                    <a:pt x="713" y="1"/>
                    <a:pt x="502" y="1"/>
                  </a:cubicBezTo>
                  <a:cubicBezTo>
                    <a:pt x="500" y="1"/>
                    <a:pt x="498" y="1"/>
                    <a:pt x="495" y="1"/>
                  </a:cubicBezTo>
                  <a:cubicBezTo>
                    <a:pt x="492" y="1"/>
                    <a:pt x="489" y="1"/>
                    <a:pt x="4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8" name="Google Shape;2548;p54"/>
          <p:cNvGrpSpPr/>
          <p:nvPr/>
        </p:nvGrpSpPr>
        <p:grpSpPr>
          <a:xfrm>
            <a:off x="6900079" y="1802547"/>
            <a:ext cx="368689" cy="367234"/>
            <a:chOff x="2048125" y="1972950"/>
            <a:chExt cx="545075" cy="542925"/>
          </a:xfrm>
        </p:grpSpPr>
        <p:sp>
          <p:nvSpPr>
            <p:cNvPr id="2549" name="Google Shape;2549;p54"/>
            <p:cNvSpPr/>
            <p:nvPr/>
          </p:nvSpPr>
          <p:spPr>
            <a:xfrm>
              <a:off x="2048125" y="1972950"/>
              <a:ext cx="102575" cy="100425"/>
            </a:xfrm>
            <a:custGeom>
              <a:avLst/>
              <a:gdLst/>
              <a:ahLst/>
              <a:cxnLst/>
              <a:rect l="l" t="t" r="r" b="b"/>
              <a:pathLst>
                <a:path w="4103" h="4017" extrusionOk="0">
                  <a:moveTo>
                    <a:pt x="469" y="1"/>
                  </a:moveTo>
                  <a:cubicBezTo>
                    <a:pt x="360" y="1"/>
                    <a:pt x="251" y="42"/>
                    <a:pt x="167" y="126"/>
                  </a:cubicBezTo>
                  <a:cubicBezTo>
                    <a:pt x="1" y="292"/>
                    <a:pt x="4" y="564"/>
                    <a:pt x="174" y="730"/>
                  </a:cubicBezTo>
                  <a:lnTo>
                    <a:pt x="3335" y="3891"/>
                  </a:lnTo>
                  <a:cubicBezTo>
                    <a:pt x="3419" y="3974"/>
                    <a:pt x="3527" y="4016"/>
                    <a:pt x="3636" y="4016"/>
                  </a:cubicBezTo>
                  <a:cubicBezTo>
                    <a:pt x="3744" y="4016"/>
                    <a:pt x="3853" y="3974"/>
                    <a:pt x="3936" y="3891"/>
                  </a:cubicBezTo>
                  <a:cubicBezTo>
                    <a:pt x="4102" y="3725"/>
                    <a:pt x="4102" y="3457"/>
                    <a:pt x="3936" y="3294"/>
                  </a:cubicBezTo>
                  <a:lnTo>
                    <a:pt x="774" y="129"/>
                  </a:lnTo>
                  <a:cubicBezTo>
                    <a:pt x="690" y="44"/>
                    <a:pt x="580" y="1"/>
                    <a:pt x="4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4"/>
            <p:cNvSpPr/>
            <p:nvPr/>
          </p:nvSpPr>
          <p:spPr>
            <a:xfrm>
              <a:off x="2048300" y="2426000"/>
              <a:ext cx="91875" cy="89775"/>
            </a:xfrm>
            <a:custGeom>
              <a:avLst/>
              <a:gdLst/>
              <a:ahLst/>
              <a:cxnLst/>
              <a:rect l="l" t="t" r="r" b="b"/>
              <a:pathLst>
                <a:path w="3675" h="3591" extrusionOk="0">
                  <a:moveTo>
                    <a:pt x="3211" y="0"/>
                  </a:moveTo>
                  <a:cubicBezTo>
                    <a:pt x="3103" y="0"/>
                    <a:pt x="2994" y="42"/>
                    <a:pt x="2911" y="125"/>
                  </a:cubicBezTo>
                  <a:lnTo>
                    <a:pt x="167" y="2869"/>
                  </a:lnTo>
                  <a:cubicBezTo>
                    <a:pt x="1" y="3032"/>
                    <a:pt x="1" y="3300"/>
                    <a:pt x="167" y="3466"/>
                  </a:cubicBezTo>
                  <a:cubicBezTo>
                    <a:pt x="250" y="3549"/>
                    <a:pt x="359" y="3591"/>
                    <a:pt x="467" y="3591"/>
                  </a:cubicBezTo>
                  <a:cubicBezTo>
                    <a:pt x="576" y="3591"/>
                    <a:pt x="684" y="3549"/>
                    <a:pt x="767" y="3466"/>
                  </a:cubicBezTo>
                  <a:lnTo>
                    <a:pt x="3512" y="722"/>
                  </a:lnTo>
                  <a:cubicBezTo>
                    <a:pt x="3674" y="559"/>
                    <a:pt x="3674" y="288"/>
                    <a:pt x="3512" y="125"/>
                  </a:cubicBezTo>
                  <a:cubicBezTo>
                    <a:pt x="3428" y="42"/>
                    <a:pt x="3320" y="0"/>
                    <a:pt x="321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4"/>
            <p:cNvSpPr/>
            <p:nvPr/>
          </p:nvSpPr>
          <p:spPr>
            <a:xfrm>
              <a:off x="2239125" y="2451075"/>
              <a:ext cx="35125" cy="64725"/>
            </a:xfrm>
            <a:custGeom>
              <a:avLst/>
              <a:gdLst/>
              <a:ahLst/>
              <a:cxnLst/>
              <a:rect l="l" t="t" r="r" b="b"/>
              <a:pathLst>
                <a:path w="1405" h="2589" extrusionOk="0">
                  <a:moveTo>
                    <a:pt x="938" y="1"/>
                  </a:moveTo>
                  <a:cubicBezTo>
                    <a:pt x="749" y="1"/>
                    <a:pt x="577" y="125"/>
                    <a:pt x="526" y="316"/>
                  </a:cubicBezTo>
                  <a:lnTo>
                    <a:pt x="61" y="2056"/>
                  </a:lnTo>
                  <a:cubicBezTo>
                    <a:pt x="0" y="2283"/>
                    <a:pt x="132" y="2514"/>
                    <a:pt x="360" y="2575"/>
                  </a:cubicBezTo>
                  <a:cubicBezTo>
                    <a:pt x="397" y="2585"/>
                    <a:pt x="434" y="2589"/>
                    <a:pt x="472" y="2589"/>
                  </a:cubicBezTo>
                  <a:cubicBezTo>
                    <a:pt x="662" y="2589"/>
                    <a:pt x="831" y="2460"/>
                    <a:pt x="879" y="2277"/>
                  </a:cubicBezTo>
                  <a:lnTo>
                    <a:pt x="1347" y="533"/>
                  </a:lnTo>
                  <a:cubicBezTo>
                    <a:pt x="1404" y="309"/>
                    <a:pt x="1272" y="75"/>
                    <a:pt x="1045" y="14"/>
                  </a:cubicBezTo>
                  <a:cubicBezTo>
                    <a:pt x="1009" y="5"/>
                    <a:pt x="973" y="1"/>
                    <a:pt x="93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4"/>
            <p:cNvSpPr/>
            <p:nvPr/>
          </p:nvSpPr>
          <p:spPr>
            <a:xfrm>
              <a:off x="2501250" y="2426000"/>
              <a:ext cx="91850" cy="89875"/>
            </a:xfrm>
            <a:custGeom>
              <a:avLst/>
              <a:gdLst/>
              <a:ahLst/>
              <a:cxnLst/>
              <a:rect l="l" t="t" r="r" b="b"/>
              <a:pathLst>
                <a:path w="3674" h="3595" extrusionOk="0">
                  <a:moveTo>
                    <a:pt x="465" y="0"/>
                  </a:moveTo>
                  <a:cubicBezTo>
                    <a:pt x="356" y="0"/>
                    <a:pt x="248" y="42"/>
                    <a:pt x="166" y="125"/>
                  </a:cubicBezTo>
                  <a:cubicBezTo>
                    <a:pt x="0" y="291"/>
                    <a:pt x="0" y="559"/>
                    <a:pt x="166" y="725"/>
                  </a:cubicBezTo>
                  <a:lnTo>
                    <a:pt x="2911" y="3470"/>
                  </a:lnTo>
                  <a:cubicBezTo>
                    <a:pt x="2994" y="3553"/>
                    <a:pt x="3102" y="3594"/>
                    <a:pt x="3211" y="3594"/>
                  </a:cubicBezTo>
                  <a:cubicBezTo>
                    <a:pt x="3320" y="3594"/>
                    <a:pt x="3428" y="3553"/>
                    <a:pt x="3511" y="3470"/>
                  </a:cubicBezTo>
                  <a:cubicBezTo>
                    <a:pt x="3674" y="3303"/>
                    <a:pt x="3674" y="3035"/>
                    <a:pt x="3511" y="2869"/>
                  </a:cubicBezTo>
                  <a:lnTo>
                    <a:pt x="767" y="125"/>
                  </a:lnTo>
                  <a:cubicBezTo>
                    <a:pt x="684" y="42"/>
                    <a:pt x="574" y="0"/>
                    <a:pt x="4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4"/>
            <p:cNvSpPr/>
            <p:nvPr/>
          </p:nvSpPr>
          <p:spPr>
            <a:xfrm>
              <a:off x="2048225" y="1973100"/>
              <a:ext cx="544975" cy="495075"/>
            </a:xfrm>
            <a:custGeom>
              <a:avLst/>
              <a:gdLst/>
              <a:ahLst/>
              <a:cxnLst/>
              <a:rect l="l" t="t" r="r" b="b"/>
              <a:pathLst>
                <a:path w="21799" h="19803" extrusionOk="0">
                  <a:moveTo>
                    <a:pt x="10903" y="8153"/>
                  </a:moveTo>
                  <a:cubicBezTo>
                    <a:pt x="12341" y="8153"/>
                    <a:pt x="13515" y="9296"/>
                    <a:pt x="13552" y="10734"/>
                  </a:cubicBezTo>
                  <a:cubicBezTo>
                    <a:pt x="13362" y="10910"/>
                    <a:pt x="12433" y="11216"/>
                    <a:pt x="10903" y="11216"/>
                  </a:cubicBezTo>
                  <a:cubicBezTo>
                    <a:pt x="9373" y="11216"/>
                    <a:pt x="8443" y="10910"/>
                    <a:pt x="8250" y="10734"/>
                  </a:cubicBezTo>
                  <a:cubicBezTo>
                    <a:pt x="8287" y="9296"/>
                    <a:pt x="9464" y="8153"/>
                    <a:pt x="10903" y="8153"/>
                  </a:cubicBezTo>
                  <a:close/>
                  <a:moveTo>
                    <a:pt x="14380" y="10955"/>
                  </a:moveTo>
                  <a:cubicBezTo>
                    <a:pt x="16524" y="11314"/>
                    <a:pt x="17260" y="11898"/>
                    <a:pt x="17260" y="12125"/>
                  </a:cubicBezTo>
                  <a:cubicBezTo>
                    <a:pt x="17260" y="12250"/>
                    <a:pt x="16961" y="12657"/>
                    <a:pt x="15584" y="13034"/>
                  </a:cubicBezTo>
                  <a:cubicBezTo>
                    <a:pt x="14339" y="13377"/>
                    <a:pt x="12673" y="13567"/>
                    <a:pt x="10899" y="13567"/>
                  </a:cubicBezTo>
                  <a:cubicBezTo>
                    <a:pt x="9125" y="13567"/>
                    <a:pt x="7460" y="13377"/>
                    <a:pt x="6215" y="13034"/>
                  </a:cubicBezTo>
                  <a:lnTo>
                    <a:pt x="6218" y="13034"/>
                  </a:lnTo>
                  <a:cubicBezTo>
                    <a:pt x="4844" y="12657"/>
                    <a:pt x="4539" y="12250"/>
                    <a:pt x="4539" y="12125"/>
                  </a:cubicBezTo>
                  <a:cubicBezTo>
                    <a:pt x="4539" y="11898"/>
                    <a:pt x="5279" y="11314"/>
                    <a:pt x="7419" y="10955"/>
                  </a:cubicBezTo>
                  <a:cubicBezTo>
                    <a:pt x="7507" y="11321"/>
                    <a:pt x="7907" y="11606"/>
                    <a:pt x="8613" y="11803"/>
                  </a:cubicBezTo>
                  <a:cubicBezTo>
                    <a:pt x="9230" y="11972"/>
                    <a:pt x="10041" y="12064"/>
                    <a:pt x="10899" y="12064"/>
                  </a:cubicBezTo>
                  <a:cubicBezTo>
                    <a:pt x="11758" y="12064"/>
                    <a:pt x="12572" y="11972"/>
                    <a:pt x="13186" y="11803"/>
                  </a:cubicBezTo>
                  <a:cubicBezTo>
                    <a:pt x="13891" y="11609"/>
                    <a:pt x="14292" y="11324"/>
                    <a:pt x="14380" y="10955"/>
                  </a:cubicBezTo>
                  <a:close/>
                  <a:moveTo>
                    <a:pt x="13694" y="0"/>
                  </a:moveTo>
                  <a:cubicBezTo>
                    <a:pt x="13508" y="0"/>
                    <a:pt x="13335" y="126"/>
                    <a:pt x="13284" y="317"/>
                  </a:cubicBezTo>
                  <a:lnTo>
                    <a:pt x="11405" y="7332"/>
                  </a:lnTo>
                  <a:cubicBezTo>
                    <a:pt x="11239" y="7308"/>
                    <a:pt x="11069" y="7294"/>
                    <a:pt x="10899" y="7294"/>
                  </a:cubicBezTo>
                  <a:cubicBezTo>
                    <a:pt x="10733" y="7294"/>
                    <a:pt x="10564" y="7308"/>
                    <a:pt x="10397" y="7332"/>
                  </a:cubicBezTo>
                  <a:lnTo>
                    <a:pt x="9027" y="2220"/>
                  </a:lnTo>
                  <a:cubicBezTo>
                    <a:pt x="8976" y="2030"/>
                    <a:pt x="8807" y="1906"/>
                    <a:pt x="8620" y="1906"/>
                  </a:cubicBezTo>
                  <a:cubicBezTo>
                    <a:pt x="8583" y="1906"/>
                    <a:pt x="8545" y="1911"/>
                    <a:pt x="8508" y="1921"/>
                  </a:cubicBezTo>
                  <a:cubicBezTo>
                    <a:pt x="8284" y="1982"/>
                    <a:pt x="8148" y="2213"/>
                    <a:pt x="8209" y="2437"/>
                  </a:cubicBezTo>
                  <a:lnTo>
                    <a:pt x="9580" y="7556"/>
                  </a:lnTo>
                  <a:cubicBezTo>
                    <a:pt x="9268" y="7681"/>
                    <a:pt x="8976" y="7854"/>
                    <a:pt x="8715" y="8064"/>
                  </a:cubicBezTo>
                  <a:lnTo>
                    <a:pt x="5804" y="5154"/>
                  </a:lnTo>
                  <a:cubicBezTo>
                    <a:pt x="5721" y="5071"/>
                    <a:pt x="5613" y="5029"/>
                    <a:pt x="5504" y="5029"/>
                  </a:cubicBezTo>
                  <a:cubicBezTo>
                    <a:pt x="5396" y="5029"/>
                    <a:pt x="5287" y="5071"/>
                    <a:pt x="5204" y="5154"/>
                  </a:cubicBezTo>
                  <a:cubicBezTo>
                    <a:pt x="5041" y="5320"/>
                    <a:pt x="5041" y="5588"/>
                    <a:pt x="5204" y="5754"/>
                  </a:cubicBezTo>
                  <a:lnTo>
                    <a:pt x="8121" y="8668"/>
                  </a:lnTo>
                  <a:cubicBezTo>
                    <a:pt x="7921" y="8933"/>
                    <a:pt x="7755" y="9225"/>
                    <a:pt x="7636" y="9537"/>
                  </a:cubicBezTo>
                  <a:lnTo>
                    <a:pt x="580" y="7651"/>
                  </a:lnTo>
                  <a:cubicBezTo>
                    <a:pt x="543" y="7641"/>
                    <a:pt x="505" y="7636"/>
                    <a:pt x="468" y="7636"/>
                  </a:cubicBezTo>
                  <a:cubicBezTo>
                    <a:pt x="281" y="7636"/>
                    <a:pt x="109" y="7759"/>
                    <a:pt x="61" y="7949"/>
                  </a:cubicBezTo>
                  <a:cubicBezTo>
                    <a:pt x="0" y="8176"/>
                    <a:pt x="133" y="8407"/>
                    <a:pt x="360" y="8468"/>
                  </a:cubicBezTo>
                  <a:lnTo>
                    <a:pt x="6825" y="10202"/>
                  </a:lnTo>
                  <a:cubicBezTo>
                    <a:pt x="5373" y="10490"/>
                    <a:pt x="3691" y="11056"/>
                    <a:pt x="3691" y="12125"/>
                  </a:cubicBezTo>
                  <a:cubicBezTo>
                    <a:pt x="3691" y="12196"/>
                    <a:pt x="3701" y="12271"/>
                    <a:pt x="3715" y="12342"/>
                  </a:cubicBezTo>
                  <a:lnTo>
                    <a:pt x="2266" y="12729"/>
                  </a:lnTo>
                  <a:cubicBezTo>
                    <a:pt x="2059" y="12783"/>
                    <a:pt x="1924" y="12983"/>
                    <a:pt x="1954" y="13193"/>
                  </a:cubicBezTo>
                  <a:cubicBezTo>
                    <a:pt x="1981" y="13407"/>
                    <a:pt x="2161" y="13563"/>
                    <a:pt x="2375" y="13563"/>
                  </a:cubicBezTo>
                  <a:cubicBezTo>
                    <a:pt x="2412" y="13563"/>
                    <a:pt x="2449" y="13560"/>
                    <a:pt x="2487" y="13550"/>
                  </a:cubicBezTo>
                  <a:lnTo>
                    <a:pt x="4237" y="13078"/>
                  </a:lnTo>
                  <a:cubicBezTo>
                    <a:pt x="4620" y="13380"/>
                    <a:pt x="5204" y="13638"/>
                    <a:pt x="5991" y="13851"/>
                  </a:cubicBezTo>
                  <a:cubicBezTo>
                    <a:pt x="6323" y="13943"/>
                    <a:pt x="6679" y="14021"/>
                    <a:pt x="7059" y="14096"/>
                  </a:cubicBezTo>
                  <a:lnTo>
                    <a:pt x="4783" y="16372"/>
                  </a:lnTo>
                  <a:cubicBezTo>
                    <a:pt x="4614" y="16535"/>
                    <a:pt x="4610" y="16809"/>
                    <a:pt x="4780" y="16976"/>
                  </a:cubicBezTo>
                  <a:cubicBezTo>
                    <a:pt x="4862" y="17058"/>
                    <a:pt x="4971" y="17099"/>
                    <a:pt x="5080" y="17099"/>
                  </a:cubicBezTo>
                  <a:cubicBezTo>
                    <a:pt x="5191" y="17099"/>
                    <a:pt x="5301" y="17056"/>
                    <a:pt x="5384" y="16969"/>
                  </a:cubicBezTo>
                  <a:lnTo>
                    <a:pt x="8101" y="14252"/>
                  </a:lnTo>
                  <a:cubicBezTo>
                    <a:pt x="8555" y="14306"/>
                    <a:pt x="9030" y="14350"/>
                    <a:pt x="9519" y="14377"/>
                  </a:cubicBezTo>
                  <a:lnTo>
                    <a:pt x="9149" y="15748"/>
                  </a:lnTo>
                  <a:cubicBezTo>
                    <a:pt x="9088" y="15975"/>
                    <a:pt x="9224" y="16206"/>
                    <a:pt x="9451" y="16267"/>
                  </a:cubicBezTo>
                  <a:cubicBezTo>
                    <a:pt x="9485" y="16277"/>
                    <a:pt x="9522" y="16280"/>
                    <a:pt x="9559" y="16280"/>
                  </a:cubicBezTo>
                  <a:cubicBezTo>
                    <a:pt x="9753" y="16280"/>
                    <a:pt x="9919" y="16151"/>
                    <a:pt x="9970" y="15968"/>
                  </a:cubicBezTo>
                  <a:lnTo>
                    <a:pt x="10387" y="14408"/>
                  </a:lnTo>
                  <a:cubicBezTo>
                    <a:pt x="10557" y="14411"/>
                    <a:pt x="10726" y="14415"/>
                    <a:pt x="10899" y="14415"/>
                  </a:cubicBezTo>
                  <a:cubicBezTo>
                    <a:pt x="11072" y="14415"/>
                    <a:pt x="11242" y="14411"/>
                    <a:pt x="11415" y="14408"/>
                  </a:cubicBezTo>
                  <a:lnTo>
                    <a:pt x="12775" y="19489"/>
                  </a:lnTo>
                  <a:cubicBezTo>
                    <a:pt x="12826" y="19679"/>
                    <a:pt x="12996" y="19803"/>
                    <a:pt x="13182" y="19803"/>
                  </a:cubicBezTo>
                  <a:cubicBezTo>
                    <a:pt x="13219" y="19803"/>
                    <a:pt x="13257" y="19798"/>
                    <a:pt x="13294" y="19788"/>
                  </a:cubicBezTo>
                  <a:cubicBezTo>
                    <a:pt x="13521" y="19727"/>
                    <a:pt x="13654" y="19496"/>
                    <a:pt x="13593" y="19269"/>
                  </a:cubicBezTo>
                  <a:lnTo>
                    <a:pt x="12283" y="14377"/>
                  </a:lnTo>
                  <a:cubicBezTo>
                    <a:pt x="12772" y="14350"/>
                    <a:pt x="13243" y="14306"/>
                    <a:pt x="13698" y="14252"/>
                  </a:cubicBezTo>
                  <a:lnTo>
                    <a:pt x="16415" y="16969"/>
                  </a:lnTo>
                  <a:cubicBezTo>
                    <a:pt x="16497" y="17049"/>
                    <a:pt x="16604" y="17089"/>
                    <a:pt x="16710" y="17089"/>
                  </a:cubicBezTo>
                  <a:cubicBezTo>
                    <a:pt x="16818" y="17089"/>
                    <a:pt x="16926" y="17048"/>
                    <a:pt x="17009" y="16965"/>
                  </a:cubicBezTo>
                  <a:cubicBezTo>
                    <a:pt x="17175" y="16803"/>
                    <a:pt x="17175" y="16538"/>
                    <a:pt x="17015" y="16372"/>
                  </a:cubicBezTo>
                  <a:lnTo>
                    <a:pt x="14739" y="14096"/>
                  </a:lnTo>
                  <a:cubicBezTo>
                    <a:pt x="15123" y="14024"/>
                    <a:pt x="15479" y="13943"/>
                    <a:pt x="15811" y="13851"/>
                  </a:cubicBezTo>
                  <a:cubicBezTo>
                    <a:pt x="16595" y="13638"/>
                    <a:pt x="17178" y="13380"/>
                    <a:pt x="17565" y="13078"/>
                  </a:cubicBezTo>
                  <a:lnTo>
                    <a:pt x="21222" y="14058"/>
                  </a:lnTo>
                  <a:cubicBezTo>
                    <a:pt x="21258" y="14068"/>
                    <a:pt x="21295" y="14073"/>
                    <a:pt x="21331" y="14073"/>
                  </a:cubicBezTo>
                  <a:cubicBezTo>
                    <a:pt x="21517" y="14073"/>
                    <a:pt x="21689" y="13947"/>
                    <a:pt x="21737" y="13760"/>
                  </a:cubicBezTo>
                  <a:cubicBezTo>
                    <a:pt x="21798" y="13533"/>
                    <a:pt x="21666" y="13302"/>
                    <a:pt x="21442" y="13241"/>
                  </a:cubicBezTo>
                  <a:lnTo>
                    <a:pt x="18084" y="12339"/>
                  </a:lnTo>
                  <a:cubicBezTo>
                    <a:pt x="18101" y="12271"/>
                    <a:pt x="18108" y="12196"/>
                    <a:pt x="18108" y="12125"/>
                  </a:cubicBezTo>
                  <a:cubicBezTo>
                    <a:pt x="18108" y="11056"/>
                    <a:pt x="16425" y="10490"/>
                    <a:pt x="14977" y="10202"/>
                  </a:cubicBezTo>
                  <a:lnTo>
                    <a:pt x="19536" y="8980"/>
                  </a:lnTo>
                  <a:cubicBezTo>
                    <a:pt x="19760" y="8919"/>
                    <a:pt x="19895" y="8685"/>
                    <a:pt x="19834" y="8461"/>
                  </a:cubicBezTo>
                  <a:cubicBezTo>
                    <a:pt x="19783" y="8271"/>
                    <a:pt x="19613" y="8145"/>
                    <a:pt x="19425" y="8145"/>
                  </a:cubicBezTo>
                  <a:cubicBezTo>
                    <a:pt x="19389" y="8145"/>
                    <a:pt x="19352" y="8150"/>
                    <a:pt x="19315" y="8159"/>
                  </a:cubicBezTo>
                  <a:lnTo>
                    <a:pt x="14166" y="9540"/>
                  </a:lnTo>
                  <a:cubicBezTo>
                    <a:pt x="14047" y="9231"/>
                    <a:pt x="13881" y="8936"/>
                    <a:pt x="13681" y="8672"/>
                  </a:cubicBezTo>
                  <a:lnTo>
                    <a:pt x="16598" y="5758"/>
                  </a:lnTo>
                  <a:cubicBezTo>
                    <a:pt x="16761" y="5592"/>
                    <a:pt x="16761" y="5324"/>
                    <a:pt x="16598" y="5157"/>
                  </a:cubicBezTo>
                  <a:cubicBezTo>
                    <a:pt x="16515" y="5074"/>
                    <a:pt x="16407" y="5033"/>
                    <a:pt x="16298" y="5033"/>
                  </a:cubicBezTo>
                  <a:cubicBezTo>
                    <a:pt x="16189" y="5033"/>
                    <a:pt x="16081" y="5074"/>
                    <a:pt x="15998" y="5157"/>
                  </a:cubicBezTo>
                  <a:lnTo>
                    <a:pt x="13087" y="8068"/>
                  </a:lnTo>
                  <a:cubicBezTo>
                    <a:pt x="12826" y="7858"/>
                    <a:pt x="12534" y="7685"/>
                    <a:pt x="12222" y="7559"/>
                  </a:cubicBezTo>
                  <a:lnTo>
                    <a:pt x="14105" y="534"/>
                  </a:lnTo>
                  <a:cubicBezTo>
                    <a:pt x="14166" y="310"/>
                    <a:pt x="14030" y="76"/>
                    <a:pt x="13803" y="15"/>
                  </a:cubicBezTo>
                  <a:cubicBezTo>
                    <a:pt x="13767" y="5"/>
                    <a:pt x="13730" y="0"/>
                    <a:pt x="136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4"/>
            <p:cNvSpPr/>
            <p:nvPr/>
          </p:nvSpPr>
          <p:spPr>
            <a:xfrm>
              <a:off x="2488175" y="1973200"/>
              <a:ext cx="104850" cy="100175"/>
            </a:xfrm>
            <a:custGeom>
              <a:avLst/>
              <a:gdLst/>
              <a:ahLst/>
              <a:cxnLst/>
              <a:rect l="l" t="t" r="r" b="b"/>
              <a:pathLst>
                <a:path w="4194" h="4007" extrusionOk="0">
                  <a:moveTo>
                    <a:pt x="3728" y="1"/>
                  </a:moveTo>
                  <a:cubicBezTo>
                    <a:pt x="3622" y="1"/>
                    <a:pt x="3516" y="41"/>
                    <a:pt x="3434" y="119"/>
                  </a:cubicBezTo>
                  <a:lnTo>
                    <a:pt x="269" y="3284"/>
                  </a:lnTo>
                  <a:cubicBezTo>
                    <a:pt x="1" y="3549"/>
                    <a:pt x="191" y="4007"/>
                    <a:pt x="571" y="4007"/>
                  </a:cubicBezTo>
                  <a:cubicBezTo>
                    <a:pt x="683" y="4007"/>
                    <a:pt x="791" y="3963"/>
                    <a:pt x="869" y="3881"/>
                  </a:cubicBezTo>
                  <a:lnTo>
                    <a:pt x="4031" y="720"/>
                  </a:lnTo>
                  <a:cubicBezTo>
                    <a:pt x="4194" y="554"/>
                    <a:pt x="4190" y="289"/>
                    <a:pt x="4027" y="126"/>
                  </a:cubicBezTo>
                  <a:cubicBezTo>
                    <a:pt x="3945" y="42"/>
                    <a:pt x="3837" y="1"/>
                    <a:pt x="37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4"/>
            <p:cNvSpPr/>
            <p:nvPr/>
          </p:nvSpPr>
          <p:spPr>
            <a:xfrm>
              <a:off x="2261775" y="2404675"/>
              <a:ext cx="25700" cy="21300"/>
            </a:xfrm>
            <a:custGeom>
              <a:avLst/>
              <a:gdLst/>
              <a:ahLst/>
              <a:cxnLst/>
              <a:rect l="l" t="t" r="r" b="b"/>
              <a:pathLst>
                <a:path w="1028" h="852" extrusionOk="0">
                  <a:moveTo>
                    <a:pt x="512" y="1"/>
                  </a:moveTo>
                  <a:cubicBezTo>
                    <a:pt x="349" y="1"/>
                    <a:pt x="203" y="96"/>
                    <a:pt x="139" y="242"/>
                  </a:cubicBezTo>
                  <a:cubicBezTo>
                    <a:pt x="0" y="539"/>
                    <a:pt x="231" y="852"/>
                    <a:pt x="524" y="852"/>
                  </a:cubicBezTo>
                  <a:cubicBezTo>
                    <a:pt x="575" y="852"/>
                    <a:pt x="628" y="842"/>
                    <a:pt x="682" y="822"/>
                  </a:cubicBezTo>
                  <a:cubicBezTo>
                    <a:pt x="794" y="781"/>
                    <a:pt x="882" y="690"/>
                    <a:pt x="922" y="574"/>
                  </a:cubicBezTo>
                  <a:cubicBezTo>
                    <a:pt x="1028" y="296"/>
                    <a:pt x="821" y="1"/>
                    <a:pt x="5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59"/>
        <p:cNvGrpSpPr/>
        <p:nvPr/>
      </p:nvGrpSpPr>
      <p:grpSpPr>
        <a:xfrm>
          <a:off x="0" y="0"/>
          <a:ext cx="0" cy="0"/>
          <a:chOff x="0" y="0"/>
          <a:chExt cx="0" cy="0"/>
        </a:xfrm>
      </p:grpSpPr>
      <p:sp>
        <p:nvSpPr>
          <p:cNvPr id="2560" name="Google Shape;2560;p5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TIMELINE</a:t>
            </a:r>
            <a:endParaRPr/>
          </a:p>
        </p:txBody>
      </p:sp>
      <p:grpSp>
        <p:nvGrpSpPr>
          <p:cNvPr id="2561" name="Google Shape;2561;p55"/>
          <p:cNvGrpSpPr/>
          <p:nvPr/>
        </p:nvGrpSpPr>
        <p:grpSpPr>
          <a:xfrm>
            <a:off x="1552474" y="2338911"/>
            <a:ext cx="6039043" cy="1207800"/>
            <a:chOff x="1552474" y="2338911"/>
            <a:chExt cx="6039043" cy="1207800"/>
          </a:xfrm>
        </p:grpSpPr>
        <p:sp>
          <p:nvSpPr>
            <p:cNvPr id="2562" name="Google Shape;2562;p55"/>
            <p:cNvSpPr/>
            <p:nvPr/>
          </p:nvSpPr>
          <p:spPr>
            <a:xfrm>
              <a:off x="1552474" y="2338911"/>
              <a:ext cx="1207800" cy="1207800"/>
            </a:xfrm>
            <a:prstGeom prst="arc">
              <a:avLst>
                <a:gd name="adj1" fmla="val 10800000"/>
                <a:gd name="adj2" fmla="val 0"/>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5"/>
            <p:cNvSpPr/>
            <p:nvPr/>
          </p:nvSpPr>
          <p:spPr>
            <a:xfrm rot="10800000">
              <a:off x="2760295" y="2338911"/>
              <a:ext cx="1207800" cy="1207800"/>
            </a:xfrm>
            <a:prstGeom prst="arc">
              <a:avLst>
                <a:gd name="adj1" fmla="val 10800000"/>
                <a:gd name="adj2" fmla="val 0"/>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5"/>
            <p:cNvSpPr/>
            <p:nvPr/>
          </p:nvSpPr>
          <p:spPr>
            <a:xfrm>
              <a:off x="3968095" y="2338911"/>
              <a:ext cx="1207800" cy="1207800"/>
            </a:xfrm>
            <a:prstGeom prst="arc">
              <a:avLst>
                <a:gd name="adj1" fmla="val 10800000"/>
                <a:gd name="adj2" fmla="val 0"/>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5"/>
            <p:cNvSpPr/>
            <p:nvPr/>
          </p:nvSpPr>
          <p:spPr>
            <a:xfrm rot="10800000">
              <a:off x="5175917" y="2338911"/>
              <a:ext cx="1207800" cy="1207800"/>
            </a:xfrm>
            <a:prstGeom prst="arc">
              <a:avLst>
                <a:gd name="adj1" fmla="val 10800000"/>
                <a:gd name="adj2" fmla="val 0"/>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5"/>
            <p:cNvSpPr/>
            <p:nvPr/>
          </p:nvSpPr>
          <p:spPr>
            <a:xfrm>
              <a:off x="6383717" y="2338911"/>
              <a:ext cx="1207800" cy="1207800"/>
            </a:xfrm>
            <a:prstGeom prst="arc">
              <a:avLst>
                <a:gd name="adj1" fmla="val 10800000"/>
                <a:gd name="adj2" fmla="val 0"/>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5"/>
            <p:cNvSpPr/>
            <p:nvPr/>
          </p:nvSpPr>
          <p:spPr>
            <a:xfrm>
              <a:off x="1728546" y="2515107"/>
              <a:ext cx="855300" cy="855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Orbitron"/>
                  <a:ea typeface="Orbitron"/>
                  <a:cs typeface="Orbitron"/>
                  <a:sym typeface="Orbitron"/>
                </a:rPr>
                <a:t>DAY 01</a:t>
              </a:r>
              <a:endParaRPr sz="1300" b="1">
                <a:solidFill>
                  <a:schemeClr val="lt1"/>
                </a:solidFill>
                <a:latin typeface="Orbitron"/>
                <a:ea typeface="Orbitron"/>
                <a:cs typeface="Orbitron"/>
                <a:sym typeface="Orbitron"/>
              </a:endParaRPr>
            </a:p>
          </p:txBody>
        </p:sp>
        <p:sp>
          <p:nvSpPr>
            <p:cNvPr id="2568" name="Google Shape;2568;p55"/>
            <p:cNvSpPr/>
            <p:nvPr/>
          </p:nvSpPr>
          <p:spPr>
            <a:xfrm>
              <a:off x="2936473" y="2515215"/>
              <a:ext cx="855300" cy="855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Orbitron"/>
                  <a:ea typeface="Orbitron"/>
                  <a:cs typeface="Orbitron"/>
                  <a:sym typeface="Orbitron"/>
                </a:rPr>
                <a:t>DAY 02</a:t>
              </a:r>
              <a:endParaRPr>
                <a:solidFill>
                  <a:schemeClr val="lt1"/>
                </a:solidFill>
              </a:endParaRPr>
            </a:p>
          </p:txBody>
        </p:sp>
        <p:sp>
          <p:nvSpPr>
            <p:cNvPr id="2569" name="Google Shape;2569;p55"/>
            <p:cNvSpPr/>
            <p:nvPr/>
          </p:nvSpPr>
          <p:spPr>
            <a:xfrm>
              <a:off x="4144293" y="2515107"/>
              <a:ext cx="855300" cy="855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Orbitron"/>
                  <a:ea typeface="Orbitron"/>
                  <a:cs typeface="Orbitron"/>
                  <a:sym typeface="Orbitron"/>
                </a:rPr>
                <a:t>DAY 03</a:t>
              </a:r>
              <a:endParaRPr>
                <a:solidFill>
                  <a:schemeClr val="lt1"/>
                </a:solidFill>
              </a:endParaRPr>
            </a:p>
          </p:txBody>
        </p:sp>
        <p:sp>
          <p:nvSpPr>
            <p:cNvPr id="2570" name="Google Shape;2570;p55"/>
            <p:cNvSpPr/>
            <p:nvPr/>
          </p:nvSpPr>
          <p:spPr>
            <a:xfrm>
              <a:off x="5352220" y="2515215"/>
              <a:ext cx="855300" cy="855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Orbitron"/>
                  <a:ea typeface="Orbitron"/>
                  <a:cs typeface="Orbitron"/>
                  <a:sym typeface="Orbitron"/>
                </a:rPr>
                <a:t>DAY 04</a:t>
              </a:r>
              <a:endParaRPr>
                <a:solidFill>
                  <a:schemeClr val="lt1"/>
                </a:solidFill>
              </a:endParaRPr>
            </a:p>
          </p:txBody>
        </p:sp>
        <p:sp>
          <p:nvSpPr>
            <p:cNvPr id="2571" name="Google Shape;2571;p55"/>
            <p:cNvSpPr/>
            <p:nvPr/>
          </p:nvSpPr>
          <p:spPr>
            <a:xfrm>
              <a:off x="6559914" y="2515107"/>
              <a:ext cx="855300" cy="855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Orbitron"/>
                  <a:ea typeface="Orbitron"/>
                  <a:cs typeface="Orbitron"/>
                  <a:sym typeface="Orbitron"/>
                </a:rPr>
                <a:t>DAY 05</a:t>
              </a:r>
              <a:endParaRPr>
                <a:solidFill>
                  <a:schemeClr val="lt1"/>
                </a:solidFill>
              </a:endParaRPr>
            </a:p>
          </p:txBody>
        </p:sp>
      </p:grpSp>
      <p:sp>
        <p:nvSpPr>
          <p:cNvPr id="2572" name="Google Shape;2572;p55"/>
          <p:cNvSpPr txBox="1"/>
          <p:nvPr/>
        </p:nvSpPr>
        <p:spPr>
          <a:xfrm>
            <a:off x="1159775" y="3583679"/>
            <a:ext cx="19932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JUPITER</a:t>
            </a:r>
            <a:endParaRPr sz="2000" b="1">
              <a:solidFill>
                <a:schemeClr val="accent3"/>
              </a:solidFill>
              <a:latin typeface="Orbitron"/>
              <a:ea typeface="Orbitron"/>
              <a:cs typeface="Orbitron"/>
              <a:sym typeface="Orbitron"/>
            </a:endParaRPr>
          </a:p>
        </p:txBody>
      </p:sp>
      <p:sp>
        <p:nvSpPr>
          <p:cNvPr id="2573" name="Google Shape;2573;p55"/>
          <p:cNvSpPr txBox="1"/>
          <p:nvPr/>
        </p:nvSpPr>
        <p:spPr>
          <a:xfrm>
            <a:off x="1093025" y="3923750"/>
            <a:ext cx="21267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It’s the biggest planet in the Solar System</a:t>
            </a:r>
            <a:endParaRPr sz="1600">
              <a:solidFill>
                <a:schemeClr val="accent3"/>
              </a:solidFill>
              <a:latin typeface="Barlow"/>
              <a:ea typeface="Barlow"/>
              <a:cs typeface="Barlow"/>
              <a:sym typeface="Barlow"/>
            </a:endParaRPr>
          </a:p>
          <a:p>
            <a:pPr marL="0" lvl="0" indent="0" algn="ctr" rtl="0">
              <a:spcBef>
                <a:spcPts val="0"/>
              </a:spcBef>
              <a:spcAft>
                <a:spcPts val="0"/>
              </a:spcAft>
              <a:buNone/>
            </a:pPr>
            <a:endParaRPr sz="1600">
              <a:solidFill>
                <a:schemeClr val="accent3"/>
              </a:solidFill>
              <a:latin typeface="Barlow"/>
              <a:ea typeface="Barlow"/>
              <a:cs typeface="Barlow"/>
              <a:sym typeface="Barlow"/>
            </a:endParaRPr>
          </a:p>
        </p:txBody>
      </p:sp>
      <p:sp>
        <p:nvSpPr>
          <p:cNvPr id="2574" name="Google Shape;2574;p55"/>
          <p:cNvSpPr txBox="1"/>
          <p:nvPr/>
        </p:nvSpPr>
        <p:spPr>
          <a:xfrm>
            <a:off x="3575400" y="3583679"/>
            <a:ext cx="19932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MERCURY</a:t>
            </a:r>
            <a:endParaRPr sz="2000" b="1">
              <a:solidFill>
                <a:schemeClr val="accent3"/>
              </a:solidFill>
              <a:latin typeface="Orbitron"/>
              <a:ea typeface="Orbitron"/>
              <a:cs typeface="Orbitron"/>
              <a:sym typeface="Orbitron"/>
            </a:endParaRPr>
          </a:p>
        </p:txBody>
      </p:sp>
      <p:sp>
        <p:nvSpPr>
          <p:cNvPr id="2575" name="Google Shape;2575;p55"/>
          <p:cNvSpPr txBox="1"/>
          <p:nvPr/>
        </p:nvSpPr>
        <p:spPr>
          <a:xfrm>
            <a:off x="3575400" y="3923762"/>
            <a:ext cx="19932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Mercury is the smallest of them all</a:t>
            </a:r>
            <a:endParaRPr sz="1600">
              <a:solidFill>
                <a:schemeClr val="accent3"/>
              </a:solidFill>
              <a:latin typeface="Barlow"/>
              <a:ea typeface="Barlow"/>
              <a:cs typeface="Barlow"/>
              <a:sym typeface="Barlow"/>
            </a:endParaRPr>
          </a:p>
          <a:p>
            <a:pPr marL="0" lvl="0" indent="0" algn="ctr" rtl="0">
              <a:spcBef>
                <a:spcPts val="0"/>
              </a:spcBef>
              <a:spcAft>
                <a:spcPts val="0"/>
              </a:spcAft>
              <a:buNone/>
            </a:pPr>
            <a:endParaRPr sz="1600">
              <a:solidFill>
                <a:schemeClr val="accent3"/>
              </a:solidFill>
              <a:latin typeface="Barlow"/>
              <a:ea typeface="Barlow"/>
              <a:cs typeface="Barlow"/>
              <a:sym typeface="Barlow"/>
            </a:endParaRPr>
          </a:p>
        </p:txBody>
      </p:sp>
      <p:sp>
        <p:nvSpPr>
          <p:cNvPr id="2576" name="Google Shape;2576;p55"/>
          <p:cNvSpPr txBox="1"/>
          <p:nvPr/>
        </p:nvSpPr>
        <p:spPr>
          <a:xfrm>
            <a:off x="5991025" y="3583679"/>
            <a:ext cx="19932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SATURN</a:t>
            </a:r>
            <a:endParaRPr sz="2000" b="1">
              <a:solidFill>
                <a:schemeClr val="accent3"/>
              </a:solidFill>
              <a:latin typeface="Orbitron"/>
              <a:ea typeface="Orbitron"/>
              <a:cs typeface="Orbitron"/>
              <a:sym typeface="Orbitron"/>
            </a:endParaRPr>
          </a:p>
        </p:txBody>
      </p:sp>
      <p:sp>
        <p:nvSpPr>
          <p:cNvPr id="2577" name="Google Shape;2577;p55"/>
          <p:cNvSpPr txBox="1"/>
          <p:nvPr/>
        </p:nvSpPr>
        <p:spPr>
          <a:xfrm>
            <a:off x="5991025" y="3923762"/>
            <a:ext cx="19932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Saturn is the ringed one and a gas giant</a:t>
            </a:r>
            <a:endParaRPr sz="1600">
              <a:solidFill>
                <a:schemeClr val="accent3"/>
              </a:solidFill>
              <a:latin typeface="Barlow"/>
              <a:ea typeface="Barlow"/>
              <a:cs typeface="Barlow"/>
              <a:sym typeface="Barlow"/>
            </a:endParaRPr>
          </a:p>
        </p:txBody>
      </p:sp>
      <p:sp>
        <p:nvSpPr>
          <p:cNvPr id="2578" name="Google Shape;2578;p55"/>
          <p:cNvSpPr txBox="1"/>
          <p:nvPr/>
        </p:nvSpPr>
        <p:spPr>
          <a:xfrm>
            <a:off x="2367600" y="1275156"/>
            <a:ext cx="19932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MARS</a:t>
            </a:r>
            <a:endParaRPr sz="2000" b="1">
              <a:solidFill>
                <a:schemeClr val="accent3"/>
              </a:solidFill>
              <a:latin typeface="Orbitron"/>
              <a:ea typeface="Orbitron"/>
              <a:cs typeface="Orbitron"/>
              <a:sym typeface="Orbitron"/>
            </a:endParaRPr>
          </a:p>
        </p:txBody>
      </p:sp>
      <p:sp>
        <p:nvSpPr>
          <p:cNvPr id="2579" name="Google Shape;2579;p55"/>
          <p:cNvSpPr txBox="1"/>
          <p:nvPr/>
        </p:nvSpPr>
        <p:spPr>
          <a:xfrm>
            <a:off x="2367600" y="1615240"/>
            <a:ext cx="19932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Despite being red, Mars is a cold place</a:t>
            </a:r>
            <a:endParaRPr>
              <a:solidFill>
                <a:schemeClr val="accent3"/>
              </a:solidFill>
              <a:latin typeface="Barlow"/>
              <a:ea typeface="Barlow"/>
              <a:cs typeface="Barlow"/>
              <a:sym typeface="Barlow"/>
            </a:endParaRPr>
          </a:p>
        </p:txBody>
      </p:sp>
      <p:sp>
        <p:nvSpPr>
          <p:cNvPr id="2580" name="Google Shape;2580;p55"/>
          <p:cNvSpPr txBox="1"/>
          <p:nvPr/>
        </p:nvSpPr>
        <p:spPr>
          <a:xfrm>
            <a:off x="4783275" y="1275156"/>
            <a:ext cx="19932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VENUS</a:t>
            </a:r>
            <a:endParaRPr sz="2000" b="1">
              <a:solidFill>
                <a:schemeClr val="accent3"/>
              </a:solidFill>
              <a:latin typeface="Orbitron"/>
              <a:ea typeface="Orbitron"/>
              <a:cs typeface="Orbitron"/>
              <a:sym typeface="Orbitron"/>
            </a:endParaRPr>
          </a:p>
        </p:txBody>
      </p:sp>
      <p:sp>
        <p:nvSpPr>
          <p:cNvPr id="2581" name="Google Shape;2581;p55"/>
          <p:cNvSpPr txBox="1"/>
          <p:nvPr/>
        </p:nvSpPr>
        <p:spPr>
          <a:xfrm>
            <a:off x="4783275" y="1615240"/>
            <a:ext cx="19932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Venus has a beautiful name</a:t>
            </a:r>
            <a:endParaRPr sz="1600">
              <a:solidFill>
                <a:schemeClr val="accent3"/>
              </a:solidFill>
              <a:latin typeface="Barlow"/>
              <a:ea typeface="Barlow"/>
              <a:cs typeface="Barlow"/>
              <a:sym typeface="Barlow"/>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85"/>
        <p:cNvGrpSpPr/>
        <p:nvPr/>
      </p:nvGrpSpPr>
      <p:grpSpPr>
        <a:xfrm>
          <a:off x="0" y="0"/>
          <a:ext cx="0" cy="0"/>
          <a:chOff x="0" y="0"/>
          <a:chExt cx="0" cy="0"/>
        </a:xfrm>
      </p:grpSpPr>
      <p:sp>
        <p:nvSpPr>
          <p:cNvPr id="2586" name="Google Shape;2586;p56"/>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FROM </a:t>
            </a:r>
            <a:r>
              <a:rPr lang="en">
                <a:solidFill>
                  <a:schemeClr val="accent2"/>
                </a:solidFill>
              </a:rPr>
              <a:t>SPACE</a:t>
            </a:r>
            <a:endParaRPr>
              <a:solidFill>
                <a:schemeClr val="accent2"/>
              </a:solidFill>
            </a:endParaRPr>
          </a:p>
        </p:txBody>
      </p:sp>
      <p:sp>
        <p:nvSpPr>
          <p:cNvPr id="2587" name="Google Shape;2587;p56"/>
          <p:cNvSpPr txBox="1"/>
          <p:nvPr/>
        </p:nvSpPr>
        <p:spPr>
          <a:xfrm>
            <a:off x="2688811" y="3497510"/>
            <a:ext cx="18306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JUPITER</a:t>
            </a:r>
            <a:endParaRPr sz="2000" b="1">
              <a:solidFill>
                <a:schemeClr val="accent3"/>
              </a:solidFill>
              <a:latin typeface="Orbitron"/>
              <a:ea typeface="Orbitron"/>
              <a:cs typeface="Orbitron"/>
              <a:sym typeface="Orbitron"/>
            </a:endParaRPr>
          </a:p>
        </p:txBody>
      </p:sp>
      <p:sp>
        <p:nvSpPr>
          <p:cNvPr id="2588" name="Google Shape;2588;p56"/>
          <p:cNvSpPr txBox="1"/>
          <p:nvPr/>
        </p:nvSpPr>
        <p:spPr>
          <a:xfrm>
            <a:off x="2688811" y="3837594"/>
            <a:ext cx="18306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It’s the biggest planet of them all</a:t>
            </a:r>
            <a:endParaRPr sz="1600">
              <a:solidFill>
                <a:schemeClr val="accent3"/>
              </a:solidFill>
              <a:latin typeface="Barlow"/>
              <a:ea typeface="Barlow"/>
              <a:cs typeface="Barlow"/>
              <a:sym typeface="Barlow"/>
            </a:endParaRPr>
          </a:p>
        </p:txBody>
      </p:sp>
      <p:sp>
        <p:nvSpPr>
          <p:cNvPr id="2589" name="Google Shape;2589;p56"/>
          <p:cNvSpPr txBox="1"/>
          <p:nvPr/>
        </p:nvSpPr>
        <p:spPr>
          <a:xfrm>
            <a:off x="733225" y="3133954"/>
            <a:ext cx="18306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MERCURY</a:t>
            </a:r>
            <a:endParaRPr sz="2000" b="1">
              <a:solidFill>
                <a:schemeClr val="accent3"/>
              </a:solidFill>
              <a:latin typeface="Orbitron"/>
              <a:ea typeface="Orbitron"/>
              <a:cs typeface="Orbitron"/>
              <a:sym typeface="Orbitron"/>
            </a:endParaRPr>
          </a:p>
        </p:txBody>
      </p:sp>
      <p:sp>
        <p:nvSpPr>
          <p:cNvPr id="2590" name="Google Shape;2590;p56"/>
          <p:cNvSpPr txBox="1"/>
          <p:nvPr/>
        </p:nvSpPr>
        <p:spPr>
          <a:xfrm>
            <a:off x="733225" y="3474038"/>
            <a:ext cx="18306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It’s the smallest planet of them all</a:t>
            </a:r>
            <a:endParaRPr sz="1600">
              <a:solidFill>
                <a:schemeClr val="accent3"/>
              </a:solidFill>
              <a:latin typeface="Barlow"/>
              <a:ea typeface="Barlow"/>
              <a:cs typeface="Barlow"/>
              <a:sym typeface="Barlow"/>
            </a:endParaRPr>
          </a:p>
        </p:txBody>
      </p:sp>
      <p:sp>
        <p:nvSpPr>
          <p:cNvPr id="2591" name="Google Shape;2591;p56"/>
          <p:cNvSpPr txBox="1"/>
          <p:nvPr/>
        </p:nvSpPr>
        <p:spPr>
          <a:xfrm>
            <a:off x="4644421" y="3133950"/>
            <a:ext cx="18306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VENUS</a:t>
            </a:r>
            <a:endParaRPr sz="2000" b="1">
              <a:solidFill>
                <a:schemeClr val="accent3"/>
              </a:solidFill>
              <a:latin typeface="Orbitron"/>
              <a:ea typeface="Orbitron"/>
              <a:cs typeface="Orbitron"/>
              <a:sym typeface="Orbitron"/>
            </a:endParaRPr>
          </a:p>
        </p:txBody>
      </p:sp>
      <p:sp>
        <p:nvSpPr>
          <p:cNvPr id="2592" name="Google Shape;2592;p56"/>
          <p:cNvSpPr txBox="1"/>
          <p:nvPr/>
        </p:nvSpPr>
        <p:spPr>
          <a:xfrm>
            <a:off x="4644421" y="3474034"/>
            <a:ext cx="18306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Venus has a beautiful name</a:t>
            </a:r>
            <a:endParaRPr sz="1600">
              <a:solidFill>
                <a:schemeClr val="accent3"/>
              </a:solidFill>
              <a:latin typeface="Barlow"/>
              <a:ea typeface="Barlow"/>
              <a:cs typeface="Barlow"/>
              <a:sym typeface="Barlow"/>
            </a:endParaRPr>
          </a:p>
        </p:txBody>
      </p:sp>
      <p:sp>
        <p:nvSpPr>
          <p:cNvPr id="2593" name="Google Shape;2593;p56"/>
          <p:cNvSpPr txBox="1"/>
          <p:nvPr/>
        </p:nvSpPr>
        <p:spPr>
          <a:xfrm>
            <a:off x="6600007" y="3559065"/>
            <a:ext cx="1830600" cy="42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SATURN</a:t>
            </a:r>
            <a:endParaRPr sz="2000" b="1">
              <a:solidFill>
                <a:schemeClr val="accent3"/>
              </a:solidFill>
              <a:latin typeface="Orbitron"/>
              <a:ea typeface="Orbitron"/>
              <a:cs typeface="Orbitron"/>
              <a:sym typeface="Orbitron"/>
            </a:endParaRPr>
          </a:p>
        </p:txBody>
      </p:sp>
      <p:sp>
        <p:nvSpPr>
          <p:cNvPr id="2594" name="Google Shape;2594;p56"/>
          <p:cNvSpPr txBox="1"/>
          <p:nvPr/>
        </p:nvSpPr>
        <p:spPr>
          <a:xfrm>
            <a:off x="6600007" y="3899149"/>
            <a:ext cx="1830600" cy="67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Saturn is the ringed one </a:t>
            </a:r>
            <a:endParaRPr sz="1600">
              <a:solidFill>
                <a:schemeClr val="accent3"/>
              </a:solidFill>
              <a:latin typeface="Barlow"/>
              <a:ea typeface="Barlow"/>
              <a:cs typeface="Barlow"/>
              <a:sym typeface="Barlow"/>
            </a:endParaRPr>
          </a:p>
        </p:txBody>
      </p:sp>
      <p:cxnSp>
        <p:nvCxnSpPr>
          <p:cNvPr id="2595" name="Google Shape;2595;p56"/>
          <p:cNvCxnSpPr>
            <a:stCxn id="2589" idx="0"/>
          </p:cNvCxnSpPr>
          <p:nvPr/>
        </p:nvCxnSpPr>
        <p:spPr>
          <a:xfrm rot="10800000">
            <a:off x="1648525" y="2445754"/>
            <a:ext cx="0" cy="688200"/>
          </a:xfrm>
          <a:prstGeom prst="straightConnector1">
            <a:avLst/>
          </a:prstGeom>
          <a:noFill/>
          <a:ln w="19050" cap="flat" cmpd="sng">
            <a:solidFill>
              <a:schemeClr val="accent3"/>
            </a:solidFill>
            <a:prstDash val="dot"/>
            <a:round/>
            <a:headEnd type="none" w="med" len="med"/>
            <a:tailEnd type="none" w="med" len="med"/>
          </a:ln>
        </p:spPr>
      </p:cxnSp>
      <p:cxnSp>
        <p:nvCxnSpPr>
          <p:cNvPr id="2596" name="Google Shape;2596;p56"/>
          <p:cNvCxnSpPr>
            <a:stCxn id="2587" idx="0"/>
          </p:cNvCxnSpPr>
          <p:nvPr/>
        </p:nvCxnSpPr>
        <p:spPr>
          <a:xfrm rot="10800000">
            <a:off x="3604111" y="2785910"/>
            <a:ext cx="0" cy="711600"/>
          </a:xfrm>
          <a:prstGeom prst="straightConnector1">
            <a:avLst/>
          </a:prstGeom>
          <a:noFill/>
          <a:ln w="19050" cap="flat" cmpd="sng">
            <a:solidFill>
              <a:schemeClr val="accent3"/>
            </a:solidFill>
            <a:prstDash val="dot"/>
            <a:round/>
            <a:headEnd type="none" w="med" len="med"/>
            <a:tailEnd type="none" w="med" len="med"/>
          </a:ln>
        </p:spPr>
      </p:cxnSp>
      <p:cxnSp>
        <p:nvCxnSpPr>
          <p:cNvPr id="2597" name="Google Shape;2597;p56"/>
          <p:cNvCxnSpPr>
            <a:stCxn id="2591" idx="0"/>
          </p:cNvCxnSpPr>
          <p:nvPr/>
        </p:nvCxnSpPr>
        <p:spPr>
          <a:xfrm rot="10800000">
            <a:off x="5559721" y="2445750"/>
            <a:ext cx="0" cy="688200"/>
          </a:xfrm>
          <a:prstGeom prst="straightConnector1">
            <a:avLst/>
          </a:prstGeom>
          <a:noFill/>
          <a:ln w="19050" cap="flat" cmpd="sng">
            <a:solidFill>
              <a:schemeClr val="accent3"/>
            </a:solidFill>
            <a:prstDash val="dot"/>
            <a:round/>
            <a:headEnd type="none" w="med" len="med"/>
            <a:tailEnd type="none" w="med" len="med"/>
          </a:ln>
        </p:spPr>
      </p:cxnSp>
      <p:cxnSp>
        <p:nvCxnSpPr>
          <p:cNvPr id="2598" name="Google Shape;2598;p56"/>
          <p:cNvCxnSpPr>
            <a:stCxn id="2593" idx="0"/>
          </p:cNvCxnSpPr>
          <p:nvPr/>
        </p:nvCxnSpPr>
        <p:spPr>
          <a:xfrm rot="10800000">
            <a:off x="7515307" y="2785965"/>
            <a:ext cx="0" cy="773100"/>
          </a:xfrm>
          <a:prstGeom prst="straightConnector1">
            <a:avLst/>
          </a:prstGeom>
          <a:noFill/>
          <a:ln w="19050" cap="flat" cmpd="sng">
            <a:solidFill>
              <a:schemeClr val="accent3"/>
            </a:solidFill>
            <a:prstDash val="dot"/>
            <a:round/>
            <a:headEnd type="none" w="med" len="med"/>
            <a:tailEnd type="none" w="med" len="med"/>
          </a:ln>
        </p:spPr>
      </p:cxnSp>
      <p:grpSp>
        <p:nvGrpSpPr>
          <p:cNvPr id="2599" name="Google Shape;2599;p56"/>
          <p:cNvGrpSpPr/>
          <p:nvPr/>
        </p:nvGrpSpPr>
        <p:grpSpPr>
          <a:xfrm>
            <a:off x="3032679" y="1547766"/>
            <a:ext cx="1142887" cy="1056954"/>
            <a:chOff x="249044" y="1100462"/>
            <a:chExt cx="3625911" cy="3353281"/>
          </a:xfrm>
        </p:grpSpPr>
        <p:sp>
          <p:nvSpPr>
            <p:cNvPr id="2600" name="Google Shape;2600;p56"/>
            <p:cNvSpPr/>
            <p:nvPr/>
          </p:nvSpPr>
          <p:spPr>
            <a:xfrm>
              <a:off x="249044" y="1150024"/>
              <a:ext cx="3531856" cy="3300011"/>
            </a:xfrm>
            <a:custGeom>
              <a:avLst/>
              <a:gdLst/>
              <a:ahLst/>
              <a:cxnLst/>
              <a:rect l="l" t="t" r="r" b="b"/>
              <a:pathLst>
                <a:path w="46676" h="43612" extrusionOk="0">
                  <a:moveTo>
                    <a:pt x="23368" y="1"/>
                  </a:moveTo>
                  <a:cubicBezTo>
                    <a:pt x="12762" y="1"/>
                    <a:pt x="3427" y="7725"/>
                    <a:pt x="1775" y="18523"/>
                  </a:cubicBezTo>
                  <a:cubicBezTo>
                    <a:pt x="1" y="30458"/>
                    <a:pt x="8164" y="41550"/>
                    <a:pt x="20055" y="43369"/>
                  </a:cubicBezTo>
                  <a:cubicBezTo>
                    <a:pt x="21152" y="43532"/>
                    <a:pt x="22242" y="43611"/>
                    <a:pt x="23318" y="43611"/>
                  </a:cubicBezTo>
                  <a:cubicBezTo>
                    <a:pt x="33951" y="43611"/>
                    <a:pt x="43249" y="35887"/>
                    <a:pt x="44901" y="25089"/>
                  </a:cubicBezTo>
                  <a:cubicBezTo>
                    <a:pt x="46676" y="13154"/>
                    <a:pt x="38512" y="2062"/>
                    <a:pt x="26621" y="243"/>
                  </a:cubicBezTo>
                  <a:cubicBezTo>
                    <a:pt x="25528" y="80"/>
                    <a:pt x="24442" y="1"/>
                    <a:pt x="2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6"/>
            <p:cNvSpPr/>
            <p:nvPr/>
          </p:nvSpPr>
          <p:spPr>
            <a:xfrm>
              <a:off x="661961" y="1671979"/>
              <a:ext cx="2712756" cy="230635"/>
            </a:xfrm>
            <a:custGeom>
              <a:avLst/>
              <a:gdLst/>
              <a:ahLst/>
              <a:cxnLst/>
              <a:rect l="l" t="t" r="r" b="b"/>
              <a:pathLst>
                <a:path w="35851" h="3048" extrusionOk="0">
                  <a:moveTo>
                    <a:pt x="33765" y="0"/>
                  </a:moveTo>
                  <a:cubicBezTo>
                    <a:pt x="30526" y="355"/>
                    <a:pt x="27287" y="710"/>
                    <a:pt x="24048" y="843"/>
                  </a:cubicBezTo>
                  <a:cubicBezTo>
                    <a:pt x="19567" y="1110"/>
                    <a:pt x="15042" y="1243"/>
                    <a:pt x="10560" y="1243"/>
                  </a:cubicBezTo>
                  <a:cubicBezTo>
                    <a:pt x="7987" y="1243"/>
                    <a:pt x="5414" y="1198"/>
                    <a:pt x="2840" y="1154"/>
                  </a:cubicBezTo>
                  <a:cubicBezTo>
                    <a:pt x="2308" y="1154"/>
                    <a:pt x="1642" y="1154"/>
                    <a:pt x="977" y="1198"/>
                  </a:cubicBezTo>
                  <a:cubicBezTo>
                    <a:pt x="622" y="1598"/>
                    <a:pt x="311" y="2041"/>
                    <a:pt x="1" y="2485"/>
                  </a:cubicBezTo>
                  <a:lnTo>
                    <a:pt x="933" y="2529"/>
                  </a:lnTo>
                  <a:cubicBezTo>
                    <a:pt x="5675" y="2910"/>
                    <a:pt x="10444" y="3048"/>
                    <a:pt x="15199" y="3048"/>
                  </a:cubicBezTo>
                  <a:cubicBezTo>
                    <a:pt x="16538" y="3048"/>
                    <a:pt x="17876" y="3037"/>
                    <a:pt x="19212" y="3017"/>
                  </a:cubicBezTo>
                  <a:cubicBezTo>
                    <a:pt x="24536" y="2929"/>
                    <a:pt x="30215" y="2929"/>
                    <a:pt x="35850" y="2574"/>
                  </a:cubicBezTo>
                  <a:cubicBezTo>
                    <a:pt x="35229" y="1686"/>
                    <a:pt x="34519" y="799"/>
                    <a:pt x="33765"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6"/>
            <p:cNvSpPr/>
            <p:nvPr/>
          </p:nvSpPr>
          <p:spPr>
            <a:xfrm>
              <a:off x="369885" y="1910331"/>
              <a:ext cx="3293504" cy="805783"/>
            </a:xfrm>
            <a:custGeom>
              <a:avLst/>
              <a:gdLst/>
              <a:ahLst/>
              <a:cxnLst/>
              <a:rect l="l" t="t" r="r" b="b"/>
              <a:pathLst>
                <a:path w="43526" h="10649" extrusionOk="0">
                  <a:moveTo>
                    <a:pt x="40110" y="1"/>
                  </a:moveTo>
                  <a:lnTo>
                    <a:pt x="35318" y="489"/>
                  </a:lnTo>
                  <a:cubicBezTo>
                    <a:pt x="23605" y="1731"/>
                    <a:pt x="12025" y="3772"/>
                    <a:pt x="578" y="6567"/>
                  </a:cubicBezTo>
                  <a:cubicBezTo>
                    <a:pt x="311" y="7676"/>
                    <a:pt x="134" y="8830"/>
                    <a:pt x="1" y="9983"/>
                  </a:cubicBezTo>
                  <a:cubicBezTo>
                    <a:pt x="4142" y="9616"/>
                    <a:pt x="8311" y="9478"/>
                    <a:pt x="12487" y="9478"/>
                  </a:cubicBezTo>
                  <a:cubicBezTo>
                    <a:pt x="21417" y="9478"/>
                    <a:pt x="30380" y="10109"/>
                    <a:pt x="39178" y="10471"/>
                  </a:cubicBezTo>
                  <a:cubicBezTo>
                    <a:pt x="40598" y="10560"/>
                    <a:pt x="42062" y="10604"/>
                    <a:pt x="43526" y="10649"/>
                  </a:cubicBezTo>
                  <a:cubicBezTo>
                    <a:pt x="43304" y="6878"/>
                    <a:pt x="42150" y="3195"/>
                    <a:pt x="4011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6"/>
            <p:cNvSpPr/>
            <p:nvPr/>
          </p:nvSpPr>
          <p:spPr>
            <a:xfrm>
              <a:off x="366556" y="2803359"/>
              <a:ext cx="3296833" cy="154513"/>
            </a:xfrm>
            <a:custGeom>
              <a:avLst/>
              <a:gdLst/>
              <a:ahLst/>
              <a:cxnLst/>
              <a:rect l="l" t="t" r="r" b="b"/>
              <a:pathLst>
                <a:path w="43570" h="2042" extrusionOk="0">
                  <a:moveTo>
                    <a:pt x="0" y="0"/>
                  </a:moveTo>
                  <a:lnTo>
                    <a:pt x="0" y="533"/>
                  </a:lnTo>
                  <a:cubicBezTo>
                    <a:pt x="11536" y="1287"/>
                    <a:pt x="23072" y="2041"/>
                    <a:pt x="34608" y="2041"/>
                  </a:cubicBezTo>
                  <a:cubicBezTo>
                    <a:pt x="37580" y="2041"/>
                    <a:pt x="40553" y="1997"/>
                    <a:pt x="43481" y="1953"/>
                  </a:cubicBezTo>
                  <a:cubicBezTo>
                    <a:pt x="43525" y="1420"/>
                    <a:pt x="43570" y="932"/>
                    <a:pt x="43570" y="400"/>
                  </a:cubicBezTo>
                  <a:lnTo>
                    <a:pt x="43570" y="400"/>
                  </a:lnTo>
                  <a:cubicBezTo>
                    <a:pt x="38749" y="710"/>
                    <a:pt x="33888" y="829"/>
                    <a:pt x="29020" y="829"/>
                  </a:cubicBezTo>
                  <a:cubicBezTo>
                    <a:pt x="19286" y="829"/>
                    <a:pt x="9525" y="355"/>
                    <a:pt x="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6"/>
            <p:cNvSpPr/>
            <p:nvPr/>
          </p:nvSpPr>
          <p:spPr>
            <a:xfrm>
              <a:off x="933910" y="1514212"/>
              <a:ext cx="2215847" cy="137715"/>
            </a:xfrm>
            <a:custGeom>
              <a:avLst/>
              <a:gdLst/>
              <a:ahLst/>
              <a:cxnLst/>
              <a:rect l="l" t="t" r="r" b="b"/>
              <a:pathLst>
                <a:path w="29284" h="1820" extrusionOk="0">
                  <a:moveTo>
                    <a:pt x="666" y="0"/>
                  </a:moveTo>
                  <a:cubicBezTo>
                    <a:pt x="444" y="178"/>
                    <a:pt x="223" y="355"/>
                    <a:pt x="1" y="577"/>
                  </a:cubicBezTo>
                  <a:cubicBezTo>
                    <a:pt x="5791" y="1351"/>
                    <a:pt x="11709" y="1820"/>
                    <a:pt x="17611" y="1820"/>
                  </a:cubicBezTo>
                  <a:cubicBezTo>
                    <a:pt x="21523" y="1820"/>
                    <a:pt x="25428" y="1614"/>
                    <a:pt x="29284" y="1154"/>
                  </a:cubicBezTo>
                  <a:cubicBezTo>
                    <a:pt x="28840" y="754"/>
                    <a:pt x="28441" y="399"/>
                    <a:pt x="27952" y="44"/>
                  </a:cubicBezTo>
                  <a:cubicBezTo>
                    <a:pt x="23101" y="351"/>
                    <a:pt x="18288" y="557"/>
                    <a:pt x="13472" y="557"/>
                  </a:cubicBezTo>
                  <a:cubicBezTo>
                    <a:pt x="9214" y="557"/>
                    <a:pt x="4955" y="396"/>
                    <a:pt x="666"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6"/>
            <p:cNvSpPr/>
            <p:nvPr/>
          </p:nvSpPr>
          <p:spPr>
            <a:xfrm>
              <a:off x="433673" y="3259937"/>
              <a:ext cx="3162599" cy="165939"/>
            </a:xfrm>
            <a:custGeom>
              <a:avLst/>
              <a:gdLst/>
              <a:ahLst/>
              <a:cxnLst/>
              <a:rect l="l" t="t" r="r" b="b"/>
              <a:pathLst>
                <a:path w="41796" h="2193" extrusionOk="0">
                  <a:moveTo>
                    <a:pt x="1" y="0"/>
                  </a:moveTo>
                  <a:cubicBezTo>
                    <a:pt x="1" y="178"/>
                    <a:pt x="45" y="311"/>
                    <a:pt x="90" y="444"/>
                  </a:cubicBezTo>
                  <a:cubicBezTo>
                    <a:pt x="10615" y="1610"/>
                    <a:pt x="21193" y="2193"/>
                    <a:pt x="31783" y="2193"/>
                  </a:cubicBezTo>
                  <a:cubicBezTo>
                    <a:pt x="34898" y="2193"/>
                    <a:pt x="38014" y="2142"/>
                    <a:pt x="41130" y="2041"/>
                  </a:cubicBezTo>
                  <a:cubicBezTo>
                    <a:pt x="41396" y="1420"/>
                    <a:pt x="41618" y="755"/>
                    <a:pt x="41795" y="89"/>
                  </a:cubicBezTo>
                  <a:lnTo>
                    <a:pt x="41795" y="89"/>
                  </a:lnTo>
                  <a:cubicBezTo>
                    <a:pt x="35035" y="434"/>
                    <a:pt x="28264" y="611"/>
                    <a:pt x="21497" y="611"/>
                  </a:cubicBezTo>
                  <a:cubicBezTo>
                    <a:pt x="14320" y="611"/>
                    <a:pt x="7149" y="412"/>
                    <a:pt x="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6"/>
            <p:cNvSpPr/>
            <p:nvPr/>
          </p:nvSpPr>
          <p:spPr>
            <a:xfrm>
              <a:off x="625036" y="3575092"/>
              <a:ext cx="2846990" cy="165031"/>
            </a:xfrm>
            <a:custGeom>
              <a:avLst/>
              <a:gdLst/>
              <a:ahLst/>
              <a:cxnLst/>
              <a:rect l="l" t="t" r="r" b="b"/>
              <a:pathLst>
                <a:path w="37625" h="2181" extrusionOk="0">
                  <a:moveTo>
                    <a:pt x="36150" y="0"/>
                  </a:moveTo>
                  <a:cubicBezTo>
                    <a:pt x="31090" y="0"/>
                    <a:pt x="26005" y="195"/>
                    <a:pt x="21031" y="317"/>
                  </a:cubicBezTo>
                  <a:cubicBezTo>
                    <a:pt x="13977" y="494"/>
                    <a:pt x="7011" y="849"/>
                    <a:pt x="1" y="1426"/>
                  </a:cubicBezTo>
                  <a:cubicBezTo>
                    <a:pt x="134" y="1692"/>
                    <a:pt x="311" y="1914"/>
                    <a:pt x="489" y="2180"/>
                  </a:cubicBezTo>
                  <a:cubicBezTo>
                    <a:pt x="7322" y="1825"/>
                    <a:pt x="14199" y="1603"/>
                    <a:pt x="21031" y="1470"/>
                  </a:cubicBezTo>
                  <a:cubicBezTo>
                    <a:pt x="21487" y="1466"/>
                    <a:pt x="21943" y="1464"/>
                    <a:pt x="22400" y="1464"/>
                  </a:cubicBezTo>
                  <a:cubicBezTo>
                    <a:pt x="27097" y="1464"/>
                    <a:pt x="31829" y="1659"/>
                    <a:pt x="36560" y="1781"/>
                  </a:cubicBezTo>
                  <a:cubicBezTo>
                    <a:pt x="36915" y="1204"/>
                    <a:pt x="37270" y="627"/>
                    <a:pt x="37625" y="6"/>
                  </a:cubicBezTo>
                  <a:cubicBezTo>
                    <a:pt x="37134" y="2"/>
                    <a:pt x="36642" y="0"/>
                    <a:pt x="3615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6"/>
            <p:cNvSpPr/>
            <p:nvPr/>
          </p:nvSpPr>
          <p:spPr>
            <a:xfrm>
              <a:off x="698887" y="3737474"/>
              <a:ext cx="2635499" cy="711804"/>
            </a:xfrm>
            <a:custGeom>
              <a:avLst/>
              <a:gdLst/>
              <a:ahLst/>
              <a:cxnLst/>
              <a:rect l="l" t="t" r="r" b="b"/>
              <a:pathLst>
                <a:path w="34830" h="9407" extrusionOk="0">
                  <a:moveTo>
                    <a:pt x="10106" y="1"/>
                  </a:moveTo>
                  <a:cubicBezTo>
                    <a:pt x="6712" y="1"/>
                    <a:pt x="3329" y="167"/>
                    <a:pt x="1" y="700"/>
                  </a:cubicBezTo>
                  <a:cubicBezTo>
                    <a:pt x="4357" y="6501"/>
                    <a:pt x="10896" y="9407"/>
                    <a:pt x="17436" y="9407"/>
                  </a:cubicBezTo>
                  <a:cubicBezTo>
                    <a:pt x="23951" y="9407"/>
                    <a:pt x="30468" y="6523"/>
                    <a:pt x="34830" y="744"/>
                  </a:cubicBezTo>
                  <a:cubicBezTo>
                    <a:pt x="29949" y="611"/>
                    <a:pt x="25113" y="522"/>
                    <a:pt x="20277" y="300"/>
                  </a:cubicBezTo>
                  <a:cubicBezTo>
                    <a:pt x="16905" y="167"/>
                    <a:pt x="13500" y="1"/>
                    <a:pt x="10106"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6"/>
            <p:cNvSpPr/>
            <p:nvPr/>
          </p:nvSpPr>
          <p:spPr>
            <a:xfrm>
              <a:off x="1967982" y="1148208"/>
              <a:ext cx="1671949" cy="3300238"/>
            </a:xfrm>
            <a:custGeom>
              <a:avLst/>
              <a:gdLst/>
              <a:ahLst/>
              <a:cxnLst/>
              <a:rect l="l" t="t" r="r" b="b"/>
              <a:pathLst>
                <a:path w="22096" h="43615" extrusionOk="0">
                  <a:moveTo>
                    <a:pt x="621" y="1"/>
                  </a:moveTo>
                  <a:lnTo>
                    <a:pt x="621" y="45"/>
                  </a:lnTo>
                  <a:lnTo>
                    <a:pt x="222" y="45"/>
                  </a:lnTo>
                  <a:cubicBezTo>
                    <a:pt x="3549" y="6035"/>
                    <a:pt x="4215" y="13888"/>
                    <a:pt x="4304" y="20499"/>
                  </a:cubicBezTo>
                  <a:cubicBezTo>
                    <a:pt x="4392" y="28396"/>
                    <a:pt x="2928" y="36250"/>
                    <a:pt x="0" y="43615"/>
                  </a:cubicBezTo>
                  <a:lnTo>
                    <a:pt x="621" y="43615"/>
                  </a:lnTo>
                  <a:cubicBezTo>
                    <a:pt x="12512" y="43393"/>
                    <a:pt x="22095" y="33721"/>
                    <a:pt x="22095" y="21786"/>
                  </a:cubicBezTo>
                  <a:cubicBezTo>
                    <a:pt x="22095" y="9895"/>
                    <a:pt x="12512" y="178"/>
                    <a:pt x="621"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6"/>
            <p:cNvSpPr/>
            <p:nvPr/>
          </p:nvSpPr>
          <p:spPr>
            <a:xfrm>
              <a:off x="1961248" y="1151613"/>
              <a:ext cx="1913707" cy="3296833"/>
            </a:xfrm>
            <a:custGeom>
              <a:avLst/>
              <a:gdLst/>
              <a:ahLst/>
              <a:cxnLst/>
              <a:rect l="l" t="t" r="r" b="b"/>
              <a:pathLst>
                <a:path w="25291" h="43570" extrusionOk="0">
                  <a:moveTo>
                    <a:pt x="1109" y="0"/>
                  </a:moveTo>
                  <a:lnTo>
                    <a:pt x="1109" y="0"/>
                  </a:lnTo>
                  <a:cubicBezTo>
                    <a:pt x="5768" y="2130"/>
                    <a:pt x="9894" y="4925"/>
                    <a:pt x="11580" y="10161"/>
                  </a:cubicBezTo>
                  <a:cubicBezTo>
                    <a:pt x="13133" y="15130"/>
                    <a:pt x="13399" y="20410"/>
                    <a:pt x="12290" y="25512"/>
                  </a:cubicBezTo>
                  <a:cubicBezTo>
                    <a:pt x="11181" y="30614"/>
                    <a:pt x="8741" y="35362"/>
                    <a:pt x="5236" y="39266"/>
                  </a:cubicBezTo>
                  <a:cubicBezTo>
                    <a:pt x="3727" y="40908"/>
                    <a:pt x="1819" y="42194"/>
                    <a:pt x="0" y="43570"/>
                  </a:cubicBezTo>
                  <a:lnTo>
                    <a:pt x="710" y="43570"/>
                  </a:lnTo>
                  <a:cubicBezTo>
                    <a:pt x="14908" y="43525"/>
                    <a:pt x="25290" y="30215"/>
                    <a:pt x="21874" y="16461"/>
                  </a:cubicBezTo>
                  <a:cubicBezTo>
                    <a:pt x="21164" y="14021"/>
                    <a:pt x="20143" y="11714"/>
                    <a:pt x="18768" y="9584"/>
                  </a:cubicBezTo>
                  <a:cubicBezTo>
                    <a:pt x="14819" y="3683"/>
                    <a:pt x="8208" y="89"/>
                    <a:pt x="1109"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6"/>
            <p:cNvSpPr/>
            <p:nvPr/>
          </p:nvSpPr>
          <p:spPr>
            <a:xfrm>
              <a:off x="319566" y="1100462"/>
              <a:ext cx="3491601" cy="3353281"/>
            </a:xfrm>
            <a:custGeom>
              <a:avLst/>
              <a:gdLst/>
              <a:ahLst/>
              <a:cxnLst/>
              <a:rect l="l" t="t" r="r" b="b"/>
              <a:pathLst>
                <a:path w="46144" h="44316" extrusionOk="0">
                  <a:moveTo>
                    <a:pt x="43925" y="22860"/>
                  </a:moveTo>
                  <a:cubicBezTo>
                    <a:pt x="43925" y="23659"/>
                    <a:pt x="43836" y="24413"/>
                    <a:pt x="43747" y="25212"/>
                  </a:cubicBezTo>
                  <a:cubicBezTo>
                    <a:pt x="43703" y="24413"/>
                    <a:pt x="43747" y="23615"/>
                    <a:pt x="43925" y="22860"/>
                  </a:cubicBezTo>
                  <a:close/>
                  <a:moveTo>
                    <a:pt x="32655" y="33553"/>
                  </a:moveTo>
                  <a:lnTo>
                    <a:pt x="32655" y="33553"/>
                  </a:lnTo>
                  <a:cubicBezTo>
                    <a:pt x="33764" y="33642"/>
                    <a:pt x="34829" y="34085"/>
                    <a:pt x="35672" y="34840"/>
                  </a:cubicBezTo>
                  <a:lnTo>
                    <a:pt x="35273" y="35283"/>
                  </a:lnTo>
                  <a:cubicBezTo>
                    <a:pt x="35273" y="35239"/>
                    <a:pt x="35229" y="35150"/>
                    <a:pt x="35184" y="35106"/>
                  </a:cubicBezTo>
                  <a:cubicBezTo>
                    <a:pt x="34474" y="34662"/>
                    <a:pt x="33676" y="34352"/>
                    <a:pt x="32833" y="34263"/>
                  </a:cubicBezTo>
                  <a:cubicBezTo>
                    <a:pt x="32744" y="34041"/>
                    <a:pt x="32700" y="33775"/>
                    <a:pt x="32655" y="33553"/>
                  </a:cubicBezTo>
                  <a:close/>
                  <a:moveTo>
                    <a:pt x="39310" y="35816"/>
                  </a:moveTo>
                  <a:lnTo>
                    <a:pt x="39310" y="35816"/>
                  </a:lnTo>
                  <a:cubicBezTo>
                    <a:pt x="39000" y="36215"/>
                    <a:pt x="38645" y="36614"/>
                    <a:pt x="38334" y="37014"/>
                  </a:cubicBezTo>
                  <a:cubicBezTo>
                    <a:pt x="37580" y="37812"/>
                    <a:pt x="36781" y="38522"/>
                    <a:pt x="35938" y="39188"/>
                  </a:cubicBezTo>
                  <a:cubicBezTo>
                    <a:pt x="36914" y="37945"/>
                    <a:pt x="38024" y="36792"/>
                    <a:pt x="39310" y="35816"/>
                  </a:cubicBezTo>
                  <a:close/>
                  <a:moveTo>
                    <a:pt x="39577" y="26720"/>
                  </a:moveTo>
                  <a:cubicBezTo>
                    <a:pt x="39621" y="26942"/>
                    <a:pt x="39710" y="27164"/>
                    <a:pt x="39754" y="27386"/>
                  </a:cubicBezTo>
                  <a:cubicBezTo>
                    <a:pt x="39577" y="27563"/>
                    <a:pt x="39488" y="27830"/>
                    <a:pt x="39488" y="28140"/>
                  </a:cubicBezTo>
                  <a:cubicBezTo>
                    <a:pt x="39488" y="28318"/>
                    <a:pt x="39632" y="28406"/>
                    <a:pt x="39776" y="28406"/>
                  </a:cubicBezTo>
                  <a:cubicBezTo>
                    <a:pt x="39920" y="28406"/>
                    <a:pt x="40065" y="28318"/>
                    <a:pt x="40065" y="28140"/>
                  </a:cubicBezTo>
                  <a:cubicBezTo>
                    <a:pt x="40331" y="28850"/>
                    <a:pt x="40641" y="29516"/>
                    <a:pt x="41041" y="30137"/>
                  </a:cubicBezTo>
                  <a:cubicBezTo>
                    <a:pt x="41085" y="30225"/>
                    <a:pt x="41174" y="30270"/>
                    <a:pt x="41218" y="30270"/>
                  </a:cubicBezTo>
                  <a:lnTo>
                    <a:pt x="40242" y="30891"/>
                  </a:lnTo>
                  <a:cubicBezTo>
                    <a:pt x="39978" y="31042"/>
                    <a:pt x="40163" y="31417"/>
                    <a:pt x="40388" y="31417"/>
                  </a:cubicBezTo>
                  <a:cubicBezTo>
                    <a:pt x="40428" y="31417"/>
                    <a:pt x="40468" y="31406"/>
                    <a:pt x="40508" y="31379"/>
                  </a:cubicBezTo>
                  <a:lnTo>
                    <a:pt x="42549" y="30092"/>
                  </a:lnTo>
                  <a:lnTo>
                    <a:pt x="42549" y="30092"/>
                  </a:lnTo>
                  <a:cubicBezTo>
                    <a:pt x="42416" y="30492"/>
                    <a:pt x="42239" y="30891"/>
                    <a:pt x="42106" y="31246"/>
                  </a:cubicBezTo>
                  <a:cubicBezTo>
                    <a:pt x="42061" y="31224"/>
                    <a:pt x="42017" y="31213"/>
                    <a:pt x="41972" y="31213"/>
                  </a:cubicBezTo>
                  <a:cubicBezTo>
                    <a:pt x="41928" y="31213"/>
                    <a:pt x="41884" y="31224"/>
                    <a:pt x="41839" y="31246"/>
                  </a:cubicBezTo>
                  <a:cubicBezTo>
                    <a:pt x="40508" y="32045"/>
                    <a:pt x="39310" y="33021"/>
                    <a:pt x="38201" y="34130"/>
                  </a:cubicBezTo>
                  <a:cubicBezTo>
                    <a:pt x="37990" y="34306"/>
                    <a:pt x="38198" y="34594"/>
                    <a:pt x="38404" y="34594"/>
                  </a:cubicBezTo>
                  <a:cubicBezTo>
                    <a:pt x="38457" y="34594"/>
                    <a:pt x="38510" y="34575"/>
                    <a:pt x="38556" y="34529"/>
                  </a:cubicBezTo>
                  <a:cubicBezTo>
                    <a:pt x="39532" y="33553"/>
                    <a:pt x="40597" y="32710"/>
                    <a:pt x="41751" y="31956"/>
                  </a:cubicBezTo>
                  <a:lnTo>
                    <a:pt x="41751" y="31956"/>
                  </a:lnTo>
                  <a:cubicBezTo>
                    <a:pt x="41351" y="32843"/>
                    <a:pt x="40863" y="33686"/>
                    <a:pt x="40331" y="34485"/>
                  </a:cubicBezTo>
                  <a:cubicBezTo>
                    <a:pt x="40286" y="34485"/>
                    <a:pt x="40286" y="34485"/>
                    <a:pt x="40242" y="34529"/>
                  </a:cubicBezTo>
                  <a:cubicBezTo>
                    <a:pt x="38201" y="35816"/>
                    <a:pt x="36426" y="37502"/>
                    <a:pt x="35051" y="39498"/>
                  </a:cubicBezTo>
                  <a:cubicBezTo>
                    <a:pt x="35007" y="39543"/>
                    <a:pt x="35007" y="39587"/>
                    <a:pt x="35007" y="39587"/>
                  </a:cubicBezTo>
                  <a:lnTo>
                    <a:pt x="34918" y="39454"/>
                  </a:lnTo>
                  <a:cubicBezTo>
                    <a:pt x="34874" y="39410"/>
                    <a:pt x="34829" y="39365"/>
                    <a:pt x="34740" y="39321"/>
                  </a:cubicBezTo>
                  <a:lnTo>
                    <a:pt x="34607" y="39099"/>
                  </a:lnTo>
                  <a:cubicBezTo>
                    <a:pt x="34652" y="39099"/>
                    <a:pt x="34696" y="39055"/>
                    <a:pt x="34740" y="39010"/>
                  </a:cubicBezTo>
                  <a:cubicBezTo>
                    <a:pt x="35317" y="37945"/>
                    <a:pt x="36071" y="36969"/>
                    <a:pt x="36959" y="36126"/>
                  </a:cubicBezTo>
                  <a:cubicBezTo>
                    <a:pt x="37163" y="35922"/>
                    <a:pt x="36975" y="35639"/>
                    <a:pt x="36757" y="35639"/>
                  </a:cubicBezTo>
                  <a:cubicBezTo>
                    <a:pt x="36690" y="35639"/>
                    <a:pt x="36621" y="35665"/>
                    <a:pt x="36560" y="35727"/>
                  </a:cubicBezTo>
                  <a:cubicBezTo>
                    <a:pt x="35628" y="36570"/>
                    <a:pt x="34874" y="37546"/>
                    <a:pt x="34297" y="38655"/>
                  </a:cubicBezTo>
                  <a:cubicBezTo>
                    <a:pt x="34119" y="38434"/>
                    <a:pt x="33986" y="38256"/>
                    <a:pt x="33853" y="38123"/>
                  </a:cubicBezTo>
                  <a:cubicBezTo>
                    <a:pt x="33897" y="38079"/>
                    <a:pt x="33942" y="38034"/>
                    <a:pt x="33986" y="37990"/>
                  </a:cubicBezTo>
                  <a:cubicBezTo>
                    <a:pt x="35184" y="36126"/>
                    <a:pt x="36693" y="34440"/>
                    <a:pt x="38423" y="33021"/>
                  </a:cubicBezTo>
                  <a:cubicBezTo>
                    <a:pt x="38512" y="32932"/>
                    <a:pt x="38512" y="32754"/>
                    <a:pt x="38423" y="32621"/>
                  </a:cubicBezTo>
                  <a:cubicBezTo>
                    <a:pt x="38512" y="32577"/>
                    <a:pt x="38556" y="32399"/>
                    <a:pt x="38467" y="32266"/>
                  </a:cubicBezTo>
                  <a:cubicBezTo>
                    <a:pt x="37314" y="30669"/>
                    <a:pt x="38423" y="28051"/>
                    <a:pt x="39577" y="26720"/>
                  </a:cubicBezTo>
                  <a:close/>
                  <a:moveTo>
                    <a:pt x="35051" y="39809"/>
                  </a:moveTo>
                  <a:cubicBezTo>
                    <a:pt x="35051" y="39809"/>
                    <a:pt x="35051" y="39853"/>
                    <a:pt x="35095" y="39853"/>
                  </a:cubicBezTo>
                  <a:lnTo>
                    <a:pt x="35051" y="39853"/>
                  </a:lnTo>
                  <a:cubicBezTo>
                    <a:pt x="35051" y="39853"/>
                    <a:pt x="35051" y="39809"/>
                    <a:pt x="35051" y="39809"/>
                  </a:cubicBezTo>
                  <a:close/>
                  <a:moveTo>
                    <a:pt x="32211" y="40785"/>
                  </a:moveTo>
                  <a:cubicBezTo>
                    <a:pt x="32300" y="40962"/>
                    <a:pt x="32433" y="41096"/>
                    <a:pt x="32566" y="41273"/>
                  </a:cubicBezTo>
                  <a:cubicBezTo>
                    <a:pt x="32566" y="41317"/>
                    <a:pt x="32611" y="41317"/>
                    <a:pt x="32611" y="41362"/>
                  </a:cubicBezTo>
                  <a:cubicBezTo>
                    <a:pt x="32211" y="41539"/>
                    <a:pt x="31857" y="41761"/>
                    <a:pt x="31457" y="41894"/>
                  </a:cubicBezTo>
                  <a:cubicBezTo>
                    <a:pt x="31590" y="41539"/>
                    <a:pt x="31812" y="41184"/>
                    <a:pt x="32123" y="40918"/>
                  </a:cubicBezTo>
                  <a:cubicBezTo>
                    <a:pt x="32167" y="40874"/>
                    <a:pt x="32211" y="40829"/>
                    <a:pt x="32211" y="40785"/>
                  </a:cubicBezTo>
                  <a:close/>
                  <a:moveTo>
                    <a:pt x="31413" y="39765"/>
                  </a:moveTo>
                  <a:cubicBezTo>
                    <a:pt x="31635" y="39986"/>
                    <a:pt x="31812" y="40253"/>
                    <a:pt x="31990" y="40474"/>
                  </a:cubicBezTo>
                  <a:cubicBezTo>
                    <a:pt x="31964" y="40461"/>
                    <a:pt x="31934" y="40456"/>
                    <a:pt x="31904" y="40456"/>
                  </a:cubicBezTo>
                  <a:cubicBezTo>
                    <a:pt x="31831" y="40456"/>
                    <a:pt x="31755" y="40487"/>
                    <a:pt x="31723" y="40519"/>
                  </a:cubicBezTo>
                  <a:cubicBezTo>
                    <a:pt x="31324" y="40874"/>
                    <a:pt x="31014" y="41317"/>
                    <a:pt x="30880" y="41850"/>
                  </a:cubicBezTo>
                  <a:cubicBezTo>
                    <a:pt x="30836" y="41939"/>
                    <a:pt x="30880" y="42072"/>
                    <a:pt x="30969" y="42116"/>
                  </a:cubicBezTo>
                  <a:cubicBezTo>
                    <a:pt x="30659" y="42249"/>
                    <a:pt x="30348" y="42382"/>
                    <a:pt x="30037" y="42471"/>
                  </a:cubicBezTo>
                  <a:cubicBezTo>
                    <a:pt x="30304" y="41495"/>
                    <a:pt x="30792" y="40563"/>
                    <a:pt x="31413" y="39765"/>
                  </a:cubicBezTo>
                  <a:close/>
                  <a:moveTo>
                    <a:pt x="29505" y="37945"/>
                  </a:moveTo>
                  <a:cubicBezTo>
                    <a:pt x="30037" y="38389"/>
                    <a:pt x="30570" y="38833"/>
                    <a:pt x="31058" y="39365"/>
                  </a:cubicBezTo>
                  <a:cubicBezTo>
                    <a:pt x="30304" y="40253"/>
                    <a:pt x="29771" y="41317"/>
                    <a:pt x="29461" y="42471"/>
                  </a:cubicBezTo>
                  <a:cubicBezTo>
                    <a:pt x="29461" y="42560"/>
                    <a:pt x="29461" y="42604"/>
                    <a:pt x="29461" y="42693"/>
                  </a:cubicBezTo>
                  <a:cubicBezTo>
                    <a:pt x="29283" y="42737"/>
                    <a:pt x="29106" y="42826"/>
                    <a:pt x="28928" y="42870"/>
                  </a:cubicBezTo>
                  <a:cubicBezTo>
                    <a:pt x="29017" y="42027"/>
                    <a:pt x="29239" y="41273"/>
                    <a:pt x="29594" y="40519"/>
                  </a:cubicBezTo>
                  <a:cubicBezTo>
                    <a:pt x="29716" y="40274"/>
                    <a:pt x="29522" y="40071"/>
                    <a:pt x="29331" y="40071"/>
                  </a:cubicBezTo>
                  <a:cubicBezTo>
                    <a:pt x="29246" y="40071"/>
                    <a:pt x="29161" y="40112"/>
                    <a:pt x="29106" y="40208"/>
                  </a:cubicBezTo>
                  <a:cubicBezTo>
                    <a:pt x="28751" y="41007"/>
                    <a:pt x="28529" y="41805"/>
                    <a:pt x="28396" y="42693"/>
                  </a:cubicBezTo>
                  <a:cubicBezTo>
                    <a:pt x="28218" y="42560"/>
                    <a:pt x="28041" y="42471"/>
                    <a:pt x="27863" y="42382"/>
                  </a:cubicBezTo>
                  <a:cubicBezTo>
                    <a:pt x="27908" y="40918"/>
                    <a:pt x="28351" y="39498"/>
                    <a:pt x="29239" y="38300"/>
                  </a:cubicBezTo>
                  <a:cubicBezTo>
                    <a:pt x="29328" y="38256"/>
                    <a:pt x="29372" y="38212"/>
                    <a:pt x="29416" y="38123"/>
                  </a:cubicBezTo>
                  <a:lnTo>
                    <a:pt x="29505" y="37945"/>
                  </a:lnTo>
                  <a:close/>
                  <a:moveTo>
                    <a:pt x="26086" y="43413"/>
                  </a:moveTo>
                  <a:cubicBezTo>
                    <a:pt x="26234" y="43413"/>
                    <a:pt x="26383" y="43424"/>
                    <a:pt x="26532" y="43447"/>
                  </a:cubicBezTo>
                  <a:cubicBezTo>
                    <a:pt x="25956" y="43536"/>
                    <a:pt x="25423" y="43580"/>
                    <a:pt x="24846" y="43669"/>
                  </a:cubicBezTo>
                  <a:cubicBezTo>
                    <a:pt x="25241" y="43504"/>
                    <a:pt x="25661" y="43413"/>
                    <a:pt x="26086" y="43413"/>
                  </a:cubicBezTo>
                  <a:close/>
                  <a:moveTo>
                    <a:pt x="21641" y="583"/>
                  </a:moveTo>
                  <a:cubicBezTo>
                    <a:pt x="27812" y="583"/>
                    <a:pt x="33697" y="3098"/>
                    <a:pt x="37979" y="7553"/>
                  </a:cubicBezTo>
                  <a:cubicBezTo>
                    <a:pt x="37979" y="7598"/>
                    <a:pt x="37935" y="7598"/>
                    <a:pt x="37935" y="7642"/>
                  </a:cubicBezTo>
                  <a:cubicBezTo>
                    <a:pt x="37802" y="8041"/>
                    <a:pt x="37713" y="8485"/>
                    <a:pt x="37757" y="8929"/>
                  </a:cubicBezTo>
                  <a:cubicBezTo>
                    <a:pt x="37757" y="9106"/>
                    <a:pt x="37891" y="9195"/>
                    <a:pt x="38024" y="9195"/>
                  </a:cubicBezTo>
                  <a:cubicBezTo>
                    <a:pt x="38157" y="9195"/>
                    <a:pt x="38290" y="9106"/>
                    <a:pt x="38290" y="8929"/>
                  </a:cubicBezTo>
                  <a:cubicBezTo>
                    <a:pt x="38290" y="8618"/>
                    <a:pt x="38334" y="8308"/>
                    <a:pt x="38423" y="7997"/>
                  </a:cubicBezTo>
                  <a:cubicBezTo>
                    <a:pt x="38734" y="8396"/>
                    <a:pt x="39044" y="8751"/>
                    <a:pt x="39355" y="9106"/>
                  </a:cubicBezTo>
                  <a:cubicBezTo>
                    <a:pt x="39222" y="9106"/>
                    <a:pt x="39089" y="9151"/>
                    <a:pt x="39044" y="9284"/>
                  </a:cubicBezTo>
                  <a:cubicBezTo>
                    <a:pt x="38911" y="9594"/>
                    <a:pt x="38911" y="9949"/>
                    <a:pt x="39089" y="10260"/>
                  </a:cubicBezTo>
                  <a:cubicBezTo>
                    <a:pt x="39130" y="10358"/>
                    <a:pt x="39208" y="10398"/>
                    <a:pt x="39289" y="10398"/>
                  </a:cubicBezTo>
                  <a:cubicBezTo>
                    <a:pt x="39467" y="10398"/>
                    <a:pt x="39668" y="10206"/>
                    <a:pt x="39577" y="9994"/>
                  </a:cubicBezTo>
                  <a:cubicBezTo>
                    <a:pt x="39488" y="9816"/>
                    <a:pt x="39488" y="9639"/>
                    <a:pt x="39577" y="9461"/>
                  </a:cubicBezTo>
                  <a:cubicBezTo>
                    <a:pt x="39577" y="9417"/>
                    <a:pt x="39577" y="9417"/>
                    <a:pt x="39577" y="9417"/>
                  </a:cubicBezTo>
                  <a:cubicBezTo>
                    <a:pt x="39798" y="9727"/>
                    <a:pt x="40065" y="10038"/>
                    <a:pt x="40286" y="10349"/>
                  </a:cubicBezTo>
                  <a:cubicBezTo>
                    <a:pt x="40198" y="10393"/>
                    <a:pt x="40153" y="10482"/>
                    <a:pt x="40153" y="10570"/>
                  </a:cubicBezTo>
                  <a:lnTo>
                    <a:pt x="40153" y="11147"/>
                  </a:lnTo>
                  <a:cubicBezTo>
                    <a:pt x="40153" y="11325"/>
                    <a:pt x="40286" y="11413"/>
                    <a:pt x="40420" y="11413"/>
                  </a:cubicBezTo>
                  <a:cubicBezTo>
                    <a:pt x="40553" y="11413"/>
                    <a:pt x="40686" y="11325"/>
                    <a:pt x="40686" y="11147"/>
                  </a:cubicBezTo>
                  <a:lnTo>
                    <a:pt x="40686" y="11058"/>
                  </a:lnTo>
                  <a:cubicBezTo>
                    <a:pt x="41129" y="11680"/>
                    <a:pt x="41484" y="12345"/>
                    <a:pt x="41795" y="13011"/>
                  </a:cubicBezTo>
                  <a:cubicBezTo>
                    <a:pt x="42106" y="13587"/>
                    <a:pt x="42372" y="14209"/>
                    <a:pt x="42594" y="14830"/>
                  </a:cubicBezTo>
                  <a:cubicBezTo>
                    <a:pt x="42327" y="15140"/>
                    <a:pt x="42061" y="15451"/>
                    <a:pt x="41839" y="15761"/>
                  </a:cubicBezTo>
                  <a:cubicBezTo>
                    <a:pt x="41307" y="15052"/>
                    <a:pt x="40952" y="14209"/>
                    <a:pt x="40819" y="13277"/>
                  </a:cubicBezTo>
                  <a:cubicBezTo>
                    <a:pt x="40784" y="13138"/>
                    <a:pt x="40682" y="13081"/>
                    <a:pt x="40573" y="13081"/>
                  </a:cubicBezTo>
                  <a:cubicBezTo>
                    <a:pt x="40402" y="13081"/>
                    <a:pt x="40215" y="13221"/>
                    <a:pt x="40242" y="13410"/>
                  </a:cubicBezTo>
                  <a:cubicBezTo>
                    <a:pt x="40375" y="14342"/>
                    <a:pt x="40730" y="15229"/>
                    <a:pt x="41263" y="15983"/>
                  </a:cubicBezTo>
                  <a:cubicBezTo>
                    <a:pt x="41129" y="16028"/>
                    <a:pt x="40996" y="16116"/>
                    <a:pt x="40863" y="16205"/>
                  </a:cubicBezTo>
                  <a:cubicBezTo>
                    <a:pt x="40153" y="15362"/>
                    <a:pt x="39710" y="14297"/>
                    <a:pt x="39577" y="13188"/>
                  </a:cubicBezTo>
                  <a:cubicBezTo>
                    <a:pt x="39577" y="13011"/>
                    <a:pt x="39432" y="12922"/>
                    <a:pt x="39294" y="12922"/>
                  </a:cubicBezTo>
                  <a:cubicBezTo>
                    <a:pt x="39155" y="12922"/>
                    <a:pt x="39022" y="13011"/>
                    <a:pt x="39044" y="13188"/>
                  </a:cubicBezTo>
                  <a:cubicBezTo>
                    <a:pt x="39177" y="14430"/>
                    <a:pt x="39665" y="15628"/>
                    <a:pt x="40464" y="16604"/>
                  </a:cubicBezTo>
                  <a:cubicBezTo>
                    <a:pt x="40508" y="16649"/>
                    <a:pt x="40553" y="16649"/>
                    <a:pt x="40597" y="16649"/>
                  </a:cubicBezTo>
                  <a:cubicBezTo>
                    <a:pt x="40597" y="16800"/>
                    <a:pt x="40720" y="16889"/>
                    <a:pt x="40854" y="16889"/>
                  </a:cubicBezTo>
                  <a:cubicBezTo>
                    <a:pt x="40918" y="16889"/>
                    <a:pt x="40984" y="16869"/>
                    <a:pt x="41041" y="16826"/>
                  </a:cubicBezTo>
                  <a:cubicBezTo>
                    <a:pt x="41129" y="16738"/>
                    <a:pt x="41218" y="16649"/>
                    <a:pt x="41351" y="16604"/>
                  </a:cubicBezTo>
                  <a:lnTo>
                    <a:pt x="41351" y="16604"/>
                  </a:lnTo>
                  <a:cubicBezTo>
                    <a:pt x="40775" y="17536"/>
                    <a:pt x="40375" y="18512"/>
                    <a:pt x="40065" y="19577"/>
                  </a:cubicBezTo>
                  <a:lnTo>
                    <a:pt x="40020" y="19577"/>
                  </a:lnTo>
                  <a:cubicBezTo>
                    <a:pt x="39577" y="19710"/>
                    <a:pt x="39222" y="19976"/>
                    <a:pt x="38911" y="20287"/>
                  </a:cubicBezTo>
                  <a:cubicBezTo>
                    <a:pt x="38707" y="20491"/>
                    <a:pt x="38894" y="20774"/>
                    <a:pt x="39113" y="20774"/>
                  </a:cubicBezTo>
                  <a:cubicBezTo>
                    <a:pt x="39179" y="20774"/>
                    <a:pt x="39248" y="20748"/>
                    <a:pt x="39310" y="20686"/>
                  </a:cubicBezTo>
                  <a:cubicBezTo>
                    <a:pt x="39488" y="20509"/>
                    <a:pt x="39710" y="20331"/>
                    <a:pt x="39932" y="20243"/>
                  </a:cubicBezTo>
                  <a:cubicBezTo>
                    <a:pt x="39956" y="20391"/>
                    <a:pt x="40105" y="20484"/>
                    <a:pt x="40247" y="20484"/>
                  </a:cubicBezTo>
                  <a:cubicBezTo>
                    <a:pt x="40360" y="20484"/>
                    <a:pt x="40469" y="20425"/>
                    <a:pt x="40508" y="20287"/>
                  </a:cubicBezTo>
                  <a:cubicBezTo>
                    <a:pt x="40908" y="18512"/>
                    <a:pt x="41706" y="16871"/>
                    <a:pt x="42815" y="15451"/>
                  </a:cubicBezTo>
                  <a:cubicBezTo>
                    <a:pt x="42993" y="15895"/>
                    <a:pt x="43126" y="16338"/>
                    <a:pt x="43259" y="16782"/>
                  </a:cubicBezTo>
                  <a:cubicBezTo>
                    <a:pt x="43170" y="16782"/>
                    <a:pt x="43126" y="16826"/>
                    <a:pt x="43082" y="16871"/>
                  </a:cubicBezTo>
                  <a:cubicBezTo>
                    <a:pt x="41706" y="18778"/>
                    <a:pt x="40952" y="21041"/>
                    <a:pt x="40863" y="23348"/>
                  </a:cubicBezTo>
                  <a:cubicBezTo>
                    <a:pt x="40863" y="23526"/>
                    <a:pt x="41007" y="23615"/>
                    <a:pt x="41152" y="23615"/>
                  </a:cubicBezTo>
                  <a:cubicBezTo>
                    <a:pt x="41296" y="23615"/>
                    <a:pt x="41440" y="23526"/>
                    <a:pt x="41440" y="23348"/>
                  </a:cubicBezTo>
                  <a:cubicBezTo>
                    <a:pt x="41484" y="21219"/>
                    <a:pt x="42194" y="19133"/>
                    <a:pt x="43437" y="17403"/>
                  </a:cubicBezTo>
                  <a:cubicBezTo>
                    <a:pt x="43525" y="17758"/>
                    <a:pt x="43570" y="18157"/>
                    <a:pt x="43658" y="18512"/>
                  </a:cubicBezTo>
                  <a:cubicBezTo>
                    <a:pt x="43614" y="18512"/>
                    <a:pt x="43614" y="18557"/>
                    <a:pt x="43614" y="18557"/>
                  </a:cubicBezTo>
                  <a:cubicBezTo>
                    <a:pt x="43259" y="19000"/>
                    <a:pt x="43037" y="19488"/>
                    <a:pt x="42904" y="20021"/>
                  </a:cubicBezTo>
                  <a:cubicBezTo>
                    <a:pt x="42852" y="20230"/>
                    <a:pt x="43016" y="20363"/>
                    <a:pt x="43187" y="20363"/>
                  </a:cubicBezTo>
                  <a:cubicBezTo>
                    <a:pt x="43305" y="20363"/>
                    <a:pt x="43426" y="20299"/>
                    <a:pt x="43481" y="20154"/>
                  </a:cubicBezTo>
                  <a:cubicBezTo>
                    <a:pt x="43525" y="19843"/>
                    <a:pt x="43658" y="19577"/>
                    <a:pt x="43836" y="19267"/>
                  </a:cubicBezTo>
                  <a:cubicBezTo>
                    <a:pt x="43925" y="20021"/>
                    <a:pt x="43969" y="20775"/>
                    <a:pt x="44013" y="21485"/>
                  </a:cubicBezTo>
                  <a:cubicBezTo>
                    <a:pt x="43880" y="21485"/>
                    <a:pt x="43792" y="21574"/>
                    <a:pt x="43747" y="21707"/>
                  </a:cubicBezTo>
                  <a:cubicBezTo>
                    <a:pt x="43259" y="23260"/>
                    <a:pt x="43170" y="24946"/>
                    <a:pt x="43525" y="26543"/>
                  </a:cubicBezTo>
                  <a:cubicBezTo>
                    <a:pt x="43525" y="26632"/>
                    <a:pt x="43570" y="26720"/>
                    <a:pt x="43614" y="26720"/>
                  </a:cubicBezTo>
                  <a:cubicBezTo>
                    <a:pt x="43525" y="27253"/>
                    <a:pt x="43437" y="27741"/>
                    <a:pt x="43303" y="28229"/>
                  </a:cubicBezTo>
                  <a:cubicBezTo>
                    <a:pt x="42682" y="26365"/>
                    <a:pt x="42505" y="24369"/>
                    <a:pt x="42815" y="22417"/>
                  </a:cubicBezTo>
                  <a:cubicBezTo>
                    <a:pt x="42843" y="22197"/>
                    <a:pt x="42650" y="22046"/>
                    <a:pt x="42478" y="22046"/>
                  </a:cubicBezTo>
                  <a:cubicBezTo>
                    <a:pt x="42371" y="22046"/>
                    <a:pt x="42273" y="22104"/>
                    <a:pt x="42239" y="22239"/>
                  </a:cubicBezTo>
                  <a:cubicBezTo>
                    <a:pt x="41884" y="24546"/>
                    <a:pt x="42150" y="26898"/>
                    <a:pt x="42949" y="29072"/>
                  </a:cubicBezTo>
                  <a:cubicBezTo>
                    <a:pt x="42949" y="29116"/>
                    <a:pt x="42993" y="29116"/>
                    <a:pt x="42993" y="29116"/>
                  </a:cubicBezTo>
                  <a:lnTo>
                    <a:pt x="42949" y="29338"/>
                  </a:lnTo>
                  <a:lnTo>
                    <a:pt x="42860" y="29338"/>
                  </a:lnTo>
                  <a:lnTo>
                    <a:pt x="42594" y="29516"/>
                  </a:lnTo>
                  <a:cubicBezTo>
                    <a:pt x="42017" y="28318"/>
                    <a:pt x="41662" y="26987"/>
                    <a:pt x="41484" y="25656"/>
                  </a:cubicBezTo>
                  <a:cubicBezTo>
                    <a:pt x="41462" y="25478"/>
                    <a:pt x="41318" y="25389"/>
                    <a:pt x="41185" y="25389"/>
                  </a:cubicBezTo>
                  <a:cubicBezTo>
                    <a:pt x="41052" y="25389"/>
                    <a:pt x="40930" y="25478"/>
                    <a:pt x="40952" y="25656"/>
                  </a:cubicBezTo>
                  <a:cubicBezTo>
                    <a:pt x="41085" y="27075"/>
                    <a:pt x="41440" y="28495"/>
                    <a:pt x="42061" y="29782"/>
                  </a:cubicBezTo>
                  <a:lnTo>
                    <a:pt x="41573" y="30048"/>
                  </a:lnTo>
                  <a:cubicBezTo>
                    <a:pt x="41617" y="30004"/>
                    <a:pt x="41573" y="29915"/>
                    <a:pt x="41529" y="29870"/>
                  </a:cubicBezTo>
                  <a:cubicBezTo>
                    <a:pt x="40420" y="28096"/>
                    <a:pt x="39843" y="26010"/>
                    <a:pt x="39843" y="23881"/>
                  </a:cubicBezTo>
                  <a:cubicBezTo>
                    <a:pt x="39843" y="23703"/>
                    <a:pt x="39699" y="23615"/>
                    <a:pt x="39554" y="23615"/>
                  </a:cubicBezTo>
                  <a:cubicBezTo>
                    <a:pt x="39410" y="23615"/>
                    <a:pt x="39266" y="23703"/>
                    <a:pt x="39266" y="23881"/>
                  </a:cubicBezTo>
                  <a:cubicBezTo>
                    <a:pt x="39266" y="24147"/>
                    <a:pt x="39266" y="24413"/>
                    <a:pt x="39310" y="24635"/>
                  </a:cubicBezTo>
                  <a:cubicBezTo>
                    <a:pt x="38778" y="24990"/>
                    <a:pt x="38290" y="25389"/>
                    <a:pt x="37891" y="25833"/>
                  </a:cubicBezTo>
                  <a:cubicBezTo>
                    <a:pt x="37891" y="25789"/>
                    <a:pt x="37846" y="25744"/>
                    <a:pt x="37846" y="25656"/>
                  </a:cubicBezTo>
                  <a:cubicBezTo>
                    <a:pt x="37846" y="25611"/>
                    <a:pt x="37846" y="25567"/>
                    <a:pt x="37846" y="25567"/>
                  </a:cubicBezTo>
                  <a:cubicBezTo>
                    <a:pt x="37891" y="24236"/>
                    <a:pt x="38556" y="23038"/>
                    <a:pt x="39621" y="22239"/>
                  </a:cubicBezTo>
                  <a:cubicBezTo>
                    <a:pt x="39832" y="22063"/>
                    <a:pt x="39624" y="21775"/>
                    <a:pt x="39396" y="21775"/>
                  </a:cubicBezTo>
                  <a:cubicBezTo>
                    <a:pt x="39337" y="21775"/>
                    <a:pt x="39276" y="21794"/>
                    <a:pt x="39222" y="21840"/>
                  </a:cubicBezTo>
                  <a:cubicBezTo>
                    <a:pt x="38201" y="22639"/>
                    <a:pt x="37536" y="23748"/>
                    <a:pt x="37358" y="25034"/>
                  </a:cubicBezTo>
                  <a:cubicBezTo>
                    <a:pt x="37318" y="25014"/>
                    <a:pt x="37277" y="25005"/>
                    <a:pt x="37237" y="25005"/>
                  </a:cubicBezTo>
                  <a:cubicBezTo>
                    <a:pt x="37010" y="25005"/>
                    <a:pt x="36815" y="25290"/>
                    <a:pt x="37003" y="25478"/>
                  </a:cubicBezTo>
                  <a:cubicBezTo>
                    <a:pt x="37225" y="25656"/>
                    <a:pt x="37358" y="25922"/>
                    <a:pt x="37403" y="26188"/>
                  </a:cubicBezTo>
                  <a:cubicBezTo>
                    <a:pt x="37403" y="26277"/>
                    <a:pt x="37403" y="26321"/>
                    <a:pt x="37491" y="26365"/>
                  </a:cubicBezTo>
                  <a:cubicBezTo>
                    <a:pt x="37401" y="26547"/>
                    <a:pt x="37557" y="26707"/>
                    <a:pt x="37736" y="26707"/>
                  </a:cubicBezTo>
                  <a:cubicBezTo>
                    <a:pt x="37820" y="26707"/>
                    <a:pt x="37909" y="26672"/>
                    <a:pt x="37979" y="26587"/>
                  </a:cubicBezTo>
                  <a:cubicBezTo>
                    <a:pt x="38334" y="26055"/>
                    <a:pt x="38822" y="25611"/>
                    <a:pt x="39355" y="25256"/>
                  </a:cubicBezTo>
                  <a:cubicBezTo>
                    <a:pt x="39399" y="25567"/>
                    <a:pt x="39443" y="25922"/>
                    <a:pt x="39488" y="26232"/>
                  </a:cubicBezTo>
                  <a:cubicBezTo>
                    <a:pt x="39464" y="26220"/>
                    <a:pt x="39440" y="26215"/>
                    <a:pt x="39417" y="26215"/>
                  </a:cubicBezTo>
                  <a:cubicBezTo>
                    <a:pt x="39355" y="26215"/>
                    <a:pt x="39298" y="26256"/>
                    <a:pt x="39266" y="26321"/>
                  </a:cubicBezTo>
                  <a:cubicBezTo>
                    <a:pt x="37979" y="27785"/>
                    <a:pt x="36737" y="30758"/>
                    <a:pt x="38068" y="32533"/>
                  </a:cubicBezTo>
                  <a:lnTo>
                    <a:pt x="38112" y="32577"/>
                  </a:lnTo>
                  <a:cubicBezTo>
                    <a:pt x="37891" y="32754"/>
                    <a:pt x="37713" y="32932"/>
                    <a:pt x="37491" y="33109"/>
                  </a:cubicBezTo>
                  <a:cubicBezTo>
                    <a:pt x="36870" y="32133"/>
                    <a:pt x="36604" y="30980"/>
                    <a:pt x="36737" y="29782"/>
                  </a:cubicBezTo>
                  <a:cubicBezTo>
                    <a:pt x="36737" y="29604"/>
                    <a:pt x="36604" y="29516"/>
                    <a:pt x="36465" y="29516"/>
                  </a:cubicBezTo>
                  <a:cubicBezTo>
                    <a:pt x="36327" y="29516"/>
                    <a:pt x="36182" y="29604"/>
                    <a:pt x="36160" y="29782"/>
                  </a:cubicBezTo>
                  <a:cubicBezTo>
                    <a:pt x="36160" y="29870"/>
                    <a:pt x="36160" y="29915"/>
                    <a:pt x="36160" y="30004"/>
                  </a:cubicBezTo>
                  <a:cubicBezTo>
                    <a:pt x="36116" y="29959"/>
                    <a:pt x="36071" y="29915"/>
                    <a:pt x="36027" y="29870"/>
                  </a:cubicBezTo>
                  <a:cubicBezTo>
                    <a:pt x="35140" y="29516"/>
                    <a:pt x="34208" y="29338"/>
                    <a:pt x="33276" y="29338"/>
                  </a:cubicBezTo>
                  <a:cubicBezTo>
                    <a:pt x="32877" y="29338"/>
                    <a:pt x="32877" y="29870"/>
                    <a:pt x="33276" y="29870"/>
                  </a:cubicBezTo>
                  <a:cubicBezTo>
                    <a:pt x="34164" y="29870"/>
                    <a:pt x="35051" y="30092"/>
                    <a:pt x="35894" y="30403"/>
                  </a:cubicBezTo>
                  <a:cubicBezTo>
                    <a:pt x="35931" y="30421"/>
                    <a:pt x="35968" y="30432"/>
                    <a:pt x="36004" y="30432"/>
                  </a:cubicBezTo>
                  <a:cubicBezTo>
                    <a:pt x="36056" y="30432"/>
                    <a:pt x="36108" y="30411"/>
                    <a:pt x="36160" y="30359"/>
                  </a:cubicBezTo>
                  <a:lnTo>
                    <a:pt x="36160" y="30359"/>
                  </a:lnTo>
                  <a:cubicBezTo>
                    <a:pt x="36116" y="30580"/>
                    <a:pt x="36160" y="30802"/>
                    <a:pt x="36160" y="31024"/>
                  </a:cubicBezTo>
                  <a:cubicBezTo>
                    <a:pt x="36146" y="31022"/>
                    <a:pt x="36133" y="31021"/>
                    <a:pt x="36119" y="31021"/>
                  </a:cubicBezTo>
                  <a:cubicBezTo>
                    <a:pt x="35877" y="31021"/>
                    <a:pt x="35730" y="31386"/>
                    <a:pt x="35983" y="31512"/>
                  </a:cubicBezTo>
                  <a:lnTo>
                    <a:pt x="36160" y="31601"/>
                  </a:lnTo>
                  <a:cubicBezTo>
                    <a:pt x="36205" y="31601"/>
                    <a:pt x="36249" y="31645"/>
                    <a:pt x="36293" y="31645"/>
                  </a:cubicBezTo>
                  <a:cubicBezTo>
                    <a:pt x="36426" y="32266"/>
                    <a:pt x="36693" y="32888"/>
                    <a:pt x="37003" y="33420"/>
                  </a:cubicBezTo>
                  <a:lnTo>
                    <a:pt x="36560" y="33242"/>
                  </a:lnTo>
                  <a:cubicBezTo>
                    <a:pt x="36525" y="33228"/>
                    <a:pt x="36493" y="33221"/>
                    <a:pt x="36463" y="33221"/>
                  </a:cubicBezTo>
                  <a:cubicBezTo>
                    <a:pt x="36216" y="33221"/>
                    <a:pt x="36110" y="33656"/>
                    <a:pt x="36426" y="33775"/>
                  </a:cubicBezTo>
                  <a:lnTo>
                    <a:pt x="36693" y="33908"/>
                  </a:lnTo>
                  <a:cubicBezTo>
                    <a:pt x="36471" y="34085"/>
                    <a:pt x="36293" y="34263"/>
                    <a:pt x="36116" y="34440"/>
                  </a:cubicBezTo>
                  <a:cubicBezTo>
                    <a:pt x="35140" y="33597"/>
                    <a:pt x="33897" y="33109"/>
                    <a:pt x="32611" y="32976"/>
                  </a:cubicBezTo>
                  <a:cubicBezTo>
                    <a:pt x="32566" y="32710"/>
                    <a:pt x="32566" y="32444"/>
                    <a:pt x="32522" y="32133"/>
                  </a:cubicBezTo>
                  <a:lnTo>
                    <a:pt x="32522" y="32133"/>
                  </a:lnTo>
                  <a:cubicBezTo>
                    <a:pt x="33143" y="32178"/>
                    <a:pt x="33764" y="32311"/>
                    <a:pt x="34341" y="32621"/>
                  </a:cubicBezTo>
                  <a:cubicBezTo>
                    <a:pt x="34388" y="32648"/>
                    <a:pt x="34433" y="32660"/>
                    <a:pt x="34476" y="32660"/>
                  </a:cubicBezTo>
                  <a:cubicBezTo>
                    <a:pt x="34719" y="32660"/>
                    <a:pt x="34871" y="32284"/>
                    <a:pt x="34607" y="32133"/>
                  </a:cubicBezTo>
                  <a:cubicBezTo>
                    <a:pt x="33942" y="31778"/>
                    <a:pt x="33232" y="31601"/>
                    <a:pt x="32478" y="31601"/>
                  </a:cubicBezTo>
                  <a:cubicBezTo>
                    <a:pt x="32458" y="31423"/>
                    <a:pt x="32333" y="31342"/>
                    <a:pt x="32208" y="31342"/>
                  </a:cubicBezTo>
                  <a:cubicBezTo>
                    <a:pt x="32052" y="31342"/>
                    <a:pt x="31896" y="31468"/>
                    <a:pt x="31945" y="31690"/>
                  </a:cubicBezTo>
                  <a:cubicBezTo>
                    <a:pt x="31945" y="33109"/>
                    <a:pt x="32256" y="34529"/>
                    <a:pt x="32833" y="35905"/>
                  </a:cubicBezTo>
                  <a:cubicBezTo>
                    <a:pt x="32886" y="36028"/>
                    <a:pt x="33001" y="36081"/>
                    <a:pt x="33114" y="36081"/>
                  </a:cubicBezTo>
                  <a:cubicBezTo>
                    <a:pt x="33284" y="36081"/>
                    <a:pt x="33445" y="35959"/>
                    <a:pt x="33365" y="35771"/>
                  </a:cubicBezTo>
                  <a:cubicBezTo>
                    <a:pt x="33276" y="35416"/>
                    <a:pt x="33143" y="35150"/>
                    <a:pt x="33054" y="34840"/>
                  </a:cubicBezTo>
                  <a:lnTo>
                    <a:pt x="33054" y="34840"/>
                  </a:lnTo>
                  <a:cubicBezTo>
                    <a:pt x="33720" y="34973"/>
                    <a:pt x="34341" y="35239"/>
                    <a:pt x="34918" y="35594"/>
                  </a:cubicBezTo>
                  <a:cubicBezTo>
                    <a:pt x="34962" y="35638"/>
                    <a:pt x="35007" y="35638"/>
                    <a:pt x="35051" y="35638"/>
                  </a:cubicBezTo>
                  <a:cubicBezTo>
                    <a:pt x="34474" y="36304"/>
                    <a:pt x="33986" y="36969"/>
                    <a:pt x="33498" y="37679"/>
                  </a:cubicBezTo>
                  <a:cubicBezTo>
                    <a:pt x="33188" y="37280"/>
                    <a:pt x="32788" y="36925"/>
                    <a:pt x="32389" y="36614"/>
                  </a:cubicBezTo>
                  <a:cubicBezTo>
                    <a:pt x="32478" y="36526"/>
                    <a:pt x="32478" y="36437"/>
                    <a:pt x="32389" y="36348"/>
                  </a:cubicBezTo>
                  <a:cubicBezTo>
                    <a:pt x="31945" y="35594"/>
                    <a:pt x="31679" y="34751"/>
                    <a:pt x="31546" y="33864"/>
                  </a:cubicBezTo>
                  <a:cubicBezTo>
                    <a:pt x="31524" y="33686"/>
                    <a:pt x="31380" y="33597"/>
                    <a:pt x="31246" y="33597"/>
                  </a:cubicBezTo>
                  <a:cubicBezTo>
                    <a:pt x="31113" y="33597"/>
                    <a:pt x="30991" y="33686"/>
                    <a:pt x="31014" y="33864"/>
                  </a:cubicBezTo>
                  <a:cubicBezTo>
                    <a:pt x="31102" y="34618"/>
                    <a:pt x="31324" y="35372"/>
                    <a:pt x="31635" y="36038"/>
                  </a:cubicBezTo>
                  <a:cubicBezTo>
                    <a:pt x="31235" y="35771"/>
                    <a:pt x="30792" y="35505"/>
                    <a:pt x="30348" y="35283"/>
                  </a:cubicBezTo>
                  <a:cubicBezTo>
                    <a:pt x="30311" y="35268"/>
                    <a:pt x="30275" y="35261"/>
                    <a:pt x="30241" y="35261"/>
                  </a:cubicBezTo>
                  <a:cubicBezTo>
                    <a:pt x="29983" y="35261"/>
                    <a:pt x="29808" y="35654"/>
                    <a:pt x="30082" y="35771"/>
                  </a:cubicBezTo>
                  <a:cubicBezTo>
                    <a:pt x="31990" y="36703"/>
                    <a:pt x="33587" y="38212"/>
                    <a:pt x="34563" y="40075"/>
                  </a:cubicBezTo>
                  <a:cubicBezTo>
                    <a:pt x="34563" y="40119"/>
                    <a:pt x="34607" y="40164"/>
                    <a:pt x="34652" y="40164"/>
                  </a:cubicBezTo>
                  <a:cubicBezTo>
                    <a:pt x="34119" y="40519"/>
                    <a:pt x="33631" y="40829"/>
                    <a:pt x="33099" y="41096"/>
                  </a:cubicBezTo>
                  <a:cubicBezTo>
                    <a:pt x="33099" y="41096"/>
                    <a:pt x="33099" y="41051"/>
                    <a:pt x="33054" y="41007"/>
                  </a:cubicBezTo>
                  <a:cubicBezTo>
                    <a:pt x="32123" y="39454"/>
                    <a:pt x="30836" y="38123"/>
                    <a:pt x="29328" y="37102"/>
                  </a:cubicBezTo>
                  <a:cubicBezTo>
                    <a:pt x="29281" y="37076"/>
                    <a:pt x="29236" y="37064"/>
                    <a:pt x="29193" y="37064"/>
                  </a:cubicBezTo>
                  <a:cubicBezTo>
                    <a:pt x="28950" y="37064"/>
                    <a:pt x="28797" y="37440"/>
                    <a:pt x="29061" y="37591"/>
                  </a:cubicBezTo>
                  <a:cubicBezTo>
                    <a:pt x="27997" y="38877"/>
                    <a:pt x="27420" y="40430"/>
                    <a:pt x="27331" y="42072"/>
                  </a:cubicBezTo>
                  <a:cubicBezTo>
                    <a:pt x="27065" y="41939"/>
                    <a:pt x="26799" y="41805"/>
                    <a:pt x="26532" y="41717"/>
                  </a:cubicBezTo>
                  <a:cubicBezTo>
                    <a:pt x="26514" y="41709"/>
                    <a:pt x="26496" y="41706"/>
                    <a:pt x="26478" y="41706"/>
                  </a:cubicBezTo>
                  <a:cubicBezTo>
                    <a:pt x="26278" y="41706"/>
                    <a:pt x="26114" y="42131"/>
                    <a:pt x="26399" y="42294"/>
                  </a:cubicBezTo>
                  <a:cubicBezTo>
                    <a:pt x="26710" y="42427"/>
                    <a:pt x="27065" y="42560"/>
                    <a:pt x="27375" y="42693"/>
                  </a:cubicBezTo>
                  <a:cubicBezTo>
                    <a:pt x="27420" y="42782"/>
                    <a:pt x="27508" y="42870"/>
                    <a:pt x="27597" y="42870"/>
                  </a:cubicBezTo>
                  <a:cubicBezTo>
                    <a:pt x="27730" y="42915"/>
                    <a:pt x="27908" y="43003"/>
                    <a:pt x="28041" y="43092"/>
                  </a:cubicBezTo>
                  <a:lnTo>
                    <a:pt x="27287" y="43314"/>
                  </a:lnTo>
                  <a:cubicBezTo>
                    <a:pt x="27331" y="43137"/>
                    <a:pt x="27287" y="42959"/>
                    <a:pt x="27109" y="42959"/>
                  </a:cubicBezTo>
                  <a:cubicBezTo>
                    <a:pt x="26816" y="42895"/>
                    <a:pt x="26520" y="42865"/>
                    <a:pt x="26224" y="42865"/>
                  </a:cubicBezTo>
                  <a:cubicBezTo>
                    <a:pt x="25489" y="42865"/>
                    <a:pt x="24757" y="43055"/>
                    <a:pt x="24092" y="43403"/>
                  </a:cubicBezTo>
                  <a:cubicBezTo>
                    <a:pt x="23959" y="43491"/>
                    <a:pt x="23915" y="43625"/>
                    <a:pt x="23959" y="43758"/>
                  </a:cubicBezTo>
                  <a:cubicBezTo>
                    <a:pt x="23471" y="43758"/>
                    <a:pt x="22983" y="43802"/>
                    <a:pt x="22451" y="43802"/>
                  </a:cubicBezTo>
                  <a:cubicBezTo>
                    <a:pt x="22894" y="43314"/>
                    <a:pt x="23427" y="42959"/>
                    <a:pt x="24048" y="42737"/>
                  </a:cubicBezTo>
                  <a:cubicBezTo>
                    <a:pt x="24376" y="42655"/>
                    <a:pt x="24287" y="42195"/>
                    <a:pt x="23992" y="42195"/>
                  </a:cubicBezTo>
                  <a:cubicBezTo>
                    <a:pt x="23968" y="42195"/>
                    <a:pt x="23942" y="42198"/>
                    <a:pt x="23915" y="42205"/>
                  </a:cubicBezTo>
                  <a:cubicBezTo>
                    <a:pt x="23116" y="42427"/>
                    <a:pt x="22406" y="42915"/>
                    <a:pt x="21918" y="43536"/>
                  </a:cubicBezTo>
                  <a:cubicBezTo>
                    <a:pt x="21874" y="43625"/>
                    <a:pt x="21829" y="43669"/>
                    <a:pt x="21874" y="43713"/>
                  </a:cubicBezTo>
                  <a:cubicBezTo>
                    <a:pt x="19300" y="43669"/>
                    <a:pt x="16771" y="43181"/>
                    <a:pt x="14376" y="42249"/>
                  </a:cubicBezTo>
                  <a:cubicBezTo>
                    <a:pt x="10072" y="40652"/>
                    <a:pt x="6345" y="37724"/>
                    <a:pt x="3816" y="33908"/>
                  </a:cubicBezTo>
                  <a:cubicBezTo>
                    <a:pt x="1287" y="29870"/>
                    <a:pt x="666" y="25034"/>
                    <a:pt x="1198" y="20420"/>
                  </a:cubicBezTo>
                  <a:cubicBezTo>
                    <a:pt x="2396" y="10038"/>
                    <a:pt x="10382" y="987"/>
                    <a:pt x="21164" y="588"/>
                  </a:cubicBezTo>
                  <a:cubicBezTo>
                    <a:pt x="21323" y="584"/>
                    <a:pt x="21482" y="583"/>
                    <a:pt x="21641" y="583"/>
                  </a:cubicBezTo>
                  <a:close/>
                  <a:moveTo>
                    <a:pt x="21546" y="0"/>
                  </a:moveTo>
                  <a:cubicBezTo>
                    <a:pt x="21316" y="0"/>
                    <a:pt x="21085" y="4"/>
                    <a:pt x="20853" y="11"/>
                  </a:cubicBezTo>
                  <a:lnTo>
                    <a:pt x="20765" y="11"/>
                  </a:lnTo>
                  <a:cubicBezTo>
                    <a:pt x="11492" y="588"/>
                    <a:pt x="3905" y="7465"/>
                    <a:pt x="1464" y="16250"/>
                  </a:cubicBezTo>
                  <a:cubicBezTo>
                    <a:pt x="133" y="20953"/>
                    <a:pt x="0" y="26277"/>
                    <a:pt x="1731" y="30891"/>
                  </a:cubicBezTo>
                  <a:cubicBezTo>
                    <a:pt x="3328" y="35062"/>
                    <a:pt x="6478" y="38478"/>
                    <a:pt x="10249" y="40785"/>
                  </a:cubicBezTo>
                  <a:cubicBezTo>
                    <a:pt x="14030" y="43109"/>
                    <a:pt x="18375" y="44316"/>
                    <a:pt x="22688" y="44316"/>
                  </a:cubicBezTo>
                  <a:cubicBezTo>
                    <a:pt x="27435" y="44316"/>
                    <a:pt x="32145" y="42854"/>
                    <a:pt x="36027" y="39809"/>
                  </a:cubicBezTo>
                  <a:cubicBezTo>
                    <a:pt x="43170" y="34263"/>
                    <a:pt x="46143" y="24901"/>
                    <a:pt x="43614" y="16250"/>
                  </a:cubicBezTo>
                  <a:cubicBezTo>
                    <a:pt x="40795" y="6535"/>
                    <a:pt x="31533" y="0"/>
                    <a:pt x="21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6"/>
            <p:cNvSpPr/>
            <p:nvPr/>
          </p:nvSpPr>
          <p:spPr>
            <a:xfrm>
              <a:off x="2216399" y="4260413"/>
              <a:ext cx="63863" cy="40331"/>
            </a:xfrm>
            <a:custGeom>
              <a:avLst/>
              <a:gdLst/>
              <a:ahLst/>
              <a:cxnLst/>
              <a:rect l="l" t="t" r="r" b="b"/>
              <a:pathLst>
                <a:path w="844" h="533" extrusionOk="0">
                  <a:moveTo>
                    <a:pt x="400" y="0"/>
                  </a:moveTo>
                  <a:cubicBezTo>
                    <a:pt x="0" y="0"/>
                    <a:pt x="0" y="533"/>
                    <a:pt x="400" y="533"/>
                  </a:cubicBezTo>
                  <a:lnTo>
                    <a:pt x="488" y="533"/>
                  </a:lnTo>
                  <a:cubicBezTo>
                    <a:pt x="843" y="533"/>
                    <a:pt x="843" y="0"/>
                    <a:pt x="4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6"/>
            <p:cNvSpPr/>
            <p:nvPr/>
          </p:nvSpPr>
          <p:spPr>
            <a:xfrm>
              <a:off x="2552136" y="4055581"/>
              <a:ext cx="43660" cy="49638"/>
            </a:xfrm>
            <a:custGeom>
              <a:avLst/>
              <a:gdLst/>
              <a:ahLst/>
              <a:cxnLst/>
              <a:rect l="l" t="t" r="r" b="b"/>
              <a:pathLst>
                <a:path w="577" h="656" extrusionOk="0">
                  <a:moveTo>
                    <a:pt x="288" y="1"/>
                  </a:moveTo>
                  <a:cubicBezTo>
                    <a:pt x="144" y="1"/>
                    <a:pt x="0" y="89"/>
                    <a:pt x="0" y="267"/>
                  </a:cubicBezTo>
                  <a:lnTo>
                    <a:pt x="0" y="356"/>
                  </a:lnTo>
                  <a:cubicBezTo>
                    <a:pt x="0" y="555"/>
                    <a:pt x="144" y="655"/>
                    <a:pt x="288" y="655"/>
                  </a:cubicBezTo>
                  <a:cubicBezTo>
                    <a:pt x="433" y="655"/>
                    <a:pt x="577" y="555"/>
                    <a:pt x="577" y="356"/>
                  </a:cubicBezTo>
                  <a:lnTo>
                    <a:pt x="577" y="267"/>
                  </a:lnTo>
                  <a:cubicBezTo>
                    <a:pt x="577" y="89"/>
                    <a:pt x="433" y="1"/>
                    <a:pt x="2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6"/>
            <p:cNvSpPr/>
            <p:nvPr/>
          </p:nvSpPr>
          <p:spPr>
            <a:xfrm>
              <a:off x="2549185" y="3854456"/>
              <a:ext cx="233283" cy="170933"/>
            </a:xfrm>
            <a:custGeom>
              <a:avLst/>
              <a:gdLst/>
              <a:ahLst/>
              <a:cxnLst/>
              <a:rect l="l" t="t" r="r" b="b"/>
              <a:pathLst>
                <a:path w="3083" h="2259" extrusionOk="0">
                  <a:moveTo>
                    <a:pt x="425" y="0"/>
                  </a:moveTo>
                  <a:cubicBezTo>
                    <a:pt x="177" y="0"/>
                    <a:pt x="0" y="343"/>
                    <a:pt x="261" y="529"/>
                  </a:cubicBezTo>
                  <a:cubicBezTo>
                    <a:pt x="1059" y="1017"/>
                    <a:pt x="1769" y="1594"/>
                    <a:pt x="2479" y="2171"/>
                  </a:cubicBezTo>
                  <a:cubicBezTo>
                    <a:pt x="2542" y="2233"/>
                    <a:pt x="2612" y="2259"/>
                    <a:pt x="2679" y="2259"/>
                  </a:cubicBezTo>
                  <a:cubicBezTo>
                    <a:pt x="2896" y="2259"/>
                    <a:pt x="3082" y="1985"/>
                    <a:pt x="2879" y="1816"/>
                  </a:cubicBezTo>
                  <a:cubicBezTo>
                    <a:pt x="2124" y="1150"/>
                    <a:pt x="1370" y="573"/>
                    <a:pt x="571" y="41"/>
                  </a:cubicBezTo>
                  <a:cubicBezTo>
                    <a:pt x="522" y="13"/>
                    <a:pt x="472" y="0"/>
                    <a:pt x="4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6"/>
            <p:cNvSpPr/>
            <p:nvPr/>
          </p:nvSpPr>
          <p:spPr>
            <a:xfrm>
              <a:off x="2783754" y="4048846"/>
              <a:ext cx="63863" cy="43736"/>
            </a:xfrm>
            <a:custGeom>
              <a:avLst/>
              <a:gdLst/>
              <a:ahLst/>
              <a:cxnLst/>
              <a:rect l="l" t="t" r="r" b="b"/>
              <a:pathLst>
                <a:path w="844" h="578" extrusionOk="0">
                  <a:moveTo>
                    <a:pt x="355" y="1"/>
                  </a:moveTo>
                  <a:cubicBezTo>
                    <a:pt x="0" y="1"/>
                    <a:pt x="0" y="578"/>
                    <a:pt x="355" y="578"/>
                  </a:cubicBezTo>
                  <a:lnTo>
                    <a:pt x="444" y="578"/>
                  </a:lnTo>
                  <a:cubicBezTo>
                    <a:pt x="843" y="578"/>
                    <a:pt x="843"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6"/>
            <p:cNvSpPr/>
            <p:nvPr/>
          </p:nvSpPr>
          <p:spPr>
            <a:xfrm>
              <a:off x="2838083" y="4112710"/>
              <a:ext cx="65301" cy="50319"/>
            </a:xfrm>
            <a:custGeom>
              <a:avLst/>
              <a:gdLst/>
              <a:ahLst/>
              <a:cxnLst/>
              <a:rect l="l" t="t" r="r" b="b"/>
              <a:pathLst>
                <a:path w="863" h="665" extrusionOk="0">
                  <a:moveTo>
                    <a:pt x="394" y="0"/>
                  </a:moveTo>
                  <a:cubicBezTo>
                    <a:pt x="194" y="0"/>
                    <a:pt x="0" y="274"/>
                    <a:pt x="170" y="444"/>
                  </a:cubicBezTo>
                  <a:lnTo>
                    <a:pt x="259" y="577"/>
                  </a:lnTo>
                  <a:cubicBezTo>
                    <a:pt x="320" y="639"/>
                    <a:pt x="389" y="664"/>
                    <a:pt x="456" y="664"/>
                  </a:cubicBezTo>
                  <a:cubicBezTo>
                    <a:pt x="674" y="664"/>
                    <a:pt x="862" y="382"/>
                    <a:pt x="658" y="177"/>
                  </a:cubicBezTo>
                  <a:cubicBezTo>
                    <a:pt x="658" y="133"/>
                    <a:pt x="613" y="89"/>
                    <a:pt x="569" y="89"/>
                  </a:cubicBezTo>
                  <a:cubicBezTo>
                    <a:pt x="517" y="26"/>
                    <a:pt x="455" y="0"/>
                    <a:pt x="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6"/>
            <p:cNvSpPr/>
            <p:nvPr/>
          </p:nvSpPr>
          <p:spPr>
            <a:xfrm>
              <a:off x="3153011" y="3719844"/>
              <a:ext cx="43736" cy="49638"/>
            </a:xfrm>
            <a:custGeom>
              <a:avLst/>
              <a:gdLst/>
              <a:ahLst/>
              <a:cxnLst/>
              <a:rect l="l" t="t" r="r" b="b"/>
              <a:pathLst>
                <a:path w="578" h="656" extrusionOk="0">
                  <a:moveTo>
                    <a:pt x="289" y="1"/>
                  </a:moveTo>
                  <a:cubicBezTo>
                    <a:pt x="145" y="1"/>
                    <a:pt x="1" y="90"/>
                    <a:pt x="1" y="267"/>
                  </a:cubicBezTo>
                  <a:lnTo>
                    <a:pt x="1" y="356"/>
                  </a:lnTo>
                  <a:cubicBezTo>
                    <a:pt x="1" y="555"/>
                    <a:pt x="145" y="655"/>
                    <a:pt x="289" y="655"/>
                  </a:cubicBezTo>
                  <a:cubicBezTo>
                    <a:pt x="433" y="655"/>
                    <a:pt x="578" y="555"/>
                    <a:pt x="578" y="356"/>
                  </a:cubicBezTo>
                  <a:lnTo>
                    <a:pt x="578" y="267"/>
                  </a:lnTo>
                  <a:cubicBezTo>
                    <a:pt x="578" y="9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6"/>
            <p:cNvSpPr/>
            <p:nvPr/>
          </p:nvSpPr>
          <p:spPr>
            <a:xfrm>
              <a:off x="3300790" y="2796625"/>
              <a:ext cx="43660" cy="49638"/>
            </a:xfrm>
            <a:custGeom>
              <a:avLst/>
              <a:gdLst/>
              <a:ahLst/>
              <a:cxnLst/>
              <a:rect l="l" t="t" r="r" b="b"/>
              <a:pathLst>
                <a:path w="577" h="656" extrusionOk="0">
                  <a:moveTo>
                    <a:pt x="288" y="1"/>
                  </a:moveTo>
                  <a:cubicBezTo>
                    <a:pt x="144" y="1"/>
                    <a:pt x="0" y="89"/>
                    <a:pt x="0" y="267"/>
                  </a:cubicBezTo>
                  <a:lnTo>
                    <a:pt x="0" y="356"/>
                  </a:lnTo>
                  <a:cubicBezTo>
                    <a:pt x="0" y="555"/>
                    <a:pt x="144" y="655"/>
                    <a:pt x="288" y="655"/>
                  </a:cubicBezTo>
                  <a:cubicBezTo>
                    <a:pt x="433" y="655"/>
                    <a:pt x="577" y="555"/>
                    <a:pt x="577" y="356"/>
                  </a:cubicBezTo>
                  <a:lnTo>
                    <a:pt x="577" y="267"/>
                  </a:lnTo>
                  <a:cubicBezTo>
                    <a:pt x="577" y="89"/>
                    <a:pt x="433" y="1"/>
                    <a:pt x="2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6"/>
            <p:cNvSpPr/>
            <p:nvPr/>
          </p:nvSpPr>
          <p:spPr>
            <a:xfrm>
              <a:off x="3262199" y="3378659"/>
              <a:ext cx="57129" cy="159961"/>
            </a:xfrm>
            <a:custGeom>
              <a:avLst/>
              <a:gdLst/>
              <a:ahLst/>
              <a:cxnLst/>
              <a:rect l="l" t="t" r="r" b="b"/>
              <a:pathLst>
                <a:path w="755" h="2114" extrusionOk="0">
                  <a:moveTo>
                    <a:pt x="263" y="1"/>
                  </a:moveTo>
                  <a:cubicBezTo>
                    <a:pt x="124" y="1"/>
                    <a:pt x="1" y="79"/>
                    <a:pt x="22" y="251"/>
                  </a:cubicBezTo>
                  <a:cubicBezTo>
                    <a:pt x="66" y="783"/>
                    <a:pt x="155" y="1315"/>
                    <a:pt x="200" y="1848"/>
                  </a:cubicBezTo>
                  <a:cubicBezTo>
                    <a:pt x="222" y="2025"/>
                    <a:pt x="366" y="2114"/>
                    <a:pt x="499" y="2114"/>
                  </a:cubicBezTo>
                  <a:cubicBezTo>
                    <a:pt x="632" y="2114"/>
                    <a:pt x="754" y="2025"/>
                    <a:pt x="732" y="1848"/>
                  </a:cubicBezTo>
                  <a:cubicBezTo>
                    <a:pt x="688" y="1315"/>
                    <a:pt x="643" y="783"/>
                    <a:pt x="599" y="251"/>
                  </a:cubicBezTo>
                  <a:cubicBezTo>
                    <a:pt x="576" y="90"/>
                    <a:pt x="411" y="1"/>
                    <a:pt x="2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6"/>
            <p:cNvSpPr/>
            <p:nvPr/>
          </p:nvSpPr>
          <p:spPr>
            <a:xfrm>
              <a:off x="3062740" y="3244576"/>
              <a:ext cx="65528" cy="48957"/>
            </a:xfrm>
            <a:custGeom>
              <a:avLst/>
              <a:gdLst/>
              <a:ahLst/>
              <a:cxnLst/>
              <a:rect l="l" t="t" r="r" b="b"/>
              <a:pathLst>
                <a:path w="866" h="647" extrusionOk="0">
                  <a:moveTo>
                    <a:pt x="391" y="1"/>
                  </a:moveTo>
                  <a:cubicBezTo>
                    <a:pt x="178" y="1"/>
                    <a:pt x="0" y="262"/>
                    <a:pt x="173" y="470"/>
                  </a:cubicBezTo>
                  <a:lnTo>
                    <a:pt x="262" y="558"/>
                  </a:lnTo>
                  <a:cubicBezTo>
                    <a:pt x="324" y="620"/>
                    <a:pt x="393" y="646"/>
                    <a:pt x="459" y="646"/>
                  </a:cubicBezTo>
                  <a:cubicBezTo>
                    <a:pt x="678" y="646"/>
                    <a:pt x="866" y="363"/>
                    <a:pt x="661" y="159"/>
                  </a:cubicBezTo>
                  <a:lnTo>
                    <a:pt x="573" y="70"/>
                  </a:lnTo>
                  <a:cubicBezTo>
                    <a:pt x="514" y="21"/>
                    <a:pt x="451" y="1"/>
                    <a:pt x="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6"/>
            <p:cNvSpPr/>
            <p:nvPr/>
          </p:nvSpPr>
          <p:spPr>
            <a:xfrm>
              <a:off x="2770285" y="3404310"/>
              <a:ext cx="175095" cy="62123"/>
            </a:xfrm>
            <a:custGeom>
              <a:avLst/>
              <a:gdLst/>
              <a:ahLst/>
              <a:cxnLst/>
              <a:rect l="l" t="t" r="r" b="b"/>
              <a:pathLst>
                <a:path w="2314" h="821" extrusionOk="0">
                  <a:moveTo>
                    <a:pt x="356" y="0"/>
                  </a:moveTo>
                  <a:cubicBezTo>
                    <a:pt x="1" y="45"/>
                    <a:pt x="1" y="577"/>
                    <a:pt x="356" y="577"/>
                  </a:cubicBezTo>
                  <a:cubicBezTo>
                    <a:pt x="888" y="577"/>
                    <a:pt x="1376" y="621"/>
                    <a:pt x="1864" y="799"/>
                  </a:cubicBezTo>
                  <a:cubicBezTo>
                    <a:pt x="1903" y="813"/>
                    <a:pt x="1940" y="820"/>
                    <a:pt x="1973" y="820"/>
                  </a:cubicBezTo>
                  <a:cubicBezTo>
                    <a:pt x="2243" y="820"/>
                    <a:pt x="2314" y="385"/>
                    <a:pt x="1998" y="266"/>
                  </a:cubicBezTo>
                  <a:cubicBezTo>
                    <a:pt x="1465" y="45"/>
                    <a:pt x="933"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6"/>
            <p:cNvSpPr/>
            <p:nvPr/>
          </p:nvSpPr>
          <p:spPr>
            <a:xfrm>
              <a:off x="2951584" y="3434502"/>
              <a:ext cx="63863" cy="40331"/>
            </a:xfrm>
            <a:custGeom>
              <a:avLst/>
              <a:gdLst/>
              <a:ahLst/>
              <a:cxnLst/>
              <a:rect l="l" t="t" r="r" b="b"/>
              <a:pathLst>
                <a:path w="844" h="533" extrusionOk="0">
                  <a:moveTo>
                    <a:pt x="356" y="1"/>
                  </a:moveTo>
                  <a:cubicBezTo>
                    <a:pt x="1" y="1"/>
                    <a:pt x="1" y="533"/>
                    <a:pt x="356" y="533"/>
                  </a:cubicBezTo>
                  <a:lnTo>
                    <a:pt x="445" y="533"/>
                  </a:lnTo>
                  <a:cubicBezTo>
                    <a:pt x="844" y="533"/>
                    <a:pt x="844" y="1"/>
                    <a:pt x="4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6"/>
            <p:cNvSpPr/>
            <p:nvPr/>
          </p:nvSpPr>
          <p:spPr>
            <a:xfrm>
              <a:off x="2847541" y="3246468"/>
              <a:ext cx="239563" cy="74759"/>
            </a:xfrm>
            <a:custGeom>
              <a:avLst/>
              <a:gdLst/>
              <a:ahLst/>
              <a:cxnLst/>
              <a:rect l="l" t="t" r="r" b="b"/>
              <a:pathLst>
                <a:path w="3166" h="988" extrusionOk="0">
                  <a:moveTo>
                    <a:pt x="355" y="1"/>
                  </a:moveTo>
                  <a:cubicBezTo>
                    <a:pt x="0" y="1"/>
                    <a:pt x="0" y="533"/>
                    <a:pt x="355" y="533"/>
                  </a:cubicBezTo>
                  <a:cubicBezTo>
                    <a:pt x="1154" y="578"/>
                    <a:pt x="1953" y="711"/>
                    <a:pt x="2707" y="977"/>
                  </a:cubicBezTo>
                  <a:cubicBezTo>
                    <a:pt x="2732" y="984"/>
                    <a:pt x="2757" y="988"/>
                    <a:pt x="2781" y="988"/>
                  </a:cubicBezTo>
                  <a:cubicBezTo>
                    <a:pt x="3043" y="988"/>
                    <a:pt x="3166" y="567"/>
                    <a:pt x="2840" y="445"/>
                  </a:cubicBezTo>
                  <a:cubicBezTo>
                    <a:pt x="2041" y="178"/>
                    <a:pt x="1198" y="45"/>
                    <a:pt x="3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6"/>
            <p:cNvSpPr/>
            <p:nvPr/>
          </p:nvSpPr>
          <p:spPr>
            <a:xfrm>
              <a:off x="2847541" y="3169060"/>
              <a:ext cx="110777" cy="47519"/>
            </a:xfrm>
            <a:custGeom>
              <a:avLst/>
              <a:gdLst/>
              <a:ahLst/>
              <a:cxnLst/>
              <a:rect l="l" t="t" r="r" b="b"/>
              <a:pathLst>
                <a:path w="1464" h="628" extrusionOk="0">
                  <a:moveTo>
                    <a:pt x="315" y="1"/>
                  </a:moveTo>
                  <a:cubicBezTo>
                    <a:pt x="1" y="1"/>
                    <a:pt x="15" y="493"/>
                    <a:pt x="355" y="536"/>
                  </a:cubicBezTo>
                  <a:lnTo>
                    <a:pt x="1110" y="625"/>
                  </a:lnTo>
                  <a:cubicBezTo>
                    <a:pt x="1124" y="626"/>
                    <a:pt x="1137" y="627"/>
                    <a:pt x="1150" y="627"/>
                  </a:cubicBezTo>
                  <a:cubicBezTo>
                    <a:pt x="1464" y="627"/>
                    <a:pt x="1450" y="135"/>
                    <a:pt x="1110" y="92"/>
                  </a:cubicBezTo>
                  <a:lnTo>
                    <a:pt x="355" y="4"/>
                  </a:lnTo>
                  <a:cubicBezTo>
                    <a:pt x="341" y="2"/>
                    <a:pt x="328" y="1"/>
                    <a:pt x="3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6"/>
            <p:cNvSpPr/>
            <p:nvPr/>
          </p:nvSpPr>
          <p:spPr>
            <a:xfrm>
              <a:off x="3028008" y="3174433"/>
              <a:ext cx="78543" cy="50243"/>
            </a:xfrm>
            <a:custGeom>
              <a:avLst/>
              <a:gdLst/>
              <a:ahLst/>
              <a:cxnLst/>
              <a:rect l="l" t="t" r="r" b="b"/>
              <a:pathLst>
                <a:path w="1038" h="664" extrusionOk="0">
                  <a:moveTo>
                    <a:pt x="347" y="0"/>
                  </a:moveTo>
                  <a:cubicBezTo>
                    <a:pt x="76" y="0"/>
                    <a:pt x="1" y="435"/>
                    <a:pt x="277" y="554"/>
                  </a:cubicBezTo>
                  <a:lnTo>
                    <a:pt x="588" y="642"/>
                  </a:lnTo>
                  <a:cubicBezTo>
                    <a:pt x="622" y="657"/>
                    <a:pt x="655" y="664"/>
                    <a:pt x="685" y="664"/>
                  </a:cubicBezTo>
                  <a:cubicBezTo>
                    <a:pt x="931" y="664"/>
                    <a:pt x="1037" y="228"/>
                    <a:pt x="721" y="110"/>
                  </a:cubicBezTo>
                  <a:lnTo>
                    <a:pt x="455" y="21"/>
                  </a:lnTo>
                  <a:cubicBezTo>
                    <a:pt x="416" y="7"/>
                    <a:pt x="380" y="0"/>
                    <a:pt x="3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6"/>
            <p:cNvSpPr/>
            <p:nvPr/>
          </p:nvSpPr>
          <p:spPr>
            <a:xfrm>
              <a:off x="2881970" y="3040804"/>
              <a:ext cx="159583" cy="162458"/>
            </a:xfrm>
            <a:custGeom>
              <a:avLst/>
              <a:gdLst/>
              <a:ahLst/>
              <a:cxnLst/>
              <a:rect l="l" t="t" r="r" b="b"/>
              <a:pathLst>
                <a:path w="2109" h="2147" extrusionOk="0">
                  <a:moveTo>
                    <a:pt x="363" y="0"/>
                  </a:moveTo>
                  <a:cubicBezTo>
                    <a:pt x="134" y="0"/>
                    <a:pt x="0" y="363"/>
                    <a:pt x="255" y="545"/>
                  </a:cubicBezTo>
                  <a:cubicBezTo>
                    <a:pt x="788" y="856"/>
                    <a:pt x="1231" y="1388"/>
                    <a:pt x="1542" y="2009"/>
                  </a:cubicBezTo>
                  <a:cubicBezTo>
                    <a:pt x="1583" y="2105"/>
                    <a:pt x="1659" y="2146"/>
                    <a:pt x="1738" y="2146"/>
                  </a:cubicBezTo>
                  <a:cubicBezTo>
                    <a:pt x="1914" y="2146"/>
                    <a:pt x="2108" y="1943"/>
                    <a:pt x="1986" y="1699"/>
                  </a:cubicBezTo>
                  <a:cubicBezTo>
                    <a:pt x="1675" y="1033"/>
                    <a:pt x="1187" y="456"/>
                    <a:pt x="522" y="57"/>
                  </a:cubicBezTo>
                  <a:cubicBezTo>
                    <a:pt x="466" y="17"/>
                    <a:pt x="412"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6"/>
            <p:cNvSpPr/>
            <p:nvPr/>
          </p:nvSpPr>
          <p:spPr>
            <a:xfrm>
              <a:off x="2912767" y="2929346"/>
              <a:ext cx="206951" cy="230332"/>
            </a:xfrm>
            <a:custGeom>
              <a:avLst/>
              <a:gdLst/>
              <a:ahLst/>
              <a:cxnLst/>
              <a:rect l="l" t="t" r="r" b="b"/>
              <a:pathLst>
                <a:path w="2735" h="3044" extrusionOk="0">
                  <a:moveTo>
                    <a:pt x="429" y="1"/>
                  </a:moveTo>
                  <a:cubicBezTo>
                    <a:pt x="202" y="1"/>
                    <a:pt x="1" y="289"/>
                    <a:pt x="248" y="465"/>
                  </a:cubicBezTo>
                  <a:cubicBezTo>
                    <a:pt x="1002" y="1131"/>
                    <a:pt x="1667" y="1974"/>
                    <a:pt x="2155" y="2905"/>
                  </a:cubicBezTo>
                  <a:cubicBezTo>
                    <a:pt x="2211" y="3003"/>
                    <a:pt x="2294" y="3044"/>
                    <a:pt x="2376" y="3044"/>
                  </a:cubicBezTo>
                  <a:cubicBezTo>
                    <a:pt x="2555" y="3044"/>
                    <a:pt x="2735" y="2852"/>
                    <a:pt x="2643" y="2639"/>
                  </a:cubicBezTo>
                  <a:cubicBezTo>
                    <a:pt x="2155" y="1663"/>
                    <a:pt x="1446" y="776"/>
                    <a:pt x="603" y="66"/>
                  </a:cubicBezTo>
                  <a:cubicBezTo>
                    <a:pt x="548" y="20"/>
                    <a:pt x="487" y="1"/>
                    <a:pt x="4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6"/>
            <p:cNvSpPr/>
            <p:nvPr/>
          </p:nvSpPr>
          <p:spPr>
            <a:xfrm>
              <a:off x="3063799" y="2717552"/>
              <a:ext cx="138699" cy="246071"/>
            </a:xfrm>
            <a:custGeom>
              <a:avLst/>
              <a:gdLst/>
              <a:ahLst/>
              <a:cxnLst/>
              <a:rect l="l" t="t" r="r" b="b"/>
              <a:pathLst>
                <a:path w="1833" h="3252" extrusionOk="0">
                  <a:moveTo>
                    <a:pt x="1462" y="1"/>
                  </a:moveTo>
                  <a:cubicBezTo>
                    <a:pt x="1395" y="1"/>
                    <a:pt x="1326" y="34"/>
                    <a:pt x="1269" y="114"/>
                  </a:cubicBezTo>
                  <a:cubicBezTo>
                    <a:pt x="603" y="913"/>
                    <a:pt x="159" y="1889"/>
                    <a:pt x="26" y="2909"/>
                  </a:cubicBezTo>
                  <a:cubicBezTo>
                    <a:pt x="0" y="3119"/>
                    <a:pt x="175" y="3251"/>
                    <a:pt x="332" y="3251"/>
                  </a:cubicBezTo>
                  <a:cubicBezTo>
                    <a:pt x="441" y="3251"/>
                    <a:pt x="541" y="3188"/>
                    <a:pt x="559" y="3042"/>
                  </a:cubicBezTo>
                  <a:cubicBezTo>
                    <a:pt x="692" y="2110"/>
                    <a:pt x="1091" y="1223"/>
                    <a:pt x="1668" y="469"/>
                  </a:cubicBezTo>
                  <a:cubicBezTo>
                    <a:pt x="1832" y="271"/>
                    <a:pt x="1655" y="1"/>
                    <a:pt x="14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6"/>
            <p:cNvSpPr/>
            <p:nvPr/>
          </p:nvSpPr>
          <p:spPr>
            <a:xfrm>
              <a:off x="2923436" y="2453473"/>
              <a:ext cx="302216" cy="468987"/>
            </a:xfrm>
            <a:custGeom>
              <a:avLst/>
              <a:gdLst/>
              <a:ahLst/>
              <a:cxnLst/>
              <a:rect l="l" t="t" r="r" b="b"/>
              <a:pathLst>
                <a:path w="3994" h="6198" extrusionOk="0">
                  <a:moveTo>
                    <a:pt x="393" y="0"/>
                  </a:moveTo>
                  <a:cubicBezTo>
                    <a:pt x="127" y="0"/>
                    <a:pt x="1" y="464"/>
                    <a:pt x="328" y="587"/>
                  </a:cubicBezTo>
                  <a:cubicBezTo>
                    <a:pt x="994" y="809"/>
                    <a:pt x="1659" y="1119"/>
                    <a:pt x="2281" y="1474"/>
                  </a:cubicBezTo>
                  <a:cubicBezTo>
                    <a:pt x="2340" y="1474"/>
                    <a:pt x="2379" y="1494"/>
                    <a:pt x="2412" y="1494"/>
                  </a:cubicBezTo>
                  <a:cubicBezTo>
                    <a:pt x="2429" y="1494"/>
                    <a:pt x="2443" y="1489"/>
                    <a:pt x="2458" y="1474"/>
                  </a:cubicBezTo>
                  <a:lnTo>
                    <a:pt x="2458" y="1474"/>
                  </a:lnTo>
                  <a:cubicBezTo>
                    <a:pt x="1659" y="2495"/>
                    <a:pt x="1083" y="3648"/>
                    <a:pt x="772" y="4891"/>
                  </a:cubicBezTo>
                  <a:cubicBezTo>
                    <a:pt x="683" y="4846"/>
                    <a:pt x="595" y="4758"/>
                    <a:pt x="506" y="4713"/>
                  </a:cubicBezTo>
                  <a:cubicBezTo>
                    <a:pt x="463" y="4695"/>
                    <a:pt x="422" y="4687"/>
                    <a:pt x="384" y="4687"/>
                  </a:cubicBezTo>
                  <a:cubicBezTo>
                    <a:pt x="144" y="4687"/>
                    <a:pt x="10" y="5010"/>
                    <a:pt x="240" y="5201"/>
                  </a:cubicBezTo>
                  <a:cubicBezTo>
                    <a:pt x="639" y="5423"/>
                    <a:pt x="994" y="5689"/>
                    <a:pt x="1260" y="6089"/>
                  </a:cubicBezTo>
                  <a:cubicBezTo>
                    <a:pt x="1324" y="6165"/>
                    <a:pt x="1410" y="6198"/>
                    <a:pt x="1495" y="6198"/>
                  </a:cubicBezTo>
                  <a:cubicBezTo>
                    <a:pt x="1704" y="6198"/>
                    <a:pt x="1906" y="5999"/>
                    <a:pt x="1748" y="5778"/>
                  </a:cubicBezTo>
                  <a:cubicBezTo>
                    <a:pt x="1571" y="5600"/>
                    <a:pt x="1438" y="5423"/>
                    <a:pt x="1260" y="5246"/>
                  </a:cubicBezTo>
                  <a:cubicBezTo>
                    <a:pt x="1260" y="5201"/>
                    <a:pt x="1260" y="5201"/>
                    <a:pt x="1260" y="5157"/>
                  </a:cubicBezTo>
                  <a:cubicBezTo>
                    <a:pt x="1659" y="3515"/>
                    <a:pt x="2547" y="2007"/>
                    <a:pt x="3789" y="853"/>
                  </a:cubicBezTo>
                  <a:cubicBezTo>
                    <a:pt x="3993" y="649"/>
                    <a:pt x="3806" y="366"/>
                    <a:pt x="3587" y="366"/>
                  </a:cubicBezTo>
                  <a:cubicBezTo>
                    <a:pt x="3521" y="366"/>
                    <a:pt x="3452" y="392"/>
                    <a:pt x="3390" y="454"/>
                  </a:cubicBezTo>
                  <a:cubicBezTo>
                    <a:pt x="3168" y="676"/>
                    <a:pt x="2946" y="897"/>
                    <a:pt x="2724" y="1164"/>
                  </a:cubicBezTo>
                  <a:cubicBezTo>
                    <a:pt x="2724" y="1075"/>
                    <a:pt x="2680" y="986"/>
                    <a:pt x="2591" y="942"/>
                  </a:cubicBezTo>
                  <a:cubicBezTo>
                    <a:pt x="2547" y="942"/>
                    <a:pt x="2502" y="897"/>
                    <a:pt x="2458" y="897"/>
                  </a:cubicBezTo>
                  <a:lnTo>
                    <a:pt x="2414" y="897"/>
                  </a:lnTo>
                  <a:cubicBezTo>
                    <a:pt x="1793" y="543"/>
                    <a:pt x="1127" y="276"/>
                    <a:pt x="462" y="10"/>
                  </a:cubicBezTo>
                  <a:cubicBezTo>
                    <a:pt x="438" y="3"/>
                    <a:pt x="415" y="0"/>
                    <a:pt x="3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6"/>
            <p:cNvSpPr/>
            <p:nvPr/>
          </p:nvSpPr>
          <p:spPr>
            <a:xfrm>
              <a:off x="3214832" y="2428351"/>
              <a:ext cx="62653" cy="46006"/>
            </a:xfrm>
            <a:custGeom>
              <a:avLst/>
              <a:gdLst/>
              <a:ahLst/>
              <a:cxnLst/>
              <a:rect l="l" t="t" r="r" b="b"/>
              <a:pathLst>
                <a:path w="828" h="608" extrusionOk="0">
                  <a:moveTo>
                    <a:pt x="485" y="0"/>
                  </a:moveTo>
                  <a:cubicBezTo>
                    <a:pt x="423" y="0"/>
                    <a:pt x="357" y="23"/>
                    <a:pt x="293" y="76"/>
                  </a:cubicBezTo>
                  <a:lnTo>
                    <a:pt x="204" y="165"/>
                  </a:lnTo>
                  <a:cubicBezTo>
                    <a:pt x="1" y="334"/>
                    <a:pt x="187" y="608"/>
                    <a:pt x="404" y="608"/>
                  </a:cubicBezTo>
                  <a:cubicBezTo>
                    <a:pt x="471" y="608"/>
                    <a:pt x="541" y="582"/>
                    <a:pt x="604" y="520"/>
                  </a:cubicBezTo>
                  <a:lnTo>
                    <a:pt x="692" y="431"/>
                  </a:lnTo>
                  <a:cubicBezTo>
                    <a:pt x="827" y="228"/>
                    <a:pt x="680" y="0"/>
                    <a:pt x="4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6"/>
            <p:cNvSpPr/>
            <p:nvPr/>
          </p:nvSpPr>
          <p:spPr>
            <a:xfrm>
              <a:off x="3260459" y="1978281"/>
              <a:ext cx="40406" cy="49638"/>
            </a:xfrm>
            <a:custGeom>
              <a:avLst/>
              <a:gdLst/>
              <a:ahLst/>
              <a:cxnLst/>
              <a:rect l="l" t="t" r="r" b="b"/>
              <a:pathLst>
                <a:path w="534" h="656" extrusionOk="0">
                  <a:moveTo>
                    <a:pt x="267" y="1"/>
                  </a:moveTo>
                  <a:cubicBezTo>
                    <a:pt x="134" y="1"/>
                    <a:pt x="1" y="101"/>
                    <a:pt x="1" y="300"/>
                  </a:cubicBezTo>
                  <a:lnTo>
                    <a:pt x="1" y="389"/>
                  </a:lnTo>
                  <a:cubicBezTo>
                    <a:pt x="1" y="567"/>
                    <a:pt x="134" y="655"/>
                    <a:pt x="267" y="655"/>
                  </a:cubicBezTo>
                  <a:cubicBezTo>
                    <a:pt x="400" y="655"/>
                    <a:pt x="533" y="567"/>
                    <a:pt x="533" y="389"/>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6"/>
            <p:cNvSpPr/>
            <p:nvPr/>
          </p:nvSpPr>
          <p:spPr>
            <a:xfrm>
              <a:off x="3163151" y="2027843"/>
              <a:ext cx="194995" cy="398238"/>
            </a:xfrm>
            <a:custGeom>
              <a:avLst/>
              <a:gdLst/>
              <a:ahLst/>
              <a:cxnLst/>
              <a:rect l="l" t="t" r="r" b="b"/>
              <a:pathLst>
                <a:path w="2577" h="5263" extrusionOk="0">
                  <a:moveTo>
                    <a:pt x="266" y="0"/>
                  </a:moveTo>
                  <a:cubicBezTo>
                    <a:pt x="133" y="0"/>
                    <a:pt x="0" y="89"/>
                    <a:pt x="0" y="267"/>
                  </a:cubicBezTo>
                  <a:cubicBezTo>
                    <a:pt x="44" y="1908"/>
                    <a:pt x="577" y="3505"/>
                    <a:pt x="1509" y="4837"/>
                  </a:cubicBezTo>
                  <a:cubicBezTo>
                    <a:pt x="1573" y="4901"/>
                    <a:pt x="1662" y="4943"/>
                    <a:pt x="1740" y="4943"/>
                  </a:cubicBezTo>
                  <a:cubicBezTo>
                    <a:pt x="1768" y="4943"/>
                    <a:pt x="1795" y="4937"/>
                    <a:pt x="1819" y="4925"/>
                  </a:cubicBezTo>
                  <a:cubicBezTo>
                    <a:pt x="1819" y="5117"/>
                    <a:pt x="1980" y="5263"/>
                    <a:pt x="2137" y="5263"/>
                  </a:cubicBezTo>
                  <a:cubicBezTo>
                    <a:pt x="2198" y="5263"/>
                    <a:pt x="2258" y="5241"/>
                    <a:pt x="2307" y="5191"/>
                  </a:cubicBezTo>
                  <a:lnTo>
                    <a:pt x="2396" y="5103"/>
                  </a:lnTo>
                  <a:cubicBezTo>
                    <a:pt x="2576" y="4886"/>
                    <a:pt x="2375" y="4611"/>
                    <a:pt x="2175" y="4611"/>
                  </a:cubicBezTo>
                  <a:cubicBezTo>
                    <a:pt x="2129" y="4611"/>
                    <a:pt x="2082" y="4626"/>
                    <a:pt x="2041" y="4659"/>
                  </a:cubicBezTo>
                  <a:cubicBezTo>
                    <a:pt x="2041" y="4615"/>
                    <a:pt x="1997" y="4615"/>
                    <a:pt x="1997" y="4570"/>
                  </a:cubicBezTo>
                  <a:cubicBezTo>
                    <a:pt x="1109" y="3284"/>
                    <a:pt x="621" y="1819"/>
                    <a:pt x="532" y="267"/>
                  </a:cubicBezTo>
                  <a:cubicBezTo>
                    <a:pt x="532" y="89"/>
                    <a:pt x="399"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6"/>
            <p:cNvSpPr/>
            <p:nvPr/>
          </p:nvSpPr>
          <p:spPr>
            <a:xfrm>
              <a:off x="3176544" y="1914493"/>
              <a:ext cx="40331" cy="49638"/>
            </a:xfrm>
            <a:custGeom>
              <a:avLst/>
              <a:gdLst/>
              <a:ahLst/>
              <a:cxnLst/>
              <a:rect l="l" t="t" r="r" b="b"/>
              <a:pathLst>
                <a:path w="533" h="656" extrusionOk="0">
                  <a:moveTo>
                    <a:pt x="267" y="1"/>
                  </a:moveTo>
                  <a:cubicBezTo>
                    <a:pt x="134" y="1"/>
                    <a:pt x="0" y="101"/>
                    <a:pt x="0" y="300"/>
                  </a:cubicBezTo>
                  <a:lnTo>
                    <a:pt x="0" y="389"/>
                  </a:lnTo>
                  <a:cubicBezTo>
                    <a:pt x="0" y="567"/>
                    <a:pt x="134" y="655"/>
                    <a:pt x="267" y="655"/>
                  </a:cubicBezTo>
                  <a:cubicBezTo>
                    <a:pt x="400" y="655"/>
                    <a:pt x="533" y="567"/>
                    <a:pt x="533" y="389"/>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6"/>
            <p:cNvSpPr/>
            <p:nvPr/>
          </p:nvSpPr>
          <p:spPr>
            <a:xfrm>
              <a:off x="2907546" y="2321660"/>
              <a:ext cx="262339" cy="178802"/>
            </a:xfrm>
            <a:custGeom>
              <a:avLst/>
              <a:gdLst/>
              <a:ahLst/>
              <a:cxnLst/>
              <a:rect l="l" t="t" r="r" b="b"/>
              <a:pathLst>
                <a:path w="3467" h="2363" extrusionOk="0">
                  <a:moveTo>
                    <a:pt x="341" y="1"/>
                  </a:moveTo>
                  <a:cubicBezTo>
                    <a:pt x="71" y="1"/>
                    <a:pt x="1" y="436"/>
                    <a:pt x="317" y="554"/>
                  </a:cubicBezTo>
                  <a:cubicBezTo>
                    <a:pt x="805" y="732"/>
                    <a:pt x="1293" y="998"/>
                    <a:pt x="1736" y="1308"/>
                  </a:cubicBezTo>
                  <a:cubicBezTo>
                    <a:pt x="2003" y="1442"/>
                    <a:pt x="2224" y="1619"/>
                    <a:pt x="2491" y="1796"/>
                  </a:cubicBezTo>
                  <a:lnTo>
                    <a:pt x="2757" y="2063"/>
                  </a:lnTo>
                  <a:lnTo>
                    <a:pt x="2801" y="2107"/>
                  </a:lnTo>
                  <a:cubicBezTo>
                    <a:pt x="2801" y="2196"/>
                    <a:pt x="2890" y="2285"/>
                    <a:pt x="2979" y="2329"/>
                  </a:cubicBezTo>
                  <a:cubicBezTo>
                    <a:pt x="3023" y="2351"/>
                    <a:pt x="3079" y="2362"/>
                    <a:pt x="3140" y="2362"/>
                  </a:cubicBezTo>
                  <a:cubicBezTo>
                    <a:pt x="3201" y="2362"/>
                    <a:pt x="3267" y="2351"/>
                    <a:pt x="3334" y="2329"/>
                  </a:cubicBezTo>
                  <a:cubicBezTo>
                    <a:pt x="3422" y="2285"/>
                    <a:pt x="3467" y="2196"/>
                    <a:pt x="3467" y="2063"/>
                  </a:cubicBezTo>
                  <a:cubicBezTo>
                    <a:pt x="3422" y="1619"/>
                    <a:pt x="2757" y="1264"/>
                    <a:pt x="2358" y="998"/>
                  </a:cubicBezTo>
                  <a:cubicBezTo>
                    <a:pt x="1736" y="599"/>
                    <a:pt x="1115" y="244"/>
                    <a:pt x="450" y="22"/>
                  </a:cubicBezTo>
                  <a:cubicBezTo>
                    <a:pt x="411" y="7"/>
                    <a:pt x="375" y="1"/>
                    <a:pt x="3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6"/>
            <p:cNvSpPr/>
            <p:nvPr/>
          </p:nvSpPr>
          <p:spPr>
            <a:xfrm>
              <a:off x="2887797" y="2076346"/>
              <a:ext cx="352535" cy="356016"/>
            </a:xfrm>
            <a:custGeom>
              <a:avLst/>
              <a:gdLst/>
              <a:ahLst/>
              <a:cxnLst/>
              <a:rect l="l" t="t" r="r" b="b"/>
              <a:pathLst>
                <a:path w="4659" h="4705" extrusionOk="0">
                  <a:moveTo>
                    <a:pt x="3256" y="1"/>
                  </a:moveTo>
                  <a:cubicBezTo>
                    <a:pt x="3189" y="1"/>
                    <a:pt x="3120" y="33"/>
                    <a:pt x="3062" y="114"/>
                  </a:cubicBezTo>
                  <a:cubicBezTo>
                    <a:pt x="2574" y="735"/>
                    <a:pt x="2175" y="1400"/>
                    <a:pt x="1864" y="2155"/>
                  </a:cubicBezTo>
                  <a:cubicBezTo>
                    <a:pt x="1820" y="2199"/>
                    <a:pt x="1820" y="2288"/>
                    <a:pt x="1864" y="2376"/>
                  </a:cubicBezTo>
                  <a:cubicBezTo>
                    <a:pt x="1376" y="2155"/>
                    <a:pt x="888" y="1933"/>
                    <a:pt x="356" y="1800"/>
                  </a:cubicBezTo>
                  <a:cubicBezTo>
                    <a:pt x="90" y="1844"/>
                    <a:pt x="1" y="2199"/>
                    <a:pt x="223" y="2332"/>
                  </a:cubicBezTo>
                  <a:cubicBezTo>
                    <a:pt x="1687" y="2731"/>
                    <a:pt x="3018" y="3530"/>
                    <a:pt x="4083" y="4639"/>
                  </a:cubicBezTo>
                  <a:cubicBezTo>
                    <a:pt x="4137" y="4685"/>
                    <a:pt x="4196" y="4704"/>
                    <a:pt x="4253" y="4704"/>
                  </a:cubicBezTo>
                  <a:cubicBezTo>
                    <a:pt x="4471" y="4704"/>
                    <a:pt x="4658" y="4416"/>
                    <a:pt x="4482" y="4240"/>
                  </a:cubicBezTo>
                  <a:cubicBezTo>
                    <a:pt x="3772" y="3530"/>
                    <a:pt x="2973" y="2909"/>
                    <a:pt x="2086" y="2465"/>
                  </a:cubicBezTo>
                  <a:cubicBezTo>
                    <a:pt x="2219" y="2465"/>
                    <a:pt x="2352" y="2421"/>
                    <a:pt x="2397" y="2288"/>
                  </a:cubicBezTo>
                  <a:cubicBezTo>
                    <a:pt x="2663" y="1622"/>
                    <a:pt x="3018" y="1045"/>
                    <a:pt x="3462" y="469"/>
                  </a:cubicBezTo>
                  <a:cubicBezTo>
                    <a:pt x="3626" y="271"/>
                    <a:pt x="3449" y="1"/>
                    <a:pt x="3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6"/>
            <p:cNvSpPr/>
            <p:nvPr/>
          </p:nvSpPr>
          <p:spPr>
            <a:xfrm>
              <a:off x="2984575" y="2046381"/>
              <a:ext cx="110702" cy="128256"/>
            </a:xfrm>
            <a:custGeom>
              <a:avLst/>
              <a:gdLst/>
              <a:ahLst/>
              <a:cxnLst/>
              <a:rect l="l" t="t" r="r" b="b"/>
              <a:pathLst>
                <a:path w="1463" h="1695" extrusionOk="0">
                  <a:moveTo>
                    <a:pt x="1026" y="1"/>
                  </a:moveTo>
                  <a:cubicBezTo>
                    <a:pt x="967" y="1"/>
                    <a:pt x="906" y="20"/>
                    <a:pt x="851" y="66"/>
                  </a:cubicBezTo>
                  <a:cubicBezTo>
                    <a:pt x="452" y="377"/>
                    <a:pt x="142" y="820"/>
                    <a:pt x="53" y="1353"/>
                  </a:cubicBezTo>
                  <a:cubicBezTo>
                    <a:pt x="0" y="1562"/>
                    <a:pt x="165" y="1695"/>
                    <a:pt x="326" y="1695"/>
                  </a:cubicBezTo>
                  <a:cubicBezTo>
                    <a:pt x="438" y="1695"/>
                    <a:pt x="549" y="1631"/>
                    <a:pt x="585" y="1486"/>
                  </a:cubicBezTo>
                  <a:cubicBezTo>
                    <a:pt x="674" y="1086"/>
                    <a:pt x="896" y="731"/>
                    <a:pt x="1251" y="465"/>
                  </a:cubicBezTo>
                  <a:cubicBezTo>
                    <a:pt x="1462" y="289"/>
                    <a:pt x="1254" y="1"/>
                    <a:pt x="10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6"/>
            <p:cNvSpPr/>
            <p:nvPr/>
          </p:nvSpPr>
          <p:spPr>
            <a:xfrm>
              <a:off x="2958924" y="1967006"/>
              <a:ext cx="71430" cy="60685"/>
            </a:xfrm>
            <a:custGeom>
              <a:avLst/>
              <a:gdLst/>
              <a:ahLst/>
              <a:cxnLst/>
              <a:rect l="l" t="t" r="r" b="b"/>
              <a:pathLst>
                <a:path w="944" h="802" extrusionOk="0">
                  <a:moveTo>
                    <a:pt x="576" y="0"/>
                  </a:moveTo>
                  <a:cubicBezTo>
                    <a:pt x="490" y="0"/>
                    <a:pt x="403" y="41"/>
                    <a:pt x="348" y="139"/>
                  </a:cubicBezTo>
                  <a:lnTo>
                    <a:pt x="126" y="405"/>
                  </a:lnTo>
                  <a:cubicBezTo>
                    <a:pt x="1" y="592"/>
                    <a:pt x="205" y="801"/>
                    <a:pt x="399" y="801"/>
                  </a:cubicBezTo>
                  <a:cubicBezTo>
                    <a:pt x="481" y="801"/>
                    <a:pt x="561" y="764"/>
                    <a:pt x="614" y="671"/>
                  </a:cubicBezTo>
                  <a:lnTo>
                    <a:pt x="791" y="405"/>
                  </a:lnTo>
                  <a:cubicBezTo>
                    <a:pt x="943" y="192"/>
                    <a:pt x="762" y="0"/>
                    <a:pt x="5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6"/>
            <p:cNvSpPr/>
            <p:nvPr/>
          </p:nvSpPr>
          <p:spPr>
            <a:xfrm>
              <a:off x="2918064" y="1758013"/>
              <a:ext cx="117966" cy="53270"/>
            </a:xfrm>
            <a:custGeom>
              <a:avLst/>
              <a:gdLst/>
              <a:ahLst/>
              <a:cxnLst/>
              <a:rect l="l" t="t" r="r" b="b"/>
              <a:pathLst>
                <a:path w="1559" h="704" extrusionOk="0">
                  <a:moveTo>
                    <a:pt x="587" y="0"/>
                  </a:moveTo>
                  <a:cubicBezTo>
                    <a:pt x="510" y="0"/>
                    <a:pt x="433" y="6"/>
                    <a:pt x="355" y="17"/>
                  </a:cubicBezTo>
                  <a:cubicBezTo>
                    <a:pt x="14" y="102"/>
                    <a:pt x="1" y="596"/>
                    <a:pt x="314" y="596"/>
                  </a:cubicBezTo>
                  <a:cubicBezTo>
                    <a:pt x="327" y="596"/>
                    <a:pt x="341" y="596"/>
                    <a:pt x="355" y="594"/>
                  </a:cubicBezTo>
                  <a:cubicBezTo>
                    <a:pt x="426" y="582"/>
                    <a:pt x="498" y="576"/>
                    <a:pt x="568" y="576"/>
                  </a:cubicBezTo>
                  <a:cubicBezTo>
                    <a:pt x="761" y="576"/>
                    <a:pt x="947" y="618"/>
                    <a:pt x="1109" y="682"/>
                  </a:cubicBezTo>
                  <a:cubicBezTo>
                    <a:pt x="1148" y="697"/>
                    <a:pt x="1184" y="704"/>
                    <a:pt x="1218" y="704"/>
                  </a:cubicBezTo>
                  <a:cubicBezTo>
                    <a:pt x="1488" y="704"/>
                    <a:pt x="1558" y="269"/>
                    <a:pt x="1242" y="150"/>
                  </a:cubicBezTo>
                  <a:cubicBezTo>
                    <a:pt x="1043" y="50"/>
                    <a:pt x="818" y="0"/>
                    <a:pt x="5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6"/>
            <p:cNvSpPr/>
            <p:nvPr/>
          </p:nvSpPr>
          <p:spPr>
            <a:xfrm>
              <a:off x="2955141" y="1628773"/>
              <a:ext cx="90347" cy="56221"/>
            </a:xfrm>
            <a:custGeom>
              <a:avLst/>
              <a:gdLst/>
              <a:ahLst/>
              <a:cxnLst/>
              <a:rect l="l" t="t" r="r" b="b"/>
              <a:pathLst>
                <a:path w="1194" h="743" extrusionOk="0">
                  <a:moveTo>
                    <a:pt x="396" y="1"/>
                  </a:moveTo>
                  <a:cubicBezTo>
                    <a:pt x="153" y="1"/>
                    <a:pt x="0" y="376"/>
                    <a:pt x="264" y="527"/>
                  </a:cubicBezTo>
                  <a:lnTo>
                    <a:pt x="664" y="704"/>
                  </a:lnTo>
                  <a:cubicBezTo>
                    <a:pt x="710" y="731"/>
                    <a:pt x="756" y="743"/>
                    <a:pt x="798" y="743"/>
                  </a:cubicBezTo>
                  <a:cubicBezTo>
                    <a:pt x="1041" y="743"/>
                    <a:pt x="1194" y="367"/>
                    <a:pt x="930" y="216"/>
                  </a:cubicBezTo>
                  <a:lnTo>
                    <a:pt x="531" y="39"/>
                  </a:lnTo>
                  <a:cubicBezTo>
                    <a:pt x="484" y="12"/>
                    <a:pt x="439"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6"/>
            <p:cNvSpPr/>
            <p:nvPr/>
          </p:nvSpPr>
          <p:spPr>
            <a:xfrm>
              <a:off x="2714896" y="2427594"/>
              <a:ext cx="90725" cy="150881"/>
            </a:xfrm>
            <a:custGeom>
              <a:avLst/>
              <a:gdLst/>
              <a:ahLst/>
              <a:cxnLst/>
              <a:rect l="l" t="t" r="r" b="b"/>
              <a:pathLst>
                <a:path w="1199" h="1994" extrusionOk="0">
                  <a:moveTo>
                    <a:pt x="386" y="1"/>
                  </a:moveTo>
                  <a:cubicBezTo>
                    <a:pt x="195" y="1"/>
                    <a:pt x="0" y="209"/>
                    <a:pt x="156" y="396"/>
                  </a:cubicBezTo>
                  <a:cubicBezTo>
                    <a:pt x="422" y="796"/>
                    <a:pt x="555" y="1239"/>
                    <a:pt x="600" y="1728"/>
                  </a:cubicBezTo>
                  <a:cubicBezTo>
                    <a:pt x="622" y="1905"/>
                    <a:pt x="777" y="1994"/>
                    <a:pt x="922" y="1994"/>
                  </a:cubicBezTo>
                  <a:cubicBezTo>
                    <a:pt x="1066" y="1994"/>
                    <a:pt x="1199" y="1905"/>
                    <a:pt x="1177" y="1728"/>
                  </a:cubicBezTo>
                  <a:cubicBezTo>
                    <a:pt x="1132" y="1151"/>
                    <a:pt x="955" y="618"/>
                    <a:pt x="600" y="130"/>
                  </a:cubicBezTo>
                  <a:cubicBezTo>
                    <a:pt x="547" y="38"/>
                    <a:pt x="467" y="1"/>
                    <a:pt x="3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6"/>
            <p:cNvSpPr/>
            <p:nvPr/>
          </p:nvSpPr>
          <p:spPr>
            <a:xfrm>
              <a:off x="2796542" y="2354727"/>
              <a:ext cx="65074" cy="91860"/>
            </a:xfrm>
            <a:custGeom>
              <a:avLst/>
              <a:gdLst/>
              <a:ahLst/>
              <a:cxnLst/>
              <a:rect l="l" t="t" r="r" b="b"/>
              <a:pathLst>
                <a:path w="860" h="1214" extrusionOk="0">
                  <a:moveTo>
                    <a:pt x="334" y="0"/>
                  </a:moveTo>
                  <a:cubicBezTo>
                    <a:pt x="170" y="0"/>
                    <a:pt x="0" y="144"/>
                    <a:pt x="53" y="383"/>
                  </a:cubicBezTo>
                  <a:cubicBezTo>
                    <a:pt x="98" y="561"/>
                    <a:pt x="186" y="783"/>
                    <a:pt x="231" y="1005"/>
                  </a:cubicBezTo>
                  <a:cubicBezTo>
                    <a:pt x="267" y="1150"/>
                    <a:pt x="385" y="1213"/>
                    <a:pt x="506" y="1213"/>
                  </a:cubicBezTo>
                  <a:cubicBezTo>
                    <a:pt x="680" y="1213"/>
                    <a:pt x="860" y="1081"/>
                    <a:pt x="808" y="871"/>
                  </a:cubicBezTo>
                  <a:lnTo>
                    <a:pt x="586" y="206"/>
                  </a:lnTo>
                  <a:cubicBezTo>
                    <a:pt x="550" y="64"/>
                    <a:pt x="444" y="0"/>
                    <a:pt x="3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6"/>
            <p:cNvSpPr/>
            <p:nvPr/>
          </p:nvSpPr>
          <p:spPr>
            <a:xfrm>
              <a:off x="2743045" y="2868887"/>
              <a:ext cx="74381" cy="138472"/>
            </a:xfrm>
            <a:custGeom>
              <a:avLst/>
              <a:gdLst/>
              <a:ahLst/>
              <a:cxnLst/>
              <a:rect l="l" t="t" r="r" b="b"/>
              <a:pathLst>
                <a:path w="983" h="1830" extrusionOk="0">
                  <a:moveTo>
                    <a:pt x="360" y="0"/>
                  </a:moveTo>
                  <a:cubicBezTo>
                    <a:pt x="173" y="0"/>
                    <a:pt x="1" y="188"/>
                    <a:pt x="95" y="377"/>
                  </a:cubicBezTo>
                  <a:cubicBezTo>
                    <a:pt x="317" y="732"/>
                    <a:pt x="405" y="1131"/>
                    <a:pt x="405" y="1530"/>
                  </a:cubicBezTo>
                  <a:cubicBezTo>
                    <a:pt x="405" y="1730"/>
                    <a:pt x="538" y="1830"/>
                    <a:pt x="672" y="1830"/>
                  </a:cubicBezTo>
                  <a:cubicBezTo>
                    <a:pt x="805" y="1830"/>
                    <a:pt x="938" y="1730"/>
                    <a:pt x="938" y="1530"/>
                  </a:cubicBezTo>
                  <a:cubicBezTo>
                    <a:pt x="982" y="1042"/>
                    <a:pt x="849" y="554"/>
                    <a:pt x="583" y="110"/>
                  </a:cubicBezTo>
                  <a:cubicBezTo>
                    <a:pt x="518" y="33"/>
                    <a:pt x="43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6"/>
            <p:cNvSpPr/>
            <p:nvPr/>
          </p:nvSpPr>
          <p:spPr>
            <a:xfrm>
              <a:off x="2663745" y="2930027"/>
              <a:ext cx="63031" cy="70673"/>
            </a:xfrm>
            <a:custGeom>
              <a:avLst/>
              <a:gdLst/>
              <a:ahLst/>
              <a:cxnLst/>
              <a:rect l="l" t="t" r="r" b="b"/>
              <a:pathLst>
                <a:path w="833" h="934" extrusionOk="0">
                  <a:moveTo>
                    <a:pt x="362" y="0"/>
                  </a:moveTo>
                  <a:cubicBezTo>
                    <a:pt x="134" y="0"/>
                    <a:pt x="1" y="355"/>
                    <a:pt x="255" y="500"/>
                  </a:cubicBezTo>
                  <a:cubicBezTo>
                    <a:pt x="300" y="545"/>
                    <a:pt x="300" y="589"/>
                    <a:pt x="300" y="634"/>
                  </a:cubicBezTo>
                  <a:cubicBezTo>
                    <a:pt x="300" y="833"/>
                    <a:pt x="433" y="933"/>
                    <a:pt x="566" y="933"/>
                  </a:cubicBezTo>
                  <a:cubicBezTo>
                    <a:pt x="699" y="933"/>
                    <a:pt x="832" y="833"/>
                    <a:pt x="832" y="634"/>
                  </a:cubicBezTo>
                  <a:cubicBezTo>
                    <a:pt x="832" y="412"/>
                    <a:pt x="743" y="145"/>
                    <a:pt x="522" y="57"/>
                  </a:cubicBezTo>
                  <a:cubicBezTo>
                    <a:pt x="466" y="17"/>
                    <a:pt x="412" y="0"/>
                    <a:pt x="3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6"/>
            <p:cNvSpPr/>
            <p:nvPr/>
          </p:nvSpPr>
          <p:spPr>
            <a:xfrm>
              <a:off x="2622582" y="3223011"/>
              <a:ext cx="43736" cy="50395"/>
            </a:xfrm>
            <a:custGeom>
              <a:avLst/>
              <a:gdLst/>
              <a:ahLst/>
              <a:cxnLst/>
              <a:rect l="l" t="t" r="r" b="b"/>
              <a:pathLst>
                <a:path w="578" h="666" extrusionOk="0">
                  <a:moveTo>
                    <a:pt x="289" y="0"/>
                  </a:moveTo>
                  <a:cubicBezTo>
                    <a:pt x="145" y="0"/>
                    <a:pt x="1" y="89"/>
                    <a:pt x="1" y="267"/>
                  </a:cubicBezTo>
                  <a:lnTo>
                    <a:pt x="1" y="400"/>
                  </a:lnTo>
                  <a:cubicBezTo>
                    <a:pt x="1" y="577"/>
                    <a:pt x="145" y="666"/>
                    <a:pt x="289" y="666"/>
                  </a:cubicBezTo>
                  <a:cubicBezTo>
                    <a:pt x="433" y="666"/>
                    <a:pt x="578" y="577"/>
                    <a:pt x="578" y="400"/>
                  </a:cubicBezTo>
                  <a:lnTo>
                    <a:pt x="578" y="267"/>
                  </a:lnTo>
                  <a:cubicBezTo>
                    <a:pt x="578" y="89"/>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6"/>
            <p:cNvSpPr/>
            <p:nvPr/>
          </p:nvSpPr>
          <p:spPr>
            <a:xfrm>
              <a:off x="2579300" y="3384259"/>
              <a:ext cx="65528" cy="48881"/>
            </a:xfrm>
            <a:custGeom>
              <a:avLst/>
              <a:gdLst/>
              <a:ahLst/>
              <a:cxnLst/>
              <a:rect l="l" t="t" r="r" b="b"/>
              <a:pathLst>
                <a:path w="866" h="646" extrusionOk="0">
                  <a:moveTo>
                    <a:pt x="479" y="0"/>
                  </a:moveTo>
                  <a:cubicBezTo>
                    <a:pt x="419" y="0"/>
                    <a:pt x="358" y="26"/>
                    <a:pt x="307" y="88"/>
                  </a:cubicBezTo>
                  <a:lnTo>
                    <a:pt x="173" y="177"/>
                  </a:lnTo>
                  <a:cubicBezTo>
                    <a:pt x="0" y="384"/>
                    <a:pt x="178" y="646"/>
                    <a:pt x="391" y="646"/>
                  </a:cubicBezTo>
                  <a:cubicBezTo>
                    <a:pt x="451" y="646"/>
                    <a:pt x="514" y="625"/>
                    <a:pt x="573" y="576"/>
                  </a:cubicBezTo>
                  <a:lnTo>
                    <a:pt x="661" y="487"/>
                  </a:lnTo>
                  <a:cubicBezTo>
                    <a:pt x="866" y="283"/>
                    <a:pt x="678" y="0"/>
                    <a:pt x="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6"/>
            <p:cNvSpPr/>
            <p:nvPr/>
          </p:nvSpPr>
          <p:spPr>
            <a:xfrm>
              <a:off x="2062113" y="3683372"/>
              <a:ext cx="217922" cy="123035"/>
            </a:xfrm>
            <a:custGeom>
              <a:avLst/>
              <a:gdLst/>
              <a:ahLst/>
              <a:cxnLst/>
              <a:rect l="l" t="t" r="r" b="b"/>
              <a:pathLst>
                <a:path w="2880" h="1626" extrusionOk="0">
                  <a:moveTo>
                    <a:pt x="396" y="1"/>
                  </a:moveTo>
                  <a:cubicBezTo>
                    <a:pt x="153" y="1"/>
                    <a:pt x="0" y="376"/>
                    <a:pt x="265" y="527"/>
                  </a:cubicBezTo>
                  <a:cubicBezTo>
                    <a:pt x="930" y="971"/>
                    <a:pt x="1684" y="1326"/>
                    <a:pt x="2439" y="1592"/>
                  </a:cubicBezTo>
                  <a:cubicBezTo>
                    <a:pt x="2480" y="1615"/>
                    <a:pt x="2518" y="1626"/>
                    <a:pt x="2554" y="1626"/>
                  </a:cubicBezTo>
                  <a:cubicBezTo>
                    <a:pt x="2787" y="1626"/>
                    <a:pt x="2880" y="1181"/>
                    <a:pt x="2572" y="1104"/>
                  </a:cubicBezTo>
                  <a:cubicBezTo>
                    <a:pt x="1862" y="793"/>
                    <a:pt x="1196" y="438"/>
                    <a:pt x="531" y="39"/>
                  </a:cubicBezTo>
                  <a:cubicBezTo>
                    <a:pt x="484" y="13"/>
                    <a:pt x="439"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6"/>
            <p:cNvSpPr/>
            <p:nvPr/>
          </p:nvSpPr>
          <p:spPr>
            <a:xfrm>
              <a:off x="2136494" y="3629724"/>
              <a:ext cx="154210" cy="92087"/>
            </a:xfrm>
            <a:custGeom>
              <a:avLst/>
              <a:gdLst/>
              <a:ahLst/>
              <a:cxnLst/>
              <a:rect l="l" t="t" r="r" b="b"/>
              <a:pathLst>
                <a:path w="2038" h="1217" extrusionOk="0">
                  <a:moveTo>
                    <a:pt x="431" y="0"/>
                  </a:moveTo>
                  <a:cubicBezTo>
                    <a:pt x="180" y="0"/>
                    <a:pt x="0" y="375"/>
                    <a:pt x="302" y="526"/>
                  </a:cubicBezTo>
                  <a:lnTo>
                    <a:pt x="1456" y="1192"/>
                  </a:lnTo>
                  <a:cubicBezTo>
                    <a:pt x="1495" y="1209"/>
                    <a:pt x="1535" y="1216"/>
                    <a:pt x="1573" y="1216"/>
                  </a:cubicBezTo>
                  <a:cubicBezTo>
                    <a:pt x="1835" y="1216"/>
                    <a:pt x="2037" y="859"/>
                    <a:pt x="1766" y="704"/>
                  </a:cubicBezTo>
                  <a:lnTo>
                    <a:pt x="568" y="38"/>
                  </a:lnTo>
                  <a:cubicBezTo>
                    <a:pt x="522" y="12"/>
                    <a:pt x="475" y="0"/>
                    <a:pt x="4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6"/>
            <p:cNvSpPr/>
            <p:nvPr/>
          </p:nvSpPr>
          <p:spPr>
            <a:xfrm>
              <a:off x="2186359" y="3565936"/>
              <a:ext cx="100335" cy="71052"/>
            </a:xfrm>
            <a:custGeom>
              <a:avLst/>
              <a:gdLst/>
              <a:ahLst/>
              <a:cxnLst/>
              <a:rect l="l" t="t" r="r" b="b"/>
              <a:pathLst>
                <a:path w="1326" h="939" extrusionOk="0">
                  <a:moveTo>
                    <a:pt x="396" y="0"/>
                  </a:moveTo>
                  <a:cubicBezTo>
                    <a:pt x="153" y="0"/>
                    <a:pt x="0" y="375"/>
                    <a:pt x="264" y="526"/>
                  </a:cubicBezTo>
                  <a:lnTo>
                    <a:pt x="797" y="881"/>
                  </a:lnTo>
                  <a:cubicBezTo>
                    <a:pt x="852" y="921"/>
                    <a:pt x="907" y="938"/>
                    <a:pt x="957" y="938"/>
                  </a:cubicBezTo>
                  <a:cubicBezTo>
                    <a:pt x="1185" y="938"/>
                    <a:pt x="1326" y="583"/>
                    <a:pt x="1107" y="438"/>
                  </a:cubicBezTo>
                  <a:lnTo>
                    <a:pt x="530" y="38"/>
                  </a:lnTo>
                  <a:cubicBezTo>
                    <a:pt x="484" y="12"/>
                    <a:pt x="438" y="0"/>
                    <a:pt x="3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6"/>
            <p:cNvSpPr/>
            <p:nvPr/>
          </p:nvSpPr>
          <p:spPr>
            <a:xfrm>
              <a:off x="2276782" y="3545279"/>
              <a:ext cx="99957" cy="252275"/>
            </a:xfrm>
            <a:custGeom>
              <a:avLst/>
              <a:gdLst/>
              <a:ahLst/>
              <a:cxnLst/>
              <a:rect l="l" t="t" r="r" b="b"/>
              <a:pathLst>
                <a:path w="1321" h="3334" extrusionOk="0">
                  <a:moveTo>
                    <a:pt x="378" y="1"/>
                  </a:moveTo>
                  <a:cubicBezTo>
                    <a:pt x="234" y="1"/>
                    <a:pt x="90" y="89"/>
                    <a:pt x="90" y="267"/>
                  </a:cubicBezTo>
                  <a:cubicBezTo>
                    <a:pt x="1" y="1287"/>
                    <a:pt x="223" y="2308"/>
                    <a:pt x="711" y="3195"/>
                  </a:cubicBezTo>
                  <a:cubicBezTo>
                    <a:pt x="767" y="3293"/>
                    <a:pt x="853" y="3334"/>
                    <a:pt x="940" y="3334"/>
                  </a:cubicBezTo>
                  <a:cubicBezTo>
                    <a:pt x="1130" y="3334"/>
                    <a:pt x="1320" y="3142"/>
                    <a:pt x="1199" y="2929"/>
                  </a:cubicBezTo>
                  <a:cubicBezTo>
                    <a:pt x="755" y="2086"/>
                    <a:pt x="578" y="1199"/>
                    <a:pt x="666" y="267"/>
                  </a:cubicBezTo>
                  <a:cubicBezTo>
                    <a:pt x="666" y="89"/>
                    <a:pt x="522" y="1"/>
                    <a:pt x="37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6"/>
            <p:cNvSpPr/>
            <p:nvPr/>
          </p:nvSpPr>
          <p:spPr>
            <a:xfrm>
              <a:off x="2360772" y="3568812"/>
              <a:ext cx="83461" cy="154437"/>
            </a:xfrm>
            <a:custGeom>
              <a:avLst/>
              <a:gdLst/>
              <a:ahLst/>
              <a:cxnLst/>
              <a:rect l="l" t="t" r="r" b="b"/>
              <a:pathLst>
                <a:path w="1103" h="2041" extrusionOk="0">
                  <a:moveTo>
                    <a:pt x="344" y="0"/>
                  </a:moveTo>
                  <a:cubicBezTo>
                    <a:pt x="211" y="0"/>
                    <a:pt x="67" y="89"/>
                    <a:pt x="44" y="267"/>
                  </a:cubicBezTo>
                  <a:cubicBezTo>
                    <a:pt x="0" y="843"/>
                    <a:pt x="178" y="1464"/>
                    <a:pt x="577" y="1952"/>
                  </a:cubicBezTo>
                  <a:cubicBezTo>
                    <a:pt x="628" y="2014"/>
                    <a:pt x="687" y="2040"/>
                    <a:pt x="744" y="2040"/>
                  </a:cubicBezTo>
                  <a:cubicBezTo>
                    <a:pt x="933" y="2040"/>
                    <a:pt x="1102" y="1758"/>
                    <a:pt x="932" y="1553"/>
                  </a:cubicBezTo>
                  <a:cubicBezTo>
                    <a:pt x="666" y="1198"/>
                    <a:pt x="532" y="710"/>
                    <a:pt x="577" y="267"/>
                  </a:cubicBezTo>
                  <a:cubicBezTo>
                    <a:pt x="599" y="89"/>
                    <a:pt x="477" y="0"/>
                    <a:pt x="3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6"/>
            <p:cNvSpPr/>
            <p:nvPr/>
          </p:nvSpPr>
          <p:spPr>
            <a:xfrm>
              <a:off x="2442115" y="3546263"/>
              <a:ext cx="67117" cy="74381"/>
            </a:xfrm>
            <a:custGeom>
              <a:avLst/>
              <a:gdLst/>
              <a:ahLst/>
              <a:cxnLst/>
              <a:rect l="l" t="t" r="r" b="b"/>
              <a:pathLst>
                <a:path w="887" h="983" extrusionOk="0">
                  <a:moveTo>
                    <a:pt x="329" y="1"/>
                  </a:moveTo>
                  <a:cubicBezTo>
                    <a:pt x="154" y="1"/>
                    <a:pt x="0" y="133"/>
                    <a:pt x="79" y="343"/>
                  </a:cubicBezTo>
                  <a:lnTo>
                    <a:pt x="256" y="786"/>
                  </a:lnTo>
                  <a:cubicBezTo>
                    <a:pt x="308" y="925"/>
                    <a:pt x="421" y="982"/>
                    <a:pt x="534" y="982"/>
                  </a:cubicBezTo>
                  <a:cubicBezTo>
                    <a:pt x="710" y="982"/>
                    <a:pt x="887" y="843"/>
                    <a:pt x="833" y="653"/>
                  </a:cubicBezTo>
                  <a:cubicBezTo>
                    <a:pt x="744" y="520"/>
                    <a:pt x="700" y="343"/>
                    <a:pt x="655" y="210"/>
                  </a:cubicBezTo>
                  <a:cubicBezTo>
                    <a:pt x="583" y="64"/>
                    <a:pt x="451" y="1"/>
                    <a:pt x="3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6"/>
            <p:cNvSpPr/>
            <p:nvPr/>
          </p:nvSpPr>
          <p:spPr>
            <a:xfrm>
              <a:off x="2368264" y="1811434"/>
              <a:ext cx="123489" cy="186293"/>
            </a:xfrm>
            <a:custGeom>
              <a:avLst/>
              <a:gdLst/>
              <a:ahLst/>
              <a:cxnLst/>
              <a:rect l="l" t="t" r="r" b="b"/>
              <a:pathLst>
                <a:path w="1632" h="2462" extrusionOk="0">
                  <a:moveTo>
                    <a:pt x="437" y="0"/>
                  </a:moveTo>
                  <a:cubicBezTo>
                    <a:pt x="209" y="0"/>
                    <a:pt x="0" y="288"/>
                    <a:pt x="212" y="465"/>
                  </a:cubicBezTo>
                  <a:cubicBezTo>
                    <a:pt x="744" y="908"/>
                    <a:pt x="1010" y="1529"/>
                    <a:pt x="1055" y="2195"/>
                  </a:cubicBezTo>
                  <a:cubicBezTo>
                    <a:pt x="1055" y="2372"/>
                    <a:pt x="1199" y="2461"/>
                    <a:pt x="1343" y="2461"/>
                  </a:cubicBezTo>
                  <a:cubicBezTo>
                    <a:pt x="1487" y="2461"/>
                    <a:pt x="1631" y="2372"/>
                    <a:pt x="1631" y="2195"/>
                  </a:cubicBezTo>
                  <a:cubicBezTo>
                    <a:pt x="1587" y="1396"/>
                    <a:pt x="1232" y="598"/>
                    <a:pt x="611" y="65"/>
                  </a:cubicBezTo>
                  <a:cubicBezTo>
                    <a:pt x="556" y="20"/>
                    <a:pt x="496" y="0"/>
                    <a:pt x="4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6"/>
            <p:cNvSpPr/>
            <p:nvPr/>
          </p:nvSpPr>
          <p:spPr>
            <a:xfrm>
              <a:off x="2498941" y="1809921"/>
              <a:ext cx="75062" cy="140742"/>
            </a:xfrm>
            <a:custGeom>
              <a:avLst/>
              <a:gdLst/>
              <a:ahLst/>
              <a:cxnLst/>
              <a:rect l="l" t="t" r="r" b="b"/>
              <a:pathLst>
                <a:path w="992" h="1860" extrusionOk="0">
                  <a:moveTo>
                    <a:pt x="387" y="1"/>
                  </a:moveTo>
                  <a:cubicBezTo>
                    <a:pt x="208" y="1"/>
                    <a:pt x="1" y="221"/>
                    <a:pt x="126" y="440"/>
                  </a:cubicBezTo>
                  <a:cubicBezTo>
                    <a:pt x="304" y="795"/>
                    <a:pt x="392" y="1194"/>
                    <a:pt x="437" y="1594"/>
                  </a:cubicBezTo>
                  <a:cubicBezTo>
                    <a:pt x="459" y="1771"/>
                    <a:pt x="603" y="1860"/>
                    <a:pt x="736" y="1860"/>
                  </a:cubicBezTo>
                  <a:cubicBezTo>
                    <a:pt x="869" y="1860"/>
                    <a:pt x="991" y="1771"/>
                    <a:pt x="969" y="1594"/>
                  </a:cubicBezTo>
                  <a:cubicBezTo>
                    <a:pt x="925" y="1061"/>
                    <a:pt x="792" y="573"/>
                    <a:pt x="570" y="130"/>
                  </a:cubicBezTo>
                  <a:cubicBezTo>
                    <a:pt x="531" y="39"/>
                    <a:pt x="462"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6"/>
            <p:cNvSpPr/>
            <p:nvPr/>
          </p:nvSpPr>
          <p:spPr>
            <a:xfrm>
              <a:off x="2600411" y="1831940"/>
              <a:ext cx="51076" cy="90877"/>
            </a:xfrm>
            <a:custGeom>
              <a:avLst/>
              <a:gdLst/>
              <a:ahLst/>
              <a:cxnLst/>
              <a:rect l="l" t="t" r="r" b="b"/>
              <a:pathLst>
                <a:path w="675" h="1201" extrusionOk="0">
                  <a:moveTo>
                    <a:pt x="355" y="0"/>
                  </a:moveTo>
                  <a:cubicBezTo>
                    <a:pt x="193" y="0"/>
                    <a:pt x="0" y="152"/>
                    <a:pt x="28" y="371"/>
                  </a:cubicBezTo>
                  <a:cubicBezTo>
                    <a:pt x="28" y="548"/>
                    <a:pt x="72" y="770"/>
                    <a:pt x="116" y="992"/>
                  </a:cubicBezTo>
                  <a:cubicBezTo>
                    <a:pt x="134" y="1137"/>
                    <a:pt x="234" y="1201"/>
                    <a:pt x="343" y="1201"/>
                  </a:cubicBezTo>
                  <a:cubicBezTo>
                    <a:pt x="500" y="1201"/>
                    <a:pt x="675" y="1069"/>
                    <a:pt x="649" y="859"/>
                  </a:cubicBezTo>
                  <a:cubicBezTo>
                    <a:pt x="649" y="637"/>
                    <a:pt x="604" y="415"/>
                    <a:pt x="560" y="194"/>
                  </a:cubicBezTo>
                  <a:cubicBezTo>
                    <a:pt x="543" y="58"/>
                    <a:pt x="455" y="0"/>
                    <a:pt x="3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6"/>
            <p:cNvSpPr/>
            <p:nvPr/>
          </p:nvSpPr>
          <p:spPr>
            <a:xfrm>
              <a:off x="2535489" y="1679167"/>
              <a:ext cx="140212" cy="83083"/>
            </a:xfrm>
            <a:custGeom>
              <a:avLst/>
              <a:gdLst/>
              <a:ahLst/>
              <a:cxnLst/>
              <a:rect l="l" t="t" r="r" b="b"/>
              <a:pathLst>
                <a:path w="1853" h="1098" extrusionOk="0">
                  <a:moveTo>
                    <a:pt x="396" y="0"/>
                  </a:moveTo>
                  <a:cubicBezTo>
                    <a:pt x="153" y="0"/>
                    <a:pt x="0" y="376"/>
                    <a:pt x="264" y="527"/>
                  </a:cubicBezTo>
                  <a:lnTo>
                    <a:pt x="1285" y="1059"/>
                  </a:lnTo>
                  <a:cubicBezTo>
                    <a:pt x="1331" y="1086"/>
                    <a:pt x="1378" y="1097"/>
                    <a:pt x="1422" y="1097"/>
                  </a:cubicBezTo>
                  <a:cubicBezTo>
                    <a:pt x="1674" y="1097"/>
                    <a:pt x="1853" y="722"/>
                    <a:pt x="1551" y="571"/>
                  </a:cubicBezTo>
                  <a:lnTo>
                    <a:pt x="531" y="38"/>
                  </a:lnTo>
                  <a:cubicBezTo>
                    <a:pt x="484" y="12"/>
                    <a:pt x="439" y="0"/>
                    <a:pt x="3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6"/>
            <p:cNvSpPr/>
            <p:nvPr/>
          </p:nvSpPr>
          <p:spPr>
            <a:xfrm>
              <a:off x="2600790" y="1594344"/>
              <a:ext cx="80964" cy="64166"/>
            </a:xfrm>
            <a:custGeom>
              <a:avLst/>
              <a:gdLst/>
              <a:ahLst/>
              <a:cxnLst/>
              <a:rect l="l" t="t" r="r" b="b"/>
              <a:pathLst>
                <a:path w="1070" h="848" extrusionOk="0">
                  <a:moveTo>
                    <a:pt x="387" y="0"/>
                  </a:moveTo>
                  <a:cubicBezTo>
                    <a:pt x="175" y="0"/>
                    <a:pt x="0" y="250"/>
                    <a:pt x="200" y="450"/>
                  </a:cubicBezTo>
                  <a:cubicBezTo>
                    <a:pt x="289" y="583"/>
                    <a:pt x="377" y="671"/>
                    <a:pt x="466" y="760"/>
                  </a:cubicBezTo>
                  <a:cubicBezTo>
                    <a:pt x="528" y="822"/>
                    <a:pt x="597" y="848"/>
                    <a:pt x="663" y="848"/>
                  </a:cubicBezTo>
                  <a:cubicBezTo>
                    <a:pt x="882" y="848"/>
                    <a:pt x="1070" y="565"/>
                    <a:pt x="866" y="361"/>
                  </a:cubicBezTo>
                  <a:lnTo>
                    <a:pt x="599" y="95"/>
                  </a:lnTo>
                  <a:cubicBezTo>
                    <a:pt x="533" y="28"/>
                    <a:pt x="458"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6" name="Google Shape;2656;p56"/>
          <p:cNvGrpSpPr/>
          <p:nvPr/>
        </p:nvGrpSpPr>
        <p:grpSpPr>
          <a:xfrm>
            <a:off x="5246254" y="1683023"/>
            <a:ext cx="626585" cy="586509"/>
            <a:chOff x="4231052" y="1337496"/>
            <a:chExt cx="3948235" cy="3695710"/>
          </a:xfrm>
        </p:grpSpPr>
        <p:sp>
          <p:nvSpPr>
            <p:cNvPr id="2657" name="Google Shape;2657;p56"/>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6"/>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6"/>
            <p:cNvSpPr/>
            <p:nvPr/>
          </p:nvSpPr>
          <p:spPr>
            <a:xfrm>
              <a:off x="4372080" y="2432477"/>
              <a:ext cx="3630956" cy="1319830"/>
            </a:xfrm>
            <a:custGeom>
              <a:avLst/>
              <a:gdLst/>
              <a:ahLst/>
              <a:cxnLst/>
              <a:rect l="l" t="t" r="r" b="b"/>
              <a:pathLst>
                <a:path w="27420" h="9967" extrusionOk="0">
                  <a:moveTo>
                    <a:pt x="10666" y="1"/>
                  </a:moveTo>
                  <a:cubicBezTo>
                    <a:pt x="9121" y="1"/>
                    <a:pt x="7710" y="413"/>
                    <a:pt x="6123" y="738"/>
                  </a:cubicBezTo>
                  <a:cubicBezTo>
                    <a:pt x="4437" y="1093"/>
                    <a:pt x="2662" y="916"/>
                    <a:pt x="1021" y="1404"/>
                  </a:cubicBezTo>
                  <a:cubicBezTo>
                    <a:pt x="133" y="3844"/>
                    <a:pt x="0" y="6506"/>
                    <a:pt x="621" y="8991"/>
                  </a:cubicBezTo>
                  <a:cubicBezTo>
                    <a:pt x="2263" y="9567"/>
                    <a:pt x="3949" y="9922"/>
                    <a:pt x="5679" y="9967"/>
                  </a:cubicBezTo>
                  <a:cubicBezTo>
                    <a:pt x="9007" y="9745"/>
                    <a:pt x="11846" y="8059"/>
                    <a:pt x="14863" y="6905"/>
                  </a:cubicBezTo>
                  <a:cubicBezTo>
                    <a:pt x="15849" y="6538"/>
                    <a:pt x="16877" y="6397"/>
                    <a:pt x="17931" y="6397"/>
                  </a:cubicBezTo>
                  <a:cubicBezTo>
                    <a:pt x="20954" y="6397"/>
                    <a:pt x="24194" y="7564"/>
                    <a:pt x="27286" y="7926"/>
                  </a:cubicBezTo>
                  <a:cubicBezTo>
                    <a:pt x="27375" y="7260"/>
                    <a:pt x="27420" y="6550"/>
                    <a:pt x="27420" y="5885"/>
                  </a:cubicBezTo>
                  <a:cubicBezTo>
                    <a:pt x="27420" y="5574"/>
                    <a:pt x="27420" y="5219"/>
                    <a:pt x="27375" y="4909"/>
                  </a:cubicBezTo>
                  <a:cubicBezTo>
                    <a:pt x="25911" y="4820"/>
                    <a:pt x="24447" y="4554"/>
                    <a:pt x="23027" y="4199"/>
                  </a:cubicBezTo>
                  <a:cubicBezTo>
                    <a:pt x="19256" y="3001"/>
                    <a:pt x="15751" y="649"/>
                    <a:pt x="11758" y="73"/>
                  </a:cubicBezTo>
                  <a:cubicBezTo>
                    <a:pt x="11384" y="23"/>
                    <a:pt x="11021" y="1"/>
                    <a:pt x="10666"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6"/>
            <p:cNvSpPr/>
            <p:nvPr/>
          </p:nvSpPr>
          <p:spPr>
            <a:xfrm>
              <a:off x="4436701" y="3399673"/>
              <a:ext cx="3554550" cy="1224488"/>
            </a:xfrm>
            <a:custGeom>
              <a:avLst/>
              <a:gdLst/>
              <a:ahLst/>
              <a:cxnLst/>
              <a:rect l="l" t="t" r="r" b="b"/>
              <a:pathLst>
                <a:path w="26843" h="9247" extrusionOk="0">
                  <a:moveTo>
                    <a:pt x="26843" y="1"/>
                  </a:moveTo>
                  <a:lnTo>
                    <a:pt x="26843" y="1"/>
                  </a:lnTo>
                  <a:cubicBezTo>
                    <a:pt x="24891" y="622"/>
                    <a:pt x="22894" y="1021"/>
                    <a:pt x="20853" y="1332"/>
                  </a:cubicBezTo>
                  <a:cubicBezTo>
                    <a:pt x="20674" y="1347"/>
                    <a:pt x="20497" y="1353"/>
                    <a:pt x="20321" y="1353"/>
                  </a:cubicBezTo>
                  <a:cubicBezTo>
                    <a:pt x="18623" y="1353"/>
                    <a:pt x="17075" y="722"/>
                    <a:pt x="15413" y="722"/>
                  </a:cubicBezTo>
                  <a:cubicBezTo>
                    <a:pt x="15202" y="722"/>
                    <a:pt x="14990" y="732"/>
                    <a:pt x="14775" y="755"/>
                  </a:cubicBezTo>
                  <a:cubicBezTo>
                    <a:pt x="12911" y="1021"/>
                    <a:pt x="11048" y="1420"/>
                    <a:pt x="9273" y="1908"/>
                  </a:cubicBezTo>
                  <a:cubicBezTo>
                    <a:pt x="8055" y="2179"/>
                    <a:pt x="7192" y="2347"/>
                    <a:pt x="6305" y="2347"/>
                  </a:cubicBezTo>
                  <a:cubicBezTo>
                    <a:pt x="5449" y="2347"/>
                    <a:pt x="4571" y="2190"/>
                    <a:pt x="3328" y="1820"/>
                  </a:cubicBezTo>
                  <a:cubicBezTo>
                    <a:pt x="2549" y="1586"/>
                    <a:pt x="1872" y="1078"/>
                    <a:pt x="1028" y="1078"/>
                  </a:cubicBezTo>
                  <a:cubicBezTo>
                    <a:pt x="910" y="1078"/>
                    <a:pt x="790" y="1088"/>
                    <a:pt x="666" y="1110"/>
                  </a:cubicBezTo>
                  <a:cubicBezTo>
                    <a:pt x="444" y="1110"/>
                    <a:pt x="222" y="1198"/>
                    <a:pt x="0" y="1287"/>
                  </a:cubicBezTo>
                  <a:cubicBezTo>
                    <a:pt x="178" y="1997"/>
                    <a:pt x="400" y="2751"/>
                    <a:pt x="666" y="3417"/>
                  </a:cubicBezTo>
                  <a:cubicBezTo>
                    <a:pt x="1775" y="4171"/>
                    <a:pt x="3062" y="5901"/>
                    <a:pt x="3328" y="6168"/>
                  </a:cubicBezTo>
                  <a:cubicBezTo>
                    <a:pt x="4748" y="7366"/>
                    <a:pt x="4659" y="6966"/>
                    <a:pt x="6300" y="7543"/>
                  </a:cubicBezTo>
                  <a:cubicBezTo>
                    <a:pt x="8552" y="8306"/>
                    <a:pt x="10774" y="9247"/>
                    <a:pt x="13113" y="9247"/>
                  </a:cubicBezTo>
                  <a:cubicBezTo>
                    <a:pt x="13631" y="9247"/>
                    <a:pt x="14155" y="9201"/>
                    <a:pt x="14686" y="9096"/>
                  </a:cubicBezTo>
                  <a:cubicBezTo>
                    <a:pt x="17481" y="8564"/>
                    <a:pt x="20676" y="7721"/>
                    <a:pt x="23560" y="7499"/>
                  </a:cubicBezTo>
                  <a:cubicBezTo>
                    <a:pt x="25423" y="5413"/>
                    <a:pt x="26577" y="2796"/>
                    <a:pt x="26843"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6"/>
            <p:cNvSpPr/>
            <p:nvPr/>
          </p:nvSpPr>
          <p:spPr>
            <a:xfrm>
              <a:off x="4483710" y="1908756"/>
              <a:ext cx="3366514" cy="786045"/>
            </a:xfrm>
            <a:custGeom>
              <a:avLst/>
              <a:gdLst/>
              <a:ahLst/>
              <a:cxnLst/>
              <a:rect l="l" t="t" r="r" b="b"/>
              <a:pathLst>
                <a:path w="25423" h="5936" extrusionOk="0">
                  <a:moveTo>
                    <a:pt x="14071" y="1"/>
                  </a:moveTo>
                  <a:cubicBezTo>
                    <a:pt x="12558" y="1"/>
                    <a:pt x="11042" y="130"/>
                    <a:pt x="9539" y="389"/>
                  </a:cubicBezTo>
                  <a:cubicBezTo>
                    <a:pt x="7321" y="789"/>
                    <a:pt x="4969" y="700"/>
                    <a:pt x="2751" y="922"/>
                  </a:cubicBezTo>
                  <a:cubicBezTo>
                    <a:pt x="1509" y="2386"/>
                    <a:pt x="533" y="4116"/>
                    <a:pt x="0" y="5935"/>
                  </a:cubicBezTo>
                  <a:cubicBezTo>
                    <a:pt x="1725" y="5375"/>
                    <a:pt x="3365" y="4647"/>
                    <a:pt x="5370" y="4647"/>
                  </a:cubicBezTo>
                  <a:cubicBezTo>
                    <a:pt x="5429" y="4647"/>
                    <a:pt x="5487" y="4647"/>
                    <a:pt x="5546" y="4649"/>
                  </a:cubicBezTo>
                  <a:cubicBezTo>
                    <a:pt x="6112" y="4661"/>
                    <a:pt x="6593" y="4673"/>
                    <a:pt x="7038" y="4673"/>
                  </a:cubicBezTo>
                  <a:cubicBezTo>
                    <a:pt x="8196" y="4673"/>
                    <a:pt x="9109" y="4590"/>
                    <a:pt x="10648" y="4205"/>
                  </a:cubicBezTo>
                  <a:cubicBezTo>
                    <a:pt x="11992" y="3839"/>
                    <a:pt x="13343" y="3711"/>
                    <a:pt x="14697" y="3711"/>
                  </a:cubicBezTo>
                  <a:cubicBezTo>
                    <a:pt x="17809" y="3711"/>
                    <a:pt x="20942" y="4385"/>
                    <a:pt x="24063" y="4385"/>
                  </a:cubicBezTo>
                  <a:cubicBezTo>
                    <a:pt x="24516" y="4385"/>
                    <a:pt x="24970" y="4371"/>
                    <a:pt x="25423" y="4338"/>
                  </a:cubicBezTo>
                  <a:cubicBezTo>
                    <a:pt x="25068" y="3495"/>
                    <a:pt x="24580" y="2697"/>
                    <a:pt x="24048" y="1942"/>
                  </a:cubicBezTo>
                  <a:cubicBezTo>
                    <a:pt x="20854" y="653"/>
                    <a:pt x="17470" y="1"/>
                    <a:pt x="14071"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6"/>
            <p:cNvSpPr/>
            <p:nvPr/>
          </p:nvSpPr>
          <p:spPr>
            <a:xfrm>
              <a:off x="6352024" y="1419729"/>
              <a:ext cx="1656839" cy="3578121"/>
            </a:xfrm>
            <a:custGeom>
              <a:avLst/>
              <a:gdLst/>
              <a:ahLst/>
              <a:cxnLst/>
              <a:rect l="l" t="t" r="r" b="b"/>
              <a:pathLst>
                <a:path w="12512" h="27021" extrusionOk="0">
                  <a:moveTo>
                    <a:pt x="0" y="1"/>
                  </a:moveTo>
                  <a:lnTo>
                    <a:pt x="0" y="1"/>
                  </a:lnTo>
                  <a:cubicBezTo>
                    <a:pt x="5369" y="7410"/>
                    <a:pt x="2928" y="18325"/>
                    <a:pt x="399" y="27021"/>
                  </a:cubicBezTo>
                  <a:cubicBezTo>
                    <a:pt x="7277" y="26266"/>
                    <a:pt x="12468" y="20454"/>
                    <a:pt x="12512" y="13533"/>
                  </a:cubicBezTo>
                  <a:cubicBezTo>
                    <a:pt x="12468" y="6434"/>
                    <a:pt x="7055" y="577"/>
                    <a:pt x="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6"/>
            <p:cNvSpPr/>
            <p:nvPr/>
          </p:nvSpPr>
          <p:spPr>
            <a:xfrm>
              <a:off x="6440083" y="1537185"/>
              <a:ext cx="1645054" cy="3454838"/>
            </a:xfrm>
            <a:custGeom>
              <a:avLst/>
              <a:gdLst/>
              <a:ahLst/>
              <a:cxnLst/>
              <a:rect l="l" t="t" r="r" b="b"/>
              <a:pathLst>
                <a:path w="12423" h="26090" extrusionOk="0">
                  <a:moveTo>
                    <a:pt x="3240" y="1"/>
                  </a:moveTo>
                  <a:lnTo>
                    <a:pt x="3240" y="45"/>
                  </a:lnTo>
                  <a:cubicBezTo>
                    <a:pt x="3251" y="50"/>
                    <a:pt x="3262" y="54"/>
                    <a:pt x="3272" y="58"/>
                  </a:cubicBezTo>
                  <a:lnTo>
                    <a:pt x="3272" y="58"/>
                  </a:lnTo>
                  <a:cubicBezTo>
                    <a:pt x="3262" y="39"/>
                    <a:pt x="3251" y="20"/>
                    <a:pt x="3240" y="1"/>
                  </a:cubicBezTo>
                  <a:close/>
                  <a:moveTo>
                    <a:pt x="3272" y="58"/>
                  </a:moveTo>
                  <a:cubicBezTo>
                    <a:pt x="6310" y="5366"/>
                    <a:pt x="7493" y="11028"/>
                    <a:pt x="5813" y="17526"/>
                  </a:cubicBezTo>
                  <a:cubicBezTo>
                    <a:pt x="4970" y="20987"/>
                    <a:pt x="2929" y="24048"/>
                    <a:pt x="1" y="26089"/>
                  </a:cubicBezTo>
                  <a:cubicBezTo>
                    <a:pt x="6123" y="25291"/>
                    <a:pt x="10915" y="20455"/>
                    <a:pt x="11669" y="14332"/>
                  </a:cubicBezTo>
                  <a:cubicBezTo>
                    <a:pt x="12422" y="8221"/>
                    <a:pt x="8976" y="2331"/>
                    <a:pt x="3272" y="58"/>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6"/>
            <p:cNvSpPr/>
            <p:nvPr/>
          </p:nvSpPr>
          <p:spPr>
            <a:xfrm>
              <a:off x="4236879" y="1337496"/>
              <a:ext cx="3930623" cy="3695710"/>
            </a:xfrm>
            <a:custGeom>
              <a:avLst/>
              <a:gdLst/>
              <a:ahLst/>
              <a:cxnLst/>
              <a:rect l="l" t="t" r="r" b="b"/>
              <a:pathLst>
                <a:path w="29683" h="27909" extrusionOk="0">
                  <a:moveTo>
                    <a:pt x="28307" y="14109"/>
                  </a:moveTo>
                  <a:cubicBezTo>
                    <a:pt x="28263" y="14553"/>
                    <a:pt x="28263" y="14997"/>
                    <a:pt x="28174" y="15485"/>
                  </a:cubicBezTo>
                  <a:lnTo>
                    <a:pt x="28086" y="15485"/>
                  </a:lnTo>
                  <a:cubicBezTo>
                    <a:pt x="27997" y="15529"/>
                    <a:pt x="27908" y="15574"/>
                    <a:pt x="27819" y="15618"/>
                  </a:cubicBezTo>
                  <a:cubicBezTo>
                    <a:pt x="27908" y="15086"/>
                    <a:pt x="28041" y="14553"/>
                    <a:pt x="28307" y="14109"/>
                  </a:cubicBezTo>
                  <a:close/>
                  <a:moveTo>
                    <a:pt x="20587" y="23959"/>
                  </a:moveTo>
                  <a:cubicBezTo>
                    <a:pt x="21031" y="24225"/>
                    <a:pt x="21386" y="24536"/>
                    <a:pt x="21697" y="24935"/>
                  </a:cubicBezTo>
                  <a:cubicBezTo>
                    <a:pt x="21673" y="24923"/>
                    <a:pt x="21646" y="24918"/>
                    <a:pt x="21618" y="24918"/>
                  </a:cubicBezTo>
                  <a:cubicBezTo>
                    <a:pt x="21543" y="24918"/>
                    <a:pt x="21463" y="24959"/>
                    <a:pt x="21430" y="25024"/>
                  </a:cubicBezTo>
                  <a:cubicBezTo>
                    <a:pt x="21209" y="25290"/>
                    <a:pt x="20987" y="25601"/>
                    <a:pt x="20809" y="25867"/>
                  </a:cubicBezTo>
                  <a:cubicBezTo>
                    <a:pt x="20765" y="25956"/>
                    <a:pt x="20765" y="26044"/>
                    <a:pt x="20809" y="26089"/>
                  </a:cubicBezTo>
                  <a:cubicBezTo>
                    <a:pt x="20499" y="26222"/>
                    <a:pt x="20232" y="26355"/>
                    <a:pt x="19922" y="26488"/>
                  </a:cubicBezTo>
                  <a:cubicBezTo>
                    <a:pt x="20099" y="26266"/>
                    <a:pt x="20321" y="26089"/>
                    <a:pt x="20454" y="25867"/>
                  </a:cubicBezTo>
                  <a:cubicBezTo>
                    <a:pt x="20612" y="25646"/>
                    <a:pt x="20410" y="25447"/>
                    <a:pt x="20201" y="25447"/>
                  </a:cubicBezTo>
                  <a:cubicBezTo>
                    <a:pt x="20116" y="25447"/>
                    <a:pt x="20030" y="25480"/>
                    <a:pt x="19966" y="25556"/>
                  </a:cubicBezTo>
                  <a:cubicBezTo>
                    <a:pt x="19611" y="26089"/>
                    <a:pt x="19123" y="26488"/>
                    <a:pt x="18591" y="26754"/>
                  </a:cubicBezTo>
                  <a:cubicBezTo>
                    <a:pt x="18502" y="26799"/>
                    <a:pt x="18458" y="26843"/>
                    <a:pt x="18458" y="26932"/>
                  </a:cubicBezTo>
                  <a:cubicBezTo>
                    <a:pt x="18147" y="27020"/>
                    <a:pt x="17792" y="27065"/>
                    <a:pt x="17437" y="27154"/>
                  </a:cubicBezTo>
                  <a:cubicBezTo>
                    <a:pt x="18680" y="26222"/>
                    <a:pt x="19700" y="25157"/>
                    <a:pt x="20587" y="23959"/>
                  </a:cubicBezTo>
                  <a:close/>
                  <a:moveTo>
                    <a:pt x="14775" y="622"/>
                  </a:moveTo>
                  <a:cubicBezTo>
                    <a:pt x="18458" y="888"/>
                    <a:pt x="21963" y="2396"/>
                    <a:pt x="24625" y="4925"/>
                  </a:cubicBezTo>
                  <a:cubicBezTo>
                    <a:pt x="24447" y="5236"/>
                    <a:pt x="24314" y="5502"/>
                    <a:pt x="24137" y="5813"/>
                  </a:cubicBezTo>
                  <a:cubicBezTo>
                    <a:pt x="24046" y="6025"/>
                    <a:pt x="24246" y="6217"/>
                    <a:pt x="24424" y="6217"/>
                  </a:cubicBezTo>
                  <a:cubicBezTo>
                    <a:pt x="24506" y="6217"/>
                    <a:pt x="24583" y="6177"/>
                    <a:pt x="24625" y="6079"/>
                  </a:cubicBezTo>
                  <a:cubicBezTo>
                    <a:pt x="24714" y="5857"/>
                    <a:pt x="24847" y="5635"/>
                    <a:pt x="24980" y="5458"/>
                  </a:cubicBezTo>
                  <a:cubicBezTo>
                    <a:pt x="25024" y="5413"/>
                    <a:pt x="25024" y="5413"/>
                    <a:pt x="25069" y="5413"/>
                  </a:cubicBezTo>
                  <a:cubicBezTo>
                    <a:pt x="25246" y="5591"/>
                    <a:pt x="25424" y="5813"/>
                    <a:pt x="25601" y="6034"/>
                  </a:cubicBezTo>
                  <a:cubicBezTo>
                    <a:pt x="25468" y="6123"/>
                    <a:pt x="25335" y="6301"/>
                    <a:pt x="25335" y="6478"/>
                  </a:cubicBezTo>
                  <a:cubicBezTo>
                    <a:pt x="25280" y="6696"/>
                    <a:pt x="25459" y="6830"/>
                    <a:pt x="25626" y="6830"/>
                  </a:cubicBezTo>
                  <a:cubicBezTo>
                    <a:pt x="25732" y="6830"/>
                    <a:pt x="25833" y="6776"/>
                    <a:pt x="25867" y="6656"/>
                  </a:cubicBezTo>
                  <a:cubicBezTo>
                    <a:pt x="25912" y="6567"/>
                    <a:pt x="25912" y="6478"/>
                    <a:pt x="26000" y="6434"/>
                  </a:cubicBezTo>
                  <a:cubicBezTo>
                    <a:pt x="26178" y="6744"/>
                    <a:pt x="26400" y="7055"/>
                    <a:pt x="26577" y="7365"/>
                  </a:cubicBezTo>
                  <a:cubicBezTo>
                    <a:pt x="26178" y="8342"/>
                    <a:pt x="26222" y="9495"/>
                    <a:pt x="26799" y="10383"/>
                  </a:cubicBezTo>
                  <a:cubicBezTo>
                    <a:pt x="26855" y="10480"/>
                    <a:pt x="26942" y="10521"/>
                    <a:pt x="27029" y="10521"/>
                  </a:cubicBezTo>
                  <a:cubicBezTo>
                    <a:pt x="27218" y="10521"/>
                    <a:pt x="27409" y="10329"/>
                    <a:pt x="27287" y="10116"/>
                  </a:cubicBezTo>
                  <a:cubicBezTo>
                    <a:pt x="26888" y="9495"/>
                    <a:pt x="26799" y="8741"/>
                    <a:pt x="26976" y="8031"/>
                  </a:cubicBezTo>
                  <a:lnTo>
                    <a:pt x="26976" y="8031"/>
                  </a:lnTo>
                  <a:cubicBezTo>
                    <a:pt x="27154" y="8475"/>
                    <a:pt x="27376" y="8874"/>
                    <a:pt x="27553" y="9318"/>
                  </a:cubicBezTo>
                  <a:lnTo>
                    <a:pt x="27464" y="9318"/>
                  </a:lnTo>
                  <a:lnTo>
                    <a:pt x="27331" y="9406"/>
                  </a:lnTo>
                  <a:cubicBezTo>
                    <a:pt x="27067" y="9557"/>
                    <a:pt x="27220" y="9933"/>
                    <a:pt x="27490" y="9933"/>
                  </a:cubicBezTo>
                  <a:cubicBezTo>
                    <a:pt x="27538" y="9933"/>
                    <a:pt x="27589" y="9921"/>
                    <a:pt x="27642" y="9894"/>
                  </a:cubicBezTo>
                  <a:lnTo>
                    <a:pt x="27731" y="9850"/>
                  </a:lnTo>
                  <a:cubicBezTo>
                    <a:pt x="27864" y="10249"/>
                    <a:pt x="27997" y="10693"/>
                    <a:pt x="28086" y="11137"/>
                  </a:cubicBezTo>
                  <a:cubicBezTo>
                    <a:pt x="28041" y="11137"/>
                    <a:pt x="28041" y="11181"/>
                    <a:pt x="27997" y="11181"/>
                  </a:cubicBezTo>
                  <a:lnTo>
                    <a:pt x="27464" y="11935"/>
                  </a:lnTo>
                  <a:cubicBezTo>
                    <a:pt x="27307" y="12157"/>
                    <a:pt x="27508" y="12355"/>
                    <a:pt x="27702" y="12355"/>
                  </a:cubicBezTo>
                  <a:cubicBezTo>
                    <a:pt x="27780" y="12355"/>
                    <a:pt x="27857" y="12323"/>
                    <a:pt x="27908" y="12246"/>
                  </a:cubicBezTo>
                  <a:lnTo>
                    <a:pt x="28174" y="11891"/>
                  </a:lnTo>
                  <a:cubicBezTo>
                    <a:pt x="28219" y="12290"/>
                    <a:pt x="28263" y="12690"/>
                    <a:pt x="28307" y="13089"/>
                  </a:cubicBezTo>
                  <a:cubicBezTo>
                    <a:pt x="28219" y="13133"/>
                    <a:pt x="28174" y="13178"/>
                    <a:pt x="28174" y="13222"/>
                  </a:cubicBezTo>
                  <a:cubicBezTo>
                    <a:pt x="27731" y="13888"/>
                    <a:pt x="27464" y="14642"/>
                    <a:pt x="27331" y="15440"/>
                  </a:cubicBezTo>
                  <a:cubicBezTo>
                    <a:pt x="27154" y="15440"/>
                    <a:pt x="26976" y="15396"/>
                    <a:pt x="26755" y="15396"/>
                  </a:cubicBezTo>
                  <a:cubicBezTo>
                    <a:pt x="26799" y="14997"/>
                    <a:pt x="26888" y="14642"/>
                    <a:pt x="27021" y="14287"/>
                  </a:cubicBezTo>
                  <a:cubicBezTo>
                    <a:pt x="27112" y="14075"/>
                    <a:pt x="26933" y="13863"/>
                    <a:pt x="26769" y="13863"/>
                  </a:cubicBezTo>
                  <a:cubicBezTo>
                    <a:pt x="26693" y="13863"/>
                    <a:pt x="26619" y="13908"/>
                    <a:pt x="26577" y="14021"/>
                  </a:cubicBezTo>
                  <a:cubicBezTo>
                    <a:pt x="26355" y="14464"/>
                    <a:pt x="26222" y="14908"/>
                    <a:pt x="26222" y="15396"/>
                  </a:cubicBezTo>
                  <a:cubicBezTo>
                    <a:pt x="26045" y="15396"/>
                    <a:pt x="25867" y="15440"/>
                    <a:pt x="25690" y="15440"/>
                  </a:cubicBezTo>
                  <a:cubicBezTo>
                    <a:pt x="25645" y="14331"/>
                    <a:pt x="25867" y="13222"/>
                    <a:pt x="26355" y="12157"/>
                  </a:cubicBezTo>
                  <a:cubicBezTo>
                    <a:pt x="26458" y="11951"/>
                    <a:pt x="26269" y="11745"/>
                    <a:pt x="26075" y="11745"/>
                  </a:cubicBezTo>
                  <a:cubicBezTo>
                    <a:pt x="26018" y="11745"/>
                    <a:pt x="25962" y="11762"/>
                    <a:pt x="25912" y="11802"/>
                  </a:cubicBezTo>
                  <a:cubicBezTo>
                    <a:pt x="24802" y="10826"/>
                    <a:pt x="24226" y="9406"/>
                    <a:pt x="24314" y="7942"/>
                  </a:cubicBezTo>
                  <a:cubicBezTo>
                    <a:pt x="24314" y="7765"/>
                    <a:pt x="24181" y="7676"/>
                    <a:pt x="24048" y="7676"/>
                  </a:cubicBezTo>
                  <a:cubicBezTo>
                    <a:pt x="23915" y="7676"/>
                    <a:pt x="23782" y="7765"/>
                    <a:pt x="23782" y="7942"/>
                  </a:cubicBezTo>
                  <a:lnTo>
                    <a:pt x="23782" y="8297"/>
                  </a:lnTo>
                  <a:lnTo>
                    <a:pt x="23693" y="8297"/>
                  </a:lnTo>
                  <a:lnTo>
                    <a:pt x="22717" y="8785"/>
                  </a:lnTo>
                  <a:cubicBezTo>
                    <a:pt x="22446" y="8940"/>
                    <a:pt x="22648" y="9298"/>
                    <a:pt x="22910" y="9298"/>
                  </a:cubicBezTo>
                  <a:cubicBezTo>
                    <a:pt x="22949" y="9298"/>
                    <a:pt x="22988" y="9290"/>
                    <a:pt x="23028" y="9273"/>
                  </a:cubicBezTo>
                  <a:lnTo>
                    <a:pt x="23782" y="8874"/>
                  </a:lnTo>
                  <a:cubicBezTo>
                    <a:pt x="23826" y="9051"/>
                    <a:pt x="23826" y="9185"/>
                    <a:pt x="23871" y="9318"/>
                  </a:cubicBezTo>
                  <a:lnTo>
                    <a:pt x="23826" y="9318"/>
                  </a:lnTo>
                  <a:cubicBezTo>
                    <a:pt x="23427" y="9540"/>
                    <a:pt x="23072" y="9806"/>
                    <a:pt x="22850" y="10205"/>
                  </a:cubicBezTo>
                  <a:cubicBezTo>
                    <a:pt x="22725" y="10425"/>
                    <a:pt x="22932" y="10644"/>
                    <a:pt x="23127" y="10644"/>
                  </a:cubicBezTo>
                  <a:cubicBezTo>
                    <a:pt x="23208" y="10644"/>
                    <a:pt x="23286" y="10607"/>
                    <a:pt x="23338" y="10516"/>
                  </a:cubicBezTo>
                  <a:cubicBezTo>
                    <a:pt x="23471" y="10205"/>
                    <a:pt x="23738" y="10028"/>
                    <a:pt x="24004" y="9894"/>
                  </a:cubicBezTo>
                  <a:cubicBezTo>
                    <a:pt x="24181" y="10383"/>
                    <a:pt x="24447" y="10915"/>
                    <a:pt x="24758" y="11359"/>
                  </a:cubicBezTo>
                  <a:cubicBezTo>
                    <a:pt x="24314" y="11048"/>
                    <a:pt x="23782" y="10826"/>
                    <a:pt x="23250" y="10737"/>
                  </a:cubicBezTo>
                  <a:cubicBezTo>
                    <a:pt x="23222" y="10731"/>
                    <a:pt x="23196" y="10728"/>
                    <a:pt x="23171" y="10728"/>
                  </a:cubicBezTo>
                  <a:cubicBezTo>
                    <a:pt x="22871" y="10728"/>
                    <a:pt x="22744" y="11188"/>
                    <a:pt x="23072" y="11270"/>
                  </a:cubicBezTo>
                  <a:cubicBezTo>
                    <a:pt x="23871" y="11447"/>
                    <a:pt x="24625" y="11802"/>
                    <a:pt x="25246" y="12379"/>
                  </a:cubicBezTo>
                  <a:cubicBezTo>
                    <a:pt x="25299" y="12432"/>
                    <a:pt x="25365" y="12456"/>
                    <a:pt x="25431" y="12456"/>
                  </a:cubicBezTo>
                  <a:cubicBezTo>
                    <a:pt x="25533" y="12456"/>
                    <a:pt x="25636" y="12398"/>
                    <a:pt x="25690" y="12290"/>
                  </a:cubicBezTo>
                  <a:lnTo>
                    <a:pt x="25690" y="12290"/>
                  </a:lnTo>
                  <a:cubicBezTo>
                    <a:pt x="25645" y="12468"/>
                    <a:pt x="25557" y="12645"/>
                    <a:pt x="25512" y="12823"/>
                  </a:cubicBezTo>
                  <a:lnTo>
                    <a:pt x="25424" y="12778"/>
                  </a:lnTo>
                  <a:cubicBezTo>
                    <a:pt x="25362" y="12717"/>
                    <a:pt x="25293" y="12691"/>
                    <a:pt x="25226" y="12691"/>
                  </a:cubicBezTo>
                  <a:cubicBezTo>
                    <a:pt x="25008" y="12691"/>
                    <a:pt x="24820" y="12973"/>
                    <a:pt x="25024" y="13178"/>
                  </a:cubicBezTo>
                  <a:lnTo>
                    <a:pt x="25246" y="13355"/>
                  </a:lnTo>
                  <a:cubicBezTo>
                    <a:pt x="25290" y="13400"/>
                    <a:pt x="25290" y="13400"/>
                    <a:pt x="25335" y="13444"/>
                  </a:cubicBezTo>
                  <a:cubicBezTo>
                    <a:pt x="25290" y="13710"/>
                    <a:pt x="25246" y="14021"/>
                    <a:pt x="25202" y="14331"/>
                  </a:cubicBezTo>
                  <a:cubicBezTo>
                    <a:pt x="25202" y="14287"/>
                    <a:pt x="25157" y="14243"/>
                    <a:pt x="25157" y="14243"/>
                  </a:cubicBezTo>
                  <a:cubicBezTo>
                    <a:pt x="24625" y="13666"/>
                    <a:pt x="23959" y="13266"/>
                    <a:pt x="23250" y="13045"/>
                  </a:cubicBezTo>
                  <a:cubicBezTo>
                    <a:pt x="23211" y="13030"/>
                    <a:pt x="23174" y="13023"/>
                    <a:pt x="23141" y="13023"/>
                  </a:cubicBezTo>
                  <a:cubicBezTo>
                    <a:pt x="22871" y="13023"/>
                    <a:pt x="22800" y="13458"/>
                    <a:pt x="23116" y="13577"/>
                  </a:cubicBezTo>
                  <a:cubicBezTo>
                    <a:pt x="23738" y="13799"/>
                    <a:pt x="24314" y="14154"/>
                    <a:pt x="24758" y="14642"/>
                  </a:cubicBezTo>
                  <a:cubicBezTo>
                    <a:pt x="24825" y="14708"/>
                    <a:pt x="24902" y="14742"/>
                    <a:pt x="24974" y="14742"/>
                  </a:cubicBezTo>
                  <a:cubicBezTo>
                    <a:pt x="25046" y="14742"/>
                    <a:pt x="25113" y="14708"/>
                    <a:pt x="25157" y="14642"/>
                  </a:cubicBezTo>
                  <a:cubicBezTo>
                    <a:pt x="25157" y="14864"/>
                    <a:pt x="25157" y="15130"/>
                    <a:pt x="25157" y="15352"/>
                  </a:cubicBezTo>
                  <a:cubicBezTo>
                    <a:pt x="25113" y="15307"/>
                    <a:pt x="25024" y="15263"/>
                    <a:pt x="24980" y="15263"/>
                  </a:cubicBezTo>
                  <a:lnTo>
                    <a:pt x="24935" y="15263"/>
                  </a:lnTo>
                  <a:cubicBezTo>
                    <a:pt x="24847" y="15219"/>
                    <a:pt x="24802" y="15130"/>
                    <a:pt x="24758" y="15130"/>
                  </a:cubicBezTo>
                  <a:cubicBezTo>
                    <a:pt x="24625" y="14997"/>
                    <a:pt x="24492" y="14908"/>
                    <a:pt x="24314" y="14819"/>
                  </a:cubicBezTo>
                  <a:cubicBezTo>
                    <a:pt x="24048" y="14686"/>
                    <a:pt x="23738" y="14553"/>
                    <a:pt x="23383" y="14509"/>
                  </a:cubicBezTo>
                  <a:cubicBezTo>
                    <a:pt x="23359" y="14497"/>
                    <a:pt x="23332" y="14491"/>
                    <a:pt x="23304" y="14491"/>
                  </a:cubicBezTo>
                  <a:cubicBezTo>
                    <a:pt x="23229" y="14491"/>
                    <a:pt x="23149" y="14533"/>
                    <a:pt x="23116" y="14597"/>
                  </a:cubicBezTo>
                  <a:cubicBezTo>
                    <a:pt x="22983" y="13488"/>
                    <a:pt x="22584" y="12468"/>
                    <a:pt x="21963" y="11580"/>
                  </a:cubicBezTo>
                  <a:cubicBezTo>
                    <a:pt x="21897" y="11488"/>
                    <a:pt x="21807" y="11451"/>
                    <a:pt x="21720" y="11451"/>
                  </a:cubicBezTo>
                  <a:cubicBezTo>
                    <a:pt x="21514" y="11451"/>
                    <a:pt x="21319" y="11660"/>
                    <a:pt x="21475" y="11847"/>
                  </a:cubicBezTo>
                  <a:cubicBezTo>
                    <a:pt x="22185" y="12823"/>
                    <a:pt x="22584" y="13976"/>
                    <a:pt x="22628" y="15219"/>
                  </a:cubicBezTo>
                  <a:cubicBezTo>
                    <a:pt x="22628" y="15396"/>
                    <a:pt x="22761" y="15485"/>
                    <a:pt x="22895" y="15485"/>
                  </a:cubicBezTo>
                  <a:cubicBezTo>
                    <a:pt x="23028" y="15485"/>
                    <a:pt x="23161" y="15396"/>
                    <a:pt x="23161" y="15219"/>
                  </a:cubicBezTo>
                  <a:lnTo>
                    <a:pt x="23161" y="14997"/>
                  </a:lnTo>
                  <a:cubicBezTo>
                    <a:pt x="23205" y="14997"/>
                    <a:pt x="23250" y="14997"/>
                    <a:pt x="23250" y="15041"/>
                  </a:cubicBezTo>
                  <a:cubicBezTo>
                    <a:pt x="23604" y="15086"/>
                    <a:pt x="23915" y="15219"/>
                    <a:pt x="24181" y="15396"/>
                  </a:cubicBezTo>
                  <a:cubicBezTo>
                    <a:pt x="24314" y="15485"/>
                    <a:pt x="24447" y="15574"/>
                    <a:pt x="24581" y="15662"/>
                  </a:cubicBezTo>
                  <a:cubicBezTo>
                    <a:pt x="24669" y="15751"/>
                    <a:pt x="24758" y="15884"/>
                    <a:pt x="24891" y="15884"/>
                  </a:cubicBezTo>
                  <a:cubicBezTo>
                    <a:pt x="24913" y="15906"/>
                    <a:pt x="24935" y="15917"/>
                    <a:pt x="24958" y="15917"/>
                  </a:cubicBezTo>
                  <a:cubicBezTo>
                    <a:pt x="24980" y="15917"/>
                    <a:pt x="25002" y="15906"/>
                    <a:pt x="25024" y="15884"/>
                  </a:cubicBezTo>
                  <a:cubicBezTo>
                    <a:pt x="25061" y="15994"/>
                    <a:pt x="25157" y="16073"/>
                    <a:pt x="25265" y="16073"/>
                  </a:cubicBezTo>
                  <a:cubicBezTo>
                    <a:pt x="25288" y="16073"/>
                    <a:pt x="25311" y="16069"/>
                    <a:pt x="25335" y="16062"/>
                  </a:cubicBezTo>
                  <a:cubicBezTo>
                    <a:pt x="25765" y="15976"/>
                    <a:pt x="26194" y="15927"/>
                    <a:pt x="26612" y="15927"/>
                  </a:cubicBezTo>
                  <a:cubicBezTo>
                    <a:pt x="26841" y="15927"/>
                    <a:pt x="27067" y="15941"/>
                    <a:pt x="27287" y="15973"/>
                  </a:cubicBezTo>
                  <a:cubicBezTo>
                    <a:pt x="26843" y="16239"/>
                    <a:pt x="26444" y="16550"/>
                    <a:pt x="26045" y="16860"/>
                  </a:cubicBezTo>
                  <a:cubicBezTo>
                    <a:pt x="25840" y="17065"/>
                    <a:pt x="26028" y="17347"/>
                    <a:pt x="26247" y="17347"/>
                  </a:cubicBezTo>
                  <a:cubicBezTo>
                    <a:pt x="26313" y="17347"/>
                    <a:pt x="26382" y="17321"/>
                    <a:pt x="26444" y="17260"/>
                  </a:cubicBezTo>
                  <a:cubicBezTo>
                    <a:pt x="26932" y="16860"/>
                    <a:pt x="27509" y="16461"/>
                    <a:pt x="28086" y="16150"/>
                  </a:cubicBezTo>
                  <a:lnTo>
                    <a:pt x="28086" y="16150"/>
                  </a:lnTo>
                  <a:cubicBezTo>
                    <a:pt x="28041" y="16417"/>
                    <a:pt x="27997" y="16683"/>
                    <a:pt x="27953" y="16905"/>
                  </a:cubicBezTo>
                  <a:cubicBezTo>
                    <a:pt x="27908" y="16905"/>
                    <a:pt x="27864" y="16949"/>
                    <a:pt x="27819" y="16949"/>
                  </a:cubicBezTo>
                  <a:cubicBezTo>
                    <a:pt x="26976" y="17526"/>
                    <a:pt x="26267" y="18236"/>
                    <a:pt x="25690" y="19079"/>
                  </a:cubicBezTo>
                  <a:cubicBezTo>
                    <a:pt x="25563" y="19300"/>
                    <a:pt x="25774" y="19498"/>
                    <a:pt x="25970" y="19498"/>
                  </a:cubicBezTo>
                  <a:cubicBezTo>
                    <a:pt x="26050" y="19498"/>
                    <a:pt x="26127" y="19466"/>
                    <a:pt x="26178" y="19389"/>
                  </a:cubicBezTo>
                  <a:cubicBezTo>
                    <a:pt x="26621" y="18724"/>
                    <a:pt x="27154" y="18191"/>
                    <a:pt x="27731" y="17703"/>
                  </a:cubicBezTo>
                  <a:lnTo>
                    <a:pt x="27731" y="17703"/>
                  </a:lnTo>
                  <a:cubicBezTo>
                    <a:pt x="27642" y="18103"/>
                    <a:pt x="27509" y="18502"/>
                    <a:pt x="27376" y="18857"/>
                  </a:cubicBezTo>
                  <a:cubicBezTo>
                    <a:pt x="27287" y="18857"/>
                    <a:pt x="27198" y="18901"/>
                    <a:pt x="27154" y="18946"/>
                  </a:cubicBezTo>
                  <a:cubicBezTo>
                    <a:pt x="26400" y="19744"/>
                    <a:pt x="25867" y="20720"/>
                    <a:pt x="25601" y="21785"/>
                  </a:cubicBezTo>
                  <a:cubicBezTo>
                    <a:pt x="25601" y="21874"/>
                    <a:pt x="25601" y="21963"/>
                    <a:pt x="25690" y="22051"/>
                  </a:cubicBezTo>
                  <a:cubicBezTo>
                    <a:pt x="25468" y="22362"/>
                    <a:pt x="25202" y="22717"/>
                    <a:pt x="24935" y="23027"/>
                  </a:cubicBezTo>
                  <a:cubicBezTo>
                    <a:pt x="24980" y="21963"/>
                    <a:pt x="25290" y="20942"/>
                    <a:pt x="25823" y="20055"/>
                  </a:cubicBezTo>
                  <a:cubicBezTo>
                    <a:pt x="25944" y="19842"/>
                    <a:pt x="25754" y="19650"/>
                    <a:pt x="25564" y="19650"/>
                  </a:cubicBezTo>
                  <a:cubicBezTo>
                    <a:pt x="25477" y="19650"/>
                    <a:pt x="25391" y="19691"/>
                    <a:pt x="25335" y="19789"/>
                  </a:cubicBezTo>
                  <a:cubicBezTo>
                    <a:pt x="24714" y="20809"/>
                    <a:pt x="24403" y="22007"/>
                    <a:pt x="24359" y="23205"/>
                  </a:cubicBezTo>
                  <a:lnTo>
                    <a:pt x="24181" y="22983"/>
                  </a:lnTo>
                  <a:lnTo>
                    <a:pt x="24181" y="22939"/>
                  </a:lnTo>
                  <a:cubicBezTo>
                    <a:pt x="23915" y="21430"/>
                    <a:pt x="24314" y="19877"/>
                    <a:pt x="25290" y="18679"/>
                  </a:cubicBezTo>
                  <a:cubicBezTo>
                    <a:pt x="25461" y="18475"/>
                    <a:pt x="25265" y="18192"/>
                    <a:pt x="25065" y="18192"/>
                  </a:cubicBezTo>
                  <a:cubicBezTo>
                    <a:pt x="25004" y="18192"/>
                    <a:pt x="24943" y="18218"/>
                    <a:pt x="24891" y="18280"/>
                  </a:cubicBezTo>
                  <a:cubicBezTo>
                    <a:pt x="24181" y="19167"/>
                    <a:pt x="23738" y="20232"/>
                    <a:pt x="23604" y="21341"/>
                  </a:cubicBezTo>
                  <a:cubicBezTo>
                    <a:pt x="23560" y="21297"/>
                    <a:pt x="23560" y="21253"/>
                    <a:pt x="23516" y="21253"/>
                  </a:cubicBezTo>
                  <a:cubicBezTo>
                    <a:pt x="23205" y="21031"/>
                    <a:pt x="22850" y="20809"/>
                    <a:pt x="22495" y="20632"/>
                  </a:cubicBezTo>
                  <a:cubicBezTo>
                    <a:pt x="22673" y="20321"/>
                    <a:pt x="22939" y="20055"/>
                    <a:pt x="23250" y="19877"/>
                  </a:cubicBezTo>
                  <a:cubicBezTo>
                    <a:pt x="23514" y="19726"/>
                    <a:pt x="23329" y="19351"/>
                    <a:pt x="23104" y="19351"/>
                  </a:cubicBezTo>
                  <a:cubicBezTo>
                    <a:pt x="23064" y="19351"/>
                    <a:pt x="23023" y="19363"/>
                    <a:pt x="22983" y="19389"/>
                  </a:cubicBezTo>
                  <a:cubicBezTo>
                    <a:pt x="22495" y="19700"/>
                    <a:pt x="22140" y="20099"/>
                    <a:pt x="21874" y="20587"/>
                  </a:cubicBezTo>
                  <a:cubicBezTo>
                    <a:pt x="21741" y="20676"/>
                    <a:pt x="21785" y="20898"/>
                    <a:pt x="21918" y="20986"/>
                  </a:cubicBezTo>
                  <a:cubicBezTo>
                    <a:pt x="22407" y="21164"/>
                    <a:pt x="22850" y="21430"/>
                    <a:pt x="23250" y="21741"/>
                  </a:cubicBezTo>
                  <a:cubicBezTo>
                    <a:pt x="23283" y="21775"/>
                    <a:pt x="23324" y="21789"/>
                    <a:pt x="23366" y="21789"/>
                  </a:cubicBezTo>
                  <a:cubicBezTo>
                    <a:pt x="23433" y="21789"/>
                    <a:pt x="23505" y="21751"/>
                    <a:pt x="23560" y="21696"/>
                  </a:cubicBezTo>
                  <a:lnTo>
                    <a:pt x="23560" y="21696"/>
                  </a:lnTo>
                  <a:cubicBezTo>
                    <a:pt x="23516" y="22184"/>
                    <a:pt x="23560" y="22628"/>
                    <a:pt x="23604" y="23072"/>
                  </a:cubicBezTo>
                  <a:cubicBezTo>
                    <a:pt x="23604" y="23160"/>
                    <a:pt x="23649" y="23205"/>
                    <a:pt x="23693" y="23249"/>
                  </a:cubicBezTo>
                  <a:cubicBezTo>
                    <a:pt x="23693" y="23294"/>
                    <a:pt x="23738" y="23338"/>
                    <a:pt x="23738" y="23338"/>
                  </a:cubicBezTo>
                  <a:lnTo>
                    <a:pt x="24181" y="23826"/>
                  </a:lnTo>
                  <a:cubicBezTo>
                    <a:pt x="23915" y="24048"/>
                    <a:pt x="23693" y="24270"/>
                    <a:pt x="23427" y="24492"/>
                  </a:cubicBezTo>
                  <a:cubicBezTo>
                    <a:pt x="22850" y="24935"/>
                    <a:pt x="22273" y="25335"/>
                    <a:pt x="21608" y="25645"/>
                  </a:cubicBezTo>
                  <a:lnTo>
                    <a:pt x="21874" y="25335"/>
                  </a:lnTo>
                  <a:cubicBezTo>
                    <a:pt x="21918" y="25290"/>
                    <a:pt x="21918" y="25246"/>
                    <a:pt x="21918" y="25201"/>
                  </a:cubicBezTo>
                  <a:cubicBezTo>
                    <a:pt x="21988" y="25259"/>
                    <a:pt x="22067" y="25284"/>
                    <a:pt x="22141" y="25284"/>
                  </a:cubicBezTo>
                  <a:cubicBezTo>
                    <a:pt x="22351" y="25284"/>
                    <a:pt x="22526" y="25087"/>
                    <a:pt x="22362" y="24891"/>
                  </a:cubicBezTo>
                  <a:cubicBezTo>
                    <a:pt x="21918" y="24270"/>
                    <a:pt x="21342" y="23737"/>
                    <a:pt x="20676" y="23338"/>
                  </a:cubicBezTo>
                  <a:cubicBezTo>
                    <a:pt x="20632" y="23316"/>
                    <a:pt x="20587" y="23305"/>
                    <a:pt x="20543" y="23305"/>
                  </a:cubicBezTo>
                  <a:cubicBezTo>
                    <a:pt x="20499" y="23305"/>
                    <a:pt x="20454" y="23316"/>
                    <a:pt x="20410" y="23338"/>
                  </a:cubicBezTo>
                  <a:cubicBezTo>
                    <a:pt x="20499" y="23205"/>
                    <a:pt x="20587" y="23116"/>
                    <a:pt x="20676" y="22983"/>
                  </a:cubicBezTo>
                  <a:cubicBezTo>
                    <a:pt x="20676" y="23027"/>
                    <a:pt x="20721" y="23027"/>
                    <a:pt x="20765" y="23072"/>
                  </a:cubicBezTo>
                  <a:cubicBezTo>
                    <a:pt x="21386" y="23515"/>
                    <a:pt x="22007" y="24092"/>
                    <a:pt x="22540" y="24713"/>
                  </a:cubicBezTo>
                  <a:cubicBezTo>
                    <a:pt x="22591" y="24775"/>
                    <a:pt x="22652" y="24801"/>
                    <a:pt x="22713" y="24801"/>
                  </a:cubicBezTo>
                  <a:cubicBezTo>
                    <a:pt x="22914" y="24801"/>
                    <a:pt x="23109" y="24518"/>
                    <a:pt x="22939" y="24314"/>
                  </a:cubicBezTo>
                  <a:cubicBezTo>
                    <a:pt x="22362" y="23693"/>
                    <a:pt x="21741" y="23072"/>
                    <a:pt x="21031" y="22584"/>
                  </a:cubicBezTo>
                  <a:cubicBezTo>
                    <a:pt x="20987" y="22584"/>
                    <a:pt x="20942" y="22539"/>
                    <a:pt x="20898" y="22539"/>
                  </a:cubicBezTo>
                  <a:cubicBezTo>
                    <a:pt x="20987" y="22406"/>
                    <a:pt x="21031" y="22273"/>
                    <a:pt x="21075" y="22184"/>
                  </a:cubicBezTo>
                  <a:cubicBezTo>
                    <a:pt x="21785" y="22761"/>
                    <a:pt x="22495" y="23382"/>
                    <a:pt x="23116" y="24092"/>
                  </a:cubicBezTo>
                  <a:cubicBezTo>
                    <a:pt x="23168" y="24154"/>
                    <a:pt x="23229" y="24180"/>
                    <a:pt x="23290" y="24180"/>
                  </a:cubicBezTo>
                  <a:cubicBezTo>
                    <a:pt x="23490" y="24180"/>
                    <a:pt x="23686" y="23897"/>
                    <a:pt x="23516" y="23693"/>
                  </a:cubicBezTo>
                  <a:cubicBezTo>
                    <a:pt x="22850" y="22983"/>
                    <a:pt x="22185" y="22317"/>
                    <a:pt x="21430" y="21741"/>
                  </a:cubicBezTo>
                  <a:cubicBezTo>
                    <a:pt x="21386" y="21696"/>
                    <a:pt x="21297" y="21652"/>
                    <a:pt x="21253" y="21652"/>
                  </a:cubicBezTo>
                  <a:cubicBezTo>
                    <a:pt x="21430" y="20898"/>
                    <a:pt x="21386" y="20055"/>
                    <a:pt x="21164" y="19300"/>
                  </a:cubicBezTo>
                  <a:cubicBezTo>
                    <a:pt x="21129" y="19140"/>
                    <a:pt x="21014" y="19073"/>
                    <a:pt x="20895" y="19073"/>
                  </a:cubicBezTo>
                  <a:cubicBezTo>
                    <a:pt x="20719" y="19073"/>
                    <a:pt x="20534" y="19221"/>
                    <a:pt x="20587" y="19434"/>
                  </a:cubicBezTo>
                  <a:cubicBezTo>
                    <a:pt x="21031" y="20809"/>
                    <a:pt x="20721" y="22273"/>
                    <a:pt x="19744" y="23338"/>
                  </a:cubicBezTo>
                  <a:cubicBezTo>
                    <a:pt x="19529" y="23518"/>
                    <a:pt x="19721" y="23785"/>
                    <a:pt x="19944" y="23785"/>
                  </a:cubicBezTo>
                  <a:cubicBezTo>
                    <a:pt x="19996" y="23785"/>
                    <a:pt x="20049" y="23771"/>
                    <a:pt x="20099" y="23737"/>
                  </a:cubicBezTo>
                  <a:lnTo>
                    <a:pt x="20099" y="23737"/>
                  </a:lnTo>
                  <a:cubicBezTo>
                    <a:pt x="19079" y="25113"/>
                    <a:pt x="17792" y="26311"/>
                    <a:pt x="16372" y="27242"/>
                  </a:cubicBezTo>
                  <a:cubicBezTo>
                    <a:pt x="16328" y="27242"/>
                    <a:pt x="16284" y="27287"/>
                    <a:pt x="16284" y="27331"/>
                  </a:cubicBezTo>
                  <a:cubicBezTo>
                    <a:pt x="15848" y="27373"/>
                    <a:pt x="15412" y="27394"/>
                    <a:pt x="14978" y="27394"/>
                  </a:cubicBezTo>
                  <a:cubicBezTo>
                    <a:pt x="12227" y="27394"/>
                    <a:pt x="9526" y="26557"/>
                    <a:pt x="7188" y="25024"/>
                  </a:cubicBezTo>
                  <a:cubicBezTo>
                    <a:pt x="2840" y="21963"/>
                    <a:pt x="755" y="16594"/>
                    <a:pt x="1864" y="11403"/>
                  </a:cubicBezTo>
                  <a:cubicBezTo>
                    <a:pt x="2485" y="8741"/>
                    <a:pt x="3861" y="6301"/>
                    <a:pt x="5813" y="4393"/>
                  </a:cubicBezTo>
                  <a:cubicBezTo>
                    <a:pt x="7672" y="2534"/>
                    <a:pt x="10477" y="675"/>
                    <a:pt x="13255" y="675"/>
                  </a:cubicBezTo>
                  <a:cubicBezTo>
                    <a:pt x="13660" y="675"/>
                    <a:pt x="14064" y="714"/>
                    <a:pt x="14465" y="799"/>
                  </a:cubicBezTo>
                  <a:cubicBezTo>
                    <a:pt x="14598" y="799"/>
                    <a:pt x="14731" y="755"/>
                    <a:pt x="14775" y="622"/>
                  </a:cubicBezTo>
                  <a:close/>
                  <a:moveTo>
                    <a:pt x="14243" y="0"/>
                  </a:moveTo>
                  <a:cubicBezTo>
                    <a:pt x="14154" y="0"/>
                    <a:pt x="14065" y="45"/>
                    <a:pt x="14021" y="89"/>
                  </a:cubicBezTo>
                  <a:cubicBezTo>
                    <a:pt x="13767" y="63"/>
                    <a:pt x="13513" y="50"/>
                    <a:pt x="13260" y="50"/>
                  </a:cubicBezTo>
                  <a:cubicBezTo>
                    <a:pt x="8423" y="50"/>
                    <a:pt x="3772" y="4742"/>
                    <a:pt x="2086" y="8874"/>
                  </a:cubicBezTo>
                  <a:cubicBezTo>
                    <a:pt x="1" y="14021"/>
                    <a:pt x="1110" y="19877"/>
                    <a:pt x="4926" y="23826"/>
                  </a:cubicBezTo>
                  <a:cubicBezTo>
                    <a:pt x="7554" y="26510"/>
                    <a:pt x="11298" y="27909"/>
                    <a:pt x="15031" y="27909"/>
                  </a:cubicBezTo>
                  <a:cubicBezTo>
                    <a:pt x="17347" y="27909"/>
                    <a:pt x="19658" y="27370"/>
                    <a:pt x="21697" y="26266"/>
                  </a:cubicBezTo>
                  <a:cubicBezTo>
                    <a:pt x="26799" y="23471"/>
                    <a:pt x="29683" y="17126"/>
                    <a:pt x="28707" y="11403"/>
                  </a:cubicBezTo>
                  <a:cubicBezTo>
                    <a:pt x="27509" y="4437"/>
                    <a:pt x="20898" y="355"/>
                    <a:pt x="142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6"/>
            <p:cNvSpPr/>
            <p:nvPr/>
          </p:nvSpPr>
          <p:spPr>
            <a:xfrm>
              <a:off x="7061795" y="4119640"/>
              <a:ext cx="199954" cy="143676"/>
            </a:xfrm>
            <a:custGeom>
              <a:avLst/>
              <a:gdLst/>
              <a:ahLst/>
              <a:cxnLst/>
              <a:rect l="l" t="t" r="r" b="b"/>
              <a:pathLst>
                <a:path w="1510" h="1085" extrusionOk="0">
                  <a:moveTo>
                    <a:pt x="382" y="1"/>
                  </a:moveTo>
                  <a:cubicBezTo>
                    <a:pt x="75" y="1"/>
                    <a:pt x="1" y="474"/>
                    <a:pt x="319" y="553"/>
                  </a:cubicBezTo>
                  <a:cubicBezTo>
                    <a:pt x="585" y="642"/>
                    <a:pt x="807" y="775"/>
                    <a:pt x="985" y="997"/>
                  </a:cubicBezTo>
                  <a:cubicBezTo>
                    <a:pt x="1026" y="1059"/>
                    <a:pt x="1079" y="1085"/>
                    <a:pt x="1134" y="1085"/>
                  </a:cubicBezTo>
                  <a:cubicBezTo>
                    <a:pt x="1314" y="1085"/>
                    <a:pt x="1510" y="802"/>
                    <a:pt x="1340" y="598"/>
                  </a:cubicBezTo>
                  <a:cubicBezTo>
                    <a:pt x="1118" y="287"/>
                    <a:pt x="807" y="110"/>
                    <a:pt x="497" y="21"/>
                  </a:cubicBezTo>
                  <a:cubicBezTo>
                    <a:pt x="456" y="7"/>
                    <a:pt x="418"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6"/>
            <p:cNvSpPr/>
            <p:nvPr/>
          </p:nvSpPr>
          <p:spPr>
            <a:xfrm>
              <a:off x="7256717" y="4247161"/>
              <a:ext cx="76539" cy="85278"/>
            </a:xfrm>
            <a:custGeom>
              <a:avLst/>
              <a:gdLst/>
              <a:ahLst/>
              <a:cxnLst/>
              <a:rect l="l" t="t" r="r" b="b"/>
              <a:pathLst>
                <a:path w="578" h="644" extrusionOk="0">
                  <a:moveTo>
                    <a:pt x="289" y="1"/>
                  </a:moveTo>
                  <a:cubicBezTo>
                    <a:pt x="145" y="1"/>
                    <a:pt x="1" y="100"/>
                    <a:pt x="1" y="300"/>
                  </a:cubicBezTo>
                  <a:lnTo>
                    <a:pt x="1" y="344"/>
                  </a:lnTo>
                  <a:cubicBezTo>
                    <a:pt x="1" y="544"/>
                    <a:pt x="145" y="644"/>
                    <a:pt x="289" y="644"/>
                  </a:cubicBezTo>
                  <a:cubicBezTo>
                    <a:pt x="433" y="644"/>
                    <a:pt x="578" y="544"/>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6"/>
            <p:cNvSpPr/>
            <p:nvPr/>
          </p:nvSpPr>
          <p:spPr>
            <a:xfrm>
              <a:off x="7579954" y="3652330"/>
              <a:ext cx="105804" cy="70580"/>
            </a:xfrm>
            <a:custGeom>
              <a:avLst/>
              <a:gdLst/>
              <a:ahLst/>
              <a:cxnLst/>
              <a:rect l="l" t="t" r="r" b="b"/>
              <a:pathLst>
                <a:path w="799" h="533" extrusionOk="0">
                  <a:moveTo>
                    <a:pt x="355" y="0"/>
                  </a:moveTo>
                  <a:cubicBezTo>
                    <a:pt x="0" y="0"/>
                    <a:pt x="0" y="533"/>
                    <a:pt x="355"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6"/>
            <p:cNvSpPr/>
            <p:nvPr/>
          </p:nvSpPr>
          <p:spPr>
            <a:xfrm>
              <a:off x="7193950" y="3569700"/>
              <a:ext cx="489954" cy="287616"/>
            </a:xfrm>
            <a:custGeom>
              <a:avLst/>
              <a:gdLst/>
              <a:ahLst/>
              <a:cxnLst/>
              <a:rect l="l" t="t" r="r" b="b"/>
              <a:pathLst>
                <a:path w="3700" h="2172" extrusionOk="0">
                  <a:moveTo>
                    <a:pt x="3267" y="1"/>
                  </a:moveTo>
                  <a:cubicBezTo>
                    <a:pt x="3254" y="1"/>
                    <a:pt x="3240" y="1"/>
                    <a:pt x="3226" y="3"/>
                  </a:cubicBezTo>
                  <a:cubicBezTo>
                    <a:pt x="2072" y="269"/>
                    <a:pt x="1052" y="846"/>
                    <a:pt x="209" y="1689"/>
                  </a:cubicBezTo>
                  <a:cubicBezTo>
                    <a:pt x="1" y="1862"/>
                    <a:pt x="172" y="2171"/>
                    <a:pt x="405" y="2171"/>
                  </a:cubicBezTo>
                  <a:cubicBezTo>
                    <a:pt x="470" y="2171"/>
                    <a:pt x="540" y="2147"/>
                    <a:pt x="608" y="2089"/>
                  </a:cubicBezTo>
                  <a:cubicBezTo>
                    <a:pt x="1362" y="1334"/>
                    <a:pt x="2294" y="802"/>
                    <a:pt x="3359" y="580"/>
                  </a:cubicBezTo>
                  <a:cubicBezTo>
                    <a:pt x="3700" y="495"/>
                    <a:pt x="3590" y="1"/>
                    <a:pt x="3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6"/>
            <p:cNvSpPr/>
            <p:nvPr/>
          </p:nvSpPr>
          <p:spPr>
            <a:xfrm>
              <a:off x="7206795" y="3518056"/>
              <a:ext cx="202603" cy="169233"/>
            </a:xfrm>
            <a:custGeom>
              <a:avLst/>
              <a:gdLst/>
              <a:ahLst/>
              <a:cxnLst/>
              <a:rect l="l" t="t" r="r" b="b"/>
              <a:pathLst>
                <a:path w="1530" h="1278" extrusionOk="0">
                  <a:moveTo>
                    <a:pt x="1134" y="0"/>
                  </a:moveTo>
                  <a:cubicBezTo>
                    <a:pt x="1091" y="0"/>
                    <a:pt x="1046" y="12"/>
                    <a:pt x="999" y="38"/>
                  </a:cubicBezTo>
                  <a:cubicBezTo>
                    <a:pt x="688" y="260"/>
                    <a:pt x="378" y="526"/>
                    <a:pt x="156" y="881"/>
                  </a:cubicBezTo>
                  <a:cubicBezTo>
                    <a:pt x="0" y="1068"/>
                    <a:pt x="195" y="1277"/>
                    <a:pt x="401" y="1277"/>
                  </a:cubicBezTo>
                  <a:cubicBezTo>
                    <a:pt x="489" y="1277"/>
                    <a:pt x="578" y="1240"/>
                    <a:pt x="644" y="1147"/>
                  </a:cubicBezTo>
                  <a:cubicBezTo>
                    <a:pt x="822" y="881"/>
                    <a:pt x="1043" y="704"/>
                    <a:pt x="1265" y="526"/>
                  </a:cubicBezTo>
                  <a:cubicBezTo>
                    <a:pt x="1529" y="375"/>
                    <a:pt x="1376" y="0"/>
                    <a:pt x="11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6"/>
            <p:cNvSpPr/>
            <p:nvPr/>
          </p:nvSpPr>
          <p:spPr>
            <a:xfrm>
              <a:off x="7254466" y="2893034"/>
              <a:ext cx="202867" cy="116000"/>
            </a:xfrm>
            <a:custGeom>
              <a:avLst/>
              <a:gdLst/>
              <a:ahLst/>
              <a:cxnLst/>
              <a:rect l="l" t="t" r="r" b="b"/>
              <a:pathLst>
                <a:path w="1532" h="876" extrusionOk="0">
                  <a:moveTo>
                    <a:pt x="393" y="1"/>
                  </a:moveTo>
                  <a:cubicBezTo>
                    <a:pt x="127" y="1"/>
                    <a:pt x="1" y="465"/>
                    <a:pt x="328" y="588"/>
                  </a:cubicBezTo>
                  <a:lnTo>
                    <a:pt x="1083" y="854"/>
                  </a:lnTo>
                  <a:cubicBezTo>
                    <a:pt x="1117" y="868"/>
                    <a:pt x="1149" y="875"/>
                    <a:pt x="1179" y="875"/>
                  </a:cubicBezTo>
                  <a:cubicBezTo>
                    <a:pt x="1426" y="875"/>
                    <a:pt x="1532" y="440"/>
                    <a:pt x="1216" y="321"/>
                  </a:cubicBezTo>
                  <a:lnTo>
                    <a:pt x="462" y="11"/>
                  </a:lnTo>
                  <a:cubicBezTo>
                    <a:pt x="438" y="4"/>
                    <a:pt x="415" y="1"/>
                    <a:pt x="3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6"/>
            <p:cNvSpPr/>
            <p:nvPr/>
          </p:nvSpPr>
          <p:spPr>
            <a:xfrm>
              <a:off x="7462365" y="2972221"/>
              <a:ext cx="70712" cy="80909"/>
            </a:xfrm>
            <a:custGeom>
              <a:avLst/>
              <a:gdLst/>
              <a:ahLst/>
              <a:cxnLst/>
              <a:rect l="l" t="t" r="r" b="b"/>
              <a:pathLst>
                <a:path w="534" h="611" extrusionOk="0">
                  <a:moveTo>
                    <a:pt x="267" y="1"/>
                  </a:moveTo>
                  <a:cubicBezTo>
                    <a:pt x="134" y="1"/>
                    <a:pt x="1" y="101"/>
                    <a:pt x="1" y="300"/>
                  </a:cubicBezTo>
                  <a:lnTo>
                    <a:pt x="1" y="345"/>
                  </a:lnTo>
                  <a:cubicBezTo>
                    <a:pt x="1" y="522"/>
                    <a:pt x="134" y="611"/>
                    <a:pt x="267" y="611"/>
                  </a:cubicBezTo>
                  <a:cubicBezTo>
                    <a:pt x="400" y="611"/>
                    <a:pt x="533" y="522"/>
                    <a:pt x="533" y="345"/>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6"/>
            <p:cNvSpPr/>
            <p:nvPr/>
          </p:nvSpPr>
          <p:spPr>
            <a:xfrm>
              <a:off x="7529899" y="2430226"/>
              <a:ext cx="276625" cy="422155"/>
            </a:xfrm>
            <a:custGeom>
              <a:avLst/>
              <a:gdLst/>
              <a:ahLst/>
              <a:cxnLst/>
              <a:rect l="l" t="t" r="r" b="b"/>
              <a:pathLst>
                <a:path w="2089" h="3188" extrusionOk="0">
                  <a:moveTo>
                    <a:pt x="256" y="1"/>
                  </a:moveTo>
                  <a:cubicBezTo>
                    <a:pt x="123" y="1"/>
                    <a:pt x="1" y="90"/>
                    <a:pt x="23" y="267"/>
                  </a:cubicBezTo>
                  <a:cubicBezTo>
                    <a:pt x="112" y="1332"/>
                    <a:pt x="556" y="2308"/>
                    <a:pt x="1265" y="3107"/>
                  </a:cubicBezTo>
                  <a:cubicBezTo>
                    <a:pt x="1321" y="3162"/>
                    <a:pt x="1390" y="3187"/>
                    <a:pt x="1458" y="3187"/>
                  </a:cubicBezTo>
                  <a:cubicBezTo>
                    <a:pt x="1607" y="3187"/>
                    <a:pt x="1753" y="3067"/>
                    <a:pt x="1753" y="2885"/>
                  </a:cubicBezTo>
                  <a:cubicBezTo>
                    <a:pt x="1777" y="2891"/>
                    <a:pt x="1799" y="2893"/>
                    <a:pt x="1821" y="2893"/>
                  </a:cubicBezTo>
                  <a:cubicBezTo>
                    <a:pt x="1964" y="2893"/>
                    <a:pt x="2064" y="2773"/>
                    <a:pt x="2064" y="2619"/>
                  </a:cubicBezTo>
                  <a:lnTo>
                    <a:pt x="2064" y="2574"/>
                  </a:lnTo>
                  <a:cubicBezTo>
                    <a:pt x="2089" y="2375"/>
                    <a:pt x="1918" y="2259"/>
                    <a:pt x="1755" y="2259"/>
                  </a:cubicBezTo>
                  <a:cubicBezTo>
                    <a:pt x="1629" y="2259"/>
                    <a:pt x="1507" y="2330"/>
                    <a:pt x="1487" y="2485"/>
                  </a:cubicBezTo>
                  <a:cubicBezTo>
                    <a:pt x="955" y="1864"/>
                    <a:pt x="644" y="1110"/>
                    <a:pt x="556" y="267"/>
                  </a:cubicBezTo>
                  <a:cubicBezTo>
                    <a:pt x="533" y="90"/>
                    <a:pt x="389" y="1"/>
                    <a:pt x="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6"/>
            <p:cNvSpPr/>
            <p:nvPr/>
          </p:nvSpPr>
          <p:spPr>
            <a:xfrm>
              <a:off x="7532945" y="2290788"/>
              <a:ext cx="76406" cy="80909"/>
            </a:xfrm>
            <a:custGeom>
              <a:avLst/>
              <a:gdLst/>
              <a:ahLst/>
              <a:cxnLst/>
              <a:rect l="l" t="t" r="r" b="b"/>
              <a:pathLst>
                <a:path w="577" h="611" extrusionOk="0">
                  <a:moveTo>
                    <a:pt x="289" y="0"/>
                  </a:moveTo>
                  <a:cubicBezTo>
                    <a:pt x="144" y="0"/>
                    <a:pt x="0" y="100"/>
                    <a:pt x="0" y="300"/>
                  </a:cubicBezTo>
                  <a:lnTo>
                    <a:pt x="0" y="344"/>
                  </a:lnTo>
                  <a:cubicBezTo>
                    <a:pt x="0" y="521"/>
                    <a:pt x="144" y="610"/>
                    <a:pt x="289" y="610"/>
                  </a:cubicBezTo>
                  <a:cubicBezTo>
                    <a:pt x="433" y="610"/>
                    <a:pt x="577" y="521"/>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6"/>
            <p:cNvSpPr/>
            <p:nvPr/>
          </p:nvSpPr>
          <p:spPr>
            <a:xfrm>
              <a:off x="7165877" y="2230537"/>
              <a:ext cx="326018" cy="124740"/>
            </a:xfrm>
            <a:custGeom>
              <a:avLst/>
              <a:gdLst/>
              <a:ahLst/>
              <a:cxnLst/>
              <a:rect l="l" t="t" r="r" b="b"/>
              <a:pathLst>
                <a:path w="2462" h="942" extrusionOk="0">
                  <a:moveTo>
                    <a:pt x="2018" y="0"/>
                  </a:moveTo>
                  <a:cubicBezTo>
                    <a:pt x="1929" y="0"/>
                    <a:pt x="1840" y="45"/>
                    <a:pt x="1796" y="133"/>
                  </a:cubicBezTo>
                  <a:cubicBezTo>
                    <a:pt x="1752" y="89"/>
                    <a:pt x="1663" y="89"/>
                    <a:pt x="1619" y="89"/>
                  </a:cubicBezTo>
                  <a:cubicBezTo>
                    <a:pt x="1175" y="89"/>
                    <a:pt x="731" y="222"/>
                    <a:pt x="288" y="355"/>
                  </a:cubicBezTo>
                  <a:cubicBezTo>
                    <a:pt x="1" y="478"/>
                    <a:pt x="92" y="942"/>
                    <a:pt x="353" y="942"/>
                  </a:cubicBezTo>
                  <a:cubicBezTo>
                    <a:pt x="374" y="942"/>
                    <a:pt x="397" y="939"/>
                    <a:pt x="421" y="932"/>
                  </a:cubicBezTo>
                  <a:cubicBezTo>
                    <a:pt x="820" y="755"/>
                    <a:pt x="1219" y="666"/>
                    <a:pt x="1619" y="666"/>
                  </a:cubicBezTo>
                  <a:cubicBezTo>
                    <a:pt x="1707" y="621"/>
                    <a:pt x="1796" y="577"/>
                    <a:pt x="1840" y="488"/>
                  </a:cubicBezTo>
                  <a:cubicBezTo>
                    <a:pt x="1872" y="520"/>
                    <a:pt x="1925" y="551"/>
                    <a:pt x="1970" y="551"/>
                  </a:cubicBezTo>
                  <a:cubicBezTo>
                    <a:pt x="1988" y="551"/>
                    <a:pt x="2005" y="546"/>
                    <a:pt x="2018" y="533"/>
                  </a:cubicBezTo>
                  <a:lnTo>
                    <a:pt x="2107" y="533"/>
                  </a:lnTo>
                  <a:cubicBezTo>
                    <a:pt x="2462" y="533"/>
                    <a:pt x="2462"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6"/>
            <p:cNvSpPr/>
            <p:nvPr/>
          </p:nvSpPr>
          <p:spPr>
            <a:xfrm>
              <a:off x="7203881" y="1918423"/>
              <a:ext cx="121959" cy="253452"/>
            </a:xfrm>
            <a:custGeom>
              <a:avLst/>
              <a:gdLst/>
              <a:ahLst/>
              <a:cxnLst/>
              <a:rect l="l" t="t" r="r" b="b"/>
              <a:pathLst>
                <a:path w="921" h="1914" extrusionOk="0">
                  <a:moveTo>
                    <a:pt x="555" y="0"/>
                  </a:moveTo>
                  <a:cubicBezTo>
                    <a:pt x="475" y="0"/>
                    <a:pt x="397" y="41"/>
                    <a:pt x="355" y="139"/>
                  </a:cubicBezTo>
                  <a:cubicBezTo>
                    <a:pt x="134" y="627"/>
                    <a:pt x="1" y="1115"/>
                    <a:pt x="1" y="1647"/>
                  </a:cubicBezTo>
                  <a:cubicBezTo>
                    <a:pt x="1" y="1825"/>
                    <a:pt x="134" y="1914"/>
                    <a:pt x="267" y="1914"/>
                  </a:cubicBezTo>
                  <a:cubicBezTo>
                    <a:pt x="400" y="1914"/>
                    <a:pt x="533" y="1825"/>
                    <a:pt x="533" y="1647"/>
                  </a:cubicBezTo>
                  <a:cubicBezTo>
                    <a:pt x="533" y="1204"/>
                    <a:pt x="622" y="804"/>
                    <a:pt x="799" y="405"/>
                  </a:cubicBezTo>
                  <a:cubicBezTo>
                    <a:pt x="921" y="192"/>
                    <a:pt x="730" y="0"/>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6"/>
            <p:cNvSpPr/>
            <p:nvPr/>
          </p:nvSpPr>
          <p:spPr>
            <a:xfrm>
              <a:off x="7094635" y="1862144"/>
              <a:ext cx="104612" cy="155329"/>
            </a:xfrm>
            <a:custGeom>
              <a:avLst/>
              <a:gdLst/>
              <a:ahLst/>
              <a:cxnLst/>
              <a:rect l="l" t="t" r="r" b="b"/>
              <a:pathLst>
                <a:path w="790" h="1173" extrusionOk="0">
                  <a:moveTo>
                    <a:pt x="463" y="0"/>
                  </a:moveTo>
                  <a:cubicBezTo>
                    <a:pt x="351" y="0"/>
                    <a:pt x="241" y="64"/>
                    <a:pt x="204" y="209"/>
                  </a:cubicBezTo>
                  <a:cubicBezTo>
                    <a:pt x="160" y="386"/>
                    <a:pt x="116" y="608"/>
                    <a:pt x="27" y="830"/>
                  </a:cubicBezTo>
                  <a:cubicBezTo>
                    <a:pt x="1" y="1040"/>
                    <a:pt x="176" y="1172"/>
                    <a:pt x="342" y="1172"/>
                  </a:cubicBezTo>
                  <a:cubicBezTo>
                    <a:pt x="457" y="1172"/>
                    <a:pt x="567" y="1109"/>
                    <a:pt x="604" y="963"/>
                  </a:cubicBezTo>
                  <a:cubicBezTo>
                    <a:pt x="648" y="741"/>
                    <a:pt x="692" y="564"/>
                    <a:pt x="737" y="342"/>
                  </a:cubicBezTo>
                  <a:cubicBezTo>
                    <a:pt x="789" y="132"/>
                    <a:pt x="625"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6"/>
            <p:cNvSpPr/>
            <p:nvPr/>
          </p:nvSpPr>
          <p:spPr>
            <a:xfrm>
              <a:off x="7051731" y="2063290"/>
              <a:ext cx="115603" cy="82630"/>
            </a:xfrm>
            <a:custGeom>
              <a:avLst/>
              <a:gdLst/>
              <a:ahLst/>
              <a:cxnLst/>
              <a:rect l="l" t="t" r="r" b="b"/>
              <a:pathLst>
                <a:path w="873" h="624" extrusionOk="0">
                  <a:moveTo>
                    <a:pt x="436" y="0"/>
                  </a:moveTo>
                  <a:cubicBezTo>
                    <a:pt x="377" y="0"/>
                    <a:pt x="317" y="20"/>
                    <a:pt x="262" y="65"/>
                  </a:cubicBezTo>
                  <a:lnTo>
                    <a:pt x="173" y="154"/>
                  </a:lnTo>
                  <a:cubicBezTo>
                    <a:pt x="0" y="362"/>
                    <a:pt x="178" y="623"/>
                    <a:pt x="391" y="623"/>
                  </a:cubicBezTo>
                  <a:cubicBezTo>
                    <a:pt x="451" y="623"/>
                    <a:pt x="514" y="602"/>
                    <a:pt x="573" y="553"/>
                  </a:cubicBezTo>
                  <a:lnTo>
                    <a:pt x="661" y="465"/>
                  </a:lnTo>
                  <a:cubicBezTo>
                    <a:pt x="873" y="289"/>
                    <a:pt x="665" y="0"/>
                    <a:pt x="4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6"/>
            <p:cNvSpPr/>
            <p:nvPr/>
          </p:nvSpPr>
          <p:spPr>
            <a:xfrm>
              <a:off x="6989096" y="3038563"/>
              <a:ext cx="162082" cy="232000"/>
            </a:xfrm>
            <a:custGeom>
              <a:avLst/>
              <a:gdLst/>
              <a:ahLst/>
              <a:cxnLst/>
              <a:rect l="l" t="t" r="r" b="b"/>
              <a:pathLst>
                <a:path w="1224" h="1752" extrusionOk="0">
                  <a:moveTo>
                    <a:pt x="396" y="1"/>
                  </a:moveTo>
                  <a:cubicBezTo>
                    <a:pt x="202" y="1"/>
                    <a:pt x="0" y="199"/>
                    <a:pt x="158" y="420"/>
                  </a:cubicBezTo>
                  <a:cubicBezTo>
                    <a:pt x="247" y="554"/>
                    <a:pt x="336" y="687"/>
                    <a:pt x="425" y="864"/>
                  </a:cubicBezTo>
                  <a:cubicBezTo>
                    <a:pt x="469" y="997"/>
                    <a:pt x="513" y="1130"/>
                    <a:pt x="558" y="1263"/>
                  </a:cubicBezTo>
                  <a:cubicBezTo>
                    <a:pt x="469" y="1441"/>
                    <a:pt x="558" y="1663"/>
                    <a:pt x="780" y="1751"/>
                  </a:cubicBezTo>
                  <a:cubicBezTo>
                    <a:pt x="868" y="1751"/>
                    <a:pt x="1001" y="1707"/>
                    <a:pt x="1090" y="1618"/>
                  </a:cubicBezTo>
                  <a:cubicBezTo>
                    <a:pt x="1223" y="1397"/>
                    <a:pt x="1090" y="1086"/>
                    <a:pt x="1001" y="864"/>
                  </a:cubicBezTo>
                  <a:cubicBezTo>
                    <a:pt x="913" y="598"/>
                    <a:pt x="780" y="332"/>
                    <a:pt x="602" y="110"/>
                  </a:cubicBezTo>
                  <a:cubicBezTo>
                    <a:pt x="551" y="33"/>
                    <a:pt x="474"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6"/>
            <p:cNvSpPr/>
            <p:nvPr/>
          </p:nvSpPr>
          <p:spPr>
            <a:xfrm>
              <a:off x="6811786" y="4040056"/>
              <a:ext cx="121959" cy="256100"/>
            </a:xfrm>
            <a:custGeom>
              <a:avLst/>
              <a:gdLst/>
              <a:ahLst/>
              <a:cxnLst/>
              <a:rect l="l" t="t" r="r" b="b"/>
              <a:pathLst>
                <a:path w="921" h="1934" extrusionOk="0">
                  <a:moveTo>
                    <a:pt x="571" y="1"/>
                  </a:moveTo>
                  <a:cubicBezTo>
                    <a:pt x="433" y="1"/>
                    <a:pt x="299" y="89"/>
                    <a:pt x="299" y="267"/>
                  </a:cubicBezTo>
                  <a:cubicBezTo>
                    <a:pt x="388" y="666"/>
                    <a:pt x="299" y="1110"/>
                    <a:pt x="122" y="1509"/>
                  </a:cubicBezTo>
                  <a:cubicBezTo>
                    <a:pt x="1" y="1721"/>
                    <a:pt x="190" y="1934"/>
                    <a:pt x="379" y="1934"/>
                  </a:cubicBezTo>
                  <a:cubicBezTo>
                    <a:pt x="466" y="1934"/>
                    <a:pt x="554" y="1888"/>
                    <a:pt x="610" y="1775"/>
                  </a:cubicBezTo>
                  <a:cubicBezTo>
                    <a:pt x="832" y="1332"/>
                    <a:pt x="921" y="799"/>
                    <a:pt x="876" y="267"/>
                  </a:cubicBezTo>
                  <a:cubicBezTo>
                    <a:pt x="854" y="89"/>
                    <a:pt x="710" y="1"/>
                    <a:pt x="5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6"/>
            <p:cNvSpPr/>
            <p:nvPr/>
          </p:nvSpPr>
          <p:spPr>
            <a:xfrm>
              <a:off x="6658973" y="2916340"/>
              <a:ext cx="161685" cy="149237"/>
            </a:xfrm>
            <a:custGeom>
              <a:avLst/>
              <a:gdLst/>
              <a:ahLst/>
              <a:cxnLst/>
              <a:rect l="l" t="t" r="r" b="b"/>
              <a:pathLst>
                <a:path w="1221" h="1127" extrusionOk="0">
                  <a:moveTo>
                    <a:pt x="363" y="0"/>
                  </a:moveTo>
                  <a:cubicBezTo>
                    <a:pt x="135" y="0"/>
                    <a:pt x="0" y="362"/>
                    <a:pt x="256" y="545"/>
                  </a:cubicBezTo>
                  <a:cubicBezTo>
                    <a:pt x="389" y="634"/>
                    <a:pt x="522" y="811"/>
                    <a:pt x="610" y="988"/>
                  </a:cubicBezTo>
                  <a:cubicBezTo>
                    <a:pt x="666" y="1086"/>
                    <a:pt x="753" y="1127"/>
                    <a:pt x="840" y="1127"/>
                  </a:cubicBezTo>
                  <a:cubicBezTo>
                    <a:pt x="1029" y="1127"/>
                    <a:pt x="1220" y="935"/>
                    <a:pt x="1098" y="722"/>
                  </a:cubicBezTo>
                  <a:cubicBezTo>
                    <a:pt x="965" y="456"/>
                    <a:pt x="744" y="234"/>
                    <a:pt x="522" y="57"/>
                  </a:cubicBezTo>
                  <a:cubicBezTo>
                    <a:pt x="466" y="17"/>
                    <a:pt x="413"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6"/>
            <p:cNvSpPr/>
            <p:nvPr/>
          </p:nvSpPr>
          <p:spPr>
            <a:xfrm>
              <a:off x="6740279" y="2826427"/>
              <a:ext cx="111498" cy="80379"/>
            </a:xfrm>
            <a:custGeom>
              <a:avLst/>
              <a:gdLst/>
              <a:ahLst/>
              <a:cxnLst/>
              <a:rect l="l" t="t" r="r" b="b"/>
              <a:pathLst>
                <a:path w="842" h="607" extrusionOk="0">
                  <a:moveTo>
                    <a:pt x="391" y="0"/>
                  </a:moveTo>
                  <a:cubicBezTo>
                    <a:pt x="179" y="0"/>
                    <a:pt x="1" y="262"/>
                    <a:pt x="174" y="470"/>
                  </a:cubicBezTo>
                  <a:cubicBezTo>
                    <a:pt x="218" y="470"/>
                    <a:pt x="218" y="514"/>
                    <a:pt x="263" y="558"/>
                  </a:cubicBezTo>
                  <a:cubicBezTo>
                    <a:pt x="313" y="592"/>
                    <a:pt x="366" y="606"/>
                    <a:pt x="419" y="606"/>
                  </a:cubicBezTo>
                  <a:cubicBezTo>
                    <a:pt x="642" y="606"/>
                    <a:pt x="842" y="339"/>
                    <a:pt x="662" y="159"/>
                  </a:cubicBezTo>
                  <a:lnTo>
                    <a:pt x="573" y="70"/>
                  </a:lnTo>
                  <a:cubicBezTo>
                    <a:pt x="515" y="21"/>
                    <a:pt x="452" y="0"/>
                    <a:pt x="3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6"/>
            <p:cNvSpPr/>
            <p:nvPr/>
          </p:nvSpPr>
          <p:spPr>
            <a:xfrm>
              <a:off x="6459284" y="2158368"/>
              <a:ext cx="237164" cy="183799"/>
            </a:xfrm>
            <a:custGeom>
              <a:avLst/>
              <a:gdLst/>
              <a:ahLst/>
              <a:cxnLst/>
              <a:rect l="l" t="t" r="r" b="b"/>
              <a:pathLst>
                <a:path w="1791" h="1388" extrusionOk="0">
                  <a:moveTo>
                    <a:pt x="386" y="1"/>
                  </a:moveTo>
                  <a:cubicBezTo>
                    <a:pt x="134" y="1"/>
                    <a:pt x="0" y="355"/>
                    <a:pt x="255" y="501"/>
                  </a:cubicBezTo>
                  <a:cubicBezTo>
                    <a:pt x="610" y="723"/>
                    <a:pt x="921" y="989"/>
                    <a:pt x="1187" y="1300"/>
                  </a:cubicBezTo>
                  <a:cubicBezTo>
                    <a:pt x="1249" y="1361"/>
                    <a:pt x="1318" y="1387"/>
                    <a:pt x="1384" y="1387"/>
                  </a:cubicBezTo>
                  <a:cubicBezTo>
                    <a:pt x="1603" y="1387"/>
                    <a:pt x="1790" y="1105"/>
                    <a:pt x="1586" y="900"/>
                  </a:cubicBezTo>
                  <a:cubicBezTo>
                    <a:pt x="1320" y="545"/>
                    <a:pt x="965" y="235"/>
                    <a:pt x="566" y="57"/>
                  </a:cubicBezTo>
                  <a:cubicBezTo>
                    <a:pt x="502" y="17"/>
                    <a:pt x="441" y="1"/>
                    <a:pt x="3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6"/>
            <p:cNvSpPr/>
            <p:nvPr/>
          </p:nvSpPr>
          <p:spPr>
            <a:xfrm>
              <a:off x="6545224" y="2074546"/>
              <a:ext cx="141425" cy="90708"/>
            </a:xfrm>
            <a:custGeom>
              <a:avLst/>
              <a:gdLst/>
              <a:ahLst/>
              <a:cxnLst/>
              <a:rect l="l" t="t" r="r" b="b"/>
              <a:pathLst>
                <a:path w="1068" h="685" extrusionOk="0">
                  <a:moveTo>
                    <a:pt x="422" y="0"/>
                  </a:moveTo>
                  <a:cubicBezTo>
                    <a:pt x="169" y="0"/>
                    <a:pt x="0" y="358"/>
                    <a:pt x="272" y="513"/>
                  </a:cubicBezTo>
                  <a:lnTo>
                    <a:pt x="538" y="646"/>
                  </a:lnTo>
                  <a:cubicBezTo>
                    <a:pt x="584" y="672"/>
                    <a:pt x="630" y="684"/>
                    <a:pt x="673" y="684"/>
                  </a:cubicBezTo>
                  <a:cubicBezTo>
                    <a:pt x="915" y="684"/>
                    <a:pt x="1068" y="309"/>
                    <a:pt x="804" y="158"/>
                  </a:cubicBezTo>
                  <a:lnTo>
                    <a:pt x="538" y="25"/>
                  </a:lnTo>
                  <a:cubicBezTo>
                    <a:pt x="498" y="8"/>
                    <a:pt x="459" y="0"/>
                    <a:pt x="4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6"/>
            <p:cNvSpPr/>
            <p:nvPr/>
          </p:nvSpPr>
          <p:spPr>
            <a:xfrm>
              <a:off x="5817312" y="4171814"/>
              <a:ext cx="369717" cy="191479"/>
            </a:xfrm>
            <a:custGeom>
              <a:avLst/>
              <a:gdLst/>
              <a:ahLst/>
              <a:cxnLst/>
              <a:rect l="l" t="t" r="r" b="b"/>
              <a:pathLst>
                <a:path w="2792" h="1446" extrusionOk="0">
                  <a:moveTo>
                    <a:pt x="2383" y="1"/>
                  </a:moveTo>
                  <a:cubicBezTo>
                    <a:pt x="2325" y="1"/>
                    <a:pt x="2268" y="22"/>
                    <a:pt x="2219" y="70"/>
                  </a:cubicBezTo>
                  <a:cubicBezTo>
                    <a:pt x="1762" y="569"/>
                    <a:pt x="1149" y="873"/>
                    <a:pt x="490" y="873"/>
                  </a:cubicBezTo>
                  <a:cubicBezTo>
                    <a:pt x="445" y="873"/>
                    <a:pt x="401" y="872"/>
                    <a:pt x="356" y="869"/>
                  </a:cubicBezTo>
                  <a:cubicBezTo>
                    <a:pt x="1" y="869"/>
                    <a:pt x="1" y="1446"/>
                    <a:pt x="356" y="1446"/>
                  </a:cubicBezTo>
                  <a:cubicBezTo>
                    <a:pt x="1199" y="1446"/>
                    <a:pt x="2042" y="1091"/>
                    <a:pt x="2618" y="470"/>
                  </a:cubicBezTo>
                  <a:cubicBezTo>
                    <a:pt x="2791" y="262"/>
                    <a:pt x="2587" y="1"/>
                    <a:pt x="2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6"/>
            <p:cNvSpPr/>
            <p:nvPr/>
          </p:nvSpPr>
          <p:spPr>
            <a:xfrm>
              <a:off x="5766065" y="4157248"/>
              <a:ext cx="190552" cy="83027"/>
            </a:xfrm>
            <a:custGeom>
              <a:avLst/>
              <a:gdLst/>
              <a:ahLst/>
              <a:cxnLst/>
              <a:rect l="l" t="t" r="r" b="b"/>
              <a:pathLst>
                <a:path w="1439" h="627" extrusionOk="0">
                  <a:moveTo>
                    <a:pt x="962" y="0"/>
                  </a:moveTo>
                  <a:cubicBezTo>
                    <a:pt x="948" y="0"/>
                    <a:pt x="934" y="1"/>
                    <a:pt x="920" y="3"/>
                  </a:cubicBezTo>
                  <a:lnTo>
                    <a:pt x="299" y="92"/>
                  </a:lnTo>
                  <a:cubicBezTo>
                    <a:pt x="1" y="134"/>
                    <a:pt x="112" y="627"/>
                    <a:pt x="435" y="627"/>
                  </a:cubicBezTo>
                  <a:cubicBezTo>
                    <a:pt x="448" y="627"/>
                    <a:pt x="462" y="626"/>
                    <a:pt x="476" y="624"/>
                  </a:cubicBezTo>
                  <a:lnTo>
                    <a:pt x="1098" y="535"/>
                  </a:lnTo>
                  <a:cubicBezTo>
                    <a:pt x="1438" y="493"/>
                    <a:pt x="1288" y="0"/>
                    <a:pt x="9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6"/>
            <p:cNvSpPr/>
            <p:nvPr/>
          </p:nvSpPr>
          <p:spPr>
            <a:xfrm>
              <a:off x="5940727" y="4081238"/>
              <a:ext cx="111762" cy="76539"/>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6"/>
            <p:cNvSpPr/>
            <p:nvPr/>
          </p:nvSpPr>
          <p:spPr>
            <a:xfrm>
              <a:off x="6024416" y="4009070"/>
              <a:ext cx="139173" cy="103288"/>
            </a:xfrm>
            <a:custGeom>
              <a:avLst/>
              <a:gdLst/>
              <a:ahLst/>
              <a:cxnLst/>
              <a:rect l="l" t="t" r="r" b="b"/>
              <a:pathLst>
                <a:path w="1051" h="780" extrusionOk="0">
                  <a:moveTo>
                    <a:pt x="707" y="0"/>
                  </a:moveTo>
                  <a:cubicBezTo>
                    <a:pt x="662" y="0"/>
                    <a:pt x="614" y="17"/>
                    <a:pt x="566" y="57"/>
                  </a:cubicBezTo>
                  <a:lnTo>
                    <a:pt x="256" y="235"/>
                  </a:lnTo>
                  <a:cubicBezTo>
                    <a:pt x="0" y="417"/>
                    <a:pt x="135" y="779"/>
                    <a:pt x="388" y="779"/>
                  </a:cubicBezTo>
                  <a:cubicBezTo>
                    <a:pt x="443" y="779"/>
                    <a:pt x="503" y="762"/>
                    <a:pt x="566" y="723"/>
                  </a:cubicBezTo>
                  <a:lnTo>
                    <a:pt x="833" y="501"/>
                  </a:lnTo>
                  <a:cubicBezTo>
                    <a:pt x="1051" y="355"/>
                    <a:pt x="911" y="0"/>
                    <a:pt x="7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6"/>
            <p:cNvSpPr/>
            <p:nvPr/>
          </p:nvSpPr>
          <p:spPr>
            <a:xfrm>
              <a:off x="6218279" y="4045485"/>
              <a:ext cx="174927" cy="314100"/>
            </a:xfrm>
            <a:custGeom>
              <a:avLst/>
              <a:gdLst/>
              <a:ahLst/>
              <a:cxnLst/>
              <a:rect l="l" t="t" r="r" b="b"/>
              <a:pathLst>
                <a:path w="1321" h="2372" extrusionOk="0">
                  <a:moveTo>
                    <a:pt x="385" y="0"/>
                  </a:moveTo>
                  <a:cubicBezTo>
                    <a:pt x="195" y="0"/>
                    <a:pt x="0" y="203"/>
                    <a:pt x="123" y="448"/>
                  </a:cubicBezTo>
                  <a:cubicBezTo>
                    <a:pt x="433" y="936"/>
                    <a:pt x="655" y="1557"/>
                    <a:pt x="744" y="2178"/>
                  </a:cubicBezTo>
                  <a:cubicBezTo>
                    <a:pt x="761" y="2314"/>
                    <a:pt x="849" y="2372"/>
                    <a:pt x="952" y="2372"/>
                  </a:cubicBezTo>
                  <a:cubicBezTo>
                    <a:pt x="1117" y="2372"/>
                    <a:pt x="1321" y="2220"/>
                    <a:pt x="1321" y="2001"/>
                  </a:cubicBezTo>
                  <a:cubicBezTo>
                    <a:pt x="1188" y="1335"/>
                    <a:pt x="966" y="714"/>
                    <a:pt x="611" y="137"/>
                  </a:cubicBezTo>
                  <a:cubicBezTo>
                    <a:pt x="556" y="41"/>
                    <a:pt x="471" y="0"/>
                    <a:pt x="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6"/>
            <p:cNvSpPr/>
            <p:nvPr/>
          </p:nvSpPr>
          <p:spPr>
            <a:xfrm>
              <a:off x="6338914" y="3984704"/>
              <a:ext cx="115603" cy="122621"/>
            </a:xfrm>
            <a:custGeom>
              <a:avLst/>
              <a:gdLst/>
              <a:ahLst/>
              <a:cxnLst/>
              <a:rect l="l" t="t" r="r" b="b"/>
              <a:pathLst>
                <a:path w="873" h="926" extrusionOk="0">
                  <a:moveTo>
                    <a:pt x="354" y="1"/>
                  </a:moveTo>
                  <a:cubicBezTo>
                    <a:pt x="177" y="1"/>
                    <a:pt x="1" y="141"/>
                    <a:pt x="55" y="330"/>
                  </a:cubicBezTo>
                  <a:lnTo>
                    <a:pt x="232" y="729"/>
                  </a:lnTo>
                  <a:cubicBezTo>
                    <a:pt x="302" y="868"/>
                    <a:pt x="425" y="925"/>
                    <a:pt x="539" y="925"/>
                  </a:cubicBezTo>
                  <a:cubicBezTo>
                    <a:pt x="717" y="925"/>
                    <a:pt x="873" y="785"/>
                    <a:pt x="765" y="596"/>
                  </a:cubicBezTo>
                  <a:lnTo>
                    <a:pt x="632" y="197"/>
                  </a:lnTo>
                  <a:cubicBezTo>
                    <a:pt x="580" y="58"/>
                    <a:pt x="467" y="1"/>
                    <a:pt x="3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6"/>
            <p:cNvSpPr/>
            <p:nvPr/>
          </p:nvSpPr>
          <p:spPr>
            <a:xfrm>
              <a:off x="6401416" y="4140033"/>
              <a:ext cx="108717" cy="79849"/>
            </a:xfrm>
            <a:custGeom>
              <a:avLst/>
              <a:gdLst/>
              <a:ahLst/>
              <a:cxnLst/>
              <a:rect l="l" t="t" r="r" b="b"/>
              <a:pathLst>
                <a:path w="821" h="603" extrusionOk="0">
                  <a:moveTo>
                    <a:pt x="384" y="0"/>
                  </a:moveTo>
                  <a:cubicBezTo>
                    <a:pt x="186" y="0"/>
                    <a:pt x="0" y="274"/>
                    <a:pt x="204" y="444"/>
                  </a:cubicBezTo>
                  <a:lnTo>
                    <a:pt x="248" y="532"/>
                  </a:lnTo>
                  <a:cubicBezTo>
                    <a:pt x="307" y="581"/>
                    <a:pt x="370" y="602"/>
                    <a:pt x="430" y="602"/>
                  </a:cubicBezTo>
                  <a:cubicBezTo>
                    <a:pt x="643" y="602"/>
                    <a:pt x="821" y="341"/>
                    <a:pt x="648" y="133"/>
                  </a:cubicBezTo>
                  <a:lnTo>
                    <a:pt x="559" y="89"/>
                  </a:lnTo>
                  <a:cubicBezTo>
                    <a:pt x="507" y="26"/>
                    <a:pt x="445"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6"/>
            <p:cNvSpPr/>
            <p:nvPr/>
          </p:nvSpPr>
          <p:spPr>
            <a:xfrm>
              <a:off x="6157366" y="2759819"/>
              <a:ext cx="140365" cy="158904"/>
            </a:xfrm>
            <a:custGeom>
              <a:avLst/>
              <a:gdLst/>
              <a:ahLst/>
              <a:cxnLst/>
              <a:rect l="l" t="t" r="r" b="b"/>
              <a:pathLst>
                <a:path w="1060" h="1200" extrusionOk="0">
                  <a:moveTo>
                    <a:pt x="380" y="1"/>
                  </a:moveTo>
                  <a:cubicBezTo>
                    <a:pt x="195" y="1"/>
                    <a:pt x="1" y="221"/>
                    <a:pt x="95" y="440"/>
                  </a:cubicBezTo>
                  <a:lnTo>
                    <a:pt x="450" y="1061"/>
                  </a:lnTo>
                  <a:cubicBezTo>
                    <a:pt x="520" y="1159"/>
                    <a:pt x="611" y="1200"/>
                    <a:pt x="699" y="1200"/>
                  </a:cubicBezTo>
                  <a:cubicBezTo>
                    <a:pt x="889" y="1200"/>
                    <a:pt x="1059" y="1008"/>
                    <a:pt x="938" y="795"/>
                  </a:cubicBezTo>
                  <a:cubicBezTo>
                    <a:pt x="805" y="573"/>
                    <a:pt x="716" y="351"/>
                    <a:pt x="583" y="130"/>
                  </a:cubicBezTo>
                  <a:cubicBezTo>
                    <a:pt x="531" y="39"/>
                    <a:pt x="456" y="1"/>
                    <a:pt x="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6"/>
            <p:cNvSpPr/>
            <p:nvPr/>
          </p:nvSpPr>
          <p:spPr>
            <a:xfrm>
              <a:off x="6353348" y="2766838"/>
              <a:ext cx="99977" cy="112160"/>
            </a:xfrm>
            <a:custGeom>
              <a:avLst/>
              <a:gdLst/>
              <a:ahLst/>
              <a:cxnLst/>
              <a:rect l="l" t="t" r="r" b="b"/>
              <a:pathLst>
                <a:path w="755" h="847" extrusionOk="0">
                  <a:moveTo>
                    <a:pt x="339" y="1"/>
                  </a:moveTo>
                  <a:cubicBezTo>
                    <a:pt x="169" y="1"/>
                    <a:pt x="0" y="133"/>
                    <a:pt x="79" y="343"/>
                  </a:cubicBezTo>
                  <a:cubicBezTo>
                    <a:pt x="79" y="476"/>
                    <a:pt x="123" y="565"/>
                    <a:pt x="123" y="653"/>
                  </a:cubicBezTo>
                  <a:cubicBezTo>
                    <a:pt x="157" y="789"/>
                    <a:pt x="262" y="847"/>
                    <a:pt x="374" y="847"/>
                  </a:cubicBezTo>
                  <a:cubicBezTo>
                    <a:pt x="556" y="847"/>
                    <a:pt x="755" y="695"/>
                    <a:pt x="700" y="476"/>
                  </a:cubicBezTo>
                  <a:cubicBezTo>
                    <a:pt x="700" y="387"/>
                    <a:pt x="656" y="298"/>
                    <a:pt x="611" y="210"/>
                  </a:cubicBezTo>
                  <a:cubicBezTo>
                    <a:pt x="575" y="64"/>
                    <a:pt x="457" y="1"/>
                    <a:pt x="3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6"/>
            <p:cNvSpPr/>
            <p:nvPr/>
          </p:nvSpPr>
          <p:spPr>
            <a:xfrm>
              <a:off x="6488549" y="3575394"/>
              <a:ext cx="134274" cy="120899"/>
            </a:xfrm>
            <a:custGeom>
              <a:avLst/>
              <a:gdLst/>
              <a:ahLst/>
              <a:cxnLst/>
              <a:rect l="l" t="t" r="r" b="b"/>
              <a:pathLst>
                <a:path w="1014" h="913" extrusionOk="0">
                  <a:moveTo>
                    <a:pt x="630" y="1"/>
                  </a:moveTo>
                  <a:cubicBezTo>
                    <a:pt x="550" y="1"/>
                    <a:pt x="475" y="41"/>
                    <a:pt x="433" y="138"/>
                  </a:cubicBezTo>
                  <a:cubicBezTo>
                    <a:pt x="389" y="271"/>
                    <a:pt x="300" y="360"/>
                    <a:pt x="211" y="448"/>
                  </a:cubicBezTo>
                  <a:cubicBezTo>
                    <a:pt x="0" y="624"/>
                    <a:pt x="208" y="913"/>
                    <a:pt x="436" y="913"/>
                  </a:cubicBezTo>
                  <a:cubicBezTo>
                    <a:pt x="496" y="913"/>
                    <a:pt x="556" y="893"/>
                    <a:pt x="611" y="848"/>
                  </a:cubicBezTo>
                  <a:cubicBezTo>
                    <a:pt x="744" y="759"/>
                    <a:pt x="877" y="581"/>
                    <a:pt x="921" y="448"/>
                  </a:cubicBezTo>
                  <a:cubicBezTo>
                    <a:pt x="1013" y="203"/>
                    <a:pt x="809" y="1"/>
                    <a:pt x="6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6"/>
            <p:cNvSpPr/>
            <p:nvPr/>
          </p:nvSpPr>
          <p:spPr>
            <a:xfrm>
              <a:off x="6610507" y="3694969"/>
              <a:ext cx="76539" cy="92562"/>
            </a:xfrm>
            <a:custGeom>
              <a:avLst/>
              <a:gdLst/>
              <a:ahLst/>
              <a:cxnLst/>
              <a:rect l="l" t="t" r="r" b="b"/>
              <a:pathLst>
                <a:path w="578" h="699" extrusionOk="0">
                  <a:moveTo>
                    <a:pt x="289" y="0"/>
                  </a:moveTo>
                  <a:cubicBezTo>
                    <a:pt x="145" y="0"/>
                    <a:pt x="0" y="100"/>
                    <a:pt x="0" y="300"/>
                  </a:cubicBezTo>
                  <a:lnTo>
                    <a:pt x="0" y="433"/>
                  </a:lnTo>
                  <a:cubicBezTo>
                    <a:pt x="0" y="610"/>
                    <a:pt x="145" y="699"/>
                    <a:pt x="289" y="699"/>
                  </a:cubicBezTo>
                  <a:cubicBezTo>
                    <a:pt x="433" y="699"/>
                    <a:pt x="577" y="610"/>
                    <a:pt x="577" y="433"/>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6"/>
            <p:cNvSpPr/>
            <p:nvPr/>
          </p:nvSpPr>
          <p:spPr>
            <a:xfrm>
              <a:off x="5287234" y="4304896"/>
              <a:ext cx="258484" cy="295032"/>
            </a:xfrm>
            <a:custGeom>
              <a:avLst/>
              <a:gdLst/>
              <a:ahLst/>
              <a:cxnLst/>
              <a:rect l="l" t="t" r="r" b="b"/>
              <a:pathLst>
                <a:path w="1952" h="2228" extrusionOk="0">
                  <a:moveTo>
                    <a:pt x="346" y="1"/>
                  </a:moveTo>
                  <a:cubicBezTo>
                    <a:pt x="179" y="1"/>
                    <a:pt x="1" y="135"/>
                    <a:pt x="55" y="352"/>
                  </a:cubicBezTo>
                  <a:cubicBezTo>
                    <a:pt x="277" y="1106"/>
                    <a:pt x="765" y="1728"/>
                    <a:pt x="1430" y="2171"/>
                  </a:cubicBezTo>
                  <a:cubicBezTo>
                    <a:pt x="1486" y="2211"/>
                    <a:pt x="1540" y="2228"/>
                    <a:pt x="1589" y="2228"/>
                  </a:cubicBezTo>
                  <a:cubicBezTo>
                    <a:pt x="1817" y="2228"/>
                    <a:pt x="1952" y="1866"/>
                    <a:pt x="1697" y="1683"/>
                  </a:cubicBezTo>
                  <a:cubicBezTo>
                    <a:pt x="1164" y="1328"/>
                    <a:pt x="809" y="796"/>
                    <a:pt x="587" y="175"/>
                  </a:cubicBezTo>
                  <a:cubicBezTo>
                    <a:pt x="553" y="54"/>
                    <a:pt x="452" y="1"/>
                    <a:pt x="3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6"/>
            <p:cNvSpPr/>
            <p:nvPr/>
          </p:nvSpPr>
          <p:spPr>
            <a:xfrm>
              <a:off x="5558828" y="4576224"/>
              <a:ext cx="76539" cy="80909"/>
            </a:xfrm>
            <a:custGeom>
              <a:avLst/>
              <a:gdLst/>
              <a:ahLst/>
              <a:cxnLst/>
              <a:rect l="l" t="t" r="r" b="b"/>
              <a:pathLst>
                <a:path w="578" h="611" extrusionOk="0">
                  <a:moveTo>
                    <a:pt x="289" y="0"/>
                  </a:moveTo>
                  <a:cubicBezTo>
                    <a:pt x="145" y="0"/>
                    <a:pt x="0" y="100"/>
                    <a:pt x="0" y="300"/>
                  </a:cubicBezTo>
                  <a:lnTo>
                    <a:pt x="0" y="344"/>
                  </a:lnTo>
                  <a:cubicBezTo>
                    <a:pt x="0" y="522"/>
                    <a:pt x="145" y="610"/>
                    <a:pt x="289" y="610"/>
                  </a:cubicBezTo>
                  <a:cubicBezTo>
                    <a:pt x="433" y="610"/>
                    <a:pt x="577" y="522"/>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6"/>
            <p:cNvSpPr/>
            <p:nvPr/>
          </p:nvSpPr>
          <p:spPr>
            <a:xfrm>
              <a:off x="5364568" y="4262786"/>
              <a:ext cx="293972" cy="270137"/>
            </a:xfrm>
            <a:custGeom>
              <a:avLst/>
              <a:gdLst/>
              <a:ahLst/>
              <a:cxnLst/>
              <a:rect l="l" t="t" r="r" b="b"/>
              <a:pathLst>
                <a:path w="2220" h="2040" extrusionOk="0">
                  <a:moveTo>
                    <a:pt x="364" y="1"/>
                  </a:moveTo>
                  <a:cubicBezTo>
                    <a:pt x="183" y="1"/>
                    <a:pt x="0" y="203"/>
                    <a:pt x="92" y="448"/>
                  </a:cubicBezTo>
                  <a:cubicBezTo>
                    <a:pt x="403" y="1114"/>
                    <a:pt x="979" y="1691"/>
                    <a:pt x="1689" y="2001"/>
                  </a:cubicBezTo>
                  <a:cubicBezTo>
                    <a:pt x="1736" y="2028"/>
                    <a:pt x="1782" y="2040"/>
                    <a:pt x="1825" y="2040"/>
                  </a:cubicBezTo>
                  <a:cubicBezTo>
                    <a:pt x="2067" y="2040"/>
                    <a:pt x="2219" y="1671"/>
                    <a:pt x="1956" y="1558"/>
                  </a:cubicBezTo>
                  <a:cubicBezTo>
                    <a:pt x="1334" y="1247"/>
                    <a:pt x="846" y="759"/>
                    <a:pt x="580" y="138"/>
                  </a:cubicBezTo>
                  <a:cubicBezTo>
                    <a:pt x="525" y="42"/>
                    <a:pt x="445"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6"/>
            <p:cNvSpPr/>
            <p:nvPr/>
          </p:nvSpPr>
          <p:spPr>
            <a:xfrm>
              <a:off x="5471828" y="4240672"/>
              <a:ext cx="127918" cy="80776"/>
            </a:xfrm>
            <a:custGeom>
              <a:avLst/>
              <a:gdLst/>
              <a:ahLst/>
              <a:cxnLst/>
              <a:rect l="l" t="t" r="r" b="b"/>
              <a:pathLst>
                <a:path w="966" h="610" extrusionOk="0">
                  <a:moveTo>
                    <a:pt x="417" y="0"/>
                  </a:moveTo>
                  <a:cubicBezTo>
                    <a:pt x="148" y="0"/>
                    <a:pt x="1" y="376"/>
                    <a:pt x="303" y="527"/>
                  </a:cubicBezTo>
                  <a:lnTo>
                    <a:pt x="436" y="571"/>
                  </a:lnTo>
                  <a:cubicBezTo>
                    <a:pt x="482" y="598"/>
                    <a:pt x="528" y="609"/>
                    <a:pt x="570" y="609"/>
                  </a:cubicBezTo>
                  <a:cubicBezTo>
                    <a:pt x="813" y="609"/>
                    <a:pt x="966" y="234"/>
                    <a:pt x="702" y="83"/>
                  </a:cubicBezTo>
                  <a:lnTo>
                    <a:pt x="569" y="39"/>
                  </a:lnTo>
                  <a:cubicBezTo>
                    <a:pt x="516" y="12"/>
                    <a:pt x="464" y="0"/>
                    <a:pt x="4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9" name="Google Shape;2699;p56"/>
          <p:cNvGrpSpPr/>
          <p:nvPr/>
        </p:nvGrpSpPr>
        <p:grpSpPr>
          <a:xfrm>
            <a:off x="6780889" y="1667879"/>
            <a:ext cx="1468815" cy="878319"/>
            <a:chOff x="1186065" y="489079"/>
            <a:chExt cx="6771853" cy="4049419"/>
          </a:xfrm>
        </p:grpSpPr>
        <p:sp>
          <p:nvSpPr>
            <p:cNvPr id="2700" name="Google Shape;2700;p56"/>
            <p:cNvSpPr/>
            <p:nvPr/>
          </p:nvSpPr>
          <p:spPr>
            <a:xfrm>
              <a:off x="2263761" y="505698"/>
              <a:ext cx="4572358" cy="4011138"/>
            </a:xfrm>
            <a:custGeom>
              <a:avLst/>
              <a:gdLst/>
              <a:ahLst/>
              <a:cxnLst/>
              <a:rect l="l" t="t" r="r" b="b"/>
              <a:pathLst>
                <a:path w="64379" h="56477" extrusionOk="0">
                  <a:moveTo>
                    <a:pt x="32163" y="0"/>
                  </a:moveTo>
                  <a:cubicBezTo>
                    <a:pt x="27096" y="0"/>
                    <a:pt x="21968" y="1368"/>
                    <a:pt x="17349" y="4235"/>
                  </a:cubicBezTo>
                  <a:cubicBezTo>
                    <a:pt x="4083" y="12443"/>
                    <a:pt x="1" y="29880"/>
                    <a:pt x="8209" y="43102"/>
                  </a:cubicBezTo>
                  <a:cubicBezTo>
                    <a:pt x="13549" y="51733"/>
                    <a:pt x="22778" y="56476"/>
                    <a:pt x="32228" y="56476"/>
                  </a:cubicBezTo>
                  <a:cubicBezTo>
                    <a:pt x="37302" y="56476"/>
                    <a:pt x="42441" y="55109"/>
                    <a:pt x="47075" y="52241"/>
                  </a:cubicBezTo>
                  <a:cubicBezTo>
                    <a:pt x="60297" y="44033"/>
                    <a:pt x="64379" y="26641"/>
                    <a:pt x="56171" y="13375"/>
                  </a:cubicBezTo>
                  <a:cubicBezTo>
                    <a:pt x="50830" y="4744"/>
                    <a:pt x="41601" y="0"/>
                    <a:pt x="32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6"/>
            <p:cNvSpPr/>
            <p:nvPr/>
          </p:nvSpPr>
          <p:spPr>
            <a:xfrm>
              <a:off x="3435987" y="636308"/>
              <a:ext cx="2101911" cy="211505"/>
            </a:xfrm>
            <a:custGeom>
              <a:avLst/>
              <a:gdLst/>
              <a:ahLst/>
              <a:cxnLst/>
              <a:rect l="l" t="t" r="r" b="b"/>
              <a:pathLst>
                <a:path w="29595" h="2978" extrusionOk="0">
                  <a:moveTo>
                    <a:pt x="25601" y="0"/>
                  </a:moveTo>
                  <a:cubicBezTo>
                    <a:pt x="21963" y="400"/>
                    <a:pt x="18280" y="710"/>
                    <a:pt x="14509" y="799"/>
                  </a:cubicBezTo>
                  <a:cubicBezTo>
                    <a:pt x="10782" y="932"/>
                    <a:pt x="6878" y="1154"/>
                    <a:pt x="2929" y="1243"/>
                  </a:cubicBezTo>
                  <a:cubicBezTo>
                    <a:pt x="2840" y="1287"/>
                    <a:pt x="2751" y="1331"/>
                    <a:pt x="2663" y="1376"/>
                  </a:cubicBezTo>
                  <a:cubicBezTo>
                    <a:pt x="1775" y="1864"/>
                    <a:pt x="844" y="2396"/>
                    <a:pt x="1" y="2973"/>
                  </a:cubicBezTo>
                  <a:cubicBezTo>
                    <a:pt x="372" y="2976"/>
                    <a:pt x="744" y="2978"/>
                    <a:pt x="1116" y="2978"/>
                  </a:cubicBezTo>
                  <a:cubicBezTo>
                    <a:pt x="5668" y="2978"/>
                    <a:pt x="10202" y="2741"/>
                    <a:pt x="14509" y="2618"/>
                  </a:cubicBezTo>
                  <a:cubicBezTo>
                    <a:pt x="19434" y="2529"/>
                    <a:pt x="24536" y="2352"/>
                    <a:pt x="29594" y="1864"/>
                  </a:cubicBezTo>
                  <a:cubicBezTo>
                    <a:pt x="28307" y="1154"/>
                    <a:pt x="26976" y="533"/>
                    <a:pt x="2560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6"/>
            <p:cNvSpPr/>
            <p:nvPr/>
          </p:nvSpPr>
          <p:spPr>
            <a:xfrm>
              <a:off x="2604101" y="2700293"/>
              <a:ext cx="3938979" cy="934869"/>
            </a:xfrm>
            <a:custGeom>
              <a:avLst/>
              <a:gdLst/>
              <a:ahLst/>
              <a:cxnLst/>
              <a:rect l="l" t="t" r="r" b="b"/>
              <a:pathLst>
                <a:path w="55461" h="13163" extrusionOk="0">
                  <a:moveTo>
                    <a:pt x="55460" y="0"/>
                  </a:moveTo>
                  <a:lnTo>
                    <a:pt x="55460" y="0"/>
                  </a:lnTo>
                  <a:cubicBezTo>
                    <a:pt x="52088" y="400"/>
                    <a:pt x="48716" y="755"/>
                    <a:pt x="45300" y="1110"/>
                  </a:cubicBezTo>
                  <a:cubicBezTo>
                    <a:pt x="35495" y="2086"/>
                    <a:pt x="25689" y="2840"/>
                    <a:pt x="15840" y="3195"/>
                  </a:cubicBezTo>
                  <a:cubicBezTo>
                    <a:pt x="10560" y="3372"/>
                    <a:pt x="5280" y="3772"/>
                    <a:pt x="0" y="4215"/>
                  </a:cubicBezTo>
                  <a:cubicBezTo>
                    <a:pt x="533" y="6256"/>
                    <a:pt x="1287" y="8297"/>
                    <a:pt x="2219" y="10205"/>
                  </a:cubicBezTo>
                  <a:cubicBezTo>
                    <a:pt x="5990" y="10826"/>
                    <a:pt x="9761" y="11314"/>
                    <a:pt x="13577" y="11669"/>
                  </a:cubicBezTo>
                  <a:cubicBezTo>
                    <a:pt x="23338" y="12512"/>
                    <a:pt x="33188" y="13000"/>
                    <a:pt x="42993" y="13133"/>
                  </a:cubicBezTo>
                  <a:cubicBezTo>
                    <a:pt x="44077" y="13152"/>
                    <a:pt x="45162" y="13162"/>
                    <a:pt x="46243" y="13162"/>
                  </a:cubicBezTo>
                  <a:cubicBezTo>
                    <a:pt x="47772" y="13162"/>
                    <a:pt x="49294" y="13141"/>
                    <a:pt x="50802" y="13089"/>
                  </a:cubicBezTo>
                  <a:cubicBezTo>
                    <a:pt x="53419" y="9185"/>
                    <a:pt x="55017" y="4659"/>
                    <a:pt x="5546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6"/>
            <p:cNvSpPr/>
            <p:nvPr/>
          </p:nvSpPr>
          <p:spPr>
            <a:xfrm>
              <a:off x="2607226" y="1367343"/>
              <a:ext cx="3901195" cy="764486"/>
            </a:xfrm>
            <a:custGeom>
              <a:avLst/>
              <a:gdLst/>
              <a:ahLst/>
              <a:cxnLst/>
              <a:rect l="l" t="t" r="r" b="b"/>
              <a:pathLst>
                <a:path w="54929" h="10764" extrusionOk="0">
                  <a:moveTo>
                    <a:pt x="50492" y="1"/>
                  </a:moveTo>
                  <a:cubicBezTo>
                    <a:pt x="44236" y="755"/>
                    <a:pt x="37980" y="1465"/>
                    <a:pt x="31724" y="2308"/>
                  </a:cubicBezTo>
                  <a:cubicBezTo>
                    <a:pt x="21741" y="3639"/>
                    <a:pt x="11625" y="4437"/>
                    <a:pt x="1554" y="4659"/>
                  </a:cubicBezTo>
                  <a:cubicBezTo>
                    <a:pt x="888" y="6123"/>
                    <a:pt x="400" y="7588"/>
                    <a:pt x="1" y="9096"/>
                  </a:cubicBezTo>
                  <a:cubicBezTo>
                    <a:pt x="10072" y="10338"/>
                    <a:pt x="20366" y="10294"/>
                    <a:pt x="30570" y="10649"/>
                  </a:cubicBezTo>
                  <a:cubicBezTo>
                    <a:pt x="32848" y="10728"/>
                    <a:pt x="35118" y="10764"/>
                    <a:pt x="37383" y="10764"/>
                  </a:cubicBezTo>
                  <a:cubicBezTo>
                    <a:pt x="42753" y="10764"/>
                    <a:pt x="48097" y="10562"/>
                    <a:pt x="53464" y="10250"/>
                  </a:cubicBezTo>
                  <a:lnTo>
                    <a:pt x="54928" y="10161"/>
                  </a:lnTo>
                  <a:cubicBezTo>
                    <a:pt x="54174" y="6523"/>
                    <a:pt x="52666" y="3062"/>
                    <a:pt x="5049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6"/>
            <p:cNvSpPr/>
            <p:nvPr/>
          </p:nvSpPr>
          <p:spPr>
            <a:xfrm>
              <a:off x="2547354" y="2467126"/>
              <a:ext cx="4008297" cy="245241"/>
            </a:xfrm>
            <a:custGeom>
              <a:avLst/>
              <a:gdLst/>
              <a:ahLst/>
              <a:cxnLst/>
              <a:rect l="l" t="t" r="r" b="b"/>
              <a:pathLst>
                <a:path w="56437" h="3453" extrusionOk="0">
                  <a:moveTo>
                    <a:pt x="1" y="0"/>
                  </a:moveTo>
                  <a:lnTo>
                    <a:pt x="1" y="1553"/>
                  </a:lnTo>
                  <a:cubicBezTo>
                    <a:pt x="9229" y="2529"/>
                    <a:pt x="18591" y="3017"/>
                    <a:pt x="27864" y="3328"/>
                  </a:cubicBezTo>
                  <a:cubicBezTo>
                    <a:pt x="30636" y="3405"/>
                    <a:pt x="33407" y="3452"/>
                    <a:pt x="36177" y="3452"/>
                  </a:cubicBezTo>
                  <a:cubicBezTo>
                    <a:pt x="42939" y="3452"/>
                    <a:pt x="49688" y="3170"/>
                    <a:pt x="56393" y="2352"/>
                  </a:cubicBezTo>
                  <a:cubicBezTo>
                    <a:pt x="56437" y="1642"/>
                    <a:pt x="56437" y="887"/>
                    <a:pt x="56437" y="178"/>
                  </a:cubicBezTo>
                  <a:lnTo>
                    <a:pt x="56437" y="178"/>
                  </a:lnTo>
                  <a:cubicBezTo>
                    <a:pt x="49326" y="911"/>
                    <a:pt x="42214" y="1278"/>
                    <a:pt x="35103" y="1278"/>
                  </a:cubicBezTo>
                  <a:cubicBezTo>
                    <a:pt x="32320" y="1278"/>
                    <a:pt x="29537" y="1222"/>
                    <a:pt x="26755" y="1109"/>
                  </a:cubicBezTo>
                  <a:cubicBezTo>
                    <a:pt x="17881" y="799"/>
                    <a:pt x="8919" y="533"/>
                    <a:pt x="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6"/>
            <p:cNvSpPr/>
            <p:nvPr/>
          </p:nvSpPr>
          <p:spPr>
            <a:xfrm>
              <a:off x="2881372" y="1074304"/>
              <a:ext cx="3289833" cy="366334"/>
            </a:xfrm>
            <a:custGeom>
              <a:avLst/>
              <a:gdLst/>
              <a:ahLst/>
              <a:cxnLst/>
              <a:rect l="l" t="t" r="r" b="b"/>
              <a:pathLst>
                <a:path w="46321" h="5158" extrusionOk="0">
                  <a:moveTo>
                    <a:pt x="43126" y="0"/>
                  </a:moveTo>
                  <a:cubicBezTo>
                    <a:pt x="37270" y="710"/>
                    <a:pt x="31413" y="1420"/>
                    <a:pt x="25512" y="1864"/>
                  </a:cubicBezTo>
                  <a:cubicBezTo>
                    <a:pt x="19130" y="2358"/>
                    <a:pt x="12776" y="2571"/>
                    <a:pt x="6450" y="2571"/>
                  </a:cubicBezTo>
                  <a:cubicBezTo>
                    <a:pt x="4816" y="2571"/>
                    <a:pt x="3184" y="2557"/>
                    <a:pt x="1554" y="2529"/>
                  </a:cubicBezTo>
                  <a:cubicBezTo>
                    <a:pt x="977" y="3195"/>
                    <a:pt x="444" y="3905"/>
                    <a:pt x="1" y="4659"/>
                  </a:cubicBezTo>
                  <a:cubicBezTo>
                    <a:pt x="5132" y="4981"/>
                    <a:pt x="10280" y="5157"/>
                    <a:pt x="15435" y="5157"/>
                  </a:cubicBezTo>
                  <a:cubicBezTo>
                    <a:pt x="18792" y="5157"/>
                    <a:pt x="22152" y="5083"/>
                    <a:pt x="25512" y="4925"/>
                  </a:cubicBezTo>
                  <a:cubicBezTo>
                    <a:pt x="32389" y="4703"/>
                    <a:pt x="39355" y="4260"/>
                    <a:pt x="46321" y="3683"/>
                  </a:cubicBezTo>
                  <a:cubicBezTo>
                    <a:pt x="45389" y="2352"/>
                    <a:pt x="44324" y="1110"/>
                    <a:pt x="43126"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6"/>
            <p:cNvSpPr/>
            <p:nvPr/>
          </p:nvSpPr>
          <p:spPr>
            <a:xfrm>
              <a:off x="3086201" y="3806327"/>
              <a:ext cx="2993669" cy="646021"/>
            </a:xfrm>
            <a:custGeom>
              <a:avLst/>
              <a:gdLst/>
              <a:ahLst/>
              <a:cxnLst/>
              <a:rect l="l" t="t" r="r" b="b"/>
              <a:pathLst>
                <a:path w="42151" h="9096" extrusionOk="0">
                  <a:moveTo>
                    <a:pt x="42150" y="0"/>
                  </a:moveTo>
                  <a:lnTo>
                    <a:pt x="42150" y="0"/>
                  </a:lnTo>
                  <a:cubicBezTo>
                    <a:pt x="32186" y="744"/>
                    <a:pt x="22253" y="1207"/>
                    <a:pt x="12220" y="1207"/>
                  </a:cubicBezTo>
                  <a:cubicBezTo>
                    <a:pt x="10281" y="1207"/>
                    <a:pt x="8337" y="1190"/>
                    <a:pt x="6390" y="1154"/>
                  </a:cubicBezTo>
                  <a:cubicBezTo>
                    <a:pt x="4260" y="1110"/>
                    <a:pt x="2130" y="1065"/>
                    <a:pt x="1" y="1065"/>
                  </a:cubicBezTo>
                  <a:cubicBezTo>
                    <a:pt x="3639" y="4970"/>
                    <a:pt x="8342" y="7765"/>
                    <a:pt x="13533" y="9096"/>
                  </a:cubicBezTo>
                  <a:cubicBezTo>
                    <a:pt x="21342" y="7898"/>
                    <a:pt x="29150" y="6478"/>
                    <a:pt x="36915" y="4837"/>
                  </a:cubicBezTo>
                  <a:cubicBezTo>
                    <a:pt x="38867" y="3461"/>
                    <a:pt x="40642" y="1820"/>
                    <a:pt x="4215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6"/>
            <p:cNvSpPr/>
            <p:nvPr/>
          </p:nvSpPr>
          <p:spPr>
            <a:xfrm>
              <a:off x="4595572" y="510243"/>
              <a:ext cx="1960079" cy="4008297"/>
            </a:xfrm>
            <a:custGeom>
              <a:avLst/>
              <a:gdLst/>
              <a:ahLst/>
              <a:cxnLst/>
              <a:rect l="l" t="t" r="r" b="b"/>
              <a:pathLst>
                <a:path w="27598" h="56437" extrusionOk="0">
                  <a:moveTo>
                    <a:pt x="312" y="1"/>
                  </a:moveTo>
                  <a:cubicBezTo>
                    <a:pt x="5458" y="7410"/>
                    <a:pt x="6079" y="19389"/>
                    <a:pt x="5991" y="27376"/>
                  </a:cubicBezTo>
                  <a:cubicBezTo>
                    <a:pt x="5858" y="37358"/>
                    <a:pt x="3817" y="47208"/>
                    <a:pt x="1" y="56437"/>
                  </a:cubicBezTo>
                  <a:cubicBezTo>
                    <a:pt x="15264" y="56037"/>
                    <a:pt x="27420" y="43614"/>
                    <a:pt x="27509" y="28352"/>
                  </a:cubicBezTo>
                  <a:cubicBezTo>
                    <a:pt x="27598" y="13089"/>
                    <a:pt x="15530" y="533"/>
                    <a:pt x="31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6"/>
            <p:cNvSpPr/>
            <p:nvPr/>
          </p:nvSpPr>
          <p:spPr>
            <a:xfrm>
              <a:off x="4623981" y="541777"/>
              <a:ext cx="2000988" cy="3973638"/>
            </a:xfrm>
            <a:custGeom>
              <a:avLst/>
              <a:gdLst/>
              <a:ahLst/>
              <a:cxnLst/>
              <a:rect l="l" t="t" r="r" b="b"/>
              <a:pathLst>
                <a:path w="28174" h="55949" extrusionOk="0">
                  <a:moveTo>
                    <a:pt x="4127" y="0"/>
                  </a:moveTo>
                  <a:cubicBezTo>
                    <a:pt x="8031" y="2662"/>
                    <a:pt x="11713" y="5546"/>
                    <a:pt x="14154" y="9850"/>
                  </a:cubicBezTo>
                  <a:cubicBezTo>
                    <a:pt x="17304" y="15618"/>
                    <a:pt x="18857" y="22140"/>
                    <a:pt x="18679" y="28751"/>
                  </a:cubicBezTo>
                  <a:cubicBezTo>
                    <a:pt x="18546" y="34918"/>
                    <a:pt x="17038" y="40863"/>
                    <a:pt x="13266" y="45877"/>
                  </a:cubicBezTo>
                  <a:cubicBezTo>
                    <a:pt x="9761" y="50535"/>
                    <a:pt x="4881" y="53064"/>
                    <a:pt x="0" y="55948"/>
                  </a:cubicBezTo>
                  <a:cubicBezTo>
                    <a:pt x="14420" y="55416"/>
                    <a:pt x="26089" y="44146"/>
                    <a:pt x="27154" y="29816"/>
                  </a:cubicBezTo>
                  <a:cubicBezTo>
                    <a:pt x="28174" y="15485"/>
                    <a:pt x="18280" y="2618"/>
                    <a:pt x="4127"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6"/>
            <p:cNvSpPr/>
            <p:nvPr/>
          </p:nvSpPr>
          <p:spPr>
            <a:xfrm>
              <a:off x="1220724" y="671536"/>
              <a:ext cx="6737194" cy="3681877"/>
            </a:xfrm>
            <a:custGeom>
              <a:avLst/>
              <a:gdLst/>
              <a:ahLst/>
              <a:cxnLst/>
              <a:rect l="l" t="t" r="r" b="b"/>
              <a:pathLst>
                <a:path w="94860" h="51841" extrusionOk="0">
                  <a:moveTo>
                    <a:pt x="84175" y="1"/>
                  </a:moveTo>
                  <a:cubicBezTo>
                    <a:pt x="79341" y="1"/>
                    <a:pt x="72571" y="1420"/>
                    <a:pt x="64734" y="4074"/>
                  </a:cubicBezTo>
                  <a:cubicBezTo>
                    <a:pt x="65311" y="4562"/>
                    <a:pt x="65932" y="5095"/>
                    <a:pt x="66464" y="5627"/>
                  </a:cubicBezTo>
                  <a:cubicBezTo>
                    <a:pt x="69838" y="4798"/>
                    <a:pt x="72782" y="4365"/>
                    <a:pt x="75128" y="4365"/>
                  </a:cubicBezTo>
                  <a:cubicBezTo>
                    <a:pt x="78058" y="4365"/>
                    <a:pt x="80056" y="5041"/>
                    <a:pt x="80795" y="6470"/>
                  </a:cubicBezTo>
                  <a:cubicBezTo>
                    <a:pt x="83368" y="11395"/>
                    <a:pt x="69925" y="23463"/>
                    <a:pt x="50758" y="33446"/>
                  </a:cubicBezTo>
                  <a:cubicBezTo>
                    <a:pt x="37157" y="40498"/>
                    <a:pt x="24360" y="44579"/>
                    <a:pt x="17156" y="44579"/>
                  </a:cubicBezTo>
                  <a:cubicBezTo>
                    <a:pt x="14207" y="44579"/>
                    <a:pt x="12195" y="43896"/>
                    <a:pt x="11448" y="42453"/>
                  </a:cubicBezTo>
                  <a:cubicBezTo>
                    <a:pt x="10117" y="39879"/>
                    <a:pt x="13089" y="35398"/>
                    <a:pt x="19035" y="30251"/>
                  </a:cubicBezTo>
                  <a:cubicBezTo>
                    <a:pt x="18902" y="29497"/>
                    <a:pt x="18813" y="28743"/>
                    <a:pt x="18769" y="27944"/>
                  </a:cubicBezTo>
                  <a:cubicBezTo>
                    <a:pt x="6834" y="36729"/>
                    <a:pt x="1" y="44893"/>
                    <a:pt x="2219" y="49108"/>
                  </a:cubicBezTo>
                  <a:cubicBezTo>
                    <a:pt x="3185" y="50962"/>
                    <a:pt x="5780" y="51841"/>
                    <a:pt x="9581" y="51841"/>
                  </a:cubicBezTo>
                  <a:cubicBezTo>
                    <a:pt x="18875" y="51841"/>
                    <a:pt x="35378" y="46584"/>
                    <a:pt x="52888" y="37483"/>
                  </a:cubicBezTo>
                  <a:cubicBezTo>
                    <a:pt x="77556" y="24661"/>
                    <a:pt x="94860" y="9088"/>
                    <a:pt x="91576" y="2743"/>
                  </a:cubicBezTo>
                  <a:cubicBezTo>
                    <a:pt x="90598" y="884"/>
                    <a:pt x="87989" y="1"/>
                    <a:pt x="84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6"/>
            <p:cNvSpPr/>
            <p:nvPr/>
          </p:nvSpPr>
          <p:spPr>
            <a:xfrm>
              <a:off x="3454879" y="2640421"/>
              <a:ext cx="3094521" cy="1780463"/>
            </a:xfrm>
            <a:custGeom>
              <a:avLst/>
              <a:gdLst/>
              <a:ahLst/>
              <a:cxnLst/>
              <a:rect l="l" t="t" r="r" b="b"/>
              <a:pathLst>
                <a:path w="43571" h="25069" extrusionOk="0">
                  <a:moveTo>
                    <a:pt x="43570" y="0"/>
                  </a:moveTo>
                  <a:lnTo>
                    <a:pt x="43570" y="0"/>
                  </a:lnTo>
                  <a:cubicBezTo>
                    <a:pt x="37492" y="4615"/>
                    <a:pt x="31014" y="8696"/>
                    <a:pt x="24226" y="12157"/>
                  </a:cubicBezTo>
                  <a:cubicBezTo>
                    <a:pt x="15396" y="16771"/>
                    <a:pt x="6878" y="20099"/>
                    <a:pt x="1" y="21874"/>
                  </a:cubicBezTo>
                  <a:cubicBezTo>
                    <a:pt x="2086" y="23205"/>
                    <a:pt x="4304" y="24314"/>
                    <a:pt x="6656" y="25068"/>
                  </a:cubicBezTo>
                  <a:cubicBezTo>
                    <a:pt x="13400" y="22495"/>
                    <a:pt x="20011" y="19567"/>
                    <a:pt x="26400" y="16239"/>
                  </a:cubicBezTo>
                  <a:cubicBezTo>
                    <a:pt x="31813" y="13399"/>
                    <a:pt x="37092" y="10338"/>
                    <a:pt x="42239" y="6966"/>
                  </a:cubicBezTo>
                  <a:cubicBezTo>
                    <a:pt x="42993" y="4703"/>
                    <a:pt x="43437" y="2352"/>
                    <a:pt x="4357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6"/>
            <p:cNvSpPr/>
            <p:nvPr/>
          </p:nvSpPr>
          <p:spPr>
            <a:xfrm>
              <a:off x="4850968" y="4348725"/>
              <a:ext cx="64844" cy="64915"/>
            </a:xfrm>
            <a:custGeom>
              <a:avLst/>
              <a:gdLst/>
              <a:ahLst/>
              <a:cxnLst/>
              <a:rect l="l" t="t" r="r" b="b"/>
              <a:pathLst>
                <a:path w="913" h="914" extrusionOk="0">
                  <a:moveTo>
                    <a:pt x="396" y="1"/>
                  </a:moveTo>
                  <a:cubicBezTo>
                    <a:pt x="154" y="1"/>
                    <a:pt x="1" y="376"/>
                    <a:pt x="265" y="527"/>
                  </a:cubicBezTo>
                  <a:cubicBezTo>
                    <a:pt x="309" y="572"/>
                    <a:pt x="309" y="616"/>
                    <a:pt x="354" y="705"/>
                  </a:cubicBezTo>
                  <a:cubicBezTo>
                    <a:pt x="372" y="850"/>
                    <a:pt x="472" y="913"/>
                    <a:pt x="581" y="913"/>
                  </a:cubicBezTo>
                  <a:cubicBezTo>
                    <a:pt x="737" y="913"/>
                    <a:pt x="912" y="781"/>
                    <a:pt x="886" y="572"/>
                  </a:cubicBezTo>
                  <a:cubicBezTo>
                    <a:pt x="842" y="350"/>
                    <a:pt x="709" y="172"/>
                    <a:pt x="531" y="39"/>
                  </a:cubicBezTo>
                  <a:cubicBezTo>
                    <a:pt x="485" y="13"/>
                    <a:pt x="439" y="1"/>
                    <a:pt x="39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12" name="Google Shape;2712;p56"/>
            <p:cNvGrpSpPr/>
            <p:nvPr/>
          </p:nvGrpSpPr>
          <p:grpSpPr>
            <a:xfrm>
              <a:off x="1186065" y="489079"/>
              <a:ext cx="6623771" cy="4049419"/>
              <a:chOff x="1186065" y="489079"/>
              <a:chExt cx="6623771" cy="4049419"/>
            </a:xfrm>
          </p:grpSpPr>
          <p:sp>
            <p:nvSpPr>
              <p:cNvPr id="2713" name="Google Shape;2713;p56"/>
              <p:cNvSpPr/>
              <p:nvPr/>
            </p:nvSpPr>
            <p:spPr>
              <a:xfrm>
                <a:off x="6168010" y="1402002"/>
                <a:ext cx="129261" cy="126136"/>
              </a:xfrm>
              <a:custGeom>
                <a:avLst/>
                <a:gdLst/>
                <a:ahLst/>
                <a:cxnLst/>
                <a:rect l="l" t="t" r="r" b="b"/>
                <a:pathLst>
                  <a:path w="1820" h="1776" extrusionOk="0">
                    <a:moveTo>
                      <a:pt x="711" y="1"/>
                    </a:moveTo>
                    <a:cubicBezTo>
                      <a:pt x="489" y="89"/>
                      <a:pt x="267" y="178"/>
                      <a:pt x="1" y="223"/>
                    </a:cubicBezTo>
                    <a:cubicBezTo>
                      <a:pt x="622" y="755"/>
                      <a:pt x="1199" y="1243"/>
                      <a:pt x="1775" y="1775"/>
                    </a:cubicBezTo>
                    <a:lnTo>
                      <a:pt x="1820" y="1775"/>
                    </a:lnTo>
                    <a:cubicBezTo>
                      <a:pt x="1465" y="1154"/>
                      <a:pt x="1110" y="578"/>
                      <a:pt x="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6"/>
              <p:cNvSpPr/>
              <p:nvPr/>
            </p:nvSpPr>
            <p:spPr>
              <a:xfrm>
                <a:off x="1186065" y="489079"/>
                <a:ext cx="6623771" cy="4049419"/>
              </a:xfrm>
              <a:custGeom>
                <a:avLst/>
                <a:gdLst/>
                <a:ahLst/>
                <a:cxnLst/>
                <a:rect l="l" t="t" r="r" b="b"/>
                <a:pathLst>
                  <a:path w="93263" h="57016" extrusionOk="0">
                    <a:moveTo>
                      <a:pt x="69126" y="11169"/>
                    </a:moveTo>
                    <a:cubicBezTo>
                      <a:pt x="69392" y="11524"/>
                      <a:pt x="69659" y="11834"/>
                      <a:pt x="69880" y="12145"/>
                    </a:cubicBezTo>
                    <a:cubicBezTo>
                      <a:pt x="69747" y="12278"/>
                      <a:pt x="69614" y="12367"/>
                      <a:pt x="69525" y="12544"/>
                    </a:cubicBezTo>
                    <a:cubicBezTo>
                      <a:pt x="69259" y="12100"/>
                      <a:pt x="69126" y="11657"/>
                      <a:pt x="69126" y="11169"/>
                    </a:cubicBezTo>
                    <a:close/>
                    <a:moveTo>
                      <a:pt x="71034" y="13786"/>
                    </a:moveTo>
                    <a:cubicBezTo>
                      <a:pt x="71256" y="14141"/>
                      <a:pt x="71478" y="14496"/>
                      <a:pt x="71655" y="14851"/>
                    </a:cubicBezTo>
                    <a:cubicBezTo>
                      <a:pt x="71300" y="14629"/>
                      <a:pt x="70901" y="14452"/>
                      <a:pt x="70502" y="14363"/>
                    </a:cubicBezTo>
                    <a:cubicBezTo>
                      <a:pt x="70635" y="14230"/>
                      <a:pt x="70812" y="14053"/>
                      <a:pt x="70945" y="13920"/>
                    </a:cubicBezTo>
                    <a:cubicBezTo>
                      <a:pt x="70990" y="13875"/>
                      <a:pt x="70990" y="13831"/>
                      <a:pt x="71034" y="13786"/>
                    </a:cubicBezTo>
                    <a:close/>
                    <a:moveTo>
                      <a:pt x="75792" y="6910"/>
                    </a:moveTo>
                    <a:cubicBezTo>
                      <a:pt x="76615" y="6910"/>
                      <a:pt x="77424" y="6992"/>
                      <a:pt x="78177" y="7220"/>
                    </a:cubicBezTo>
                    <a:cubicBezTo>
                      <a:pt x="80396" y="7930"/>
                      <a:pt x="81638" y="9793"/>
                      <a:pt x="80884" y="12056"/>
                    </a:cubicBezTo>
                    <a:cubicBezTo>
                      <a:pt x="80307" y="13831"/>
                      <a:pt x="78931" y="15472"/>
                      <a:pt x="77689" y="16803"/>
                    </a:cubicBezTo>
                    <a:cubicBezTo>
                      <a:pt x="76713" y="17913"/>
                      <a:pt x="75648" y="18977"/>
                      <a:pt x="74539" y="19998"/>
                    </a:cubicBezTo>
                    <a:cubicBezTo>
                      <a:pt x="73075" y="15561"/>
                      <a:pt x="70590" y="11568"/>
                      <a:pt x="67218" y="8329"/>
                    </a:cubicBezTo>
                    <a:cubicBezTo>
                      <a:pt x="68816" y="7841"/>
                      <a:pt x="70413" y="7531"/>
                      <a:pt x="72054" y="7264"/>
                    </a:cubicBezTo>
                    <a:cubicBezTo>
                      <a:pt x="73236" y="7103"/>
                      <a:pt x="74531" y="6910"/>
                      <a:pt x="75792" y="6910"/>
                    </a:cubicBezTo>
                    <a:close/>
                    <a:moveTo>
                      <a:pt x="73652" y="19066"/>
                    </a:moveTo>
                    <a:cubicBezTo>
                      <a:pt x="73785" y="19510"/>
                      <a:pt x="73962" y="19954"/>
                      <a:pt x="74095" y="20397"/>
                    </a:cubicBezTo>
                    <a:cubicBezTo>
                      <a:pt x="73252" y="21196"/>
                      <a:pt x="72321" y="21950"/>
                      <a:pt x="71389" y="22704"/>
                    </a:cubicBezTo>
                    <a:cubicBezTo>
                      <a:pt x="71522" y="22039"/>
                      <a:pt x="71744" y="21373"/>
                      <a:pt x="72054" y="20797"/>
                    </a:cubicBezTo>
                    <a:cubicBezTo>
                      <a:pt x="72321" y="20309"/>
                      <a:pt x="72986" y="19332"/>
                      <a:pt x="73563" y="19066"/>
                    </a:cubicBezTo>
                    <a:close/>
                    <a:moveTo>
                      <a:pt x="69254" y="20486"/>
                    </a:moveTo>
                    <a:cubicBezTo>
                      <a:pt x="69437" y="20486"/>
                      <a:pt x="69614" y="20530"/>
                      <a:pt x="69747" y="20663"/>
                    </a:cubicBezTo>
                    <a:cubicBezTo>
                      <a:pt x="69799" y="20715"/>
                      <a:pt x="69851" y="20737"/>
                      <a:pt x="69903" y="20737"/>
                    </a:cubicBezTo>
                    <a:cubicBezTo>
                      <a:pt x="69940" y="20737"/>
                      <a:pt x="69977" y="20726"/>
                      <a:pt x="70014" y="20708"/>
                    </a:cubicBezTo>
                    <a:lnTo>
                      <a:pt x="70014" y="20708"/>
                    </a:lnTo>
                    <a:cubicBezTo>
                      <a:pt x="69880" y="21018"/>
                      <a:pt x="69792" y="21373"/>
                      <a:pt x="69747" y="21684"/>
                    </a:cubicBezTo>
                    <a:cubicBezTo>
                      <a:pt x="69614" y="22128"/>
                      <a:pt x="69570" y="22616"/>
                      <a:pt x="69525" y="23059"/>
                    </a:cubicBezTo>
                    <a:cubicBezTo>
                      <a:pt x="69126" y="22261"/>
                      <a:pt x="68860" y="21418"/>
                      <a:pt x="68727" y="20575"/>
                    </a:cubicBezTo>
                    <a:cubicBezTo>
                      <a:pt x="68882" y="20530"/>
                      <a:pt x="69071" y="20486"/>
                      <a:pt x="69254" y="20486"/>
                    </a:cubicBezTo>
                    <a:close/>
                    <a:moveTo>
                      <a:pt x="71433" y="29581"/>
                    </a:moveTo>
                    <a:lnTo>
                      <a:pt x="71433" y="29581"/>
                    </a:lnTo>
                    <a:cubicBezTo>
                      <a:pt x="71300" y="29803"/>
                      <a:pt x="71211" y="30025"/>
                      <a:pt x="71123" y="30247"/>
                    </a:cubicBezTo>
                    <a:cubicBezTo>
                      <a:pt x="70990" y="30158"/>
                      <a:pt x="70945" y="30025"/>
                      <a:pt x="70901" y="29892"/>
                    </a:cubicBezTo>
                    <a:lnTo>
                      <a:pt x="71433" y="29581"/>
                    </a:lnTo>
                    <a:close/>
                    <a:moveTo>
                      <a:pt x="70457" y="30247"/>
                    </a:moveTo>
                    <a:cubicBezTo>
                      <a:pt x="70457" y="30291"/>
                      <a:pt x="70457" y="30291"/>
                      <a:pt x="70502" y="30336"/>
                    </a:cubicBezTo>
                    <a:lnTo>
                      <a:pt x="70413" y="30336"/>
                    </a:lnTo>
                    <a:cubicBezTo>
                      <a:pt x="69659" y="31001"/>
                      <a:pt x="68949" y="31711"/>
                      <a:pt x="68328" y="32465"/>
                    </a:cubicBezTo>
                    <a:cubicBezTo>
                      <a:pt x="68150" y="32288"/>
                      <a:pt x="68017" y="32110"/>
                      <a:pt x="67884" y="31933"/>
                    </a:cubicBezTo>
                    <a:cubicBezTo>
                      <a:pt x="68727" y="31356"/>
                      <a:pt x="69614" y="30824"/>
                      <a:pt x="70457" y="30247"/>
                    </a:cubicBezTo>
                    <a:close/>
                    <a:moveTo>
                      <a:pt x="74938" y="27052"/>
                    </a:moveTo>
                    <a:lnTo>
                      <a:pt x="74938" y="27052"/>
                    </a:lnTo>
                    <a:cubicBezTo>
                      <a:pt x="74450" y="27762"/>
                      <a:pt x="74007" y="28561"/>
                      <a:pt x="73696" y="29404"/>
                    </a:cubicBezTo>
                    <a:cubicBezTo>
                      <a:pt x="73574" y="29617"/>
                      <a:pt x="73765" y="29809"/>
                      <a:pt x="73954" y="29809"/>
                    </a:cubicBezTo>
                    <a:cubicBezTo>
                      <a:pt x="74041" y="29809"/>
                      <a:pt x="74128" y="29768"/>
                      <a:pt x="74184" y="29670"/>
                    </a:cubicBezTo>
                    <a:cubicBezTo>
                      <a:pt x="74450" y="28960"/>
                      <a:pt x="74850" y="28295"/>
                      <a:pt x="75249" y="27674"/>
                    </a:cubicBezTo>
                    <a:lnTo>
                      <a:pt x="75249" y="27674"/>
                    </a:lnTo>
                    <a:cubicBezTo>
                      <a:pt x="75338" y="30513"/>
                      <a:pt x="74983" y="33308"/>
                      <a:pt x="74273" y="36059"/>
                    </a:cubicBezTo>
                    <a:cubicBezTo>
                      <a:pt x="74051" y="34728"/>
                      <a:pt x="74184" y="33353"/>
                      <a:pt x="74539" y="32110"/>
                    </a:cubicBezTo>
                    <a:cubicBezTo>
                      <a:pt x="74621" y="31893"/>
                      <a:pt x="74452" y="31759"/>
                      <a:pt x="74279" y="31759"/>
                    </a:cubicBezTo>
                    <a:cubicBezTo>
                      <a:pt x="74170" y="31759"/>
                      <a:pt x="74058" y="31813"/>
                      <a:pt x="74007" y="31933"/>
                    </a:cubicBezTo>
                    <a:cubicBezTo>
                      <a:pt x="73430" y="33708"/>
                      <a:pt x="73607" y="35438"/>
                      <a:pt x="73829" y="37213"/>
                    </a:cubicBezTo>
                    <a:cubicBezTo>
                      <a:pt x="73829" y="37257"/>
                      <a:pt x="73829" y="37301"/>
                      <a:pt x="73874" y="37301"/>
                    </a:cubicBezTo>
                    <a:lnTo>
                      <a:pt x="73652" y="37923"/>
                    </a:lnTo>
                    <a:lnTo>
                      <a:pt x="73519" y="37923"/>
                    </a:lnTo>
                    <a:cubicBezTo>
                      <a:pt x="73563" y="37878"/>
                      <a:pt x="73563" y="37834"/>
                      <a:pt x="73519" y="37790"/>
                    </a:cubicBezTo>
                    <a:cubicBezTo>
                      <a:pt x="73075" y="36769"/>
                      <a:pt x="72853" y="35660"/>
                      <a:pt x="72942" y="34551"/>
                    </a:cubicBezTo>
                    <a:cubicBezTo>
                      <a:pt x="72942" y="34357"/>
                      <a:pt x="72806" y="34268"/>
                      <a:pt x="72666" y="34268"/>
                    </a:cubicBezTo>
                    <a:cubicBezTo>
                      <a:pt x="72518" y="34268"/>
                      <a:pt x="72365" y="34368"/>
                      <a:pt x="72365" y="34551"/>
                    </a:cubicBezTo>
                    <a:cubicBezTo>
                      <a:pt x="72321" y="35749"/>
                      <a:pt x="72542" y="36991"/>
                      <a:pt x="73075" y="38100"/>
                    </a:cubicBezTo>
                    <a:lnTo>
                      <a:pt x="72454" y="38366"/>
                    </a:lnTo>
                    <a:cubicBezTo>
                      <a:pt x="70812" y="34861"/>
                      <a:pt x="72099" y="31046"/>
                      <a:pt x="73874" y="27807"/>
                    </a:cubicBezTo>
                    <a:cubicBezTo>
                      <a:pt x="74228" y="27541"/>
                      <a:pt x="74583" y="27274"/>
                      <a:pt x="74938" y="27052"/>
                    </a:cubicBezTo>
                    <a:close/>
                    <a:moveTo>
                      <a:pt x="70368" y="37479"/>
                    </a:moveTo>
                    <a:cubicBezTo>
                      <a:pt x="70546" y="38056"/>
                      <a:pt x="70768" y="38588"/>
                      <a:pt x="71034" y="39121"/>
                    </a:cubicBezTo>
                    <a:cubicBezTo>
                      <a:pt x="70546" y="39431"/>
                      <a:pt x="70058" y="39742"/>
                      <a:pt x="69525" y="40052"/>
                    </a:cubicBezTo>
                    <a:cubicBezTo>
                      <a:pt x="69481" y="39121"/>
                      <a:pt x="69792" y="38189"/>
                      <a:pt x="70368" y="37479"/>
                    </a:cubicBezTo>
                    <a:close/>
                    <a:moveTo>
                      <a:pt x="47491" y="640"/>
                    </a:moveTo>
                    <a:cubicBezTo>
                      <a:pt x="52129" y="640"/>
                      <a:pt x="56786" y="1802"/>
                      <a:pt x="61007" y="4247"/>
                    </a:cubicBezTo>
                    <a:cubicBezTo>
                      <a:pt x="62338" y="5002"/>
                      <a:pt x="63580" y="5889"/>
                      <a:pt x="64778" y="6821"/>
                    </a:cubicBezTo>
                    <a:cubicBezTo>
                      <a:pt x="64822" y="6865"/>
                      <a:pt x="64822" y="6909"/>
                      <a:pt x="64867" y="6909"/>
                    </a:cubicBezTo>
                    <a:cubicBezTo>
                      <a:pt x="65044" y="7087"/>
                      <a:pt x="65266" y="7220"/>
                      <a:pt x="65444" y="7353"/>
                    </a:cubicBezTo>
                    <a:cubicBezTo>
                      <a:pt x="65177" y="7841"/>
                      <a:pt x="65044" y="8418"/>
                      <a:pt x="65044" y="8950"/>
                    </a:cubicBezTo>
                    <a:cubicBezTo>
                      <a:pt x="65044" y="9128"/>
                      <a:pt x="65177" y="9217"/>
                      <a:pt x="65311" y="9217"/>
                    </a:cubicBezTo>
                    <a:cubicBezTo>
                      <a:pt x="65444" y="9217"/>
                      <a:pt x="65577" y="9128"/>
                      <a:pt x="65577" y="8950"/>
                    </a:cubicBezTo>
                    <a:cubicBezTo>
                      <a:pt x="65621" y="8551"/>
                      <a:pt x="65710" y="8107"/>
                      <a:pt x="65887" y="7752"/>
                    </a:cubicBezTo>
                    <a:cubicBezTo>
                      <a:pt x="66109" y="7974"/>
                      <a:pt x="66375" y="8196"/>
                      <a:pt x="66597" y="8418"/>
                    </a:cubicBezTo>
                    <a:cubicBezTo>
                      <a:pt x="66597" y="8462"/>
                      <a:pt x="66597" y="8462"/>
                      <a:pt x="66597" y="8462"/>
                    </a:cubicBezTo>
                    <a:cubicBezTo>
                      <a:pt x="66153" y="9838"/>
                      <a:pt x="66153" y="11302"/>
                      <a:pt x="66597" y="12633"/>
                    </a:cubicBezTo>
                    <a:cubicBezTo>
                      <a:pt x="66331" y="12500"/>
                      <a:pt x="66065" y="12367"/>
                      <a:pt x="65843" y="12234"/>
                    </a:cubicBezTo>
                    <a:cubicBezTo>
                      <a:pt x="65976" y="12145"/>
                      <a:pt x="66020" y="11923"/>
                      <a:pt x="65887" y="11790"/>
                    </a:cubicBezTo>
                    <a:cubicBezTo>
                      <a:pt x="65754" y="11657"/>
                      <a:pt x="65665" y="11391"/>
                      <a:pt x="65710" y="11169"/>
                    </a:cubicBezTo>
                    <a:cubicBezTo>
                      <a:pt x="65736" y="10959"/>
                      <a:pt x="65561" y="10827"/>
                      <a:pt x="65395" y="10827"/>
                    </a:cubicBezTo>
                    <a:cubicBezTo>
                      <a:pt x="65280" y="10827"/>
                      <a:pt x="65169" y="10890"/>
                      <a:pt x="65133" y="11036"/>
                    </a:cubicBezTo>
                    <a:cubicBezTo>
                      <a:pt x="65089" y="11302"/>
                      <a:pt x="65133" y="11612"/>
                      <a:pt x="65266" y="11923"/>
                    </a:cubicBezTo>
                    <a:cubicBezTo>
                      <a:pt x="65089" y="11790"/>
                      <a:pt x="64911" y="11657"/>
                      <a:pt x="64734" y="11524"/>
                    </a:cubicBezTo>
                    <a:cubicBezTo>
                      <a:pt x="64674" y="11474"/>
                      <a:pt x="64608" y="11453"/>
                      <a:pt x="64545" y="11453"/>
                    </a:cubicBezTo>
                    <a:cubicBezTo>
                      <a:pt x="64323" y="11453"/>
                      <a:pt x="64128" y="11706"/>
                      <a:pt x="64334" y="11879"/>
                    </a:cubicBezTo>
                    <a:cubicBezTo>
                      <a:pt x="65488" y="12810"/>
                      <a:pt x="66863" y="13476"/>
                      <a:pt x="68328" y="13786"/>
                    </a:cubicBezTo>
                    <a:cubicBezTo>
                      <a:pt x="68351" y="13793"/>
                      <a:pt x="68374" y="13796"/>
                      <a:pt x="68396" y="13796"/>
                    </a:cubicBezTo>
                    <a:cubicBezTo>
                      <a:pt x="68662" y="13796"/>
                      <a:pt x="68788" y="13336"/>
                      <a:pt x="68461" y="13254"/>
                    </a:cubicBezTo>
                    <a:cubicBezTo>
                      <a:pt x="67973" y="13121"/>
                      <a:pt x="67529" y="12988"/>
                      <a:pt x="67085" y="12810"/>
                    </a:cubicBezTo>
                    <a:cubicBezTo>
                      <a:pt x="67130" y="12766"/>
                      <a:pt x="67174" y="12633"/>
                      <a:pt x="67130" y="12544"/>
                    </a:cubicBezTo>
                    <a:cubicBezTo>
                      <a:pt x="66686" y="11346"/>
                      <a:pt x="66686" y="10060"/>
                      <a:pt x="67085" y="8817"/>
                    </a:cubicBezTo>
                    <a:lnTo>
                      <a:pt x="67085" y="8817"/>
                    </a:lnTo>
                    <a:cubicBezTo>
                      <a:pt x="67263" y="9039"/>
                      <a:pt x="67440" y="9217"/>
                      <a:pt x="67618" y="9394"/>
                    </a:cubicBezTo>
                    <a:lnTo>
                      <a:pt x="67573" y="9438"/>
                    </a:lnTo>
                    <a:cubicBezTo>
                      <a:pt x="67440" y="9882"/>
                      <a:pt x="67396" y="10326"/>
                      <a:pt x="67529" y="10769"/>
                    </a:cubicBezTo>
                    <a:cubicBezTo>
                      <a:pt x="67547" y="10915"/>
                      <a:pt x="67654" y="10978"/>
                      <a:pt x="67769" y="10978"/>
                    </a:cubicBezTo>
                    <a:cubicBezTo>
                      <a:pt x="67934" y="10978"/>
                      <a:pt x="68114" y="10846"/>
                      <a:pt x="68061" y="10636"/>
                    </a:cubicBezTo>
                    <a:cubicBezTo>
                      <a:pt x="68017" y="10370"/>
                      <a:pt x="68017" y="10104"/>
                      <a:pt x="68061" y="9838"/>
                    </a:cubicBezTo>
                    <a:cubicBezTo>
                      <a:pt x="68283" y="10104"/>
                      <a:pt x="68461" y="10326"/>
                      <a:pt x="68682" y="10548"/>
                    </a:cubicBezTo>
                    <a:cubicBezTo>
                      <a:pt x="68505" y="11346"/>
                      <a:pt x="68682" y="12145"/>
                      <a:pt x="69126" y="12855"/>
                    </a:cubicBezTo>
                    <a:cubicBezTo>
                      <a:pt x="69171" y="12855"/>
                      <a:pt x="69171" y="12899"/>
                      <a:pt x="69215" y="12899"/>
                    </a:cubicBezTo>
                    <a:cubicBezTo>
                      <a:pt x="68949" y="13210"/>
                      <a:pt x="68727" y="13520"/>
                      <a:pt x="68505" y="13875"/>
                    </a:cubicBezTo>
                    <a:cubicBezTo>
                      <a:pt x="68380" y="14062"/>
                      <a:pt x="68584" y="14271"/>
                      <a:pt x="68778" y="14271"/>
                    </a:cubicBezTo>
                    <a:cubicBezTo>
                      <a:pt x="68860" y="14271"/>
                      <a:pt x="68940" y="14234"/>
                      <a:pt x="68993" y="14141"/>
                    </a:cubicBezTo>
                    <a:cubicBezTo>
                      <a:pt x="69171" y="13831"/>
                      <a:pt x="69392" y="13565"/>
                      <a:pt x="69614" y="13298"/>
                    </a:cubicBezTo>
                    <a:cubicBezTo>
                      <a:pt x="69703" y="13165"/>
                      <a:pt x="69792" y="13077"/>
                      <a:pt x="69925" y="12943"/>
                    </a:cubicBezTo>
                    <a:cubicBezTo>
                      <a:pt x="70014" y="12855"/>
                      <a:pt x="70102" y="12766"/>
                      <a:pt x="70147" y="12677"/>
                    </a:cubicBezTo>
                    <a:lnTo>
                      <a:pt x="70235" y="12677"/>
                    </a:lnTo>
                    <a:cubicBezTo>
                      <a:pt x="70413" y="12943"/>
                      <a:pt x="70635" y="13210"/>
                      <a:pt x="70812" y="13476"/>
                    </a:cubicBezTo>
                    <a:cubicBezTo>
                      <a:pt x="70786" y="13463"/>
                      <a:pt x="70760" y="13457"/>
                      <a:pt x="70735" y="13457"/>
                    </a:cubicBezTo>
                    <a:cubicBezTo>
                      <a:pt x="70675" y="13457"/>
                      <a:pt x="70622" y="13489"/>
                      <a:pt x="70590" y="13520"/>
                    </a:cubicBezTo>
                    <a:cubicBezTo>
                      <a:pt x="69836" y="14230"/>
                      <a:pt x="69259" y="15073"/>
                      <a:pt x="68904" y="16005"/>
                    </a:cubicBezTo>
                    <a:cubicBezTo>
                      <a:pt x="68823" y="16222"/>
                      <a:pt x="68991" y="16356"/>
                      <a:pt x="69174" y="16356"/>
                    </a:cubicBezTo>
                    <a:cubicBezTo>
                      <a:pt x="69290" y="16356"/>
                      <a:pt x="69412" y="16303"/>
                      <a:pt x="69481" y="16182"/>
                    </a:cubicBezTo>
                    <a:cubicBezTo>
                      <a:pt x="69481" y="16094"/>
                      <a:pt x="69570" y="15960"/>
                      <a:pt x="69614" y="15872"/>
                    </a:cubicBezTo>
                    <a:cubicBezTo>
                      <a:pt x="69636" y="15894"/>
                      <a:pt x="69659" y="15905"/>
                      <a:pt x="69686" y="15905"/>
                    </a:cubicBezTo>
                    <a:cubicBezTo>
                      <a:pt x="69714" y="15905"/>
                      <a:pt x="69747" y="15894"/>
                      <a:pt x="69792" y="15872"/>
                    </a:cubicBezTo>
                    <a:cubicBezTo>
                      <a:pt x="69822" y="15864"/>
                      <a:pt x="69854" y="15860"/>
                      <a:pt x="69886" y="15860"/>
                    </a:cubicBezTo>
                    <a:cubicBezTo>
                      <a:pt x="70043" y="15860"/>
                      <a:pt x="70214" y="15947"/>
                      <a:pt x="70324" y="16094"/>
                    </a:cubicBezTo>
                    <a:cubicBezTo>
                      <a:pt x="70376" y="16155"/>
                      <a:pt x="70437" y="16181"/>
                      <a:pt x="70497" y="16181"/>
                    </a:cubicBezTo>
                    <a:cubicBezTo>
                      <a:pt x="70698" y="16181"/>
                      <a:pt x="70894" y="15899"/>
                      <a:pt x="70723" y="15694"/>
                    </a:cubicBezTo>
                    <a:cubicBezTo>
                      <a:pt x="70530" y="15462"/>
                      <a:pt x="70268" y="15331"/>
                      <a:pt x="69999" y="15331"/>
                    </a:cubicBezTo>
                    <a:cubicBezTo>
                      <a:pt x="69959" y="15331"/>
                      <a:pt x="69920" y="15334"/>
                      <a:pt x="69880" y="15339"/>
                    </a:cubicBezTo>
                    <a:cubicBezTo>
                      <a:pt x="69969" y="15162"/>
                      <a:pt x="70058" y="15029"/>
                      <a:pt x="70147" y="14851"/>
                    </a:cubicBezTo>
                    <a:cubicBezTo>
                      <a:pt x="70945" y="14940"/>
                      <a:pt x="71611" y="15384"/>
                      <a:pt x="72054" y="16005"/>
                    </a:cubicBezTo>
                    <a:cubicBezTo>
                      <a:pt x="72143" y="16094"/>
                      <a:pt x="72232" y="16138"/>
                      <a:pt x="72365" y="16138"/>
                    </a:cubicBezTo>
                    <a:cubicBezTo>
                      <a:pt x="72542" y="16493"/>
                      <a:pt x="72720" y="16848"/>
                      <a:pt x="72897" y="17247"/>
                    </a:cubicBezTo>
                    <a:lnTo>
                      <a:pt x="72853" y="17247"/>
                    </a:lnTo>
                    <a:cubicBezTo>
                      <a:pt x="72853" y="17247"/>
                      <a:pt x="72853" y="17203"/>
                      <a:pt x="72853" y="17158"/>
                    </a:cubicBezTo>
                    <a:lnTo>
                      <a:pt x="72542" y="16759"/>
                    </a:lnTo>
                    <a:cubicBezTo>
                      <a:pt x="72491" y="16681"/>
                      <a:pt x="72412" y="16649"/>
                      <a:pt x="72331" y="16649"/>
                    </a:cubicBezTo>
                    <a:cubicBezTo>
                      <a:pt x="72136" y="16649"/>
                      <a:pt x="71929" y="16837"/>
                      <a:pt x="72054" y="17025"/>
                    </a:cubicBezTo>
                    <a:lnTo>
                      <a:pt x="72365" y="17469"/>
                    </a:lnTo>
                    <a:cubicBezTo>
                      <a:pt x="72409" y="17513"/>
                      <a:pt x="72498" y="17558"/>
                      <a:pt x="72587" y="17558"/>
                    </a:cubicBezTo>
                    <a:cubicBezTo>
                      <a:pt x="72498" y="17646"/>
                      <a:pt x="72409" y="17735"/>
                      <a:pt x="72321" y="17824"/>
                    </a:cubicBezTo>
                    <a:cubicBezTo>
                      <a:pt x="72116" y="18028"/>
                      <a:pt x="72304" y="18311"/>
                      <a:pt x="72523" y="18311"/>
                    </a:cubicBezTo>
                    <a:cubicBezTo>
                      <a:pt x="72589" y="18311"/>
                      <a:pt x="72658" y="18285"/>
                      <a:pt x="72720" y="18223"/>
                    </a:cubicBezTo>
                    <a:lnTo>
                      <a:pt x="73164" y="17780"/>
                    </a:lnTo>
                    <a:lnTo>
                      <a:pt x="73430" y="18489"/>
                    </a:lnTo>
                    <a:cubicBezTo>
                      <a:pt x="72764" y="18756"/>
                      <a:pt x="72099" y="19687"/>
                      <a:pt x="71744" y="20264"/>
                    </a:cubicBezTo>
                    <a:cubicBezTo>
                      <a:pt x="71211" y="21107"/>
                      <a:pt x="70901" y="22039"/>
                      <a:pt x="70812" y="23059"/>
                    </a:cubicBezTo>
                    <a:cubicBezTo>
                      <a:pt x="70812" y="23059"/>
                      <a:pt x="70812" y="23104"/>
                      <a:pt x="70812" y="23148"/>
                    </a:cubicBezTo>
                    <a:lnTo>
                      <a:pt x="70147" y="23681"/>
                    </a:lnTo>
                    <a:cubicBezTo>
                      <a:pt x="70058" y="23059"/>
                      <a:pt x="70102" y="22394"/>
                      <a:pt x="70280" y="21773"/>
                    </a:cubicBezTo>
                    <a:cubicBezTo>
                      <a:pt x="70413" y="21063"/>
                      <a:pt x="70723" y="20353"/>
                      <a:pt x="71167" y="19776"/>
                    </a:cubicBezTo>
                    <a:cubicBezTo>
                      <a:pt x="71371" y="19572"/>
                      <a:pt x="71184" y="19289"/>
                      <a:pt x="70965" y="19289"/>
                    </a:cubicBezTo>
                    <a:cubicBezTo>
                      <a:pt x="70899" y="19289"/>
                      <a:pt x="70830" y="19315"/>
                      <a:pt x="70768" y="19377"/>
                    </a:cubicBezTo>
                    <a:cubicBezTo>
                      <a:pt x="70546" y="19643"/>
                      <a:pt x="70368" y="19954"/>
                      <a:pt x="70191" y="20309"/>
                    </a:cubicBezTo>
                    <a:cubicBezTo>
                      <a:pt x="70191" y="20264"/>
                      <a:pt x="70147" y="20264"/>
                      <a:pt x="70147" y="20220"/>
                    </a:cubicBezTo>
                    <a:cubicBezTo>
                      <a:pt x="69869" y="20004"/>
                      <a:pt x="69507" y="19874"/>
                      <a:pt x="69147" y="19874"/>
                    </a:cubicBezTo>
                    <a:cubicBezTo>
                      <a:pt x="68989" y="19874"/>
                      <a:pt x="68832" y="19899"/>
                      <a:pt x="68682" y="19954"/>
                    </a:cubicBezTo>
                    <a:lnTo>
                      <a:pt x="68682" y="19244"/>
                    </a:lnTo>
                    <a:cubicBezTo>
                      <a:pt x="68747" y="19231"/>
                      <a:pt x="68812" y="19225"/>
                      <a:pt x="68877" y="19225"/>
                    </a:cubicBezTo>
                    <a:cubicBezTo>
                      <a:pt x="69034" y="19225"/>
                      <a:pt x="69191" y="19257"/>
                      <a:pt x="69348" y="19288"/>
                    </a:cubicBezTo>
                    <a:cubicBezTo>
                      <a:pt x="69375" y="19295"/>
                      <a:pt x="69401" y="19298"/>
                      <a:pt x="69425" y="19298"/>
                    </a:cubicBezTo>
                    <a:cubicBezTo>
                      <a:pt x="69720" y="19298"/>
                      <a:pt x="69809" y="18834"/>
                      <a:pt x="69481" y="18711"/>
                    </a:cubicBezTo>
                    <a:cubicBezTo>
                      <a:pt x="69293" y="18680"/>
                      <a:pt x="69082" y="18649"/>
                      <a:pt x="68866" y="18649"/>
                    </a:cubicBezTo>
                    <a:cubicBezTo>
                      <a:pt x="68776" y="18649"/>
                      <a:pt x="68685" y="18654"/>
                      <a:pt x="68594" y="18667"/>
                    </a:cubicBezTo>
                    <a:cubicBezTo>
                      <a:pt x="68539" y="18626"/>
                      <a:pt x="68475" y="18606"/>
                      <a:pt x="68413" y="18606"/>
                    </a:cubicBezTo>
                    <a:cubicBezTo>
                      <a:pt x="68273" y="18606"/>
                      <a:pt x="68136" y="18705"/>
                      <a:pt x="68106" y="18889"/>
                    </a:cubicBezTo>
                    <a:cubicBezTo>
                      <a:pt x="68017" y="20309"/>
                      <a:pt x="68328" y="21728"/>
                      <a:pt x="68949" y="23015"/>
                    </a:cubicBezTo>
                    <a:cubicBezTo>
                      <a:pt x="68771" y="23104"/>
                      <a:pt x="68682" y="23326"/>
                      <a:pt x="68860" y="23459"/>
                    </a:cubicBezTo>
                    <a:cubicBezTo>
                      <a:pt x="69082" y="23636"/>
                      <a:pt x="69304" y="23858"/>
                      <a:pt x="69481" y="24124"/>
                    </a:cubicBezTo>
                    <a:cubicBezTo>
                      <a:pt x="69481" y="24124"/>
                      <a:pt x="69481" y="24169"/>
                      <a:pt x="69525" y="24169"/>
                    </a:cubicBezTo>
                    <a:lnTo>
                      <a:pt x="68416" y="25012"/>
                    </a:lnTo>
                    <a:cubicBezTo>
                      <a:pt x="68372" y="24967"/>
                      <a:pt x="68328" y="24923"/>
                      <a:pt x="68283" y="24923"/>
                    </a:cubicBezTo>
                    <a:lnTo>
                      <a:pt x="67085" y="24124"/>
                    </a:lnTo>
                    <a:cubicBezTo>
                      <a:pt x="67039" y="24098"/>
                      <a:pt x="66993" y="24086"/>
                      <a:pt x="66950" y="24086"/>
                    </a:cubicBezTo>
                    <a:cubicBezTo>
                      <a:pt x="66708" y="24086"/>
                      <a:pt x="66555" y="24461"/>
                      <a:pt x="66819" y="24612"/>
                    </a:cubicBezTo>
                    <a:lnTo>
                      <a:pt x="67973" y="25322"/>
                    </a:lnTo>
                    <a:cubicBezTo>
                      <a:pt x="65799" y="26919"/>
                      <a:pt x="63536" y="28384"/>
                      <a:pt x="61317" y="29759"/>
                    </a:cubicBezTo>
                    <a:cubicBezTo>
                      <a:pt x="55461" y="33353"/>
                      <a:pt x="49427" y="36592"/>
                      <a:pt x="43171" y="39431"/>
                    </a:cubicBezTo>
                    <a:cubicBezTo>
                      <a:pt x="37492" y="42093"/>
                      <a:pt x="31591" y="44578"/>
                      <a:pt x="25379" y="45820"/>
                    </a:cubicBezTo>
                    <a:cubicBezTo>
                      <a:pt x="17127" y="35349"/>
                      <a:pt x="17482" y="19421"/>
                      <a:pt x="26755" y="9571"/>
                    </a:cubicBezTo>
                    <a:cubicBezTo>
                      <a:pt x="32251" y="3799"/>
                      <a:pt x="39844" y="640"/>
                      <a:pt x="47491" y="640"/>
                    </a:cubicBezTo>
                    <a:close/>
                    <a:moveTo>
                      <a:pt x="19390" y="33663"/>
                    </a:moveTo>
                    <a:cubicBezTo>
                      <a:pt x="20188" y="38144"/>
                      <a:pt x="22007" y="42404"/>
                      <a:pt x="24758" y="46042"/>
                    </a:cubicBezTo>
                    <a:cubicBezTo>
                      <a:pt x="24137" y="46131"/>
                      <a:pt x="23471" y="46264"/>
                      <a:pt x="22806" y="46353"/>
                    </a:cubicBezTo>
                    <a:cubicBezTo>
                      <a:pt x="21551" y="46544"/>
                      <a:pt x="19563" y="46866"/>
                      <a:pt x="17637" y="46866"/>
                    </a:cubicBezTo>
                    <a:cubicBezTo>
                      <a:pt x="14659" y="46866"/>
                      <a:pt x="11826" y="46097"/>
                      <a:pt x="12069" y="42892"/>
                    </a:cubicBezTo>
                    <a:cubicBezTo>
                      <a:pt x="12202" y="40762"/>
                      <a:pt x="13799" y="38987"/>
                      <a:pt x="15175" y="37523"/>
                    </a:cubicBezTo>
                    <a:cubicBezTo>
                      <a:pt x="16461" y="36104"/>
                      <a:pt x="17881" y="34817"/>
                      <a:pt x="19390" y="33663"/>
                    </a:cubicBezTo>
                    <a:close/>
                    <a:moveTo>
                      <a:pt x="71211" y="43247"/>
                    </a:moveTo>
                    <a:lnTo>
                      <a:pt x="71211" y="43247"/>
                    </a:lnTo>
                    <a:cubicBezTo>
                      <a:pt x="69836" y="45510"/>
                      <a:pt x="68150" y="47550"/>
                      <a:pt x="66198" y="49281"/>
                    </a:cubicBezTo>
                    <a:cubicBezTo>
                      <a:pt x="65799" y="49680"/>
                      <a:pt x="65399" y="49991"/>
                      <a:pt x="64956" y="50346"/>
                    </a:cubicBezTo>
                    <a:cubicBezTo>
                      <a:pt x="65444" y="48748"/>
                      <a:pt x="66730" y="47284"/>
                      <a:pt x="67839" y="46086"/>
                    </a:cubicBezTo>
                    <a:cubicBezTo>
                      <a:pt x="68860" y="45022"/>
                      <a:pt x="69969" y="44090"/>
                      <a:pt x="71211" y="43247"/>
                    </a:cubicBezTo>
                    <a:close/>
                    <a:moveTo>
                      <a:pt x="84923" y="2878"/>
                    </a:moveTo>
                    <a:cubicBezTo>
                      <a:pt x="86673" y="2878"/>
                      <a:pt x="88456" y="3045"/>
                      <a:pt x="89979" y="3626"/>
                    </a:cubicBezTo>
                    <a:cubicBezTo>
                      <a:pt x="93218" y="5002"/>
                      <a:pt x="92020" y="9128"/>
                      <a:pt x="90689" y="11435"/>
                    </a:cubicBezTo>
                    <a:cubicBezTo>
                      <a:pt x="89402" y="13653"/>
                      <a:pt x="87494" y="15517"/>
                      <a:pt x="85675" y="17336"/>
                    </a:cubicBezTo>
                    <a:cubicBezTo>
                      <a:pt x="83901" y="19022"/>
                      <a:pt x="82126" y="20663"/>
                      <a:pt x="80218" y="22261"/>
                    </a:cubicBezTo>
                    <a:cubicBezTo>
                      <a:pt x="76269" y="25544"/>
                      <a:pt x="72054" y="28605"/>
                      <a:pt x="67706" y="31356"/>
                    </a:cubicBezTo>
                    <a:cubicBezTo>
                      <a:pt x="59232" y="36725"/>
                      <a:pt x="50270" y="41161"/>
                      <a:pt x="41130" y="45199"/>
                    </a:cubicBezTo>
                    <a:cubicBezTo>
                      <a:pt x="31280" y="49503"/>
                      <a:pt x="20632" y="54117"/>
                      <a:pt x="9673" y="54516"/>
                    </a:cubicBezTo>
                    <a:cubicBezTo>
                      <a:pt x="9489" y="54522"/>
                      <a:pt x="9302" y="54526"/>
                      <a:pt x="9112" y="54526"/>
                    </a:cubicBezTo>
                    <a:cubicBezTo>
                      <a:pt x="6551" y="54526"/>
                      <a:pt x="3533" y="53912"/>
                      <a:pt x="2707" y="51144"/>
                    </a:cubicBezTo>
                    <a:cubicBezTo>
                      <a:pt x="1864" y="48172"/>
                      <a:pt x="3772" y="45022"/>
                      <a:pt x="5636" y="42803"/>
                    </a:cubicBezTo>
                    <a:cubicBezTo>
                      <a:pt x="9496" y="38233"/>
                      <a:pt x="14287" y="34284"/>
                      <a:pt x="18990" y="30602"/>
                    </a:cubicBezTo>
                    <a:cubicBezTo>
                      <a:pt x="18990" y="30868"/>
                      <a:pt x="19035" y="31090"/>
                      <a:pt x="19035" y="31312"/>
                    </a:cubicBezTo>
                    <a:cubicBezTo>
                      <a:pt x="16018" y="33575"/>
                      <a:pt x="13222" y="36104"/>
                      <a:pt x="10738" y="38899"/>
                    </a:cubicBezTo>
                    <a:cubicBezTo>
                      <a:pt x="10534" y="39103"/>
                      <a:pt x="10721" y="39386"/>
                      <a:pt x="10940" y="39386"/>
                    </a:cubicBezTo>
                    <a:cubicBezTo>
                      <a:pt x="11006" y="39386"/>
                      <a:pt x="11075" y="39360"/>
                      <a:pt x="11137" y="39298"/>
                    </a:cubicBezTo>
                    <a:cubicBezTo>
                      <a:pt x="13533" y="36592"/>
                      <a:pt x="16240" y="34151"/>
                      <a:pt x="19123" y="31977"/>
                    </a:cubicBezTo>
                    <a:cubicBezTo>
                      <a:pt x="19168" y="32332"/>
                      <a:pt x="19212" y="32732"/>
                      <a:pt x="19301" y="33087"/>
                    </a:cubicBezTo>
                    <a:cubicBezTo>
                      <a:pt x="16550" y="35127"/>
                      <a:pt x="13444" y="37790"/>
                      <a:pt x="12025" y="40940"/>
                    </a:cubicBezTo>
                    <a:cubicBezTo>
                      <a:pt x="10827" y="43646"/>
                      <a:pt x="11847" y="46663"/>
                      <a:pt x="14953" y="47151"/>
                    </a:cubicBezTo>
                    <a:cubicBezTo>
                      <a:pt x="15946" y="47331"/>
                      <a:pt x="16974" y="47407"/>
                      <a:pt x="18017" y="47407"/>
                    </a:cubicBezTo>
                    <a:cubicBezTo>
                      <a:pt x="20842" y="47407"/>
                      <a:pt x="23775" y="46847"/>
                      <a:pt x="26400" y="46264"/>
                    </a:cubicBezTo>
                    <a:cubicBezTo>
                      <a:pt x="30482" y="45288"/>
                      <a:pt x="34519" y="43957"/>
                      <a:pt x="38379" y="42271"/>
                    </a:cubicBezTo>
                    <a:cubicBezTo>
                      <a:pt x="46099" y="39032"/>
                      <a:pt x="53597" y="35216"/>
                      <a:pt x="60741" y="30868"/>
                    </a:cubicBezTo>
                    <a:cubicBezTo>
                      <a:pt x="64157" y="28783"/>
                      <a:pt x="67440" y="26476"/>
                      <a:pt x="70590" y="24035"/>
                    </a:cubicBezTo>
                    <a:cubicBezTo>
                      <a:pt x="73785" y="21506"/>
                      <a:pt x="77024" y="18800"/>
                      <a:pt x="79508" y="15561"/>
                    </a:cubicBezTo>
                    <a:cubicBezTo>
                      <a:pt x="81505" y="12899"/>
                      <a:pt x="83102" y="9039"/>
                      <a:pt x="79375" y="7087"/>
                    </a:cubicBezTo>
                    <a:cubicBezTo>
                      <a:pt x="78300" y="6536"/>
                      <a:pt x="77123" y="6361"/>
                      <a:pt x="75928" y="6361"/>
                    </a:cubicBezTo>
                    <a:cubicBezTo>
                      <a:pt x="75199" y="6361"/>
                      <a:pt x="74463" y="6426"/>
                      <a:pt x="73740" y="6510"/>
                    </a:cubicBezTo>
                    <a:cubicBezTo>
                      <a:pt x="71389" y="6732"/>
                      <a:pt x="69082" y="7176"/>
                      <a:pt x="66775" y="7841"/>
                    </a:cubicBezTo>
                    <a:cubicBezTo>
                      <a:pt x="66642" y="7708"/>
                      <a:pt x="66508" y="7575"/>
                      <a:pt x="66331" y="7442"/>
                    </a:cubicBezTo>
                    <a:cubicBezTo>
                      <a:pt x="68993" y="6554"/>
                      <a:pt x="71699" y="5845"/>
                      <a:pt x="74450" y="5401"/>
                    </a:cubicBezTo>
                    <a:cubicBezTo>
                      <a:pt x="74791" y="5316"/>
                      <a:pt x="74682" y="4821"/>
                      <a:pt x="74359" y="4821"/>
                    </a:cubicBezTo>
                    <a:cubicBezTo>
                      <a:pt x="74345" y="4821"/>
                      <a:pt x="74331" y="4822"/>
                      <a:pt x="74317" y="4824"/>
                    </a:cubicBezTo>
                    <a:cubicBezTo>
                      <a:pt x="71522" y="5312"/>
                      <a:pt x="68771" y="6022"/>
                      <a:pt x="66065" y="6909"/>
                    </a:cubicBezTo>
                    <a:cubicBezTo>
                      <a:pt x="66020" y="6954"/>
                      <a:pt x="65932" y="6998"/>
                      <a:pt x="65932" y="7043"/>
                    </a:cubicBezTo>
                    <a:lnTo>
                      <a:pt x="65577" y="6732"/>
                    </a:lnTo>
                    <a:cubicBezTo>
                      <a:pt x="70857" y="4957"/>
                      <a:pt x="76269" y="3360"/>
                      <a:pt x="81860" y="3005"/>
                    </a:cubicBezTo>
                    <a:cubicBezTo>
                      <a:pt x="82827" y="2938"/>
                      <a:pt x="83869" y="2878"/>
                      <a:pt x="84923" y="2878"/>
                    </a:cubicBezTo>
                    <a:close/>
                    <a:moveTo>
                      <a:pt x="56570" y="53806"/>
                    </a:moveTo>
                    <a:lnTo>
                      <a:pt x="57812" y="54472"/>
                    </a:lnTo>
                    <a:cubicBezTo>
                      <a:pt x="57413" y="54649"/>
                      <a:pt x="57058" y="54782"/>
                      <a:pt x="56659" y="54916"/>
                    </a:cubicBezTo>
                    <a:cubicBezTo>
                      <a:pt x="56614" y="54561"/>
                      <a:pt x="56570" y="54161"/>
                      <a:pt x="56570" y="53806"/>
                    </a:cubicBezTo>
                    <a:close/>
                    <a:moveTo>
                      <a:pt x="72942" y="28561"/>
                    </a:moveTo>
                    <a:lnTo>
                      <a:pt x="72942" y="28561"/>
                    </a:lnTo>
                    <a:cubicBezTo>
                      <a:pt x="71345" y="31711"/>
                      <a:pt x="70413" y="35261"/>
                      <a:pt x="72010" y="38633"/>
                    </a:cubicBezTo>
                    <a:lnTo>
                      <a:pt x="71566" y="38899"/>
                    </a:lnTo>
                    <a:cubicBezTo>
                      <a:pt x="70901" y="37656"/>
                      <a:pt x="70590" y="36281"/>
                      <a:pt x="70679" y="34861"/>
                    </a:cubicBezTo>
                    <a:cubicBezTo>
                      <a:pt x="70679" y="34684"/>
                      <a:pt x="70535" y="34595"/>
                      <a:pt x="70391" y="34595"/>
                    </a:cubicBezTo>
                    <a:cubicBezTo>
                      <a:pt x="70246" y="34595"/>
                      <a:pt x="70102" y="34684"/>
                      <a:pt x="70102" y="34861"/>
                    </a:cubicBezTo>
                    <a:lnTo>
                      <a:pt x="70102" y="35127"/>
                    </a:lnTo>
                    <a:cubicBezTo>
                      <a:pt x="70014" y="35039"/>
                      <a:pt x="69925" y="35039"/>
                      <a:pt x="69836" y="35039"/>
                    </a:cubicBezTo>
                    <a:cubicBezTo>
                      <a:pt x="69703" y="35083"/>
                      <a:pt x="69570" y="35216"/>
                      <a:pt x="69525" y="35349"/>
                    </a:cubicBezTo>
                    <a:lnTo>
                      <a:pt x="69082" y="35882"/>
                    </a:lnTo>
                    <a:cubicBezTo>
                      <a:pt x="68960" y="36094"/>
                      <a:pt x="69130" y="36286"/>
                      <a:pt x="69320" y="36286"/>
                    </a:cubicBezTo>
                    <a:cubicBezTo>
                      <a:pt x="69408" y="36286"/>
                      <a:pt x="69500" y="36246"/>
                      <a:pt x="69570" y="36148"/>
                    </a:cubicBezTo>
                    <a:lnTo>
                      <a:pt x="69836" y="35837"/>
                    </a:lnTo>
                    <a:lnTo>
                      <a:pt x="69925" y="35660"/>
                    </a:lnTo>
                    <a:cubicBezTo>
                      <a:pt x="70014" y="35660"/>
                      <a:pt x="70058" y="35660"/>
                      <a:pt x="70102" y="35615"/>
                    </a:cubicBezTo>
                    <a:cubicBezTo>
                      <a:pt x="70147" y="36059"/>
                      <a:pt x="70191" y="36547"/>
                      <a:pt x="70280" y="36991"/>
                    </a:cubicBezTo>
                    <a:cubicBezTo>
                      <a:pt x="70243" y="36973"/>
                      <a:pt x="70199" y="36962"/>
                      <a:pt x="70156" y="36962"/>
                    </a:cubicBezTo>
                    <a:cubicBezTo>
                      <a:pt x="70096" y="36962"/>
                      <a:pt x="70040" y="36983"/>
                      <a:pt x="70014" y="37035"/>
                    </a:cubicBezTo>
                    <a:cubicBezTo>
                      <a:pt x="69259" y="37967"/>
                      <a:pt x="68904" y="39165"/>
                      <a:pt x="69037" y="40363"/>
                    </a:cubicBezTo>
                    <a:cubicBezTo>
                      <a:pt x="68904" y="40452"/>
                      <a:pt x="68816" y="40540"/>
                      <a:pt x="68682" y="40629"/>
                    </a:cubicBezTo>
                    <a:cubicBezTo>
                      <a:pt x="68464" y="40775"/>
                      <a:pt x="68604" y="41130"/>
                      <a:pt x="68833" y="41130"/>
                    </a:cubicBezTo>
                    <a:cubicBezTo>
                      <a:pt x="68883" y="41130"/>
                      <a:pt x="68937" y="41113"/>
                      <a:pt x="68993" y="41073"/>
                    </a:cubicBezTo>
                    <a:cubicBezTo>
                      <a:pt x="70368" y="40097"/>
                      <a:pt x="71877" y="39209"/>
                      <a:pt x="73474" y="38544"/>
                    </a:cubicBezTo>
                    <a:lnTo>
                      <a:pt x="73474" y="38544"/>
                    </a:lnTo>
                    <a:cubicBezTo>
                      <a:pt x="73297" y="38987"/>
                      <a:pt x="73119" y="39431"/>
                      <a:pt x="72897" y="39875"/>
                    </a:cubicBezTo>
                    <a:lnTo>
                      <a:pt x="72720" y="39875"/>
                    </a:lnTo>
                    <a:cubicBezTo>
                      <a:pt x="70590" y="40895"/>
                      <a:pt x="68638" y="42271"/>
                      <a:pt x="66952" y="43957"/>
                    </a:cubicBezTo>
                    <a:cubicBezTo>
                      <a:pt x="66779" y="44164"/>
                      <a:pt x="66984" y="44426"/>
                      <a:pt x="67188" y="44426"/>
                    </a:cubicBezTo>
                    <a:cubicBezTo>
                      <a:pt x="67245" y="44426"/>
                      <a:pt x="67303" y="44405"/>
                      <a:pt x="67351" y="44356"/>
                    </a:cubicBezTo>
                    <a:cubicBezTo>
                      <a:pt x="68904" y="42847"/>
                      <a:pt x="70679" y="41561"/>
                      <a:pt x="72587" y="40585"/>
                    </a:cubicBezTo>
                    <a:lnTo>
                      <a:pt x="72587" y="40585"/>
                    </a:lnTo>
                    <a:cubicBezTo>
                      <a:pt x="72365" y="41117"/>
                      <a:pt x="72099" y="41605"/>
                      <a:pt x="71833" y="42093"/>
                    </a:cubicBezTo>
                    <a:cubicBezTo>
                      <a:pt x="70102" y="43158"/>
                      <a:pt x="68505" y="44445"/>
                      <a:pt x="67174" y="45998"/>
                    </a:cubicBezTo>
                    <a:cubicBezTo>
                      <a:pt x="65932" y="47329"/>
                      <a:pt x="64601" y="48926"/>
                      <a:pt x="64290" y="50789"/>
                    </a:cubicBezTo>
                    <a:lnTo>
                      <a:pt x="64290" y="50834"/>
                    </a:lnTo>
                    <a:cubicBezTo>
                      <a:pt x="64024" y="51011"/>
                      <a:pt x="63758" y="51233"/>
                      <a:pt x="63447" y="51410"/>
                    </a:cubicBezTo>
                    <a:cubicBezTo>
                      <a:pt x="63758" y="49636"/>
                      <a:pt x="64468" y="47994"/>
                      <a:pt x="65577" y="46574"/>
                    </a:cubicBezTo>
                    <a:cubicBezTo>
                      <a:pt x="65734" y="46386"/>
                      <a:pt x="65536" y="46198"/>
                      <a:pt x="65328" y="46198"/>
                    </a:cubicBezTo>
                    <a:cubicBezTo>
                      <a:pt x="65241" y="46198"/>
                      <a:pt x="65154" y="46230"/>
                      <a:pt x="65089" y="46308"/>
                    </a:cubicBezTo>
                    <a:cubicBezTo>
                      <a:pt x="63846" y="47950"/>
                      <a:pt x="63092" y="49858"/>
                      <a:pt x="62826" y="51899"/>
                    </a:cubicBezTo>
                    <a:cubicBezTo>
                      <a:pt x="62648" y="52032"/>
                      <a:pt x="62427" y="52165"/>
                      <a:pt x="62249" y="52298"/>
                    </a:cubicBezTo>
                    <a:cubicBezTo>
                      <a:pt x="62648" y="48527"/>
                      <a:pt x="64468" y="45110"/>
                      <a:pt x="67307" y="42626"/>
                    </a:cubicBezTo>
                    <a:cubicBezTo>
                      <a:pt x="67485" y="42448"/>
                      <a:pt x="67396" y="42182"/>
                      <a:pt x="67130" y="42138"/>
                    </a:cubicBezTo>
                    <a:cubicBezTo>
                      <a:pt x="67174" y="42093"/>
                      <a:pt x="67174" y="42093"/>
                      <a:pt x="67130" y="42049"/>
                    </a:cubicBezTo>
                    <a:cubicBezTo>
                      <a:pt x="66775" y="39964"/>
                      <a:pt x="67174" y="37790"/>
                      <a:pt x="68194" y="35926"/>
                    </a:cubicBezTo>
                    <a:cubicBezTo>
                      <a:pt x="68316" y="35713"/>
                      <a:pt x="68125" y="35521"/>
                      <a:pt x="67936" y="35521"/>
                    </a:cubicBezTo>
                    <a:cubicBezTo>
                      <a:pt x="67849" y="35521"/>
                      <a:pt x="67762" y="35562"/>
                      <a:pt x="67706" y="35660"/>
                    </a:cubicBezTo>
                    <a:cubicBezTo>
                      <a:pt x="66642" y="37656"/>
                      <a:pt x="66242" y="39919"/>
                      <a:pt x="66597" y="42182"/>
                    </a:cubicBezTo>
                    <a:cubicBezTo>
                      <a:pt x="66642" y="42271"/>
                      <a:pt x="66686" y="42315"/>
                      <a:pt x="66775" y="42359"/>
                    </a:cubicBezTo>
                    <a:cubicBezTo>
                      <a:pt x="66420" y="42670"/>
                      <a:pt x="66109" y="42981"/>
                      <a:pt x="65799" y="43291"/>
                    </a:cubicBezTo>
                    <a:cubicBezTo>
                      <a:pt x="65577" y="40984"/>
                      <a:pt x="65887" y="38677"/>
                      <a:pt x="66642" y="36503"/>
                    </a:cubicBezTo>
                    <a:cubicBezTo>
                      <a:pt x="66723" y="36285"/>
                      <a:pt x="66555" y="36151"/>
                      <a:pt x="66382" y="36151"/>
                    </a:cubicBezTo>
                    <a:cubicBezTo>
                      <a:pt x="66272" y="36151"/>
                      <a:pt x="66161" y="36205"/>
                      <a:pt x="66109" y="36325"/>
                    </a:cubicBezTo>
                    <a:cubicBezTo>
                      <a:pt x="65266" y="38633"/>
                      <a:pt x="65000" y="41073"/>
                      <a:pt x="65266" y="43469"/>
                    </a:cubicBezTo>
                    <a:cubicBezTo>
                      <a:pt x="65266" y="43557"/>
                      <a:pt x="65355" y="43646"/>
                      <a:pt x="65444" y="43690"/>
                    </a:cubicBezTo>
                    <a:cubicBezTo>
                      <a:pt x="65222" y="43912"/>
                      <a:pt x="65044" y="44134"/>
                      <a:pt x="64867" y="44356"/>
                    </a:cubicBezTo>
                    <a:cubicBezTo>
                      <a:pt x="64601" y="43602"/>
                      <a:pt x="64512" y="42803"/>
                      <a:pt x="64645" y="42004"/>
                    </a:cubicBezTo>
                    <a:cubicBezTo>
                      <a:pt x="64672" y="41815"/>
                      <a:pt x="64485" y="41675"/>
                      <a:pt x="64314" y="41675"/>
                    </a:cubicBezTo>
                    <a:cubicBezTo>
                      <a:pt x="64205" y="41675"/>
                      <a:pt x="64103" y="41733"/>
                      <a:pt x="64068" y="41871"/>
                    </a:cubicBezTo>
                    <a:cubicBezTo>
                      <a:pt x="63935" y="42803"/>
                      <a:pt x="64024" y="43779"/>
                      <a:pt x="64379" y="44667"/>
                    </a:cubicBezTo>
                    <a:cubicBezTo>
                      <a:pt x="64379" y="44711"/>
                      <a:pt x="64423" y="44755"/>
                      <a:pt x="64512" y="44800"/>
                    </a:cubicBezTo>
                    <a:cubicBezTo>
                      <a:pt x="64113" y="45332"/>
                      <a:pt x="63802" y="45864"/>
                      <a:pt x="63491" y="46397"/>
                    </a:cubicBezTo>
                    <a:cubicBezTo>
                      <a:pt x="63536" y="46264"/>
                      <a:pt x="63491" y="46131"/>
                      <a:pt x="63403" y="46042"/>
                    </a:cubicBezTo>
                    <a:lnTo>
                      <a:pt x="62338" y="45288"/>
                    </a:lnTo>
                    <a:cubicBezTo>
                      <a:pt x="62295" y="45259"/>
                      <a:pt x="62253" y="45247"/>
                      <a:pt x="62212" y="45247"/>
                    </a:cubicBezTo>
                    <a:cubicBezTo>
                      <a:pt x="62000" y="45247"/>
                      <a:pt x="61848" y="45589"/>
                      <a:pt x="62072" y="45776"/>
                    </a:cubicBezTo>
                    <a:lnTo>
                      <a:pt x="63136" y="46574"/>
                    </a:lnTo>
                    <a:cubicBezTo>
                      <a:pt x="63187" y="46608"/>
                      <a:pt x="63238" y="46623"/>
                      <a:pt x="63287" y="46623"/>
                    </a:cubicBezTo>
                    <a:cubicBezTo>
                      <a:pt x="63365" y="46623"/>
                      <a:pt x="63437" y="46585"/>
                      <a:pt x="63491" y="46530"/>
                    </a:cubicBezTo>
                    <a:lnTo>
                      <a:pt x="63491" y="46530"/>
                    </a:lnTo>
                    <a:cubicBezTo>
                      <a:pt x="63403" y="46707"/>
                      <a:pt x="63314" y="46885"/>
                      <a:pt x="63225" y="47062"/>
                    </a:cubicBezTo>
                    <a:lnTo>
                      <a:pt x="63181" y="47062"/>
                    </a:lnTo>
                    <a:lnTo>
                      <a:pt x="61761" y="46264"/>
                    </a:lnTo>
                    <a:cubicBezTo>
                      <a:pt x="61718" y="46245"/>
                      <a:pt x="61677" y="46237"/>
                      <a:pt x="61639" y="46237"/>
                    </a:cubicBezTo>
                    <a:cubicBezTo>
                      <a:pt x="61399" y="46237"/>
                      <a:pt x="61265" y="46561"/>
                      <a:pt x="61495" y="46752"/>
                    </a:cubicBezTo>
                    <a:lnTo>
                      <a:pt x="62870" y="47550"/>
                    </a:lnTo>
                    <a:lnTo>
                      <a:pt x="62959" y="47550"/>
                    </a:lnTo>
                    <a:cubicBezTo>
                      <a:pt x="62826" y="47861"/>
                      <a:pt x="62737" y="48172"/>
                      <a:pt x="62604" y="48482"/>
                    </a:cubicBezTo>
                    <a:cubicBezTo>
                      <a:pt x="62604" y="48393"/>
                      <a:pt x="62604" y="48349"/>
                      <a:pt x="62560" y="48305"/>
                    </a:cubicBezTo>
                    <a:cubicBezTo>
                      <a:pt x="62205" y="47817"/>
                      <a:pt x="61805" y="47417"/>
                      <a:pt x="61273" y="47151"/>
                    </a:cubicBezTo>
                    <a:cubicBezTo>
                      <a:pt x="61227" y="47125"/>
                      <a:pt x="61181" y="47113"/>
                      <a:pt x="61138" y="47113"/>
                    </a:cubicBezTo>
                    <a:cubicBezTo>
                      <a:pt x="60896" y="47113"/>
                      <a:pt x="60743" y="47488"/>
                      <a:pt x="61007" y="47639"/>
                    </a:cubicBezTo>
                    <a:cubicBezTo>
                      <a:pt x="61406" y="47861"/>
                      <a:pt x="61805" y="48172"/>
                      <a:pt x="62072" y="48571"/>
                    </a:cubicBezTo>
                    <a:cubicBezTo>
                      <a:pt x="62130" y="48649"/>
                      <a:pt x="62222" y="48684"/>
                      <a:pt x="62315" y="48684"/>
                    </a:cubicBezTo>
                    <a:cubicBezTo>
                      <a:pt x="62434" y="48684"/>
                      <a:pt x="62554" y="48626"/>
                      <a:pt x="62604" y="48527"/>
                    </a:cubicBezTo>
                    <a:lnTo>
                      <a:pt x="62604" y="48527"/>
                    </a:lnTo>
                    <a:cubicBezTo>
                      <a:pt x="62205" y="49503"/>
                      <a:pt x="61939" y="50523"/>
                      <a:pt x="61805" y="51544"/>
                    </a:cubicBezTo>
                    <a:cubicBezTo>
                      <a:pt x="61761" y="51322"/>
                      <a:pt x="61717" y="51100"/>
                      <a:pt x="61672" y="50834"/>
                    </a:cubicBezTo>
                    <a:cubicBezTo>
                      <a:pt x="61655" y="50698"/>
                      <a:pt x="61567" y="50640"/>
                      <a:pt x="61467" y="50640"/>
                    </a:cubicBezTo>
                    <a:cubicBezTo>
                      <a:pt x="61305" y="50640"/>
                      <a:pt x="61112" y="50792"/>
                      <a:pt x="61140" y="51011"/>
                    </a:cubicBezTo>
                    <a:cubicBezTo>
                      <a:pt x="61140" y="51322"/>
                      <a:pt x="61229" y="51544"/>
                      <a:pt x="61273" y="51854"/>
                    </a:cubicBezTo>
                    <a:cubicBezTo>
                      <a:pt x="61051" y="51721"/>
                      <a:pt x="60829" y="51632"/>
                      <a:pt x="60652" y="51544"/>
                    </a:cubicBezTo>
                    <a:cubicBezTo>
                      <a:pt x="60696" y="51499"/>
                      <a:pt x="60696" y="51410"/>
                      <a:pt x="60696" y="51322"/>
                    </a:cubicBezTo>
                    <a:cubicBezTo>
                      <a:pt x="60563" y="50434"/>
                      <a:pt x="60297" y="49591"/>
                      <a:pt x="59898" y="48748"/>
                    </a:cubicBezTo>
                    <a:cubicBezTo>
                      <a:pt x="59856" y="48652"/>
                      <a:pt x="59781" y="48611"/>
                      <a:pt x="59701" y="48611"/>
                    </a:cubicBezTo>
                    <a:cubicBezTo>
                      <a:pt x="59522" y="48611"/>
                      <a:pt x="59318" y="48814"/>
                      <a:pt x="59410" y="49059"/>
                    </a:cubicBezTo>
                    <a:cubicBezTo>
                      <a:pt x="59765" y="49769"/>
                      <a:pt x="59986" y="50523"/>
                      <a:pt x="60119" y="51322"/>
                    </a:cubicBezTo>
                    <a:lnTo>
                      <a:pt x="59809" y="51189"/>
                    </a:lnTo>
                    <a:cubicBezTo>
                      <a:pt x="59676" y="50612"/>
                      <a:pt x="59498" y="50035"/>
                      <a:pt x="59276" y="49503"/>
                    </a:cubicBezTo>
                    <a:cubicBezTo>
                      <a:pt x="59224" y="49412"/>
                      <a:pt x="59146" y="49374"/>
                      <a:pt x="59065" y="49374"/>
                    </a:cubicBezTo>
                    <a:cubicBezTo>
                      <a:pt x="58870" y="49374"/>
                      <a:pt x="58663" y="49594"/>
                      <a:pt x="58788" y="49813"/>
                    </a:cubicBezTo>
                    <a:cubicBezTo>
                      <a:pt x="58966" y="50168"/>
                      <a:pt x="59099" y="50568"/>
                      <a:pt x="59188" y="50967"/>
                    </a:cubicBezTo>
                    <a:cubicBezTo>
                      <a:pt x="58744" y="50789"/>
                      <a:pt x="58300" y="50656"/>
                      <a:pt x="57857" y="50523"/>
                    </a:cubicBezTo>
                    <a:cubicBezTo>
                      <a:pt x="57830" y="50516"/>
                      <a:pt x="57804" y="50513"/>
                      <a:pt x="57780" y="50513"/>
                    </a:cubicBezTo>
                    <a:cubicBezTo>
                      <a:pt x="57484" y="50513"/>
                      <a:pt x="57396" y="50977"/>
                      <a:pt x="57724" y="51100"/>
                    </a:cubicBezTo>
                    <a:cubicBezTo>
                      <a:pt x="58300" y="51233"/>
                      <a:pt x="58833" y="51410"/>
                      <a:pt x="59410" y="51632"/>
                    </a:cubicBezTo>
                    <a:cubicBezTo>
                      <a:pt x="59443" y="51732"/>
                      <a:pt x="59526" y="51782"/>
                      <a:pt x="59622" y="51782"/>
                    </a:cubicBezTo>
                    <a:cubicBezTo>
                      <a:pt x="59654" y="51782"/>
                      <a:pt x="59687" y="51777"/>
                      <a:pt x="59720" y="51765"/>
                    </a:cubicBezTo>
                    <a:cubicBezTo>
                      <a:pt x="60341" y="52032"/>
                      <a:pt x="60962" y="52298"/>
                      <a:pt x="61584" y="52653"/>
                    </a:cubicBezTo>
                    <a:lnTo>
                      <a:pt x="61672" y="52653"/>
                    </a:lnTo>
                    <a:cubicBezTo>
                      <a:pt x="61450" y="52742"/>
                      <a:pt x="61273" y="52875"/>
                      <a:pt x="61051" y="53008"/>
                    </a:cubicBezTo>
                    <a:cubicBezTo>
                      <a:pt x="61096" y="52875"/>
                      <a:pt x="61051" y="52742"/>
                      <a:pt x="60918" y="52697"/>
                    </a:cubicBezTo>
                    <a:lnTo>
                      <a:pt x="60430" y="52475"/>
                    </a:lnTo>
                    <a:cubicBezTo>
                      <a:pt x="60393" y="52460"/>
                      <a:pt x="60357" y="52453"/>
                      <a:pt x="60323" y="52453"/>
                    </a:cubicBezTo>
                    <a:cubicBezTo>
                      <a:pt x="60065" y="52453"/>
                      <a:pt x="59890" y="52846"/>
                      <a:pt x="60164" y="52963"/>
                    </a:cubicBezTo>
                    <a:lnTo>
                      <a:pt x="60652" y="53185"/>
                    </a:lnTo>
                    <a:cubicBezTo>
                      <a:pt x="59898" y="53585"/>
                      <a:pt x="59099" y="53984"/>
                      <a:pt x="58256" y="54339"/>
                    </a:cubicBezTo>
                    <a:cubicBezTo>
                      <a:pt x="58300" y="54206"/>
                      <a:pt x="58212" y="54117"/>
                      <a:pt x="58123" y="54073"/>
                    </a:cubicBezTo>
                    <a:lnTo>
                      <a:pt x="56570" y="53185"/>
                    </a:lnTo>
                    <a:cubicBezTo>
                      <a:pt x="56570" y="53008"/>
                      <a:pt x="56570" y="52875"/>
                      <a:pt x="56614" y="52697"/>
                    </a:cubicBezTo>
                    <a:cubicBezTo>
                      <a:pt x="57324" y="53052"/>
                      <a:pt x="57990" y="53451"/>
                      <a:pt x="58655" y="53939"/>
                    </a:cubicBezTo>
                    <a:cubicBezTo>
                      <a:pt x="58710" y="53985"/>
                      <a:pt x="58771" y="54004"/>
                      <a:pt x="58830" y="54004"/>
                    </a:cubicBezTo>
                    <a:cubicBezTo>
                      <a:pt x="59058" y="54004"/>
                      <a:pt x="59266" y="53716"/>
                      <a:pt x="59055" y="53540"/>
                    </a:cubicBezTo>
                    <a:cubicBezTo>
                      <a:pt x="58300" y="53008"/>
                      <a:pt x="57546" y="52520"/>
                      <a:pt x="56703" y="52120"/>
                    </a:cubicBezTo>
                    <a:cubicBezTo>
                      <a:pt x="56703" y="52032"/>
                      <a:pt x="56747" y="51899"/>
                      <a:pt x="56792" y="51810"/>
                    </a:cubicBezTo>
                    <a:cubicBezTo>
                      <a:pt x="56792" y="51765"/>
                      <a:pt x="56792" y="51677"/>
                      <a:pt x="56792" y="51632"/>
                    </a:cubicBezTo>
                    <a:lnTo>
                      <a:pt x="58744" y="52298"/>
                    </a:lnTo>
                    <a:cubicBezTo>
                      <a:pt x="58783" y="52312"/>
                      <a:pt x="58819" y="52319"/>
                      <a:pt x="58852" y="52319"/>
                    </a:cubicBezTo>
                    <a:cubicBezTo>
                      <a:pt x="59122" y="52319"/>
                      <a:pt x="59193" y="51884"/>
                      <a:pt x="58877" y="51765"/>
                    </a:cubicBezTo>
                    <a:lnTo>
                      <a:pt x="56792" y="51056"/>
                    </a:lnTo>
                    <a:cubicBezTo>
                      <a:pt x="56756" y="51044"/>
                      <a:pt x="56722" y="51038"/>
                      <a:pt x="56691" y="51038"/>
                    </a:cubicBezTo>
                    <a:cubicBezTo>
                      <a:pt x="56494" y="51038"/>
                      <a:pt x="56405" y="51263"/>
                      <a:pt x="56481" y="51455"/>
                    </a:cubicBezTo>
                    <a:cubicBezTo>
                      <a:pt x="56393" y="51455"/>
                      <a:pt x="56259" y="51544"/>
                      <a:pt x="56259" y="51632"/>
                    </a:cubicBezTo>
                    <a:cubicBezTo>
                      <a:pt x="55993" y="52742"/>
                      <a:pt x="55949" y="53939"/>
                      <a:pt x="56126" y="55049"/>
                    </a:cubicBezTo>
                    <a:cubicBezTo>
                      <a:pt x="56082" y="55093"/>
                      <a:pt x="56082" y="55093"/>
                      <a:pt x="56126" y="55093"/>
                    </a:cubicBezTo>
                    <a:cubicBezTo>
                      <a:pt x="55550" y="55271"/>
                      <a:pt x="54973" y="55448"/>
                      <a:pt x="54352" y="55625"/>
                    </a:cubicBezTo>
                    <a:cubicBezTo>
                      <a:pt x="54263" y="54827"/>
                      <a:pt x="54263" y="54073"/>
                      <a:pt x="54440" y="53318"/>
                    </a:cubicBezTo>
                    <a:cubicBezTo>
                      <a:pt x="54493" y="53109"/>
                      <a:pt x="54328" y="52976"/>
                      <a:pt x="54167" y="52976"/>
                    </a:cubicBezTo>
                    <a:cubicBezTo>
                      <a:pt x="54055" y="52976"/>
                      <a:pt x="53944" y="53040"/>
                      <a:pt x="53908" y="53185"/>
                    </a:cubicBezTo>
                    <a:cubicBezTo>
                      <a:pt x="53775" y="53806"/>
                      <a:pt x="53686" y="54472"/>
                      <a:pt x="53730" y="55137"/>
                    </a:cubicBezTo>
                    <a:cubicBezTo>
                      <a:pt x="53553" y="54694"/>
                      <a:pt x="53287" y="54294"/>
                      <a:pt x="52976" y="53984"/>
                    </a:cubicBezTo>
                    <a:cubicBezTo>
                      <a:pt x="52914" y="53921"/>
                      <a:pt x="52844" y="53895"/>
                      <a:pt x="52777" y="53895"/>
                    </a:cubicBezTo>
                    <a:cubicBezTo>
                      <a:pt x="52559" y="53895"/>
                      <a:pt x="52373" y="54169"/>
                      <a:pt x="52577" y="54339"/>
                    </a:cubicBezTo>
                    <a:cubicBezTo>
                      <a:pt x="52932" y="54738"/>
                      <a:pt x="53242" y="55226"/>
                      <a:pt x="53376" y="55759"/>
                    </a:cubicBezTo>
                    <a:cubicBezTo>
                      <a:pt x="53420" y="55759"/>
                      <a:pt x="53420" y="55803"/>
                      <a:pt x="53420" y="55847"/>
                    </a:cubicBezTo>
                    <a:cubicBezTo>
                      <a:pt x="52887" y="55936"/>
                      <a:pt x="52355" y="56069"/>
                      <a:pt x="51823" y="56158"/>
                    </a:cubicBezTo>
                    <a:cubicBezTo>
                      <a:pt x="51823" y="56069"/>
                      <a:pt x="51823" y="55980"/>
                      <a:pt x="51778" y="55936"/>
                    </a:cubicBezTo>
                    <a:lnTo>
                      <a:pt x="51290" y="55004"/>
                    </a:lnTo>
                    <a:cubicBezTo>
                      <a:pt x="51234" y="54906"/>
                      <a:pt x="51148" y="54866"/>
                      <a:pt x="51061" y="54866"/>
                    </a:cubicBezTo>
                    <a:cubicBezTo>
                      <a:pt x="50871" y="54866"/>
                      <a:pt x="50681" y="55058"/>
                      <a:pt x="50802" y="55271"/>
                    </a:cubicBezTo>
                    <a:lnTo>
                      <a:pt x="51290" y="56202"/>
                    </a:lnTo>
                    <a:lnTo>
                      <a:pt x="50935" y="56247"/>
                    </a:lnTo>
                    <a:lnTo>
                      <a:pt x="50580" y="55448"/>
                    </a:lnTo>
                    <a:cubicBezTo>
                      <a:pt x="50524" y="55350"/>
                      <a:pt x="50438" y="55310"/>
                      <a:pt x="50351" y="55310"/>
                    </a:cubicBezTo>
                    <a:cubicBezTo>
                      <a:pt x="50161" y="55310"/>
                      <a:pt x="49971" y="55501"/>
                      <a:pt x="50092" y="55714"/>
                    </a:cubicBezTo>
                    <a:lnTo>
                      <a:pt x="50403" y="56335"/>
                    </a:lnTo>
                    <a:cubicBezTo>
                      <a:pt x="49440" y="56440"/>
                      <a:pt x="48485" y="56490"/>
                      <a:pt x="47533" y="56490"/>
                    </a:cubicBezTo>
                    <a:cubicBezTo>
                      <a:pt x="46073" y="56490"/>
                      <a:pt x="44622" y="56373"/>
                      <a:pt x="43171" y="56158"/>
                    </a:cubicBezTo>
                    <a:lnTo>
                      <a:pt x="43171" y="56114"/>
                    </a:lnTo>
                    <a:cubicBezTo>
                      <a:pt x="38379" y="55359"/>
                      <a:pt x="33854" y="53318"/>
                      <a:pt x="30082" y="50301"/>
                    </a:cubicBezTo>
                    <a:cubicBezTo>
                      <a:pt x="31990" y="49591"/>
                      <a:pt x="33898" y="48837"/>
                      <a:pt x="35806" y="48039"/>
                    </a:cubicBezTo>
                    <a:cubicBezTo>
                      <a:pt x="46321" y="43690"/>
                      <a:pt x="56659" y="38810"/>
                      <a:pt x="66375" y="32865"/>
                    </a:cubicBezTo>
                    <a:lnTo>
                      <a:pt x="67396" y="32199"/>
                    </a:lnTo>
                    <a:lnTo>
                      <a:pt x="67928" y="32865"/>
                    </a:lnTo>
                    <a:lnTo>
                      <a:pt x="67973" y="32865"/>
                    </a:lnTo>
                    <a:cubicBezTo>
                      <a:pt x="68017" y="32865"/>
                      <a:pt x="67884" y="32953"/>
                      <a:pt x="67884" y="32998"/>
                    </a:cubicBezTo>
                    <a:cubicBezTo>
                      <a:pt x="67714" y="33202"/>
                      <a:pt x="67909" y="33485"/>
                      <a:pt x="68090" y="33485"/>
                    </a:cubicBezTo>
                    <a:cubicBezTo>
                      <a:pt x="68144" y="33485"/>
                      <a:pt x="68198" y="33459"/>
                      <a:pt x="68239" y="33397"/>
                    </a:cubicBezTo>
                    <a:cubicBezTo>
                      <a:pt x="69037" y="32421"/>
                      <a:pt x="69880" y="31534"/>
                      <a:pt x="70812" y="30735"/>
                    </a:cubicBezTo>
                    <a:lnTo>
                      <a:pt x="70901" y="30735"/>
                    </a:lnTo>
                    <a:cubicBezTo>
                      <a:pt x="70679" y="31312"/>
                      <a:pt x="70546" y="31933"/>
                      <a:pt x="70413" y="32554"/>
                    </a:cubicBezTo>
                    <a:cubicBezTo>
                      <a:pt x="70387" y="32764"/>
                      <a:pt x="70562" y="32896"/>
                      <a:pt x="70728" y="32896"/>
                    </a:cubicBezTo>
                    <a:cubicBezTo>
                      <a:pt x="70843" y="32896"/>
                      <a:pt x="70953" y="32832"/>
                      <a:pt x="70990" y="32687"/>
                    </a:cubicBezTo>
                    <a:cubicBezTo>
                      <a:pt x="71211" y="31489"/>
                      <a:pt x="71611" y="30380"/>
                      <a:pt x="72188" y="29315"/>
                    </a:cubicBezTo>
                    <a:cubicBezTo>
                      <a:pt x="72232" y="29227"/>
                      <a:pt x="72232" y="29138"/>
                      <a:pt x="72188" y="29093"/>
                    </a:cubicBezTo>
                    <a:lnTo>
                      <a:pt x="72942" y="28561"/>
                    </a:lnTo>
                    <a:close/>
                    <a:moveTo>
                      <a:pt x="47278" y="0"/>
                    </a:moveTo>
                    <a:cubicBezTo>
                      <a:pt x="46591" y="0"/>
                      <a:pt x="45902" y="26"/>
                      <a:pt x="45212" y="77"/>
                    </a:cubicBezTo>
                    <a:cubicBezTo>
                      <a:pt x="31946" y="1186"/>
                      <a:pt x="20721" y="11524"/>
                      <a:pt x="19079" y="24834"/>
                    </a:cubicBezTo>
                    <a:cubicBezTo>
                      <a:pt x="18902" y="26520"/>
                      <a:pt x="18857" y="28250"/>
                      <a:pt x="18946" y="29936"/>
                    </a:cubicBezTo>
                    <a:lnTo>
                      <a:pt x="18857" y="29981"/>
                    </a:lnTo>
                    <a:cubicBezTo>
                      <a:pt x="14065" y="33752"/>
                      <a:pt x="9185" y="37745"/>
                      <a:pt x="5236" y="42404"/>
                    </a:cubicBezTo>
                    <a:cubicBezTo>
                      <a:pt x="2840" y="45288"/>
                      <a:pt x="1" y="50612"/>
                      <a:pt x="3816" y="53673"/>
                    </a:cubicBezTo>
                    <a:cubicBezTo>
                      <a:pt x="5272" y="54784"/>
                      <a:pt x="7189" y="55068"/>
                      <a:pt x="9028" y="55068"/>
                    </a:cubicBezTo>
                    <a:cubicBezTo>
                      <a:pt x="9320" y="55068"/>
                      <a:pt x="9609" y="55061"/>
                      <a:pt x="9895" y="55049"/>
                    </a:cubicBezTo>
                    <a:cubicBezTo>
                      <a:pt x="12734" y="54871"/>
                      <a:pt x="15530" y="54472"/>
                      <a:pt x="18325" y="53806"/>
                    </a:cubicBezTo>
                    <a:cubicBezTo>
                      <a:pt x="22096" y="52963"/>
                      <a:pt x="25867" y="51854"/>
                      <a:pt x="29506" y="50479"/>
                    </a:cubicBezTo>
                    <a:cubicBezTo>
                      <a:pt x="29550" y="50523"/>
                      <a:pt x="29550" y="50568"/>
                      <a:pt x="29594" y="50612"/>
                    </a:cubicBezTo>
                    <a:cubicBezTo>
                      <a:pt x="34742" y="54845"/>
                      <a:pt x="41105" y="57016"/>
                      <a:pt x="47515" y="57016"/>
                    </a:cubicBezTo>
                    <a:cubicBezTo>
                      <a:pt x="51989" y="57016"/>
                      <a:pt x="56486" y="55958"/>
                      <a:pt x="60608" y="53806"/>
                    </a:cubicBezTo>
                    <a:cubicBezTo>
                      <a:pt x="70679" y="48571"/>
                      <a:pt x="76624" y="37834"/>
                      <a:pt x="75781" y="26520"/>
                    </a:cubicBezTo>
                    <a:lnTo>
                      <a:pt x="75781" y="26476"/>
                    </a:lnTo>
                    <a:cubicBezTo>
                      <a:pt x="77157" y="25455"/>
                      <a:pt x="78532" y="24390"/>
                      <a:pt x="79908" y="23281"/>
                    </a:cubicBezTo>
                    <a:cubicBezTo>
                      <a:pt x="82082" y="21462"/>
                      <a:pt x="84211" y="19599"/>
                      <a:pt x="86252" y="17602"/>
                    </a:cubicBezTo>
                    <a:cubicBezTo>
                      <a:pt x="88116" y="15783"/>
                      <a:pt x="90023" y="13875"/>
                      <a:pt x="91266" y="11524"/>
                    </a:cubicBezTo>
                    <a:cubicBezTo>
                      <a:pt x="92331" y="9571"/>
                      <a:pt x="93262" y="6865"/>
                      <a:pt x="92064" y="4780"/>
                    </a:cubicBezTo>
                    <a:cubicBezTo>
                      <a:pt x="90866" y="2561"/>
                      <a:pt x="87672" y="2517"/>
                      <a:pt x="85498" y="2428"/>
                    </a:cubicBezTo>
                    <a:cubicBezTo>
                      <a:pt x="84969" y="2401"/>
                      <a:pt x="84441" y="2389"/>
                      <a:pt x="83914" y="2389"/>
                    </a:cubicBezTo>
                    <a:cubicBezTo>
                      <a:pt x="77452" y="2389"/>
                      <a:pt x="71116" y="4326"/>
                      <a:pt x="65044" y="6377"/>
                    </a:cubicBezTo>
                    <a:cubicBezTo>
                      <a:pt x="59991" y="2246"/>
                      <a:pt x="53741" y="0"/>
                      <a:pt x="472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6"/>
              <p:cNvSpPr/>
              <p:nvPr/>
            </p:nvSpPr>
            <p:spPr>
              <a:xfrm>
                <a:off x="1891958" y="3308459"/>
                <a:ext cx="37855" cy="44176"/>
              </a:xfrm>
              <a:custGeom>
                <a:avLst/>
                <a:gdLst/>
                <a:ahLst/>
                <a:cxnLst/>
                <a:rect l="l" t="t" r="r" b="b"/>
                <a:pathLst>
                  <a:path w="533" h="622" extrusionOk="0">
                    <a:moveTo>
                      <a:pt x="266" y="0"/>
                    </a:moveTo>
                    <a:cubicBezTo>
                      <a:pt x="133" y="0"/>
                      <a:pt x="0" y="89"/>
                      <a:pt x="0" y="267"/>
                    </a:cubicBezTo>
                    <a:lnTo>
                      <a:pt x="0" y="355"/>
                    </a:lnTo>
                    <a:cubicBezTo>
                      <a:pt x="0" y="533"/>
                      <a:pt x="133" y="622"/>
                      <a:pt x="266" y="622"/>
                    </a:cubicBezTo>
                    <a:cubicBezTo>
                      <a:pt x="400" y="622"/>
                      <a:pt x="533" y="533"/>
                      <a:pt x="533" y="355"/>
                    </a:cubicBezTo>
                    <a:lnTo>
                      <a:pt x="533" y="267"/>
                    </a:lnTo>
                    <a:cubicBezTo>
                      <a:pt x="533" y="89"/>
                      <a:pt x="400"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6"/>
              <p:cNvSpPr/>
              <p:nvPr/>
            </p:nvSpPr>
            <p:spPr>
              <a:xfrm>
                <a:off x="1677683" y="3475078"/>
                <a:ext cx="262854" cy="584089"/>
              </a:xfrm>
              <a:custGeom>
                <a:avLst/>
                <a:gdLst/>
                <a:ahLst/>
                <a:cxnLst/>
                <a:rect l="l" t="t" r="r" b="b"/>
                <a:pathLst>
                  <a:path w="3701" h="8224" extrusionOk="0">
                    <a:moveTo>
                      <a:pt x="1960" y="1"/>
                    </a:moveTo>
                    <a:cubicBezTo>
                      <a:pt x="1873" y="1"/>
                      <a:pt x="1787" y="41"/>
                      <a:pt x="1731" y="139"/>
                    </a:cubicBezTo>
                    <a:cubicBezTo>
                      <a:pt x="888" y="1692"/>
                      <a:pt x="0" y="3821"/>
                      <a:pt x="311" y="5641"/>
                    </a:cubicBezTo>
                    <a:cubicBezTo>
                      <a:pt x="621" y="7105"/>
                      <a:pt x="1908" y="7815"/>
                      <a:pt x="3195" y="8214"/>
                    </a:cubicBezTo>
                    <a:cubicBezTo>
                      <a:pt x="3222" y="8221"/>
                      <a:pt x="3248" y="8224"/>
                      <a:pt x="3273" y="8224"/>
                    </a:cubicBezTo>
                    <a:cubicBezTo>
                      <a:pt x="3574" y="8224"/>
                      <a:pt x="3700" y="7760"/>
                      <a:pt x="3372" y="7637"/>
                    </a:cubicBezTo>
                    <a:cubicBezTo>
                      <a:pt x="1642" y="7149"/>
                      <a:pt x="666" y="6173"/>
                      <a:pt x="888" y="4310"/>
                    </a:cubicBezTo>
                    <a:cubicBezTo>
                      <a:pt x="1109" y="2934"/>
                      <a:pt x="1553" y="1603"/>
                      <a:pt x="2219" y="405"/>
                    </a:cubicBezTo>
                    <a:cubicBezTo>
                      <a:pt x="2340" y="192"/>
                      <a:pt x="2150" y="1"/>
                      <a:pt x="19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6"/>
              <p:cNvSpPr/>
              <p:nvPr/>
            </p:nvSpPr>
            <p:spPr>
              <a:xfrm>
                <a:off x="1977043" y="4017477"/>
                <a:ext cx="59943" cy="37855"/>
              </a:xfrm>
              <a:custGeom>
                <a:avLst/>
                <a:gdLst/>
                <a:ahLst/>
                <a:cxnLst/>
                <a:rect l="l" t="t" r="r" b="b"/>
                <a:pathLst>
                  <a:path w="844" h="533" extrusionOk="0">
                    <a:moveTo>
                      <a:pt x="355" y="0"/>
                    </a:moveTo>
                    <a:cubicBezTo>
                      <a:pt x="0" y="0"/>
                      <a:pt x="0" y="533"/>
                      <a:pt x="355" y="533"/>
                    </a:cubicBezTo>
                    <a:lnTo>
                      <a:pt x="444" y="533"/>
                    </a:lnTo>
                    <a:cubicBezTo>
                      <a:pt x="843" y="533"/>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6"/>
              <p:cNvSpPr/>
              <p:nvPr/>
            </p:nvSpPr>
            <p:spPr>
              <a:xfrm>
                <a:off x="4056582" y="2423234"/>
                <a:ext cx="2023360" cy="1126417"/>
              </a:xfrm>
              <a:custGeom>
                <a:avLst/>
                <a:gdLst/>
                <a:ahLst/>
                <a:cxnLst/>
                <a:rect l="l" t="t" r="r" b="b"/>
                <a:pathLst>
                  <a:path w="28489" h="15860" extrusionOk="0">
                    <a:moveTo>
                      <a:pt x="28099" y="0"/>
                    </a:moveTo>
                    <a:cubicBezTo>
                      <a:pt x="28053" y="0"/>
                      <a:pt x="28005" y="13"/>
                      <a:pt x="27955" y="41"/>
                    </a:cubicBezTo>
                    <a:cubicBezTo>
                      <a:pt x="23651" y="3014"/>
                      <a:pt x="19436" y="6164"/>
                      <a:pt x="14733" y="8471"/>
                    </a:cubicBezTo>
                    <a:cubicBezTo>
                      <a:pt x="10030" y="10778"/>
                      <a:pt x="5105" y="13041"/>
                      <a:pt x="314" y="15348"/>
                    </a:cubicBezTo>
                    <a:cubicBezTo>
                      <a:pt x="1" y="15466"/>
                      <a:pt x="205" y="15859"/>
                      <a:pt x="471" y="15859"/>
                    </a:cubicBezTo>
                    <a:cubicBezTo>
                      <a:pt x="506" y="15859"/>
                      <a:pt x="543" y="15852"/>
                      <a:pt x="580" y="15836"/>
                    </a:cubicBezTo>
                    <a:cubicBezTo>
                      <a:pt x="5372" y="13529"/>
                      <a:pt x="10208" y="11266"/>
                      <a:pt x="14999" y="8915"/>
                    </a:cubicBezTo>
                    <a:cubicBezTo>
                      <a:pt x="19791" y="6608"/>
                      <a:pt x="23962" y="3458"/>
                      <a:pt x="28265" y="529"/>
                    </a:cubicBezTo>
                    <a:cubicBezTo>
                      <a:pt x="28489" y="343"/>
                      <a:pt x="28337" y="0"/>
                      <a:pt x="28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6"/>
              <p:cNvSpPr/>
              <p:nvPr/>
            </p:nvSpPr>
            <p:spPr>
              <a:xfrm>
                <a:off x="6212115" y="2296956"/>
                <a:ext cx="56818" cy="37855"/>
              </a:xfrm>
              <a:custGeom>
                <a:avLst/>
                <a:gdLst/>
                <a:ahLst/>
                <a:cxnLst/>
                <a:rect l="l" t="t" r="r" b="b"/>
                <a:pathLst>
                  <a:path w="800" h="533" extrusionOk="0">
                    <a:moveTo>
                      <a:pt x="356" y="0"/>
                    </a:moveTo>
                    <a:cubicBezTo>
                      <a:pt x="1" y="0"/>
                      <a:pt x="1" y="533"/>
                      <a:pt x="356"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6"/>
              <p:cNvSpPr/>
              <p:nvPr/>
            </p:nvSpPr>
            <p:spPr>
              <a:xfrm>
                <a:off x="6392512" y="1222102"/>
                <a:ext cx="897582" cy="975565"/>
              </a:xfrm>
              <a:custGeom>
                <a:avLst/>
                <a:gdLst/>
                <a:ahLst/>
                <a:cxnLst/>
                <a:rect l="l" t="t" r="r" b="b"/>
                <a:pathLst>
                  <a:path w="12638" h="13736" extrusionOk="0">
                    <a:moveTo>
                      <a:pt x="12274" y="1"/>
                    </a:moveTo>
                    <a:cubicBezTo>
                      <a:pt x="12193" y="1"/>
                      <a:pt x="12113" y="42"/>
                      <a:pt x="12058" y="138"/>
                    </a:cubicBezTo>
                    <a:cubicBezTo>
                      <a:pt x="9396" y="5551"/>
                      <a:pt x="4737" y="9499"/>
                      <a:pt x="212" y="13271"/>
                    </a:cubicBezTo>
                    <a:cubicBezTo>
                      <a:pt x="0" y="13447"/>
                      <a:pt x="181" y="13735"/>
                      <a:pt x="419" y="13735"/>
                    </a:cubicBezTo>
                    <a:cubicBezTo>
                      <a:pt x="481" y="13735"/>
                      <a:pt x="547" y="13716"/>
                      <a:pt x="611" y="13670"/>
                    </a:cubicBezTo>
                    <a:cubicBezTo>
                      <a:pt x="5181" y="9854"/>
                      <a:pt x="9839" y="5861"/>
                      <a:pt x="12546" y="448"/>
                    </a:cubicBezTo>
                    <a:cubicBezTo>
                      <a:pt x="12638" y="203"/>
                      <a:pt x="12455" y="1"/>
                      <a:pt x="122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6"/>
              <p:cNvSpPr/>
              <p:nvPr/>
            </p:nvSpPr>
            <p:spPr>
              <a:xfrm>
                <a:off x="7248830" y="1036520"/>
                <a:ext cx="37926" cy="46520"/>
              </a:xfrm>
              <a:custGeom>
                <a:avLst/>
                <a:gdLst/>
                <a:ahLst/>
                <a:cxnLst/>
                <a:rect l="l" t="t" r="r" b="b"/>
                <a:pathLst>
                  <a:path w="534" h="655" extrusionOk="0">
                    <a:moveTo>
                      <a:pt x="267" y="0"/>
                    </a:moveTo>
                    <a:cubicBezTo>
                      <a:pt x="134" y="0"/>
                      <a:pt x="1" y="89"/>
                      <a:pt x="1" y="266"/>
                    </a:cubicBezTo>
                    <a:lnTo>
                      <a:pt x="1" y="355"/>
                    </a:lnTo>
                    <a:cubicBezTo>
                      <a:pt x="1" y="555"/>
                      <a:pt x="134" y="654"/>
                      <a:pt x="267" y="654"/>
                    </a:cubicBezTo>
                    <a:cubicBezTo>
                      <a:pt x="400" y="654"/>
                      <a:pt x="533" y="555"/>
                      <a:pt x="533" y="355"/>
                    </a:cubicBezTo>
                    <a:lnTo>
                      <a:pt x="533" y="266"/>
                    </a:lnTo>
                    <a:cubicBezTo>
                      <a:pt x="533" y="89"/>
                      <a:pt x="400"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6"/>
              <p:cNvSpPr/>
              <p:nvPr/>
            </p:nvSpPr>
            <p:spPr>
              <a:xfrm>
                <a:off x="6527241" y="812728"/>
                <a:ext cx="56818" cy="41051"/>
              </a:xfrm>
              <a:custGeom>
                <a:avLst/>
                <a:gdLst/>
                <a:ahLst/>
                <a:cxnLst/>
                <a:rect l="l" t="t" r="r" b="b"/>
                <a:pathLst>
                  <a:path w="800" h="578" extrusionOk="0">
                    <a:moveTo>
                      <a:pt x="356" y="1"/>
                    </a:moveTo>
                    <a:cubicBezTo>
                      <a:pt x="1" y="1"/>
                      <a:pt x="1" y="578"/>
                      <a:pt x="356" y="578"/>
                    </a:cubicBezTo>
                    <a:lnTo>
                      <a:pt x="444" y="578"/>
                    </a:lnTo>
                    <a:cubicBezTo>
                      <a:pt x="799" y="578"/>
                      <a:pt x="799"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6"/>
              <p:cNvSpPr/>
              <p:nvPr/>
            </p:nvSpPr>
            <p:spPr>
              <a:xfrm>
                <a:off x="6599755" y="806478"/>
                <a:ext cx="56747" cy="40980"/>
              </a:xfrm>
              <a:custGeom>
                <a:avLst/>
                <a:gdLst/>
                <a:ahLst/>
                <a:cxnLst/>
                <a:rect l="l" t="t" r="r" b="b"/>
                <a:pathLst>
                  <a:path w="799" h="577" extrusionOk="0">
                    <a:moveTo>
                      <a:pt x="355" y="0"/>
                    </a:moveTo>
                    <a:cubicBezTo>
                      <a:pt x="0" y="0"/>
                      <a:pt x="0" y="577"/>
                      <a:pt x="355" y="577"/>
                    </a:cubicBezTo>
                    <a:lnTo>
                      <a:pt x="444" y="577"/>
                    </a:lnTo>
                    <a:cubicBezTo>
                      <a:pt x="799" y="577"/>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6"/>
              <p:cNvSpPr/>
              <p:nvPr/>
            </p:nvSpPr>
            <p:spPr>
              <a:xfrm>
                <a:off x="6777170" y="785172"/>
                <a:ext cx="284019" cy="53551"/>
              </a:xfrm>
              <a:custGeom>
                <a:avLst/>
                <a:gdLst/>
                <a:ahLst/>
                <a:cxnLst/>
                <a:rect l="l" t="t" r="r" b="b"/>
                <a:pathLst>
                  <a:path w="3999" h="754" extrusionOk="0">
                    <a:moveTo>
                      <a:pt x="2005" y="1"/>
                    </a:moveTo>
                    <a:cubicBezTo>
                      <a:pt x="1451" y="1"/>
                      <a:pt x="896" y="56"/>
                      <a:pt x="342" y="167"/>
                    </a:cubicBezTo>
                    <a:cubicBezTo>
                      <a:pt x="1" y="252"/>
                      <a:pt x="110" y="746"/>
                      <a:pt x="433" y="746"/>
                    </a:cubicBezTo>
                    <a:cubicBezTo>
                      <a:pt x="447" y="746"/>
                      <a:pt x="461" y="746"/>
                      <a:pt x="475" y="744"/>
                    </a:cubicBezTo>
                    <a:cubicBezTo>
                      <a:pt x="985" y="633"/>
                      <a:pt x="1495" y="577"/>
                      <a:pt x="2000" y="577"/>
                    </a:cubicBezTo>
                    <a:cubicBezTo>
                      <a:pt x="2505" y="577"/>
                      <a:pt x="3004" y="633"/>
                      <a:pt x="3492" y="744"/>
                    </a:cubicBezTo>
                    <a:cubicBezTo>
                      <a:pt x="3520" y="750"/>
                      <a:pt x="3547" y="753"/>
                      <a:pt x="3573" y="753"/>
                    </a:cubicBezTo>
                    <a:cubicBezTo>
                      <a:pt x="3907" y="753"/>
                      <a:pt x="3999" y="249"/>
                      <a:pt x="3669" y="167"/>
                    </a:cubicBezTo>
                    <a:cubicBezTo>
                      <a:pt x="3115" y="56"/>
                      <a:pt x="2560" y="1"/>
                      <a:pt x="2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6"/>
              <p:cNvSpPr/>
              <p:nvPr/>
            </p:nvSpPr>
            <p:spPr>
              <a:xfrm>
                <a:off x="5084064" y="4208385"/>
                <a:ext cx="56250" cy="92755"/>
              </a:xfrm>
              <a:custGeom>
                <a:avLst/>
                <a:gdLst/>
                <a:ahLst/>
                <a:cxnLst/>
                <a:rect l="l" t="t" r="r" b="b"/>
                <a:pathLst>
                  <a:path w="792" h="1306" extrusionOk="0">
                    <a:moveTo>
                      <a:pt x="443" y="0"/>
                    </a:moveTo>
                    <a:cubicBezTo>
                      <a:pt x="326" y="0"/>
                      <a:pt x="202" y="57"/>
                      <a:pt x="133" y="196"/>
                    </a:cubicBezTo>
                    <a:cubicBezTo>
                      <a:pt x="44" y="462"/>
                      <a:pt x="0" y="728"/>
                      <a:pt x="0" y="1039"/>
                    </a:cubicBezTo>
                    <a:cubicBezTo>
                      <a:pt x="0" y="1217"/>
                      <a:pt x="144" y="1305"/>
                      <a:pt x="288" y="1305"/>
                    </a:cubicBezTo>
                    <a:cubicBezTo>
                      <a:pt x="433" y="1305"/>
                      <a:pt x="577" y="1217"/>
                      <a:pt x="577" y="1039"/>
                    </a:cubicBezTo>
                    <a:cubicBezTo>
                      <a:pt x="577" y="773"/>
                      <a:pt x="621" y="551"/>
                      <a:pt x="710" y="329"/>
                    </a:cubicBezTo>
                    <a:cubicBezTo>
                      <a:pt x="791" y="140"/>
                      <a:pt x="625" y="0"/>
                      <a:pt x="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6"/>
              <p:cNvSpPr/>
              <p:nvPr/>
            </p:nvSpPr>
            <p:spPr>
              <a:xfrm>
                <a:off x="5389674" y="4187646"/>
                <a:ext cx="41051" cy="44176"/>
              </a:xfrm>
              <a:custGeom>
                <a:avLst/>
                <a:gdLst/>
                <a:ahLst/>
                <a:cxnLst/>
                <a:rect l="l" t="t" r="r" b="b"/>
                <a:pathLst>
                  <a:path w="578" h="622" extrusionOk="0">
                    <a:moveTo>
                      <a:pt x="289" y="0"/>
                    </a:moveTo>
                    <a:cubicBezTo>
                      <a:pt x="145" y="0"/>
                      <a:pt x="1" y="89"/>
                      <a:pt x="1" y="266"/>
                    </a:cubicBezTo>
                    <a:lnTo>
                      <a:pt x="1" y="355"/>
                    </a:lnTo>
                    <a:cubicBezTo>
                      <a:pt x="1" y="532"/>
                      <a:pt x="145" y="621"/>
                      <a:pt x="289" y="621"/>
                    </a:cubicBezTo>
                    <a:cubicBezTo>
                      <a:pt x="433" y="621"/>
                      <a:pt x="578" y="532"/>
                      <a:pt x="578" y="355"/>
                    </a:cubicBezTo>
                    <a:lnTo>
                      <a:pt x="578" y="266"/>
                    </a:lnTo>
                    <a:cubicBezTo>
                      <a:pt x="578" y="89"/>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6"/>
              <p:cNvSpPr/>
              <p:nvPr/>
            </p:nvSpPr>
            <p:spPr>
              <a:xfrm>
                <a:off x="5843437" y="3705475"/>
                <a:ext cx="41051" cy="44176"/>
              </a:xfrm>
              <a:custGeom>
                <a:avLst/>
                <a:gdLst/>
                <a:ahLst/>
                <a:cxnLst/>
                <a:rect l="l" t="t" r="r" b="b"/>
                <a:pathLst>
                  <a:path w="578" h="622" extrusionOk="0">
                    <a:moveTo>
                      <a:pt x="289" y="1"/>
                    </a:moveTo>
                    <a:cubicBezTo>
                      <a:pt x="145" y="1"/>
                      <a:pt x="1" y="89"/>
                      <a:pt x="1" y="267"/>
                    </a:cubicBezTo>
                    <a:lnTo>
                      <a:pt x="1" y="356"/>
                    </a:lnTo>
                    <a:cubicBezTo>
                      <a:pt x="1" y="533"/>
                      <a:pt x="145" y="622"/>
                      <a:pt x="289" y="622"/>
                    </a:cubicBezTo>
                    <a:cubicBezTo>
                      <a:pt x="433" y="622"/>
                      <a:pt x="577" y="533"/>
                      <a:pt x="577" y="356"/>
                    </a:cubicBezTo>
                    <a:lnTo>
                      <a:pt x="577" y="267"/>
                    </a:lnTo>
                    <a:cubicBezTo>
                      <a:pt x="577" y="89"/>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6"/>
              <p:cNvSpPr/>
              <p:nvPr/>
            </p:nvSpPr>
            <p:spPr>
              <a:xfrm>
                <a:off x="5488679" y="3882889"/>
                <a:ext cx="54261" cy="82386"/>
              </a:xfrm>
              <a:custGeom>
                <a:avLst/>
                <a:gdLst/>
                <a:ahLst/>
                <a:cxnLst/>
                <a:rect l="l" t="t" r="r" b="b"/>
                <a:pathLst>
                  <a:path w="764" h="1160" extrusionOk="0">
                    <a:moveTo>
                      <a:pt x="313" y="0"/>
                    </a:moveTo>
                    <a:cubicBezTo>
                      <a:pt x="160" y="0"/>
                      <a:pt x="0" y="133"/>
                      <a:pt x="27" y="342"/>
                    </a:cubicBezTo>
                    <a:cubicBezTo>
                      <a:pt x="71" y="564"/>
                      <a:pt x="115" y="742"/>
                      <a:pt x="160" y="963"/>
                    </a:cubicBezTo>
                    <a:cubicBezTo>
                      <a:pt x="194" y="1102"/>
                      <a:pt x="297" y="1159"/>
                      <a:pt x="406" y="1159"/>
                    </a:cubicBezTo>
                    <a:cubicBezTo>
                      <a:pt x="576" y="1159"/>
                      <a:pt x="763" y="1020"/>
                      <a:pt x="736" y="830"/>
                    </a:cubicBezTo>
                    <a:cubicBezTo>
                      <a:pt x="692" y="608"/>
                      <a:pt x="648" y="387"/>
                      <a:pt x="559" y="209"/>
                    </a:cubicBezTo>
                    <a:cubicBezTo>
                      <a:pt x="523" y="64"/>
                      <a:pt x="419"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6"/>
              <p:cNvSpPr/>
              <p:nvPr/>
            </p:nvSpPr>
            <p:spPr>
              <a:xfrm>
                <a:off x="6168791" y="2862651"/>
                <a:ext cx="59517" cy="44318"/>
              </a:xfrm>
              <a:custGeom>
                <a:avLst/>
                <a:gdLst/>
                <a:ahLst/>
                <a:cxnLst/>
                <a:rect l="l" t="t" r="r" b="b"/>
                <a:pathLst>
                  <a:path w="838" h="624" extrusionOk="0">
                    <a:moveTo>
                      <a:pt x="454" y="1"/>
                    </a:moveTo>
                    <a:cubicBezTo>
                      <a:pt x="236" y="1"/>
                      <a:pt x="0" y="289"/>
                      <a:pt x="211" y="465"/>
                    </a:cubicBezTo>
                    <a:lnTo>
                      <a:pt x="300" y="554"/>
                    </a:lnTo>
                    <a:cubicBezTo>
                      <a:pt x="349" y="603"/>
                      <a:pt x="404" y="624"/>
                      <a:pt x="459" y="624"/>
                    </a:cubicBezTo>
                    <a:cubicBezTo>
                      <a:pt x="653" y="624"/>
                      <a:pt x="838" y="362"/>
                      <a:pt x="700" y="155"/>
                    </a:cubicBezTo>
                    <a:lnTo>
                      <a:pt x="611" y="66"/>
                    </a:lnTo>
                    <a:cubicBezTo>
                      <a:pt x="565" y="20"/>
                      <a:pt x="510" y="1"/>
                      <a:pt x="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6"/>
              <p:cNvSpPr/>
              <p:nvPr/>
            </p:nvSpPr>
            <p:spPr>
              <a:xfrm>
                <a:off x="6335055" y="2852352"/>
                <a:ext cx="40980" cy="45738"/>
              </a:xfrm>
              <a:custGeom>
                <a:avLst/>
                <a:gdLst/>
                <a:ahLst/>
                <a:cxnLst/>
                <a:rect l="l" t="t" r="r" b="b"/>
                <a:pathLst>
                  <a:path w="577" h="644" extrusionOk="0">
                    <a:moveTo>
                      <a:pt x="289" y="0"/>
                    </a:moveTo>
                    <a:cubicBezTo>
                      <a:pt x="144" y="0"/>
                      <a:pt x="0" y="100"/>
                      <a:pt x="0" y="300"/>
                    </a:cubicBezTo>
                    <a:lnTo>
                      <a:pt x="0" y="344"/>
                    </a:lnTo>
                    <a:cubicBezTo>
                      <a:pt x="0" y="544"/>
                      <a:pt x="144" y="643"/>
                      <a:pt x="289" y="643"/>
                    </a:cubicBezTo>
                    <a:cubicBezTo>
                      <a:pt x="433" y="643"/>
                      <a:pt x="577" y="544"/>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6"/>
              <p:cNvSpPr/>
              <p:nvPr/>
            </p:nvSpPr>
            <p:spPr>
              <a:xfrm>
                <a:off x="6352100" y="2646955"/>
                <a:ext cx="84162" cy="140696"/>
              </a:xfrm>
              <a:custGeom>
                <a:avLst/>
                <a:gdLst/>
                <a:ahLst/>
                <a:cxnLst/>
                <a:rect l="l" t="t" r="r" b="b"/>
                <a:pathLst>
                  <a:path w="1185" h="1981" extrusionOk="0">
                    <a:moveTo>
                      <a:pt x="810" y="0"/>
                    </a:moveTo>
                    <a:cubicBezTo>
                      <a:pt x="732" y="0"/>
                      <a:pt x="656" y="38"/>
                      <a:pt x="603" y="130"/>
                    </a:cubicBezTo>
                    <a:cubicBezTo>
                      <a:pt x="337" y="618"/>
                      <a:pt x="159" y="1106"/>
                      <a:pt x="26" y="1639"/>
                    </a:cubicBezTo>
                    <a:cubicBezTo>
                      <a:pt x="0" y="1848"/>
                      <a:pt x="175" y="1981"/>
                      <a:pt x="341" y="1981"/>
                    </a:cubicBezTo>
                    <a:cubicBezTo>
                      <a:pt x="456" y="1981"/>
                      <a:pt x="567" y="1917"/>
                      <a:pt x="603" y="1772"/>
                    </a:cubicBezTo>
                    <a:cubicBezTo>
                      <a:pt x="692" y="1328"/>
                      <a:pt x="869" y="840"/>
                      <a:pt x="1091" y="396"/>
                    </a:cubicBezTo>
                    <a:cubicBezTo>
                      <a:pt x="1185" y="209"/>
                      <a:pt x="993" y="0"/>
                      <a:pt x="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6"/>
              <p:cNvSpPr/>
              <p:nvPr/>
            </p:nvSpPr>
            <p:spPr>
              <a:xfrm>
                <a:off x="6470494" y="2656188"/>
                <a:ext cx="41051" cy="44176"/>
              </a:xfrm>
              <a:custGeom>
                <a:avLst/>
                <a:gdLst/>
                <a:ahLst/>
                <a:cxnLst/>
                <a:rect l="l" t="t" r="r" b="b"/>
                <a:pathLst>
                  <a:path w="578" h="622" extrusionOk="0">
                    <a:moveTo>
                      <a:pt x="289" y="0"/>
                    </a:moveTo>
                    <a:cubicBezTo>
                      <a:pt x="145" y="0"/>
                      <a:pt x="1" y="89"/>
                      <a:pt x="1" y="266"/>
                    </a:cubicBezTo>
                    <a:lnTo>
                      <a:pt x="1" y="355"/>
                    </a:lnTo>
                    <a:cubicBezTo>
                      <a:pt x="1" y="533"/>
                      <a:pt x="145" y="621"/>
                      <a:pt x="289" y="621"/>
                    </a:cubicBezTo>
                    <a:cubicBezTo>
                      <a:pt x="434" y="621"/>
                      <a:pt x="578" y="533"/>
                      <a:pt x="578" y="355"/>
                    </a:cubicBezTo>
                    <a:lnTo>
                      <a:pt x="578" y="266"/>
                    </a:lnTo>
                    <a:cubicBezTo>
                      <a:pt x="578" y="89"/>
                      <a:pt x="434"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6"/>
              <p:cNvSpPr/>
              <p:nvPr/>
            </p:nvSpPr>
            <p:spPr>
              <a:xfrm>
                <a:off x="5982073" y="3181968"/>
                <a:ext cx="79474" cy="277840"/>
              </a:xfrm>
              <a:custGeom>
                <a:avLst/>
                <a:gdLst/>
                <a:ahLst/>
                <a:cxnLst/>
                <a:rect l="l" t="t" r="r" b="b"/>
                <a:pathLst>
                  <a:path w="1119" h="3912" extrusionOk="0">
                    <a:moveTo>
                      <a:pt x="758" y="1"/>
                    </a:moveTo>
                    <a:cubicBezTo>
                      <a:pt x="639" y="1"/>
                      <a:pt x="525" y="68"/>
                      <a:pt x="489" y="228"/>
                    </a:cubicBezTo>
                    <a:cubicBezTo>
                      <a:pt x="178" y="1249"/>
                      <a:pt x="178" y="2314"/>
                      <a:pt x="489" y="3334"/>
                    </a:cubicBezTo>
                    <a:lnTo>
                      <a:pt x="356" y="3334"/>
                    </a:lnTo>
                    <a:cubicBezTo>
                      <a:pt x="1" y="3334"/>
                      <a:pt x="1" y="3911"/>
                      <a:pt x="356" y="3911"/>
                    </a:cubicBezTo>
                    <a:lnTo>
                      <a:pt x="445" y="3911"/>
                    </a:lnTo>
                    <a:cubicBezTo>
                      <a:pt x="622" y="3911"/>
                      <a:pt x="755" y="3734"/>
                      <a:pt x="666" y="3556"/>
                    </a:cubicBezTo>
                    <a:lnTo>
                      <a:pt x="666" y="3556"/>
                    </a:lnTo>
                    <a:cubicBezTo>
                      <a:pt x="690" y="3561"/>
                      <a:pt x="712" y="3563"/>
                      <a:pt x="734" y="3563"/>
                    </a:cubicBezTo>
                    <a:cubicBezTo>
                      <a:pt x="923" y="3563"/>
                      <a:pt x="1061" y="3400"/>
                      <a:pt x="1021" y="3201"/>
                    </a:cubicBezTo>
                    <a:cubicBezTo>
                      <a:pt x="755" y="2269"/>
                      <a:pt x="755" y="1293"/>
                      <a:pt x="1066" y="362"/>
                    </a:cubicBezTo>
                    <a:cubicBezTo>
                      <a:pt x="1119" y="149"/>
                      <a:pt x="934" y="1"/>
                      <a:pt x="7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6"/>
              <p:cNvSpPr/>
              <p:nvPr/>
            </p:nvSpPr>
            <p:spPr>
              <a:xfrm>
                <a:off x="6025681" y="2939852"/>
                <a:ext cx="59233" cy="44673"/>
              </a:xfrm>
              <a:custGeom>
                <a:avLst/>
                <a:gdLst/>
                <a:ahLst/>
                <a:cxnLst/>
                <a:rect l="l" t="t" r="r" b="b"/>
                <a:pathLst>
                  <a:path w="834" h="629" extrusionOk="0">
                    <a:moveTo>
                      <a:pt x="427" y="0"/>
                    </a:moveTo>
                    <a:cubicBezTo>
                      <a:pt x="361" y="0"/>
                      <a:pt x="292" y="26"/>
                      <a:pt x="230" y="88"/>
                    </a:cubicBezTo>
                    <a:lnTo>
                      <a:pt x="141" y="177"/>
                    </a:lnTo>
                    <a:cubicBezTo>
                      <a:pt x="0" y="388"/>
                      <a:pt x="168" y="628"/>
                      <a:pt x="376" y="628"/>
                    </a:cubicBezTo>
                    <a:cubicBezTo>
                      <a:pt x="430" y="628"/>
                      <a:pt x="486" y="612"/>
                      <a:pt x="540" y="576"/>
                    </a:cubicBezTo>
                    <a:lnTo>
                      <a:pt x="629" y="487"/>
                    </a:lnTo>
                    <a:cubicBezTo>
                      <a:pt x="834" y="283"/>
                      <a:pt x="646" y="0"/>
                      <a:pt x="4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6"/>
              <p:cNvSpPr/>
              <p:nvPr/>
            </p:nvSpPr>
            <p:spPr>
              <a:xfrm>
                <a:off x="6083422" y="2812438"/>
                <a:ext cx="94105" cy="95809"/>
              </a:xfrm>
              <a:custGeom>
                <a:avLst/>
                <a:gdLst/>
                <a:ahLst/>
                <a:cxnLst/>
                <a:rect l="l" t="t" r="r" b="b"/>
                <a:pathLst>
                  <a:path w="1325" h="1349" extrusionOk="0">
                    <a:moveTo>
                      <a:pt x="1083" y="0"/>
                    </a:moveTo>
                    <a:cubicBezTo>
                      <a:pt x="1062" y="0"/>
                      <a:pt x="1040" y="6"/>
                      <a:pt x="1014" y="19"/>
                    </a:cubicBezTo>
                    <a:cubicBezTo>
                      <a:pt x="837" y="19"/>
                      <a:pt x="748" y="196"/>
                      <a:pt x="659" y="329"/>
                    </a:cubicBezTo>
                    <a:lnTo>
                      <a:pt x="171" y="862"/>
                    </a:lnTo>
                    <a:cubicBezTo>
                      <a:pt x="1" y="1066"/>
                      <a:pt x="197" y="1349"/>
                      <a:pt x="397" y="1349"/>
                    </a:cubicBezTo>
                    <a:cubicBezTo>
                      <a:pt x="458" y="1349"/>
                      <a:pt x="519" y="1323"/>
                      <a:pt x="570" y="1261"/>
                    </a:cubicBezTo>
                    <a:lnTo>
                      <a:pt x="925" y="862"/>
                    </a:lnTo>
                    <a:lnTo>
                      <a:pt x="1059" y="684"/>
                    </a:lnTo>
                    <a:lnTo>
                      <a:pt x="1103" y="595"/>
                    </a:lnTo>
                    <a:cubicBezTo>
                      <a:pt x="1192" y="551"/>
                      <a:pt x="1280" y="507"/>
                      <a:pt x="1325" y="418"/>
                    </a:cubicBezTo>
                    <a:cubicBezTo>
                      <a:pt x="1325" y="285"/>
                      <a:pt x="1325" y="152"/>
                      <a:pt x="1236" y="63"/>
                    </a:cubicBezTo>
                    <a:cubicBezTo>
                      <a:pt x="1173" y="32"/>
                      <a:pt x="1133" y="0"/>
                      <a:pt x="10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6"/>
              <p:cNvSpPr/>
              <p:nvPr/>
            </p:nvSpPr>
            <p:spPr>
              <a:xfrm>
                <a:off x="5887045" y="2115707"/>
                <a:ext cx="192045" cy="126065"/>
              </a:xfrm>
              <a:custGeom>
                <a:avLst/>
                <a:gdLst/>
                <a:ahLst/>
                <a:cxnLst/>
                <a:rect l="l" t="t" r="r" b="b"/>
                <a:pathLst>
                  <a:path w="2704" h="1775" extrusionOk="0">
                    <a:moveTo>
                      <a:pt x="463" y="0"/>
                    </a:moveTo>
                    <a:cubicBezTo>
                      <a:pt x="175" y="0"/>
                      <a:pt x="0" y="394"/>
                      <a:pt x="274" y="511"/>
                    </a:cubicBezTo>
                    <a:cubicBezTo>
                      <a:pt x="940" y="778"/>
                      <a:pt x="1561" y="1177"/>
                      <a:pt x="2138" y="1709"/>
                    </a:cubicBezTo>
                    <a:cubicBezTo>
                      <a:pt x="2183" y="1755"/>
                      <a:pt x="2236" y="1774"/>
                      <a:pt x="2290" y="1774"/>
                    </a:cubicBezTo>
                    <a:cubicBezTo>
                      <a:pt x="2496" y="1774"/>
                      <a:pt x="2704" y="1486"/>
                      <a:pt x="2492" y="1310"/>
                    </a:cubicBezTo>
                    <a:cubicBezTo>
                      <a:pt x="1960" y="778"/>
                      <a:pt x="1295" y="334"/>
                      <a:pt x="585" y="23"/>
                    </a:cubicBezTo>
                    <a:cubicBezTo>
                      <a:pt x="543" y="8"/>
                      <a:pt x="502"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6"/>
              <p:cNvSpPr/>
              <p:nvPr/>
            </p:nvSpPr>
            <p:spPr>
              <a:xfrm>
                <a:off x="6246774" y="1804131"/>
                <a:ext cx="41051" cy="42258"/>
              </a:xfrm>
              <a:custGeom>
                <a:avLst/>
                <a:gdLst/>
                <a:ahLst/>
                <a:cxnLst/>
                <a:rect l="l" t="t" r="r" b="b"/>
                <a:pathLst>
                  <a:path w="578" h="595" extrusionOk="0">
                    <a:moveTo>
                      <a:pt x="285" y="1"/>
                    </a:moveTo>
                    <a:cubicBezTo>
                      <a:pt x="142" y="1"/>
                      <a:pt x="1" y="101"/>
                      <a:pt x="1" y="284"/>
                    </a:cubicBezTo>
                    <a:lnTo>
                      <a:pt x="1" y="328"/>
                    </a:lnTo>
                    <a:cubicBezTo>
                      <a:pt x="1" y="506"/>
                      <a:pt x="145" y="595"/>
                      <a:pt x="289" y="595"/>
                    </a:cubicBezTo>
                    <a:cubicBezTo>
                      <a:pt x="433" y="595"/>
                      <a:pt x="578" y="506"/>
                      <a:pt x="578" y="328"/>
                    </a:cubicBezTo>
                    <a:lnTo>
                      <a:pt x="578" y="284"/>
                    </a:lnTo>
                    <a:cubicBezTo>
                      <a:pt x="556" y="90"/>
                      <a:pt x="420" y="1"/>
                      <a:pt x="2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6"/>
              <p:cNvSpPr/>
              <p:nvPr/>
            </p:nvSpPr>
            <p:spPr>
              <a:xfrm>
                <a:off x="6001036" y="1538294"/>
                <a:ext cx="40980" cy="43395"/>
              </a:xfrm>
              <a:custGeom>
                <a:avLst/>
                <a:gdLst/>
                <a:ahLst/>
                <a:cxnLst/>
                <a:rect l="l" t="t" r="r" b="b"/>
                <a:pathLst>
                  <a:path w="577" h="611" extrusionOk="0">
                    <a:moveTo>
                      <a:pt x="289" y="1"/>
                    </a:moveTo>
                    <a:cubicBezTo>
                      <a:pt x="144" y="1"/>
                      <a:pt x="0" y="100"/>
                      <a:pt x="0" y="300"/>
                    </a:cubicBezTo>
                    <a:lnTo>
                      <a:pt x="0" y="344"/>
                    </a:lnTo>
                    <a:cubicBezTo>
                      <a:pt x="0" y="522"/>
                      <a:pt x="144" y="611"/>
                      <a:pt x="289" y="611"/>
                    </a:cubicBezTo>
                    <a:cubicBezTo>
                      <a:pt x="433" y="611"/>
                      <a:pt x="577" y="522"/>
                      <a:pt x="577" y="344"/>
                    </a:cubicBezTo>
                    <a:lnTo>
                      <a:pt x="577" y="300"/>
                    </a:lnTo>
                    <a:cubicBezTo>
                      <a:pt x="577"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6"/>
              <p:cNvSpPr/>
              <p:nvPr/>
            </p:nvSpPr>
            <p:spPr>
              <a:xfrm>
                <a:off x="6038820" y="1729700"/>
                <a:ext cx="37855" cy="44247"/>
              </a:xfrm>
              <a:custGeom>
                <a:avLst/>
                <a:gdLst/>
                <a:ahLst/>
                <a:cxnLst/>
                <a:rect l="l" t="t" r="r" b="b"/>
                <a:pathLst>
                  <a:path w="533" h="623" extrusionOk="0">
                    <a:moveTo>
                      <a:pt x="267" y="1"/>
                    </a:moveTo>
                    <a:cubicBezTo>
                      <a:pt x="134" y="1"/>
                      <a:pt x="1" y="90"/>
                      <a:pt x="1" y="267"/>
                    </a:cubicBezTo>
                    <a:lnTo>
                      <a:pt x="1" y="356"/>
                    </a:lnTo>
                    <a:cubicBezTo>
                      <a:pt x="1" y="533"/>
                      <a:pt x="134" y="622"/>
                      <a:pt x="267" y="622"/>
                    </a:cubicBezTo>
                    <a:cubicBezTo>
                      <a:pt x="400" y="622"/>
                      <a:pt x="533" y="533"/>
                      <a:pt x="533" y="356"/>
                    </a:cubicBezTo>
                    <a:lnTo>
                      <a:pt x="533" y="267"/>
                    </a:lnTo>
                    <a:cubicBezTo>
                      <a:pt x="533" y="90"/>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6"/>
              <p:cNvSpPr/>
              <p:nvPr/>
            </p:nvSpPr>
            <p:spPr>
              <a:xfrm>
                <a:off x="6049757" y="1668976"/>
                <a:ext cx="237854" cy="124716"/>
              </a:xfrm>
              <a:custGeom>
                <a:avLst/>
                <a:gdLst/>
                <a:ahLst/>
                <a:cxnLst/>
                <a:rect l="l" t="t" r="r" b="b"/>
                <a:pathLst>
                  <a:path w="3349" h="1756" extrusionOk="0">
                    <a:moveTo>
                      <a:pt x="279" y="1"/>
                    </a:moveTo>
                    <a:cubicBezTo>
                      <a:pt x="138" y="1"/>
                      <a:pt x="1" y="113"/>
                      <a:pt x="24" y="324"/>
                    </a:cubicBezTo>
                    <a:lnTo>
                      <a:pt x="24" y="368"/>
                    </a:lnTo>
                    <a:cubicBezTo>
                      <a:pt x="24" y="522"/>
                      <a:pt x="124" y="643"/>
                      <a:pt x="267" y="643"/>
                    </a:cubicBezTo>
                    <a:cubicBezTo>
                      <a:pt x="289" y="643"/>
                      <a:pt x="311" y="640"/>
                      <a:pt x="335" y="634"/>
                    </a:cubicBezTo>
                    <a:cubicBezTo>
                      <a:pt x="379" y="767"/>
                      <a:pt x="512" y="812"/>
                      <a:pt x="645" y="812"/>
                    </a:cubicBezTo>
                    <a:cubicBezTo>
                      <a:pt x="735" y="798"/>
                      <a:pt x="822" y="791"/>
                      <a:pt x="909" y="791"/>
                    </a:cubicBezTo>
                    <a:cubicBezTo>
                      <a:pt x="1638" y="791"/>
                      <a:pt x="2269" y="1263"/>
                      <a:pt x="2864" y="1699"/>
                    </a:cubicBezTo>
                    <a:cubicBezTo>
                      <a:pt x="2911" y="1738"/>
                      <a:pt x="2958" y="1755"/>
                      <a:pt x="3003" y="1755"/>
                    </a:cubicBezTo>
                    <a:cubicBezTo>
                      <a:pt x="3208" y="1755"/>
                      <a:pt x="3349" y="1393"/>
                      <a:pt x="3130" y="1211"/>
                    </a:cubicBezTo>
                    <a:cubicBezTo>
                      <a:pt x="2455" y="735"/>
                      <a:pt x="1710" y="259"/>
                      <a:pt x="861" y="259"/>
                    </a:cubicBezTo>
                    <a:cubicBezTo>
                      <a:pt x="761" y="259"/>
                      <a:pt x="659" y="265"/>
                      <a:pt x="556" y="279"/>
                    </a:cubicBezTo>
                    <a:cubicBezTo>
                      <a:pt x="535" y="91"/>
                      <a:pt x="406" y="1"/>
                      <a:pt x="2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6"/>
              <p:cNvSpPr/>
              <p:nvPr/>
            </p:nvSpPr>
            <p:spPr>
              <a:xfrm>
                <a:off x="5729659" y="1500155"/>
                <a:ext cx="290695" cy="596660"/>
              </a:xfrm>
              <a:custGeom>
                <a:avLst/>
                <a:gdLst/>
                <a:ahLst/>
                <a:cxnLst/>
                <a:rect l="l" t="t" r="r" b="b"/>
                <a:pathLst>
                  <a:path w="4093" h="8401" extrusionOk="0">
                    <a:moveTo>
                      <a:pt x="348" y="0"/>
                    </a:moveTo>
                    <a:cubicBezTo>
                      <a:pt x="160" y="0"/>
                      <a:pt x="1" y="376"/>
                      <a:pt x="227" y="527"/>
                    </a:cubicBezTo>
                    <a:cubicBezTo>
                      <a:pt x="1159" y="1192"/>
                      <a:pt x="2135" y="1680"/>
                      <a:pt x="3244" y="1991"/>
                    </a:cubicBezTo>
                    <a:lnTo>
                      <a:pt x="3289" y="1991"/>
                    </a:lnTo>
                    <a:cubicBezTo>
                      <a:pt x="3200" y="2168"/>
                      <a:pt x="3156" y="2390"/>
                      <a:pt x="3067" y="2612"/>
                    </a:cubicBezTo>
                    <a:cubicBezTo>
                      <a:pt x="2446" y="2523"/>
                      <a:pt x="1825" y="2257"/>
                      <a:pt x="1292" y="1858"/>
                    </a:cubicBezTo>
                    <a:cubicBezTo>
                      <a:pt x="1237" y="1812"/>
                      <a:pt x="1177" y="1793"/>
                      <a:pt x="1118" y="1793"/>
                    </a:cubicBezTo>
                    <a:cubicBezTo>
                      <a:pt x="890" y="1793"/>
                      <a:pt x="681" y="2081"/>
                      <a:pt x="893" y="2257"/>
                    </a:cubicBezTo>
                    <a:cubicBezTo>
                      <a:pt x="1470" y="2701"/>
                      <a:pt x="2179" y="3011"/>
                      <a:pt x="2934" y="3144"/>
                    </a:cubicBezTo>
                    <a:cubicBezTo>
                      <a:pt x="2579" y="4608"/>
                      <a:pt x="2668" y="6161"/>
                      <a:pt x="3156" y="7581"/>
                    </a:cubicBezTo>
                    <a:cubicBezTo>
                      <a:pt x="2978" y="7492"/>
                      <a:pt x="2801" y="7404"/>
                      <a:pt x="2579" y="7315"/>
                    </a:cubicBezTo>
                    <a:cubicBezTo>
                      <a:pt x="2532" y="7288"/>
                      <a:pt x="2487" y="7277"/>
                      <a:pt x="2444" y="7277"/>
                    </a:cubicBezTo>
                    <a:cubicBezTo>
                      <a:pt x="2201" y="7277"/>
                      <a:pt x="2049" y="7652"/>
                      <a:pt x="2313" y="7803"/>
                    </a:cubicBezTo>
                    <a:cubicBezTo>
                      <a:pt x="2756" y="8025"/>
                      <a:pt x="3200" y="8202"/>
                      <a:pt x="3644" y="8380"/>
                    </a:cubicBezTo>
                    <a:cubicBezTo>
                      <a:pt x="3683" y="8394"/>
                      <a:pt x="3719" y="8401"/>
                      <a:pt x="3752" y="8401"/>
                    </a:cubicBezTo>
                    <a:cubicBezTo>
                      <a:pt x="4022" y="8401"/>
                      <a:pt x="4093" y="7966"/>
                      <a:pt x="3777" y="7847"/>
                    </a:cubicBezTo>
                    <a:lnTo>
                      <a:pt x="3688" y="7803"/>
                    </a:lnTo>
                    <a:cubicBezTo>
                      <a:pt x="3732" y="7714"/>
                      <a:pt x="3732" y="7670"/>
                      <a:pt x="3688" y="7581"/>
                    </a:cubicBezTo>
                    <a:cubicBezTo>
                      <a:pt x="3022" y="5718"/>
                      <a:pt x="3067" y="3632"/>
                      <a:pt x="3910" y="1813"/>
                    </a:cubicBezTo>
                    <a:cubicBezTo>
                      <a:pt x="4013" y="1607"/>
                      <a:pt x="3797" y="1401"/>
                      <a:pt x="3611" y="1401"/>
                    </a:cubicBezTo>
                    <a:cubicBezTo>
                      <a:pt x="3557" y="1401"/>
                      <a:pt x="3506" y="1418"/>
                      <a:pt x="3466" y="1458"/>
                    </a:cubicBezTo>
                    <a:cubicBezTo>
                      <a:pt x="3422" y="1458"/>
                      <a:pt x="3377" y="1414"/>
                      <a:pt x="3333" y="1414"/>
                    </a:cubicBezTo>
                    <a:cubicBezTo>
                      <a:pt x="2313" y="1103"/>
                      <a:pt x="1337" y="660"/>
                      <a:pt x="449" y="38"/>
                    </a:cubicBezTo>
                    <a:cubicBezTo>
                      <a:pt x="416" y="12"/>
                      <a:pt x="382" y="0"/>
                      <a:pt x="3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6"/>
              <p:cNvSpPr/>
              <p:nvPr/>
            </p:nvSpPr>
            <p:spPr>
              <a:xfrm>
                <a:off x="5670852" y="1353281"/>
                <a:ext cx="207173" cy="136576"/>
              </a:xfrm>
              <a:custGeom>
                <a:avLst/>
                <a:gdLst/>
                <a:ahLst/>
                <a:cxnLst/>
                <a:rect l="l" t="t" r="r" b="b"/>
                <a:pathLst>
                  <a:path w="2917" h="1923" extrusionOk="0">
                    <a:moveTo>
                      <a:pt x="420" y="1"/>
                    </a:moveTo>
                    <a:cubicBezTo>
                      <a:pt x="181" y="1"/>
                      <a:pt x="1" y="289"/>
                      <a:pt x="212" y="465"/>
                    </a:cubicBezTo>
                    <a:cubicBezTo>
                      <a:pt x="833" y="1042"/>
                      <a:pt x="1588" y="1530"/>
                      <a:pt x="2342" y="1885"/>
                    </a:cubicBezTo>
                    <a:cubicBezTo>
                      <a:pt x="2395" y="1911"/>
                      <a:pt x="2446" y="1923"/>
                      <a:pt x="2494" y="1923"/>
                    </a:cubicBezTo>
                    <a:cubicBezTo>
                      <a:pt x="2764" y="1923"/>
                      <a:pt x="2917" y="1547"/>
                      <a:pt x="2653" y="1397"/>
                    </a:cubicBezTo>
                    <a:cubicBezTo>
                      <a:pt x="1898" y="1086"/>
                      <a:pt x="1188" y="642"/>
                      <a:pt x="612" y="66"/>
                    </a:cubicBezTo>
                    <a:cubicBezTo>
                      <a:pt x="548" y="20"/>
                      <a:pt x="482" y="1"/>
                      <a:pt x="4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6"/>
              <p:cNvSpPr/>
              <p:nvPr/>
            </p:nvSpPr>
            <p:spPr>
              <a:xfrm>
                <a:off x="5874971" y="1468195"/>
                <a:ext cx="59943" cy="41051"/>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6"/>
              <p:cNvSpPr/>
              <p:nvPr/>
            </p:nvSpPr>
            <p:spPr>
              <a:xfrm>
                <a:off x="5964459" y="1493479"/>
                <a:ext cx="58025" cy="43182"/>
              </a:xfrm>
              <a:custGeom>
                <a:avLst/>
                <a:gdLst/>
                <a:ahLst/>
                <a:cxnLst/>
                <a:rect l="l" t="t" r="r" b="b"/>
                <a:pathLst>
                  <a:path w="817" h="608" extrusionOk="0">
                    <a:moveTo>
                      <a:pt x="387" y="0"/>
                    </a:moveTo>
                    <a:cubicBezTo>
                      <a:pt x="188" y="0"/>
                      <a:pt x="0" y="283"/>
                      <a:pt x="205" y="487"/>
                    </a:cubicBezTo>
                    <a:lnTo>
                      <a:pt x="249" y="532"/>
                    </a:lnTo>
                    <a:cubicBezTo>
                      <a:pt x="313" y="585"/>
                      <a:pt x="381" y="608"/>
                      <a:pt x="446" y="608"/>
                    </a:cubicBezTo>
                    <a:cubicBezTo>
                      <a:pt x="652" y="608"/>
                      <a:pt x="817" y="379"/>
                      <a:pt x="648" y="177"/>
                    </a:cubicBezTo>
                    <a:lnTo>
                      <a:pt x="559" y="88"/>
                    </a:lnTo>
                    <a:cubicBezTo>
                      <a:pt x="508" y="26"/>
                      <a:pt x="447"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6"/>
              <p:cNvSpPr/>
              <p:nvPr/>
            </p:nvSpPr>
            <p:spPr>
              <a:xfrm>
                <a:off x="5620213" y="1559672"/>
                <a:ext cx="149573" cy="254261"/>
              </a:xfrm>
              <a:custGeom>
                <a:avLst/>
                <a:gdLst/>
                <a:ahLst/>
                <a:cxnLst/>
                <a:rect l="l" t="t" r="r" b="b"/>
                <a:pathLst>
                  <a:path w="2106" h="3580" extrusionOk="0">
                    <a:moveTo>
                      <a:pt x="359" y="0"/>
                    </a:moveTo>
                    <a:cubicBezTo>
                      <a:pt x="170" y="0"/>
                      <a:pt x="1" y="283"/>
                      <a:pt x="171" y="487"/>
                    </a:cubicBezTo>
                    <a:cubicBezTo>
                      <a:pt x="837" y="1330"/>
                      <a:pt x="1280" y="2306"/>
                      <a:pt x="1502" y="3371"/>
                    </a:cubicBezTo>
                    <a:cubicBezTo>
                      <a:pt x="1538" y="3516"/>
                      <a:pt x="1649" y="3580"/>
                      <a:pt x="1764" y="3580"/>
                    </a:cubicBezTo>
                    <a:cubicBezTo>
                      <a:pt x="1930" y="3580"/>
                      <a:pt x="2105" y="3448"/>
                      <a:pt x="2079" y="3238"/>
                    </a:cubicBezTo>
                    <a:cubicBezTo>
                      <a:pt x="1813" y="2084"/>
                      <a:pt x="1280" y="1020"/>
                      <a:pt x="526" y="88"/>
                    </a:cubicBezTo>
                    <a:cubicBezTo>
                      <a:pt x="474" y="26"/>
                      <a:pt x="416" y="0"/>
                      <a:pt x="3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6"/>
              <p:cNvSpPr/>
              <p:nvPr/>
            </p:nvSpPr>
            <p:spPr>
              <a:xfrm>
                <a:off x="5739531" y="1855197"/>
                <a:ext cx="58878" cy="43395"/>
              </a:xfrm>
              <a:custGeom>
                <a:avLst/>
                <a:gdLst/>
                <a:ahLst/>
                <a:cxnLst/>
                <a:rect l="l" t="t" r="r" b="b"/>
                <a:pathLst>
                  <a:path w="829" h="611" extrusionOk="0">
                    <a:moveTo>
                      <a:pt x="385" y="1"/>
                    </a:moveTo>
                    <a:cubicBezTo>
                      <a:pt x="189" y="1"/>
                      <a:pt x="1" y="241"/>
                      <a:pt x="177" y="452"/>
                    </a:cubicBezTo>
                    <a:lnTo>
                      <a:pt x="221" y="541"/>
                    </a:lnTo>
                    <a:cubicBezTo>
                      <a:pt x="280" y="590"/>
                      <a:pt x="345" y="611"/>
                      <a:pt x="408" y="611"/>
                    </a:cubicBezTo>
                    <a:cubicBezTo>
                      <a:pt x="631" y="611"/>
                      <a:pt x="828" y="349"/>
                      <a:pt x="621" y="142"/>
                    </a:cubicBezTo>
                    <a:lnTo>
                      <a:pt x="532" y="53"/>
                    </a:lnTo>
                    <a:cubicBezTo>
                      <a:pt x="487" y="17"/>
                      <a:pt x="436" y="1"/>
                      <a:pt x="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6"/>
              <p:cNvSpPr/>
              <p:nvPr/>
            </p:nvSpPr>
            <p:spPr>
              <a:xfrm>
                <a:off x="5592869" y="1632257"/>
                <a:ext cx="121448" cy="221590"/>
              </a:xfrm>
              <a:custGeom>
                <a:avLst/>
                <a:gdLst/>
                <a:ahLst/>
                <a:cxnLst/>
                <a:rect l="l" t="t" r="r" b="b"/>
                <a:pathLst>
                  <a:path w="1710" h="3120" extrusionOk="0">
                    <a:moveTo>
                      <a:pt x="387" y="1"/>
                    </a:moveTo>
                    <a:cubicBezTo>
                      <a:pt x="195" y="1"/>
                      <a:pt x="1" y="210"/>
                      <a:pt x="157" y="397"/>
                    </a:cubicBezTo>
                    <a:cubicBezTo>
                      <a:pt x="645" y="1151"/>
                      <a:pt x="1000" y="1994"/>
                      <a:pt x="1133" y="2926"/>
                    </a:cubicBezTo>
                    <a:cubicBezTo>
                      <a:pt x="1167" y="3061"/>
                      <a:pt x="1259" y="3119"/>
                      <a:pt x="1360" y="3119"/>
                    </a:cubicBezTo>
                    <a:cubicBezTo>
                      <a:pt x="1523" y="3119"/>
                      <a:pt x="1710" y="2968"/>
                      <a:pt x="1710" y="2748"/>
                    </a:cubicBezTo>
                    <a:cubicBezTo>
                      <a:pt x="1532" y="1817"/>
                      <a:pt x="1177" y="929"/>
                      <a:pt x="600" y="131"/>
                    </a:cubicBezTo>
                    <a:cubicBezTo>
                      <a:pt x="548" y="38"/>
                      <a:pt x="467"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6"/>
              <p:cNvSpPr/>
              <p:nvPr/>
            </p:nvSpPr>
            <p:spPr>
              <a:xfrm>
                <a:off x="5490526" y="1022600"/>
                <a:ext cx="104758" cy="319601"/>
              </a:xfrm>
              <a:custGeom>
                <a:avLst/>
                <a:gdLst/>
                <a:ahLst/>
                <a:cxnLst/>
                <a:rect l="l" t="t" r="r" b="b"/>
                <a:pathLst>
                  <a:path w="1475" h="4500" extrusionOk="0">
                    <a:moveTo>
                      <a:pt x="1121" y="0"/>
                    </a:moveTo>
                    <a:cubicBezTo>
                      <a:pt x="1008" y="0"/>
                      <a:pt x="895" y="57"/>
                      <a:pt x="843" y="196"/>
                    </a:cubicBezTo>
                    <a:cubicBezTo>
                      <a:pt x="355" y="1483"/>
                      <a:pt x="45" y="2814"/>
                      <a:pt x="1" y="4234"/>
                    </a:cubicBezTo>
                    <a:cubicBezTo>
                      <a:pt x="1" y="4411"/>
                      <a:pt x="145" y="4500"/>
                      <a:pt x="289" y="4500"/>
                    </a:cubicBezTo>
                    <a:cubicBezTo>
                      <a:pt x="433" y="4500"/>
                      <a:pt x="577" y="4411"/>
                      <a:pt x="577" y="4234"/>
                    </a:cubicBezTo>
                    <a:cubicBezTo>
                      <a:pt x="622" y="2902"/>
                      <a:pt x="932" y="1571"/>
                      <a:pt x="1420" y="329"/>
                    </a:cubicBezTo>
                    <a:cubicBezTo>
                      <a:pt x="1474" y="140"/>
                      <a:pt x="1298" y="0"/>
                      <a:pt x="1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6"/>
              <p:cNvSpPr/>
              <p:nvPr/>
            </p:nvSpPr>
            <p:spPr>
              <a:xfrm>
                <a:off x="5455228" y="985668"/>
                <a:ext cx="70667" cy="130113"/>
              </a:xfrm>
              <a:custGeom>
                <a:avLst/>
                <a:gdLst/>
                <a:ahLst/>
                <a:cxnLst/>
                <a:rect l="l" t="t" r="r" b="b"/>
                <a:pathLst>
                  <a:path w="995" h="1832" extrusionOk="0">
                    <a:moveTo>
                      <a:pt x="662" y="0"/>
                    </a:moveTo>
                    <a:cubicBezTo>
                      <a:pt x="552" y="0"/>
                      <a:pt x="444" y="67"/>
                      <a:pt x="409" y="228"/>
                    </a:cubicBezTo>
                    <a:cubicBezTo>
                      <a:pt x="276" y="627"/>
                      <a:pt x="143" y="1071"/>
                      <a:pt x="54" y="1470"/>
                    </a:cubicBezTo>
                    <a:cubicBezTo>
                      <a:pt x="1" y="1682"/>
                      <a:pt x="170" y="1831"/>
                      <a:pt x="333" y="1831"/>
                    </a:cubicBezTo>
                    <a:cubicBezTo>
                      <a:pt x="443" y="1831"/>
                      <a:pt x="551" y="1764"/>
                      <a:pt x="586" y="1603"/>
                    </a:cubicBezTo>
                    <a:cubicBezTo>
                      <a:pt x="719" y="1204"/>
                      <a:pt x="852" y="805"/>
                      <a:pt x="941" y="361"/>
                    </a:cubicBezTo>
                    <a:cubicBezTo>
                      <a:pt x="994" y="149"/>
                      <a:pt x="825" y="0"/>
                      <a:pt x="6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6"/>
              <p:cNvSpPr/>
              <p:nvPr/>
            </p:nvSpPr>
            <p:spPr>
              <a:xfrm>
                <a:off x="5334419" y="869120"/>
                <a:ext cx="86008" cy="87003"/>
              </a:xfrm>
              <a:custGeom>
                <a:avLst/>
                <a:gdLst/>
                <a:ahLst/>
                <a:cxnLst/>
                <a:rect l="l" t="t" r="r" b="b"/>
                <a:pathLst>
                  <a:path w="1211" h="1225" extrusionOk="0">
                    <a:moveTo>
                      <a:pt x="831" y="0"/>
                    </a:moveTo>
                    <a:cubicBezTo>
                      <a:pt x="744" y="0"/>
                      <a:pt x="657" y="41"/>
                      <a:pt x="601" y="139"/>
                    </a:cubicBezTo>
                    <a:cubicBezTo>
                      <a:pt x="468" y="360"/>
                      <a:pt x="335" y="627"/>
                      <a:pt x="158" y="849"/>
                    </a:cubicBezTo>
                    <a:cubicBezTo>
                      <a:pt x="1" y="1037"/>
                      <a:pt x="199" y="1225"/>
                      <a:pt x="391" y="1225"/>
                    </a:cubicBezTo>
                    <a:cubicBezTo>
                      <a:pt x="471" y="1225"/>
                      <a:pt x="549" y="1193"/>
                      <a:pt x="601" y="1115"/>
                    </a:cubicBezTo>
                    <a:cubicBezTo>
                      <a:pt x="779" y="893"/>
                      <a:pt x="956" y="671"/>
                      <a:pt x="1089" y="405"/>
                    </a:cubicBezTo>
                    <a:cubicBezTo>
                      <a:pt x="1211" y="192"/>
                      <a:pt x="1020" y="0"/>
                      <a:pt x="8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6"/>
              <p:cNvSpPr/>
              <p:nvPr/>
            </p:nvSpPr>
            <p:spPr>
              <a:xfrm>
                <a:off x="5345569" y="813510"/>
                <a:ext cx="41051" cy="49716"/>
              </a:xfrm>
              <a:custGeom>
                <a:avLst/>
                <a:gdLst/>
                <a:ahLst/>
                <a:cxnLst/>
                <a:rect l="l" t="t" r="r" b="b"/>
                <a:pathLst>
                  <a:path w="578" h="700" extrusionOk="0">
                    <a:moveTo>
                      <a:pt x="289" y="1"/>
                    </a:moveTo>
                    <a:cubicBezTo>
                      <a:pt x="145" y="1"/>
                      <a:pt x="1" y="101"/>
                      <a:pt x="1" y="300"/>
                    </a:cubicBezTo>
                    <a:lnTo>
                      <a:pt x="1" y="434"/>
                    </a:lnTo>
                    <a:cubicBezTo>
                      <a:pt x="1" y="611"/>
                      <a:pt x="145" y="700"/>
                      <a:pt x="289" y="700"/>
                    </a:cubicBezTo>
                    <a:cubicBezTo>
                      <a:pt x="433" y="700"/>
                      <a:pt x="577" y="611"/>
                      <a:pt x="577" y="434"/>
                    </a:cubicBezTo>
                    <a:lnTo>
                      <a:pt x="577" y="300"/>
                    </a:lnTo>
                    <a:cubicBezTo>
                      <a:pt x="577" y="101"/>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6"/>
              <p:cNvSpPr/>
              <p:nvPr/>
            </p:nvSpPr>
            <p:spPr>
              <a:xfrm>
                <a:off x="5334916" y="2132397"/>
                <a:ext cx="254616" cy="166690"/>
              </a:xfrm>
              <a:custGeom>
                <a:avLst/>
                <a:gdLst/>
                <a:ahLst/>
                <a:cxnLst/>
                <a:rect l="l" t="t" r="r" b="b"/>
                <a:pathLst>
                  <a:path w="3585" h="2347" extrusionOk="0">
                    <a:moveTo>
                      <a:pt x="384" y="0"/>
                    </a:moveTo>
                    <a:cubicBezTo>
                      <a:pt x="89" y="0"/>
                      <a:pt x="0" y="464"/>
                      <a:pt x="328" y="587"/>
                    </a:cubicBezTo>
                    <a:cubicBezTo>
                      <a:pt x="1215" y="853"/>
                      <a:pt x="2058" y="1341"/>
                      <a:pt x="2724" y="2007"/>
                    </a:cubicBezTo>
                    <a:cubicBezTo>
                      <a:pt x="2724" y="2095"/>
                      <a:pt x="2768" y="2184"/>
                      <a:pt x="2901" y="2228"/>
                    </a:cubicBezTo>
                    <a:lnTo>
                      <a:pt x="3079" y="2317"/>
                    </a:lnTo>
                    <a:cubicBezTo>
                      <a:pt x="3119" y="2337"/>
                      <a:pt x="3159" y="2346"/>
                      <a:pt x="3198" y="2346"/>
                    </a:cubicBezTo>
                    <a:cubicBezTo>
                      <a:pt x="3415" y="2346"/>
                      <a:pt x="3585" y="2062"/>
                      <a:pt x="3434" y="1874"/>
                    </a:cubicBezTo>
                    <a:cubicBezTo>
                      <a:pt x="2591" y="1031"/>
                      <a:pt x="1570" y="365"/>
                      <a:pt x="461" y="10"/>
                    </a:cubicBezTo>
                    <a:cubicBezTo>
                      <a:pt x="434" y="3"/>
                      <a:pt x="408"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6"/>
              <p:cNvSpPr/>
              <p:nvPr/>
            </p:nvSpPr>
            <p:spPr>
              <a:xfrm>
                <a:off x="5379518" y="2074869"/>
                <a:ext cx="154829" cy="86363"/>
              </a:xfrm>
              <a:custGeom>
                <a:avLst/>
                <a:gdLst/>
                <a:ahLst/>
                <a:cxnLst/>
                <a:rect l="l" t="t" r="r" b="b"/>
                <a:pathLst>
                  <a:path w="2180" h="1216" extrusionOk="0">
                    <a:moveTo>
                      <a:pt x="346" y="0"/>
                    </a:moveTo>
                    <a:cubicBezTo>
                      <a:pt x="76" y="0"/>
                      <a:pt x="0" y="440"/>
                      <a:pt x="277" y="598"/>
                    </a:cubicBezTo>
                    <a:cubicBezTo>
                      <a:pt x="765" y="731"/>
                      <a:pt x="1209" y="953"/>
                      <a:pt x="1608" y="1175"/>
                    </a:cubicBezTo>
                    <a:cubicBezTo>
                      <a:pt x="1665" y="1203"/>
                      <a:pt x="1719" y="1216"/>
                      <a:pt x="1770" y="1216"/>
                    </a:cubicBezTo>
                    <a:cubicBezTo>
                      <a:pt x="2033" y="1216"/>
                      <a:pt x="2179" y="873"/>
                      <a:pt x="1918" y="687"/>
                    </a:cubicBezTo>
                    <a:cubicBezTo>
                      <a:pt x="1430" y="421"/>
                      <a:pt x="942" y="199"/>
                      <a:pt x="454" y="21"/>
                    </a:cubicBezTo>
                    <a:cubicBezTo>
                      <a:pt x="416" y="7"/>
                      <a:pt x="379"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6"/>
              <p:cNvSpPr/>
              <p:nvPr/>
            </p:nvSpPr>
            <p:spPr>
              <a:xfrm>
                <a:off x="5071422" y="2394683"/>
                <a:ext cx="70028" cy="189062"/>
              </a:xfrm>
              <a:custGeom>
                <a:avLst/>
                <a:gdLst/>
                <a:ahLst/>
                <a:cxnLst/>
                <a:rect l="l" t="t" r="r" b="b"/>
                <a:pathLst>
                  <a:path w="986" h="2662" extrusionOk="0">
                    <a:moveTo>
                      <a:pt x="649" y="0"/>
                    </a:moveTo>
                    <a:cubicBezTo>
                      <a:pt x="540" y="0"/>
                      <a:pt x="435" y="54"/>
                      <a:pt x="400" y="177"/>
                    </a:cubicBezTo>
                    <a:cubicBezTo>
                      <a:pt x="134" y="887"/>
                      <a:pt x="1" y="1641"/>
                      <a:pt x="1" y="2396"/>
                    </a:cubicBezTo>
                    <a:cubicBezTo>
                      <a:pt x="1" y="2573"/>
                      <a:pt x="145" y="2662"/>
                      <a:pt x="289" y="2662"/>
                    </a:cubicBezTo>
                    <a:cubicBezTo>
                      <a:pt x="433" y="2662"/>
                      <a:pt x="577" y="2573"/>
                      <a:pt x="577" y="2396"/>
                    </a:cubicBezTo>
                    <a:cubicBezTo>
                      <a:pt x="533" y="1686"/>
                      <a:pt x="666" y="976"/>
                      <a:pt x="932" y="310"/>
                    </a:cubicBezTo>
                    <a:cubicBezTo>
                      <a:pt x="986" y="123"/>
                      <a:pt x="814" y="0"/>
                      <a:pt x="6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6"/>
              <p:cNvSpPr/>
              <p:nvPr/>
            </p:nvSpPr>
            <p:spPr>
              <a:xfrm>
                <a:off x="5121848" y="2414428"/>
                <a:ext cx="66832" cy="236647"/>
              </a:xfrm>
              <a:custGeom>
                <a:avLst/>
                <a:gdLst/>
                <a:ahLst/>
                <a:cxnLst/>
                <a:rect l="l" t="t" r="r" b="b"/>
                <a:pathLst>
                  <a:path w="941" h="3332" extrusionOk="0">
                    <a:moveTo>
                      <a:pt x="614" y="1"/>
                    </a:moveTo>
                    <a:cubicBezTo>
                      <a:pt x="502" y="1"/>
                      <a:pt x="392" y="64"/>
                      <a:pt x="355" y="210"/>
                    </a:cubicBezTo>
                    <a:cubicBezTo>
                      <a:pt x="45" y="1141"/>
                      <a:pt x="0" y="2162"/>
                      <a:pt x="178" y="3138"/>
                    </a:cubicBezTo>
                    <a:cubicBezTo>
                      <a:pt x="195" y="3274"/>
                      <a:pt x="283" y="3331"/>
                      <a:pt x="383" y="3331"/>
                    </a:cubicBezTo>
                    <a:cubicBezTo>
                      <a:pt x="545" y="3331"/>
                      <a:pt x="738" y="3180"/>
                      <a:pt x="710" y="2960"/>
                    </a:cubicBezTo>
                    <a:cubicBezTo>
                      <a:pt x="577" y="2118"/>
                      <a:pt x="622" y="1230"/>
                      <a:pt x="888" y="343"/>
                    </a:cubicBezTo>
                    <a:cubicBezTo>
                      <a:pt x="940" y="133"/>
                      <a:pt x="776" y="1"/>
                      <a:pt x="6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6"/>
              <p:cNvSpPr/>
              <p:nvPr/>
            </p:nvSpPr>
            <p:spPr>
              <a:xfrm>
                <a:off x="5409844" y="3217124"/>
                <a:ext cx="160227" cy="229829"/>
              </a:xfrm>
              <a:custGeom>
                <a:avLst/>
                <a:gdLst/>
                <a:ahLst/>
                <a:cxnLst/>
                <a:rect l="l" t="t" r="r" b="b"/>
                <a:pathLst>
                  <a:path w="2256" h="3236" extrusionOk="0">
                    <a:moveTo>
                      <a:pt x="387" y="1"/>
                    </a:moveTo>
                    <a:cubicBezTo>
                      <a:pt x="188" y="1"/>
                      <a:pt x="0" y="283"/>
                      <a:pt x="205" y="488"/>
                    </a:cubicBezTo>
                    <a:cubicBezTo>
                      <a:pt x="826" y="1242"/>
                      <a:pt x="1358" y="2085"/>
                      <a:pt x="1669" y="3061"/>
                    </a:cubicBezTo>
                    <a:cubicBezTo>
                      <a:pt x="1703" y="3181"/>
                      <a:pt x="1804" y="3235"/>
                      <a:pt x="1910" y="3235"/>
                    </a:cubicBezTo>
                    <a:cubicBezTo>
                      <a:pt x="2077" y="3235"/>
                      <a:pt x="2256" y="3101"/>
                      <a:pt x="2201" y="2884"/>
                    </a:cubicBezTo>
                    <a:cubicBezTo>
                      <a:pt x="1846" y="1863"/>
                      <a:pt x="1314" y="887"/>
                      <a:pt x="560" y="88"/>
                    </a:cubicBezTo>
                    <a:cubicBezTo>
                      <a:pt x="508" y="27"/>
                      <a:pt x="447"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6"/>
              <p:cNvSpPr/>
              <p:nvPr/>
            </p:nvSpPr>
            <p:spPr>
              <a:xfrm>
                <a:off x="5456151" y="3174297"/>
                <a:ext cx="100142" cy="86861"/>
              </a:xfrm>
              <a:custGeom>
                <a:avLst/>
                <a:gdLst/>
                <a:ahLst/>
                <a:cxnLst/>
                <a:rect l="l" t="t" r="r" b="b"/>
                <a:pathLst>
                  <a:path w="1410" h="1223" extrusionOk="0">
                    <a:moveTo>
                      <a:pt x="409" y="1"/>
                    </a:moveTo>
                    <a:cubicBezTo>
                      <a:pt x="206" y="1"/>
                      <a:pt x="1" y="262"/>
                      <a:pt x="174" y="470"/>
                    </a:cubicBezTo>
                    <a:lnTo>
                      <a:pt x="839" y="1135"/>
                    </a:lnTo>
                    <a:cubicBezTo>
                      <a:pt x="891" y="1197"/>
                      <a:pt x="952" y="1223"/>
                      <a:pt x="1013" y="1223"/>
                    </a:cubicBezTo>
                    <a:cubicBezTo>
                      <a:pt x="1213" y="1223"/>
                      <a:pt x="1409" y="940"/>
                      <a:pt x="1239" y="736"/>
                    </a:cubicBezTo>
                    <a:cubicBezTo>
                      <a:pt x="973" y="470"/>
                      <a:pt x="795" y="292"/>
                      <a:pt x="573" y="70"/>
                    </a:cubicBezTo>
                    <a:cubicBezTo>
                      <a:pt x="524" y="21"/>
                      <a:pt x="467" y="1"/>
                      <a:pt x="40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6"/>
              <p:cNvSpPr/>
              <p:nvPr/>
            </p:nvSpPr>
            <p:spPr>
              <a:xfrm>
                <a:off x="5588963" y="3321953"/>
                <a:ext cx="59872" cy="61932"/>
              </a:xfrm>
              <a:custGeom>
                <a:avLst/>
                <a:gdLst/>
                <a:ahLst/>
                <a:cxnLst/>
                <a:rect l="l" t="t" r="r" b="b"/>
                <a:pathLst>
                  <a:path w="843" h="872" extrusionOk="0">
                    <a:moveTo>
                      <a:pt x="320" y="1"/>
                    </a:moveTo>
                    <a:cubicBezTo>
                      <a:pt x="154" y="1"/>
                      <a:pt x="0" y="133"/>
                      <a:pt x="79" y="343"/>
                    </a:cubicBezTo>
                    <a:cubicBezTo>
                      <a:pt x="123" y="432"/>
                      <a:pt x="167" y="609"/>
                      <a:pt x="212" y="698"/>
                    </a:cubicBezTo>
                    <a:cubicBezTo>
                      <a:pt x="263" y="818"/>
                      <a:pt x="375" y="872"/>
                      <a:pt x="487" y="872"/>
                    </a:cubicBezTo>
                    <a:cubicBezTo>
                      <a:pt x="664" y="872"/>
                      <a:pt x="843" y="738"/>
                      <a:pt x="789" y="520"/>
                    </a:cubicBezTo>
                    <a:cubicBezTo>
                      <a:pt x="700" y="432"/>
                      <a:pt x="655" y="298"/>
                      <a:pt x="611" y="210"/>
                    </a:cubicBezTo>
                    <a:cubicBezTo>
                      <a:pt x="557" y="64"/>
                      <a:pt x="435" y="1"/>
                      <a:pt x="3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6"/>
              <p:cNvSpPr/>
              <p:nvPr/>
            </p:nvSpPr>
            <p:spPr>
              <a:xfrm>
                <a:off x="5672628" y="2994468"/>
                <a:ext cx="104900" cy="194673"/>
              </a:xfrm>
              <a:custGeom>
                <a:avLst/>
                <a:gdLst/>
                <a:ahLst/>
                <a:cxnLst/>
                <a:rect l="l" t="t" r="r" b="b"/>
                <a:pathLst>
                  <a:path w="1477" h="2741" extrusionOk="0">
                    <a:moveTo>
                      <a:pt x="335" y="1"/>
                    </a:moveTo>
                    <a:cubicBezTo>
                      <a:pt x="171" y="1"/>
                      <a:pt x="1" y="144"/>
                      <a:pt x="54" y="384"/>
                    </a:cubicBezTo>
                    <a:cubicBezTo>
                      <a:pt x="232" y="1138"/>
                      <a:pt x="542" y="1892"/>
                      <a:pt x="897" y="2602"/>
                    </a:cubicBezTo>
                    <a:cubicBezTo>
                      <a:pt x="953" y="2700"/>
                      <a:pt x="1035" y="2741"/>
                      <a:pt x="1118" y="2741"/>
                    </a:cubicBezTo>
                    <a:cubicBezTo>
                      <a:pt x="1297" y="2741"/>
                      <a:pt x="1476" y="2549"/>
                      <a:pt x="1385" y="2336"/>
                    </a:cubicBezTo>
                    <a:cubicBezTo>
                      <a:pt x="1030" y="1626"/>
                      <a:pt x="764" y="961"/>
                      <a:pt x="587" y="206"/>
                    </a:cubicBezTo>
                    <a:cubicBezTo>
                      <a:pt x="551" y="64"/>
                      <a:pt x="445"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6"/>
              <p:cNvSpPr/>
              <p:nvPr/>
            </p:nvSpPr>
            <p:spPr>
              <a:xfrm>
                <a:off x="5751392" y="3031400"/>
                <a:ext cx="54900" cy="52486"/>
              </a:xfrm>
              <a:custGeom>
                <a:avLst/>
                <a:gdLst/>
                <a:ahLst/>
                <a:cxnLst/>
                <a:rect l="l" t="t" r="r" b="b"/>
                <a:pathLst>
                  <a:path w="773" h="739" extrusionOk="0">
                    <a:moveTo>
                      <a:pt x="356" y="0"/>
                    </a:moveTo>
                    <a:cubicBezTo>
                      <a:pt x="179" y="0"/>
                      <a:pt x="0" y="135"/>
                      <a:pt x="54" y="352"/>
                    </a:cubicBezTo>
                    <a:lnTo>
                      <a:pt x="143" y="529"/>
                    </a:lnTo>
                    <a:cubicBezTo>
                      <a:pt x="198" y="675"/>
                      <a:pt x="319" y="738"/>
                      <a:pt x="437" y="738"/>
                    </a:cubicBezTo>
                    <a:cubicBezTo>
                      <a:pt x="608" y="738"/>
                      <a:pt x="772" y="606"/>
                      <a:pt x="720" y="396"/>
                    </a:cubicBezTo>
                    <a:cubicBezTo>
                      <a:pt x="720" y="308"/>
                      <a:pt x="631" y="263"/>
                      <a:pt x="631" y="174"/>
                    </a:cubicBezTo>
                    <a:cubicBezTo>
                      <a:pt x="580" y="54"/>
                      <a:pt x="468"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6"/>
              <p:cNvSpPr/>
              <p:nvPr/>
            </p:nvSpPr>
            <p:spPr>
              <a:xfrm>
                <a:off x="5087189" y="3831540"/>
                <a:ext cx="59943" cy="41051"/>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6"/>
              <p:cNvSpPr/>
              <p:nvPr/>
            </p:nvSpPr>
            <p:spPr>
              <a:xfrm>
                <a:off x="5097132" y="3409382"/>
                <a:ext cx="257954" cy="397016"/>
              </a:xfrm>
              <a:custGeom>
                <a:avLst/>
                <a:gdLst/>
                <a:ahLst/>
                <a:cxnLst/>
                <a:rect l="l" t="t" r="r" b="b"/>
                <a:pathLst>
                  <a:path w="3632" h="5590" extrusionOk="0">
                    <a:moveTo>
                      <a:pt x="397" y="0"/>
                    </a:moveTo>
                    <a:cubicBezTo>
                      <a:pt x="196" y="0"/>
                      <a:pt x="1" y="283"/>
                      <a:pt x="171" y="487"/>
                    </a:cubicBezTo>
                    <a:cubicBezTo>
                      <a:pt x="526" y="842"/>
                      <a:pt x="925" y="1197"/>
                      <a:pt x="1280" y="1508"/>
                    </a:cubicBezTo>
                    <a:cubicBezTo>
                      <a:pt x="703" y="2706"/>
                      <a:pt x="304" y="3992"/>
                      <a:pt x="127" y="5323"/>
                    </a:cubicBezTo>
                    <a:cubicBezTo>
                      <a:pt x="104" y="5501"/>
                      <a:pt x="226" y="5589"/>
                      <a:pt x="360" y="5589"/>
                    </a:cubicBezTo>
                    <a:cubicBezTo>
                      <a:pt x="493" y="5589"/>
                      <a:pt x="637" y="5501"/>
                      <a:pt x="659" y="5323"/>
                    </a:cubicBezTo>
                    <a:cubicBezTo>
                      <a:pt x="836" y="4125"/>
                      <a:pt x="1191" y="2927"/>
                      <a:pt x="1768" y="1863"/>
                    </a:cubicBezTo>
                    <a:cubicBezTo>
                      <a:pt x="1857" y="1907"/>
                      <a:pt x="1946" y="1996"/>
                      <a:pt x="2079" y="2040"/>
                    </a:cubicBezTo>
                    <a:cubicBezTo>
                      <a:pt x="1591" y="2927"/>
                      <a:pt x="1280" y="3859"/>
                      <a:pt x="1147" y="4835"/>
                    </a:cubicBezTo>
                    <a:cubicBezTo>
                      <a:pt x="1125" y="5013"/>
                      <a:pt x="1258" y="5101"/>
                      <a:pt x="1402" y="5101"/>
                    </a:cubicBezTo>
                    <a:cubicBezTo>
                      <a:pt x="1546" y="5101"/>
                      <a:pt x="1702" y="5013"/>
                      <a:pt x="1724" y="4835"/>
                    </a:cubicBezTo>
                    <a:cubicBezTo>
                      <a:pt x="1813" y="3948"/>
                      <a:pt x="2079" y="3105"/>
                      <a:pt x="2522" y="2351"/>
                    </a:cubicBezTo>
                    <a:lnTo>
                      <a:pt x="2567" y="2351"/>
                    </a:lnTo>
                    <a:cubicBezTo>
                      <a:pt x="2789" y="2439"/>
                      <a:pt x="3055" y="2661"/>
                      <a:pt x="3277" y="2661"/>
                    </a:cubicBezTo>
                    <a:cubicBezTo>
                      <a:pt x="3619" y="2618"/>
                      <a:pt x="3631" y="2082"/>
                      <a:pt x="3315" y="2082"/>
                    </a:cubicBezTo>
                    <a:cubicBezTo>
                      <a:pt x="3303" y="2082"/>
                      <a:pt x="3290" y="2083"/>
                      <a:pt x="3277" y="2084"/>
                    </a:cubicBezTo>
                    <a:cubicBezTo>
                      <a:pt x="3144" y="2084"/>
                      <a:pt x="2789" y="1818"/>
                      <a:pt x="2700" y="1774"/>
                    </a:cubicBezTo>
                    <a:cubicBezTo>
                      <a:pt x="2434" y="1596"/>
                      <a:pt x="2168" y="1463"/>
                      <a:pt x="1946" y="1286"/>
                    </a:cubicBezTo>
                    <a:cubicBezTo>
                      <a:pt x="1458" y="931"/>
                      <a:pt x="1014" y="532"/>
                      <a:pt x="570" y="88"/>
                    </a:cubicBezTo>
                    <a:cubicBezTo>
                      <a:pt x="519" y="26"/>
                      <a:pt x="458" y="0"/>
                      <a:pt x="3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6"/>
              <p:cNvSpPr/>
              <p:nvPr/>
            </p:nvSpPr>
            <p:spPr>
              <a:xfrm>
                <a:off x="5141237" y="3365206"/>
                <a:ext cx="115341" cy="92329"/>
              </a:xfrm>
              <a:custGeom>
                <a:avLst/>
                <a:gdLst/>
                <a:ahLst/>
                <a:cxnLst/>
                <a:rect l="l" t="t" r="r" b="b"/>
                <a:pathLst>
                  <a:path w="1624" h="1300" extrusionOk="0">
                    <a:moveTo>
                      <a:pt x="397" y="1"/>
                    </a:moveTo>
                    <a:cubicBezTo>
                      <a:pt x="197" y="1"/>
                      <a:pt x="1" y="284"/>
                      <a:pt x="171" y="488"/>
                    </a:cubicBezTo>
                    <a:cubicBezTo>
                      <a:pt x="437" y="799"/>
                      <a:pt x="748" y="1065"/>
                      <a:pt x="1103" y="1242"/>
                    </a:cubicBezTo>
                    <a:cubicBezTo>
                      <a:pt x="1151" y="1282"/>
                      <a:pt x="1200" y="1299"/>
                      <a:pt x="1247" y="1299"/>
                    </a:cubicBezTo>
                    <a:cubicBezTo>
                      <a:pt x="1460" y="1299"/>
                      <a:pt x="1624" y="944"/>
                      <a:pt x="1369" y="799"/>
                    </a:cubicBezTo>
                    <a:cubicBezTo>
                      <a:pt x="1058" y="577"/>
                      <a:pt x="792" y="355"/>
                      <a:pt x="570" y="89"/>
                    </a:cubicBezTo>
                    <a:cubicBezTo>
                      <a:pt x="519" y="27"/>
                      <a:pt x="458" y="1"/>
                      <a:pt x="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6"/>
              <p:cNvSpPr/>
              <p:nvPr/>
            </p:nvSpPr>
            <p:spPr>
              <a:xfrm>
                <a:off x="5309064" y="3478629"/>
                <a:ext cx="105895" cy="57386"/>
              </a:xfrm>
              <a:custGeom>
                <a:avLst/>
                <a:gdLst/>
                <a:ahLst/>
                <a:cxnLst/>
                <a:rect l="l" t="t" r="r" b="b"/>
                <a:pathLst>
                  <a:path w="1491" h="808" extrusionOk="0">
                    <a:moveTo>
                      <a:pt x="404" y="1"/>
                    </a:moveTo>
                    <a:cubicBezTo>
                      <a:pt x="186" y="1"/>
                      <a:pt x="0" y="274"/>
                      <a:pt x="204" y="444"/>
                    </a:cubicBezTo>
                    <a:cubicBezTo>
                      <a:pt x="436" y="676"/>
                      <a:pt x="703" y="807"/>
                      <a:pt x="1003" y="807"/>
                    </a:cubicBezTo>
                    <a:cubicBezTo>
                      <a:pt x="1046" y="807"/>
                      <a:pt x="1091" y="804"/>
                      <a:pt x="1136" y="799"/>
                    </a:cubicBezTo>
                    <a:cubicBezTo>
                      <a:pt x="1491" y="799"/>
                      <a:pt x="1491" y="266"/>
                      <a:pt x="1136" y="266"/>
                    </a:cubicBezTo>
                    <a:cubicBezTo>
                      <a:pt x="958" y="266"/>
                      <a:pt x="736" y="222"/>
                      <a:pt x="603" y="89"/>
                    </a:cubicBezTo>
                    <a:cubicBezTo>
                      <a:pt x="541" y="26"/>
                      <a:pt x="471" y="1"/>
                      <a:pt x="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6"/>
              <p:cNvSpPr/>
              <p:nvPr/>
            </p:nvSpPr>
            <p:spPr>
              <a:xfrm>
                <a:off x="4719790" y="3627634"/>
                <a:ext cx="159517" cy="219886"/>
              </a:xfrm>
              <a:custGeom>
                <a:avLst/>
                <a:gdLst/>
                <a:ahLst/>
                <a:cxnLst/>
                <a:rect l="l" t="t" r="r" b="b"/>
                <a:pathLst>
                  <a:path w="2246" h="3096" extrusionOk="0">
                    <a:moveTo>
                      <a:pt x="341" y="1"/>
                    </a:moveTo>
                    <a:cubicBezTo>
                      <a:pt x="176" y="1"/>
                      <a:pt x="1" y="133"/>
                      <a:pt x="27" y="342"/>
                    </a:cubicBezTo>
                    <a:cubicBezTo>
                      <a:pt x="160" y="964"/>
                      <a:pt x="426" y="1585"/>
                      <a:pt x="825" y="2117"/>
                    </a:cubicBezTo>
                    <a:cubicBezTo>
                      <a:pt x="1040" y="2418"/>
                      <a:pt x="1464" y="3095"/>
                      <a:pt x="1894" y="3095"/>
                    </a:cubicBezTo>
                    <a:cubicBezTo>
                      <a:pt x="1908" y="3095"/>
                      <a:pt x="1921" y="3095"/>
                      <a:pt x="1935" y="3093"/>
                    </a:cubicBezTo>
                    <a:cubicBezTo>
                      <a:pt x="2068" y="3093"/>
                      <a:pt x="2156" y="3005"/>
                      <a:pt x="2201" y="2916"/>
                    </a:cubicBezTo>
                    <a:cubicBezTo>
                      <a:pt x="2245" y="2783"/>
                      <a:pt x="2201" y="2650"/>
                      <a:pt x="2112" y="2561"/>
                    </a:cubicBezTo>
                    <a:cubicBezTo>
                      <a:pt x="2081" y="2529"/>
                      <a:pt x="2027" y="2498"/>
                      <a:pt x="1967" y="2498"/>
                    </a:cubicBezTo>
                    <a:cubicBezTo>
                      <a:pt x="1942" y="2498"/>
                      <a:pt x="1916" y="2503"/>
                      <a:pt x="1890" y="2516"/>
                    </a:cubicBezTo>
                    <a:cubicBezTo>
                      <a:pt x="1757" y="2383"/>
                      <a:pt x="1668" y="2295"/>
                      <a:pt x="1580" y="2162"/>
                    </a:cubicBezTo>
                    <a:cubicBezTo>
                      <a:pt x="1402" y="1984"/>
                      <a:pt x="1225" y="1762"/>
                      <a:pt x="1092" y="1540"/>
                    </a:cubicBezTo>
                    <a:cubicBezTo>
                      <a:pt x="870" y="1097"/>
                      <a:pt x="692" y="653"/>
                      <a:pt x="603" y="209"/>
                    </a:cubicBezTo>
                    <a:cubicBezTo>
                      <a:pt x="567" y="64"/>
                      <a:pt x="457" y="1"/>
                      <a:pt x="3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6"/>
              <p:cNvSpPr/>
              <p:nvPr/>
            </p:nvSpPr>
            <p:spPr>
              <a:xfrm>
                <a:off x="4872985" y="3837932"/>
                <a:ext cx="58594" cy="41477"/>
              </a:xfrm>
              <a:custGeom>
                <a:avLst/>
                <a:gdLst/>
                <a:ahLst/>
                <a:cxnLst/>
                <a:rect l="l" t="t" r="r" b="b"/>
                <a:pathLst>
                  <a:path w="825" h="584" extrusionOk="0">
                    <a:moveTo>
                      <a:pt x="418" y="0"/>
                    </a:moveTo>
                    <a:cubicBezTo>
                      <a:pt x="352" y="0"/>
                      <a:pt x="283" y="26"/>
                      <a:pt x="221" y="88"/>
                    </a:cubicBezTo>
                    <a:lnTo>
                      <a:pt x="177" y="132"/>
                    </a:lnTo>
                    <a:cubicBezTo>
                      <a:pt x="0" y="344"/>
                      <a:pt x="189" y="584"/>
                      <a:pt x="385" y="584"/>
                    </a:cubicBezTo>
                    <a:cubicBezTo>
                      <a:pt x="435" y="584"/>
                      <a:pt x="486" y="568"/>
                      <a:pt x="532" y="532"/>
                    </a:cubicBezTo>
                    <a:lnTo>
                      <a:pt x="621" y="487"/>
                    </a:lnTo>
                    <a:cubicBezTo>
                      <a:pt x="825" y="283"/>
                      <a:pt x="637" y="0"/>
                      <a:pt x="4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6"/>
              <p:cNvSpPr/>
              <p:nvPr/>
            </p:nvSpPr>
            <p:spPr>
              <a:xfrm>
                <a:off x="4777815" y="3611867"/>
                <a:ext cx="99432" cy="103125"/>
              </a:xfrm>
              <a:custGeom>
                <a:avLst/>
                <a:gdLst/>
                <a:ahLst/>
                <a:cxnLst/>
                <a:rect l="l" t="t" r="r" b="b"/>
                <a:pathLst>
                  <a:path w="1400" h="1452" extrusionOk="0">
                    <a:moveTo>
                      <a:pt x="335" y="1"/>
                    </a:moveTo>
                    <a:cubicBezTo>
                      <a:pt x="165" y="1"/>
                      <a:pt x="0" y="133"/>
                      <a:pt x="53" y="343"/>
                    </a:cubicBezTo>
                    <a:cubicBezTo>
                      <a:pt x="230" y="742"/>
                      <a:pt x="452" y="1097"/>
                      <a:pt x="807" y="1363"/>
                    </a:cubicBezTo>
                    <a:cubicBezTo>
                      <a:pt x="870" y="1426"/>
                      <a:pt x="939" y="1451"/>
                      <a:pt x="1006" y="1451"/>
                    </a:cubicBezTo>
                    <a:cubicBezTo>
                      <a:pt x="1222" y="1451"/>
                      <a:pt x="1400" y="1178"/>
                      <a:pt x="1162" y="1008"/>
                    </a:cubicBezTo>
                    <a:cubicBezTo>
                      <a:pt x="940" y="786"/>
                      <a:pt x="763" y="520"/>
                      <a:pt x="629" y="210"/>
                    </a:cubicBezTo>
                    <a:cubicBezTo>
                      <a:pt x="575" y="64"/>
                      <a:pt x="454"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6"/>
              <p:cNvSpPr/>
              <p:nvPr/>
            </p:nvSpPr>
            <p:spPr>
              <a:xfrm>
                <a:off x="4557503" y="3664992"/>
                <a:ext cx="164204" cy="81747"/>
              </a:xfrm>
              <a:custGeom>
                <a:avLst/>
                <a:gdLst/>
                <a:ahLst/>
                <a:cxnLst/>
                <a:rect l="l" t="t" r="r" b="b"/>
                <a:pathLst>
                  <a:path w="2312" h="1151" extrusionOk="0">
                    <a:moveTo>
                      <a:pt x="402" y="0"/>
                    </a:moveTo>
                    <a:cubicBezTo>
                      <a:pt x="159" y="0"/>
                      <a:pt x="0" y="375"/>
                      <a:pt x="226" y="526"/>
                    </a:cubicBezTo>
                    <a:cubicBezTo>
                      <a:pt x="759" y="881"/>
                      <a:pt x="1336" y="1103"/>
                      <a:pt x="2001" y="1147"/>
                    </a:cubicBezTo>
                    <a:cubicBezTo>
                      <a:pt x="2014" y="1149"/>
                      <a:pt x="2025" y="1150"/>
                      <a:pt x="2037" y="1150"/>
                    </a:cubicBezTo>
                    <a:cubicBezTo>
                      <a:pt x="2311" y="1150"/>
                      <a:pt x="2299" y="658"/>
                      <a:pt x="2001" y="615"/>
                    </a:cubicBezTo>
                    <a:cubicBezTo>
                      <a:pt x="1469" y="526"/>
                      <a:pt x="936" y="349"/>
                      <a:pt x="537" y="38"/>
                    </a:cubicBezTo>
                    <a:cubicBezTo>
                      <a:pt x="490" y="12"/>
                      <a:pt x="445" y="0"/>
                      <a:pt x="4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6"/>
              <p:cNvSpPr/>
              <p:nvPr/>
            </p:nvSpPr>
            <p:spPr>
              <a:xfrm>
                <a:off x="4516737" y="3718330"/>
                <a:ext cx="134730" cy="75710"/>
              </a:xfrm>
              <a:custGeom>
                <a:avLst/>
                <a:gdLst/>
                <a:ahLst/>
                <a:cxnLst/>
                <a:rect l="l" t="t" r="r" b="b"/>
                <a:pathLst>
                  <a:path w="1897" h="1066" extrusionOk="0">
                    <a:moveTo>
                      <a:pt x="390" y="1"/>
                    </a:moveTo>
                    <a:cubicBezTo>
                      <a:pt x="152" y="1"/>
                      <a:pt x="0" y="343"/>
                      <a:pt x="224" y="530"/>
                    </a:cubicBezTo>
                    <a:cubicBezTo>
                      <a:pt x="623" y="796"/>
                      <a:pt x="1067" y="973"/>
                      <a:pt x="1510" y="1062"/>
                    </a:cubicBezTo>
                    <a:cubicBezTo>
                      <a:pt x="1525" y="1064"/>
                      <a:pt x="1539" y="1065"/>
                      <a:pt x="1553" y="1065"/>
                    </a:cubicBezTo>
                    <a:cubicBezTo>
                      <a:pt x="1828" y="1065"/>
                      <a:pt x="1897" y="659"/>
                      <a:pt x="1643" y="574"/>
                    </a:cubicBezTo>
                    <a:cubicBezTo>
                      <a:pt x="1244" y="441"/>
                      <a:pt x="845" y="263"/>
                      <a:pt x="534" y="42"/>
                    </a:cubicBezTo>
                    <a:cubicBezTo>
                      <a:pt x="484" y="13"/>
                      <a:pt x="436" y="1"/>
                      <a:pt x="3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6"/>
              <p:cNvSpPr/>
              <p:nvPr/>
            </p:nvSpPr>
            <p:spPr>
              <a:xfrm>
                <a:off x="4869576" y="2023236"/>
                <a:ext cx="220667" cy="239488"/>
              </a:xfrm>
              <a:custGeom>
                <a:avLst/>
                <a:gdLst/>
                <a:ahLst/>
                <a:cxnLst/>
                <a:rect l="l" t="t" r="r" b="b"/>
                <a:pathLst>
                  <a:path w="3107" h="3372" extrusionOk="0">
                    <a:moveTo>
                      <a:pt x="2669" y="0"/>
                    </a:moveTo>
                    <a:cubicBezTo>
                      <a:pt x="2625" y="0"/>
                      <a:pt x="2579" y="12"/>
                      <a:pt x="2532" y="39"/>
                    </a:cubicBezTo>
                    <a:cubicBezTo>
                      <a:pt x="1467" y="793"/>
                      <a:pt x="624" y="1769"/>
                      <a:pt x="92" y="2967"/>
                    </a:cubicBezTo>
                    <a:cubicBezTo>
                      <a:pt x="1" y="3180"/>
                      <a:pt x="180" y="3372"/>
                      <a:pt x="359" y="3372"/>
                    </a:cubicBezTo>
                    <a:cubicBezTo>
                      <a:pt x="442" y="3372"/>
                      <a:pt x="524" y="3331"/>
                      <a:pt x="580" y="3233"/>
                    </a:cubicBezTo>
                    <a:cubicBezTo>
                      <a:pt x="1068" y="2124"/>
                      <a:pt x="1822" y="1192"/>
                      <a:pt x="2843" y="527"/>
                    </a:cubicBezTo>
                    <a:cubicBezTo>
                      <a:pt x="3107" y="376"/>
                      <a:pt x="2922" y="0"/>
                      <a:pt x="2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6"/>
              <p:cNvSpPr/>
              <p:nvPr/>
            </p:nvSpPr>
            <p:spPr>
              <a:xfrm>
                <a:off x="5055655" y="1932185"/>
                <a:ext cx="41051" cy="43395"/>
              </a:xfrm>
              <a:custGeom>
                <a:avLst/>
                <a:gdLst/>
                <a:ahLst/>
                <a:cxnLst/>
                <a:rect l="l" t="t" r="r" b="b"/>
                <a:pathLst>
                  <a:path w="578" h="611" extrusionOk="0">
                    <a:moveTo>
                      <a:pt x="289" y="1"/>
                    </a:moveTo>
                    <a:cubicBezTo>
                      <a:pt x="145" y="1"/>
                      <a:pt x="1" y="100"/>
                      <a:pt x="1" y="300"/>
                    </a:cubicBezTo>
                    <a:lnTo>
                      <a:pt x="1" y="344"/>
                    </a:lnTo>
                    <a:cubicBezTo>
                      <a:pt x="1" y="522"/>
                      <a:pt x="145" y="611"/>
                      <a:pt x="289" y="611"/>
                    </a:cubicBezTo>
                    <a:cubicBezTo>
                      <a:pt x="433" y="611"/>
                      <a:pt x="578" y="522"/>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6"/>
              <p:cNvSpPr/>
              <p:nvPr/>
            </p:nvSpPr>
            <p:spPr>
              <a:xfrm>
                <a:off x="4832716" y="1716774"/>
                <a:ext cx="240127" cy="467044"/>
              </a:xfrm>
              <a:custGeom>
                <a:avLst/>
                <a:gdLst/>
                <a:ahLst/>
                <a:cxnLst/>
                <a:rect l="l" t="t" r="r" b="b"/>
                <a:pathLst>
                  <a:path w="3381" h="6576" extrusionOk="0">
                    <a:moveTo>
                      <a:pt x="2999" y="0"/>
                    </a:moveTo>
                    <a:cubicBezTo>
                      <a:pt x="2907" y="0"/>
                      <a:pt x="2810" y="41"/>
                      <a:pt x="2740" y="139"/>
                    </a:cubicBezTo>
                    <a:cubicBezTo>
                      <a:pt x="2031" y="1248"/>
                      <a:pt x="1321" y="2889"/>
                      <a:pt x="1720" y="4265"/>
                    </a:cubicBezTo>
                    <a:cubicBezTo>
                      <a:pt x="1631" y="4354"/>
                      <a:pt x="1542" y="4442"/>
                      <a:pt x="1454" y="4487"/>
                    </a:cubicBezTo>
                    <a:cubicBezTo>
                      <a:pt x="1321" y="4043"/>
                      <a:pt x="1276" y="3555"/>
                      <a:pt x="1321" y="3067"/>
                    </a:cubicBezTo>
                    <a:cubicBezTo>
                      <a:pt x="1365" y="2534"/>
                      <a:pt x="1454" y="2046"/>
                      <a:pt x="1631" y="1603"/>
                    </a:cubicBezTo>
                    <a:cubicBezTo>
                      <a:pt x="1684" y="1363"/>
                      <a:pt x="1498" y="1219"/>
                      <a:pt x="1321" y="1219"/>
                    </a:cubicBezTo>
                    <a:cubicBezTo>
                      <a:pt x="1204" y="1219"/>
                      <a:pt x="1090" y="1283"/>
                      <a:pt x="1054" y="1425"/>
                    </a:cubicBezTo>
                    <a:cubicBezTo>
                      <a:pt x="788" y="2401"/>
                      <a:pt x="433" y="3954"/>
                      <a:pt x="1010" y="4842"/>
                    </a:cubicBezTo>
                    <a:cubicBezTo>
                      <a:pt x="655" y="5241"/>
                      <a:pt x="345" y="5685"/>
                      <a:pt x="123" y="6128"/>
                    </a:cubicBezTo>
                    <a:cubicBezTo>
                      <a:pt x="0" y="6373"/>
                      <a:pt x="195" y="6576"/>
                      <a:pt x="371" y="6576"/>
                    </a:cubicBezTo>
                    <a:cubicBezTo>
                      <a:pt x="450" y="6576"/>
                      <a:pt x="525" y="6535"/>
                      <a:pt x="566" y="6439"/>
                    </a:cubicBezTo>
                    <a:cubicBezTo>
                      <a:pt x="921" y="5729"/>
                      <a:pt x="1409" y="5152"/>
                      <a:pt x="2031" y="4709"/>
                    </a:cubicBezTo>
                    <a:cubicBezTo>
                      <a:pt x="2119" y="4709"/>
                      <a:pt x="2208" y="4664"/>
                      <a:pt x="2252" y="4575"/>
                    </a:cubicBezTo>
                    <a:cubicBezTo>
                      <a:pt x="2430" y="4487"/>
                      <a:pt x="2607" y="4354"/>
                      <a:pt x="2785" y="4265"/>
                    </a:cubicBezTo>
                    <a:cubicBezTo>
                      <a:pt x="3049" y="4152"/>
                      <a:pt x="2864" y="3783"/>
                      <a:pt x="2613" y="3783"/>
                    </a:cubicBezTo>
                    <a:cubicBezTo>
                      <a:pt x="2568" y="3783"/>
                      <a:pt x="2521" y="3794"/>
                      <a:pt x="2474" y="3821"/>
                    </a:cubicBezTo>
                    <a:cubicBezTo>
                      <a:pt x="2385" y="3866"/>
                      <a:pt x="2297" y="3910"/>
                      <a:pt x="2208" y="3954"/>
                    </a:cubicBezTo>
                    <a:cubicBezTo>
                      <a:pt x="1942" y="2801"/>
                      <a:pt x="2652" y="1337"/>
                      <a:pt x="3228" y="405"/>
                    </a:cubicBezTo>
                    <a:cubicBezTo>
                      <a:pt x="3380" y="192"/>
                      <a:pt x="3199" y="0"/>
                      <a:pt x="2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6"/>
              <p:cNvSpPr/>
              <p:nvPr/>
            </p:nvSpPr>
            <p:spPr>
              <a:xfrm>
                <a:off x="5065101" y="1661163"/>
                <a:ext cx="41051" cy="43466"/>
              </a:xfrm>
              <a:custGeom>
                <a:avLst/>
                <a:gdLst/>
                <a:ahLst/>
                <a:cxnLst/>
                <a:rect l="l" t="t" r="r" b="b"/>
                <a:pathLst>
                  <a:path w="578" h="612" extrusionOk="0">
                    <a:moveTo>
                      <a:pt x="289" y="1"/>
                    </a:moveTo>
                    <a:cubicBezTo>
                      <a:pt x="145" y="1"/>
                      <a:pt x="1" y="101"/>
                      <a:pt x="1" y="300"/>
                    </a:cubicBezTo>
                    <a:lnTo>
                      <a:pt x="1" y="345"/>
                    </a:lnTo>
                    <a:cubicBezTo>
                      <a:pt x="1" y="522"/>
                      <a:pt x="145" y="611"/>
                      <a:pt x="289" y="611"/>
                    </a:cubicBezTo>
                    <a:cubicBezTo>
                      <a:pt x="433" y="611"/>
                      <a:pt x="578" y="522"/>
                      <a:pt x="578" y="345"/>
                    </a:cubicBezTo>
                    <a:lnTo>
                      <a:pt x="578" y="300"/>
                    </a:lnTo>
                    <a:cubicBezTo>
                      <a:pt x="578" y="101"/>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6"/>
              <p:cNvSpPr/>
              <p:nvPr/>
            </p:nvSpPr>
            <p:spPr>
              <a:xfrm>
                <a:off x="4976891" y="1650936"/>
                <a:ext cx="41051" cy="44176"/>
              </a:xfrm>
              <a:custGeom>
                <a:avLst/>
                <a:gdLst/>
                <a:ahLst/>
                <a:cxnLst/>
                <a:rect l="l" t="t" r="r" b="b"/>
                <a:pathLst>
                  <a:path w="578" h="622" extrusionOk="0">
                    <a:moveTo>
                      <a:pt x="289" y="1"/>
                    </a:moveTo>
                    <a:cubicBezTo>
                      <a:pt x="145" y="1"/>
                      <a:pt x="1" y="90"/>
                      <a:pt x="1" y="267"/>
                    </a:cubicBezTo>
                    <a:lnTo>
                      <a:pt x="1" y="356"/>
                    </a:lnTo>
                    <a:cubicBezTo>
                      <a:pt x="1" y="533"/>
                      <a:pt x="134" y="622"/>
                      <a:pt x="272" y="622"/>
                    </a:cubicBezTo>
                    <a:cubicBezTo>
                      <a:pt x="411" y="622"/>
                      <a:pt x="555" y="533"/>
                      <a:pt x="577" y="356"/>
                    </a:cubicBezTo>
                    <a:lnTo>
                      <a:pt x="577" y="267"/>
                    </a:lnTo>
                    <a:cubicBezTo>
                      <a:pt x="577" y="9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6"/>
              <p:cNvSpPr/>
              <p:nvPr/>
            </p:nvSpPr>
            <p:spPr>
              <a:xfrm>
                <a:off x="5100044" y="1306619"/>
                <a:ext cx="135440" cy="98366"/>
              </a:xfrm>
              <a:custGeom>
                <a:avLst/>
                <a:gdLst/>
                <a:ahLst/>
                <a:cxnLst/>
                <a:rect l="l" t="t" r="r" b="b"/>
                <a:pathLst>
                  <a:path w="1907" h="1385" extrusionOk="0">
                    <a:moveTo>
                      <a:pt x="329" y="0"/>
                    </a:moveTo>
                    <a:cubicBezTo>
                      <a:pt x="110" y="0"/>
                      <a:pt x="0" y="355"/>
                      <a:pt x="219" y="501"/>
                    </a:cubicBezTo>
                    <a:lnTo>
                      <a:pt x="1417" y="1344"/>
                    </a:lnTo>
                    <a:cubicBezTo>
                      <a:pt x="1459" y="1372"/>
                      <a:pt x="1502" y="1385"/>
                      <a:pt x="1542" y="1385"/>
                    </a:cubicBezTo>
                    <a:cubicBezTo>
                      <a:pt x="1755" y="1385"/>
                      <a:pt x="1906" y="1042"/>
                      <a:pt x="1683" y="856"/>
                    </a:cubicBezTo>
                    <a:lnTo>
                      <a:pt x="485" y="57"/>
                    </a:lnTo>
                    <a:cubicBezTo>
                      <a:pt x="429" y="17"/>
                      <a:pt x="376" y="0"/>
                      <a:pt x="3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6"/>
              <p:cNvSpPr/>
              <p:nvPr/>
            </p:nvSpPr>
            <p:spPr>
              <a:xfrm>
                <a:off x="5134632" y="1266988"/>
                <a:ext cx="91406" cy="58238"/>
              </a:xfrm>
              <a:custGeom>
                <a:avLst/>
                <a:gdLst/>
                <a:ahLst/>
                <a:cxnLst/>
                <a:rect l="l" t="t" r="r" b="b"/>
                <a:pathLst>
                  <a:path w="1287" h="820" extrusionOk="0">
                    <a:moveTo>
                      <a:pt x="423" y="0"/>
                    </a:moveTo>
                    <a:cubicBezTo>
                      <a:pt x="153" y="0"/>
                      <a:pt x="0" y="375"/>
                      <a:pt x="264" y="526"/>
                    </a:cubicBezTo>
                    <a:lnTo>
                      <a:pt x="752" y="793"/>
                    </a:lnTo>
                    <a:cubicBezTo>
                      <a:pt x="795" y="811"/>
                      <a:pt x="837" y="819"/>
                      <a:pt x="876" y="819"/>
                    </a:cubicBezTo>
                    <a:cubicBezTo>
                      <a:pt x="1125" y="819"/>
                      <a:pt x="1286" y="496"/>
                      <a:pt x="1018" y="304"/>
                    </a:cubicBezTo>
                    <a:lnTo>
                      <a:pt x="575" y="38"/>
                    </a:lnTo>
                    <a:cubicBezTo>
                      <a:pt x="522" y="12"/>
                      <a:pt x="470" y="0"/>
                      <a:pt x="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6"/>
              <p:cNvSpPr/>
              <p:nvPr/>
            </p:nvSpPr>
            <p:spPr>
              <a:xfrm>
                <a:off x="4782787" y="972032"/>
                <a:ext cx="142400" cy="255823"/>
              </a:xfrm>
              <a:custGeom>
                <a:avLst/>
                <a:gdLst/>
                <a:ahLst/>
                <a:cxnLst/>
                <a:rect l="l" t="t" r="r" b="b"/>
                <a:pathLst>
                  <a:path w="2005" h="3602" extrusionOk="0">
                    <a:moveTo>
                      <a:pt x="1593" y="0"/>
                    </a:moveTo>
                    <a:cubicBezTo>
                      <a:pt x="1508" y="0"/>
                      <a:pt x="1422" y="33"/>
                      <a:pt x="1358" y="109"/>
                    </a:cubicBezTo>
                    <a:cubicBezTo>
                      <a:pt x="693" y="1041"/>
                      <a:pt x="249" y="2106"/>
                      <a:pt x="27" y="3260"/>
                    </a:cubicBezTo>
                    <a:cubicBezTo>
                      <a:pt x="1" y="3469"/>
                      <a:pt x="176" y="3601"/>
                      <a:pt x="342" y="3601"/>
                    </a:cubicBezTo>
                    <a:cubicBezTo>
                      <a:pt x="457" y="3601"/>
                      <a:pt x="568" y="3538"/>
                      <a:pt x="604" y="3393"/>
                    </a:cubicBezTo>
                    <a:cubicBezTo>
                      <a:pt x="737" y="2328"/>
                      <a:pt x="1181" y="1307"/>
                      <a:pt x="1846" y="420"/>
                    </a:cubicBezTo>
                    <a:cubicBezTo>
                      <a:pt x="2004" y="199"/>
                      <a:pt x="1802" y="0"/>
                      <a:pt x="1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6"/>
              <p:cNvSpPr/>
              <p:nvPr/>
            </p:nvSpPr>
            <p:spPr>
              <a:xfrm>
                <a:off x="4907573" y="932472"/>
                <a:ext cx="56818" cy="41051"/>
              </a:xfrm>
              <a:custGeom>
                <a:avLst/>
                <a:gdLst/>
                <a:ahLst/>
                <a:cxnLst/>
                <a:rect l="l" t="t" r="r" b="b"/>
                <a:pathLst>
                  <a:path w="800" h="578" extrusionOk="0">
                    <a:moveTo>
                      <a:pt x="400" y="1"/>
                    </a:moveTo>
                    <a:cubicBezTo>
                      <a:pt x="0" y="1"/>
                      <a:pt x="0" y="578"/>
                      <a:pt x="400" y="578"/>
                    </a:cubicBezTo>
                    <a:lnTo>
                      <a:pt x="444" y="578"/>
                    </a:lnTo>
                    <a:cubicBezTo>
                      <a:pt x="799" y="578"/>
                      <a:pt x="799"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6"/>
              <p:cNvSpPr/>
              <p:nvPr/>
            </p:nvSpPr>
            <p:spPr>
              <a:xfrm>
                <a:off x="4740528" y="1084105"/>
                <a:ext cx="197158" cy="332030"/>
              </a:xfrm>
              <a:custGeom>
                <a:avLst/>
                <a:gdLst/>
                <a:ahLst/>
                <a:cxnLst/>
                <a:rect l="l" t="t" r="r" b="b"/>
                <a:pathLst>
                  <a:path w="2776" h="4675" extrusionOk="0">
                    <a:moveTo>
                      <a:pt x="2385" y="0"/>
                    </a:moveTo>
                    <a:cubicBezTo>
                      <a:pt x="2306" y="0"/>
                      <a:pt x="2227" y="38"/>
                      <a:pt x="2175" y="129"/>
                    </a:cubicBezTo>
                    <a:cubicBezTo>
                      <a:pt x="1554" y="1149"/>
                      <a:pt x="1154" y="2303"/>
                      <a:pt x="933" y="3456"/>
                    </a:cubicBezTo>
                    <a:cubicBezTo>
                      <a:pt x="711" y="3412"/>
                      <a:pt x="533" y="3412"/>
                      <a:pt x="356" y="3368"/>
                    </a:cubicBezTo>
                    <a:cubicBezTo>
                      <a:pt x="1" y="3368"/>
                      <a:pt x="1" y="3944"/>
                      <a:pt x="356" y="3944"/>
                    </a:cubicBezTo>
                    <a:cubicBezTo>
                      <a:pt x="977" y="3989"/>
                      <a:pt x="1554" y="4211"/>
                      <a:pt x="1997" y="4610"/>
                    </a:cubicBezTo>
                    <a:cubicBezTo>
                      <a:pt x="2061" y="4655"/>
                      <a:pt x="2127" y="4675"/>
                      <a:pt x="2189" y="4675"/>
                    </a:cubicBezTo>
                    <a:cubicBezTo>
                      <a:pt x="2428" y="4675"/>
                      <a:pt x="2608" y="4387"/>
                      <a:pt x="2397" y="4211"/>
                    </a:cubicBezTo>
                    <a:cubicBezTo>
                      <a:pt x="2131" y="3989"/>
                      <a:pt x="1820" y="3811"/>
                      <a:pt x="1465" y="3634"/>
                    </a:cubicBezTo>
                    <a:cubicBezTo>
                      <a:pt x="1643" y="2480"/>
                      <a:pt x="2042" y="1415"/>
                      <a:pt x="2619" y="439"/>
                    </a:cubicBezTo>
                    <a:cubicBezTo>
                      <a:pt x="2775" y="220"/>
                      <a:pt x="2577" y="0"/>
                      <a:pt x="2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6"/>
              <p:cNvSpPr/>
              <p:nvPr/>
            </p:nvSpPr>
            <p:spPr>
              <a:xfrm>
                <a:off x="4935911" y="1420894"/>
                <a:ext cx="37926" cy="44247"/>
              </a:xfrm>
              <a:custGeom>
                <a:avLst/>
                <a:gdLst/>
                <a:ahLst/>
                <a:cxnLst/>
                <a:rect l="l" t="t" r="r" b="b"/>
                <a:pathLst>
                  <a:path w="534" h="623" extrusionOk="0">
                    <a:moveTo>
                      <a:pt x="267" y="1"/>
                    </a:moveTo>
                    <a:cubicBezTo>
                      <a:pt x="134" y="1"/>
                      <a:pt x="1" y="90"/>
                      <a:pt x="1" y="267"/>
                    </a:cubicBezTo>
                    <a:lnTo>
                      <a:pt x="1" y="356"/>
                    </a:lnTo>
                    <a:cubicBezTo>
                      <a:pt x="1" y="533"/>
                      <a:pt x="134" y="622"/>
                      <a:pt x="267" y="622"/>
                    </a:cubicBezTo>
                    <a:cubicBezTo>
                      <a:pt x="400" y="622"/>
                      <a:pt x="533" y="533"/>
                      <a:pt x="533" y="356"/>
                    </a:cubicBezTo>
                    <a:lnTo>
                      <a:pt x="533" y="267"/>
                    </a:lnTo>
                    <a:cubicBezTo>
                      <a:pt x="533" y="90"/>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81" name="Google Shape;2781;p56"/>
          <p:cNvGrpSpPr/>
          <p:nvPr/>
        </p:nvGrpSpPr>
        <p:grpSpPr>
          <a:xfrm>
            <a:off x="1373150" y="1695659"/>
            <a:ext cx="588852" cy="561134"/>
            <a:chOff x="1153237" y="-293709"/>
            <a:chExt cx="5705931" cy="5437345"/>
          </a:xfrm>
        </p:grpSpPr>
        <p:sp>
          <p:nvSpPr>
            <p:cNvPr id="2782" name="Google Shape;2782;p56"/>
            <p:cNvSpPr/>
            <p:nvPr/>
          </p:nvSpPr>
          <p:spPr>
            <a:xfrm>
              <a:off x="5930205" y="1195826"/>
              <a:ext cx="9056" cy="13553"/>
            </a:xfrm>
            <a:custGeom>
              <a:avLst/>
              <a:gdLst/>
              <a:ahLst/>
              <a:cxnLst/>
              <a:rect l="l" t="t" r="r" b="b"/>
              <a:pathLst>
                <a:path w="300" h="449" extrusionOk="0">
                  <a:moveTo>
                    <a:pt x="1" y="0"/>
                  </a:moveTo>
                  <a:lnTo>
                    <a:pt x="1" y="0"/>
                  </a:lnTo>
                  <a:cubicBezTo>
                    <a:pt x="76" y="150"/>
                    <a:pt x="225" y="299"/>
                    <a:pt x="300" y="449"/>
                  </a:cubicBezTo>
                  <a:lnTo>
                    <a:pt x="225" y="299"/>
                  </a:lnTo>
                  <a:lnTo>
                    <a:pt x="1" y="0"/>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6"/>
            <p:cNvSpPr/>
            <p:nvPr/>
          </p:nvSpPr>
          <p:spPr>
            <a:xfrm>
              <a:off x="1622150" y="2084030"/>
              <a:ext cx="9025" cy="27106"/>
            </a:xfrm>
            <a:custGeom>
              <a:avLst/>
              <a:gdLst/>
              <a:ahLst/>
              <a:cxnLst/>
              <a:rect l="l" t="t" r="r" b="b"/>
              <a:pathLst>
                <a:path w="299" h="898" extrusionOk="0">
                  <a:moveTo>
                    <a:pt x="75" y="1"/>
                  </a:moveTo>
                  <a:cubicBezTo>
                    <a:pt x="75" y="150"/>
                    <a:pt x="0" y="300"/>
                    <a:pt x="0" y="598"/>
                  </a:cubicBezTo>
                  <a:cubicBezTo>
                    <a:pt x="75" y="673"/>
                    <a:pt x="150" y="748"/>
                    <a:pt x="224" y="897"/>
                  </a:cubicBezTo>
                  <a:cubicBezTo>
                    <a:pt x="224" y="598"/>
                    <a:pt x="299" y="300"/>
                    <a:pt x="299"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6"/>
            <p:cNvSpPr/>
            <p:nvPr/>
          </p:nvSpPr>
          <p:spPr>
            <a:xfrm>
              <a:off x="2165438" y="3813137"/>
              <a:ext cx="2294" cy="30"/>
            </a:xfrm>
            <a:custGeom>
              <a:avLst/>
              <a:gdLst/>
              <a:ahLst/>
              <a:cxnLst/>
              <a:rect l="l" t="t" r="r" b="b"/>
              <a:pathLst>
                <a:path w="76" h="1" extrusionOk="0">
                  <a:moveTo>
                    <a:pt x="1" y="0"/>
                  </a:moveTo>
                  <a:lnTo>
                    <a:pt x="75" y="0"/>
                  </a:lnTo>
                  <a:lnTo>
                    <a:pt x="75" y="0"/>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6"/>
            <p:cNvSpPr/>
            <p:nvPr/>
          </p:nvSpPr>
          <p:spPr>
            <a:xfrm>
              <a:off x="4410788" y="3526809"/>
              <a:ext cx="793564" cy="874761"/>
            </a:xfrm>
            <a:custGeom>
              <a:avLst/>
              <a:gdLst/>
              <a:ahLst/>
              <a:cxnLst/>
              <a:rect l="l" t="t" r="r" b="b"/>
              <a:pathLst>
                <a:path w="26290" h="28980" extrusionOk="0">
                  <a:moveTo>
                    <a:pt x="2390" y="1"/>
                  </a:moveTo>
                  <a:cubicBezTo>
                    <a:pt x="2390" y="225"/>
                    <a:pt x="2390" y="449"/>
                    <a:pt x="2390" y="673"/>
                  </a:cubicBezTo>
                  <a:cubicBezTo>
                    <a:pt x="1643" y="6125"/>
                    <a:pt x="0" y="12175"/>
                    <a:pt x="523" y="17627"/>
                  </a:cubicBezTo>
                  <a:cubicBezTo>
                    <a:pt x="1046" y="23676"/>
                    <a:pt x="6199" y="25095"/>
                    <a:pt x="11203" y="25170"/>
                  </a:cubicBezTo>
                  <a:lnTo>
                    <a:pt x="11278" y="25170"/>
                  </a:lnTo>
                  <a:cubicBezTo>
                    <a:pt x="11502" y="25095"/>
                    <a:pt x="11745" y="25058"/>
                    <a:pt x="11987" y="25058"/>
                  </a:cubicBezTo>
                  <a:cubicBezTo>
                    <a:pt x="12230" y="25058"/>
                    <a:pt x="12473" y="25095"/>
                    <a:pt x="12697" y="25170"/>
                  </a:cubicBezTo>
                  <a:lnTo>
                    <a:pt x="13294" y="25170"/>
                  </a:lnTo>
                  <a:cubicBezTo>
                    <a:pt x="13338" y="25167"/>
                    <a:pt x="13382" y="25166"/>
                    <a:pt x="13425" y="25166"/>
                  </a:cubicBezTo>
                  <a:cubicBezTo>
                    <a:pt x="14495" y="25166"/>
                    <a:pt x="15460" y="26038"/>
                    <a:pt x="15460" y="27187"/>
                  </a:cubicBezTo>
                  <a:lnTo>
                    <a:pt x="15684" y="26963"/>
                  </a:lnTo>
                  <a:cubicBezTo>
                    <a:pt x="15908" y="26739"/>
                    <a:pt x="16282" y="26664"/>
                    <a:pt x="16581" y="26664"/>
                  </a:cubicBezTo>
                  <a:cubicBezTo>
                    <a:pt x="16730" y="26664"/>
                    <a:pt x="17178" y="26664"/>
                    <a:pt x="16954" y="26888"/>
                  </a:cubicBezTo>
                  <a:cubicBezTo>
                    <a:pt x="16506" y="27411"/>
                    <a:pt x="15983" y="27859"/>
                    <a:pt x="15460" y="28232"/>
                  </a:cubicBezTo>
                  <a:cubicBezTo>
                    <a:pt x="15311" y="28531"/>
                    <a:pt x="15162" y="28755"/>
                    <a:pt x="15012" y="28979"/>
                  </a:cubicBezTo>
                  <a:cubicBezTo>
                    <a:pt x="18896" y="27560"/>
                    <a:pt x="23078" y="25618"/>
                    <a:pt x="24647" y="21809"/>
                  </a:cubicBezTo>
                  <a:cubicBezTo>
                    <a:pt x="26290" y="17702"/>
                    <a:pt x="23750" y="12847"/>
                    <a:pt x="21734" y="9262"/>
                  </a:cubicBezTo>
                  <a:cubicBezTo>
                    <a:pt x="19045" y="4407"/>
                    <a:pt x="15834" y="2690"/>
                    <a:pt x="10456" y="1868"/>
                  </a:cubicBezTo>
                  <a:cubicBezTo>
                    <a:pt x="7693" y="1495"/>
                    <a:pt x="5004" y="822"/>
                    <a:pt x="23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6"/>
            <p:cNvSpPr/>
            <p:nvPr/>
          </p:nvSpPr>
          <p:spPr>
            <a:xfrm>
              <a:off x="4647493" y="4428565"/>
              <a:ext cx="144314" cy="45127"/>
            </a:xfrm>
            <a:custGeom>
              <a:avLst/>
              <a:gdLst/>
              <a:ahLst/>
              <a:cxnLst/>
              <a:rect l="l" t="t" r="r" b="b"/>
              <a:pathLst>
                <a:path w="4781" h="1495" extrusionOk="0">
                  <a:moveTo>
                    <a:pt x="4033" y="0"/>
                  </a:moveTo>
                  <a:cubicBezTo>
                    <a:pt x="2988" y="299"/>
                    <a:pt x="1942" y="598"/>
                    <a:pt x="897" y="822"/>
                  </a:cubicBezTo>
                  <a:lnTo>
                    <a:pt x="0" y="1494"/>
                  </a:lnTo>
                  <a:cubicBezTo>
                    <a:pt x="1345" y="1195"/>
                    <a:pt x="2689" y="747"/>
                    <a:pt x="3959" y="299"/>
                  </a:cubicBezTo>
                  <a:cubicBezTo>
                    <a:pt x="4257" y="224"/>
                    <a:pt x="4481" y="75"/>
                    <a:pt x="4780" y="0"/>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6"/>
            <p:cNvSpPr/>
            <p:nvPr/>
          </p:nvSpPr>
          <p:spPr>
            <a:xfrm>
              <a:off x="4352170" y="4890687"/>
              <a:ext cx="11289" cy="6822"/>
            </a:xfrm>
            <a:custGeom>
              <a:avLst/>
              <a:gdLst/>
              <a:ahLst/>
              <a:cxnLst/>
              <a:rect l="l" t="t" r="r" b="b"/>
              <a:pathLst>
                <a:path w="374" h="226" extrusionOk="0">
                  <a:moveTo>
                    <a:pt x="0" y="1"/>
                  </a:moveTo>
                  <a:cubicBezTo>
                    <a:pt x="0" y="1"/>
                    <a:pt x="0" y="1"/>
                    <a:pt x="0" y="76"/>
                  </a:cubicBezTo>
                  <a:lnTo>
                    <a:pt x="374" y="225"/>
                  </a:lnTo>
                  <a:lnTo>
                    <a:pt x="0"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6"/>
            <p:cNvSpPr/>
            <p:nvPr/>
          </p:nvSpPr>
          <p:spPr>
            <a:xfrm>
              <a:off x="3869734" y="3914557"/>
              <a:ext cx="22578" cy="85695"/>
            </a:xfrm>
            <a:custGeom>
              <a:avLst/>
              <a:gdLst/>
              <a:ahLst/>
              <a:cxnLst/>
              <a:rect l="l" t="t" r="r" b="b"/>
              <a:pathLst>
                <a:path w="748" h="2839" extrusionOk="0">
                  <a:moveTo>
                    <a:pt x="747" y="1"/>
                  </a:moveTo>
                  <a:cubicBezTo>
                    <a:pt x="374" y="897"/>
                    <a:pt x="150" y="1868"/>
                    <a:pt x="0" y="2839"/>
                  </a:cubicBezTo>
                  <a:cubicBezTo>
                    <a:pt x="75" y="2615"/>
                    <a:pt x="225" y="2466"/>
                    <a:pt x="374" y="2316"/>
                  </a:cubicBezTo>
                  <a:cubicBezTo>
                    <a:pt x="449" y="1495"/>
                    <a:pt x="523" y="748"/>
                    <a:pt x="747"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6"/>
            <p:cNvSpPr/>
            <p:nvPr/>
          </p:nvSpPr>
          <p:spPr>
            <a:xfrm>
              <a:off x="3867470" y="5098113"/>
              <a:ext cx="207431" cy="13553"/>
            </a:xfrm>
            <a:custGeom>
              <a:avLst/>
              <a:gdLst/>
              <a:ahLst/>
              <a:cxnLst/>
              <a:rect l="l" t="t" r="r" b="b"/>
              <a:pathLst>
                <a:path w="6872" h="449" extrusionOk="0">
                  <a:moveTo>
                    <a:pt x="1" y="0"/>
                  </a:moveTo>
                  <a:lnTo>
                    <a:pt x="1" y="0"/>
                  </a:lnTo>
                  <a:cubicBezTo>
                    <a:pt x="182" y="18"/>
                    <a:pt x="362" y="35"/>
                    <a:pt x="541" y="51"/>
                  </a:cubicBezTo>
                  <a:lnTo>
                    <a:pt x="541" y="51"/>
                  </a:lnTo>
                  <a:cubicBezTo>
                    <a:pt x="362" y="35"/>
                    <a:pt x="181" y="18"/>
                    <a:pt x="1" y="0"/>
                  </a:cubicBezTo>
                  <a:close/>
                  <a:moveTo>
                    <a:pt x="541" y="51"/>
                  </a:moveTo>
                  <a:cubicBezTo>
                    <a:pt x="2416" y="224"/>
                    <a:pt x="4250" y="347"/>
                    <a:pt x="6122" y="421"/>
                  </a:cubicBezTo>
                  <a:lnTo>
                    <a:pt x="6122" y="421"/>
                  </a:lnTo>
                  <a:cubicBezTo>
                    <a:pt x="5692" y="393"/>
                    <a:pt x="5251" y="346"/>
                    <a:pt x="4781" y="299"/>
                  </a:cubicBezTo>
                  <a:cubicBezTo>
                    <a:pt x="4631" y="299"/>
                    <a:pt x="4482" y="299"/>
                    <a:pt x="4333" y="224"/>
                  </a:cubicBezTo>
                  <a:cubicBezTo>
                    <a:pt x="3086" y="224"/>
                    <a:pt x="1839" y="166"/>
                    <a:pt x="541" y="51"/>
                  </a:cubicBezTo>
                  <a:close/>
                  <a:moveTo>
                    <a:pt x="6122" y="421"/>
                  </a:moveTo>
                  <a:cubicBezTo>
                    <a:pt x="6374" y="438"/>
                    <a:pt x="6623" y="448"/>
                    <a:pt x="6872" y="448"/>
                  </a:cubicBezTo>
                  <a:cubicBezTo>
                    <a:pt x="6621" y="440"/>
                    <a:pt x="6371" y="431"/>
                    <a:pt x="6122" y="42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6"/>
            <p:cNvSpPr/>
            <p:nvPr/>
          </p:nvSpPr>
          <p:spPr>
            <a:xfrm>
              <a:off x="2411168" y="1035759"/>
              <a:ext cx="13553" cy="24842"/>
            </a:xfrm>
            <a:custGeom>
              <a:avLst/>
              <a:gdLst/>
              <a:ahLst/>
              <a:cxnLst/>
              <a:rect l="l" t="t" r="r" b="b"/>
              <a:pathLst>
                <a:path w="449" h="823" extrusionOk="0">
                  <a:moveTo>
                    <a:pt x="449" y="1"/>
                  </a:moveTo>
                  <a:lnTo>
                    <a:pt x="449" y="1"/>
                  </a:lnTo>
                  <a:cubicBezTo>
                    <a:pt x="299" y="150"/>
                    <a:pt x="150" y="225"/>
                    <a:pt x="0" y="300"/>
                  </a:cubicBezTo>
                  <a:cubicBezTo>
                    <a:pt x="75" y="449"/>
                    <a:pt x="150" y="673"/>
                    <a:pt x="150" y="822"/>
                  </a:cubicBezTo>
                  <a:cubicBezTo>
                    <a:pt x="299" y="524"/>
                    <a:pt x="374" y="300"/>
                    <a:pt x="449"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6"/>
            <p:cNvSpPr/>
            <p:nvPr/>
          </p:nvSpPr>
          <p:spPr>
            <a:xfrm>
              <a:off x="3614978" y="5050754"/>
              <a:ext cx="33868" cy="15817"/>
            </a:xfrm>
            <a:custGeom>
              <a:avLst/>
              <a:gdLst/>
              <a:ahLst/>
              <a:cxnLst/>
              <a:rect l="l" t="t" r="r" b="b"/>
              <a:pathLst>
                <a:path w="1122" h="524" extrusionOk="0">
                  <a:moveTo>
                    <a:pt x="225" y="1"/>
                  </a:moveTo>
                  <a:lnTo>
                    <a:pt x="1" y="299"/>
                  </a:lnTo>
                  <a:lnTo>
                    <a:pt x="1121" y="523"/>
                  </a:lnTo>
                  <a:cubicBezTo>
                    <a:pt x="1047" y="449"/>
                    <a:pt x="972" y="299"/>
                    <a:pt x="897" y="225"/>
                  </a:cubicBezTo>
                  <a:lnTo>
                    <a:pt x="225"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6"/>
            <p:cNvSpPr/>
            <p:nvPr/>
          </p:nvSpPr>
          <p:spPr>
            <a:xfrm>
              <a:off x="3123548" y="4906473"/>
              <a:ext cx="121766" cy="49624"/>
            </a:xfrm>
            <a:custGeom>
              <a:avLst/>
              <a:gdLst/>
              <a:ahLst/>
              <a:cxnLst/>
              <a:rect l="l" t="t" r="r" b="b"/>
              <a:pathLst>
                <a:path w="4034" h="1644" extrusionOk="0">
                  <a:moveTo>
                    <a:pt x="299" y="1"/>
                  </a:moveTo>
                  <a:cubicBezTo>
                    <a:pt x="224" y="1"/>
                    <a:pt x="75" y="75"/>
                    <a:pt x="0" y="75"/>
                  </a:cubicBezTo>
                  <a:cubicBezTo>
                    <a:pt x="1270" y="598"/>
                    <a:pt x="2689" y="1121"/>
                    <a:pt x="4033" y="1644"/>
                  </a:cubicBezTo>
                  <a:lnTo>
                    <a:pt x="299"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6"/>
            <p:cNvSpPr/>
            <p:nvPr/>
          </p:nvSpPr>
          <p:spPr>
            <a:xfrm>
              <a:off x="4703847" y="5046257"/>
              <a:ext cx="33837" cy="6792"/>
            </a:xfrm>
            <a:custGeom>
              <a:avLst/>
              <a:gdLst/>
              <a:ahLst/>
              <a:cxnLst/>
              <a:rect l="l" t="t" r="r" b="b"/>
              <a:pathLst>
                <a:path w="1121" h="225" extrusionOk="0">
                  <a:moveTo>
                    <a:pt x="0" y="0"/>
                  </a:moveTo>
                  <a:cubicBezTo>
                    <a:pt x="0" y="75"/>
                    <a:pt x="0" y="150"/>
                    <a:pt x="0" y="224"/>
                  </a:cubicBezTo>
                  <a:lnTo>
                    <a:pt x="1121" y="0"/>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6"/>
            <p:cNvSpPr/>
            <p:nvPr/>
          </p:nvSpPr>
          <p:spPr>
            <a:xfrm>
              <a:off x="4286791" y="5104875"/>
              <a:ext cx="56386" cy="4528"/>
            </a:xfrm>
            <a:custGeom>
              <a:avLst/>
              <a:gdLst/>
              <a:ahLst/>
              <a:cxnLst/>
              <a:rect l="l" t="t" r="r" b="b"/>
              <a:pathLst>
                <a:path w="1868" h="150" extrusionOk="0">
                  <a:moveTo>
                    <a:pt x="1793" y="0"/>
                  </a:moveTo>
                  <a:cubicBezTo>
                    <a:pt x="1121" y="75"/>
                    <a:pt x="523" y="150"/>
                    <a:pt x="0" y="150"/>
                  </a:cubicBezTo>
                  <a:cubicBezTo>
                    <a:pt x="598" y="150"/>
                    <a:pt x="1270" y="75"/>
                    <a:pt x="1868" y="0"/>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6"/>
            <p:cNvSpPr/>
            <p:nvPr/>
          </p:nvSpPr>
          <p:spPr>
            <a:xfrm>
              <a:off x="4965364" y="494735"/>
              <a:ext cx="491472" cy="482447"/>
            </a:xfrm>
            <a:custGeom>
              <a:avLst/>
              <a:gdLst/>
              <a:ahLst/>
              <a:cxnLst/>
              <a:rect l="l" t="t" r="r" b="b"/>
              <a:pathLst>
                <a:path w="16282" h="15983" extrusionOk="0">
                  <a:moveTo>
                    <a:pt x="2465" y="0"/>
                  </a:moveTo>
                  <a:lnTo>
                    <a:pt x="1344" y="448"/>
                  </a:lnTo>
                  <a:cubicBezTo>
                    <a:pt x="1344" y="672"/>
                    <a:pt x="1344" y="896"/>
                    <a:pt x="1270" y="1120"/>
                  </a:cubicBezTo>
                  <a:cubicBezTo>
                    <a:pt x="822" y="2465"/>
                    <a:pt x="448" y="3809"/>
                    <a:pt x="149" y="5153"/>
                  </a:cubicBezTo>
                  <a:lnTo>
                    <a:pt x="373" y="5004"/>
                  </a:lnTo>
                  <a:cubicBezTo>
                    <a:pt x="512" y="4935"/>
                    <a:pt x="723" y="4901"/>
                    <a:pt x="922" y="4901"/>
                  </a:cubicBezTo>
                  <a:cubicBezTo>
                    <a:pt x="1368" y="4901"/>
                    <a:pt x="1762" y="5068"/>
                    <a:pt x="1195" y="5378"/>
                  </a:cubicBezTo>
                  <a:lnTo>
                    <a:pt x="75" y="6050"/>
                  </a:lnTo>
                  <a:cubicBezTo>
                    <a:pt x="0" y="6423"/>
                    <a:pt x="75" y="6797"/>
                    <a:pt x="149" y="7170"/>
                  </a:cubicBezTo>
                  <a:cubicBezTo>
                    <a:pt x="523" y="8813"/>
                    <a:pt x="1120" y="8664"/>
                    <a:pt x="2614" y="9411"/>
                  </a:cubicBezTo>
                  <a:cubicBezTo>
                    <a:pt x="5602" y="10755"/>
                    <a:pt x="8589" y="12099"/>
                    <a:pt x="11576" y="13444"/>
                  </a:cubicBezTo>
                  <a:cubicBezTo>
                    <a:pt x="12547" y="13892"/>
                    <a:pt x="12995" y="15012"/>
                    <a:pt x="12622" y="15983"/>
                  </a:cubicBezTo>
                  <a:cubicBezTo>
                    <a:pt x="16282" y="14415"/>
                    <a:pt x="13742" y="10008"/>
                    <a:pt x="11427" y="7767"/>
                  </a:cubicBezTo>
                  <a:cubicBezTo>
                    <a:pt x="9784" y="6199"/>
                    <a:pt x="7319" y="5303"/>
                    <a:pt x="5826" y="3510"/>
                  </a:cubicBezTo>
                  <a:cubicBezTo>
                    <a:pt x="5452" y="2988"/>
                    <a:pt x="5228" y="2241"/>
                    <a:pt x="4780" y="1718"/>
                  </a:cubicBezTo>
                  <a:cubicBezTo>
                    <a:pt x="4108" y="971"/>
                    <a:pt x="3361" y="374"/>
                    <a:pt x="24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6"/>
            <p:cNvSpPr/>
            <p:nvPr/>
          </p:nvSpPr>
          <p:spPr>
            <a:xfrm>
              <a:off x="2749323" y="934309"/>
              <a:ext cx="30" cy="30"/>
            </a:xfrm>
            <a:custGeom>
              <a:avLst/>
              <a:gdLst/>
              <a:ahLst/>
              <a:cxnLst/>
              <a:rect l="l" t="t" r="r" b="b"/>
              <a:pathLst>
                <a:path w="1" h="1" extrusionOk="0">
                  <a:moveTo>
                    <a:pt x="0" y="1"/>
                  </a:moveTo>
                  <a:lnTo>
                    <a:pt x="0" y="1"/>
                  </a:lnTo>
                  <a:lnTo>
                    <a:pt x="0" y="1"/>
                  </a:lnTo>
                  <a:cubicBezTo>
                    <a:pt x="0" y="1"/>
                    <a:pt x="0" y="1"/>
                    <a:pt x="0"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6"/>
            <p:cNvSpPr/>
            <p:nvPr/>
          </p:nvSpPr>
          <p:spPr>
            <a:xfrm>
              <a:off x="4996906" y="476685"/>
              <a:ext cx="18081" cy="11319"/>
            </a:xfrm>
            <a:custGeom>
              <a:avLst/>
              <a:gdLst/>
              <a:ahLst/>
              <a:cxnLst/>
              <a:rect l="l" t="t" r="r" b="b"/>
              <a:pathLst>
                <a:path w="599" h="375" extrusionOk="0">
                  <a:moveTo>
                    <a:pt x="1" y="1"/>
                  </a:moveTo>
                  <a:cubicBezTo>
                    <a:pt x="75" y="150"/>
                    <a:pt x="150" y="225"/>
                    <a:pt x="150" y="374"/>
                  </a:cubicBezTo>
                  <a:cubicBezTo>
                    <a:pt x="299" y="299"/>
                    <a:pt x="449" y="225"/>
                    <a:pt x="598" y="225"/>
                  </a:cubicBezTo>
                  <a:lnTo>
                    <a:pt x="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6"/>
            <p:cNvSpPr/>
            <p:nvPr/>
          </p:nvSpPr>
          <p:spPr>
            <a:xfrm>
              <a:off x="5887374" y="1105666"/>
              <a:ext cx="33868" cy="72172"/>
            </a:xfrm>
            <a:custGeom>
              <a:avLst/>
              <a:gdLst/>
              <a:ahLst/>
              <a:cxnLst/>
              <a:rect l="l" t="t" r="r" b="b"/>
              <a:pathLst>
                <a:path w="1122" h="2391" extrusionOk="0">
                  <a:moveTo>
                    <a:pt x="1" y="0"/>
                  </a:moveTo>
                  <a:lnTo>
                    <a:pt x="1" y="0"/>
                  </a:lnTo>
                  <a:cubicBezTo>
                    <a:pt x="300" y="822"/>
                    <a:pt x="598" y="1643"/>
                    <a:pt x="1046" y="2390"/>
                  </a:cubicBezTo>
                  <a:lnTo>
                    <a:pt x="1121" y="2390"/>
                  </a:lnTo>
                  <a:cubicBezTo>
                    <a:pt x="748" y="1643"/>
                    <a:pt x="374" y="822"/>
                    <a:pt x="1" y="0"/>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6"/>
            <p:cNvSpPr/>
            <p:nvPr/>
          </p:nvSpPr>
          <p:spPr>
            <a:xfrm>
              <a:off x="3245281" y="762983"/>
              <a:ext cx="11289" cy="6792"/>
            </a:xfrm>
            <a:custGeom>
              <a:avLst/>
              <a:gdLst/>
              <a:ahLst/>
              <a:cxnLst/>
              <a:rect l="l" t="t" r="r" b="b"/>
              <a:pathLst>
                <a:path w="374" h="225" extrusionOk="0">
                  <a:moveTo>
                    <a:pt x="374" y="1"/>
                  </a:moveTo>
                  <a:lnTo>
                    <a:pt x="0" y="150"/>
                  </a:lnTo>
                  <a:lnTo>
                    <a:pt x="75" y="225"/>
                  </a:lnTo>
                  <a:lnTo>
                    <a:pt x="224" y="225"/>
                  </a:lnTo>
                  <a:lnTo>
                    <a:pt x="37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6"/>
            <p:cNvSpPr/>
            <p:nvPr/>
          </p:nvSpPr>
          <p:spPr>
            <a:xfrm>
              <a:off x="3267829" y="557851"/>
              <a:ext cx="42863" cy="15817"/>
            </a:xfrm>
            <a:custGeom>
              <a:avLst/>
              <a:gdLst/>
              <a:ahLst/>
              <a:cxnLst/>
              <a:rect l="l" t="t" r="r" b="b"/>
              <a:pathLst>
                <a:path w="1420" h="524" extrusionOk="0">
                  <a:moveTo>
                    <a:pt x="1419" y="0"/>
                  </a:moveTo>
                  <a:lnTo>
                    <a:pt x="1419" y="0"/>
                  </a:lnTo>
                  <a:cubicBezTo>
                    <a:pt x="1046" y="150"/>
                    <a:pt x="598" y="224"/>
                    <a:pt x="150" y="374"/>
                  </a:cubicBezTo>
                  <a:cubicBezTo>
                    <a:pt x="75" y="374"/>
                    <a:pt x="75" y="374"/>
                    <a:pt x="0" y="448"/>
                  </a:cubicBezTo>
                  <a:cubicBezTo>
                    <a:pt x="66" y="427"/>
                    <a:pt x="138" y="418"/>
                    <a:pt x="213" y="418"/>
                  </a:cubicBezTo>
                  <a:cubicBezTo>
                    <a:pt x="393" y="418"/>
                    <a:pt x="589" y="470"/>
                    <a:pt x="747" y="523"/>
                  </a:cubicBezTo>
                  <a:cubicBezTo>
                    <a:pt x="971" y="374"/>
                    <a:pt x="1195" y="150"/>
                    <a:pt x="141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6"/>
            <p:cNvSpPr/>
            <p:nvPr/>
          </p:nvSpPr>
          <p:spPr>
            <a:xfrm>
              <a:off x="4027538" y="3556118"/>
              <a:ext cx="207431" cy="155604"/>
            </a:xfrm>
            <a:custGeom>
              <a:avLst/>
              <a:gdLst/>
              <a:ahLst/>
              <a:cxnLst/>
              <a:rect l="l" t="t" r="r" b="b"/>
              <a:pathLst>
                <a:path w="6872" h="5155" extrusionOk="0">
                  <a:moveTo>
                    <a:pt x="6872" y="1"/>
                  </a:moveTo>
                  <a:lnTo>
                    <a:pt x="6872" y="1"/>
                  </a:lnTo>
                  <a:cubicBezTo>
                    <a:pt x="6202" y="326"/>
                    <a:pt x="5547" y="681"/>
                    <a:pt x="4912" y="1065"/>
                  </a:cubicBezTo>
                  <a:lnTo>
                    <a:pt x="4912" y="1065"/>
                  </a:lnTo>
                  <a:cubicBezTo>
                    <a:pt x="5080" y="990"/>
                    <a:pt x="5266" y="934"/>
                    <a:pt x="5453" y="897"/>
                  </a:cubicBezTo>
                  <a:cubicBezTo>
                    <a:pt x="5975" y="598"/>
                    <a:pt x="6424" y="300"/>
                    <a:pt x="6872" y="1"/>
                  </a:cubicBezTo>
                  <a:close/>
                  <a:moveTo>
                    <a:pt x="4912" y="1065"/>
                  </a:moveTo>
                  <a:lnTo>
                    <a:pt x="4912" y="1065"/>
                  </a:lnTo>
                  <a:cubicBezTo>
                    <a:pt x="4765" y="1130"/>
                    <a:pt x="4633" y="1209"/>
                    <a:pt x="4527" y="1303"/>
                  </a:cubicBezTo>
                  <a:lnTo>
                    <a:pt x="4527" y="1303"/>
                  </a:lnTo>
                  <a:cubicBezTo>
                    <a:pt x="4654" y="1222"/>
                    <a:pt x="4783" y="1143"/>
                    <a:pt x="4912" y="1065"/>
                  </a:cubicBezTo>
                  <a:close/>
                  <a:moveTo>
                    <a:pt x="4527" y="1303"/>
                  </a:moveTo>
                  <a:cubicBezTo>
                    <a:pt x="2834" y="2372"/>
                    <a:pt x="1292" y="3656"/>
                    <a:pt x="1" y="5154"/>
                  </a:cubicBezTo>
                  <a:lnTo>
                    <a:pt x="225" y="5005"/>
                  </a:lnTo>
                  <a:cubicBezTo>
                    <a:pt x="971" y="4333"/>
                    <a:pt x="1718" y="3660"/>
                    <a:pt x="2465" y="3063"/>
                  </a:cubicBezTo>
                  <a:cubicBezTo>
                    <a:pt x="3137" y="2391"/>
                    <a:pt x="3735" y="1868"/>
                    <a:pt x="4482" y="1345"/>
                  </a:cubicBezTo>
                  <a:cubicBezTo>
                    <a:pt x="4496" y="1331"/>
                    <a:pt x="4511" y="1317"/>
                    <a:pt x="4527" y="1303"/>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6"/>
            <p:cNvSpPr/>
            <p:nvPr/>
          </p:nvSpPr>
          <p:spPr>
            <a:xfrm>
              <a:off x="4494187" y="4466869"/>
              <a:ext cx="126294" cy="24842"/>
            </a:xfrm>
            <a:custGeom>
              <a:avLst/>
              <a:gdLst/>
              <a:ahLst/>
              <a:cxnLst/>
              <a:rect l="l" t="t" r="r" b="b"/>
              <a:pathLst>
                <a:path w="4184" h="823" extrusionOk="0">
                  <a:moveTo>
                    <a:pt x="4183" y="1"/>
                  </a:moveTo>
                  <a:lnTo>
                    <a:pt x="4183" y="1"/>
                  </a:lnTo>
                  <a:cubicBezTo>
                    <a:pt x="2839" y="300"/>
                    <a:pt x="1420" y="598"/>
                    <a:pt x="75" y="748"/>
                  </a:cubicBezTo>
                  <a:lnTo>
                    <a:pt x="1" y="823"/>
                  </a:lnTo>
                  <a:cubicBezTo>
                    <a:pt x="1196" y="748"/>
                    <a:pt x="2316" y="673"/>
                    <a:pt x="3511" y="524"/>
                  </a:cubicBezTo>
                  <a:lnTo>
                    <a:pt x="4183"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6"/>
            <p:cNvSpPr/>
            <p:nvPr/>
          </p:nvSpPr>
          <p:spPr>
            <a:xfrm>
              <a:off x="2807941" y="591657"/>
              <a:ext cx="360741" cy="157837"/>
            </a:xfrm>
            <a:custGeom>
              <a:avLst/>
              <a:gdLst/>
              <a:ahLst/>
              <a:cxnLst/>
              <a:rect l="l" t="t" r="r" b="b"/>
              <a:pathLst>
                <a:path w="11951" h="5229" extrusionOk="0">
                  <a:moveTo>
                    <a:pt x="11801" y="1"/>
                  </a:moveTo>
                  <a:cubicBezTo>
                    <a:pt x="11308" y="115"/>
                    <a:pt x="10805" y="230"/>
                    <a:pt x="10296" y="350"/>
                  </a:cubicBezTo>
                  <a:lnTo>
                    <a:pt x="10296" y="350"/>
                  </a:lnTo>
                  <a:cubicBezTo>
                    <a:pt x="10844" y="230"/>
                    <a:pt x="11396" y="115"/>
                    <a:pt x="11950" y="1"/>
                  </a:cubicBezTo>
                  <a:close/>
                  <a:moveTo>
                    <a:pt x="10296" y="350"/>
                  </a:moveTo>
                  <a:cubicBezTo>
                    <a:pt x="6197" y="1248"/>
                    <a:pt x="2372" y="2395"/>
                    <a:pt x="0" y="5229"/>
                  </a:cubicBezTo>
                  <a:lnTo>
                    <a:pt x="224" y="5154"/>
                  </a:lnTo>
                  <a:cubicBezTo>
                    <a:pt x="2398" y="2387"/>
                    <a:pt x="6491" y="1247"/>
                    <a:pt x="10296" y="35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6"/>
            <p:cNvSpPr/>
            <p:nvPr/>
          </p:nvSpPr>
          <p:spPr>
            <a:xfrm>
              <a:off x="3680358" y="2873047"/>
              <a:ext cx="151076" cy="385553"/>
            </a:xfrm>
            <a:custGeom>
              <a:avLst/>
              <a:gdLst/>
              <a:ahLst/>
              <a:cxnLst/>
              <a:rect l="l" t="t" r="r" b="b"/>
              <a:pathLst>
                <a:path w="5005" h="12773" extrusionOk="0">
                  <a:moveTo>
                    <a:pt x="300" y="1"/>
                  </a:moveTo>
                  <a:lnTo>
                    <a:pt x="300" y="1"/>
                  </a:lnTo>
                  <a:cubicBezTo>
                    <a:pt x="374" y="300"/>
                    <a:pt x="374" y="598"/>
                    <a:pt x="374" y="822"/>
                  </a:cubicBezTo>
                  <a:cubicBezTo>
                    <a:pt x="225" y="2540"/>
                    <a:pt x="76" y="4333"/>
                    <a:pt x="1" y="5976"/>
                  </a:cubicBezTo>
                  <a:cubicBezTo>
                    <a:pt x="225" y="6275"/>
                    <a:pt x="374" y="6573"/>
                    <a:pt x="524" y="6872"/>
                  </a:cubicBezTo>
                  <a:cubicBezTo>
                    <a:pt x="524" y="6947"/>
                    <a:pt x="524" y="6947"/>
                    <a:pt x="524" y="7021"/>
                  </a:cubicBezTo>
                  <a:cubicBezTo>
                    <a:pt x="655" y="6989"/>
                    <a:pt x="789" y="6974"/>
                    <a:pt x="910" y="6974"/>
                  </a:cubicBezTo>
                  <a:cubicBezTo>
                    <a:pt x="1340" y="6974"/>
                    <a:pt x="1597" y="7162"/>
                    <a:pt x="897" y="7395"/>
                  </a:cubicBezTo>
                  <a:lnTo>
                    <a:pt x="673" y="7470"/>
                  </a:lnTo>
                  <a:cubicBezTo>
                    <a:pt x="1196" y="9187"/>
                    <a:pt x="1495" y="10980"/>
                    <a:pt x="1495" y="12772"/>
                  </a:cubicBezTo>
                  <a:cubicBezTo>
                    <a:pt x="1719" y="11129"/>
                    <a:pt x="1719" y="9337"/>
                    <a:pt x="2540" y="7918"/>
                  </a:cubicBezTo>
                  <a:cubicBezTo>
                    <a:pt x="3212" y="6723"/>
                    <a:pt x="3959" y="6275"/>
                    <a:pt x="4258" y="4856"/>
                  </a:cubicBezTo>
                  <a:cubicBezTo>
                    <a:pt x="5005" y="1868"/>
                    <a:pt x="2764" y="822"/>
                    <a:pt x="30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6"/>
            <p:cNvSpPr/>
            <p:nvPr/>
          </p:nvSpPr>
          <p:spPr>
            <a:xfrm>
              <a:off x="4352170" y="1396461"/>
              <a:ext cx="40599" cy="6792"/>
            </a:xfrm>
            <a:custGeom>
              <a:avLst/>
              <a:gdLst/>
              <a:ahLst/>
              <a:cxnLst/>
              <a:rect l="l" t="t" r="r" b="b"/>
              <a:pathLst>
                <a:path w="1345" h="225" extrusionOk="0">
                  <a:moveTo>
                    <a:pt x="1345" y="1"/>
                  </a:moveTo>
                  <a:lnTo>
                    <a:pt x="1345" y="1"/>
                  </a:lnTo>
                  <a:cubicBezTo>
                    <a:pt x="897" y="75"/>
                    <a:pt x="448" y="150"/>
                    <a:pt x="0" y="225"/>
                  </a:cubicBezTo>
                  <a:lnTo>
                    <a:pt x="971" y="225"/>
                  </a:lnTo>
                  <a:cubicBezTo>
                    <a:pt x="1121" y="150"/>
                    <a:pt x="1195" y="75"/>
                    <a:pt x="1345"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6"/>
            <p:cNvSpPr/>
            <p:nvPr/>
          </p:nvSpPr>
          <p:spPr>
            <a:xfrm>
              <a:off x="5371131" y="2936193"/>
              <a:ext cx="24842" cy="24812"/>
            </a:xfrm>
            <a:custGeom>
              <a:avLst/>
              <a:gdLst/>
              <a:ahLst/>
              <a:cxnLst/>
              <a:rect l="l" t="t" r="r" b="b"/>
              <a:pathLst>
                <a:path w="823" h="822" extrusionOk="0">
                  <a:moveTo>
                    <a:pt x="822" y="0"/>
                  </a:moveTo>
                  <a:lnTo>
                    <a:pt x="822" y="0"/>
                  </a:lnTo>
                  <a:cubicBezTo>
                    <a:pt x="523" y="224"/>
                    <a:pt x="225" y="523"/>
                    <a:pt x="1" y="822"/>
                  </a:cubicBezTo>
                  <a:lnTo>
                    <a:pt x="523" y="822"/>
                  </a:lnTo>
                  <a:cubicBezTo>
                    <a:pt x="598" y="523"/>
                    <a:pt x="747" y="224"/>
                    <a:pt x="82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6"/>
            <p:cNvSpPr/>
            <p:nvPr/>
          </p:nvSpPr>
          <p:spPr>
            <a:xfrm>
              <a:off x="6160149" y="1874400"/>
              <a:ext cx="4558" cy="6792"/>
            </a:xfrm>
            <a:custGeom>
              <a:avLst/>
              <a:gdLst/>
              <a:ahLst/>
              <a:cxnLst/>
              <a:rect l="l" t="t" r="r" b="b"/>
              <a:pathLst>
                <a:path w="151" h="225" extrusionOk="0">
                  <a:moveTo>
                    <a:pt x="150" y="0"/>
                  </a:moveTo>
                  <a:cubicBezTo>
                    <a:pt x="150" y="75"/>
                    <a:pt x="76" y="149"/>
                    <a:pt x="1" y="224"/>
                  </a:cubicBezTo>
                  <a:lnTo>
                    <a:pt x="1" y="224"/>
                  </a:lnTo>
                  <a:cubicBezTo>
                    <a:pt x="76" y="149"/>
                    <a:pt x="150" y="75"/>
                    <a:pt x="150" y="0"/>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6"/>
            <p:cNvSpPr/>
            <p:nvPr/>
          </p:nvSpPr>
          <p:spPr>
            <a:xfrm>
              <a:off x="2981531" y="3526809"/>
              <a:ext cx="290832" cy="523076"/>
            </a:xfrm>
            <a:custGeom>
              <a:avLst/>
              <a:gdLst/>
              <a:ahLst/>
              <a:cxnLst/>
              <a:rect l="l" t="t" r="r" b="b"/>
              <a:pathLst>
                <a:path w="9635" h="17329" extrusionOk="0">
                  <a:moveTo>
                    <a:pt x="149" y="1"/>
                  </a:moveTo>
                  <a:lnTo>
                    <a:pt x="0" y="76"/>
                  </a:lnTo>
                  <a:cubicBezTo>
                    <a:pt x="299" y="524"/>
                    <a:pt x="448" y="1121"/>
                    <a:pt x="373" y="1719"/>
                  </a:cubicBezTo>
                  <a:cubicBezTo>
                    <a:pt x="0" y="3885"/>
                    <a:pt x="299" y="6050"/>
                    <a:pt x="1120" y="8067"/>
                  </a:cubicBezTo>
                  <a:cubicBezTo>
                    <a:pt x="1419" y="8067"/>
                    <a:pt x="1643" y="8291"/>
                    <a:pt x="1270" y="8515"/>
                  </a:cubicBezTo>
                  <a:cubicBezTo>
                    <a:pt x="1344" y="8590"/>
                    <a:pt x="1419" y="8739"/>
                    <a:pt x="1494" y="8889"/>
                  </a:cubicBezTo>
                  <a:cubicBezTo>
                    <a:pt x="2390" y="10681"/>
                    <a:pt x="4033" y="11801"/>
                    <a:pt x="4929" y="13444"/>
                  </a:cubicBezTo>
                  <a:cubicBezTo>
                    <a:pt x="5228" y="13893"/>
                    <a:pt x="5377" y="14341"/>
                    <a:pt x="5452" y="14863"/>
                  </a:cubicBezTo>
                  <a:cubicBezTo>
                    <a:pt x="5826" y="14863"/>
                    <a:pt x="6050" y="15013"/>
                    <a:pt x="5676" y="15237"/>
                  </a:cubicBezTo>
                  <a:lnTo>
                    <a:pt x="5527" y="15386"/>
                  </a:lnTo>
                  <a:cubicBezTo>
                    <a:pt x="5527" y="15909"/>
                    <a:pt x="5452" y="16432"/>
                    <a:pt x="5303" y="16955"/>
                  </a:cubicBezTo>
                  <a:lnTo>
                    <a:pt x="5676" y="17328"/>
                  </a:lnTo>
                  <a:cubicBezTo>
                    <a:pt x="5751" y="17179"/>
                    <a:pt x="5900" y="17029"/>
                    <a:pt x="6050" y="16880"/>
                  </a:cubicBezTo>
                  <a:cubicBezTo>
                    <a:pt x="7767" y="14938"/>
                    <a:pt x="8813" y="12548"/>
                    <a:pt x="9112" y="9934"/>
                  </a:cubicBezTo>
                  <a:cubicBezTo>
                    <a:pt x="9635" y="4258"/>
                    <a:pt x="5153" y="897"/>
                    <a:pt x="1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6"/>
            <p:cNvSpPr/>
            <p:nvPr/>
          </p:nvSpPr>
          <p:spPr>
            <a:xfrm>
              <a:off x="2309719" y="-262196"/>
              <a:ext cx="4468255" cy="5254484"/>
            </a:xfrm>
            <a:custGeom>
              <a:avLst/>
              <a:gdLst/>
              <a:ahLst/>
              <a:cxnLst/>
              <a:rect l="l" t="t" r="r" b="b"/>
              <a:pathLst>
                <a:path w="148029" h="174076" extrusionOk="0">
                  <a:moveTo>
                    <a:pt x="41761" y="7198"/>
                  </a:moveTo>
                  <a:cubicBezTo>
                    <a:pt x="42051" y="7198"/>
                    <a:pt x="42219" y="7289"/>
                    <a:pt x="41825" y="7526"/>
                  </a:cubicBezTo>
                  <a:cubicBezTo>
                    <a:pt x="39808" y="8646"/>
                    <a:pt x="38016" y="9916"/>
                    <a:pt x="36447" y="11484"/>
                  </a:cubicBezTo>
                  <a:cubicBezTo>
                    <a:pt x="36313" y="11619"/>
                    <a:pt x="35802" y="11726"/>
                    <a:pt x="35480" y="11726"/>
                  </a:cubicBezTo>
                  <a:cubicBezTo>
                    <a:pt x="35264" y="11726"/>
                    <a:pt x="35133" y="11678"/>
                    <a:pt x="35252" y="11559"/>
                  </a:cubicBezTo>
                  <a:cubicBezTo>
                    <a:pt x="36970" y="9916"/>
                    <a:pt x="38912" y="8497"/>
                    <a:pt x="41003" y="7377"/>
                  </a:cubicBezTo>
                  <a:cubicBezTo>
                    <a:pt x="41144" y="7271"/>
                    <a:pt x="41501" y="7198"/>
                    <a:pt x="41761" y="7198"/>
                  </a:cubicBezTo>
                  <a:close/>
                  <a:moveTo>
                    <a:pt x="71976" y="6197"/>
                  </a:moveTo>
                  <a:cubicBezTo>
                    <a:pt x="72921" y="6197"/>
                    <a:pt x="73176" y="6935"/>
                    <a:pt x="72596" y="7451"/>
                  </a:cubicBezTo>
                  <a:cubicBezTo>
                    <a:pt x="72894" y="7526"/>
                    <a:pt x="73268" y="7750"/>
                    <a:pt x="73492" y="8049"/>
                  </a:cubicBezTo>
                  <a:cubicBezTo>
                    <a:pt x="73604" y="8017"/>
                    <a:pt x="73732" y="8002"/>
                    <a:pt x="73859" y="8002"/>
                  </a:cubicBezTo>
                  <a:cubicBezTo>
                    <a:pt x="74326" y="8002"/>
                    <a:pt x="74767" y="8203"/>
                    <a:pt x="74239" y="8497"/>
                  </a:cubicBezTo>
                  <a:lnTo>
                    <a:pt x="73865" y="8721"/>
                  </a:lnTo>
                  <a:cubicBezTo>
                    <a:pt x="73865" y="8721"/>
                    <a:pt x="73940" y="8796"/>
                    <a:pt x="73940" y="8870"/>
                  </a:cubicBezTo>
                  <a:cubicBezTo>
                    <a:pt x="74313" y="9393"/>
                    <a:pt x="74463" y="10065"/>
                    <a:pt x="74313" y="10737"/>
                  </a:cubicBezTo>
                  <a:cubicBezTo>
                    <a:pt x="74687" y="10812"/>
                    <a:pt x="74911" y="11036"/>
                    <a:pt x="74538" y="11335"/>
                  </a:cubicBezTo>
                  <a:cubicBezTo>
                    <a:pt x="74538" y="11335"/>
                    <a:pt x="74612" y="11410"/>
                    <a:pt x="74687" y="11410"/>
                  </a:cubicBezTo>
                  <a:cubicBezTo>
                    <a:pt x="75060" y="11559"/>
                    <a:pt x="75434" y="11708"/>
                    <a:pt x="75807" y="11783"/>
                  </a:cubicBezTo>
                  <a:cubicBezTo>
                    <a:pt x="76853" y="12082"/>
                    <a:pt x="77898" y="12231"/>
                    <a:pt x="78944" y="12530"/>
                  </a:cubicBezTo>
                  <a:cubicBezTo>
                    <a:pt x="79541" y="12754"/>
                    <a:pt x="80064" y="13127"/>
                    <a:pt x="80363" y="13725"/>
                  </a:cubicBezTo>
                  <a:cubicBezTo>
                    <a:pt x="80580" y="13663"/>
                    <a:pt x="80822" y="13627"/>
                    <a:pt x="80999" y="13627"/>
                  </a:cubicBezTo>
                  <a:cubicBezTo>
                    <a:pt x="81250" y="13627"/>
                    <a:pt x="81372" y="13699"/>
                    <a:pt x="81110" y="13874"/>
                  </a:cubicBezTo>
                  <a:cubicBezTo>
                    <a:pt x="80961" y="14024"/>
                    <a:pt x="80736" y="14098"/>
                    <a:pt x="80587" y="14248"/>
                  </a:cubicBezTo>
                  <a:cubicBezTo>
                    <a:pt x="80662" y="14696"/>
                    <a:pt x="80587" y="15219"/>
                    <a:pt x="80438" y="15667"/>
                  </a:cubicBezTo>
                  <a:cubicBezTo>
                    <a:pt x="80736" y="15592"/>
                    <a:pt x="81110" y="15517"/>
                    <a:pt x="81409" y="15443"/>
                  </a:cubicBezTo>
                  <a:cubicBezTo>
                    <a:pt x="86263" y="14173"/>
                    <a:pt x="84321" y="10289"/>
                    <a:pt x="80288" y="9244"/>
                  </a:cubicBezTo>
                  <a:cubicBezTo>
                    <a:pt x="78496" y="8945"/>
                    <a:pt x="76703" y="8497"/>
                    <a:pt x="75060" y="7825"/>
                  </a:cubicBezTo>
                  <a:cubicBezTo>
                    <a:pt x="73957" y="7305"/>
                    <a:pt x="75731" y="6335"/>
                    <a:pt x="76753" y="6335"/>
                  </a:cubicBezTo>
                  <a:cubicBezTo>
                    <a:pt x="76907" y="6335"/>
                    <a:pt x="77044" y="6357"/>
                    <a:pt x="77152" y="6406"/>
                  </a:cubicBezTo>
                  <a:cubicBezTo>
                    <a:pt x="80064" y="7825"/>
                    <a:pt x="89549" y="8347"/>
                    <a:pt x="87384" y="14472"/>
                  </a:cubicBezTo>
                  <a:cubicBezTo>
                    <a:pt x="86189" y="17907"/>
                    <a:pt x="79093" y="17310"/>
                    <a:pt x="76405" y="17459"/>
                  </a:cubicBezTo>
                  <a:cubicBezTo>
                    <a:pt x="75137" y="17532"/>
                    <a:pt x="73553" y="17674"/>
                    <a:pt x="71926" y="17674"/>
                  </a:cubicBezTo>
                  <a:cubicBezTo>
                    <a:pt x="70197" y="17674"/>
                    <a:pt x="68420" y="17513"/>
                    <a:pt x="66920" y="16936"/>
                  </a:cubicBezTo>
                  <a:cubicBezTo>
                    <a:pt x="66621" y="16936"/>
                    <a:pt x="66397" y="16862"/>
                    <a:pt x="66397" y="16712"/>
                  </a:cubicBezTo>
                  <a:cubicBezTo>
                    <a:pt x="65426" y="16189"/>
                    <a:pt x="64604" y="15443"/>
                    <a:pt x="64081" y="14472"/>
                  </a:cubicBezTo>
                  <a:cubicBezTo>
                    <a:pt x="61766" y="9766"/>
                    <a:pt x="68114" y="7227"/>
                    <a:pt x="71475" y="6256"/>
                  </a:cubicBezTo>
                  <a:cubicBezTo>
                    <a:pt x="71659" y="6215"/>
                    <a:pt x="71826" y="6197"/>
                    <a:pt x="71976" y="6197"/>
                  </a:cubicBezTo>
                  <a:close/>
                  <a:moveTo>
                    <a:pt x="90419" y="22291"/>
                  </a:moveTo>
                  <a:cubicBezTo>
                    <a:pt x="91592" y="22291"/>
                    <a:pt x="92714" y="22551"/>
                    <a:pt x="93657" y="23285"/>
                  </a:cubicBezTo>
                  <a:cubicBezTo>
                    <a:pt x="95450" y="24629"/>
                    <a:pt x="95748" y="27094"/>
                    <a:pt x="97392" y="28587"/>
                  </a:cubicBezTo>
                  <a:cubicBezTo>
                    <a:pt x="99109" y="30081"/>
                    <a:pt x="101275" y="30903"/>
                    <a:pt x="102769" y="32770"/>
                  </a:cubicBezTo>
                  <a:cubicBezTo>
                    <a:pt x="106751" y="37476"/>
                    <a:pt x="105048" y="43094"/>
                    <a:pt x="98954" y="43094"/>
                  </a:cubicBezTo>
                  <a:cubicBezTo>
                    <a:pt x="98761" y="43094"/>
                    <a:pt x="98564" y="43088"/>
                    <a:pt x="98362" y="43076"/>
                  </a:cubicBezTo>
                  <a:cubicBezTo>
                    <a:pt x="96346" y="42927"/>
                    <a:pt x="94553" y="42554"/>
                    <a:pt x="92686" y="42404"/>
                  </a:cubicBezTo>
                  <a:cubicBezTo>
                    <a:pt x="89774" y="42703"/>
                    <a:pt x="87085" y="43749"/>
                    <a:pt x="84023" y="44421"/>
                  </a:cubicBezTo>
                  <a:cubicBezTo>
                    <a:pt x="83475" y="44570"/>
                    <a:pt x="82911" y="44645"/>
                    <a:pt x="82346" y="44645"/>
                  </a:cubicBezTo>
                  <a:cubicBezTo>
                    <a:pt x="81218" y="44645"/>
                    <a:pt x="80089" y="44346"/>
                    <a:pt x="79093" y="43749"/>
                  </a:cubicBezTo>
                  <a:cubicBezTo>
                    <a:pt x="77600" y="43525"/>
                    <a:pt x="76330" y="42554"/>
                    <a:pt x="75583" y="41284"/>
                  </a:cubicBezTo>
                  <a:cubicBezTo>
                    <a:pt x="74986" y="40014"/>
                    <a:pt x="74986" y="38595"/>
                    <a:pt x="75508" y="37326"/>
                  </a:cubicBezTo>
                  <a:cubicBezTo>
                    <a:pt x="76330" y="35160"/>
                    <a:pt x="77002" y="32919"/>
                    <a:pt x="77525" y="30679"/>
                  </a:cubicBezTo>
                  <a:cubicBezTo>
                    <a:pt x="78122" y="27168"/>
                    <a:pt x="80587" y="25376"/>
                    <a:pt x="83500" y="23583"/>
                  </a:cubicBezTo>
                  <a:cubicBezTo>
                    <a:pt x="83799" y="23285"/>
                    <a:pt x="84172" y="23061"/>
                    <a:pt x="84620" y="22986"/>
                  </a:cubicBezTo>
                  <a:cubicBezTo>
                    <a:pt x="84919" y="22874"/>
                    <a:pt x="85218" y="22818"/>
                    <a:pt x="85516" y="22818"/>
                  </a:cubicBezTo>
                  <a:cubicBezTo>
                    <a:pt x="85815" y="22818"/>
                    <a:pt x="86114" y="22874"/>
                    <a:pt x="86413" y="22986"/>
                  </a:cubicBezTo>
                  <a:cubicBezTo>
                    <a:pt x="87685" y="22628"/>
                    <a:pt x="89084" y="22291"/>
                    <a:pt x="90419" y="22291"/>
                  </a:cubicBezTo>
                  <a:close/>
                  <a:moveTo>
                    <a:pt x="54917" y="19173"/>
                  </a:moveTo>
                  <a:cubicBezTo>
                    <a:pt x="55854" y="19173"/>
                    <a:pt x="56793" y="19224"/>
                    <a:pt x="57733" y="19326"/>
                  </a:cubicBezTo>
                  <a:cubicBezTo>
                    <a:pt x="60198" y="19625"/>
                    <a:pt x="64604" y="20297"/>
                    <a:pt x="66173" y="22538"/>
                  </a:cubicBezTo>
                  <a:cubicBezTo>
                    <a:pt x="67592" y="24629"/>
                    <a:pt x="67218" y="28363"/>
                    <a:pt x="67069" y="30753"/>
                  </a:cubicBezTo>
                  <a:cubicBezTo>
                    <a:pt x="66920" y="35981"/>
                    <a:pt x="65351" y="41508"/>
                    <a:pt x="60347" y="44047"/>
                  </a:cubicBezTo>
                  <a:cubicBezTo>
                    <a:pt x="58555" y="44794"/>
                    <a:pt x="56687" y="45317"/>
                    <a:pt x="54746" y="45616"/>
                  </a:cubicBezTo>
                  <a:cubicBezTo>
                    <a:pt x="50040" y="46587"/>
                    <a:pt x="46904" y="48678"/>
                    <a:pt x="42646" y="50097"/>
                  </a:cubicBezTo>
                  <a:cubicBezTo>
                    <a:pt x="42198" y="50246"/>
                    <a:pt x="41750" y="50321"/>
                    <a:pt x="41302" y="50470"/>
                  </a:cubicBezTo>
                  <a:cubicBezTo>
                    <a:pt x="40821" y="51047"/>
                    <a:pt x="40124" y="51346"/>
                    <a:pt x="39409" y="51346"/>
                  </a:cubicBezTo>
                  <a:cubicBezTo>
                    <a:pt x="39014" y="51346"/>
                    <a:pt x="38613" y="51254"/>
                    <a:pt x="38240" y="51068"/>
                  </a:cubicBezTo>
                  <a:cubicBezTo>
                    <a:pt x="37325" y="51143"/>
                    <a:pt x="36410" y="51180"/>
                    <a:pt x="35496" y="51180"/>
                  </a:cubicBezTo>
                  <a:cubicBezTo>
                    <a:pt x="32755" y="51180"/>
                    <a:pt x="30024" y="50844"/>
                    <a:pt x="27336" y="50172"/>
                  </a:cubicBezTo>
                  <a:cubicBezTo>
                    <a:pt x="22780" y="49126"/>
                    <a:pt x="17104" y="47632"/>
                    <a:pt x="13892" y="43823"/>
                  </a:cubicBezTo>
                  <a:cubicBezTo>
                    <a:pt x="13519" y="43823"/>
                    <a:pt x="13220" y="43674"/>
                    <a:pt x="13593" y="43450"/>
                  </a:cubicBezTo>
                  <a:cubicBezTo>
                    <a:pt x="13519" y="43450"/>
                    <a:pt x="13519" y="43375"/>
                    <a:pt x="13519" y="43301"/>
                  </a:cubicBezTo>
                  <a:cubicBezTo>
                    <a:pt x="10307" y="39043"/>
                    <a:pt x="12697" y="33965"/>
                    <a:pt x="16730" y="31351"/>
                  </a:cubicBezTo>
                  <a:cubicBezTo>
                    <a:pt x="20838" y="28662"/>
                    <a:pt x="25767" y="28513"/>
                    <a:pt x="30398" y="27467"/>
                  </a:cubicBezTo>
                  <a:lnTo>
                    <a:pt x="31219" y="27094"/>
                  </a:lnTo>
                  <a:lnTo>
                    <a:pt x="31892" y="27094"/>
                  </a:lnTo>
                  <a:cubicBezTo>
                    <a:pt x="33535" y="26646"/>
                    <a:pt x="35178" y="25973"/>
                    <a:pt x="36597" y="25002"/>
                  </a:cubicBezTo>
                  <a:cubicBezTo>
                    <a:pt x="37045" y="24629"/>
                    <a:pt x="37493" y="24256"/>
                    <a:pt x="37941" y="23957"/>
                  </a:cubicBezTo>
                  <a:cubicBezTo>
                    <a:pt x="38309" y="23701"/>
                    <a:pt x="38700" y="23589"/>
                    <a:pt x="39083" y="23589"/>
                  </a:cubicBezTo>
                  <a:cubicBezTo>
                    <a:pt x="40491" y="23589"/>
                    <a:pt x="41788" y="25103"/>
                    <a:pt x="41377" y="26571"/>
                  </a:cubicBezTo>
                  <a:lnTo>
                    <a:pt x="40481" y="29409"/>
                  </a:lnTo>
                  <a:cubicBezTo>
                    <a:pt x="40779" y="29558"/>
                    <a:pt x="40854" y="29932"/>
                    <a:pt x="40331" y="30156"/>
                  </a:cubicBezTo>
                  <a:lnTo>
                    <a:pt x="40256" y="30156"/>
                  </a:lnTo>
                  <a:lnTo>
                    <a:pt x="40107" y="30604"/>
                  </a:lnTo>
                  <a:cubicBezTo>
                    <a:pt x="40107" y="30977"/>
                    <a:pt x="40107" y="31276"/>
                    <a:pt x="39958" y="31650"/>
                  </a:cubicBezTo>
                  <a:lnTo>
                    <a:pt x="38837" y="34786"/>
                  </a:lnTo>
                  <a:cubicBezTo>
                    <a:pt x="38688" y="35160"/>
                    <a:pt x="38389" y="35533"/>
                    <a:pt x="38091" y="35832"/>
                  </a:cubicBezTo>
                  <a:cubicBezTo>
                    <a:pt x="36672" y="39940"/>
                    <a:pt x="37941" y="44570"/>
                    <a:pt x="41302" y="47408"/>
                  </a:cubicBezTo>
                  <a:cubicBezTo>
                    <a:pt x="41825" y="47782"/>
                    <a:pt x="42124" y="48379"/>
                    <a:pt x="42049" y="49051"/>
                  </a:cubicBezTo>
                  <a:cubicBezTo>
                    <a:pt x="43244" y="48678"/>
                    <a:pt x="44364" y="48304"/>
                    <a:pt x="45485" y="47856"/>
                  </a:cubicBezTo>
                  <a:cubicBezTo>
                    <a:pt x="46829" y="47259"/>
                    <a:pt x="48099" y="46437"/>
                    <a:pt x="49443" y="45989"/>
                  </a:cubicBezTo>
                  <a:cubicBezTo>
                    <a:pt x="54073" y="44271"/>
                    <a:pt x="59824" y="44720"/>
                    <a:pt x="62513" y="39940"/>
                  </a:cubicBezTo>
                  <a:cubicBezTo>
                    <a:pt x="64754" y="36056"/>
                    <a:pt x="65127" y="30230"/>
                    <a:pt x="64305" y="25899"/>
                  </a:cubicBezTo>
                  <a:cubicBezTo>
                    <a:pt x="63487" y="21593"/>
                    <a:pt x="58971" y="20192"/>
                    <a:pt x="54334" y="20192"/>
                  </a:cubicBezTo>
                  <a:cubicBezTo>
                    <a:pt x="50927" y="20192"/>
                    <a:pt x="47455" y="20948"/>
                    <a:pt x="45335" y="21866"/>
                  </a:cubicBezTo>
                  <a:cubicBezTo>
                    <a:pt x="45012" y="22009"/>
                    <a:pt x="44258" y="22118"/>
                    <a:pt x="43744" y="22118"/>
                  </a:cubicBezTo>
                  <a:cubicBezTo>
                    <a:pt x="43188" y="22118"/>
                    <a:pt x="42913" y="21991"/>
                    <a:pt x="43767" y="21642"/>
                  </a:cubicBezTo>
                  <a:cubicBezTo>
                    <a:pt x="47307" y="20021"/>
                    <a:pt x="51088" y="19173"/>
                    <a:pt x="54917" y="19173"/>
                  </a:cubicBezTo>
                  <a:close/>
                  <a:moveTo>
                    <a:pt x="122359" y="31092"/>
                  </a:moveTo>
                  <a:cubicBezTo>
                    <a:pt x="123696" y="31092"/>
                    <a:pt x="122902" y="32564"/>
                    <a:pt x="121665" y="32770"/>
                  </a:cubicBezTo>
                  <a:cubicBezTo>
                    <a:pt x="120992" y="32844"/>
                    <a:pt x="120395" y="33143"/>
                    <a:pt x="119872" y="33591"/>
                  </a:cubicBezTo>
                  <a:lnTo>
                    <a:pt x="120470" y="33293"/>
                  </a:lnTo>
                  <a:cubicBezTo>
                    <a:pt x="120843" y="33218"/>
                    <a:pt x="121216" y="33143"/>
                    <a:pt x="121590" y="33143"/>
                  </a:cubicBezTo>
                  <a:cubicBezTo>
                    <a:pt x="121714" y="33093"/>
                    <a:pt x="121839" y="33069"/>
                    <a:pt x="121961" y="33069"/>
                  </a:cubicBezTo>
                  <a:cubicBezTo>
                    <a:pt x="122204" y="33069"/>
                    <a:pt x="122436" y="33168"/>
                    <a:pt x="122636" y="33367"/>
                  </a:cubicBezTo>
                  <a:cubicBezTo>
                    <a:pt x="123756" y="33666"/>
                    <a:pt x="124353" y="34861"/>
                    <a:pt x="123905" y="35981"/>
                  </a:cubicBezTo>
                  <a:cubicBezTo>
                    <a:pt x="123756" y="36355"/>
                    <a:pt x="123606" y="36728"/>
                    <a:pt x="123457" y="37176"/>
                  </a:cubicBezTo>
                  <a:cubicBezTo>
                    <a:pt x="123606" y="37326"/>
                    <a:pt x="123756" y="37475"/>
                    <a:pt x="123905" y="37624"/>
                  </a:cubicBezTo>
                  <a:cubicBezTo>
                    <a:pt x="125175" y="39641"/>
                    <a:pt x="126519" y="42628"/>
                    <a:pt x="128685" y="43749"/>
                  </a:cubicBezTo>
                  <a:cubicBezTo>
                    <a:pt x="129059" y="43973"/>
                    <a:pt x="129507" y="44122"/>
                    <a:pt x="129955" y="44271"/>
                  </a:cubicBezTo>
                  <a:cubicBezTo>
                    <a:pt x="129283" y="43076"/>
                    <a:pt x="128760" y="41807"/>
                    <a:pt x="128386" y="40462"/>
                  </a:cubicBezTo>
                  <a:cubicBezTo>
                    <a:pt x="128189" y="39772"/>
                    <a:pt x="129327" y="39212"/>
                    <a:pt x="130187" y="39212"/>
                  </a:cubicBezTo>
                  <a:cubicBezTo>
                    <a:pt x="130630" y="39212"/>
                    <a:pt x="130999" y="39360"/>
                    <a:pt x="131075" y="39716"/>
                  </a:cubicBezTo>
                  <a:cubicBezTo>
                    <a:pt x="131822" y="41956"/>
                    <a:pt x="132942" y="44047"/>
                    <a:pt x="134361" y="45840"/>
                  </a:cubicBezTo>
                  <a:cubicBezTo>
                    <a:pt x="135258" y="47035"/>
                    <a:pt x="135855" y="47408"/>
                    <a:pt x="135855" y="48902"/>
                  </a:cubicBezTo>
                  <a:cubicBezTo>
                    <a:pt x="135930" y="50470"/>
                    <a:pt x="135033" y="54653"/>
                    <a:pt x="133988" y="55848"/>
                  </a:cubicBezTo>
                  <a:cubicBezTo>
                    <a:pt x="133184" y="56727"/>
                    <a:pt x="131984" y="57057"/>
                    <a:pt x="130649" y="57057"/>
                  </a:cubicBezTo>
                  <a:cubicBezTo>
                    <a:pt x="128011" y="57057"/>
                    <a:pt x="124844" y="55769"/>
                    <a:pt x="123158" y="54877"/>
                  </a:cubicBezTo>
                  <a:cubicBezTo>
                    <a:pt x="121814" y="54130"/>
                    <a:pt x="120544" y="53159"/>
                    <a:pt x="119424" y="51964"/>
                  </a:cubicBezTo>
                  <a:cubicBezTo>
                    <a:pt x="119275" y="51964"/>
                    <a:pt x="119200" y="51889"/>
                    <a:pt x="119275" y="51815"/>
                  </a:cubicBezTo>
                  <a:cubicBezTo>
                    <a:pt x="116437" y="48753"/>
                    <a:pt x="115018" y="44794"/>
                    <a:pt x="115167" y="40687"/>
                  </a:cubicBezTo>
                  <a:cubicBezTo>
                    <a:pt x="115242" y="36131"/>
                    <a:pt x="117183" y="31874"/>
                    <a:pt x="121963" y="31127"/>
                  </a:cubicBezTo>
                  <a:cubicBezTo>
                    <a:pt x="122112" y="31103"/>
                    <a:pt x="122244" y="31092"/>
                    <a:pt x="122359" y="31092"/>
                  </a:cubicBezTo>
                  <a:close/>
                  <a:moveTo>
                    <a:pt x="52132" y="56595"/>
                  </a:moveTo>
                  <a:cubicBezTo>
                    <a:pt x="52356" y="56669"/>
                    <a:pt x="52505" y="56893"/>
                    <a:pt x="52206" y="57043"/>
                  </a:cubicBezTo>
                  <a:lnTo>
                    <a:pt x="48248" y="59881"/>
                  </a:lnTo>
                  <a:cubicBezTo>
                    <a:pt x="48024" y="60049"/>
                    <a:pt x="47758" y="60133"/>
                    <a:pt x="47513" y="60133"/>
                  </a:cubicBezTo>
                  <a:cubicBezTo>
                    <a:pt x="47431" y="60133"/>
                    <a:pt x="47352" y="60124"/>
                    <a:pt x="47277" y="60105"/>
                  </a:cubicBezTo>
                  <a:cubicBezTo>
                    <a:pt x="47053" y="60030"/>
                    <a:pt x="46904" y="59881"/>
                    <a:pt x="47128" y="59657"/>
                  </a:cubicBezTo>
                  <a:lnTo>
                    <a:pt x="51161" y="56893"/>
                  </a:lnTo>
                  <a:cubicBezTo>
                    <a:pt x="51459" y="56669"/>
                    <a:pt x="51758" y="56595"/>
                    <a:pt x="52132" y="56595"/>
                  </a:cubicBezTo>
                  <a:close/>
                  <a:moveTo>
                    <a:pt x="89846" y="52332"/>
                  </a:moveTo>
                  <a:cubicBezTo>
                    <a:pt x="90074" y="52332"/>
                    <a:pt x="90284" y="52379"/>
                    <a:pt x="90446" y="52487"/>
                  </a:cubicBezTo>
                  <a:cubicBezTo>
                    <a:pt x="91641" y="53308"/>
                    <a:pt x="92537" y="54429"/>
                    <a:pt x="93134" y="55698"/>
                  </a:cubicBezTo>
                  <a:cubicBezTo>
                    <a:pt x="94628" y="58686"/>
                    <a:pt x="96495" y="59657"/>
                    <a:pt x="98960" y="61599"/>
                  </a:cubicBezTo>
                  <a:cubicBezTo>
                    <a:pt x="101873" y="63914"/>
                    <a:pt x="103964" y="67051"/>
                    <a:pt x="104935" y="70561"/>
                  </a:cubicBezTo>
                  <a:cubicBezTo>
                    <a:pt x="107026" y="78254"/>
                    <a:pt x="103142" y="85946"/>
                    <a:pt x="96495" y="89905"/>
                  </a:cubicBezTo>
                  <a:cubicBezTo>
                    <a:pt x="96249" y="90045"/>
                    <a:pt x="95937" y="90107"/>
                    <a:pt x="95624" y="90107"/>
                  </a:cubicBezTo>
                  <a:cubicBezTo>
                    <a:pt x="94606" y="90107"/>
                    <a:pt x="93578" y="89452"/>
                    <a:pt x="94778" y="88710"/>
                  </a:cubicBezTo>
                  <a:cubicBezTo>
                    <a:pt x="101873" y="84527"/>
                    <a:pt x="104785" y="75938"/>
                    <a:pt x="101051" y="68395"/>
                  </a:cubicBezTo>
                  <a:cubicBezTo>
                    <a:pt x="100304" y="66827"/>
                    <a:pt x="99333" y="65408"/>
                    <a:pt x="98138" y="64213"/>
                  </a:cubicBezTo>
                  <a:cubicBezTo>
                    <a:pt x="96495" y="62570"/>
                    <a:pt x="94180" y="61823"/>
                    <a:pt x="92612" y="60180"/>
                  </a:cubicBezTo>
                  <a:cubicBezTo>
                    <a:pt x="90819" y="58312"/>
                    <a:pt x="90595" y="55549"/>
                    <a:pt x="88354" y="53981"/>
                  </a:cubicBezTo>
                  <a:cubicBezTo>
                    <a:pt x="87375" y="53307"/>
                    <a:pt x="88805" y="52332"/>
                    <a:pt x="89846" y="52332"/>
                  </a:cubicBezTo>
                  <a:close/>
                  <a:moveTo>
                    <a:pt x="78440" y="52346"/>
                  </a:moveTo>
                  <a:cubicBezTo>
                    <a:pt x="79700" y="52346"/>
                    <a:pt x="79971" y="53959"/>
                    <a:pt x="78496" y="54429"/>
                  </a:cubicBezTo>
                  <a:cubicBezTo>
                    <a:pt x="77301" y="54653"/>
                    <a:pt x="76181" y="54877"/>
                    <a:pt x="75060" y="54952"/>
                  </a:cubicBezTo>
                  <a:cubicBezTo>
                    <a:pt x="77077" y="57043"/>
                    <a:pt x="78795" y="59507"/>
                    <a:pt x="80064" y="62196"/>
                  </a:cubicBezTo>
                  <a:lnTo>
                    <a:pt x="80662" y="61897"/>
                  </a:lnTo>
                  <a:cubicBezTo>
                    <a:pt x="80778" y="61846"/>
                    <a:pt x="80897" y="61823"/>
                    <a:pt x="81010" y="61823"/>
                  </a:cubicBezTo>
                  <a:cubicBezTo>
                    <a:pt x="81546" y="61823"/>
                    <a:pt x="81938" y="62336"/>
                    <a:pt x="81259" y="62644"/>
                  </a:cubicBezTo>
                  <a:lnTo>
                    <a:pt x="80363" y="63018"/>
                  </a:lnTo>
                  <a:cubicBezTo>
                    <a:pt x="81259" y="65632"/>
                    <a:pt x="81185" y="68544"/>
                    <a:pt x="80214" y="71158"/>
                  </a:cubicBezTo>
                  <a:cubicBezTo>
                    <a:pt x="79541" y="72876"/>
                    <a:pt x="78869" y="74594"/>
                    <a:pt x="78272" y="76237"/>
                  </a:cubicBezTo>
                  <a:lnTo>
                    <a:pt x="79467" y="75714"/>
                  </a:lnTo>
                  <a:cubicBezTo>
                    <a:pt x="79604" y="75646"/>
                    <a:pt x="79752" y="75617"/>
                    <a:pt x="79889" y="75617"/>
                  </a:cubicBezTo>
                  <a:cubicBezTo>
                    <a:pt x="80350" y="75617"/>
                    <a:pt x="80681" y="75949"/>
                    <a:pt x="79990" y="76237"/>
                  </a:cubicBezTo>
                  <a:cubicBezTo>
                    <a:pt x="79317" y="76611"/>
                    <a:pt x="78571" y="76909"/>
                    <a:pt x="77898" y="77208"/>
                  </a:cubicBezTo>
                  <a:cubicBezTo>
                    <a:pt x="77152" y="79150"/>
                    <a:pt x="76778" y="81241"/>
                    <a:pt x="76703" y="83332"/>
                  </a:cubicBezTo>
                  <a:cubicBezTo>
                    <a:pt x="76629" y="84677"/>
                    <a:pt x="76778" y="86021"/>
                    <a:pt x="77152" y="87365"/>
                  </a:cubicBezTo>
                  <a:cubicBezTo>
                    <a:pt x="78197" y="90203"/>
                    <a:pt x="79840" y="90129"/>
                    <a:pt x="82454" y="90726"/>
                  </a:cubicBezTo>
                  <a:cubicBezTo>
                    <a:pt x="84396" y="91100"/>
                    <a:pt x="86039" y="92519"/>
                    <a:pt x="86711" y="94460"/>
                  </a:cubicBezTo>
                  <a:cubicBezTo>
                    <a:pt x="86711" y="94460"/>
                    <a:pt x="86786" y="94386"/>
                    <a:pt x="86786" y="94311"/>
                  </a:cubicBezTo>
                  <a:cubicBezTo>
                    <a:pt x="87057" y="93837"/>
                    <a:pt x="87772" y="93594"/>
                    <a:pt x="88404" y="93594"/>
                  </a:cubicBezTo>
                  <a:cubicBezTo>
                    <a:pt x="89167" y="93594"/>
                    <a:pt x="89809" y="93949"/>
                    <a:pt x="89400" y="94685"/>
                  </a:cubicBezTo>
                  <a:cubicBezTo>
                    <a:pt x="88504" y="96178"/>
                    <a:pt x="87384" y="97523"/>
                    <a:pt x="86039" y="98568"/>
                  </a:cubicBezTo>
                  <a:cubicBezTo>
                    <a:pt x="85890" y="98867"/>
                    <a:pt x="85666" y="99166"/>
                    <a:pt x="85442" y="99390"/>
                  </a:cubicBezTo>
                  <a:cubicBezTo>
                    <a:pt x="83799" y="101332"/>
                    <a:pt x="80811" y="102078"/>
                    <a:pt x="77824" y="102228"/>
                  </a:cubicBezTo>
                  <a:cubicBezTo>
                    <a:pt x="76335" y="102504"/>
                    <a:pt x="74790" y="102638"/>
                    <a:pt x="73225" y="102638"/>
                  </a:cubicBezTo>
                  <a:cubicBezTo>
                    <a:pt x="62941" y="102638"/>
                    <a:pt x="51820" y="96840"/>
                    <a:pt x="50264" y="87440"/>
                  </a:cubicBezTo>
                  <a:cubicBezTo>
                    <a:pt x="49667" y="83108"/>
                    <a:pt x="50414" y="78702"/>
                    <a:pt x="52505" y="74893"/>
                  </a:cubicBezTo>
                  <a:cubicBezTo>
                    <a:pt x="53551" y="72802"/>
                    <a:pt x="54820" y="70785"/>
                    <a:pt x="56314" y="68843"/>
                  </a:cubicBezTo>
                  <a:cubicBezTo>
                    <a:pt x="58405" y="65781"/>
                    <a:pt x="59077" y="63242"/>
                    <a:pt x="60048" y="59806"/>
                  </a:cubicBezTo>
                  <a:cubicBezTo>
                    <a:pt x="62737" y="50321"/>
                    <a:pt x="70729" y="54429"/>
                    <a:pt x="77973" y="52412"/>
                  </a:cubicBezTo>
                  <a:cubicBezTo>
                    <a:pt x="78141" y="52367"/>
                    <a:pt x="78297" y="52346"/>
                    <a:pt x="78440" y="52346"/>
                  </a:cubicBezTo>
                  <a:close/>
                  <a:moveTo>
                    <a:pt x="42790" y="102412"/>
                  </a:moveTo>
                  <a:cubicBezTo>
                    <a:pt x="41927" y="102412"/>
                    <a:pt x="41499" y="103101"/>
                    <a:pt x="41302" y="104020"/>
                  </a:cubicBezTo>
                  <a:cubicBezTo>
                    <a:pt x="41642" y="103146"/>
                    <a:pt x="42424" y="102588"/>
                    <a:pt x="43279" y="102468"/>
                  </a:cubicBezTo>
                  <a:lnTo>
                    <a:pt x="43279" y="102468"/>
                  </a:lnTo>
                  <a:cubicBezTo>
                    <a:pt x="43312" y="102471"/>
                    <a:pt x="43346" y="102473"/>
                    <a:pt x="43381" y="102473"/>
                  </a:cubicBezTo>
                  <a:cubicBezTo>
                    <a:pt x="43471" y="102473"/>
                    <a:pt x="43565" y="102463"/>
                    <a:pt x="43663" y="102445"/>
                  </a:cubicBezTo>
                  <a:lnTo>
                    <a:pt x="43663" y="102445"/>
                  </a:lnTo>
                  <a:cubicBezTo>
                    <a:pt x="43650" y="102444"/>
                    <a:pt x="43637" y="102444"/>
                    <a:pt x="43624" y="102444"/>
                  </a:cubicBezTo>
                  <a:cubicBezTo>
                    <a:pt x="43508" y="102444"/>
                    <a:pt x="43393" y="102452"/>
                    <a:pt x="43279" y="102468"/>
                  </a:cubicBezTo>
                  <a:lnTo>
                    <a:pt x="43279" y="102468"/>
                  </a:lnTo>
                  <a:cubicBezTo>
                    <a:pt x="43241" y="102465"/>
                    <a:pt x="43205" y="102459"/>
                    <a:pt x="43169" y="102452"/>
                  </a:cubicBezTo>
                  <a:cubicBezTo>
                    <a:pt x="43034" y="102425"/>
                    <a:pt x="42908" y="102412"/>
                    <a:pt x="42790" y="102412"/>
                  </a:cubicBezTo>
                  <a:close/>
                  <a:moveTo>
                    <a:pt x="84183" y="107823"/>
                  </a:moveTo>
                  <a:cubicBezTo>
                    <a:pt x="84306" y="107823"/>
                    <a:pt x="84431" y="107847"/>
                    <a:pt x="84545" y="107904"/>
                  </a:cubicBezTo>
                  <a:cubicBezTo>
                    <a:pt x="84844" y="108128"/>
                    <a:pt x="84695" y="108352"/>
                    <a:pt x="84471" y="108501"/>
                  </a:cubicBezTo>
                  <a:lnTo>
                    <a:pt x="83575" y="109174"/>
                  </a:lnTo>
                  <a:cubicBezTo>
                    <a:pt x="83390" y="109266"/>
                    <a:pt x="83177" y="109330"/>
                    <a:pt x="82970" y="109330"/>
                  </a:cubicBezTo>
                  <a:cubicBezTo>
                    <a:pt x="82843" y="109330"/>
                    <a:pt x="82718" y="109305"/>
                    <a:pt x="82604" y="109248"/>
                  </a:cubicBezTo>
                  <a:cubicBezTo>
                    <a:pt x="82380" y="109099"/>
                    <a:pt x="82454" y="108800"/>
                    <a:pt x="82678" y="108651"/>
                  </a:cubicBezTo>
                  <a:lnTo>
                    <a:pt x="83649" y="107979"/>
                  </a:lnTo>
                  <a:cubicBezTo>
                    <a:pt x="83788" y="107886"/>
                    <a:pt x="83983" y="107823"/>
                    <a:pt x="84183" y="107823"/>
                  </a:cubicBezTo>
                  <a:close/>
                  <a:moveTo>
                    <a:pt x="136514" y="64502"/>
                  </a:moveTo>
                  <a:cubicBezTo>
                    <a:pt x="136850" y="64502"/>
                    <a:pt x="137187" y="64580"/>
                    <a:pt x="137498" y="64735"/>
                  </a:cubicBezTo>
                  <a:lnTo>
                    <a:pt x="138394" y="64735"/>
                  </a:lnTo>
                  <a:cubicBezTo>
                    <a:pt x="139589" y="64735"/>
                    <a:pt x="139216" y="65333"/>
                    <a:pt x="138544" y="65781"/>
                  </a:cubicBezTo>
                  <a:cubicBezTo>
                    <a:pt x="138992" y="66453"/>
                    <a:pt x="138992" y="67349"/>
                    <a:pt x="138618" y="68022"/>
                  </a:cubicBezTo>
                  <a:cubicBezTo>
                    <a:pt x="137199" y="70561"/>
                    <a:pt x="136079" y="73175"/>
                    <a:pt x="135108" y="75864"/>
                  </a:cubicBezTo>
                  <a:cubicBezTo>
                    <a:pt x="135631" y="75864"/>
                    <a:pt x="136154" y="76162"/>
                    <a:pt x="135556" y="76536"/>
                  </a:cubicBezTo>
                  <a:lnTo>
                    <a:pt x="134660" y="77133"/>
                  </a:lnTo>
                  <a:cubicBezTo>
                    <a:pt x="134212" y="78403"/>
                    <a:pt x="133913" y="79747"/>
                    <a:pt x="133614" y="81092"/>
                  </a:cubicBezTo>
                  <a:lnTo>
                    <a:pt x="134137" y="80718"/>
                  </a:lnTo>
                  <a:cubicBezTo>
                    <a:pt x="134271" y="80629"/>
                    <a:pt x="134801" y="80514"/>
                    <a:pt x="135098" y="80514"/>
                  </a:cubicBezTo>
                  <a:cubicBezTo>
                    <a:pt x="135300" y="80514"/>
                    <a:pt x="135394" y="80567"/>
                    <a:pt x="135183" y="80718"/>
                  </a:cubicBezTo>
                  <a:cubicBezTo>
                    <a:pt x="134660" y="81092"/>
                    <a:pt x="133988" y="81465"/>
                    <a:pt x="133465" y="81839"/>
                  </a:cubicBezTo>
                  <a:cubicBezTo>
                    <a:pt x="133316" y="82660"/>
                    <a:pt x="133166" y="83556"/>
                    <a:pt x="133092" y="84378"/>
                  </a:cubicBezTo>
                  <a:cubicBezTo>
                    <a:pt x="133241" y="84378"/>
                    <a:pt x="133390" y="84453"/>
                    <a:pt x="133166" y="84677"/>
                  </a:cubicBezTo>
                  <a:lnTo>
                    <a:pt x="133017" y="84751"/>
                  </a:lnTo>
                  <a:cubicBezTo>
                    <a:pt x="132718" y="87664"/>
                    <a:pt x="132868" y="90577"/>
                    <a:pt x="133316" y="93490"/>
                  </a:cubicBezTo>
                  <a:cubicBezTo>
                    <a:pt x="133465" y="93415"/>
                    <a:pt x="133614" y="93340"/>
                    <a:pt x="133764" y="93191"/>
                  </a:cubicBezTo>
                  <a:cubicBezTo>
                    <a:pt x="133900" y="93136"/>
                    <a:pt x="134157" y="93101"/>
                    <a:pt x="134388" y="93101"/>
                  </a:cubicBezTo>
                  <a:cubicBezTo>
                    <a:pt x="134787" y="93101"/>
                    <a:pt x="135106" y="93205"/>
                    <a:pt x="134585" y="93490"/>
                  </a:cubicBezTo>
                  <a:cubicBezTo>
                    <a:pt x="134212" y="93714"/>
                    <a:pt x="133838" y="93938"/>
                    <a:pt x="133465" y="94087"/>
                  </a:cubicBezTo>
                  <a:cubicBezTo>
                    <a:pt x="133614" y="94834"/>
                    <a:pt x="133764" y="95506"/>
                    <a:pt x="133988" y="96178"/>
                  </a:cubicBezTo>
                  <a:cubicBezTo>
                    <a:pt x="134063" y="96626"/>
                    <a:pt x="134212" y="97075"/>
                    <a:pt x="134361" y="97523"/>
                  </a:cubicBezTo>
                  <a:cubicBezTo>
                    <a:pt x="134660" y="97523"/>
                    <a:pt x="134959" y="97523"/>
                    <a:pt x="134809" y="97672"/>
                  </a:cubicBezTo>
                  <a:lnTo>
                    <a:pt x="134511" y="97896"/>
                  </a:lnTo>
                  <a:cubicBezTo>
                    <a:pt x="135855" y="101556"/>
                    <a:pt x="138245" y="105589"/>
                    <a:pt x="137647" y="108950"/>
                  </a:cubicBezTo>
                  <a:cubicBezTo>
                    <a:pt x="138469" y="107008"/>
                    <a:pt x="138992" y="104917"/>
                    <a:pt x="139216" y="102825"/>
                  </a:cubicBezTo>
                  <a:cubicBezTo>
                    <a:pt x="139306" y="102284"/>
                    <a:pt x="140351" y="101906"/>
                    <a:pt x="141114" y="101906"/>
                  </a:cubicBezTo>
                  <a:cubicBezTo>
                    <a:pt x="141614" y="101906"/>
                    <a:pt x="141993" y="102068"/>
                    <a:pt x="141905" y="102452"/>
                  </a:cubicBezTo>
                  <a:cubicBezTo>
                    <a:pt x="140934" y="108352"/>
                    <a:pt x="138544" y="112460"/>
                    <a:pt x="133316" y="113730"/>
                  </a:cubicBezTo>
                  <a:cubicBezTo>
                    <a:pt x="132364" y="114253"/>
                    <a:pt x="131322" y="114534"/>
                    <a:pt x="130267" y="114534"/>
                  </a:cubicBezTo>
                  <a:cubicBezTo>
                    <a:pt x="129664" y="114534"/>
                    <a:pt x="129058" y="114442"/>
                    <a:pt x="128461" y="114252"/>
                  </a:cubicBezTo>
                  <a:lnTo>
                    <a:pt x="128461" y="114178"/>
                  </a:lnTo>
                  <a:cubicBezTo>
                    <a:pt x="126295" y="114178"/>
                    <a:pt x="124204" y="113431"/>
                    <a:pt x="122636" y="111937"/>
                  </a:cubicBezTo>
                  <a:cubicBezTo>
                    <a:pt x="119797" y="109024"/>
                    <a:pt x="120768" y="103722"/>
                    <a:pt x="120843" y="100062"/>
                  </a:cubicBezTo>
                  <a:cubicBezTo>
                    <a:pt x="120992" y="91249"/>
                    <a:pt x="120544" y="80195"/>
                    <a:pt x="124279" y="71980"/>
                  </a:cubicBezTo>
                  <a:cubicBezTo>
                    <a:pt x="126445" y="67125"/>
                    <a:pt x="130478" y="65482"/>
                    <a:pt x="135183" y="64959"/>
                  </a:cubicBezTo>
                  <a:cubicBezTo>
                    <a:pt x="135575" y="64655"/>
                    <a:pt x="136043" y="64502"/>
                    <a:pt x="136514" y="64502"/>
                  </a:cubicBezTo>
                  <a:close/>
                  <a:moveTo>
                    <a:pt x="105658" y="103071"/>
                  </a:moveTo>
                  <a:cubicBezTo>
                    <a:pt x="106583" y="103071"/>
                    <a:pt x="107500" y="103295"/>
                    <a:pt x="108370" y="103796"/>
                  </a:cubicBezTo>
                  <a:cubicBezTo>
                    <a:pt x="109117" y="104319"/>
                    <a:pt x="108072" y="104991"/>
                    <a:pt x="107101" y="105215"/>
                  </a:cubicBezTo>
                  <a:cubicBezTo>
                    <a:pt x="107325" y="105813"/>
                    <a:pt x="107250" y="106485"/>
                    <a:pt x="106877" y="107082"/>
                  </a:cubicBezTo>
                  <a:cubicBezTo>
                    <a:pt x="106429" y="107829"/>
                    <a:pt x="106130" y="108651"/>
                    <a:pt x="105980" y="109547"/>
                  </a:cubicBezTo>
                  <a:cubicBezTo>
                    <a:pt x="106429" y="110817"/>
                    <a:pt x="107474" y="111788"/>
                    <a:pt x="108744" y="112012"/>
                  </a:cubicBezTo>
                  <a:cubicBezTo>
                    <a:pt x="109789" y="112236"/>
                    <a:pt x="110462" y="113132"/>
                    <a:pt x="110462" y="114178"/>
                  </a:cubicBezTo>
                  <a:cubicBezTo>
                    <a:pt x="111059" y="113281"/>
                    <a:pt x="111209" y="112236"/>
                    <a:pt x="110835" y="111265"/>
                  </a:cubicBezTo>
                  <a:cubicBezTo>
                    <a:pt x="110312" y="109248"/>
                    <a:pt x="108669" y="107531"/>
                    <a:pt x="107848" y="105663"/>
                  </a:cubicBezTo>
                  <a:cubicBezTo>
                    <a:pt x="107589" y="105095"/>
                    <a:pt x="108760" y="104527"/>
                    <a:pt x="109655" y="104527"/>
                  </a:cubicBezTo>
                  <a:cubicBezTo>
                    <a:pt x="110054" y="104527"/>
                    <a:pt x="110398" y="104640"/>
                    <a:pt x="110536" y="104917"/>
                  </a:cubicBezTo>
                  <a:cubicBezTo>
                    <a:pt x="112105" y="108501"/>
                    <a:pt x="116063" y="112385"/>
                    <a:pt x="111731" y="115746"/>
                  </a:cubicBezTo>
                  <a:cubicBezTo>
                    <a:pt x="109574" y="117392"/>
                    <a:pt x="105951" y="118477"/>
                    <a:pt x="102828" y="118477"/>
                  </a:cubicBezTo>
                  <a:cubicBezTo>
                    <a:pt x="101841" y="118477"/>
                    <a:pt x="100905" y="118369"/>
                    <a:pt x="100080" y="118136"/>
                  </a:cubicBezTo>
                  <a:cubicBezTo>
                    <a:pt x="91383" y="115632"/>
                    <a:pt x="98730" y="103071"/>
                    <a:pt x="105658" y="103071"/>
                  </a:cubicBezTo>
                  <a:close/>
                  <a:moveTo>
                    <a:pt x="43245" y="100504"/>
                  </a:moveTo>
                  <a:cubicBezTo>
                    <a:pt x="43748" y="100504"/>
                    <a:pt x="44252" y="100580"/>
                    <a:pt x="44738" y="100734"/>
                  </a:cubicBezTo>
                  <a:cubicBezTo>
                    <a:pt x="46150" y="100991"/>
                    <a:pt x="44748" y="102241"/>
                    <a:pt x="43663" y="102445"/>
                  </a:cubicBezTo>
                  <a:lnTo>
                    <a:pt x="43663" y="102445"/>
                  </a:lnTo>
                  <a:cubicBezTo>
                    <a:pt x="44001" y="102450"/>
                    <a:pt x="44341" y="102525"/>
                    <a:pt x="44663" y="102676"/>
                  </a:cubicBezTo>
                  <a:cubicBezTo>
                    <a:pt x="45096" y="102181"/>
                    <a:pt x="45683" y="101891"/>
                    <a:pt x="46296" y="101891"/>
                  </a:cubicBezTo>
                  <a:cubicBezTo>
                    <a:pt x="46423" y="101891"/>
                    <a:pt x="46551" y="101903"/>
                    <a:pt x="46680" y="101929"/>
                  </a:cubicBezTo>
                  <a:cubicBezTo>
                    <a:pt x="49144" y="102676"/>
                    <a:pt x="52057" y="103796"/>
                    <a:pt x="52878" y="106410"/>
                  </a:cubicBezTo>
                  <a:cubicBezTo>
                    <a:pt x="53849" y="109547"/>
                    <a:pt x="50862" y="111190"/>
                    <a:pt x="50040" y="113804"/>
                  </a:cubicBezTo>
                  <a:cubicBezTo>
                    <a:pt x="48779" y="117798"/>
                    <a:pt x="47847" y="123894"/>
                    <a:pt x="42557" y="123894"/>
                  </a:cubicBezTo>
                  <a:cubicBezTo>
                    <a:pt x="42208" y="123894"/>
                    <a:pt x="41840" y="123868"/>
                    <a:pt x="41451" y="123812"/>
                  </a:cubicBezTo>
                  <a:cubicBezTo>
                    <a:pt x="34580" y="122692"/>
                    <a:pt x="38315" y="114028"/>
                    <a:pt x="38464" y="109921"/>
                  </a:cubicBezTo>
                  <a:cubicBezTo>
                    <a:pt x="38613" y="107008"/>
                    <a:pt x="37568" y="104020"/>
                    <a:pt x="39958" y="101780"/>
                  </a:cubicBezTo>
                  <a:cubicBezTo>
                    <a:pt x="40852" y="100938"/>
                    <a:pt x="42044" y="100504"/>
                    <a:pt x="43245" y="100504"/>
                  </a:cubicBezTo>
                  <a:close/>
                  <a:moveTo>
                    <a:pt x="110350" y="128685"/>
                  </a:moveTo>
                  <a:cubicBezTo>
                    <a:pt x="110536" y="128685"/>
                    <a:pt x="110723" y="128741"/>
                    <a:pt x="110835" y="128891"/>
                  </a:cubicBezTo>
                  <a:cubicBezTo>
                    <a:pt x="110984" y="129115"/>
                    <a:pt x="110686" y="129339"/>
                    <a:pt x="110462" y="129488"/>
                  </a:cubicBezTo>
                  <a:lnTo>
                    <a:pt x="107997" y="130758"/>
                  </a:lnTo>
                  <a:cubicBezTo>
                    <a:pt x="107885" y="130795"/>
                    <a:pt x="107698" y="130833"/>
                    <a:pt x="107512" y="130833"/>
                  </a:cubicBezTo>
                  <a:cubicBezTo>
                    <a:pt x="107325" y="130833"/>
                    <a:pt x="107138" y="130795"/>
                    <a:pt x="107026" y="130683"/>
                  </a:cubicBezTo>
                  <a:cubicBezTo>
                    <a:pt x="106877" y="130384"/>
                    <a:pt x="107175" y="130160"/>
                    <a:pt x="107400" y="130011"/>
                  </a:cubicBezTo>
                  <a:lnTo>
                    <a:pt x="109864" y="128816"/>
                  </a:lnTo>
                  <a:cubicBezTo>
                    <a:pt x="109976" y="128741"/>
                    <a:pt x="110163" y="128685"/>
                    <a:pt x="110350" y="128685"/>
                  </a:cubicBezTo>
                  <a:close/>
                  <a:moveTo>
                    <a:pt x="124695" y="128398"/>
                  </a:moveTo>
                  <a:cubicBezTo>
                    <a:pt x="126554" y="128398"/>
                    <a:pt x="128343" y="129427"/>
                    <a:pt x="130029" y="131505"/>
                  </a:cubicBezTo>
                  <a:cubicBezTo>
                    <a:pt x="130543" y="132075"/>
                    <a:pt x="129139" y="132776"/>
                    <a:pt x="128215" y="132776"/>
                  </a:cubicBezTo>
                  <a:cubicBezTo>
                    <a:pt x="127929" y="132776"/>
                    <a:pt x="127688" y="132709"/>
                    <a:pt x="127565" y="132550"/>
                  </a:cubicBezTo>
                  <a:cubicBezTo>
                    <a:pt x="126416" y="131183"/>
                    <a:pt x="125268" y="130617"/>
                    <a:pt x="124119" y="130617"/>
                  </a:cubicBezTo>
                  <a:cubicBezTo>
                    <a:pt x="123700" y="130617"/>
                    <a:pt x="123280" y="130693"/>
                    <a:pt x="122860" y="130833"/>
                  </a:cubicBezTo>
                  <a:cubicBezTo>
                    <a:pt x="124503" y="131057"/>
                    <a:pt x="125399" y="132849"/>
                    <a:pt x="124652" y="134343"/>
                  </a:cubicBezTo>
                  <a:cubicBezTo>
                    <a:pt x="124428" y="134716"/>
                    <a:pt x="124279" y="135090"/>
                    <a:pt x="124129" y="135463"/>
                  </a:cubicBezTo>
                  <a:lnTo>
                    <a:pt x="124129" y="135762"/>
                  </a:lnTo>
                  <a:cubicBezTo>
                    <a:pt x="124277" y="135635"/>
                    <a:pt x="124468" y="135580"/>
                    <a:pt x="124649" y="135580"/>
                  </a:cubicBezTo>
                  <a:cubicBezTo>
                    <a:pt x="125107" y="135580"/>
                    <a:pt x="125507" y="135931"/>
                    <a:pt x="125025" y="136359"/>
                  </a:cubicBezTo>
                  <a:cubicBezTo>
                    <a:pt x="124801" y="136583"/>
                    <a:pt x="124503" y="136808"/>
                    <a:pt x="124279" y="137032"/>
                  </a:cubicBezTo>
                  <a:cubicBezTo>
                    <a:pt x="124353" y="137778"/>
                    <a:pt x="124503" y="138525"/>
                    <a:pt x="124652" y="139272"/>
                  </a:cubicBezTo>
                  <a:cubicBezTo>
                    <a:pt x="125025" y="139272"/>
                    <a:pt x="125324" y="139272"/>
                    <a:pt x="125175" y="139347"/>
                  </a:cubicBezTo>
                  <a:lnTo>
                    <a:pt x="124727" y="139720"/>
                  </a:lnTo>
                  <a:cubicBezTo>
                    <a:pt x="124951" y="140990"/>
                    <a:pt x="124951" y="142334"/>
                    <a:pt x="124727" y="143679"/>
                  </a:cubicBezTo>
                  <a:cubicBezTo>
                    <a:pt x="125922" y="142036"/>
                    <a:pt x="126818" y="140168"/>
                    <a:pt x="127341" y="138227"/>
                  </a:cubicBezTo>
                  <a:cubicBezTo>
                    <a:pt x="127475" y="137689"/>
                    <a:pt x="128497" y="137339"/>
                    <a:pt x="129244" y="137339"/>
                  </a:cubicBezTo>
                  <a:cubicBezTo>
                    <a:pt x="129743" y="137339"/>
                    <a:pt x="130119" y="137495"/>
                    <a:pt x="130029" y="137853"/>
                  </a:cubicBezTo>
                  <a:cubicBezTo>
                    <a:pt x="128610" y="143081"/>
                    <a:pt x="124801" y="147264"/>
                    <a:pt x="119723" y="149131"/>
                  </a:cubicBezTo>
                  <a:cubicBezTo>
                    <a:pt x="119275" y="149280"/>
                    <a:pt x="118827" y="149429"/>
                    <a:pt x="118229" y="149579"/>
                  </a:cubicBezTo>
                  <a:cubicBezTo>
                    <a:pt x="117856" y="149878"/>
                    <a:pt x="117482" y="150102"/>
                    <a:pt x="117034" y="150326"/>
                  </a:cubicBezTo>
                  <a:cubicBezTo>
                    <a:pt x="116607" y="150525"/>
                    <a:pt x="116137" y="150626"/>
                    <a:pt x="115670" y="150626"/>
                  </a:cubicBezTo>
                  <a:cubicBezTo>
                    <a:pt x="114909" y="150626"/>
                    <a:pt x="114153" y="150358"/>
                    <a:pt x="113598" y="149803"/>
                  </a:cubicBezTo>
                  <a:cubicBezTo>
                    <a:pt x="112105" y="149504"/>
                    <a:pt x="111059" y="148160"/>
                    <a:pt x="111134" y="146666"/>
                  </a:cubicBezTo>
                  <a:cubicBezTo>
                    <a:pt x="110760" y="141214"/>
                    <a:pt x="115764" y="134343"/>
                    <a:pt x="119499" y="130907"/>
                  </a:cubicBezTo>
                  <a:cubicBezTo>
                    <a:pt x="121272" y="129240"/>
                    <a:pt x="123013" y="128398"/>
                    <a:pt x="124695" y="128398"/>
                  </a:cubicBezTo>
                  <a:close/>
                  <a:moveTo>
                    <a:pt x="71699" y="123588"/>
                  </a:moveTo>
                  <a:cubicBezTo>
                    <a:pt x="75508" y="125156"/>
                    <a:pt x="79317" y="125754"/>
                    <a:pt x="83351" y="126501"/>
                  </a:cubicBezTo>
                  <a:cubicBezTo>
                    <a:pt x="86114" y="126949"/>
                    <a:pt x="88579" y="127546"/>
                    <a:pt x="90670" y="129488"/>
                  </a:cubicBezTo>
                  <a:cubicBezTo>
                    <a:pt x="94180" y="132700"/>
                    <a:pt x="97914" y="139646"/>
                    <a:pt x="97466" y="144425"/>
                  </a:cubicBezTo>
                  <a:cubicBezTo>
                    <a:pt x="97018" y="149579"/>
                    <a:pt x="92014" y="152342"/>
                    <a:pt x="87832" y="154209"/>
                  </a:cubicBezTo>
                  <a:cubicBezTo>
                    <a:pt x="82828" y="156375"/>
                    <a:pt x="77450" y="158616"/>
                    <a:pt x="71923" y="158915"/>
                  </a:cubicBezTo>
                  <a:cubicBezTo>
                    <a:pt x="71356" y="158946"/>
                    <a:pt x="70787" y="158962"/>
                    <a:pt x="70219" y="158962"/>
                  </a:cubicBezTo>
                  <a:cubicBezTo>
                    <a:pt x="65403" y="158962"/>
                    <a:pt x="60589" y="157833"/>
                    <a:pt x="56314" y="155628"/>
                  </a:cubicBezTo>
                  <a:cubicBezTo>
                    <a:pt x="56181" y="155704"/>
                    <a:pt x="56043" y="155737"/>
                    <a:pt x="55916" y="155737"/>
                  </a:cubicBezTo>
                  <a:cubicBezTo>
                    <a:pt x="55545" y="155737"/>
                    <a:pt x="55270" y="155459"/>
                    <a:pt x="55492" y="155180"/>
                  </a:cubicBezTo>
                  <a:cubicBezTo>
                    <a:pt x="50937" y="152342"/>
                    <a:pt x="47949" y="147936"/>
                    <a:pt x="48920" y="141587"/>
                  </a:cubicBezTo>
                  <a:cubicBezTo>
                    <a:pt x="50248" y="133912"/>
                    <a:pt x="59379" y="124779"/>
                    <a:pt x="67738" y="124779"/>
                  </a:cubicBezTo>
                  <a:cubicBezTo>
                    <a:pt x="67839" y="124779"/>
                    <a:pt x="67939" y="124780"/>
                    <a:pt x="68040" y="124783"/>
                  </a:cubicBezTo>
                  <a:cubicBezTo>
                    <a:pt x="68488" y="124335"/>
                    <a:pt x="69160" y="124036"/>
                    <a:pt x="69832" y="124036"/>
                  </a:cubicBezTo>
                  <a:cubicBezTo>
                    <a:pt x="70355" y="123737"/>
                    <a:pt x="71027" y="123588"/>
                    <a:pt x="71699" y="123588"/>
                  </a:cubicBezTo>
                  <a:close/>
                  <a:moveTo>
                    <a:pt x="94960" y="159627"/>
                  </a:moveTo>
                  <a:cubicBezTo>
                    <a:pt x="95465" y="159627"/>
                    <a:pt x="95805" y="160126"/>
                    <a:pt x="95151" y="160483"/>
                  </a:cubicBezTo>
                  <a:cubicBezTo>
                    <a:pt x="91267" y="162350"/>
                    <a:pt x="87533" y="164516"/>
                    <a:pt x="83948" y="166906"/>
                  </a:cubicBezTo>
                  <a:cubicBezTo>
                    <a:pt x="83808" y="166986"/>
                    <a:pt x="83625" y="167023"/>
                    <a:pt x="83446" y="167023"/>
                  </a:cubicBezTo>
                  <a:cubicBezTo>
                    <a:pt x="82959" y="167023"/>
                    <a:pt x="82505" y="166746"/>
                    <a:pt x="83052" y="166309"/>
                  </a:cubicBezTo>
                  <a:cubicBezTo>
                    <a:pt x="86786" y="163919"/>
                    <a:pt x="90595" y="161678"/>
                    <a:pt x="94553" y="159736"/>
                  </a:cubicBezTo>
                  <a:cubicBezTo>
                    <a:pt x="94690" y="159660"/>
                    <a:pt x="94831" y="159627"/>
                    <a:pt x="94960" y="159627"/>
                  </a:cubicBezTo>
                  <a:close/>
                  <a:moveTo>
                    <a:pt x="59436" y="1"/>
                  </a:moveTo>
                  <a:cubicBezTo>
                    <a:pt x="48375" y="1"/>
                    <a:pt x="37244" y="2127"/>
                    <a:pt x="26664" y="6480"/>
                  </a:cubicBezTo>
                  <a:cubicBezTo>
                    <a:pt x="26813" y="6854"/>
                    <a:pt x="26813" y="7302"/>
                    <a:pt x="26738" y="7750"/>
                  </a:cubicBezTo>
                  <a:cubicBezTo>
                    <a:pt x="25394" y="14098"/>
                    <a:pt x="21436" y="18953"/>
                    <a:pt x="17477" y="23882"/>
                  </a:cubicBezTo>
                  <a:cubicBezTo>
                    <a:pt x="15311" y="26421"/>
                    <a:pt x="13369" y="29185"/>
                    <a:pt x="11801" y="32172"/>
                  </a:cubicBezTo>
                  <a:cubicBezTo>
                    <a:pt x="9934" y="35981"/>
                    <a:pt x="9411" y="40313"/>
                    <a:pt x="8216" y="44421"/>
                  </a:cubicBezTo>
                  <a:cubicBezTo>
                    <a:pt x="6125" y="51740"/>
                    <a:pt x="2615" y="58611"/>
                    <a:pt x="1" y="65632"/>
                  </a:cubicBezTo>
                  <a:cubicBezTo>
                    <a:pt x="3724" y="62885"/>
                    <a:pt x="8046" y="60737"/>
                    <a:pt x="12682" y="60737"/>
                  </a:cubicBezTo>
                  <a:cubicBezTo>
                    <a:pt x="13718" y="60737"/>
                    <a:pt x="14770" y="60844"/>
                    <a:pt x="15834" y="61076"/>
                  </a:cubicBezTo>
                  <a:cubicBezTo>
                    <a:pt x="22033" y="62420"/>
                    <a:pt x="24796" y="67349"/>
                    <a:pt x="26141" y="73100"/>
                  </a:cubicBezTo>
                  <a:cubicBezTo>
                    <a:pt x="26439" y="75117"/>
                    <a:pt x="26813" y="77059"/>
                    <a:pt x="27410" y="79000"/>
                  </a:cubicBezTo>
                  <a:cubicBezTo>
                    <a:pt x="28307" y="81839"/>
                    <a:pt x="30174" y="82884"/>
                    <a:pt x="32638" y="84004"/>
                  </a:cubicBezTo>
                  <a:cubicBezTo>
                    <a:pt x="34506" y="84901"/>
                    <a:pt x="35178" y="85872"/>
                    <a:pt x="35402" y="87963"/>
                  </a:cubicBezTo>
                  <a:cubicBezTo>
                    <a:pt x="36373" y="94834"/>
                    <a:pt x="32937" y="101929"/>
                    <a:pt x="28232" y="106709"/>
                  </a:cubicBezTo>
                  <a:cubicBezTo>
                    <a:pt x="27946" y="107021"/>
                    <a:pt x="27444" y="107161"/>
                    <a:pt x="26961" y="107161"/>
                  </a:cubicBezTo>
                  <a:cubicBezTo>
                    <a:pt x="26053" y="107161"/>
                    <a:pt x="25212" y="106667"/>
                    <a:pt x="25991" y="105887"/>
                  </a:cubicBezTo>
                  <a:cubicBezTo>
                    <a:pt x="30323" y="101630"/>
                    <a:pt x="32788" y="95730"/>
                    <a:pt x="32788" y="89606"/>
                  </a:cubicBezTo>
                  <a:cubicBezTo>
                    <a:pt x="32638" y="85274"/>
                    <a:pt x="30323" y="86320"/>
                    <a:pt x="27709" y="84677"/>
                  </a:cubicBezTo>
                  <a:cubicBezTo>
                    <a:pt x="26439" y="83780"/>
                    <a:pt x="25543" y="82511"/>
                    <a:pt x="25095" y="81017"/>
                  </a:cubicBezTo>
                  <a:cubicBezTo>
                    <a:pt x="23228" y="76237"/>
                    <a:pt x="23751" y="70561"/>
                    <a:pt x="20315" y="66304"/>
                  </a:cubicBezTo>
                  <a:cubicBezTo>
                    <a:pt x="18190" y="63712"/>
                    <a:pt x="15561" y="62703"/>
                    <a:pt x="12802" y="62703"/>
                  </a:cubicBezTo>
                  <a:cubicBezTo>
                    <a:pt x="11587" y="62703"/>
                    <a:pt x="10346" y="62899"/>
                    <a:pt x="9112" y="63242"/>
                  </a:cubicBezTo>
                  <a:cubicBezTo>
                    <a:pt x="9293" y="63223"/>
                    <a:pt x="9473" y="63213"/>
                    <a:pt x="9652" y="63213"/>
                  </a:cubicBezTo>
                  <a:cubicBezTo>
                    <a:pt x="10886" y="63213"/>
                    <a:pt x="12083" y="63654"/>
                    <a:pt x="12996" y="64437"/>
                  </a:cubicBezTo>
                  <a:cubicBezTo>
                    <a:pt x="14266" y="65482"/>
                    <a:pt x="15162" y="66976"/>
                    <a:pt x="15535" y="68544"/>
                  </a:cubicBezTo>
                  <a:cubicBezTo>
                    <a:pt x="16506" y="71607"/>
                    <a:pt x="16880" y="74295"/>
                    <a:pt x="18224" y="77283"/>
                  </a:cubicBezTo>
                  <a:cubicBezTo>
                    <a:pt x="19942" y="81017"/>
                    <a:pt x="20763" y="85050"/>
                    <a:pt x="20539" y="89083"/>
                  </a:cubicBezTo>
                  <a:cubicBezTo>
                    <a:pt x="20614" y="89232"/>
                    <a:pt x="20614" y="89382"/>
                    <a:pt x="20539" y="89531"/>
                  </a:cubicBezTo>
                  <a:cubicBezTo>
                    <a:pt x="20539" y="89830"/>
                    <a:pt x="20539" y="90054"/>
                    <a:pt x="20539" y="90353"/>
                  </a:cubicBezTo>
                  <a:cubicBezTo>
                    <a:pt x="20166" y="92593"/>
                    <a:pt x="19643" y="94834"/>
                    <a:pt x="18821" y="97000"/>
                  </a:cubicBezTo>
                  <a:cubicBezTo>
                    <a:pt x="17701" y="100510"/>
                    <a:pt x="17851" y="100286"/>
                    <a:pt x="19195" y="103946"/>
                  </a:cubicBezTo>
                  <a:cubicBezTo>
                    <a:pt x="19344" y="104468"/>
                    <a:pt x="19718" y="104692"/>
                    <a:pt x="19867" y="105290"/>
                  </a:cubicBezTo>
                  <a:cubicBezTo>
                    <a:pt x="20091" y="107456"/>
                    <a:pt x="19195" y="109622"/>
                    <a:pt x="17402" y="110891"/>
                  </a:cubicBezTo>
                  <a:cubicBezTo>
                    <a:pt x="17579" y="110875"/>
                    <a:pt x="17749" y="110866"/>
                    <a:pt x="17897" y="110866"/>
                  </a:cubicBezTo>
                  <a:cubicBezTo>
                    <a:pt x="18434" y="110866"/>
                    <a:pt x="18671" y="110988"/>
                    <a:pt x="17851" y="111340"/>
                  </a:cubicBezTo>
                  <a:cubicBezTo>
                    <a:pt x="15682" y="112357"/>
                    <a:pt x="13356" y="112851"/>
                    <a:pt x="11028" y="112851"/>
                  </a:cubicBezTo>
                  <a:cubicBezTo>
                    <a:pt x="9428" y="112851"/>
                    <a:pt x="7826" y="112618"/>
                    <a:pt x="6274" y="112161"/>
                  </a:cubicBezTo>
                  <a:lnTo>
                    <a:pt x="5677" y="112460"/>
                  </a:lnTo>
                  <a:cubicBezTo>
                    <a:pt x="5573" y="112512"/>
                    <a:pt x="5465" y="112534"/>
                    <a:pt x="5361" y="112534"/>
                  </a:cubicBezTo>
                  <a:cubicBezTo>
                    <a:pt x="4865" y="112534"/>
                    <a:pt x="4462" y="112022"/>
                    <a:pt x="5079" y="111713"/>
                  </a:cubicBezTo>
                  <a:cubicBezTo>
                    <a:pt x="4183" y="111265"/>
                    <a:pt x="3287" y="110817"/>
                    <a:pt x="2465" y="110219"/>
                  </a:cubicBezTo>
                  <a:cubicBezTo>
                    <a:pt x="2166" y="110219"/>
                    <a:pt x="1868" y="110070"/>
                    <a:pt x="1942" y="109846"/>
                  </a:cubicBezTo>
                  <a:cubicBezTo>
                    <a:pt x="1718" y="109622"/>
                    <a:pt x="1494" y="109398"/>
                    <a:pt x="1196" y="109248"/>
                  </a:cubicBezTo>
                  <a:lnTo>
                    <a:pt x="1196" y="109248"/>
                  </a:lnTo>
                  <a:cubicBezTo>
                    <a:pt x="3660" y="114700"/>
                    <a:pt x="7619" y="119406"/>
                    <a:pt x="11502" y="123961"/>
                  </a:cubicBezTo>
                  <a:cubicBezTo>
                    <a:pt x="12578" y="123245"/>
                    <a:pt x="13880" y="122994"/>
                    <a:pt x="15319" y="122994"/>
                  </a:cubicBezTo>
                  <a:cubicBezTo>
                    <a:pt x="17477" y="122994"/>
                    <a:pt x="19942" y="123558"/>
                    <a:pt x="22406" y="123961"/>
                  </a:cubicBezTo>
                  <a:cubicBezTo>
                    <a:pt x="22630" y="123961"/>
                    <a:pt x="22556" y="124036"/>
                    <a:pt x="22406" y="124186"/>
                  </a:cubicBezTo>
                  <a:cubicBezTo>
                    <a:pt x="30846" y="124708"/>
                    <a:pt x="37194" y="131430"/>
                    <a:pt x="32489" y="139795"/>
                  </a:cubicBezTo>
                  <a:cubicBezTo>
                    <a:pt x="31593" y="141289"/>
                    <a:pt x="30473" y="142633"/>
                    <a:pt x="29128" y="143679"/>
                  </a:cubicBezTo>
                  <a:cubicBezTo>
                    <a:pt x="29427" y="143977"/>
                    <a:pt x="29726" y="144201"/>
                    <a:pt x="30024" y="144425"/>
                  </a:cubicBezTo>
                  <a:cubicBezTo>
                    <a:pt x="35477" y="148533"/>
                    <a:pt x="41974" y="150848"/>
                    <a:pt x="48024" y="153761"/>
                  </a:cubicBezTo>
                  <a:cubicBezTo>
                    <a:pt x="59974" y="159587"/>
                    <a:pt x="70654" y="169819"/>
                    <a:pt x="84321" y="171163"/>
                  </a:cubicBezTo>
                  <a:cubicBezTo>
                    <a:pt x="85740" y="171312"/>
                    <a:pt x="86786" y="172657"/>
                    <a:pt x="86562" y="174076"/>
                  </a:cubicBezTo>
                  <a:cubicBezTo>
                    <a:pt x="87458" y="173777"/>
                    <a:pt x="88429" y="173478"/>
                    <a:pt x="89325" y="173105"/>
                  </a:cubicBezTo>
                  <a:cubicBezTo>
                    <a:pt x="115764" y="163694"/>
                    <a:pt x="135482" y="141961"/>
                    <a:pt x="143772" y="116045"/>
                  </a:cubicBezTo>
                  <a:lnTo>
                    <a:pt x="143772" y="116045"/>
                  </a:lnTo>
                  <a:cubicBezTo>
                    <a:pt x="141158" y="117987"/>
                    <a:pt x="138469" y="119779"/>
                    <a:pt x="135631" y="121273"/>
                  </a:cubicBezTo>
                  <a:cubicBezTo>
                    <a:pt x="135488" y="121362"/>
                    <a:pt x="135336" y="121400"/>
                    <a:pt x="135200" y="121400"/>
                  </a:cubicBezTo>
                  <a:cubicBezTo>
                    <a:pt x="134766" y="121400"/>
                    <a:pt x="134483" y="121016"/>
                    <a:pt x="135108" y="120675"/>
                  </a:cubicBezTo>
                  <a:cubicBezTo>
                    <a:pt x="138245" y="118958"/>
                    <a:pt x="141307" y="117016"/>
                    <a:pt x="144145" y="114775"/>
                  </a:cubicBezTo>
                  <a:cubicBezTo>
                    <a:pt x="146610" y="106485"/>
                    <a:pt x="147954" y="97971"/>
                    <a:pt x="148029" y="89382"/>
                  </a:cubicBezTo>
                  <a:cubicBezTo>
                    <a:pt x="147880" y="77656"/>
                    <a:pt x="145490" y="66005"/>
                    <a:pt x="140934" y="55176"/>
                  </a:cubicBezTo>
                  <a:lnTo>
                    <a:pt x="132569" y="61001"/>
                  </a:lnTo>
                  <a:cubicBezTo>
                    <a:pt x="132402" y="61127"/>
                    <a:pt x="131907" y="61229"/>
                    <a:pt x="131608" y="61229"/>
                  </a:cubicBezTo>
                  <a:cubicBezTo>
                    <a:pt x="131373" y="61229"/>
                    <a:pt x="131260" y="61166"/>
                    <a:pt x="131523" y="61001"/>
                  </a:cubicBezTo>
                  <a:lnTo>
                    <a:pt x="139888" y="55176"/>
                  </a:lnTo>
                  <a:cubicBezTo>
                    <a:pt x="140187" y="55026"/>
                    <a:pt x="140486" y="54952"/>
                    <a:pt x="140859" y="54952"/>
                  </a:cubicBezTo>
                  <a:cubicBezTo>
                    <a:pt x="135930" y="43301"/>
                    <a:pt x="128610" y="32844"/>
                    <a:pt x="119424" y="24106"/>
                  </a:cubicBezTo>
                  <a:lnTo>
                    <a:pt x="119349" y="24181"/>
                  </a:lnTo>
                  <a:cubicBezTo>
                    <a:pt x="119218" y="24268"/>
                    <a:pt x="119087" y="24305"/>
                    <a:pt x="118941" y="24305"/>
                  </a:cubicBezTo>
                  <a:cubicBezTo>
                    <a:pt x="118837" y="24305"/>
                    <a:pt x="118726" y="24287"/>
                    <a:pt x="118602" y="24256"/>
                  </a:cubicBezTo>
                  <a:cubicBezTo>
                    <a:pt x="118602" y="24330"/>
                    <a:pt x="118602" y="24480"/>
                    <a:pt x="118304" y="24554"/>
                  </a:cubicBezTo>
                  <a:lnTo>
                    <a:pt x="117706" y="25077"/>
                  </a:lnTo>
                  <a:lnTo>
                    <a:pt x="116437" y="26123"/>
                  </a:lnTo>
                  <a:lnTo>
                    <a:pt x="113972" y="28214"/>
                  </a:lnTo>
                  <a:cubicBezTo>
                    <a:pt x="113827" y="28317"/>
                    <a:pt x="113642" y="28363"/>
                    <a:pt x="113465" y="28363"/>
                  </a:cubicBezTo>
                  <a:cubicBezTo>
                    <a:pt x="113002" y="28363"/>
                    <a:pt x="112590" y="28049"/>
                    <a:pt x="113076" y="27616"/>
                  </a:cubicBezTo>
                  <a:lnTo>
                    <a:pt x="117109" y="24256"/>
                  </a:lnTo>
                  <a:cubicBezTo>
                    <a:pt x="117557" y="23807"/>
                    <a:pt x="118005" y="23509"/>
                    <a:pt x="118602" y="23285"/>
                  </a:cubicBezTo>
                  <a:cubicBezTo>
                    <a:pt x="117856" y="22612"/>
                    <a:pt x="117109" y="21940"/>
                    <a:pt x="116287" y="21268"/>
                  </a:cubicBezTo>
                  <a:lnTo>
                    <a:pt x="110611" y="25451"/>
                  </a:lnTo>
                  <a:cubicBezTo>
                    <a:pt x="110462" y="25550"/>
                    <a:pt x="110238" y="25600"/>
                    <a:pt x="110033" y="25600"/>
                  </a:cubicBezTo>
                  <a:cubicBezTo>
                    <a:pt x="109624" y="25600"/>
                    <a:pt x="109292" y="25401"/>
                    <a:pt x="109789" y="25002"/>
                  </a:cubicBezTo>
                  <a:lnTo>
                    <a:pt x="115540" y="20820"/>
                  </a:lnTo>
                  <a:lnTo>
                    <a:pt x="115690" y="20745"/>
                  </a:lnTo>
                  <a:cubicBezTo>
                    <a:pt x="99702" y="7125"/>
                    <a:pt x="79685" y="1"/>
                    <a:pt x="5943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6"/>
            <p:cNvSpPr/>
            <p:nvPr/>
          </p:nvSpPr>
          <p:spPr>
            <a:xfrm>
              <a:off x="2564474" y="194885"/>
              <a:ext cx="56386" cy="38365"/>
            </a:xfrm>
            <a:custGeom>
              <a:avLst/>
              <a:gdLst/>
              <a:ahLst/>
              <a:cxnLst/>
              <a:rect l="l" t="t" r="r" b="b"/>
              <a:pathLst>
                <a:path w="1868" h="1271" extrusionOk="0">
                  <a:moveTo>
                    <a:pt x="1867" y="1"/>
                  </a:moveTo>
                  <a:lnTo>
                    <a:pt x="1867" y="1"/>
                  </a:lnTo>
                  <a:cubicBezTo>
                    <a:pt x="1270" y="449"/>
                    <a:pt x="672" y="822"/>
                    <a:pt x="0" y="1271"/>
                  </a:cubicBezTo>
                  <a:lnTo>
                    <a:pt x="672" y="1046"/>
                  </a:lnTo>
                  <a:lnTo>
                    <a:pt x="1867"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6"/>
            <p:cNvSpPr/>
            <p:nvPr/>
          </p:nvSpPr>
          <p:spPr>
            <a:xfrm>
              <a:off x="1453058" y="-66602"/>
              <a:ext cx="3469585" cy="5179867"/>
            </a:xfrm>
            <a:custGeom>
              <a:avLst/>
              <a:gdLst/>
              <a:ahLst/>
              <a:cxnLst/>
              <a:rect l="l" t="t" r="r" b="b"/>
              <a:pathLst>
                <a:path w="114944" h="171604" extrusionOk="0">
                  <a:moveTo>
                    <a:pt x="40587" y="11035"/>
                  </a:moveTo>
                  <a:cubicBezTo>
                    <a:pt x="41061" y="11035"/>
                    <a:pt x="41499" y="11435"/>
                    <a:pt x="41004" y="11875"/>
                  </a:cubicBezTo>
                  <a:lnTo>
                    <a:pt x="36373" y="15908"/>
                  </a:lnTo>
                  <a:cubicBezTo>
                    <a:pt x="36216" y="16026"/>
                    <a:pt x="36028" y="16077"/>
                    <a:pt x="35849" y="16077"/>
                  </a:cubicBezTo>
                  <a:cubicBezTo>
                    <a:pt x="35345" y="16077"/>
                    <a:pt x="34906" y="15677"/>
                    <a:pt x="35402" y="15236"/>
                  </a:cubicBezTo>
                  <a:lnTo>
                    <a:pt x="40107" y="11203"/>
                  </a:lnTo>
                  <a:cubicBezTo>
                    <a:pt x="40245" y="11086"/>
                    <a:pt x="40418" y="11035"/>
                    <a:pt x="40587" y="11035"/>
                  </a:cubicBezTo>
                  <a:close/>
                  <a:moveTo>
                    <a:pt x="32191" y="36522"/>
                  </a:moveTo>
                  <a:lnTo>
                    <a:pt x="32191" y="36522"/>
                  </a:lnTo>
                  <a:cubicBezTo>
                    <a:pt x="32116" y="36821"/>
                    <a:pt x="31966" y="37045"/>
                    <a:pt x="31892" y="37343"/>
                  </a:cubicBezTo>
                  <a:cubicBezTo>
                    <a:pt x="31892" y="37194"/>
                    <a:pt x="31817" y="36970"/>
                    <a:pt x="31742" y="36821"/>
                  </a:cubicBezTo>
                  <a:cubicBezTo>
                    <a:pt x="31892" y="36746"/>
                    <a:pt x="32041" y="36671"/>
                    <a:pt x="32191" y="36522"/>
                  </a:cubicBezTo>
                  <a:close/>
                  <a:moveTo>
                    <a:pt x="32061" y="30646"/>
                  </a:moveTo>
                  <a:cubicBezTo>
                    <a:pt x="33296" y="30646"/>
                    <a:pt x="34462" y="31083"/>
                    <a:pt x="35253" y="32190"/>
                  </a:cubicBezTo>
                  <a:cubicBezTo>
                    <a:pt x="36597" y="33982"/>
                    <a:pt x="36149" y="37269"/>
                    <a:pt x="35850" y="39360"/>
                  </a:cubicBezTo>
                  <a:cubicBezTo>
                    <a:pt x="35551" y="41451"/>
                    <a:pt x="34580" y="43318"/>
                    <a:pt x="33012" y="44737"/>
                  </a:cubicBezTo>
                  <a:cubicBezTo>
                    <a:pt x="31633" y="45912"/>
                    <a:pt x="29590" y="46703"/>
                    <a:pt x="27648" y="46703"/>
                  </a:cubicBezTo>
                  <a:cubicBezTo>
                    <a:pt x="26750" y="46703"/>
                    <a:pt x="25874" y="46534"/>
                    <a:pt x="25095" y="46156"/>
                  </a:cubicBezTo>
                  <a:cubicBezTo>
                    <a:pt x="21286" y="44289"/>
                    <a:pt x="22407" y="37642"/>
                    <a:pt x="24423" y="34804"/>
                  </a:cubicBezTo>
                  <a:cubicBezTo>
                    <a:pt x="24722" y="34406"/>
                    <a:pt x="25850" y="34240"/>
                    <a:pt x="26525" y="34240"/>
                  </a:cubicBezTo>
                  <a:cubicBezTo>
                    <a:pt x="26863" y="34240"/>
                    <a:pt x="27087" y="34281"/>
                    <a:pt x="27037" y="34356"/>
                  </a:cubicBezTo>
                  <a:cubicBezTo>
                    <a:pt x="26589" y="35103"/>
                    <a:pt x="26216" y="35924"/>
                    <a:pt x="25992" y="36821"/>
                  </a:cubicBezTo>
                  <a:cubicBezTo>
                    <a:pt x="27187" y="36372"/>
                    <a:pt x="28232" y="35700"/>
                    <a:pt x="29203" y="34879"/>
                  </a:cubicBezTo>
                  <a:cubicBezTo>
                    <a:pt x="29360" y="34761"/>
                    <a:pt x="29548" y="34710"/>
                    <a:pt x="29727" y="34710"/>
                  </a:cubicBezTo>
                  <a:cubicBezTo>
                    <a:pt x="30231" y="34710"/>
                    <a:pt x="30670" y="35110"/>
                    <a:pt x="30174" y="35551"/>
                  </a:cubicBezTo>
                  <a:cubicBezTo>
                    <a:pt x="28830" y="36671"/>
                    <a:pt x="27336" y="37493"/>
                    <a:pt x="25768" y="38016"/>
                  </a:cubicBezTo>
                  <a:cubicBezTo>
                    <a:pt x="25618" y="38613"/>
                    <a:pt x="25543" y="39285"/>
                    <a:pt x="25543" y="39957"/>
                  </a:cubicBezTo>
                  <a:cubicBezTo>
                    <a:pt x="26888" y="39136"/>
                    <a:pt x="28157" y="38240"/>
                    <a:pt x="29427" y="37269"/>
                  </a:cubicBezTo>
                  <a:cubicBezTo>
                    <a:pt x="29561" y="37168"/>
                    <a:pt x="29905" y="37098"/>
                    <a:pt x="30190" y="37098"/>
                  </a:cubicBezTo>
                  <a:cubicBezTo>
                    <a:pt x="30541" y="37098"/>
                    <a:pt x="30802" y="37204"/>
                    <a:pt x="30473" y="37493"/>
                  </a:cubicBezTo>
                  <a:cubicBezTo>
                    <a:pt x="28904" y="38688"/>
                    <a:pt x="27187" y="39808"/>
                    <a:pt x="25469" y="40779"/>
                  </a:cubicBezTo>
                  <a:cubicBezTo>
                    <a:pt x="25469" y="41302"/>
                    <a:pt x="25469" y="41899"/>
                    <a:pt x="25618" y="42497"/>
                  </a:cubicBezTo>
                  <a:cubicBezTo>
                    <a:pt x="26738" y="41824"/>
                    <a:pt x="27859" y="41078"/>
                    <a:pt x="28904" y="40181"/>
                  </a:cubicBezTo>
                  <a:cubicBezTo>
                    <a:pt x="29055" y="40030"/>
                    <a:pt x="29250" y="39967"/>
                    <a:pt x="29434" y="39967"/>
                  </a:cubicBezTo>
                  <a:cubicBezTo>
                    <a:pt x="29888" y="39967"/>
                    <a:pt x="30279" y="40354"/>
                    <a:pt x="29801" y="40779"/>
                  </a:cubicBezTo>
                  <a:cubicBezTo>
                    <a:pt x="28606" y="41824"/>
                    <a:pt x="27261" y="42721"/>
                    <a:pt x="25842" y="43468"/>
                  </a:cubicBezTo>
                  <a:cubicBezTo>
                    <a:pt x="26066" y="44140"/>
                    <a:pt x="26514" y="44737"/>
                    <a:pt x="27112" y="45185"/>
                  </a:cubicBezTo>
                  <a:lnTo>
                    <a:pt x="29875" y="43468"/>
                  </a:lnTo>
                  <a:cubicBezTo>
                    <a:pt x="30036" y="43387"/>
                    <a:pt x="30293" y="43345"/>
                    <a:pt x="30519" y="43345"/>
                  </a:cubicBezTo>
                  <a:cubicBezTo>
                    <a:pt x="30921" y="43345"/>
                    <a:pt x="31223" y="43479"/>
                    <a:pt x="30697" y="43766"/>
                  </a:cubicBezTo>
                  <a:lnTo>
                    <a:pt x="27933" y="45484"/>
                  </a:lnTo>
                  <a:cubicBezTo>
                    <a:pt x="28094" y="45504"/>
                    <a:pt x="28254" y="45513"/>
                    <a:pt x="28412" y="45513"/>
                  </a:cubicBezTo>
                  <a:cubicBezTo>
                    <a:pt x="28846" y="45513"/>
                    <a:pt x="29268" y="45444"/>
                    <a:pt x="29651" y="45335"/>
                  </a:cubicBezTo>
                  <a:cubicBezTo>
                    <a:pt x="32564" y="44439"/>
                    <a:pt x="33236" y="40405"/>
                    <a:pt x="33311" y="37866"/>
                  </a:cubicBezTo>
                  <a:cubicBezTo>
                    <a:pt x="33460" y="36895"/>
                    <a:pt x="33386" y="35850"/>
                    <a:pt x="33311" y="34804"/>
                  </a:cubicBezTo>
                  <a:cubicBezTo>
                    <a:pt x="33133" y="33857"/>
                    <a:pt x="32251" y="31783"/>
                    <a:pt x="30963" y="31783"/>
                  </a:cubicBezTo>
                  <a:cubicBezTo>
                    <a:pt x="30627" y="31783"/>
                    <a:pt x="30262" y="31924"/>
                    <a:pt x="29875" y="32265"/>
                  </a:cubicBezTo>
                  <a:cubicBezTo>
                    <a:pt x="29552" y="32542"/>
                    <a:pt x="28487" y="32733"/>
                    <a:pt x="27844" y="32733"/>
                  </a:cubicBezTo>
                  <a:cubicBezTo>
                    <a:pt x="27447" y="32733"/>
                    <a:pt x="27211" y="32660"/>
                    <a:pt x="27411" y="32489"/>
                  </a:cubicBezTo>
                  <a:cubicBezTo>
                    <a:pt x="28573" y="31455"/>
                    <a:pt x="30381" y="30646"/>
                    <a:pt x="32061" y="30646"/>
                  </a:cubicBezTo>
                  <a:close/>
                  <a:moveTo>
                    <a:pt x="5901" y="71251"/>
                  </a:moveTo>
                  <a:cubicBezTo>
                    <a:pt x="5901" y="71550"/>
                    <a:pt x="5826" y="71848"/>
                    <a:pt x="5826" y="72147"/>
                  </a:cubicBezTo>
                  <a:cubicBezTo>
                    <a:pt x="5752" y="71998"/>
                    <a:pt x="5677" y="71923"/>
                    <a:pt x="5602" y="71848"/>
                  </a:cubicBezTo>
                  <a:cubicBezTo>
                    <a:pt x="5602" y="71624"/>
                    <a:pt x="5677" y="71400"/>
                    <a:pt x="5677" y="71251"/>
                  </a:cubicBezTo>
                  <a:close/>
                  <a:moveTo>
                    <a:pt x="16952" y="115982"/>
                  </a:moveTo>
                  <a:cubicBezTo>
                    <a:pt x="17653" y="115982"/>
                    <a:pt x="18169" y="116200"/>
                    <a:pt x="17552" y="116735"/>
                  </a:cubicBezTo>
                  <a:cubicBezTo>
                    <a:pt x="16357" y="117706"/>
                    <a:pt x="15461" y="119050"/>
                    <a:pt x="15013" y="120544"/>
                  </a:cubicBezTo>
                  <a:lnTo>
                    <a:pt x="16282" y="119797"/>
                  </a:lnTo>
                  <a:cubicBezTo>
                    <a:pt x="16419" y="119706"/>
                    <a:pt x="16559" y="119667"/>
                    <a:pt x="16688" y="119667"/>
                  </a:cubicBezTo>
                  <a:cubicBezTo>
                    <a:pt x="17193" y="119667"/>
                    <a:pt x="17534" y="120261"/>
                    <a:pt x="16880" y="120618"/>
                  </a:cubicBezTo>
                  <a:lnTo>
                    <a:pt x="14714" y="121888"/>
                  </a:lnTo>
                  <a:cubicBezTo>
                    <a:pt x="14639" y="122560"/>
                    <a:pt x="14639" y="123158"/>
                    <a:pt x="14789" y="123755"/>
                  </a:cubicBezTo>
                  <a:cubicBezTo>
                    <a:pt x="15834" y="122859"/>
                    <a:pt x="17104" y="122112"/>
                    <a:pt x="18448" y="121515"/>
                  </a:cubicBezTo>
                  <a:cubicBezTo>
                    <a:pt x="18559" y="121470"/>
                    <a:pt x="18671" y="121450"/>
                    <a:pt x="18776" y="121450"/>
                  </a:cubicBezTo>
                  <a:cubicBezTo>
                    <a:pt x="19381" y="121450"/>
                    <a:pt x="19809" y="122093"/>
                    <a:pt x="19046" y="122411"/>
                  </a:cubicBezTo>
                  <a:cubicBezTo>
                    <a:pt x="17552" y="123008"/>
                    <a:pt x="16208" y="123904"/>
                    <a:pt x="15087" y="125025"/>
                  </a:cubicBezTo>
                  <a:cubicBezTo>
                    <a:pt x="15087" y="125099"/>
                    <a:pt x="15087" y="125174"/>
                    <a:pt x="15087" y="125174"/>
                  </a:cubicBezTo>
                  <a:cubicBezTo>
                    <a:pt x="15386" y="125846"/>
                    <a:pt x="15685" y="126444"/>
                    <a:pt x="16133" y="126967"/>
                  </a:cubicBezTo>
                  <a:lnTo>
                    <a:pt x="19270" y="125324"/>
                  </a:lnTo>
                  <a:cubicBezTo>
                    <a:pt x="19428" y="125218"/>
                    <a:pt x="19736" y="125112"/>
                    <a:pt x="19982" y="125112"/>
                  </a:cubicBezTo>
                  <a:cubicBezTo>
                    <a:pt x="20084" y="125112"/>
                    <a:pt x="20175" y="125130"/>
                    <a:pt x="20241" y="125174"/>
                  </a:cubicBezTo>
                  <a:cubicBezTo>
                    <a:pt x="20390" y="125324"/>
                    <a:pt x="20315" y="125548"/>
                    <a:pt x="20091" y="125622"/>
                  </a:cubicBezTo>
                  <a:lnTo>
                    <a:pt x="16506" y="127489"/>
                  </a:lnTo>
                  <a:cubicBezTo>
                    <a:pt x="17104" y="128087"/>
                    <a:pt x="17701" y="128684"/>
                    <a:pt x="18374" y="129207"/>
                  </a:cubicBezTo>
                  <a:lnTo>
                    <a:pt x="21212" y="128162"/>
                  </a:lnTo>
                  <a:cubicBezTo>
                    <a:pt x="21348" y="128116"/>
                    <a:pt x="21594" y="128043"/>
                    <a:pt x="21817" y="128043"/>
                  </a:cubicBezTo>
                  <a:cubicBezTo>
                    <a:pt x="21961" y="128043"/>
                    <a:pt x="22095" y="128074"/>
                    <a:pt x="22183" y="128162"/>
                  </a:cubicBezTo>
                  <a:cubicBezTo>
                    <a:pt x="22332" y="128386"/>
                    <a:pt x="22033" y="128684"/>
                    <a:pt x="21809" y="128759"/>
                  </a:cubicBezTo>
                  <a:lnTo>
                    <a:pt x="19120" y="129655"/>
                  </a:lnTo>
                  <a:cubicBezTo>
                    <a:pt x="19793" y="130103"/>
                    <a:pt x="20465" y="130626"/>
                    <a:pt x="21137" y="131000"/>
                  </a:cubicBezTo>
                  <a:lnTo>
                    <a:pt x="23228" y="130178"/>
                  </a:lnTo>
                  <a:cubicBezTo>
                    <a:pt x="23319" y="130133"/>
                    <a:pt x="23548" y="130060"/>
                    <a:pt x="23747" y="130060"/>
                  </a:cubicBezTo>
                  <a:cubicBezTo>
                    <a:pt x="23875" y="130060"/>
                    <a:pt x="23991" y="130090"/>
                    <a:pt x="24050" y="130178"/>
                  </a:cubicBezTo>
                  <a:cubicBezTo>
                    <a:pt x="24199" y="130402"/>
                    <a:pt x="23826" y="130552"/>
                    <a:pt x="23676" y="130626"/>
                  </a:cubicBezTo>
                  <a:lnTo>
                    <a:pt x="21734" y="131448"/>
                  </a:lnTo>
                  <a:cubicBezTo>
                    <a:pt x="22361" y="131865"/>
                    <a:pt x="22964" y="132283"/>
                    <a:pt x="23530" y="132283"/>
                  </a:cubicBezTo>
                  <a:cubicBezTo>
                    <a:pt x="23977" y="132283"/>
                    <a:pt x="24401" y="132023"/>
                    <a:pt x="24797" y="131298"/>
                  </a:cubicBezTo>
                  <a:cubicBezTo>
                    <a:pt x="25095" y="130253"/>
                    <a:pt x="25095" y="129282"/>
                    <a:pt x="24871" y="128236"/>
                  </a:cubicBezTo>
                  <a:cubicBezTo>
                    <a:pt x="24573" y="126519"/>
                    <a:pt x="23751" y="124875"/>
                    <a:pt x="22556" y="123531"/>
                  </a:cubicBezTo>
                  <a:cubicBezTo>
                    <a:pt x="21660" y="122560"/>
                    <a:pt x="20539" y="122037"/>
                    <a:pt x="19643" y="121066"/>
                  </a:cubicBezTo>
                  <a:cubicBezTo>
                    <a:pt x="19270" y="120693"/>
                    <a:pt x="18149" y="118452"/>
                    <a:pt x="17701" y="118378"/>
                  </a:cubicBezTo>
                  <a:cubicBezTo>
                    <a:pt x="15955" y="118305"/>
                    <a:pt x="17754" y="116956"/>
                    <a:pt x="18745" y="116956"/>
                  </a:cubicBezTo>
                  <a:cubicBezTo>
                    <a:pt x="18771" y="116956"/>
                    <a:pt x="18797" y="116957"/>
                    <a:pt x="18822" y="116959"/>
                  </a:cubicBezTo>
                  <a:cubicBezTo>
                    <a:pt x="20988" y="117183"/>
                    <a:pt x="20988" y="118901"/>
                    <a:pt x="22481" y="120394"/>
                  </a:cubicBezTo>
                  <a:cubicBezTo>
                    <a:pt x="24274" y="122112"/>
                    <a:pt x="26066" y="123158"/>
                    <a:pt x="27037" y="125622"/>
                  </a:cubicBezTo>
                  <a:cubicBezTo>
                    <a:pt x="28382" y="129058"/>
                    <a:pt x="27709" y="133688"/>
                    <a:pt x="23378" y="134136"/>
                  </a:cubicBezTo>
                  <a:cubicBezTo>
                    <a:pt x="23231" y="134154"/>
                    <a:pt x="23087" y="134162"/>
                    <a:pt x="22946" y="134162"/>
                  </a:cubicBezTo>
                  <a:cubicBezTo>
                    <a:pt x="21287" y="134162"/>
                    <a:pt x="19974" y="133009"/>
                    <a:pt x="18598" y="132045"/>
                  </a:cubicBezTo>
                  <a:cubicBezTo>
                    <a:pt x="16506" y="130701"/>
                    <a:pt x="14191" y="129282"/>
                    <a:pt x="12996" y="127041"/>
                  </a:cubicBezTo>
                  <a:cubicBezTo>
                    <a:pt x="11054" y="123382"/>
                    <a:pt x="12100" y="118901"/>
                    <a:pt x="15386" y="116361"/>
                  </a:cubicBezTo>
                  <a:cubicBezTo>
                    <a:pt x="15688" y="116126"/>
                    <a:pt x="16381" y="115982"/>
                    <a:pt x="16952" y="115982"/>
                  </a:cubicBezTo>
                  <a:close/>
                  <a:moveTo>
                    <a:pt x="96047" y="164235"/>
                  </a:moveTo>
                  <a:lnTo>
                    <a:pt x="96421" y="164459"/>
                  </a:lnTo>
                  <a:lnTo>
                    <a:pt x="96047" y="164310"/>
                  </a:lnTo>
                  <a:lnTo>
                    <a:pt x="96047" y="164235"/>
                  </a:lnTo>
                  <a:close/>
                  <a:moveTo>
                    <a:pt x="55045" y="0"/>
                  </a:moveTo>
                  <a:cubicBezTo>
                    <a:pt x="49294" y="2316"/>
                    <a:pt x="43842" y="5228"/>
                    <a:pt x="38763" y="8664"/>
                  </a:cubicBezTo>
                  <a:lnTo>
                    <a:pt x="37493" y="9709"/>
                  </a:lnTo>
                  <a:lnTo>
                    <a:pt x="36821" y="9934"/>
                  </a:lnTo>
                  <a:cubicBezTo>
                    <a:pt x="15984" y="24796"/>
                    <a:pt x="2689" y="47949"/>
                    <a:pt x="374" y="73417"/>
                  </a:cubicBezTo>
                  <a:cubicBezTo>
                    <a:pt x="4183" y="70728"/>
                    <a:pt x="8216" y="68338"/>
                    <a:pt x="12399" y="66172"/>
                  </a:cubicBezTo>
                  <a:cubicBezTo>
                    <a:pt x="12514" y="66103"/>
                    <a:pt x="12716" y="66069"/>
                    <a:pt x="12915" y="66069"/>
                  </a:cubicBezTo>
                  <a:cubicBezTo>
                    <a:pt x="13358" y="66069"/>
                    <a:pt x="13787" y="66236"/>
                    <a:pt x="13220" y="66546"/>
                  </a:cubicBezTo>
                  <a:cubicBezTo>
                    <a:pt x="8739" y="68786"/>
                    <a:pt x="4482" y="71400"/>
                    <a:pt x="374" y="74313"/>
                  </a:cubicBezTo>
                  <a:lnTo>
                    <a:pt x="299" y="74313"/>
                  </a:lnTo>
                  <a:cubicBezTo>
                    <a:pt x="150" y="76554"/>
                    <a:pt x="1" y="78719"/>
                    <a:pt x="1" y="80960"/>
                  </a:cubicBezTo>
                  <a:lnTo>
                    <a:pt x="4258" y="78047"/>
                  </a:lnTo>
                  <a:cubicBezTo>
                    <a:pt x="4399" y="77959"/>
                    <a:pt x="4569" y="77921"/>
                    <a:pt x="4737" y="77921"/>
                  </a:cubicBezTo>
                  <a:cubicBezTo>
                    <a:pt x="5280" y="77921"/>
                    <a:pt x="5799" y="78320"/>
                    <a:pt x="5229" y="78719"/>
                  </a:cubicBezTo>
                  <a:lnTo>
                    <a:pt x="1" y="82230"/>
                  </a:lnTo>
                  <a:cubicBezTo>
                    <a:pt x="1" y="83499"/>
                    <a:pt x="1" y="84769"/>
                    <a:pt x="75" y="86039"/>
                  </a:cubicBezTo>
                  <a:cubicBezTo>
                    <a:pt x="1494" y="84993"/>
                    <a:pt x="2913" y="83947"/>
                    <a:pt x="4333" y="82977"/>
                  </a:cubicBezTo>
                  <a:cubicBezTo>
                    <a:pt x="4491" y="82871"/>
                    <a:pt x="4734" y="82821"/>
                    <a:pt x="4949" y="82821"/>
                  </a:cubicBezTo>
                  <a:cubicBezTo>
                    <a:pt x="5340" y="82821"/>
                    <a:pt x="5636" y="82986"/>
                    <a:pt x="5154" y="83275"/>
                  </a:cubicBezTo>
                  <a:cubicBezTo>
                    <a:pt x="3436" y="84470"/>
                    <a:pt x="1718" y="85740"/>
                    <a:pt x="150" y="87010"/>
                  </a:cubicBezTo>
                  <a:cubicBezTo>
                    <a:pt x="1793" y="121515"/>
                    <a:pt x="23303" y="151837"/>
                    <a:pt x="55343" y="164832"/>
                  </a:cubicBezTo>
                  <a:cubicBezTo>
                    <a:pt x="55418" y="164758"/>
                    <a:pt x="55493" y="164758"/>
                    <a:pt x="55642" y="164758"/>
                  </a:cubicBezTo>
                  <a:lnTo>
                    <a:pt x="59376" y="166401"/>
                  </a:lnTo>
                  <a:lnTo>
                    <a:pt x="59675" y="166476"/>
                  </a:lnTo>
                  <a:cubicBezTo>
                    <a:pt x="59750" y="166401"/>
                    <a:pt x="59750" y="166401"/>
                    <a:pt x="59824" y="166326"/>
                  </a:cubicBezTo>
                  <a:cubicBezTo>
                    <a:pt x="63484" y="163413"/>
                    <a:pt x="67293" y="160725"/>
                    <a:pt x="71251" y="158260"/>
                  </a:cubicBezTo>
                  <a:cubicBezTo>
                    <a:pt x="71372" y="158200"/>
                    <a:pt x="71545" y="158172"/>
                    <a:pt x="71719" y="158172"/>
                  </a:cubicBezTo>
                  <a:cubicBezTo>
                    <a:pt x="72195" y="158172"/>
                    <a:pt x="72674" y="158380"/>
                    <a:pt x="72073" y="158708"/>
                  </a:cubicBezTo>
                  <a:cubicBezTo>
                    <a:pt x="68189" y="161098"/>
                    <a:pt x="64455" y="163712"/>
                    <a:pt x="60870" y="166550"/>
                  </a:cubicBezTo>
                  <a:cubicBezTo>
                    <a:pt x="60721" y="166700"/>
                    <a:pt x="60571" y="166700"/>
                    <a:pt x="60347" y="166774"/>
                  </a:cubicBezTo>
                  <a:cubicBezTo>
                    <a:pt x="64007" y="167969"/>
                    <a:pt x="67816" y="169015"/>
                    <a:pt x="71550" y="169762"/>
                  </a:cubicBezTo>
                  <a:lnTo>
                    <a:pt x="71774" y="169538"/>
                  </a:lnTo>
                  <a:lnTo>
                    <a:pt x="72446" y="169762"/>
                  </a:lnTo>
                  <a:cubicBezTo>
                    <a:pt x="72521" y="169836"/>
                    <a:pt x="72596" y="169911"/>
                    <a:pt x="72671" y="169986"/>
                  </a:cubicBezTo>
                  <a:lnTo>
                    <a:pt x="73492" y="170135"/>
                  </a:lnTo>
                  <a:lnTo>
                    <a:pt x="85442" y="161621"/>
                  </a:lnTo>
                  <a:cubicBezTo>
                    <a:pt x="85596" y="161518"/>
                    <a:pt x="85829" y="161469"/>
                    <a:pt x="86038" y="161469"/>
                  </a:cubicBezTo>
                  <a:cubicBezTo>
                    <a:pt x="86439" y="161469"/>
                    <a:pt x="86754" y="161651"/>
                    <a:pt x="86263" y="161994"/>
                  </a:cubicBezTo>
                  <a:lnTo>
                    <a:pt x="74612" y="170359"/>
                  </a:lnTo>
                  <a:cubicBezTo>
                    <a:pt x="76405" y="170658"/>
                    <a:pt x="78197" y="170882"/>
                    <a:pt x="79915" y="171106"/>
                  </a:cubicBezTo>
                  <a:cubicBezTo>
                    <a:pt x="81409" y="171181"/>
                    <a:pt x="82828" y="171330"/>
                    <a:pt x="84247" y="171330"/>
                  </a:cubicBezTo>
                  <a:cubicBezTo>
                    <a:pt x="84396" y="171405"/>
                    <a:pt x="84546" y="171405"/>
                    <a:pt x="84695" y="171405"/>
                  </a:cubicBezTo>
                  <a:cubicBezTo>
                    <a:pt x="85442" y="171480"/>
                    <a:pt x="86114" y="171554"/>
                    <a:pt x="86786" y="171554"/>
                  </a:cubicBezTo>
                  <a:cubicBezTo>
                    <a:pt x="87745" y="171585"/>
                    <a:pt x="88704" y="171603"/>
                    <a:pt x="89669" y="171603"/>
                  </a:cubicBezTo>
                  <a:cubicBezTo>
                    <a:pt x="91032" y="171603"/>
                    <a:pt x="92407" y="171567"/>
                    <a:pt x="93807" y="171480"/>
                  </a:cubicBezTo>
                  <a:cubicBezTo>
                    <a:pt x="94404" y="171405"/>
                    <a:pt x="94927" y="171405"/>
                    <a:pt x="95599" y="171330"/>
                  </a:cubicBezTo>
                  <a:lnTo>
                    <a:pt x="95674" y="171330"/>
                  </a:lnTo>
                  <a:cubicBezTo>
                    <a:pt x="99707" y="171031"/>
                    <a:pt x="103665" y="170434"/>
                    <a:pt x="107624" y="169612"/>
                  </a:cubicBezTo>
                  <a:lnTo>
                    <a:pt x="107624" y="169314"/>
                  </a:lnTo>
                  <a:lnTo>
                    <a:pt x="108669" y="169314"/>
                  </a:lnTo>
                  <a:cubicBezTo>
                    <a:pt x="110686" y="168866"/>
                    <a:pt x="112777" y="168343"/>
                    <a:pt x="114794" y="167671"/>
                  </a:cubicBezTo>
                  <a:cubicBezTo>
                    <a:pt x="114943" y="166326"/>
                    <a:pt x="114047" y="165057"/>
                    <a:pt x="112702" y="164832"/>
                  </a:cubicBezTo>
                  <a:cubicBezTo>
                    <a:pt x="98960" y="163413"/>
                    <a:pt x="88355" y="153256"/>
                    <a:pt x="76405" y="147431"/>
                  </a:cubicBezTo>
                  <a:cubicBezTo>
                    <a:pt x="70281" y="144443"/>
                    <a:pt x="63783" y="142128"/>
                    <a:pt x="58331" y="138095"/>
                  </a:cubicBezTo>
                  <a:cubicBezTo>
                    <a:pt x="58107" y="137871"/>
                    <a:pt x="57808" y="137572"/>
                    <a:pt x="57435" y="137348"/>
                  </a:cubicBezTo>
                  <a:cubicBezTo>
                    <a:pt x="54654" y="139722"/>
                    <a:pt x="51134" y="141049"/>
                    <a:pt x="47490" y="141049"/>
                  </a:cubicBezTo>
                  <a:cubicBezTo>
                    <a:pt x="47121" y="141049"/>
                    <a:pt x="46751" y="141035"/>
                    <a:pt x="46381" y="141008"/>
                  </a:cubicBezTo>
                  <a:cubicBezTo>
                    <a:pt x="41676" y="140485"/>
                    <a:pt x="41676" y="137199"/>
                    <a:pt x="41153" y="133315"/>
                  </a:cubicBezTo>
                  <a:cubicBezTo>
                    <a:pt x="40630" y="129133"/>
                    <a:pt x="36298" y="127265"/>
                    <a:pt x="37045" y="122784"/>
                  </a:cubicBezTo>
                  <a:cubicBezTo>
                    <a:pt x="37493" y="120096"/>
                    <a:pt x="38464" y="118452"/>
                    <a:pt x="39809" y="117556"/>
                  </a:cubicBezTo>
                  <a:cubicBezTo>
                    <a:pt x="35850" y="113000"/>
                    <a:pt x="31892" y="108295"/>
                    <a:pt x="29502" y="102843"/>
                  </a:cubicBezTo>
                  <a:cubicBezTo>
                    <a:pt x="27261" y="100752"/>
                    <a:pt x="25469" y="98287"/>
                    <a:pt x="24274" y="95449"/>
                  </a:cubicBezTo>
                  <a:cubicBezTo>
                    <a:pt x="19643" y="84620"/>
                    <a:pt x="17851" y="71251"/>
                    <a:pt x="26066" y="61840"/>
                  </a:cubicBezTo>
                  <a:cubicBezTo>
                    <a:pt x="25842" y="61542"/>
                    <a:pt x="25842" y="61168"/>
                    <a:pt x="26365" y="60720"/>
                  </a:cubicBezTo>
                  <a:cubicBezTo>
                    <a:pt x="26888" y="60272"/>
                    <a:pt x="27635" y="59674"/>
                    <a:pt x="28382" y="59152"/>
                  </a:cubicBezTo>
                  <a:cubicBezTo>
                    <a:pt x="30996" y="52131"/>
                    <a:pt x="34506" y="45260"/>
                    <a:pt x="36597" y="37941"/>
                  </a:cubicBezTo>
                  <a:cubicBezTo>
                    <a:pt x="37792" y="33833"/>
                    <a:pt x="38315" y="29501"/>
                    <a:pt x="40182" y="25692"/>
                  </a:cubicBezTo>
                  <a:cubicBezTo>
                    <a:pt x="41750" y="22705"/>
                    <a:pt x="43692" y="19941"/>
                    <a:pt x="45858" y="17402"/>
                  </a:cubicBezTo>
                  <a:cubicBezTo>
                    <a:pt x="49817" y="12473"/>
                    <a:pt x="53775" y="7618"/>
                    <a:pt x="55119" y="1270"/>
                  </a:cubicBezTo>
                  <a:cubicBezTo>
                    <a:pt x="55194" y="822"/>
                    <a:pt x="55194" y="374"/>
                    <a:pt x="55045" y="0"/>
                  </a:cubicBezTo>
                  <a:close/>
                </a:path>
              </a:pathLst>
            </a:custGeom>
            <a:solidFill>
              <a:schemeClr val="lt2"/>
            </a:solid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6"/>
            <p:cNvSpPr/>
            <p:nvPr/>
          </p:nvSpPr>
          <p:spPr>
            <a:xfrm>
              <a:off x="2796652" y="3486241"/>
              <a:ext cx="78934" cy="45127"/>
            </a:xfrm>
            <a:custGeom>
              <a:avLst/>
              <a:gdLst/>
              <a:ahLst/>
              <a:cxnLst/>
              <a:rect l="l" t="t" r="r" b="b"/>
              <a:pathLst>
                <a:path w="2615" h="1495" extrusionOk="0">
                  <a:moveTo>
                    <a:pt x="1" y="1"/>
                  </a:moveTo>
                  <a:lnTo>
                    <a:pt x="1" y="1"/>
                  </a:lnTo>
                  <a:cubicBezTo>
                    <a:pt x="822" y="225"/>
                    <a:pt x="1569" y="747"/>
                    <a:pt x="2092" y="1494"/>
                  </a:cubicBezTo>
                  <a:cubicBezTo>
                    <a:pt x="2167" y="1121"/>
                    <a:pt x="2391" y="747"/>
                    <a:pt x="2615" y="523"/>
                  </a:cubicBezTo>
                  <a:cubicBezTo>
                    <a:pt x="1793" y="299"/>
                    <a:pt x="748" y="75"/>
                    <a:pt x="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6"/>
            <p:cNvSpPr/>
            <p:nvPr/>
          </p:nvSpPr>
          <p:spPr>
            <a:xfrm>
              <a:off x="2147418" y="1645844"/>
              <a:ext cx="786802" cy="1037911"/>
            </a:xfrm>
            <a:custGeom>
              <a:avLst/>
              <a:gdLst/>
              <a:ahLst/>
              <a:cxnLst/>
              <a:rect l="l" t="t" r="r" b="b"/>
              <a:pathLst>
                <a:path w="26066" h="34385" extrusionOk="0">
                  <a:moveTo>
                    <a:pt x="15004" y="0"/>
                  </a:moveTo>
                  <a:cubicBezTo>
                    <a:pt x="14832" y="0"/>
                    <a:pt x="14660" y="10"/>
                    <a:pt x="14489" y="29"/>
                  </a:cubicBezTo>
                  <a:cubicBezTo>
                    <a:pt x="11054" y="1074"/>
                    <a:pt x="7992" y="2792"/>
                    <a:pt x="5303" y="5107"/>
                  </a:cubicBezTo>
                  <a:cubicBezTo>
                    <a:pt x="4705" y="5780"/>
                    <a:pt x="4183" y="6452"/>
                    <a:pt x="3734" y="7199"/>
                  </a:cubicBezTo>
                  <a:lnTo>
                    <a:pt x="13220" y="3016"/>
                  </a:lnTo>
                  <a:cubicBezTo>
                    <a:pt x="13347" y="2960"/>
                    <a:pt x="13476" y="2935"/>
                    <a:pt x="13597" y="2935"/>
                  </a:cubicBezTo>
                  <a:cubicBezTo>
                    <a:pt x="14115" y="2935"/>
                    <a:pt x="14469" y="3385"/>
                    <a:pt x="13742" y="3688"/>
                  </a:cubicBezTo>
                  <a:lnTo>
                    <a:pt x="2988" y="8543"/>
                  </a:lnTo>
                  <a:cubicBezTo>
                    <a:pt x="2315" y="9738"/>
                    <a:pt x="1718" y="11008"/>
                    <a:pt x="1344" y="12277"/>
                  </a:cubicBezTo>
                  <a:cubicBezTo>
                    <a:pt x="6573" y="9813"/>
                    <a:pt x="11950" y="7572"/>
                    <a:pt x="17327" y="5406"/>
                  </a:cubicBezTo>
                  <a:cubicBezTo>
                    <a:pt x="17471" y="5344"/>
                    <a:pt x="17638" y="5317"/>
                    <a:pt x="17785" y="5317"/>
                  </a:cubicBezTo>
                  <a:cubicBezTo>
                    <a:pt x="18172" y="5317"/>
                    <a:pt x="18425" y="5509"/>
                    <a:pt x="17775" y="5780"/>
                  </a:cubicBezTo>
                  <a:cubicBezTo>
                    <a:pt x="12174" y="8020"/>
                    <a:pt x="6573" y="10410"/>
                    <a:pt x="1120" y="13024"/>
                  </a:cubicBezTo>
                  <a:cubicBezTo>
                    <a:pt x="822" y="13920"/>
                    <a:pt x="598" y="14817"/>
                    <a:pt x="448" y="15787"/>
                  </a:cubicBezTo>
                  <a:cubicBezTo>
                    <a:pt x="5079" y="13472"/>
                    <a:pt x="9784" y="11381"/>
                    <a:pt x="14564" y="9514"/>
                  </a:cubicBezTo>
                  <a:cubicBezTo>
                    <a:pt x="14697" y="9438"/>
                    <a:pt x="14850" y="9405"/>
                    <a:pt x="14989" y="9405"/>
                  </a:cubicBezTo>
                  <a:cubicBezTo>
                    <a:pt x="15399" y="9405"/>
                    <a:pt x="15699" y="9684"/>
                    <a:pt x="15087" y="9962"/>
                  </a:cubicBezTo>
                  <a:cubicBezTo>
                    <a:pt x="10008" y="11978"/>
                    <a:pt x="5153" y="14144"/>
                    <a:pt x="299" y="16609"/>
                  </a:cubicBezTo>
                  <a:cubicBezTo>
                    <a:pt x="149" y="17580"/>
                    <a:pt x="75" y="18626"/>
                    <a:pt x="75" y="19671"/>
                  </a:cubicBezTo>
                  <a:cubicBezTo>
                    <a:pt x="5153" y="17655"/>
                    <a:pt x="10157" y="15489"/>
                    <a:pt x="15012" y="13024"/>
                  </a:cubicBezTo>
                  <a:cubicBezTo>
                    <a:pt x="15156" y="12952"/>
                    <a:pt x="15376" y="12919"/>
                    <a:pt x="15582" y="12919"/>
                  </a:cubicBezTo>
                  <a:cubicBezTo>
                    <a:pt x="16019" y="12919"/>
                    <a:pt x="16392" y="13069"/>
                    <a:pt x="15834" y="13323"/>
                  </a:cubicBezTo>
                  <a:cubicBezTo>
                    <a:pt x="10680" y="15937"/>
                    <a:pt x="5452" y="18252"/>
                    <a:pt x="0" y="20343"/>
                  </a:cubicBezTo>
                  <a:cubicBezTo>
                    <a:pt x="0" y="21389"/>
                    <a:pt x="75" y="22509"/>
                    <a:pt x="149" y="23555"/>
                  </a:cubicBezTo>
                  <a:cubicBezTo>
                    <a:pt x="5378" y="21613"/>
                    <a:pt x="10456" y="19372"/>
                    <a:pt x="15385" y="16833"/>
                  </a:cubicBezTo>
                  <a:cubicBezTo>
                    <a:pt x="15526" y="16727"/>
                    <a:pt x="15883" y="16655"/>
                    <a:pt x="16135" y="16655"/>
                  </a:cubicBezTo>
                  <a:cubicBezTo>
                    <a:pt x="16417" y="16655"/>
                    <a:pt x="16566" y="16746"/>
                    <a:pt x="16132" y="16982"/>
                  </a:cubicBezTo>
                  <a:cubicBezTo>
                    <a:pt x="10979" y="19671"/>
                    <a:pt x="5676" y="21986"/>
                    <a:pt x="224" y="24003"/>
                  </a:cubicBezTo>
                  <a:cubicBezTo>
                    <a:pt x="374" y="25123"/>
                    <a:pt x="523" y="26244"/>
                    <a:pt x="672" y="27364"/>
                  </a:cubicBezTo>
                  <a:lnTo>
                    <a:pt x="14788" y="21240"/>
                  </a:lnTo>
                  <a:cubicBezTo>
                    <a:pt x="14913" y="21193"/>
                    <a:pt x="15048" y="21172"/>
                    <a:pt x="15175" y="21172"/>
                  </a:cubicBezTo>
                  <a:cubicBezTo>
                    <a:pt x="15654" y="21172"/>
                    <a:pt x="16019" y="21467"/>
                    <a:pt x="15311" y="21762"/>
                  </a:cubicBezTo>
                  <a:lnTo>
                    <a:pt x="822" y="28036"/>
                  </a:lnTo>
                  <a:cubicBezTo>
                    <a:pt x="896" y="28484"/>
                    <a:pt x="971" y="28932"/>
                    <a:pt x="1120" y="29380"/>
                  </a:cubicBezTo>
                  <a:cubicBezTo>
                    <a:pt x="1195" y="29754"/>
                    <a:pt x="1270" y="29978"/>
                    <a:pt x="1344" y="30277"/>
                  </a:cubicBezTo>
                  <a:cubicBezTo>
                    <a:pt x="7095" y="27887"/>
                    <a:pt x="12697" y="25198"/>
                    <a:pt x="18149" y="22285"/>
                  </a:cubicBezTo>
                  <a:cubicBezTo>
                    <a:pt x="18290" y="22214"/>
                    <a:pt x="18429" y="22184"/>
                    <a:pt x="18556" y="22184"/>
                  </a:cubicBezTo>
                  <a:cubicBezTo>
                    <a:pt x="19097" y="22184"/>
                    <a:pt x="19412" y="22743"/>
                    <a:pt x="18746" y="23107"/>
                  </a:cubicBezTo>
                  <a:cubicBezTo>
                    <a:pt x="13145" y="26094"/>
                    <a:pt x="7469" y="28783"/>
                    <a:pt x="1569" y="31247"/>
                  </a:cubicBezTo>
                  <a:cubicBezTo>
                    <a:pt x="1867" y="32293"/>
                    <a:pt x="2241" y="33339"/>
                    <a:pt x="2614" y="34384"/>
                  </a:cubicBezTo>
                  <a:cubicBezTo>
                    <a:pt x="10008" y="31173"/>
                    <a:pt x="17551" y="28260"/>
                    <a:pt x="25244" y="25721"/>
                  </a:cubicBezTo>
                  <a:cubicBezTo>
                    <a:pt x="25332" y="25677"/>
                    <a:pt x="25419" y="25659"/>
                    <a:pt x="25501" y="25659"/>
                  </a:cubicBezTo>
                  <a:cubicBezTo>
                    <a:pt x="25699" y="25659"/>
                    <a:pt x="25863" y="25764"/>
                    <a:pt x="25916" y="25870"/>
                  </a:cubicBezTo>
                  <a:cubicBezTo>
                    <a:pt x="26066" y="21762"/>
                    <a:pt x="25244" y="17729"/>
                    <a:pt x="23526" y="14070"/>
                  </a:cubicBezTo>
                  <a:cubicBezTo>
                    <a:pt x="22182" y="11082"/>
                    <a:pt x="21734" y="8394"/>
                    <a:pt x="20912" y="5331"/>
                  </a:cubicBezTo>
                  <a:cubicBezTo>
                    <a:pt x="20464" y="3688"/>
                    <a:pt x="19568" y="2269"/>
                    <a:pt x="18373" y="1224"/>
                  </a:cubicBezTo>
                  <a:cubicBezTo>
                    <a:pt x="17395" y="441"/>
                    <a:pt x="16189" y="0"/>
                    <a:pt x="1500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6"/>
            <p:cNvSpPr/>
            <p:nvPr/>
          </p:nvSpPr>
          <p:spPr>
            <a:xfrm>
              <a:off x="2235314" y="2442468"/>
              <a:ext cx="694406" cy="682453"/>
            </a:xfrm>
            <a:custGeom>
              <a:avLst/>
              <a:gdLst/>
              <a:ahLst/>
              <a:cxnLst/>
              <a:rect l="l" t="t" r="r" b="b"/>
              <a:pathLst>
                <a:path w="23005" h="22609" extrusionOk="0">
                  <a:moveTo>
                    <a:pt x="23004" y="1"/>
                  </a:moveTo>
                  <a:cubicBezTo>
                    <a:pt x="22855" y="76"/>
                    <a:pt x="22706" y="150"/>
                    <a:pt x="22556" y="225"/>
                  </a:cubicBezTo>
                  <a:cubicBezTo>
                    <a:pt x="14938" y="2764"/>
                    <a:pt x="7395" y="5677"/>
                    <a:pt x="1" y="8889"/>
                  </a:cubicBezTo>
                  <a:cubicBezTo>
                    <a:pt x="524" y="10308"/>
                    <a:pt x="1121" y="11652"/>
                    <a:pt x="1868" y="12996"/>
                  </a:cubicBezTo>
                  <a:cubicBezTo>
                    <a:pt x="3735" y="12025"/>
                    <a:pt x="5826" y="11353"/>
                    <a:pt x="7694" y="10457"/>
                  </a:cubicBezTo>
                  <a:cubicBezTo>
                    <a:pt x="10233" y="9337"/>
                    <a:pt x="12698" y="8142"/>
                    <a:pt x="15162" y="6947"/>
                  </a:cubicBezTo>
                  <a:cubicBezTo>
                    <a:pt x="15301" y="6877"/>
                    <a:pt x="15511" y="6844"/>
                    <a:pt x="15711" y="6844"/>
                  </a:cubicBezTo>
                  <a:cubicBezTo>
                    <a:pt x="16157" y="6844"/>
                    <a:pt x="16551" y="7011"/>
                    <a:pt x="15984" y="7320"/>
                  </a:cubicBezTo>
                  <a:cubicBezTo>
                    <a:pt x="12772" y="8889"/>
                    <a:pt x="9486" y="10457"/>
                    <a:pt x="6200" y="11876"/>
                  </a:cubicBezTo>
                  <a:cubicBezTo>
                    <a:pt x="4930" y="12548"/>
                    <a:pt x="3586" y="13146"/>
                    <a:pt x="2241" y="13743"/>
                  </a:cubicBezTo>
                  <a:cubicBezTo>
                    <a:pt x="2690" y="14565"/>
                    <a:pt x="3212" y="15386"/>
                    <a:pt x="3735" y="16133"/>
                  </a:cubicBezTo>
                  <a:lnTo>
                    <a:pt x="13893" y="10980"/>
                  </a:lnTo>
                  <a:cubicBezTo>
                    <a:pt x="14016" y="10918"/>
                    <a:pt x="14196" y="10890"/>
                    <a:pt x="14376" y="10890"/>
                  </a:cubicBezTo>
                  <a:cubicBezTo>
                    <a:pt x="14851" y="10890"/>
                    <a:pt x="15330" y="11083"/>
                    <a:pt x="14789" y="11353"/>
                  </a:cubicBezTo>
                  <a:lnTo>
                    <a:pt x="4109" y="16731"/>
                  </a:lnTo>
                  <a:cubicBezTo>
                    <a:pt x="4706" y="17552"/>
                    <a:pt x="5453" y="18448"/>
                    <a:pt x="6200" y="19195"/>
                  </a:cubicBezTo>
                  <a:lnTo>
                    <a:pt x="18374" y="13444"/>
                  </a:lnTo>
                  <a:cubicBezTo>
                    <a:pt x="18508" y="13377"/>
                    <a:pt x="18651" y="13348"/>
                    <a:pt x="18781" y="13348"/>
                  </a:cubicBezTo>
                  <a:cubicBezTo>
                    <a:pt x="19228" y="13348"/>
                    <a:pt x="19533" y="13695"/>
                    <a:pt x="18897" y="14042"/>
                  </a:cubicBezTo>
                  <a:lnTo>
                    <a:pt x="6797" y="19793"/>
                  </a:lnTo>
                  <a:cubicBezTo>
                    <a:pt x="7470" y="20390"/>
                    <a:pt x="8216" y="20913"/>
                    <a:pt x="9038" y="21361"/>
                  </a:cubicBezTo>
                  <a:cubicBezTo>
                    <a:pt x="12324" y="19718"/>
                    <a:pt x="15685" y="18224"/>
                    <a:pt x="19046" y="16805"/>
                  </a:cubicBezTo>
                  <a:cubicBezTo>
                    <a:pt x="19138" y="16774"/>
                    <a:pt x="19232" y="16761"/>
                    <a:pt x="19323" y="16761"/>
                  </a:cubicBezTo>
                  <a:cubicBezTo>
                    <a:pt x="19894" y="16761"/>
                    <a:pt x="20352" y="17305"/>
                    <a:pt x="19643" y="17627"/>
                  </a:cubicBezTo>
                  <a:cubicBezTo>
                    <a:pt x="16432" y="18896"/>
                    <a:pt x="13220" y="20316"/>
                    <a:pt x="10158" y="21884"/>
                  </a:cubicBezTo>
                  <a:cubicBezTo>
                    <a:pt x="11428" y="22365"/>
                    <a:pt x="12777" y="22608"/>
                    <a:pt x="14125" y="22608"/>
                  </a:cubicBezTo>
                  <a:cubicBezTo>
                    <a:pt x="15710" y="22608"/>
                    <a:pt x="17294" y="22271"/>
                    <a:pt x="18747" y="21585"/>
                  </a:cubicBezTo>
                  <a:cubicBezTo>
                    <a:pt x="19046" y="21436"/>
                    <a:pt x="19419" y="21361"/>
                    <a:pt x="19793" y="21361"/>
                  </a:cubicBezTo>
                  <a:cubicBezTo>
                    <a:pt x="21585" y="20091"/>
                    <a:pt x="22481" y="17926"/>
                    <a:pt x="22257" y="15760"/>
                  </a:cubicBezTo>
                  <a:cubicBezTo>
                    <a:pt x="22183" y="15162"/>
                    <a:pt x="21809" y="14863"/>
                    <a:pt x="21585" y="14415"/>
                  </a:cubicBezTo>
                  <a:cubicBezTo>
                    <a:pt x="20241" y="10756"/>
                    <a:pt x="20092" y="10905"/>
                    <a:pt x="21212" y="7470"/>
                  </a:cubicBezTo>
                  <a:cubicBezTo>
                    <a:pt x="22033" y="5304"/>
                    <a:pt x="22556" y="3063"/>
                    <a:pt x="22930" y="822"/>
                  </a:cubicBezTo>
                  <a:cubicBezTo>
                    <a:pt x="22930" y="524"/>
                    <a:pt x="22930" y="225"/>
                    <a:pt x="230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6"/>
            <p:cNvSpPr/>
            <p:nvPr/>
          </p:nvSpPr>
          <p:spPr>
            <a:xfrm>
              <a:off x="2758348" y="650275"/>
              <a:ext cx="822873" cy="595580"/>
            </a:xfrm>
            <a:custGeom>
              <a:avLst/>
              <a:gdLst/>
              <a:ahLst/>
              <a:cxnLst/>
              <a:rect l="l" t="t" r="r" b="b"/>
              <a:pathLst>
                <a:path w="27261" h="19731" extrusionOk="0">
                  <a:moveTo>
                    <a:pt x="25393" y="0"/>
                  </a:moveTo>
                  <a:cubicBezTo>
                    <a:pt x="22406" y="1270"/>
                    <a:pt x="19493" y="2540"/>
                    <a:pt x="16506" y="3735"/>
                  </a:cubicBezTo>
                  <a:lnTo>
                    <a:pt x="16356" y="3959"/>
                  </a:lnTo>
                  <a:lnTo>
                    <a:pt x="16207" y="3959"/>
                  </a:lnTo>
                  <a:lnTo>
                    <a:pt x="16132" y="3884"/>
                  </a:lnTo>
                  <a:cubicBezTo>
                    <a:pt x="10755" y="6125"/>
                    <a:pt x="5452" y="8216"/>
                    <a:pt x="0" y="10382"/>
                  </a:cubicBezTo>
                  <a:cubicBezTo>
                    <a:pt x="299" y="11054"/>
                    <a:pt x="747" y="11651"/>
                    <a:pt x="1195" y="12249"/>
                  </a:cubicBezTo>
                  <a:lnTo>
                    <a:pt x="20987" y="4631"/>
                  </a:lnTo>
                  <a:cubicBezTo>
                    <a:pt x="21130" y="4578"/>
                    <a:pt x="21285" y="4554"/>
                    <a:pt x="21427" y="4554"/>
                  </a:cubicBezTo>
                  <a:cubicBezTo>
                    <a:pt x="21879" y="4554"/>
                    <a:pt x="22192" y="4795"/>
                    <a:pt x="21510" y="5079"/>
                  </a:cubicBezTo>
                  <a:lnTo>
                    <a:pt x="1643" y="12697"/>
                  </a:lnTo>
                  <a:cubicBezTo>
                    <a:pt x="2166" y="13220"/>
                    <a:pt x="2689" y="13743"/>
                    <a:pt x="3286" y="14191"/>
                  </a:cubicBezTo>
                  <a:lnTo>
                    <a:pt x="16879" y="8664"/>
                  </a:lnTo>
                  <a:cubicBezTo>
                    <a:pt x="17029" y="8627"/>
                    <a:pt x="17421" y="8571"/>
                    <a:pt x="17673" y="8571"/>
                  </a:cubicBezTo>
                  <a:cubicBezTo>
                    <a:pt x="17925" y="8571"/>
                    <a:pt x="18037" y="8627"/>
                    <a:pt x="17626" y="8813"/>
                  </a:cubicBezTo>
                  <a:lnTo>
                    <a:pt x="3734" y="14490"/>
                  </a:lnTo>
                  <a:cubicBezTo>
                    <a:pt x="4556" y="15012"/>
                    <a:pt x="5452" y="15535"/>
                    <a:pt x="6423" y="16058"/>
                  </a:cubicBezTo>
                  <a:cubicBezTo>
                    <a:pt x="10083" y="14041"/>
                    <a:pt x="13966" y="12398"/>
                    <a:pt x="17925" y="10979"/>
                  </a:cubicBezTo>
                  <a:cubicBezTo>
                    <a:pt x="18034" y="10952"/>
                    <a:pt x="18152" y="10940"/>
                    <a:pt x="18264" y="10940"/>
                  </a:cubicBezTo>
                  <a:cubicBezTo>
                    <a:pt x="18766" y="10940"/>
                    <a:pt x="19179" y="11184"/>
                    <a:pt x="18448" y="11427"/>
                  </a:cubicBezTo>
                  <a:cubicBezTo>
                    <a:pt x="14564" y="12772"/>
                    <a:pt x="10755" y="14415"/>
                    <a:pt x="7170" y="16357"/>
                  </a:cubicBezTo>
                  <a:cubicBezTo>
                    <a:pt x="7917" y="16730"/>
                    <a:pt x="8738" y="17104"/>
                    <a:pt x="9560" y="17402"/>
                  </a:cubicBezTo>
                  <a:cubicBezTo>
                    <a:pt x="11950" y="16133"/>
                    <a:pt x="14340" y="14863"/>
                    <a:pt x="16655" y="13593"/>
                  </a:cubicBezTo>
                  <a:cubicBezTo>
                    <a:pt x="16828" y="13507"/>
                    <a:pt x="17349" y="13421"/>
                    <a:pt x="17643" y="13421"/>
                  </a:cubicBezTo>
                  <a:cubicBezTo>
                    <a:pt x="17859" y="13421"/>
                    <a:pt x="17953" y="13467"/>
                    <a:pt x="17701" y="13593"/>
                  </a:cubicBezTo>
                  <a:lnTo>
                    <a:pt x="10232" y="17626"/>
                  </a:lnTo>
                  <a:cubicBezTo>
                    <a:pt x="10755" y="17776"/>
                    <a:pt x="11352" y="18000"/>
                    <a:pt x="11875" y="18149"/>
                  </a:cubicBezTo>
                  <a:lnTo>
                    <a:pt x="16132" y="15759"/>
                  </a:lnTo>
                  <a:cubicBezTo>
                    <a:pt x="16274" y="15665"/>
                    <a:pt x="16505" y="15570"/>
                    <a:pt x="16713" y="15570"/>
                  </a:cubicBezTo>
                  <a:cubicBezTo>
                    <a:pt x="16834" y="15570"/>
                    <a:pt x="16946" y="15602"/>
                    <a:pt x="17029" y="15685"/>
                  </a:cubicBezTo>
                  <a:cubicBezTo>
                    <a:pt x="17253" y="15834"/>
                    <a:pt x="17178" y="16133"/>
                    <a:pt x="16954" y="16282"/>
                  </a:cubicBezTo>
                  <a:lnTo>
                    <a:pt x="12996" y="18523"/>
                  </a:lnTo>
                  <a:cubicBezTo>
                    <a:pt x="13817" y="18747"/>
                    <a:pt x="14564" y="18896"/>
                    <a:pt x="15161" y="19045"/>
                  </a:cubicBezTo>
                  <a:lnTo>
                    <a:pt x="17551" y="18074"/>
                  </a:lnTo>
                  <a:cubicBezTo>
                    <a:pt x="17688" y="18029"/>
                    <a:pt x="17934" y="17956"/>
                    <a:pt x="18157" y="17956"/>
                  </a:cubicBezTo>
                  <a:cubicBezTo>
                    <a:pt x="18301" y="17956"/>
                    <a:pt x="18434" y="17987"/>
                    <a:pt x="18522" y="18074"/>
                  </a:cubicBezTo>
                  <a:cubicBezTo>
                    <a:pt x="18672" y="18299"/>
                    <a:pt x="18373" y="18597"/>
                    <a:pt x="18149" y="18672"/>
                  </a:cubicBezTo>
                  <a:lnTo>
                    <a:pt x="16506" y="19344"/>
                  </a:lnTo>
                  <a:cubicBezTo>
                    <a:pt x="17895" y="19605"/>
                    <a:pt x="19295" y="19731"/>
                    <a:pt x="20694" y="19731"/>
                  </a:cubicBezTo>
                  <a:cubicBezTo>
                    <a:pt x="22905" y="19731"/>
                    <a:pt x="25111" y="19416"/>
                    <a:pt x="27261" y="18821"/>
                  </a:cubicBezTo>
                  <a:cubicBezTo>
                    <a:pt x="27261" y="18149"/>
                    <a:pt x="26962" y="17552"/>
                    <a:pt x="26439" y="17178"/>
                  </a:cubicBezTo>
                  <a:cubicBezTo>
                    <a:pt x="23153" y="14340"/>
                    <a:pt x="21809" y="9784"/>
                    <a:pt x="23228" y="5677"/>
                  </a:cubicBezTo>
                  <a:cubicBezTo>
                    <a:pt x="23601" y="5378"/>
                    <a:pt x="23825" y="5004"/>
                    <a:pt x="23974" y="4556"/>
                  </a:cubicBezTo>
                  <a:lnTo>
                    <a:pt x="25095" y="1420"/>
                  </a:lnTo>
                  <a:cubicBezTo>
                    <a:pt x="25244" y="1121"/>
                    <a:pt x="25244" y="822"/>
                    <a:pt x="25244" y="449"/>
                  </a:cubicBezTo>
                  <a:lnTo>
                    <a:pt x="2539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6"/>
            <p:cNvSpPr/>
            <p:nvPr/>
          </p:nvSpPr>
          <p:spPr>
            <a:xfrm>
              <a:off x="2744795" y="449821"/>
              <a:ext cx="825801" cy="482296"/>
            </a:xfrm>
            <a:custGeom>
              <a:avLst/>
              <a:gdLst/>
              <a:ahLst/>
              <a:cxnLst/>
              <a:rect l="l" t="t" r="r" b="b"/>
              <a:pathLst>
                <a:path w="27358" h="15978" extrusionOk="0">
                  <a:moveTo>
                    <a:pt x="24602" y="0"/>
                  </a:moveTo>
                  <a:cubicBezTo>
                    <a:pt x="24215" y="0"/>
                    <a:pt x="23820" y="112"/>
                    <a:pt x="23453" y="368"/>
                  </a:cubicBezTo>
                  <a:cubicBezTo>
                    <a:pt x="23004" y="667"/>
                    <a:pt x="22556" y="1040"/>
                    <a:pt x="22183" y="1413"/>
                  </a:cubicBezTo>
                  <a:cubicBezTo>
                    <a:pt x="22407" y="1189"/>
                    <a:pt x="22706" y="1040"/>
                    <a:pt x="23004" y="816"/>
                  </a:cubicBezTo>
                  <a:cubicBezTo>
                    <a:pt x="23374" y="539"/>
                    <a:pt x="24428" y="348"/>
                    <a:pt x="25055" y="348"/>
                  </a:cubicBezTo>
                  <a:cubicBezTo>
                    <a:pt x="25443" y="348"/>
                    <a:pt x="25669" y="421"/>
                    <a:pt x="25469" y="592"/>
                  </a:cubicBezTo>
                  <a:cubicBezTo>
                    <a:pt x="23453" y="2011"/>
                    <a:pt x="21137" y="3057"/>
                    <a:pt x="18747" y="3654"/>
                  </a:cubicBezTo>
                  <a:cubicBezTo>
                    <a:pt x="18523" y="3803"/>
                    <a:pt x="18299" y="3953"/>
                    <a:pt x="18075" y="4102"/>
                  </a:cubicBezTo>
                  <a:cubicBezTo>
                    <a:pt x="17776" y="4027"/>
                    <a:pt x="17552" y="4027"/>
                    <a:pt x="17254" y="4027"/>
                  </a:cubicBezTo>
                  <a:cubicBezTo>
                    <a:pt x="11876" y="6193"/>
                    <a:pt x="6573" y="8509"/>
                    <a:pt x="1345" y="10973"/>
                  </a:cubicBezTo>
                  <a:cubicBezTo>
                    <a:pt x="823" y="11795"/>
                    <a:pt x="449" y="12616"/>
                    <a:pt x="300" y="13513"/>
                  </a:cubicBezTo>
                  <a:lnTo>
                    <a:pt x="300" y="13513"/>
                  </a:lnTo>
                  <a:cubicBezTo>
                    <a:pt x="7843" y="10600"/>
                    <a:pt x="15237" y="7239"/>
                    <a:pt x="22407" y="3355"/>
                  </a:cubicBezTo>
                  <a:cubicBezTo>
                    <a:pt x="22536" y="3269"/>
                    <a:pt x="23039" y="3183"/>
                    <a:pt x="23340" y="3183"/>
                  </a:cubicBezTo>
                  <a:cubicBezTo>
                    <a:pt x="23561" y="3183"/>
                    <a:pt x="23673" y="3229"/>
                    <a:pt x="23453" y="3355"/>
                  </a:cubicBezTo>
                  <a:cubicBezTo>
                    <a:pt x="15909" y="7388"/>
                    <a:pt x="8142" y="10973"/>
                    <a:pt x="150" y="14035"/>
                  </a:cubicBezTo>
                  <a:cubicBezTo>
                    <a:pt x="1" y="14633"/>
                    <a:pt x="1" y="15305"/>
                    <a:pt x="150" y="15977"/>
                  </a:cubicBezTo>
                  <a:cubicBezTo>
                    <a:pt x="8515" y="12691"/>
                    <a:pt x="16955" y="9330"/>
                    <a:pt x="25245" y="5745"/>
                  </a:cubicBezTo>
                  <a:cubicBezTo>
                    <a:pt x="25346" y="5678"/>
                    <a:pt x="25461" y="5641"/>
                    <a:pt x="25579" y="5641"/>
                  </a:cubicBezTo>
                  <a:cubicBezTo>
                    <a:pt x="25723" y="5641"/>
                    <a:pt x="25869" y="5697"/>
                    <a:pt x="25992" y="5820"/>
                  </a:cubicBezTo>
                  <a:lnTo>
                    <a:pt x="26888" y="2982"/>
                  </a:lnTo>
                  <a:cubicBezTo>
                    <a:pt x="27358" y="1514"/>
                    <a:pt x="26027" y="0"/>
                    <a:pt x="2460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6"/>
            <p:cNvSpPr/>
            <p:nvPr/>
          </p:nvSpPr>
          <p:spPr>
            <a:xfrm>
              <a:off x="2814702" y="591657"/>
              <a:ext cx="349452" cy="153340"/>
            </a:xfrm>
            <a:custGeom>
              <a:avLst/>
              <a:gdLst/>
              <a:ahLst/>
              <a:cxnLst/>
              <a:rect l="l" t="t" r="r" b="b"/>
              <a:pathLst>
                <a:path w="11577" h="5080" extrusionOk="0">
                  <a:moveTo>
                    <a:pt x="11577" y="1"/>
                  </a:moveTo>
                  <a:lnTo>
                    <a:pt x="11577" y="1"/>
                  </a:lnTo>
                  <a:cubicBezTo>
                    <a:pt x="7394" y="972"/>
                    <a:pt x="2465" y="2017"/>
                    <a:pt x="0" y="5079"/>
                  </a:cubicBezTo>
                  <a:cubicBezTo>
                    <a:pt x="3809" y="3362"/>
                    <a:pt x="7693" y="1644"/>
                    <a:pt x="115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6"/>
            <p:cNvSpPr/>
            <p:nvPr/>
          </p:nvSpPr>
          <p:spPr>
            <a:xfrm>
              <a:off x="3468464" y="1258942"/>
              <a:ext cx="92457" cy="26442"/>
            </a:xfrm>
            <a:custGeom>
              <a:avLst/>
              <a:gdLst/>
              <a:ahLst/>
              <a:cxnLst/>
              <a:rect l="l" t="t" r="r" b="b"/>
              <a:pathLst>
                <a:path w="3063" h="876" extrusionOk="0">
                  <a:moveTo>
                    <a:pt x="3062" y="1"/>
                  </a:moveTo>
                  <a:lnTo>
                    <a:pt x="3062" y="1"/>
                  </a:lnTo>
                  <a:cubicBezTo>
                    <a:pt x="2092" y="299"/>
                    <a:pt x="1046" y="449"/>
                    <a:pt x="0" y="598"/>
                  </a:cubicBezTo>
                  <a:cubicBezTo>
                    <a:pt x="373" y="784"/>
                    <a:pt x="774" y="876"/>
                    <a:pt x="1170" y="876"/>
                  </a:cubicBezTo>
                  <a:cubicBezTo>
                    <a:pt x="1884" y="876"/>
                    <a:pt x="2582" y="578"/>
                    <a:pt x="3062" y="1"/>
                  </a:cubicBezTo>
                  <a:close/>
                </a:path>
              </a:pathLst>
            </a:custGeom>
            <a:solidFill>
              <a:srgbClr val="B47E5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6"/>
            <p:cNvSpPr/>
            <p:nvPr/>
          </p:nvSpPr>
          <p:spPr>
            <a:xfrm>
              <a:off x="4658752" y="2713010"/>
              <a:ext cx="248030" cy="110477"/>
            </a:xfrm>
            <a:custGeom>
              <a:avLst/>
              <a:gdLst/>
              <a:ahLst/>
              <a:cxnLst/>
              <a:rect l="l" t="t" r="r" b="b"/>
              <a:pathLst>
                <a:path w="8217" h="3660" extrusionOk="0">
                  <a:moveTo>
                    <a:pt x="8216" y="0"/>
                  </a:moveTo>
                  <a:lnTo>
                    <a:pt x="8216" y="0"/>
                  </a:lnTo>
                  <a:cubicBezTo>
                    <a:pt x="5826" y="1942"/>
                    <a:pt x="2988" y="3137"/>
                    <a:pt x="1" y="3660"/>
                  </a:cubicBezTo>
                  <a:cubicBezTo>
                    <a:pt x="2988" y="3510"/>
                    <a:pt x="5901" y="2764"/>
                    <a:pt x="7619" y="896"/>
                  </a:cubicBezTo>
                  <a:cubicBezTo>
                    <a:pt x="7843" y="598"/>
                    <a:pt x="8067" y="299"/>
                    <a:pt x="82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6"/>
            <p:cNvSpPr/>
            <p:nvPr/>
          </p:nvSpPr>
          <p:spPr>
            <a:xfrm>
              <a:off x="3905804" y="1639928"/>
              <a:ext cx="856711" cy="705665"/>
            </a:xfrm>
            <a:custGeom>
              <a:avLst/>
              <a:gdLst/>
              <a:ahLst/>
              <a:cxnLst/>
              <a:rect l="l" t="t" r="r" b="b"/>
              <a:pathLst>
                <a:path w="28382" h="23378" extrusionOk="0">
                  <a:moveTo>
                    <a:pt x="27485" y="1"/>
                  </a:moveTo>
                  <a:lnTo>
                    <a:pt x="27485" y="1"/>
                  </a:lnTo>
                  <a:cubicBezTo>
                    <a:pt x="20091" y="3212"/>
                    <a:pt x="12548" y="6050"/>
                    <a:pt x="4930" y="8440"/>
                  </a:cubicBezTo>
                  <a:cubicBezTo>
                    <a:pt x="4780" y="8440"/>
                    <a:pt x="4706" y="8515"/>
                    <a:pt x="4631" y="8515"/>
                  </a:cubicBezTo>
                  <a:cubicBezTo>
                    <a:pt x="3511" y="10158"/>
                    <a:pt x="2465" y="11876"/>
                    <a:pt x="1644" y="13668"/>
                  </a:cubicBezTo>
                  <a:cubicBezTo>
                    <a:pt x="4034" y="12324"/>
                    <a:pt x="6573" y="11204"/>
                    <a:pt x="9262" y="10457"/>
                  </a:cubicBezTo>
                  <a:cubicBezTo>
                    <a:pt x="15236" y="8515"/>
                    <a:pt x="21062" y="6200"/>
                    <a:pt x="26738" y="3362"/>
                  </a:cubicBezTo>
                  <a:cubicBezTo>
                    <a:pt x="26851" y="3316"/>
                    <a:pt x="27040" y="3292"/>
                    <a:pt x="27225" y="3292"/>
                  </a:cubicBezTo>
                  <a:cubicBezTo>
                    <a:pt x="27650" y="3292"/>
                    <a:pt x="28058" y="3423"/>
                    <a:pt x="27485" y="3735"/>
                  </a:cubicBezTo>
                  <a:cubicBezTo>
                    <a:pt x="23676" y="5677"/>
                    <a:pt x="19792" y="7395"/>
                    <a:pt x="15759" y="8888"/>
                  </a:cubicBezTo>
                  <a:cubicBezTo>
                    <a:pt x="10830" y="10755"/>
                    <a:pt x="5527" y="11801"/>
                    <a:pt x="1195" y="14788"/>
                  </a:cubicBezTo>
                  <a:cubicBezTo>
                    <a:pt x="971" y="15311"/>
                    <a:pt x="822" y="15759"/>
                    <a:pt x="673" y="16282"/>
                  </a:cubicBezTo>
                  <a:cubicBezTo>
                    <a:pt x="449" y="17178"/>
                    <a:pt x="225" y="18075"/>
                    <a:pt x="150" y="19046"/>
                  </a:cubicBezTo>
                  <a:cubicBezTo>
                    <a:pt x="8216" y="15162"/>
                    <a:pt x="16581" y="11726"/>
                    <a:pt x="25020" y="8739"/>
                  </a:cubicBezTo>
                  <a:cubicBezTo>
                    <a:pt x="25148" y="8691"/>
                    <a:pt x="25285" y="8671"/>
                    <a:pt x="25414" y="8671"/>
                  </a:cubicBezTo>
                  <a:cubicBezTo>
                    <a:pt x="25890" y="8671"/>
                    <a:pt x="26249" y="8952"/>
                    <a:pt x="25543" y="9187"/>
                  </a:cubicBezTo>
                  <a:cubicBezTo>
                    <a:pt x="16880" y="12324"/>
                    <a:pt x="8365" y="15834"/>
                    <a:pt x="75" y="19792"/>
                  </a:cubicBezTo>
                  <a:cubicBezTo>
                    <a:pt x="0" y="20987"/>
                    <a:pt x="75" y="22182"/>
                    <a:pt x="225" y="23377"/>
                  </a:cubicBezTo>
                  <a:cubicBezTo>
                    <a:pt x="8739" y="20241"/>
                    <a:pt x="17178" y="17029"/>
                    <a:pt x="25394" y="13220"/>
                  </a:cubicBezTo>
                  <a:cubicBezTo>
                    <a:pt x="25991" y="11577"/>
                    <a:pt x="26738" y="9859"/>
                    <a:pt x="27410" y="8141"/>
                  </a:cubicBezTo>
                  <a:cubicBezTo>
                    <a:pt x="28381" y="5527"/>
                    <a:pt x="28381" y="2615"/>
                    <a:pt x="27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6"/>
            <p:cNvSpPr/>
            <p:nvPr/>
          </p:nvSpPr>
          <p:spPr>
            <a:xfrm>
              <a:off x="4068105" y="1396461"/>
              <a:ext cx="658335" cy="466690"/>
            </a:xfrm>
            <a:custGeom>
              <a:avLst/>
              <a:gdLst/>
              <a:ahLst/>
              <a:cxnLst/>
              <a:rect l="l" t="t" r="r" b="b"/>
              <a:pathLst>
                <a:path w="21810" h="15461" extrusionOk="0">
                  <a:moveTo>
                    <a:pt x="13071" y="1"/>
                  </a:moveTo>
                  <a:cubicBezTo>
                    <a:pt x="12324" y="1"/>
                    <a:pt x="11503" y="1"/>
                    <a:pt x="10756" y="75"/>
                  </a:cubicBezTo>
                  <a:cubicBezTo>
                    <a:pt x="10606" y="150"/>
                    <a:pt x="10532" y="225"/>
                    <a:pt x="10382" y="299"/>
                  </a:cubicBezTo>
                  <a:lnTo>
                    <a:pt x="9486" y="299"/>
                  </a:lnTo>
                  <a:cubicBezTo>
                    <a:pt x="7843" y="598"/>
                    <a:pt x="6349" y="1494"/>
                    <a:pt x="5304" y="2764"/>
                  </a:cubicBezTo>
                  <a:cubicBezTo>
                    <a:pt x="4781" y="3511"/>
                    <a:pt x="4482" y="4332"/>
                    <a:pt x="4407" y="5303"/>
                  </a:cubicBezTo>
                  <a:cubicBezTo>
                    <a:pt x="7245" y="4407"/>
                    <a:pt x="10009" y="3436"/>
                    <a:pt x="12772" y="2316"/>
                  </a:cubicBezTo>
                  <a:cubicBezTo>
                    <a:pt x="12874" y="2282"/>
                    <a:pt x="12977" y="2267"/>
                    <a:pt x="13076" y="2267"/>
                  </a:cubicBezTo>
                  <a:cubicBezTo>
                    <a:pt x="13634" y="2267"/>
                    <a:pt x="14067" y="2746"/>
                    <a:pt x="13370" y="3063"/>
                  </a:cubicBezTo>
                  <a:cubicBezTo>
                    <a:pt x="10308" y="4258"/>
                    <a:pt x="7245" y="5303"/>
                    <a:pt x="4183" y="6274"/>
                  </a:cubicBezTo>
                  <a:cubicBezTo>
                    <a:pt x="4109" y="6722"/>
                    <a:pt x="4034" y="7245"/>
                    <a:pt x="3885" y="7768"/>
                  </a:cubicBezTo>
                  <a:cubicBezTo>
                    <a:pt x="3661" y="8589"/>
                    <a:pt x="3362" y="9411"/>
                    <a:pt x="3063" y="10158"/>
                  </a:cubicBezTo>
                  <a:lnTo>
                    <a:pt x="18448" y="5154"/>
                  </a:lnTo>
                  <a:cubicBezTo>
                    <a:pt x="18597" y="5090"/>
                    <a:pt x="18775" y="5063"/>
                    <a:pt x="18934" y="5063"/>
                  </a:cubicBezTo>
                  <a:cubicBezTo>
                    <a:pt x="19335" y="5063"/>
                    <a:pt x="19613" y="5239"/>
                    <a:pt x="18971" y="5453"/>
                  </a:cubicBezTo>
                  <a:lnTo>
                    <a:pt x="3063" y="10681"/>
                  </a:lnTo>
                  <a:cubicBezTo>
                    <a:pt x="2988" y="10681"/>
                    <a:pt x="2914" y="10681"/>
                    <a:pt x="2839" y="10755"/>
                  </a:cubicBezTo>
                  <a:cubicBezTo>
                    <a:pt x="2017" y="12398"/>
                    <a:pt x="1046" y="13967"/>
                    <a:pt x="1" y="15461"/>
                  </a:cubicBezTo>
                  <a:cubicBezTo>
                    <a:pt x="7395" y="13145"/>
                    <a:pt x="14639" y="10382"/>
                    <a:pt x="21809" y="7245"/>
                  </a:cubicBezTo>
                  <a:cubicBezTo>
                    <a:pt x="20540" y="4556"/>
                    <a:pt x="18822" y="2092"/>
                    <a:pt x="168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6"/>
            <p:cNvSpPr/>
            <p:nvPr/>
          </p:nvSpPr>
          <p:spPr>
            <a:xfrm>
              <a:off x="4552805" y="2611561"/>
              <a:ext cx="358477" cy="157837"/>
            </a:xfrm>
            <a:custGeom>
              <a:avLst/>
              <a:gdLst/>
              <a:ahLst/>
              <a:cxnLst/>
              <a:rect l="l" t="t" r="r" b="b"/>
              <a:pathLst>
                <a:path w="11876" h="5229" extrusionOk="0">
                  <a:moveTo>
                    <a:pt x="11876" y="0"/>
                  </a:moveTo>
                  <a:lnTo>
                    <a:pt x="11876" y="0"/>
                  </a:lnTo>
                  <a:cubicBezTo>
                    <a:pt x="7843" y="1569"/>
                    <a:pt x="3884" y="3287"/>
                    <a:pt x="0" y="5228"/>
                  </a:cubicBezTo>
                  <a:cubicBezTo>
                    <a:pt x="4631" y="5228"/>
                    <a:pt x="9187" y="3884"/>
                    <a:pt x="1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6"/>
            <p:cNvSpPr/>
            <p:nvPr/>
          </p:nvSpPr>
          <p:spPr>
            <a:xfrm>
              <a:off x="3914829" y="2068273"/>
              <a:ext cx="1009990" cy="698873"/>
            </a:xfrm>
            <a:custGeom>
              <a:avLst/>
              <a:gdLst/>
              <a:ahLst/>
              <a:cxnLst/>
              <a:rect l="l" t="t" r="r" b="b"/>
              <a:pathLst>
                <a:path w="33460" h="23153" extrusionOk="0">
                  <a:moveTo>
                    <a:pt x="24647" y="0"/>
                  </a:moveTo>
                  <a:lnTo>
                    <a:pt x="24647" y="0"/>
                  </a:lnTo>
                  <a:cubicBezTo>
                    <a:pt x="16581" y="3660"/>
                    <a:pt x="8290" y="6871"/>
                    <a:pt x="0" y="9933"/>
                  </a:cubicBezTo>
                  <a:cubicBezTo>
                    <a:pt x="374" y="11427"/>
                    <a:pt x="971" y="12846"/>
                    <a:pt x="1793" y="14116"/>
                  </a:cubicBezTo>
                  <a:cubicBezTo>
                    <a:pt x="7917" y="11054"/>
                    <a:pt x="14191" y="8440"/>
                    <a:pt x="20614" y="6199"/>
                  </a:cubicBezTo>
                  <a:cubicBezTo>
                    <a:pt x="20759" y="6144"/>
                    <a:pt x="20919" y="6121"/>
                    <a:pt x="21063" y="6121"/>
                  </a:cubicBezTo>
                  <a:cubicBezTo>
                    <a:pt x="21510" y="6121"/>
                    <a:pt x="21814" y="6347"/>
                    <a:pt x="21136" y="6572"/>
                  </a:cubicBezTo>
                  <a:cubicBezTo>
                    <a:pt x="14639" y="8813"/>
                    <a:pt x="8290" y="11502"/>
                    <a:pt x="2091" y="14564"/>
                  </a:cubicBezTo>
                  <a:cubicBezTo>
                    <a:pt x="2764" y="15460"/>
                    <a:pt x="3436" y="16282"/>
                    <a:pt x="4257" y="17028"/>
                  </a:cubicBezTo>
                  <a:lnTo>
                    <a:pt x="20091" y="10307"/>
                  </a:lnTo>
                  <a:cubicBezTo>
                    <a:pt x="20192" y="10273"/>
                    <a:pt x="20295" y="10258"/>
                    <a:pt x="20394" y="10258"/>
                  </a:cubicBezTo>
                  <a:cubicBezTo>
                    <a:pt x="20951" y="10258"/>
                    <a:pt x="21375" y="10736"/>
                    <a:pt x="20614" y="11054"/>
                  </a:cubicBezTo>
                  <a:lnTo>
                    <a:pt x="5004" y="17701"/>
                  </a:lnTo>
                  <a:cubicBezTo>
                    <a:pt x="6050" y="18597"/>
                    <a:pt x="7245" y="19344"/>
                    <a:pt x="8440" y="20016"/>
                  </a:cubicBezTo>
                  <a:cubicBezTo>
                    <a:pt x="13145" y="17701"/>
                    <a:pt x="17925" y="15609"/>
                    <a:pt x="22854" y="13817"/>
                  </a:cubicBezTo>
                  <a:cubicBezTo>
                    <a:pt x="23022" y="13745"/>
                    <a:pt x="23220" y="13712"/>
                    <a:pt x="23383" y="13712"/>
                  </a:cubicBezTo>
                  <a:cubicBezTo>
                    <a:pt x="23727" y="13712"/>
                    <a:pt x="23911" y="13862"/>
                    <a:pt x="23302" y="14116"/>
                  </a:cubicBezTo>
                  <a:cubicBezTo>
                    <a:pt x="18448" y="15833"/>
                    <a:pt x="13668" y="17925"/>
                    <a:pt x="8963" y="20315"/>
                  </a:cubicBezTo>
                  <a:cubicBezTo>
                    <a:pt x="9784" y="20688"/>
                    <a:pt x="10531" y="21061"/>
                    <a:pt x="11353" y="21360"/>
                  </a:cubicBezTo>
                  <a:cubicBezTo>
                    <a:pt x="11801" y="21510"/>
                    <a:pt x="12323" y="21659"/>
                    <a:pt x="12772" y="21808"/>
                  </a:cubicBezTo>
                  <a:cubicBezTo>
                    <a:pt x="17925" y="19717"/>
                    <a:pt x="22929" y="17327"/>
                    <a:pt x="27784" y="14564"/>
                  </a:cubicBezTo>
                  <a:cubicBezTo>
                    <a:pt x="27909" y="14508"/>
                    <a:pt x="28038" y="14483"/>
                    <a:pt x="28158" y="14483"/>
                  </a:cubicBezTo>
                  <a:cubicBezTo>
                    <a:pt x="28680" y="14483"/>
                    <a:pt x="29049" y="14946"/>
                    <a:pt x="28381" y="15311"/>
                  </a:cubicBezTo>
                  <a:cubicBezTo>
                    <a:pt x="23750" y="17925"/>
                    <a:pt x="18971" y="20240"/>
                    <a:pt x="14116" y="22256"/>
                  </a:cubicBezTo>
                  <a:cubicBezTo>
                    <a:pt x="16058" y="22705"/>
                    <a:pt x="18000" y="23078"/>
                    <a:pt x="19941" y="23153"/>
                  </a:cubicBezTo>
                  <a:cubicBezTo>
                    <a:pt x="24348" y="20987"/>
                    <a:pt x="28829" y="19045"/>
                    <a:pt x="33460" y="17327"/>
                  </a:cubicBezTo>
                  <a:cubicBezTo>
                    <a:pt x="32862" y="15385"/>
                    <a:pt x="31219" y="13966"/>
                    <a:pt x="29203" y="13593"/>
                  </a:cubicBezTo>
                  <a:cubicBezTo>
                    <a:pt x="26663" y="12995"/>
                    <a:pt x="24945" y="13070"/>
                    <a:pt x="23975" y="10157"/>
                  </a:cubicBezTo>
                  <a:cubicBezTo>
                    <a:pt x="23526" y="8888"/>
                    <a:pt x="23377" y="7469"/>
                    <a:pt x="23526" y="6124"/>
                  </a:cubicBezTo>
                  <a:cubicBezTo>
                    <a:pt x="23601" y="4033"/>
                    <a:pt x="23975" y="1942"/>
                    <a:pt x="246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6"/>
            <p:cNvSpPr/>
            <p:nvPr/>
          </p:nvSpPr>
          <p:spPr>
            <a:xfrm>
              <a:off x="3511295" y="3098494"/>
              <a:ext cx="211929" cy="317456"/>
            </a:xfrm>
            <a:custGeom>
              <a:avLst/>
              <a:gdLst/>
              <a:ahLst/>
              <a:cxnLst/>
              <a:rect l="l" t="t" r="r" b="b"/>
              <a:pathLst>
                <a:path w="7021" h="10517" extrusionOk="0">
                  <a:moveTo>
                    <a:pt x="6274" y="1"/>
                  </a:moveTo>
                  <a:lnTo>
                    <a:pt x="747" y="1942"/>
                  </a:lnTo>
                  <a:cubicBezTo>
                    <a:pt x="747" y="2166"/>
                    <a:pt x="673" y="2316"/>
                    <a:pt x="673" y="2540"/>
                  </a:cubicBezTo>
                  <a:cubicBezTo>
                    <a:pt x="523" y="3212"/>
                    <a:pt x="299" y="3959"/>
                    <a:pt x="224" y="4631"/>
                  </a:cubicBezTo>
                  <a:cubicBezTo>
                    <a:pt x="1793" y="3735"/>
                    <a:pt x="3511" y="2913"/>
                    <a:pt x="5303" y="2166"/>
                  </a:cubicBezTo>
                  <a:cubicBezTo>
                    <a:pt x="5452" y="2129"/>
                    <a:pt x="5845" y="2073"/>
                    <a:pt x="6097" y="2073"/>
                  </a:cubicBezTo>
                  <a:cubicBezTo>
                    <a:pt x="6349" y="2073"/>
                    <a:pt x="6461" y="2129"/>
                    <a:pt x="6050" y="2316"/>
                  </a:cubicBezTo>
                  <a:cubicBezTo>
                    <a:pt x="3959" y="3137"/>
                    <a:pt x="1942" y="4108"/>
                    <a:pt x="75" y="5303"/>
                  </a:cubicBezTo>
                  <a:cubicBezTo>
                    <a:pt x="0" y="5901"/>
                    <a:pt x="0" y="6573"/>
                    <a:pt x="75" y="7170"/>
                  </a:cubicBezTo>
                  <a:cubicBezTo>
                    <a:pt x="75" y="7320"/>
                    <a:pt x="150" y="7469"/>
                    <a:pt x="150" y="7619"/>
                  </a:cubicBezTo>
                  <a:lnTo>
                    <a:pt x="2614" y="6199"/>
                  </a:lnTo>
                  <a:cubicBezTo>
                    <a:pt x="2913" y="5975"/>
                    <a:pt x="3212" y="5901"/>
                    <a:pt x="3585" y="5901"/>
                  </a:cubicBezTo>
                  <a:cubicBezTo>
                    <a:pt x="3735" y="5975"/>
                    <a:pt x="3884" y="6125"/>
                    <a:pt x="3660" y="6274"/>
                  </a:cubicBezTo>
                  <a:lnTo>
                    <a:pt x="448" y="8141"/>
                  </a:lnTo>
                  <a:cubicBezTo>
                    <a:pt x="598" y="8739"/>
                    <a:pt x="971" y="9336"/>
                    <a:pt x="1345" y="9784"/>
                  </a:cubicBezTo>
                  <a:cubicBezTo>
                    <a:pt x="2316" y="9411"/>
                    <a:pt x="3287" y="8963"/>
                    <a:pt x="4183" y="8440"/>
                  </a:cubicBezTo>
                  <a:cubicBezTo>
                    <a:pt x="4351" y="8272"/>
                    <a:pt x="4603" y="8188"/>
                    <a:pt x="4844" y="8188"/>
                  </a:cubicBezTo>
                  <a:cubicBezTo>
                    <a:pt x="4925" y="8188"/>
                    <a:pt x="5004" y="8197"/>
                    <a:pt x="5079" y="8216"/>
                  </a:cubicBezTo>
                  <a:cubicBezTo>
                    <a:pt x="5303" y="8291"/>
                    <a:pt x="5452" y="8365"/>
                    <a:pt x="5154" y="8589"/>
                  </a:cubicBezTo>
                  <a:cubicBezTo>
                    <a:pt x="4108" y="9187"/>
                    <a:pt x="2988" y="9784"/>
                    <a:pt x="1793" y="10233"/>
                  </a:cubicBezTo>
                  <a:cubicBezTo>
                    <a:pt x="2061" y="10411"/>
                    <a:pt x="2375" y="10516"/>
                    <a:pt x="2730" y="10516"/>
                  </a:cubicBezTo>
                  <a:cubicBezTo>
                    <a:pt x="3564" y="10516"/>
                    <a:pt x="4621" y="9937"/>
                    <a:pt x="5826" y="8365"/>
                  </a:cubicBezTo>
                  <a:cubicBezTo>
                    <a:pt x="6498" y="7394"/>
                    <a:pt x="6872" y="6349"/>
                    <a:pt x="7021" y="5229"/>
                  </a:cubicBezTo>
                  <a:cubicBezTo>
                    <a:pt x="7021" y="3511"/>
                    <a:pt x="6797" y="1718"/>
                    <a:pt x="62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6"/>
            <p:cNvSpPr/>
            <p:nvPr/>
          </p:nvSpPr>
          <p:spPr>
            <a:xfrm>
              <a:off x="3538341" y="2834502"/>
              <a:ext cx="157837" cy="302363"/>
            </a:xfrm>
            <a:custGeom>
              <a:avLst/>
              <a:gdLst/>
              <a:ahLst/>
              <a:cxnLst/>
              <a:rect l="l" t="t" r="r" b="b"/>
              <a:pathLst>
                <a:path w="5229" h="10017" extrusionOk="0">
                  <a:moveTo>
                    <a:pt x="2920" y="1"/>
                  </a:moveTo>
                  <a:cubicBezTo>
                    <a:pt x="1937" y="1"/>
                    <a:pt x="983" y="586"/>
                    <a:pt x="598" y="1577"/>
                  </a:cubicBezTo>
                  <a:cubicBezTo>
                    <a:pt x="449" y="2174"/>
                    <a:pt x="374" y="2846"/>
                    <a:pt x="374" y="3444"/>
                  </a:cubicBezTo>
                  <a:lnTo>
                    <a:pt x="2913" y="2324"/>
                  </a:lnTo>
                  <a:cubicBezTo>
                    <a:pt x="3036" y="2283"/>
                    <a:pt x="3248" y="2220"/>
                    <a:pt x="3451" y="2220"/>
                  </a:cubicBezTo>
                  <a:cubicBezTo>
                    <a:pt x="3620" y="2220"/>
                    <a:pt x="3783" y="2263"/>
                    <a:pt x="3884" y="2398"/>
                  </a:cubicBezTo>
                  <a:cubicBezTo>
                    <a:pt x="4034" y="2622"/>
                    <a:pt x="3735" y="2921"/>
                    <a:pt x="3511" y="2996"/>
                  </a:cubicBezTo>
                  <a:lnTo>
                    <a:pt x="374" y="4265"/>
                  </a:lnTo>
                  <a:cubicBezTo>
                    <a:pt x="374" y="5012"/>
                    <a:pt x="449" y="5684"/>
                    <a:pt x="523" y="6133"/>
                  </a:cubicBezTo>
                  <a:lnTo>
                    <a:pt x="2913" y="5236"/>
                  </a:lnTo>
                  <a:cubicBezTo>
                    <a:pt x="3025" y="5199"/>
                    <a:pt x="3212" y="5162"/>
                    <a:pt x="3389" y="5162"/>
                  </a:cubicBezTo>
                  <a:cubicBezTo>
                    <a:pt x="3567" y="5162"/>
                    <a:pt x="3735" y="5199"/>
                    <a:pt x="3810" y="5311"/>
                  </a:cubicBezTo>
                  <a:cubicBezTo>
                    <a:pt x="4034" y="5610"/>
                    <a:pt x="3735" y="5834"/>
                    <a:pt x="3511" y="5983"/>
                  </a:cubicBezTo>
                  <a:lnTo>
                    <a:pt x="523" y="7029"/>
                  </a:lnTo>
                  <a:cubicBezTo>
                    <a:pt x="449" y="8000"/>
                    <a:pt x="299" y="9045"/>
                    <a:pt x="1" y="10016"/>
                  </a:cubicBezTo>
                  <a:lnTo>
                    <a:pt x="5154" y="8373"/>
                  </a:lnTo>
                  <a:lnTo>
                    <a:pt x="5229" y="8373"/>
                  </a:lnTo>
                  <a:cubicBezTo>
                    <a:pt x="5229" y="8373"/>
                    <a:pt x="5229" y="8298"/>
                    <a:pt x="5229" y="8224"/>
                  </a:cubicBezTo>
                  <a:cubicBezTo>
                    <a:pt x="5079" y="7925"/>
                    <a:pt x="4930" y="7626"/>
                    <a:pt x="4706" y="7328"/>
                  </a:cubicBezTo>
                  <a:cubicBezTo>
                    <a:pt x="4855" y="5610"/>
                    <a:pt x="4930" y="3892"/>
                    <a:pt x="5079" y="2174"/>
                  </a:cubicBezTo>
                  <a:cubicBezTo>
                    <a:pt x="5079" y="1950"/>
                    <a:pt x="5079" y="1651"/>
                    <a:pt x="5005" y="1353"/>
                  </a:cubicBezTo>
                  <a:lnTo>
                    <a:pt x="4407" y="1129"/>
                  </a:lnTo>
                  <a:cubicBezTo>
                    <a:pt x="3735" y="979"/>
                    <a:pt x="3735" y="531"/>
                    <a:pt x="3959" y="232"/>
                  </a:cubicBezTo>
                  <a:cubicBezTo>
                    <a:pt x="3625" y="75"/>
                    <a:pt x="3271" y="1"/>
                    <a:pt x="29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6"/>
            <p:cNvSpPr/>
            <p:nvPr/>
          </p:nvSpPr>
          <p:spPr>
            <a:xfrm>
              <a:off x="2776368" y="3781565"/>
              <a:ext cx="372000" cy="340457"/>
            </a:xfrm>
            <a:custGeom>
              <a:avLst/>
              <a:gdLst/>
              <a:ahLst/>
              <a:cxnLst/>
              <a:rect l="l" t="t" r="r" b="b"/>
              <a:pathLst>
                <a:path w="12324" h="11279" extrusionOk="0">
                  <a:moveTo>
                    <a:pt x="8067" y="0"/>
                  </a:moveTo>
                  <a:lnTo>
                    <a:pt x="7917" y="150"/>
                  </a:lnTo>
                  <a:cubicBezTo>
                    <a:pt x="5154" y="1195"/>
                    <a:pt x="2465" y="2465"/>
                    <a:pt x="1" y="4108"/>
                  </a:cubicBezTo>
                  <a:cubicBezTo>
                    <a:pt x="75" y="4631"/>
                    <a:pt x="75" y="5228"/>
                    <a:pt x="75" y="5826"/>
                  </a:cubicBezTo>
                  <a:lnTo>
                    <a:pt x="7245" y="2465"/>
                  </a:lnTo>
                  <a:cubicBezTo>
                    <a:pt x="7372" y="2409"/>
                    <a:pt x="7502" y="2384"/>
                    <a:pt x="7623" y="2384"/>
                  </a:cubicBezTo>
                  <a:cubicBezTo>
                    <a:pt x="8144" y="2384"/>
                    <a:pt x="8509" y="2834"/>
                    <a:pt x="7843" y="3137"/>
                  </a:cubicBezTo>
                  <a:lnTo>
                    <a:pt x="150" y="6797"/>
                  </a:lnTo>
                  <a:cubicBezTo>
                    <a:pt x="150" y="7469"/>
                    <a:pt x="225" y="8067"/>
                    <a:pt x="449" y="8664"/>
                  </a:cubicBezTo>
                  <a:lnTo>
                    <a:pt x="8590" y="4482"/>
                  </a:lnTo>
                  <a:cubicBezTo>
                    <a:pt x="8709" y="4415"/>
                    <a:pt x="8831" y="4387"/>
                    <a:pt x="8946" y="4387"/>
                  </a:cubicBezTo>
                  <a:cubicBezTo>
                    <a:pt x="9478" y="4387"/>
                    <a:pt x="9862" y="4996"/>
                    <a:pt x="9187" y="5303"/>
                  </a:cubicBezTo>
                  <a:lnTo>
                    <a:pt x="747" y="9710"/>
                  </a:lnTo>
                  <a:cubicBezTo>
                    <a:pt x="972" y="10232"/>
                    <a:pt x="1270" y="10755"/>
                    <a:pt x="1644" y="11278"/>
                  </a:cubicBezTo>
                  <a:cubicBezTo>
                    <a:pt x="5229" y="10307"/>
                    <a:pt x="8515" y="8739"/>
                    <a:pt x="11428" y="6573"/>
                  </a:cubicBezTo>
                  <a:cubicBezTo>
                    <a:pt x="11726" y="6423"/>
                    <a:pt x="12025" y="6423"/>
                    <a:pt x="12324" y="6423"/>
                  </a:cubicBezTo>
                  <a:cubicBezTo>
                    <a:pt x="12174" y="5901"/>
                    <a:pt x="12025" y="5453"/>
                    <a:pt x="11801" y="5004"/>
                  </a:cubicBezTo>
                  <a:cubicBezTo>
                    <a:pt x="10830" y="3361"/>
                    <a:pt x="9187" y="2241"/>
                    <a:pt x="8291" y="449"/>
                  </a:cubicBezTo>
                  <a:cubicBezTo>
                    <a:pt x="8216" y="299"/>
                    <a:pt x="8141" y="150"/>
                    <a:pt x="80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6"/>
            <p:cNvSpPr/>
            <p:nvPr/>
          </p:nvSpPr>
          <p:spPr>
            <a:xfrm>
              <a:off x="2652371" y="3526809"/>
              <a:ext cx="360741" cy="358477"/>
            </a:xfrm>
            <a:custGeom>
              <a:avLst/>
              <a:gdLst/>
              <a:ahLst/>
              <a:cxnLst/>
              <a:rect l="l" t="t" r="r" b="b"/>
              <a:pathLst>
                <a:path w="11951" h="11876" extrusionOk="0">
                  <a:moveTo>
                    <a:pt x="10905" y="1"/>
                  </a:moveTo>
                  <a:cubicBezTo>
                    <a:pt x="7469" y="1943"/>
                    <a:pt x="3810" y="3511"/>
                    <a:pt x="1" y="4631"/>
                  </a:cubicBezTo>
                  <a:cubicBezTo>
                    <a:pt x="76" y="5229"/>
                    <a:pt x="150" y="5752"/>
                    <a:pt x="374" y="6349"/>
                  </a:cubicBezTo>
                  <a:lnTo>
                    <a:pt x="9859" y="2540"/>
                  </a:lnTo>
                  <a:cubicBezTo>
                    <a:pt x="9954" y="2512"/>
                    <a:pt x="10048" y="2499"/>
                    <a:pt x="10139" y="2499"/>
                  </a:cubicBezTo>
                  <a:cubicBezTo>
                    <a:pt x="10769" y="2499"/>
                    <a:pt x="11240" y="3110"/>
                    <a:pt x="10457" y="3436"/>
                  </a:cubicBezTo>
                  <a:lnTo>
                    <a:pt x="822" y="7245"/>
                  </a:lnTo>
                  <a:cubicBezTo>
                    <a:pt x="1271" y="7918"/>
                    <a:pt x="1793" y="8590"/>
                    <a:pt x="2391" y="9113"/>
                  </a:cubicBezTo>
                  <a:cubicBezTo>
                    <a:pt x="4855" y="8067"/>
                    <a:pt x="7395" y="7096"/>
                    <a:pt x="9934" y="6275"/>
                  </a:cubicBezTo>
                  <a:cubicBezTo>
                    <a:pt x="10074" y="6235"/>
                    <a:pt x="10236" y="6216"/>
                    <a:pt x="10380" y="6216"/>
                  </a:cubicBezTo>
                  <a:cubicBezTo>
                    <a:pt x="10774" y="6216"/>
                    <a:pt x="11038" y="6355"/>
                    <a:pt x="10382" y="6573"/>
                  </a:cubicBezTo>
                  <a:cubicBezTo>
                    <a:pt x="7768" y="7470"/>
                    <a:pt x="5229" y="8440"/>
                    <a:pt x="2690" y="9486"/>
                  </a:cubicBezTo>
                  <a:cubicBezTo>
                    <a:pt x="3287" y="10158"/>
                    <a:pt x="3735" y="10905"/>
                    <a:pt x="3959" y="11727"/>
                  </a:cubicBezTo>
                  <a:lnTo>
                    <a:pt x="3959" y="11876"/>
                  </a:lnTo>
                  <a:cubicBezTo>
                    <a:pt x="6349" y="10382"/>
                    <a:pt x="8814" y="9113"/>
                    <a:pt x="11428" y="8142"/>
                  </a:cubicBezTo>
                  <a:cubicBezTo>
                    <a:pt x="11533" y="8089"/>
                    <a:pt x="11676" y="8036"/>
                    <a:pt x="11804" y="8036"/>
                  </a:cubicBezTo>
                  <a:cubicBezTo>
                    <a:pt x="11857" y="8036"/>
                    <a:pt x="11907" y="8045"/>
                    <a:pt x="11951" y="8067"/>
                  </a:cubicBezTo>
                  <a:cubicBezTo>
                    <a:pt x="11129" y="6050"/>
                    <a:pt x="10905" y="3810"/>
                    <a:pt x="11278" y="1719"/>
                  </a:cubicBezTo>
                  <a:cubicBezTo>
                    <a:pt x="11353" y="1121"/>
                    <a:pt x="11204" y="524"/>
                    <a:pt x="109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6"/>
            <p:cNvSpPr/>
            <p:nvPr/>
          </p:nvSpPr>
          <p:spPr>
            <a:xfrm>
              <a:off x="2844011" y="3991225"/>
              <a:ext cx="306619" cy="148812"/>
            </a:xfrm>
            <a:custGeom>
              <a:avLst/>
              <a:gdLst/>
              <a:ahLst/>
              <a:cxnLst/>
              <a:rect l="l" t="t" r="r" b="b"/>
              <a:pathLst>
                <a:path w="10158" h="4930" extrusionOk="0">
                  <a:moveTo>
                    <a:pt x="10083" y="0"/>
                  </a:moveTo>
                  <a:cubicBezTo>
                    <a:pt x="7021" y="2166"/>
                    <a:pt x="3585" y="3809"/>
                    <a:pt x="0" y="4780"/>
                  </a:cubicBezTo>
                  <a:cubicBezTo>
                    <a:pt x="75" y="4855"/>
                    <a:pt x="150" y="4930"/>
                    <a:pt x="224" y="4930"/>
                  </a:cubicBezTo>
                  <a:lnTo>
                    <a:pt x="8738" y="3286"/>
                  </a:lnTo>
                  <a:cubicBezTo>
                    <a:pt x="9261" y="2913"/>
                    <a:pt x="9784" y="2390"/>
                    <a:pt x="10158" y="1942"/>
                  </a:cubicBezTo>
                  <a:lnTo>
                    <a:pt x="9784" y="1569"/>
                  </a:lnTo>
                  <a:cubicBezTo>
                    <a:pt x="10008" y="1046"/>
                    <a:pt x="10083" y="523"/>
                    <a:pt x="100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6"/>
            <p:cNvSpPr/>
            <p:nvPr/>
          </p:nvSpPr>
          <p:spPr>
            <a:xfrm>
              <a:off x="2650137" y="3486241"/>
              <a:ext cx="306619" cy="164599"/>
            </a:xfrm>
            <a:custGeom>
              <a:avLst/>
              <a:gdLst/>
              <a:ahLst/>
              <a:cxnLst/>
              <a:rect l="l" t="t" r="r" b="b"/>
              <a:pathLst>
                <a:path w="10158" h="5453" extrusionOk="0">
                  <a:moveTo>
                    <a:pt x="3734" y="1"/>
                  </a:moveTo>
                  <a:cubicBezTo>
                    <a:pt x="2166" y="75"/>
                    <a:pt x="2390" y="1"/>
                    <a:pt x="1494" y="1046"/>
                  </a:cubicBezTo>
                  <a:cubicBezTo>
                    <a:pt x="971" y="1644"/>
                    <a:pt x="598" y="2316"/>
                    <a:pt x="448" y="3063"/>
                  </a:cubicBezTo>
                  <a:lnTo>
                    <a:pt x="5303" y="1046"/>
                  </a:lnTo>
                  <a:cubicBezTo>
                    <a:pt x="5447" y="984"/>
                    <a:pt x="5613" y="957"/>
                    <a:pt x="5762" y="957"/>
                  </a:cubicBezTo>
                  <a:cubicBezTo>
                    <a:pt x="6153" y="957"/>
                    <a:pt x="6421" y="1149"/>
                    <a:pt x="5826" y="1420"/>
                  </a:cubicBezTo>
                  <a:lnTo>
                    <a:pt x="224" y="3660"/>
                  </a:lnTo>
                  <a:cubicBezTo>
                    <a:pt x="150" y="4258"/>
                    <a:pt x="75" y="4855"/>
                    <a:pt x="0" y="5453"/>
                  </a:cubicBezTo>
                  <a:cubicBezTo>
                    <a:pt x="3585" y="4407"/>
                    <a:pt x="6946" y="2988"/>
                    <a:pt x="10158" y="1196"/>
                  </a:cubicBezTo>
                  <a:cubicBezTo>
                    <a:pt x="9859" y="1196"/>
                    <a:pt x="9485" y="1121"/>
                    <a:pt x="9112" y="1046"/>
                  </a:cubicBezTo>
                  <a:cubicBezTo>
                    <a:pt x="8813" y="1046"/>
                    <a:pt x="8738" y="971"/>
                    <a:pt x="8813" y="822"/>
                  </a:cubicBezTo>
                  <a:cubicBezTo>
                    <a:pt x="8440" y="747"/>
                    <a:pt x="7992" y="673"/>
                    <a:pt x="7469" y="523"/>
                  </a:cubicBezTo>
                  <a:cubicBezTo>
                    <a:pt x="7245" y="822"/>
                    <a:pt x="7021" y="1121"/>
                    <a:pt x="6946" y="1494"/>
                  </a:cubicBezTo>
                  <a:cubicBezTo>
                    <a:pt x="6423" y="747"/>
                    <a:pt x="5676" y="299"/>
                    <a:pt x="4855" y="75"/>
                  </a:cubicBezTo>
                  <a:cubicBezTo>
                    <a:pt x="4481" y="1"/>
                    <a:pt x="4108" y="1"/>
                    <a:pt x="37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6"/>
            <p:cNvSpPr/>
            <p:nvPr/>
          </p:nvSpPr>
          <p:spPr>
            <a:xfrm>
              <a:off x="3865237" y="3479480"/>
              <a:ext cx="1014488" cy="1012254"/>
            </a:xfrm>
            <a:custGeom>
              <a:avLst/>
              <a:gdLst/>
              <a:ahLst/>
              <a:cxnLst/>
              <a:rect l="l" t="t" r="r" b="b"/>
              <a:pathLst>
                <a:path w="33609" h="33535" extrusionOk="0">
                  <a:moveTo>
                    <a:pt x="18373" y="0"/>
                  </a:moveTo>
                  <a:lnTo>
                    <a:pt x="18373" y="0"/>
                  </a:lnTo>
                  <a:cubicBezTo>
                    <a:pt x="17701" y="75"/>
                    <a:pt x="17029" y="299"/>
                    <a:pt x="16580" y="747"/>
                  </a:cubicBezTo>
                  <a:cubicBezTo>
                    <a:pt x="17103" y="822"/>
                    <a:pt x="17701" y="822"/>
                    <a:pt x="18224" y="971"/>
                  </a:cubicBezTo>
                  <a:cubicBezTo>
                    <a:pt x="18921" y="1111"/>
                    <a:pt x="16884" y="2032"/>
                    <a:pt x="16063" y="2032"/>
                  </a:cubicBezTo>
                  <a:cubicBezTo>
                    <a:pt x="16005" y="2032"/>
                    <a:pt x="15953" y="2027"/>
                    <a:pt x="15908" y="2017"/>
                  </a:cubicBezTo>
                  <a:cubicBezTo>
                    <a:pt x="15600" y="1981"/>
                    <a:pt x="15292" y="1962"/>
                    <a:pt x="14985" y="1962"/>
                  </a:cubicBezTo>
                  <a:cubicBezTo>
                    <a:pt x="14027" y="1962"/>
                    <a:pt x="13079" y="2144"/>
                    <a:pt x="12174" y="2540"/>
                  </a:cubicBezTo>
                  <a:cubicBezTo>
                    <a:pt x="11726" y="2839"/>
                    <a:pt x="11278" y="3137"/>
                    <a:pt x="10830" y="3436"/>
                  </a:cubicBezTo>
                  <a:cubicBezTo>
                    <a:pt x="10456" y="3511"/>
                    <a:pt x="10083" y="3660"/>
                    <a:pt x="9784" y="3884"/>
                  </a:cubicBezTo>
                  <a:cubicBezTo>
                    <a:pt x="9112" y="4407"/>
                    <a:pt x="8440" y="4930"/>
                    <a:pt x="7842" y="5527"/>
                  </a:cubicBezTo>
                  <a:cubicBezTo>
                    <a:pt x="7021" y="6199"/>
                    <a:pt x="6274" y="6872"/>
                    <a:pt x="5527" y="7544"/>
                  </a:cubicBezTo>
                  <a:cubicBezTo>
                    <a:pt x="7842" y="6423"/>
                    <a:pt x="10307" y="5527"/>
                    <a:pt x="12771" y="4780"/>
                  </a:cubicBezTo>
                  <a:cubicBezTo>
                    <a:pt x="12862" y="4756"/>
                    <a:pt x="12944" y="4745"/>
                    <a:pt x="13020" y="4745"/>
                  </a:cubicBezTo>
                  <a:cubicBezTo>
                    <a:pt x="13630" y="4745"/>
                    <a:pt x="13727" y="5477"/>
                    <a:pt x="12996" y="5677"/>
                  </a:cubicBezTo>
                  <a:cubicBezTo>
                    <a:pt x="9933" y="6648"/>
                    <a:pt x="7021" y="7843"/>
                    <a:pt x="4257" y="9336"/>
                  </a:cubicBezTo>
                  <a:cubicBezTo>
                    <a:pt x="4108" y="9411"/>
                    <a:pt x="3958" y="9411"/>
                    <a:pt x="3809" y="9486"/>
                  </a:cubicBezTo>
                  <a:cubicBezTo>
                    <a:pt x="2913" y="10606"/>
                    <a:pt x="2091" y="11801"/>
                    <a:pt x="1419" y="13071"/>
                  </a:cubicBezTo>
                  <a:cubicBezTo>
                    <a:pt x="1344" y="13220"/>
                    <a:pt x="1270" y="13444"/>
                    <a:pt x="1195" y="13593"/>
                  </a:cubicBezTo>
                  <a:cubicBezTo>
                    <a:pt x="6348" y="11577"/>
                    <a:pt x="11427" y="9336"/>
                    <a:pt x="16356" y="7021"/>
                  </a:cubicBezTo>
                  <a:cubicBezTo>
                    <a:pt x="16483" y="6965"/>
                    <a:pt x="16613" y="6940"/>
                    <a:pt x="16734" y="6940"/>
                  </a:cubicBezTo>
                  <a:cubicBezTo>
                    <a:pt x="17255" y="6940"/>
                    <a:pt x="17620" y="7390"/>
                    <a:pt x="16954" y="7693"/>
                  </a:cubicBezTo>
                  <a:cubicBezTo>
                    <a:pt x="11801" y="10083"/>
                    <a:pt x="6647" y="12324"/>
                    <a:pt x="1419" y="14340"/>
                  </a:cubicBezTo>
                  <a:cubicBezTo>
                    <a:pt x="1344" y="14378"/>
                    <a:pt x="1251" y="14396"/>
                    <a:pt x="1158" y="14396"/>
                  </a:cubicBezTo>
                  <a:cubicBezTo>
                    <a:pt x="1064" y="14396"/>
                    <a:pt x="971" y="14378"/>
                    <a:pt x="896" y="14340"/>
                  </a:cubicBezTo>
                  <a:cubicBezTo>
                    <a:pt x="672" y="15087"/>
                    <a:pt x="523" y="15909"/>
                    <a:pt x="448" y="16655"/>
                  </a:cubicBezTo>
                  <a:cubicBezTo>
                    <a:pt x="299" y="16805"/>
                    <a:pt x="224" y="17029"/>
                    <a:pt x="149" y="17253"/>
                  </a:cubicBezTo>
                  <a:cubicBezTo>
                    <a:pt x="75" y="17701"/>
                    <a:pt x="0" y="18149"/>
                    <a:pt x="0" y="18672"/>
                  </a:cubicBezTo>
                  <a:lnTo>
                    <a:pt x="16132" y="11427"/>
                  </a:lnTo>
                  <a:cubicBezTo>
                    <a:pt x="16240" y="11380"/>
                    <a:pt x="16350" y="11359"/>
                    <a:pt x="16455" y="11359"/>
                  </a:cubicBezTo>
                  <a:cubicBezTo>
                    <a:pt x="17004" y="11359"/>
                    <a:pt x="17420" y="11935"/>
                    <a:pt x="16730" y="12249"/>
                  </a:cubicBezTo>
                  <a:lnTo>
                    <a:pt x="0" y="19792"/>
                  </a:lnTo>
                  <a:cubicBezTo>
                    <a:pt x="0" y="20763"/>
                    <a:pt x="149" y="21734"/>
                    <a:pt x="374" y="22705"/>
                  </a:cubicBezTo>
                  <a:lnTo>
                    <a:pt x="13966" y="15535"/>
                  </a:lnTo>
                  <a:cubicBezTo>
                    <a:pt x="14089" y="15458"/>
                    <a:pt x="14219" y="15426"/>
                    <a:pt x="14339" y="15426"/>
                  </a:cubicBezTo>
                  <a:cubicBezTo>
                    <a:pt x="14805" y="15426"/>
                    <a:pt x="15142" y="15911"/>
                    <a:pt x="14489" y="16207"/>
                  </a:cubicBezTo>
                  <a:lnTo>
                    <a:pt x="598" y="23601"/>
                  </a:lnTo>
                  <a:cubicBezTo>
                    <a:pt x="747" y="23975"/>
                    <a:pt x="896" y="24348"/>
                    <a:pt x="1046" y="24722"/>
                  </a:cubicBezTo>
                  <a:cubicBezTo>
                    <a:pt x="1270" y="25394"/>
                    <a:pt x="1643" y="26066"/>
                    <a:pt x="2091" y="26738"/>
                  </a:cubicBezTo>
                  <a:cubicBezTo>
                    <a:pt x="6573" y="23900"/>
                    <a:pt x="11352" y="21585"/>
                    <a:pt x="16356" y="19718"/>
                  </a:cubicBezTo>
                  <a:cubicBezTo>
                    <a:pt x="16450" y="19687"/>
                    <a:pt x="16546" y="19673"/>
                    <a:pt x="16640" y="19673"/>
                  </a:cubicBezTo>
                  <a:cubicBezTo>
                    <a:pt x="17223" y="19673"/>
                    <a:pt x="17726" y="20207"/>
                    <a:pt x="16954" y="20464"/>
                  </a:cubicBezTo>
                  <a:cubicBezTo>
                    <a:pt x="11950" y="22257"/>
                    <a:pt x="7170" y="24647"/>
                    <a:pt x="2689" y="27485"/>
                  </a:cubicBezTo>
                  <a:cubicBezTo>
                    <a:pt x="3585" y="28531"/>
                    <a:pt x="4780" y="29352"/>
                    <a:pt x="6050" y="30024"/>
                  </a:cubicBezTo>
                  <a:lnTo>
                    <a:pt x="14863" y="25170"/>
                  </a:lnTo>
                  <a:cubicBezTo>
                    <a:pt x="15011" y="25087"/>
                    <a:pt x="15162" y="25052"/>
                    <a:pt x="15300" y="25052"/>
                  </a:cubicBezTo>
                  <a:cubicBezTo>
                    <a:pt x="15788" y="25052"/>
                    <a:pt x="16101" y="25492"/>
                    <a:pt x="15460" y="25842"/>
                  </a:cubicBezTo>
                  <a:lnTo>
                    <a:pt x="7021" y="30472"/>
                  </a:lnTo>
                  <a:cubicBezTo>
                    <a:pt x="8066" y="30921"/>
                    <a:pt x="9187" y="31294"/>
                    <a:pt x="10382" y="31667"/>
                  </a:cubicBezTo>
                  <a:cubicBezTo>
                    <a:pt x="12921" y="30174"/>
                    <a:pt x="15460" y="28755"/>
                    <a:pt x="18074" y="27410"/>
                  </a:cubicBezTo>
                  <a:cubicBezTo>
                    <a:pt x="18237" y="27312"/>
                    <a:pt x="18571" y="27257"/>
                    <a:pt x="18827" y="27257"/>
                  </a:cubicBezTo>
                  <a:cubicBezTo>
                    <a:pt x="19158" y="27257"/>
                    <a:pt x="19359" y="27349"/>
                    <a:pt x="18896" y="27560"/>
                  </a:cubicBezTo>
                  <a:cubicBezTo>
                    <a:pt x="16207" y="28904"/>
                    <a:pt x="13668" y="30398"/>
                    <a:pt x="11054" y="31891"/>
                  </a:cubicBezTo>
                  <a:cubicBezTo>
                    <a:pt x="12323" y="32340"/>
                    <a:pt x="13668" y="32638"/>
                    <a:pt x="14937" y="32937"/>
                  </a:cubicBezTo>
                  <a:cubicBezTo>
                    <a:pt x="17850" y="31667"/>
                    <a:pt x="20614" y="30024"/>
                    <a:pt x="23153" y="28082"/>
                  </a:cubicBezTo>
                  <a:cubicBezTo>
                    <a:pt x="23311" y="27969"/>
                    <a:pt x="23525" y="27918"/>
                    <a:pt x="23725" y="27918"/>
                  </a:cubicBezTo>
                  <a:cubicBezTo>
                    <a:pt x="24184" y="27918"/>
                    <a:pt x="24569" y="28189"/>
                    <a:pt x="24049" y="28605"/>
                  </a:cubicBezTo>
                  <a:cubicBezTo>
                    <a:pt x="21659" y="30398"/>
                    <a:pt x="19120" y="31966"/>
                    <a:pt x="16431" y="33236"/>
                  </a:cubicBezTo>
                  <a:cubicBezTo>
                    <a:pt x="17327" y="33385"/>
                    <a:pt x="18149" y="33460"/>
                    <a:pt x="19045" y="33535"/>
                  </a:cubicBezTo>
                  <a:cubicBezTo>
                    <a:pt x="19045" y="33460"/>
                    <a:pt x="19120" y="33460"/>
                    <a:pt x="19120" y="33385"/>
                  </a:cubicBezTo>
                  <a:cubicBezTo>
                    <a:pt x="21286" y="32116"/>
                    <a:pt x="23377" y="30771"/>
                    <a:pt x="25319" y="29277"/>
                  </a:cubicBezTo>
                  <a:cubicBezTo>
                    <a:pt x="25470" y="29183"/>
                    <a:pt x="25651" y="29141"/>
                    <a:pt x="25824" y="29141"/>
                  </a:cubicBezTo>
                  <a:cubicBezTo>
                    <a:pt x="26336" y="29141"/>
                    <a:pt x="26791" y="29504"/>
                    <a:pt x="26290" y="29950"/>
                  </a:cubicBezTo>
                  <a:cubicBezTo>
                    <a:pt x="24572" y="31219"/>
                    <a:pt x="22779" y="32414"/>
                    <a:pt x="20987" y="33535"/>
                  </a:cubicBezTo>
                  <a:cubicBezTo>
                    <a:pt x="22331" y="33310"/>
                    <a:pt x="23750" y="33086"/>
                    <a:pt x="25095" y="32788"/>
                  </a:cubicBezTo>
                  <a:cubicBezTo>
                    <a:pt x="26663" y="31667"/>
                    <a:pt x="28232" y="30622"/>
                    <a:pt x="29800" y="29651"/>
                  </a:cubicBezTo>
                  <a:cubicBezTo>
                    <a:pt x="29938" y="29582"/>
                    <a:pt x="30301" y="29528"/>
                    <a:pt x="30591" y="29528"/>
                  </a:cubicBezTo>
                  <a:cubicBezTo>
                    <a:pt x="30928" y="29528"/>
                    <a:pt x="31166" y="29600"/>
                    <a:pt x="30846" y="29800"/>
                  </a:cubicBezTo>
                  <a:cubicBezTo>
                    <a:pt x="29501" y="30547"/>
                    <a:pt x="28232" y="31443"/>
                    <a:pt x="26887" y="32340"/>
                  </a:cubicBezTo>
                  <a:cubicBezTo>
                    <a:pt x="27933" y="32041"/>
                    <a:pt x="28978" y="31742"/>
                    <a:pt x="30024" y="31443"/>
                  </a:cubicBezTo>
                  <a:lnTo>
                    <a:pt x="30771" y="31443"/>
                  </a:lnTo>
                  <a:lnTo>
                    <a:pt x="33086" y="30622"/>
                  </a:lnTo>
                  <a:cubicBezTo>
                    <a:pt x="33310" y="30398"/>
                    <a:pt x="33460" y="30099"/>
                    <a:pt x="33534" y="29800"/>
                  </a:cubicBezTo>
                  <a:lnTo>
                    <a:pt x="33534" y="29800"/>
                  </a:lnTo>
                  <a:cubicBezTo>
                    <a:pt x="32713" y="30398"/>
                    <a:pt x="31891" y="30921"/>
                    <a:pt x="30995" y="31294"/>
                  </a:cubicBezTo>
                  <a:cubicBezTo>
                    <a:pt x="30830" y="31356"/>
                    <a:pt x="30649" y="31383"/>
                    <a:pt x="30491" y="31383"/>
                  </a:cubicBezTo>
                  <a:cubicBezTo>
                    <a:pt x="30075" y="31383"/>
                    <a:pt x="29823" y="31191"/>
                    <a:pt x="30472" y="30921"/>
                  </a:cubicBezTo>
                  <a:cubicBezTo>
                    <a:pt x="31667" y="30398"/>
                    <a:pt x="32713" y="29651"/>
                    <a:pt x="33609" y="28755"/>
                  </a:cubicBezTo>
                  <a:cubicBezTo>
                    <a:pt x="33537" y="27610"/>
                    <a:pt x="32644" y="26808"/>
                    <a:pt x="31518" y="26808"/>
                  </a:cubicBezTo>
                  <a:cubicBezTo>
                    <a:pt x="31469" y="26808"/>
                    <a:pt x="31419" y="26810"/>
                    <a:pt x="31368" y="26813"/>
                  </a:cubicBezTo>
                  <a:lnTo>
                    <a:pt x="30846" y="26813"/>
                  </a:lnTo>
                  <a:cubicBezTo>
                    <a:pt x="30622" y="26738"/>
                    <a:pt x="30379" y="26701"/>
                    <a:pt x="30136" y="26701"/>
                  </a:cubicBezTo>
                  <a:cubicBezTo>
                    <a:pt x="29893" y="26701"/>
                    <a:pt x="29651" y="26738"/>
                    <a:pt x="29427" y="26813"/>
                  </a:cubicBezTo>
                  <a:lnTo>
                    <a:pt x="29352" y="26813"/>
                  </a:lnTo>
                  <a:cubicBezTo>
                    <a:pt x="24348" y="26663"/>
                    <a:pt x="19195" y="25319"/>
                    <a:pt x="18597" y="19270"/>
                  </a:cubicBezTo>
                  <a:cubicBezTo>
                    <a:pt x="18074" y="13817"/>
                    <a:pt x="19792" y="7693"/>
                    <a:pt x="20464" y="2241"/>
                  </a:cubicBezTo>
                  <a:cubicBezTo>
                    <a:pt x="20539" y="2017"/>
                    <a:pt x="20539" y="1793"/>
                    <a:pt x="20464" y="1644"/>
                  </a:cubicBezTo>
                  <a:cubicBezTo>
                    <a:pt x="19643" y="1345"/>
                    <a:pt x="18821" y="1046"/>
                    <a:pt x="18000" y="673"/>
                  </a:cubicBezTo>
                  <a:cubicBezTo>
                    <a:pt x="17626" y="523"/>
                    <a:pt x="17925" y="225"/>
                    <a:pt x="183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6"/>
            <p:cNvSpPr/>
            <p:nvPr/>
          </p:nvSpPr>
          <p:spPr>
            <a:xfrm>
              <a:off x="5292230" y="2900787"/>
              <a:ext cx="355157" cy="360047"/>
            </a:xfrm>
            <a:custGeom>
              <a:avLst/>
              <a:gdLst/>
              <a:ahLst/>
              <a:cxnLst/>
              <a:rect l="l" t="t" r="r" b="b"/>
              <a:pathLst>
                <a:path w="11766" h="11928" extrusionOk="0">
                  <a:moveTo>
                    <a:pt x="6069" y="0"/>
                  </a:moveTo>
                  <a:cubicBezTo>
                    <a:pt x="5151" y="0"/>
                    <a:pt x="4242" y="468"/>
                    <a:pt x="3436" y="1173"/>
                  </a:cubicBezTo>
                  <a:cubicBezTo>
                    <a:pt x="3287" y="1397"/>
                    <a:pt x="3212" y="1696"/>
                    <a:pt x="3063" y="1995"/>
                  </a:cubicBezTo>
                  <a:lnTo>
                    <a:pt x="2540" y="1995"/>
                  </a:lnTo>
                  <a:cubicBezTo>
                    <a:pt x="2092" y="2517"/>
                    <a:pt x="1718" y="3040"/>
                    <a:pt x="1345" y="3563"/>
                  </a:cubicBezTo>
                  <a:cubicBezTo>
                    <a:pt x="3063" y="2443"/>
                    <a:pt x="4855" y="1547"/>
                    <a:pt x="6722" y="874"/>
                  </a:cubicBezTo>
                  <a:cubicBezTo>
                    <a:pt x="6887" y="813"/>
                    <a:pt x="7068" y="785"/>
                    <a:pt x="7226" y="785"/>
                  </a:cubicBezTo>
                  <a:cubicBezTo>
                    <a:pt x="7642" y="785"/>
                    <a:pt x="7895" y="977"/>
                    <a:pt x="7245" y="1248"/>
                  </a:cubicBezTo>
                  <a:cubicBezTo>
                    <a:pt x="5453" y="1845"/>
                    <a:pt x="3735" y="2742"/>
                    <a:pt x="2166" y="3787"/>
                  </a:cubicBezTo>
                  <a:cubicBezTo>
                    <a:pt x="1948" y="3897"/>
                    <a:pt x="1689" y="3966"/>
                    <a:pt x="1420" y="3966"/>
                  </a:cubicBezTo>
                  <a:cubicBezTo>
                    <a:pt x="1321" y="3966"/>
                    <a:pt x="1221" y="3957"/>
                    <a:pt x="1121" y="3937"/>
                  </a:cubicBezTo>
                  <a:cubicBezTo>
                    <a:pt x="523" y="4833"/>
                    <a:pt x="150" y="5804"/>
                    <a:pt x="1" y="6849"/>
                  </a:cubicBezTo>
                  <a:lnTo>
                    <a:pt x="1" y="7073"/>
                  </a:lnTo>
                  <a:cubicBezTo>
                    <a:pt x="1868" y="5878"/>
                    <a:pt x="3660" y="4534"/>
                    <a:pt x="5378" y="3115"/>
                  </a:cubicBezTo>
                  <a:cubicBezTo>
                    <a:pt x="5567" y="3021"/>
                    <a:pt x="6114" y="2926"/>
                    <a:pt x="6435" y="2926"/>
                  </a:cubicBezTo>
                  <a:cubicBezTo>
                    <a:pt x="6621" y="2926"/>
                    <a:pt x="6730" y="2958"/>
                    <a:pt x="6648" y="3040"/>
                  </a:cubicBezTo>
                  <a:cubicBezTo>
                    <a:pt x="4781" y="4609"/>
                    <a:pt x="2764" y="6028"/>
                    <a:pt x="747" y="7372"/>
                  </a:cubicBezTo>
                  <a:cubicBezTo>
                    <a:pt x="523" y="7447"/>
                    <a:pt x="225" y="7521"/>
                    <a:pt x="1" y="7521"/>
                  </a:cubicBezTo>
                  <a:cubicBezTo>
                    <a:pt x="1" y="8268"/>
                    <a:pt x="225" y="9090"/>
                    <a:pt x="598" y="9762"/>
                  </a:cubicBezTo>
                  <a:lnTo>
                    <a:pt x="6498" y="5654"/>
                  </a:lnTo>
                  <a:cubicBezTo>
                    <a:pt x="6646" y="5544"/>
                    <a:pt x="6825" y="5497"/>
                    <a:pt x="7001" y="5497"/>
                  </a:cubicBezTo>
                  <a:cubicBezTo>
                    <a:pt x="7535" y="5497"/>
                    <a:pt x="8032" y="5933"/>
                    <a:pt x="7469" y="6326"/>
                  </a:cubicBezTo>
                  <a:lnTo>
                    <a:pt x="1270" y="10584"/>
                  </a:lnTo>
                  <a:cubicBezTo>
                    <a:pt x="1793" y="11106"/>
                    <a:pt x="2465" y="11480"/>
                    <a:pt x="3137" y="11629"/>
                  </a:cubicBezTo>
                  <a:lnTo>
                    <a:pt x="7544" y="8194"/>
                  </a:lnTo>
                  <a:cubicBezTo>
                    <a:pt x="7705" y="8065"/>
                    <a:pt x="8045" y="7992"/>
                    <a:pt x="8334" y="7992"/>
                  </a:cubicBezTo>
                  <a:cubicBezTo>
                    <a:pt x="8715" y="7992"/>
                    <a:pt x="9004" y="8120"/>
                    <a:pt x="8664" y="8418"/>
                  </a:cubicBezTo>
                  <a:lnTo>
                    <a:pt x="4183" y="11853"/>
                  </a:lnTo>
                  <a:cubicBezTo>
                    <a:pt x="4706" y="11928"/>
                    <a:pt x="5154" y="11928"/>
                    <a:pt x="5677" y="11928"/>
                  </a:cubicBezTo>
                  <a:lnTo>
                    <a:pt x="10307" y="8716"/>
                  </a:lnTo>
                  <a:cubicBezTo>
                    <a:pt x="10436" y="8606"/>
                    <a:pt x="10602" y="8559"/>
                    <a:pt x="10767" y="8559"/>
                  </a:cubicBezTo>
                  <a:cubicBezTo>
                    <a:pt x="11270" y="8559"/>
                    <a:pt x="11766" y="8995"/>
                    <a:pt x="11204" y="9389"/>
                  </a:cubicBezTo>
                  <a:lnTo>
                    <a:pt x="8141" y="11555"/>
                  </a:lnTo>
                  <a:cubicBezTo>
                    <a:pt x="9560" y="11256"/>
                    <a:pt x="10830" y="10509"/>
                    <a:pt x="11726" y="9463"/>
                  </a:cubicBezTo>
                  <a:cubicBezTo>
                    <a:pt x="11652" y="8418"/>
                    <a:pt x="10979" y="7521"/>
                    <a:pt x="10009" y="7223"/>
                  </a:cubicBezTo>
                  <a:cubicBezTo>
                    <a:pt x="8664" y="6999"/>
                    <a:pt x="7619" y="6102"/>
                    <a:pt x="7170" y="4833"/>
                  </a:cubicBezTo>
                  <a:cubicBezTo>
                    <a:pt x="7320" y="3937"/>
                    <a:pt x="7619" y="3040"/>
                    <a:pt x="8141" y="2293"/>
                  </a:cubicBezTo>
                  <a:cubicBezTo>
                    <a:pt x="8515" y="1696"/>
                    <a:pt x="8590" y="1024"/>
                    <a:pt x="8291" y="426"/>
                  </a:cubicBezTo>
                  <a:lnTo>
                    <a:pt x="8291" y="426"/>
                  </a:lnTo>
                  <a:cubicBezTo>
                    <a:pt x="8167" y="457"/>
                    <a:pt x="8043" y="475"/>
                    <a:pt x="7920" y="475"/>
                  </a:cubicBezTo>
                  <a:cubicBezTo>
                    <a:pt x="7745" y="475"/>
                    <a:pt x="7570" y="439"/>
                    <a:pt x="7395" y="352"/>
                  </a:cubicBezTo>
                  <a:cubicBezTo>
                    <a:pt x="6957" y="109"/>
                    <a:pt x="6512" y="0"/>
                    <a:pt x="60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6"/>
            <p:cNvSpPr/>
            <p:nvPr/>
          </p:nvSpPr>
          <p:spPr>
            <a:xfrm>
              <a:off x="5770168" y="3686876"/>
              <a:ext cx="326904" cy="347218"/>
            </a:xfrm>
            <a:custGeom>
              <a:avLst/>
              <a:gdLst/>
              <a:ahLst/>
              <a:cxnLst/>
              <a:rect l="l" t="t" r="r" b="b"/>
              <a:pathLst>
                <a:path w="10830" h="11503" extrusionOk="0">
                  <a:moveTo>
                    <a:pt x="8216" y="1"/>
                  </a:moveTo>
                  <a:cubicBezTo>
                    <a:pt x="6797" y="598"/>
                    <a:pt x="5527" y="1644"/>
                    <a:pt x="4631" y="2913"/>
                  </a:cubicBezTo>
                  <a:cubicBezTo>
                    <a:pt x="5900" y="2391"/>
                    <a:pt x="6946" y="1644"/>
                    <a:pt x="7842" y="673"/>
                  </a:cubicBezTo>
                  <a:cubicBezTo>
                    <a:pt x="7977" y="538"/>
                    <a:pt x="8514" y="431"/>
                    <a:pt x="8858" y="431"/>
                  </a:cubicBezTo>
                  <a:cubicBezTo>
                    <a:pt x="9088" y="431"/>
                    <a:pt x="9231" y="479"/>
                    <a:pt x="9112" y="598"/>
                  </a:cubicBezTo>
                  <a:cubicBezTo>
                    <a:pt x="7767" y="2017"/>
                    <a:pt x="6050" y="2988"/>
                    <a:pt x="4183" y="3511"/>
                  </a:cubicBezTo>
                  <a:cubicBezTo>
                    <a:pt x="3212" y="4781"/>
                    <a:pt x="2390" y="6200"/>
                    <a:pt x="1643" y="7619"/>
                  </a:cubicBezTo>
                  <a:cubicBezTo>
                    <a:pt x="4257" y="6200"/>
                    <a:pt x="6722" y="4407"/>
                    <a:pt x="8888" y="2316"/>
                  </a:cubicBezTo>
                  <a:cubicBezTo>
                    <a:pt x="9061" y="2186"/>
                    <a:pt x="9538" y="2106"/>
                    <a:pt x="9862" y="2106"/>
                  </a:cubicBezTo>
                  <a:cubicBezTo>
                    <a:pt x="10096" y="2106"/>
                    <a:pt x="10251" y="2147"/>
                    <a:pt x="10157" y="2241"/>
                  </a:cubicBezTo>
                  <a:cubicBezTo>
                    <a:pt x="7767" y="4482"/>
                    <a:pt x="5153" y="6349"/>
                    <a:pt x="2241" y="7917"/>
                  </a:cubicBezTo>
                  <a:cubicBezTo>
                    <a:pt x="2017" y="7992"/>
                    <a:pt x="1718" y="7992"/>
                    <a:pt x="1419" y="8067"/>
                  </a:cubicBezTo>
                  <a:cubicBezTo>
                    <a:pt x="896" y="9187"/>
                    <a:pt x="374" y="10307"/>
                    <a:pt x="0" y="11502"/>
                  </a:cubicBezTo>
                  <a:cubicBezTo>
                    <a:pt x="75" y="11428"/>
                    <a:pt x="149" y="11353"/>
                    <a:pt x="224" y="11278"/>
                  </a:cubicBezTo>
                  <a:cubicBezTo>
                    <a:pt x="3585" y="9486"/>
                    <a:pt x="6647" y="7395"/>
                    <a:pt x="9485" y="4930"/>
                  </a:cubicBezTo>
                  <a:lnTo>
                    <a:pt x="9485" y="4631"/>
                  </a:lnTo>
                  <a:cubicBezTo>
                    <a:pt x="9635" y="4258"/>
                    <a:pt x="9859" y="3884"/>
                    <a:pt x="10083" y="3436"/>
                  </a:cubicBezTo>
                  <a:cubicBezTo>
                    <a:pt x="10830" y="1942"/>
                    <a:pt x="9859" y="150"/>
                    <a:pt x="82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6"/>
            <p:cNvSpPr/>
            <p:nvPr/>
          </p:nvSpPr>
          <p:spPr>
            <a:xfrm>
              <a:off x="5745356" y="3873989"/>
              <a:ext cx="324670" cy="268314"/>
            </a:xfrm>
            <a:custGeom>
              <a:avLst/>
              <a:gdLst/>
              <a:ahLst/>
              <a:cxnLst/>
              <a:rect l="l" t="t" r="r" b="b"/>
              <a:pathLst>
                <a:path w="10756" h="8889" extrusionOk="0">
                  <a:moveTo>
                    <a:pt x="10382" y="1"/>
                  </a:moveTo>
                  <a:cubicBezTo>
                    <a:pt x="7693" y="2241"/>
                    <a:pt x="4780" y="4258"/>
                    <a:pt x="1644" y="5901"/>
                  </a:cubicBezTo>
                  <a:cubicBezTo>
                    <a:pt x="1512" y="5988"/>
                    <a:pt x="1381" y="6025"/>
                    <a:pt x="1261" y="6025"/>
                  </a:cubicBezTo>
                  <a:cubicBezTo>
                    <a:pt x="971" y="6025"/>
                    <a:pt x="747" y="5813"/>
                    <a:pt x="747" y="5602"/>
                  </a:cubicBezTo>
                  <a:cubicBezTo>
                    <a:pt x="673" y="5751"/>
                    <a:pt x="673" y="5901"/>
                    <a:pt x="598" y="6050"/>
                  </a:cubicBezTo>
                  <a:cubicBezTo>
                    <a:pt x="299" y="6946"/>
                    <a:pt x="75" y="7917"/>
                    <a:pt x="1" y="8888"/>
                  </a:cubicBezTo>
                  <a:cubicBezTo>
                    <a:pt x="3511" y="7021"/>
                    <a:pt x="6872" y="4930"/>
                    <a:pt x="10083" y="2465"/>
                  </a:cubicBezTo>
                  <a:cubicBezTo>
                    <a:pt x="10307" y="2391"/>
                    <a:pt x="10531" y="2316"/>
                    <a:pt x="10755" y="2241"/>
                  </a:cubicBezTo>
                  <a:cubicBezTo>
                    <a:pt x="10681" y="1494"/>
                    <a:pt x="10531" y="747"/>
                    <a:pt x="103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6"/>
            <p:cNvSpPr/>
            <p:nvPr/>
          </p:nvSpPr>
          <p:spPr>
            <a:xfrm>
              <a:off x="5745356" y="3955155"/>
              <a:ext cx="335929" cy="269643"/>
            </a:xfrm>
            <a:custGeom>
              <a:avLst/>
              <a:gdLst/>
              <a:ahLst/>
              <a:cxnLst/>
              <a:rect l="l" t="t" r="r" b="b"/>
              <a:pathLst>
                <a:path w="11129" h="8933" extrusionOk="0">
                  <a:moveTo>
                    <a:pt x="10905" y="0"/>
                  </a:moveTo>
                  <a:cubicBezTo>
                    <a:pt x="7469" y="2540"/>
                    <a:pt x="3810" y="4780"/>
                    <a:pt x="1" y="6722"/>
                  </a:cubicBezTo>
                  <a:cubicBezTo>
                    <a:pt x="1" y="6946"/>
                    <a:pt x="75" y="7170"/>
                    <a:pt x="150" y="7394"/>
                  </a:cubicBezTo>
                  <a:cubicBezTo>
                    <a:pt x="299" y="7842"/>
                    <a:pt x="598" y="8216"/>
                    <a:pt x="971" y="8514"/>
                  </a:cubicBezTo>
                  <a:lnTo>
                    <a:pt x="8440" y="3137"/>
                  </a:lnTo>
                  <a:cubicBezTo>
                    <a:pt x="8585" y="3034"/>
                    <a:pt x="8775" y="2988"/>
                    <a:pt x="8959" y="2988"/>
                  </a:cubicBezTo>
                  <a:cubicBezTo>
                    <a:pt x="9440" y="2988"/>
                    <a:pt x="9876" y="3302"/>
                    <a:pt x="9336" y="3735"/>
                  </a:cubicBezTo>
                  <a:cubicBezTo>
                    <a:pt x="6872" y="5452"/>
                    <a:pt x="4482" y="7170"/>
                    <a:pt x="2017" y="8888"/>
                  </a:cubicBezTo>
                  <a:cubicBezTo>
                    <a:pt x="2203" y="8918"/>
                    <a:pt x="2396" y="8932"/>
                    <a:pt x="2593" y="8932"/>
                  </a:cubicBezTo>
                  <a:cubicBezTo>
                    <a:pt x="4847" y="8932"/>
                    <a:pt x="7709" y="7092"/>
                    <a:pt x="8739" y="6199"/>
                  </a:cubicBezTo>
                  <a:cubicBezTo>
                    <a:pt x="9560" y="5527"/>
                    <a:pt x="10307" y="4780"/>
                    <a:pt x="10905" y="3959"/>
                  </a:cubicBezTo>
                  <a:cubicBezTo>
                    <a:pt x="11129" y="2614"/>
                    <a:pt x="11129" y="1270"/>
                    <a:pt x="109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6"/>
            <p:cNvSpPr/>
            <p:nvPr/>
          </p:nvSpPr>
          <p:spPr>
            <a:xfrm>
              <a:off x="5736331" y="4254975"/>
              <a:ext cx="142081" cy="30517"/>
            </a:xfrm>
            <a:custGeom>
              <a:avLst/>
              <a:gdLst/>
              <a:ahLst/>
              <a:cxnLst/>
              <a:rect l="l" t="t" r="r" b="b"/>
              <a:pathLst>
                <a:path w="4707" h="1011" extrusionOk="0">
                  <a:moveTo>
                    <a:pt x="4706" y="1"/>
                  </a:moveTo>
                  <a:lnTo>
                    <a:pt x="4706" y="1"/>
                  </a:lnTo>
                  <a:cubicBezTo>
                    <a:pt x="3810" y="269"/>
                    <a:pt x="2860" y="404"/>
                    <a:pt x="1904" y="404"/>
                  </a:cubicBezTo>
                  <a:cubicBezTo>
                    <a:pt x="1267" y="404"/>
                    <a:pt x="628" y="344"/>
                    <a:pt x="1" y="225"/>
                  </a:cubicBezTo>
                  <a:lnTo>
                    <a:pt x="1" y="225"/>
                  </a:lnTo>
                  <a:cubicBezTo>
                    <a:pt x="599" y="731"/>
                    <a:pt x="1339" y="1010"/>
                    <a:pt x="2099" y="1010"/>
                  </a:cubicBezTo>
                  <a:cubicBezTo>
                    <a:pt x="2572" y="1010"/>
                    <a:pt x="3053" y="902"/>
                    <a:pt x="3511" y="673"/>
                  </a:cubicBezTo>
                  <a:cubicBezTo>
                    <a:pt x="3884" y="523"/>
                    <a:pt x="4333" y="299"/>
                    <a:pt x="47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6"/>
            <p:cNvSpPr/>
            <p:nvPr/>
          </p:nvSpPr>
          <p:spPr>
            <a:xfrm>
              <a:off x="6187224" y="3175132"/>
              <a:ext cx="146548" cy="20647"/>
            </a:xfrm>
            <a:custGeom>
              <a:avLst/>
              <a:gdLst/>
              <a:ahLst/>
              <a:cxnLst/>
              <a:rect l="l" t="t" r="r" b="b"/>
              <a:pathLst>
                <a:path w="4855" h="684" extrusionOk="0">
                  <a:moveTo>
                    <a:pt x="4855" y="1"/>
                  </a:moveTo>
                  <a:cubicBezTo>
                    <a:pt x="3809" y="225"/>
                    <a:pt x="2689" y="374"/>
                    <a:pt x="1643" y="374"/>
                  </a:cubicBezTo>
                  <a:lnTo>
                    <a:pt x="0" y="374"/>
                  </a:lnTo>
                  <a:cubicBezTo>
                    <a:pt x="624" y="582"/>
                    <a:pt x="1283" y="684"/>
                    <a:pt x="1945" y="684"/>
                  </a:cubicBezTo>
                  <a:cubicBezTo>
                    <a:pt x="2947" y="684"/>
                    <a:pt x="3955" y="451"/>
                    <a:pt x="48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6"/>
            <p:cNvSpPr/>
            <p:nvPr/>
          </p:nvSpPr>
          <p:spPr>
            <a:xfrm>
              <a:off x="6027157" y="2298187"/>
              <a:ext cx="308883" cy="466690"/>
            </a:xfrm>
            <a:custGeom>
              <a:avLst/>
              <a:gdLst/>
              <a:ahLst/>
              <a:cxnLst/>
              <a:rect l="l" t="t" r="r" b="b"/>
              <a:pathLst>
                <a:path w="10233" h="15461" extrusionOk="0">
                  <a:moveTo>
                    <a:pt x="9859" y="1"/>
                  </a:moveTo>
                  <a:cubicBezTo>
                    <a:pt x="6871" y="2466"/>
                    <a:pt x="3809" y="4856"/>
                    <a:pt x="673" y="7096"/>
                  </a:cubicBezTo>
                  <a:cubicBezTo>
                    <a:pt x="598" y="7619"/>
                    <a:pt x="598" y="8142"/>
                    <a:pt x="598" y="8665"/>
                  </a:cubicBezTo>
                  <a:cubicBezTo>
                    <a:pt x="598" y="9262"/>
                    <a:pt x="448" y="9934"/>
                    <a:pt x="374" y="10681"/>
                  </a:cubicBezTo>
                  <a:cubicBezTo>
                    <a:pt x="2988" y="8739"/>
                    <a:pt x="5602" y="6872"/>
                    <a:pt x="8291" y="5080"/>
                  </a:cubicBezTo>
                  <a:cubicBezTo>
                    <a:pt x="8450" y="5000"/>
                    <a:pt x="8909" y="4920"/>
                    <a:pt x="9210" y="4920"/>
                  </a:cubicBezTo>
                  <a:cubicBezTo>
                    <a:pt x="9472" y="4920"/>
                    <a:pt x="9614" y="4981"/>
                    <a:pt x="9336" y="5154"/>
                  </a:cubicBezTo>
                  <a:cubicBezTo>
                    <a:pt x="6199" y="7171"/>
                    <a:pt x="3212" y="9411"/>
                    <a:pt x="299" y="11727"/>
                  </a:cubicBezTo>
                  <a:cubicBezTo>
                    <a:pt x="224" y="12847"/>
                    <a:pt x="75" y="14191"/>
                    <a:pt x="0" y="15461"/>
                  </a:cubicBezTo>
                  <a:cubicBezTo>
                    <a:pt x="3212" y="12922"/>
                    <a:pt x="6573" y="10681"/>
                    <a:pt x="10232" y="8739"/>
                  </a:cubicBezTo>
                  <a:cubicBezTo>
                    <a:pt x="9710" y="5827"/>
                    <a:pt x="9560" y="2914"/>
                    <a:pt x="9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6"/>
            <p:cNvSpPr/>
            <p:nvPr/>
          </p:nvSpPr>
          <p:spPr>
            <a:xfrm>
              <a:off x="6033918" y="2694960"/>
              <a:ext cx="450904" cy="447523"/>
            </a:xfrm>
            <a:custGeom>
              <a:avLst/>
              <a:gdLst/>
              <a:ahLst/>
              <a:cxnLst/>
              <a:rect l="l" t="t" r="r" b="b"/>
              <a:pathLst>
                <a:path w="14938" h="14826" extrusionOk="0">
                  <a:moveTo>
                    <a:pt x="11129" y="1"/>
                  </a:moveTo>
                  <a:lnTo>
                    <a:pt x="0" y="9038"/>
                  </a:lnTo>
                  <a:cubicBezTo>
                    <a:pt x="150" y="9635"/>
                    <a:pt x="299" y="10233"/>
                    <a:pt x="449" y="10830"/>
                  </a:cubicBezTo>
                  <a:cubicBezTo>
                    <a:pt x="3660" y="8216"/>
                    <a:pt x="6946" y="5826"/>
                    <a:pt x="10382" y="3660"/>
                  </a:cubicBezTo>
                  <a:cubicBezTo>
                    <a:pt x="10532" y="3553"/>
                    <a:pt x="10731" y="3507"/>
                    <a:pt x="10921" y="3507"/>
                  </a:cubicBezTo>
                  <a:cubicBezTo>
                    <a:pt x="11394" y="3507"/>
                    <a:pt x="11810" y="3789"/>
                    <a:pt x="11278" y="4108"/>
                  </a:cubicBezTo>
                  <a:cubicBezTo>
                    <a:pt x="7618" y="6424"/>
                    <a:pt x="4183" y="8963"/>
                    <a:pt x="897" y="11726"/>
                  </a:cubicBezTo>
                  <a:cubicBezTo>
                    <a:pt x="1046" y="12175"/>
                    <a:pt x="1345" y="12548"/>
                    <a:pt x="1718" y="12921"/>
                  </a:cubicBezTo>
                  <a:cubicBezTo>
                    <a:pt x="4332" y="10382"/>
                    <a:pt x="7170" y="7992"/>
                    <a:pt x="10083" y="5752"/>
                  </a:cubicBezTo>
                  <a:cubicBezTo>
                    <a:pt x="10219" y="5638"/>
                    <a:pt x="10417" y="5587"/>
                    <a:pt x="10608" y="5587"/>
                  </a:cubicBezTo>
                  <a:cubicBezTo>
                    <a:pt x="11046" y="5587"/>
                    <a:pt x="11448" y="5858"/>
                    <a:pt x="10979" y="6274"/>
                  </a:cubicBezTo>
                  <a:cubicBezTo>
                    <a:pt x="7992" y="8590"/>
                    <a:pt x="5154" y="10980"/>
                    <a:pt x="2465" y="13594"/>
                  </a:cubicBezTo>
                  <a:cubicBezTo>
                    <a:pt x="2988" y="13967"/>
                    <a:pt x="3511" y="14191"/>
                    <a:pt x="4108" y="14415"/>
                  </a:cubicBezTo>
                  <a:cubicBezTo>
                    <a:pt x="6722" y="12175"/>
                    <a:pt x="9486" y="10009"/>
                    <a:pt x="12249" y="7917"/>
                  </a:cubicBezTo>
                  <a:cubicBezTo>
                    <a:pt x="12405" y="7828"/>
                    <a:pt x="12614" y="7786"/>
                    <a:pt x="12811" y="7786"/>
                  </a:cubicBezTo>
                  <a:cubicBezTo>
                    <a:pt x="13274" y="7786"/>
                    <a:pt x="13669" y="8021"/>
                    <a:pt x="13145" y="8440"/>
                  </a:cubicBezTo>
                  <a:cubicBezTo>
                    <a:pt x="10382" y="10382"/>
                    <a:pt x="7768" y="12473"/>
                    <a:pt x="5154" y="14714"/>
                  </a:cubicBezTo>
                  <a:cubicBezTo>
                    <a:pt x="5677" y="14789"/>
                    <a:pt x="6199" y="14826"/>
                    <a:pt x="6713" y="14826"/>
                  </a:cubicBezTo>
                  <a:cubicBezTo>
                    <a:pt x="7226" y="14826"/>
                    <a:pt x="7730" y="14789"/>
                    <a:pt x="8216" y="14714"/>
                  </a:cubicBezTo>
                  <a:cubicBezTo>
                    <a:pt x="8216" y="14639"/>
                    <a:pt x="8291" y="14490"/>
                    <a:pt x="8365" y="14490"/>
                  </a:cubicBezTo>
                  <a:lnTo>
                    <a:pt x="12697" y="10083"/>
                  </a:lnTo>
                  <a:cubicBezTo>
                    <a:pt x="12834" y="9946"/>
                    <a:pt x="13092" y="9880"/>
                    <a:pt x="13337" y="9880"/>
                  </a:cubicBezTo>
                  <a:cubicBezTo>
                    <a:pt x="13761" y="9880"/>
                    <a:pt x="14148" y="10078"/>
                    <a:pt x="13817" y="10457"/>
                  </a:cubicBezTo>
                  <a:lnTo>
                    <a:pt x="10083" y="14266"/>
                  </a:lnTo>
                  <a:cubicBezTo>
                    <a:pt x="11353" y="13892"/>
                    <a:pt x="12548" y="13145"/>
                    <a:pt x="13519" y="12175"/>
                  </a:cubicBezTo>
                  <a:cubicBezTo>
                    <a:pt x="13817" y="11801"/>
                    <a:pt x="14116" y="11428"/>
                    <a:pt x="14340" y="10980"/>
                  </a:cubicBezTo>
                  <a:cubicBezTo>
                    <a:pt x="14938" y="7619"/>
                    <a:pt x="12548" y="3660"/>
                    <a:pt x="111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6"/>
            <p:cNvSpPr/>
            <p:nvPr/>
          </p:nvSpPr>
          <p:spPr>
            <a:xfrm>
              <a:off x="6024893" y="2582252"/>
              <a:ext cx="340457" cy="362975"/>
            </a:xfrm>
            <a:custGeom>
              <a:avLst/>
              <a:gdLst/>
              <a:ahLst/>
              <a:cxnLst/>
              <a:rect l="l" t="t" r="r" b="b"/>
              <a:pathLst>
                <a:path w="11279" h="12025" extrusionOk="0">
                  <a:moveTo>
                    <a:pt x="10382" y="0"/>
                  </a:moveTo>
                  <a:cubicBezTo>
                    <a:pt x="6722" y="2017"/>
                    <a:pt x="3287" y="4332"/>
                    <a:pt x="75" y="7021"/>
                  </a:cubicBezTo>
                  <a:lnTo>
                    <a:pt x="1" y="6946"/>
                  </a:lnTo>
                  <a:lnTo>
                    <a:pt x="1" y="9262"/>
                  </a:lnTo>
                  <a:cubicBezTo>
                    <a:pt x="2689" y="6423"/>
                    <a:pt x="5751" y="3959"/>
                    <a:pt x="9112" y="1942"/>
                  </a:cubicBezTo>
                  <a:cubicBezTo>
                    <a:pt x="9238" y="1859"/>
                    <a:pt x="9421" y="1822"/>
                    <a:pt x="9602" y="1822"/>
                  </a:cubicBezTo>
                  <a:cubicBezTo>
                    <a:pt x="10071" y="1822"/>
                    <a:pt x="10526" y="2067"/>
                    <a:pt x="9934" y="2390"/>
                  </a:cubicBezTo>
                  <a:cubicBezTo>
                    <a:pt x="6424" y="4556"/>
                    <a:pt x="3212" y="7170"/>
                    <a:pt x="449" y="10232"/>
                  </a:cubicBezTo>
                  <a:cubicBezTo>
                    <a:pt x="299" y="10307"/>
                    <a:pt x="150" y="10382"/>
                    <a:pt x="1" y="10382"/>
                  </a:cubicBezTo>
                  <a:cubicBezTo>
                    <a:pt x="1" y="10979"/>
                    <a:pt x="75" y="11502"/>
                    <a:pt x="150" y="12025"/>
                  </a:cubicBezTo>
                  <a:lnTo>
                    <a:pt x="10457" y="3585"/>
                  </a:lnTo>
                  <a:cubicBezTo>
                    <a:pt x="10755" y="3511"/>
                    <a:pt x="10980" y="3436"/>
                    <a:pt x="11278" y="3436"/>
                  </a:cubicBezTo>
                  <a:cubicBezTo>
                    <a:pt x="11129" y="2988"/>
                    <a:pt x="10980" y="2540"/>
                    <a:pt x="10905" y="2092"/>
                  </a:cubicBezTo>
                  <a:cubicBezTo>
                    <a:pt x="10681" y="1419"/>
                    <a:pt x="10531" y="673"/>
                    <a:pt x="103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6"/>
            <p:cNvSpPr/>
            <p:nvPr/>
          </p:nvSpPr>
          <p:spPr>
            <a:xfrm>
              <a:off x="6049705" y="2210291"/>
              <a:ext cx="288599" cy="275046"/>
            </a:xfrm>
            <a:custGeom>
              <a:avLst/>
              <a:gdLst/>
              <a:ahLst/>
              <a:cxnLst/>
              <a:rect l="l" t="t" r="r" b="b"/>
              <a:pathLst>
                <a:path w="9561" h="9112" extrusionOk="0">
                  <a:moveTo>
                    <a:pt x="9560" y="0"/>
                  </a:moveTo>
                  <a:lnTo>
                    <a:pt x="224" y="6124"/>
                  </a:lnTo>
                  <a:lnTo>
                    <a:pt x="150" y="6199"/>
                  </a:lnTo>
                  <a:cubicBezTo>
                    <a:pt x="75" y="7095"/>
                    <a:pt x="0" y="8141"/>
                    <a:pt x="0" y="9112"/>
                  </a:cubicBezTo>
                  <a:cubicBezTo>
                    <a:pt x="2764" y="7021"/>
                    <a:pt x="5527" y="4930"/>
                    <a:pt x="8141" y="2689"/>
                  </a:cubicBezTo>
                  <a:cubicBezTo>
                    <a:pt x="8440" y="2540"/>
                    <a:pt x="8813" y="2465"/>
                    <a:pt x="9187" y="2465"/>
                  </a:cubicBezTo>
                  <a:cubicBezTo>
                    <a:pt x="9261" y="1643"/>
                    <a:pt x="9411" y="822"/>
                    <a:pt x="95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6"/>
            <p:cNvSpPr/>
            <p:nvPr/>
          </p:nvSpPr>
          <p:spPr>
            <a:xfrm>
              <a:off x="6056466" y="2066010"/>
              <a:ext cx="317908" cy="308883"/>
            </a:xfrm>
            <a:custGeom>
              <a:avLst/>
              <a:gdLst/>
              <a:ahLst/>
              <a:cxnLst/>
              <a:rect l="l" t="t" r="r" b="b"/>
              <a:pathLst>
                <a:path w="10532" h="10233" extrusionOk="0">
                  <a:moveTo>
                    <a:pt x="10531" y="0"/>
                  </a:moveTo>
                  <a:lnTo>
                    <a:pt x="523" y="6797"/>
                  </a:lnTo>
                  <a:cubicBezTo>
                    <a:pt x="448" y="6871"/>
                    <a:pt x="374" y="6871"/>
                    <a:pt x="299" y="6946"/>
                  </a:cubicBezTo>
                  <a:cubicBezTo>
                    <a:pt x="224" y="7992"/>
                    <a:pt x="75" y="9112"/>
                    <a:pt x="0" y="10232"/>
                  </a:cubicBezTo>
                  <a:lnTo>
                    <a:pt x="9485" y="3959"/>
                  </a:lnTo>
                  <a:cubicBezTo>
                    <a:pt x="9784" y="2614"/>
                    <a:pt x="10083" y="1270"/>
                    <a:pt x="105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6"/>
            <p:cNvSpPr/>
            <p:nvPr/>
          </p:nvSpPr>
          <p:spPr>
            <a:xfrm>
              <a:off x="6390093" y="1685144"/>
              <a:ext cx="69939" cy="13432"/>
            </a:xfrm>
            <a:custGeom>
              <a:avLst/>
              <a:gdLst/>
              <a:ahLst/>
              <a:cxnLst/>
              <a:rect l="l" t="t" r="r" b="b"/>
              <a:pathLst>
                <a:path w="2317" h="445" extrusionOk="0">
                  <a:moveTo>
                    <a:pt x="1269" y="1"/>
                  </a:moveTo>
                  <a:cubicBezTo>
                    <a:pt x="820" y="1"/>
                    <a:pt x="376" y="153"/>
                    <a:pt x="1" y="444"/>
                  </a:cubicBezTo>
                  <a:cubicBezTo>
                    <a:pt x="748" y="370"/>
                    <a:pt x="1495" y="295"/>
                    <a:pt x="2316" y="295"/>
                  </a:cubicBezTo>
                  <a:cubicBezTo>
                    <a:pt x="1986" y="97"/>
                    <a:pt x="1626" y="1"/>
                    <a:pt x="1269" y="1"/>
                  </a:cubicBezTo>
                  <a:close/>
                </a:path>
              </a:pathLst>
            </a:custGeom>
            <a:solidFill>
              <a:srgbClr val="B47E5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6"/>
            <p:cNvSpPr/>
            <p:nvPr/>
          </p:nvSpPr>
          <p:spPr>
            <a:xfrm>
              <a:off x="6069989" y="1721094"/>
              <a:ext cx="435117" cy="518548"/>
            </a:xfrm>
            <a:custGeom>
              <a:avLst/>
              <a:gdLst/>
              <a:ahLst/>
              <a:cxnLst/>
              <a:rect l="l" t="t" r="r" b="b"/>
              <a:pathLst>
                <a:path w="14415" h="17179" extrusionOk="0">
                  <a:moveTo>
                    <a:pt x="13967" y="0"/>
                  </a:moveTo>
                  <a:cubicBezTo>
                    <a:pt x="13593" y="299"/>
                    <a:pt x="13220" y="448"/>
                    <a:pt x="12772" y="448"/>
                  </a:cubicBezTo>
                  <a:cubicBezTo>
                    <a:pt x="7992" y="598"/>
                    <a:pt x="5004" y="2316"/>
                    <a:pt x="3137" y="5079"/>
                  </a:cubicBezTo>
                  <a:cubicBezTo>
                    <a:pt x="3137" y="5154"/>
                    <a:pt x="3063" y="5228"/>
                    <a:pt x="3063" y="5303"/>
                  </a:cubicBezTo>
                  <a:cubicBezTo>
                    <a:pt x="2764" y="5751"/>
                    <a:pt x="2540" y="6199"/>
                    <a:pt x="2316" y="6647"/>
                  </a:cubicBezTo>
                  <a:lnTo>
                    <a:pt x="10307" y="1718"/>
                  </a:lnTo>
                  <a:cubicBezTo>
                    <a:pt x="10467" y="1638"/>
                    <a:pt x="10925" y="1558"/>
                    <a:pt x="11226" y="1558"/>
                  </a:cubicBezTo>
                  <a:cubicBezTo>
                    <a:pt x="11488" y="1558"/>
                    <a:pt x="11631" y="1619"/>
                    <a:pt x="11353" y="1793"/>
                  </a:cubicBezTo>
                  <a:lnTo>
                    <a:pt x="1868" y="7618"/>
                  </a:lnTo>
                  <a:cubicBezTo>
                    <a:pt x="1345" y="9037"/>
                    <a:pt x="971" y="10531"/>
                    <a:pt x="747" y="12025"/>
                  </a:cubicBezTo>
                  <a:cubicBezTo>
                    <a:pt x="3361" y="10158"/>
                    <a:pt x="6050" y="8515"/>
                    <a:pt x="8888" y="7021"/>
                  </a:cubicBezTo>
                  <a:cubicBezTo>
                    <a:pt x="9016" y="6935"/>
                    <a:pt x="9205" y="6899"/>
                    <a:pt x="9391" y="6899"/>
                  </a:cubicBezTo>
                  <a:cubicBezTo>
                    <a:pt x="9854" y="6899"/>
                    <a:pt x="10296" y="7128"/>
                    <a:pt x="9710" y="7394"/>
                  </a:cubicBezTo>
                  <a:cubicBezTo>
                    <a:pt x="6498" y="9112"/>
                    <a:pt x="3436" y="11054"/>
                    <a:pt x="523" y="13145"/>
                  </a:cubicBezTo>
                  <a:cubicBezTo>
                    <a:pt x="299" y="14489"/>
                    <a:pt x="150" y="15834"/>
                    <a:pt x="0" y="17178"/>
                  </a:cubicBezTo>
                  <a:lnTo>
                    <a:pt x="10083" y="10307"/>
                  </a:lnTo>
                  <a:cubicBezTo>
                    <a:pt x="10232" y="10232"/>
                    <a:pt x="10382" y="10158"/>
                    <a:pt x="10531" y="10158"/>
                  </a:cubicBezTo>
                  <a:cubicBezTo>
                    <a:pt x="11502" y="7469"/>
                    <a:pt x="12697" y="4855"/>
                    <a:pt x="14041" y="2316"/>
                  </a:cubicBezTo>
                  <a:cubicBezTo>
                    <a:pt x="14415" y="1569"/>
                    <a:pt x="14415" y="747"/>
                    <a:pt x="139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6"/>
            <p:cNvSpPr/>
            <p:nvPr/>
          </p:nvSpPr>
          <p:spPr>
            <a:xfrm>
              <a:off x="5864826" y="744963"/>
              <a:ext cx="459748" cy="656765"/>
            </a:xfrm>
            <a:custGeom>
              <a:avLst/>
              <a:gdLst/>
              <a:ahLst/>
              <a:cxnLst/>
              <a:rect l="l" t="t" r="r" b="b"/>
              <a:pathLst>
                <a:path w="15231" h="21758" extrusionOk="0">
                  <a:moveTo>
                    <a:pt x="15007" y="17932"/>
                  </a:moveTo>
                  <a:cubicBezTo>
                    <a:pt x="15003" y="17958"/>
                    <a:pt x="14998" y="17984"/>
                    <a:pt x="14994" y="18011"/>
                  </a:cubicBezTo>
                  <a:lnTo>
                    <a:pt x="14994" y="18011"/>
                  </a:lnTo>
                  <a:cubicBezTo>
                    <a:pt x="15002" y="17984"/>
                    <a:pt x="15006" y="17957"/>
                    <a:pt x="15007" y="17932"/>
                  </a:cubicBezTo>
                  <a:close/>
                  <a:moveTo>
                    <a:pt x="4781" y="0"/>
                  </a:moveTo>
                  <a:lnTo>
                    <a:pt x="4781" y="0"/>
                  </a:lnTo>
                  <a:cubicBezTo>
                    <a:pt x="4930" y="150"/>
                    <a:pt x="4930" y="299"/>
                    <a:pt x="4631" y="448"/>
                  </a:cubicBezTo>
                  <a:cubicBezTo>
                    <a:pt x="3138" y="1419"/>
                    <a:pt x="1644" y="2540"/>
                    <a:pt x="374" y="3735"/>
                  </a:cubicBezTo>
                  <a:cubicBezTo>
                    <a:pt x="150" y="4855"/>
                    <a:pt x="1" y="5975"/>
                    <a:pt x="76" y="7095"/>
                  </a:cubicBezTo>
                  <a:cubicBezTo>
                    <a:pt x="1271" y="5975"/>
                    <a:pt x="2540" y="4780"/>
                    <a:pt x="3885" y="3735"/>
                  </a:cubicBezTo>
                  <a:cubicBezTo>
                    <a:pt x="4045" y="3606"/>
                    <a:pt x="4386" y="3533"/>
                    <a:pt x="4674" y="3533"/>
                  </a:cubicBezTo>
                  <a:cubicBezTo>
                    <a:pt x="5056" y="3533"/>
                    <a:pt x="5345" y="3661"/>
                    <a:pt x="5005" y="3959"/>
                  </a:cubicBezTo>
                  <a:cubicBezTo>
                    <a:pt x="3287" y="5303"/>
                    <a:pt x="1644" y="6797"/>
                    <a:pt x="76" y="8290"/>
                  </a:cubicBezTo>
                  <a:cubicBezTo>
                    <a:pt x="150" y="9261"/>
                    <a:pt x="300" y="10158"/>
                    <a:pt x="449" y="11054"/>
                  </a:cubicBezTo>
                  <a:lnTo>
                    <a:pt x="449" y="11203"/>
                  </a:lnTo>
                  <a:lnTo>
                    <a:pt x="5080" y="7021"/>
                  </a:lnTo>
                  <a:cubicBezTo>
                    <a:pt x="5210" y="6891"/>
                    <a:pt x="5693" y="6811"/>
                    <a:pt x="6017" y="6811"/>
                  </a:cubicBezTo>
                  <a:cubicBezTo>
                    <a:pt x="6250" y="6811"/>
                    <a:pt x="6400" y="6852"/>
                    <a:pt x="6275" y="6946"/>
                  </a:cubicBezTo>
                  <a:lnTo>
                    <a:pt x="673" y="11950"/>
                  </a:lnTo>
                  <a:cubicBezTo>
                    <a:pt x="1047" y="12772"/>
                    <a:pt x="1420" y="13593"/>
                    <a:pt x="1793" y="14265"/>
                  </a:cubicBezTo>
                  <a:lnTo>
                    <a:pt x="7096" y="9934"/>
                  </a:lnTo>
                  <a:cubicBezTo>
                    <a:pt x="7242" y="9788"/>
                    <a:pt x="7800" y="9673"/>
                    <a:pt x="8109" y="9673"/>
                  </a:cubicBezTo>
                  <a:cubicBezTo>
                    <a:pt x="8275" y="9673"/>
                    <a:pt x="8369" y="9706"/>
                    <a:pt x="8291" y="9784"/>
                  </a:cubicBezTo>
                  <a:lnTo>
                    <a:pt x="2242" y="14937"/>
                  </a:lnTo>
                  <a:lnTo>
                    <a:pt x="2391" y="15236"/>
                  </a:lnTo>
                  <a:lnTo>
                    <a:pt x="2466" y="15386"/>
                  </a:lnTo>
                  <a:cubicBezTo>
                    <a:pt x="2764" y="15834"/>
                    <a:pt x="3063" y="16282"/>
                    <a:pt x="3362" y="16655"/>
                  </a:cubicBezTo>
                  <a:lnTo>
                    <a:pt x="8963" y="11875"/>
                  </a:lnTo>
                  <a:cubicBezTo>
                    <a:pt x="9124" y="11747"/>
                    <a:pt x="9465" y="11674"/>
                    <a:pt x="9753" y="11674"/>
                  </a:cubicBezTo>
                  <a:cubicBezTo>
                    <a:pt x="10134" y="11674"/>
                    <a:pt x="10424" y="11802"/>
                    <a:pt x="10084" y="12099"/>
                  </a:cubicBezTo>
                  <a:lnTo>
                    <a:pt x="4034" y="17327"/>
                  </a:lnTo>
                  <a:cubicBezTo>
                    <a:pt x="4407" y="17776"/>
                    <a:pt x="4930" y="18224"/>
                    <a:pt x="5378" y="18597"/>
                  </a:cubicBezTo>
                  <a:lnTo>
                    <a:pt x="11727" y="13369"/>
                  </a:lnTo>
                  <a:cubicBezTo>
                    <a:pt x="11863" y="13256"/>
                    <a:pt x="12060" y="13204"/>
                    <a:pt x="12249" y="13204"/>
                  </a:cubicBezTo>
                  <a:cubicBezTo>
                    <a:pt x="12683" y="13204"/>
                    <a:pt x="13069" y="13476"/>
                    <a:pt x="12548" y="13892"/>
                  </a:cubicBezTo>
                  <a:lnTo>
                    <a:pt x="6125" y="19195"/>
                  </a:lnTo>
                  <a:cubicBezTo>
                    <a:pt x="6573" y="19493"/>
                    <a:pt x="6947" y="19717"/>
                    <a:pt x="7395" y="20016"/>
                  </a:cubicBezTo>
                  <a:lnTo>
                    <a:pt x="12847" y="15386"/>
                  </a:lnTo>
                  <a:cubicBezTo>
                    <a:pt x="12988" y="15280"/>
                    <a:pt x="13362" y="15207"/>
                    <a:pt x="13654" y="15207"/>
                  </a:cubicBezTo>
                  <a:cubicBezTo>
                    <a:pt x="13982" y="15207"/>
                    <a:pt x="14208" y="15298"/>
                    <a:pt x="13893" y="15535"/>
                  </a:cubicBezTo>
                  <a:lnTo>
                    <a:pt x="8366" y="20315"/>
                  </a:lnTo>
                  <a:cubicBezTo>
                    <a:pt x="8291" y="20315"/>
                    <a:pt x="8216" y="20390"/>
                    <a:pt x="8142" y="20390"/>
                  </a:cubicBezTo>
                  <a:cubicBezTo>
                    <a:pt x="8665" y="20688"/>
                    <a:pt x="9187" y="20987"/>
                    <a:pt x="9785" y="21211"/>
                  </a:cubicBezTo>
                  <a:lnTo>
                    <a:pt x="13893" y="17701"/>
                  </a:lnTo>
                  <a:cubicBezTo>
                    <a:pt x="14041" y="17574"/>
                    <a:pt x="14231" y="17519"/>
                    <a:pt x="14412" y="17519"/>
                  </a:cubicBezTo>
                  <a:cubicBezTo>
                    <a:pt x="14729" y="17519"/>
                    <a:pt x="15018" y="17687"/>
                    <a:pt x="15007" y="17932"/>
                  </a:cubicBezTo>
                  <a:lnTo>
                    <a:pt x="15007" y="17932"/>
                  </a:lnTo>
                  <a:cubicBezTo>
                    <a:pt x="15231" y="16583"/>
                    <a:pt x="15220" y="15142"/>
                    <a:pt x="14864" y="14340"/>
                  </a:cubicBezTo>
                  <a:cubicBezTo>
                    <a:pt x="14341" y="13294"/>
                    <a:pt x="12996" y="12323"/>
                    <a:pt x="12324" y="11278"/>
                  </a:cubicBezTo>
                  <a:cubicBezTo>
                    <a:pt x="12249" y="11129"/>
                    <a:pt x="12249" y="11054"/>
                    <a:pt x="12100" y="10904"/>
                  </a:cubicBezTo>
                  <a:cubicBezTo>
                    <a:pt x="11727" y="10755"/>
                    <a:pt x="11279" y="10606"/>
                    <a:pt x="10905" y="10382"/>
                  </a:cubicBezTo>
                  <a:cubicBezTo>
                    <a:pt x="8739" y="9261"/>
                    <a:pt x="7395" y="6274"/>
                    <a:pt x="6051" y="4257"/>
                  </a:cubicBezTo>
                  <a:cubicBezTo>
                    <a:pt x="5976" y="4108"/>
                    <a:pt x="5826" y="3959"/>
                    <a:pt x="5677" y="3809"/>
                  </a:cubicBezTo>
                  <a:cubicBezTo>
                    <a:pt x="5826" y="3361"/>
                    <a:pt x="5976" y="2988"/>
                    <a:pt x="6125" y="2614"/>
                  </a:cubicBezTo>
                  <a:cubicBezTo>
                    <a:pt x="6573" y="1494"/>
                    <a:pt x="5976" y="224"/>
                    <a:pt x="4781" y="0"/>
                  </a:cubicBezTo>
                  <a:close/>
                  <a:moveTo>
                    <a:pt x="14994" y="18011"/>
                  </a:moveTo>
                  <a:cubicBezTo>
                    <a:pt x="14968" y="18100"/>
                    <a:pt x="14903" y="18197"/>
                    <a:pt x="14789" y="18298"/>
                  </a:cubicBezTo>
                  <a:lnTo>
                    <a:pt x="10830" y="21585"/>
                  </a:lnTo>
                  <a:cubicBezTo>
                    <a:pt x="11221" y="21693"/>
                    <a:pt x="11606" y="21758"/>
                    <a:pt x="11975" y="21758"/>
                  </a:cubicBezTo>
                  <a:cubicBezTo>
                    <a:pt x="12875" y="21758"/>
                    <a:pt x="13683" y="21374"/>
                    <a:pt x="14266" y="20315"/>
                  </a:cubicBezTo>
                  <a:cubicBezTo>
                    <a:pt x="14588" y="19730"/>
                    <a:pt x="14841" y="18893"/>
                    <a:pt x="14994" y="1801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6"/>
            <p:cNvSpPr/>
            <p:nvPr/>
          </p:nvSpPr>
          <p:spPr>
            <a:xfrm>
              <a:off x="5896399" y="738202"/>
              <a:ext cx="83431" cy="58649"/>
            </a:xfrm>
            <a:custGeom>
              <a:avLst/>
              <a:gdLst/>
              <a:ahLst/>
              <a:cxnLst/>
              <a:rect l="l" t="t" r="r" b="b"/>
              <a:pathLst>
                <a:path w="2764" h="1943" extrusionOk="0">
                  <a:moveTo>
                    <a:pt x="2689" y="0"/>
                  </a:moveTo>
                  <a:cubicBezTo>
                    <a:pt x="2689" y="1"/>
                    <a:pt x="2688" y="1"/>
                    <a:pt x="2688" y="1"/>
                  </a:cubicBezTo>
                  <a:lnTo>
                    <a:pt x="2688" y="1"/>
                  </a:lnTo>
                  <a:cubicBezTo>
                    <a:pt x="2713" y="1"/>
                    <a:pt x="2738" y="0"/>
                    <a:pt x="2764" y="0"/>
                  </a:cubicBezTo>
                  <a:close/>
                  <a:moveTo>
                    <a:pt x="2688" y="1"/>
                  </a:moveTo>
                  <a:lnTo>
                    <a:pt x="2688" y="1"/>
                  </a:lnTo>
                  <a:cubicBezTo>
                    <a:pt x="2340" y="11"/>
                    <a:pt x="1992" y="85"/>
                    <a:pt x="1644" y="224"/>
                  </a:cubicBezTo>
                  <a:lnTo>
                    <a:pt x="1046" y="523"/>
                  </a:lnTo>
                  <a:cubicBezTo>
                    <a:pt x="598" y="896"/>
                    <a:pt x="225" y="1419"/>
                    <a:pt x="1" y="1942"/>
                  </a:cubicBezTo>
                  <a:cubicBezTo>
                    <a:pt x="822" y="1270"/>
                    <a:pt x="1717" y="598"/>
                    <a:pt x="2688" y="1"/>
                  </a:cubicBezTo>
                  <a:close/>
                </a:path>
              </a:pathLst>
            </a:custGeom>
            <a:solidFill>
              <a:srgbClr val="B47E5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6"/>
            <p:cNvSpPr/>
            <p:nvPr/>
          </p:nvSpPr>
          <p:spPr>
            <a:xfrm>
              <a:off x="4830078" y="431590"/>
              <a:ext cx="33868" cy="18081"/>
            </a:xfrm>
            <a:custGeom>
              <a:avLst/>
              <a:gdLst/>
              <a:ahLst/>
              <a:cxnLst/>
              <a:rect l="l" t="t" r="r" b="b"/>
              <a:pathLst>
                <a:path w="1122" h="599" extrusionOk="0">
                  <a:moveTo>
                    <a:pt x="1121" y="1"/>
                  </a:moveTo>
                  <a:lnTo>
                    <a:pt x="1121" y="1"/>
                  </a:lnTo>
                  <a:cubicBezTo>
                    <a:pt x="673" y="76"/>
                    <a:pt x="300" y="300"/>
                    <a:pt x="1" y="598"/>
                  </a:cubicBezTo>
                  <a:lnTo>
                    <a:pt x="972" y="76"/>
                  </a:lnTo>
                  <a:lnTo>
                    <a:pt x="112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6"/>
            <p:cNvSpPr/>
            <p:nvPr/>
          </p:nvSpPr>
          <p:spPr>
            <a:xfrm>
              <a:off x="4688061" y="508258"/>
              <a:ext cx="320172" cy="297594"/>
            </a:xfrm>
            <a:custGeom>
              <a:avLst/>
              <a:gdLst/>
              <a:ahLst/>
              <a:cxnLst/>
              <a:rect l="l" t="t" r="r" b="b"/>
              <a:pathLst>
                <a:path w="10607" h="9859" extrusionOk="0">
                  <a:moveTo>
                    <a:pt x="10606" y="0"/>
                  </a:moveTo>
                  <a:lnTo>
                    <a:pt x="10606" y="0"/>
                  </a:lnTo>
                  <a:cubicBezTo>
                    <a:pt x="7992" y="971"/>
                    <a:pt x="5453" y="2091"/>
                    <a:pt x="2913" y="3286"/>
                  </a:cubicBezTo>
                  <a:cubicBezTo>
                    <a:pt x="2755" y="3339"/>
                    <a:pt x="2597" y="3392"/>
                    <a:pt x="2412" y="3392"/>
                  </a:cubicBezTo>
                  <a:cubicBezTo>
                    <a:pt x="2335" y="3392"/>
                    <a:pt x="2254" y="3383"/>
                    <a:pt x="2167" y="3361"/>
                  </a:cubicBezTo>
                  <a:cubicBezTo>
                    <a:pt x="1942" y="4257"/>
                    <a:pt x="1793" y="5154"/>
                    <a:pt x="1569" y="6050"/>
                  </a:cubicBezTo>
                  <a:lnTo>
                    <a:pt x="8440" y="2390"/>
                  </a:lnTo>
                  <a:cubicBezTo>
                    <a:pt x="8570" y="2304"/>
                    <a:pt x="9072" y="2218"/>
                    <a:pt x="9374" y="2218"/>
                  </a:cubicBezTo>
                  <a:cubicBezTo>
                    <a:pt x="9594" y="2218"/>
                    <a:pt x="9707" y="2264"/>
                    <a:pt x="9486" y="2390"/>
                  </a:cubicBezTo>
                  <a:lnTo>
                    <a:pt x="1420" y="6647"/>
                  </a:lnTo>
                  <a:cubicBezTo>
                    <a:pt x="1420" y="6797"/>
                    <a:pt x="1345" y="6946"/>
                    <a:pt x="1270" y="7021"/>
                  </a:cubicBezTo>
                  <a:cubicBezTo>
                    <a:pt x="897" y="7992"/>
                    <a:pt x="523" y="8963"/>
                    <a:pt x="1" y="9859"/>
                  </a:cubicBezTo>
                  <a:lnTo>
                    <a:pt x="9336" y="4631"/>
                  </a:lnTo>
                  <a:cubicBezTo>
                    <a:pt x="9635" y="3286"/>
                    <a:pt x="10009" y="1942"/>
                    <a:pt x="10457" y="598"/>
                  </a:cubicBezTo>
                  <a:cubicBezTo>
                    <a:pt x="10531" y="448"/>
                    <a:pt x="10606" y="224"/>
                    <a:pt x="1060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6"/>
            <p:cNvSpPr/>
            <p:nvPr/>
          </p:nvSpPr>
          <p:spPr>
            <a:xfrm>
              <a:off x="4697086" y="1014358"/>
              <a:ext cx="410335" cy="71116"/>
            </a:xfrm>
            <a:custGeom>
              <a:avLst/>
              <a:gdLst/>
              <a:ahLst/>
              <a:cxnLst/>
              <a:rect l="l" t="t" r="r" b="b"/>
              <a:pathLst>
                <a:path w="13594" h="2356" extrusionOk="0">
                  <a:moveTo>
                    <a:pt x="11922" y="0"/>
                  </a:moveTo>
                  <a:cubicBezTo>
                    <a:pt x="11371" y="0"/>
                    <a:pt x="10830" y="38"/>
                    <a:pt x="10307" y="112"/>
                  </a:cubicBezTo>
                  <a:lnTo>
                    <a:pt x="10158" y="112"/>
                  </a:lnTo>
                  <a:cubicBezTo>
                    <a:pt x="9784" y="112"/>
                    <a:pt x="9336" y="187"/>
                    <a:pt x="8888" y="336"/>
                  </a:cubicBezTo>
                  <a:cubicBezTo>
                    <a:pt x="6872" y="784"/>
                    <a:pt x="5154" y="1531"/>
                    <a:pt x="3137" y="1681"/>
                  </a:cubicBezTo>
                  <a:cubicBezTo>
                    <a:pt x="2767" y="1734"/>
                    <a:pt x="2396" y="1758"/>
                    <a:pt x="2026" y="1758"/>
                  </a:cubicBezTo>
                  <a:cubicBezTo>
                    <a:pt x="1351" y="1758"/>
                    <a:pt x="676" y="1676"/>
                    <a:pt x="0" y="1531"/>
                  </a:cubicBezTo>
                  <a:lnTo>
                    <a:pt x="0" y="1531"/>
                  </a:lnTo>
                  <a:cubicBezTo>
                    <a:pt x="987" y="2074"/>
                    <a:pt x="2103" y="2356"/>
                    <a:pt x="3221" y="2356"/>
                  </a:cubicBezTo>
                  <a:cubicBezTo>
                    <a:pt x="3796" y="2356"/>
                    <a:pt x="4371" y="2281"/>
                    <a:pt x="4930" y="2129"/>
                  </a:cubicBezTo>
                  <a:cubicBezTo>
                    <a:pt x="7992" y="1531"/>
                    <a:pt x="10681" y="411"/>
                    <a:pt x="13593" y="112"/>
                  </a:cubicBezTo>
                  <a:cubicBezTo>
                    <a:pt x="13033" y="38"/>
                    <a:pt x="12473" y="0"/>
                    <a:pt x="119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6"/>
            <p:cNvSpPr/>
            <p:nvPr/>
          </p:nvSpPr>
          <p:spPr>
            <a:xfrm>
              <a:off x="4661016" y="677320"/>
              <a:ext cx="701137" cy="347218"/>
            </a:xfrm>
            <a:custGeom>
              <a:avLst/>
              <a:gdLst/>
              <a:ahLst/>
              <a:cxnLst/>
              <a:rect l="l" t="t" r="r" b="b"/>
              <a:pathLst>
                <a:path w="23228" h="11503" extrusionOk="0">
                  <a:moveTo>
                    <a:pt x="10158" y="1"/>
                  </a:moveTo>
                  <a:lnTo>
                    <a:pt x="449" y="5453"/>
                  </a:lnTo>
                  <a:cubicBezTo>
                    <a:pt x="224" y="6050"/>
                    <a:pt x="75" y="6648"/>
                    <a:pt x="0" y="7320"/>
                  </a:cubicBezTo>
                  <a:lnTo>
                    <a:pt x="8963" y="2017"/>
                  </a:lnTo>
                  <a:cubicBezTo>
                    <a:pt x="9083" y="1942"/>
                    <a:pt x="9210" y="1909"/>
                    <a:pt x="9329" y="1909"/>
                  </a:cubicBezTo>
                  <a:cubicBezTo>
                    <a:pt x="9798" y="1909"/>
                    <a:pt x="10141" y="2421"/>
                    <a:pt x="9486" y="2839"/>
                  </a:cubicBezTo>
                  <a:lnTo>
                    <a:pt x="75" y="8440"/>
                  </a:lnTo>
                  <a:cubicBezTo>
                    <a:pt x="150" y="8664"/>
                    <a:pt x="224" y="8963"/>
                    <a:pt x="374" y="9187"/>
                  </a:cubicBezTo>
                  <a:cubicBezTo>
                    <a:pt x="523" y="9486"/>
                    <a:pt x="673" y="9710"/>
                    <a:pt x="822" y="9934"/>
                  </a:cubicBezTo>
                  <a:lnTo>
                    <a:pt x="11950" y="3810"/>
                  </a:lnTo>
                  <a:cubicBezTo>
                    <a:pt x="12078" y="3739"/>
                    <a:pt x="12207" y="3708"/>
                    <a:pt x="12329" y="3708"/>
                  </a:cubicBezTo>
                  <a:cubicBezTo>
                    <a:pt x="12849" y="3708"/>
                    <a:pt x="13214" y="4268"/>
                    <a:pt x="12548" y="4631"/>
                  </a:cubicBezTo>
                  <a:lnTo>
                    <a:pt x="1569" y="10681"/>
                  </a:lnTo>
                  <a:cubicBezTo>
                    <a:pt x="2316" y="11204"/>
                    <a:pt x="3287" y="11502"/>
                    <a:pt x="4183" y="11502"/>
                  </a:cubicBezTo>
                  <a:cubicBezTo>
                    <a:pt x="7618" y="9411"/>
                    <a:pt x="11203" y="7395"/>
                    <a:pt x="14863" y="5677"/>
                  </a:cubicBezTo>
                  <a:cubicBezTo>
                    <a:pt x="15001" y="5608"/>
                    <a:pt x="15348" y="5554"/>
                    <a:pt x="15599" y="5554"/>
                  </a:cubicBezTo>
                  <a:cubicBezTo>
                    <a:pt x="15889" y="5554"/>
                    <a:pt x="16051" y="5626"/>
                    <a:pt x="15610" y="5826"/>
                  </a:cubicBezTo>
                  <a:cubicBezTo>
                    <a:pt x="12100" y="7544"/>
                    <a:pt x="8664" y="9411"/>
                    <a:pt x="5303" y="11502"/>
                  </a:cubicBezTo>
                  <a:cubicBezTo>
                    <a:pt x="7693" y="11204"/>
                    <a:pt x="10307" y="10158"/>
                    <a:pt x="12548" y="9710"/>
                  </a:cubicBezTo>
                  <a:lnTo>
                    <a:pt x="17552" y="6573"/>
                  </a:lnTo>
                  <a:cubicBezTo>
                    <a:pt x="17688" y="6475"/>
                    <a:pt x="17866" y="6434"/>
                    <a:pt x="18039" y="6434"/>
                  </a:cubicBezTo>
                  <a:cubicBezTo>
                    <a:pt x="18528" y="6434"/>
                    <a:pt x="18980" y="6765"/>
                    <a:pt x="18373" y="7096"/>
                  </a:cubicBezTo>
                  <a:lnTo>
                    <a:pt x="14564" y="9561"/>
                  </a:lnTo>
                  <a:cubicBezTo>
                    <a:pt x="15759" y="9635"/>
                    <a:pt x="16954" y="9934"/>
                    <a:pt x="18149" y="10233"/>
                  </a:cubicBezTo>
                  <a:lnTo>
                    <a:pt x="20913" y="7768"/>
                  </a:lnTo>
                  <a:cubicBezTo>
                    <a:pt x="21061" y="7641"/>
                    <a:pt x="21251" y="7586"/>
                    <a:pt x="21434" y="7586"/>
                  </a:cubicBezTo>
                  <a:cubicBezTo>
                    <a:pt x="21896" y="7586"/>
                    <a:pt x="22312" y="7937"/>
                    <a:pt x="21884" y="8366"/>
                  </a:cubicBezTo>
                  <a:lnTo>
                    <a:pt x="19494" y="10457"/>
                  </a:lnTo>
                  <a:lnTo>
                    <a:pt x="20838" y="10457"/>
                  </a:lnTo>
                  <a:cubicBezTo>
                    <a:pt x="21510" y="10382"/>
                    <a:pt x="22182" y="10233"/>
                    <a:pt x="22780" y="9934"/>
                  </a:cubicBezTo>
                  <a:cubicBezTo>
                    <a:pt x="23228" y="8963"/>
                    <a:pt x="22705" y="7843"/>
                    <a:pt x="21659" y="7395"/>
                  </a:cubicBezTo>
                  <a:cubicBezTo>
                    <a:pt x="18672" y="6050"/>
                    <a:pt x="15685" y="4706"/>
                    <a:pt x="12697" y="3362"/>
                  </a:cubicBezTo>
                  <a:cubicBezTo>
                    <a:pt x="11203" y="2689"/>
                    <a:pt x="10606" y="2764"/>
                    <a:pt x="10232" y="1121"/>
                  </a:cubicBezTo>
                  <a:cubicBezTo>
                    <a:pt x="10158" y="748"/>
                    <a:pt x="10083" y="374"/>
                    <a:pt x="101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6"/>
            <p:cNvSpPr/>
            <p:nvPr/>
          </p:nvSpPr>
          <p:spPr>
            <a:xfrm>
              <a:off x="4757937" y="468385"/>
              <a:ext cx="243533" cy="125570"/>
            </a:xfrm>
            <a:custGeom>
              <a:avLst/>
              <a:gdLst/>
              <a:ahLst/>
              <a:cxnLst/>
              <a:rect l="l" t="t" r="r" b="b"/>
              <a:pathLst>
                <a:path w="8068" h="4160" extrusionOk="0">
                  <a:moveTo>
                    <a:pt x="6186" y="0"/>
                  </a:moveTo>
                  <a:cubicBezTo>
                    <a:pt x="5837" y="0"/>
                    <a:pt x="5490" y="42"/>
                    <a:pt x="5154" y="126"/>
                  </a:cubicBezTo>
                  <a:cubicBezTo>
                    <a:pt x="4968" y="201"/>
                    <a:pt x="4762" y="238"/>
                    <a:pt x="4557" y="238"/>
                  </a:cubicBezTo>
                  <a:cubicBezTo>
                    <a:pt x="4351" y="238"/>
                    <a:pt x="4146" y="201"/>
                    <a:pt x="3959" y="126"/>
                  </a:cubicBezTo>
                  <a:cubicBezTo>
                    <a:pt x="2690" y="649"/>
                    <a:pt x="1569" y="1471"/>
                    <a:pt x="748" y="2516"/>
                  </a:cubicBezTo>
                  <a:cubicBezTo>
                    <a:pt x="374" y="3039"/>
                    <a:pt x="150" y="3562"/>
                    <a:pt x="1" y="4159"/>
                  </a:cubicBezTo>
                  <a:cubicBezTo>
                    <a:pt x="2615" y="2890"/>
                    <a:pt x="5378" y="1695"/>
                    <a:pt x="8067" y="649"/>
                  </a:cubicBezTo>
                  <a:cubicBezTo>
                    <a:pt x="8067" y="574"/>
                    <a:pt x="7992" y="425"/>
                    <a:pt x="7918" y="350"/>
                  </a:cubicBezTo>
                  <a:cubicBezTo>
                    <a:pt x="7358" y="117"/>
                    <a:pt x="6768" y="0"/>
                    <a:pt x="6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6"/>
            <p:cNvSpPr/>
            <p:nvPr/>
          </p:nvSpPr>
          <p:spPr>
            <a:xfrm>
              <a:off x="4313836" y="1011"/>
              <a:ext cx="241269" cy="151076"/>
            </a:xfrm>
            <a:custGeom>
              <a:avLst/>
              <a:gdLst/>
              <a:ahLst/>
              <a:cxnLst/>
              <a:rect l="l" t="t" r="r" b="b"/>
              <a:pathLst>
                <a:path w="7993" h="5005" extrusionOk="0">
                  <a:moveTo>
                    <a:pt x="7395" y="1"/>
                  </a:moveTo>
                  <a:lnTo>
                    <a:pt x="374" y="3660"/>
                  </a:lnTo>
                  <a:cubicBezTo>
                    <a:pt x="225" y="3660"/>
                    <a:pt x="150" y="3735"/>
                    <a:pt x="75" y="3735"/>
                  </a:cubicBezTo>
                  <a:cubicBezTo>
                    <a:pt x="1" y="4183"/>
                    <a:pt x="150" y="4631"/>
                    <a:pt x="374" y="5005"/>
                  </a:cubicBezTo>
                  <a:cubicBezTo>
                    <a:pt x="2764" y="4109"/>
                    <a:pt x="5079" y="3212"/>
                    <a:pt x="7395" y="2167"/>
                  </a:cubicBezTo>
                  <a:cubicBezTo>
                    <a:pt x="7544" y="2092"/>
                    <a:pt x="7693" y="2017"/>
                    <a:pt x="7917" y="2017"/>
                  </a:cubicBezTo>
                  <a:cubicBezTo>
                    <a:pt x="7992" y="1420"/>
                    <a:pt x="7917" y="748"/>
                    <a:pt x="7544" y="150"/>
                  </a:cubicBezTo>
                  <a:cubicBezTo>
                    <a:pt x="7469" y="150"/>
                    <a:pt x="7469" y="76"/>
                    <a:pt x="73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6"/>
            <p:cNvSpPr/>
            <p:nvPr/>
          </p:nvSpPr>
          <p:spPr>
            <a:xfrm>
              <a:off x="4663279" y="170103"/>
              <a:ext cx="78934" cy="47360"/>
            </a:xfrm>
            <a:custGeom>
              <a:avLst/>
              <a:gdLst/>
              <a:ahLst/>
              <a:cxnLst/>
              <a:rect l="l" t="t" r="r" b="b"/>
              <a:pathLst>
                <a:path w="2615" h="1569" extrusionOk="0">
                  <a:moveTo>
                    <a:pt x="2539" y="0"/>
                  </a:moveTo>
                  <a:lnTo>
                    <a:pt x="2539" y="0"/>
                  </a:lnTo>
                  <a:cubicBezTo>
                    <a:pt x="1718" y="598"/>
                    <a:pt x="896" y="1121"/>
                    <a:pt x="0" y="1569"/>
                  </a:cubicBezTo>
                  <a:cubicBezTo>
                    <a:pt x="822" y="1569"/>
                    <a:pt x="1568" y="1494"/>
                    <a:pt x="2390" y="1345"/>
                  </a:cubicBezTo>
                  <a:cubicBezTo>
                    <a:pt x="2614" y="897"/>
                    <a:pt x="2614" y="448"/>
                    <a:pt x="25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6"/>
            <p:cNvSpPr/>
            <p:nvPr/>
          </p:nvSpPr>
          <p:spPr>
            <a:xfrm>
              <a:off x="4325125" y="-37293"/>
              <a:ext cx="202904" cy="121766"/>
            </a:xfrm>
            <a:custGeom>
              <a:avLst/>
              <a:gdLst/>
              <a:ahLst/>
              <a:cxnLst/>
              <a:rect l="l" t="t" r="r" b="b"/>
              <a:pathLst>
                <a:path w="6722" h="4034" extrusionOk="0">
                  <a:moveTo>
                    <a:pt x="5751" y="0"/>
                  </a:moveTo>
                  <a:cubicBezTo>
                    <a:pt x="5527" y="150"/>
                    <a:pt x="5303" y="299"/>
                    <a:pt x="5079" y="374"/>
                  </a:cubicBezTo>
                  <a:cubicBezTo>
                    <a:pt x="3361" y="822"/>
                    <a:pt x="896" y="2315"/>
                    <a:pt x="0" y="4033"/>
                  </a:cubicBezTo>
                  <a:lnTo>
                    <a:pt x="6573" y="672"/>
                  </a:lnTo>
                  <a:lnTo>
                    <a:pt x="6722" y="598"/>
                  </a:lnTo>
                  <a:cubicBezTo>
                    <a:pt x="6423" y="299"/>
                    <a:pt x="6124" y="75"/>
                    <a:pt x="57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6"/>
            <p:cNvSpPr/>
            <p:nvPr/>
          </p:nvSpPr>
          <p:spPr>
            <a:xfrm>
              <a:off x="4338647" y="82176"/>
              <a:ext cx="396812" cy="137553"/>
            </a:xfrm>
            <a:custGeom>
              <a:avLst/>
              <a:gdLst/>
              <a:ahLst/>
              <a:cxnLst/>
              <a:rect l="l" t="t" r="r" b="b"/>
              <a:pathLst>
                <a:path w="13146" h="4557" extrusionOk="0">
                  <a:moveTo>
                    <a:pt x="7245" y="1"/>
                  </a:moveTo>
                  <a:cubicBezTo>
                    <a:pt x="7245" y="1"/>
                    <a:pt x="7170" y="75"/>
                    <a:pt x="7095" y="75"/>
                  </a:cubicBezTo>
                  <a:cubicBezTo>
                    <a:pt x="4780" y="1121"/>
                    <a:pt x="2465" y="2092"/>
                    <a:pt x="0" y="2913"/>
                  </a:cubicBezTo>
                  <a:cubicBezTo>
                    <a:pt x="75" y="2988"/>
                    <a:pt x="75" y="2988"/>
                    <a:pt x="150" y="2988"/>
                  </a:cubicBezTo>
                  <a:cubicBezTo>
                    <a:pt x="598" y="3436"/>
                    <a:pt x="1121" y="3735"/>
                    <a:pt x="1718" y="3884"/>
                  </a:cubicBezTo>
                  <a:cubicBezTo>
                    <a:pt x="3735" y="2988"/>
                    <a:pt x="5676" y="2017"/>
                    <a:pt x="7618" y="971"/>
                  </a:cubicBezTo>
                  <a:cubicBezTo>
                    <a:pt x="7738" y="911"/>
                    <a:pt x="7912" y="884"/>
                    <a:pt x="8086" y="884"/>
                  </a:cubicBezTo>
                  <a:cubicBezTo>
                    <a:pt x="8562" y="884"/>
                    <a:pt x="9041" y="1092"/>
                    <a:pt x="8440" y="1420"/>
                  </a:cubicBezTo>
                  <a:cubicBezTo>
                    <a:pt x="6573" y="2391"/>
                    <a:pt x="4705" y="3287"/>
                    <a:pt x="2764" y="4183"/>
                  </a:cubicBezTo>
                  <a:cubicBezTo>
                    <a:pt x="3585" y="4332"/>
                    <a:pt x="4407" y="4482"/>
                    <a:pt x="5228" y="4482"/>
                  </a:cubicBezTo>
                  <a:cubicBezTo>
                    <a:pt x="6946" y="3660"/>
                    <a:pt x="8514" y="2615"/>
                    <a:pt x="10008" y="1420"/>
                  </a:cubicBezTo>
                  <a:cubicBezTo>
                    <a:pt x="10132" y="1327"/>
                    <a:pt x="10435" y="1272"/>
                    <a:pt x="10711" y="1272"/>
                  </a:cubicBezTo>
                  <a:cubicBezTo>
                    <a:pt x="11100" y="1272"/>
                    <a:pt x="11435" y="1381"/>
                    <a:pt x="11129" y="1644"/>
                  </a:cubicBezTo>
                  <a:cubicBezTo>
                    <a:pt x="9709" y="2764"/>
                    <a:pt x="8290" y="3735"/>
                    <a:pt x="6722" y="4556"/>
                  </a:cubicBezTo>
                  <a:lnTo>
                    <a:pt x="9411" y="4556"/>
                  </a:lnTo>
                  <a:cubicBezTo>
                    <a:pt x="10606" y="3959"/>
                    <a:pt x="11726" y="3287"/>
                    <a:pt x="12846" y="2465"/>
                  </a:cubicBezTo>
                  <a:cubicBezTo>
                    <a:pt x="12921" y="2391"/>
                    <a:pt x="12996" y="2391"/>
                    <a:pt x="13145" y="2316"/>
                  </a:cubicBezTo>
                  <a:cubicBezTo>
                    <a:pt x="12846" y="1793"/>
                    <a:pt x="12323" y="1345"/>
                    <a:pt x="11726" y="1196"/>
                  </a:cubicBezTo>
                  <a:cubicBezTo>
                    <a:pt x="10680" y="897"/>
                    <a:pt x="9635" y="747"/>
                    <a:pt x="8589" y="449"/>
                  </a:cubicBezTo>
                  <a:cubicBezTo>
                    <a:pt x="8141" y="374"/>
                    <a:pt x="7768" y="225"/>
                    <a:pt x="7394" y="75"/>
                  </a:cubicBezTo>
                  <a:cubicBezTo>
                    <a:pt x="7394" y="75"/>
                    <a:pt x="7320" y="1"/>
                    <a:pt x="7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6"/>
            <p:cNvSpPr/>
            <p:nvPr/>
          </p:nvSpPr>
          <p:spPr>
            <a:xfrm>
              <a:off x="1991848" y="1571078"/>
              <a:ext cx="1413564" cy="1574208"/>
            </a:xfrm>
            <a:custGeom>
              <a:avLst/>
              <a:gdLst/>
              <a:ahLst/>
              <a:cxnLst/>
              <a:rect l="l" t="t" r="r" b="b"/>
              <a:pathLst>
                <a:path w="46830" h="52152" extrusionOk="0">
                  <a:moveTo>
                    <a:pt x="23179" y="1"/>
                  </a:moveTo>
                  <a:cubicBezTo>
                    <a:pt x="18503" y="1"/>
                    <a:pt x="14180" y="2149"/>
                    <a:pt x="10457" y="4896"/>
                  </a:cubicBezTo>
                  <a:cubicBezTo>
                    <a:pt x="9785" y="5418"/>
                    <a:pt x="9112" y="5941"/>
                    <a:pt x="8515" y="6464"/>
                  </a:cubicBezTo>
                  <a:cubicBezTo>
                    <a:pt x="7843" y="6987"/>
                    <a:pt x="7992" y="7286"/>
                    <a:pt x="8216" y="7584"/>
                  </a:cubicBezTo>
                  <a:cubicBezTo>
                    <a:pt x="1" y="16920"/>
                    <a:pt x="1793" y="30364"/>
                    <a:pt x="6498" y="41118"/>
                  </a:cubicBezTo>
                  <a:cubicBezTo>
                    <a:pt x="7619" y="43956"/>
                    <a:pt x="9411" y="46496"/>
                    <a:pt x="11727" y="48512"/>
                  </a:cubicBezTo>
                  <a:cubicBezTo>
                    <a:pt x="11951" y="48736"/>
                    <a:pt x="12175" y="48960"/>
                    <a:pt x="12399" y="49110"/>
                  </a:cubicBezTo>
                  <a:cubicBezTo>
                    <a:pt x="12324" y="49334"/>
                    <a:pt x="12623" y="49558"/>
                    <a:pt x="12996" y="49558"/>
                  </a:cubicBezTo>
                  <a:cubicBezTo>
                    <a:pt x="13818" y="50081"/>
                    <a:pt x="14639" y="50604"/>
                    <a:pt x="15536" y="50977"/>
                  </a:cubicBezTo>
                  <a:cubicBezTo>
                    <a:pt x="14941" y="51334"/>
                    <a:pt x="15293" y="51833"/>
                    <a:pt x="15801" y="51833"/>
                  </a:cubicBezTo>
                  <a:cubicBezTo>
                    <a:pt x="15931" y="51833"/>
                    <a:pt x="16071" y="51800"/>
                    <a:pt x="16208" y="51724"/>
                  </a:cubicBezTo>
                  <a:lnTo>
                    <a:pt x="16730" y="51425"/>
                  </a:lnTo>
                  <a:cubicBezTo>
                    <a:pt x="18286" y="51913"/>
                    <a:pt x="19903" y="52152"/>
                    <a:pt x="21517" y="52152"/>
                  </a:cubicBezTo>
                  <a:cubicBezTo>
                    <a:pt x="23856" y="52152"/>
                    <a:pt x="26186" y="51650"/>
                    <a:pt x="28307" y="50678"/>
                  </a:cubicBezTo>
                  <a:cubicBezTo>
                    <a:pt x="29127" y="50327"/>
                    <a:pt x="28890" y="50205"/>
                    <a:pt x="28353" y="50205"/>
                  </a:cubicBezTo>
                  <a:cubicBezTo>
                    <a:pt x="28206" y="50205"/>
                    <a:pt x="28036" y="50214"/>
                    <a:pt x="27859" y="50230"/>
                  </a:cubicBezTo>
                  <a:cubicBezTo>
                    <a:pt x="27485" y="50230"/>
                    <a:pt x="27112" y="50305"/>
                    <a:pt x="26813" y="50379"/>
                  </a:cubicBezTo>
                  <a:cubicBezTo>
                    <a:pt x="25317" y="51086"/>
                    <a:pt x="23683" y="51445"/>
                    <a:pt x="22051" y="51445"/>
                  </a:cubicBezTo>
                  <a:cubicBezTo>
                    <a:pt x="20750" y="51445"/>
                    <a:pt x="19450" y="51217"/>
                    <a:pt x="18224" y="50753"/>
                  </a:cubicBezTo>
                  <a:cubicBezTo>
                    <a:pt x="21361" y="49185"/>
                    <a:pt x="24498" y="47765"/>
                    <a:pt x="27709" y="46421"/>
                  </a:cubicBezTo>
                  <a:cubicBezTo>
                    <a:pt x="28398" y="46171"/>
                    <a:pt x="27984" y="45605"/>
                    <a:pt x="27436" y="45605"/>
                  </a:cubicBezTo>
                  <a:cubicBezTo>
                    <a:pt x="27331" y="45605"/>
                    <a:pt x="27220" y="45626"/>
                    <a:pt x="27112" y="45674"/>
                  </a:cubicBezTo>
                  <a:cubicBezTo>
                    <a:pt x="23751" y="47093"/>
                    <a:pt x="20390" y="48587"/>
                    <a:pt x="17104" y="50230"/>
                  </a:cubicBezTo>
                  <a:cubicBezTo>
                    <a:pt x="16357" y="49782"/>
                    <a:pt x="15610" y="49259"/>
                    <a:pt x="14938" y="48662"/>
                  </a:cubicBezTo>
                  <a:lnTo>
                    <a:pt x="27112" y="42911"/>
                  </a:lnTo>
                  <a:cubicBezTo>
                    <a:pt x="27763" y="42615"/>
                    <a:pt x="27429" y="42225"/>
                    <a:pt x="26927" y="42225"/>
                  </a:cubicBezTo>
                  <a:cubicBezTo>
                    <a:pt x="26796" y="42225"/>
                    <a:pt x="26654" y="42251"/>
                    <a:pt x="26514" y="42313"/>
                  </a:cubicBezTo>
                  <a:lnTo>
                    <a:pt x="14415" y="48139"/>
                  </a:lnTo>
                  <a:cubicBezTo>
                    <a:pt x="13594" y="47317"/>
                    <a:pt x="12847" y="46496"/>
                    <a:pt x="12175" y="45600"/>
                  </a:cubicBezTo>
                  <a:lnTo>
                    <a:pt x="22780" y="40147"/>
                  </a:lnTo>
                  <a:cubicBezTo>
                    <a:pt x="23334" y="39871"/>
                    <a:pt x="22820" y="39717"/>
                    <a:pt x="22365" y="39717"/>
                  </a:cubicBezTo>
                  <a:cubicBezTo>
                    <a:pt x="22206" y="39717"/>
                    <a:pt x="22055" y="39735"/>
                    <a:pt x="21959" y="39774"/>
                  </a:cubicBezTo>
                  <a:lnTo>
                    <a:pt x="11727" y="45002"/>
                  </a:lnTo>
                  <a:cubicBezTo>
                    <a:pt x="11204" y="44181"/>
                    <a:pt x="10681" y="43434"/>
                    <a:pt x="10307" y="42612"/>
                  </a:cubicBezTo>
                  <a:cubicBezTo>
                    <a:pt x="11652" y="42015"/>
                    <a:pt x="12921" y="41417"/>
                    <a:pt x="14266" y="40745"/>
                  </a:cubicBezTo>
                  <a:cubicBezTo>
                    <a:pt x="17552" y="39326"/>
                    <a:pt x="20764" y="37758"/>
                    <a:pt x="23975" y="36189"/>
                  </a:cubicBezTo>
                  <a:cubicBezTo>
                    <a:pt x="24542" y="35880"/>
                    <a:pt x="24148" y="35713"/>
                    <a:pt x="23702" y="35713"/>
                  </a:cubicBezTo>
                  <a:cubicBezTo>
                    <a:pt x="23503" y="35713"/>
                    <a:pt x="23292" y="35746"/>
                    <a:pt x="23154" y="35816"/>
                  </a:cubicBezTo>
                  <a:cubicBezTo>
                    <a:pt x="20689" y="37011"/>
                    <a:pt x="18224" y="38206"/>
                    <a:pt x="15685" y="39326"/>
                  </a:cubicBezTo>
                  <a:cubicBezTo>
                    <a:pt x="13818" y="40147"/>
                    <a:pt x="11652" y="40894"/>
                    <a:pt x="9859" y="41865"/>
                  </a:cubicBezTo>
                  <a:cubicBezTo>
                    <a:pt x="9187" y="40521"/>
                    <a:pt x="8515" y="39177"/>
                    <a:pt x="7992" y="37758"/>
                  </a:cubicBezTo>
                  <a:cubicBezTo>
                    <a:pt x="15386" y="34546"/>
                    <a:pt x="22929" y="31633"/>
                    <a:pt x="30547" y="29094"/>
                  </a:cubicBezTo>
                  <a:cubicBezTo>
                    <a:pt x="30697" y="29019"/>
                    <a:pt x="30846" y="28945"/>
                    <a:pt x="30996" y="28795"/>
                  </a:cubicBezTo>
                  <a:cubicBezTo>
                    <a:pt x="31070" y="28646"/>
                    <a:pt x="31070" y="28496"/>
                    <a:pt x="30996" y="28347"/>
                  </a:cubicBezTo>
                  <a:cubicBezTo>
                    <a:pt x="30943" y="28241"/>
                    <a:pt x="30778" y="28136"/>
                    <a:pt x="30580" y="28136"/>
                  </a:cubicBezTo>
                  <a:cubicBezTo>
                    <a:pt x="30498" y="28136"/>
                    <a:pt x="30411" y="28154"/>
                    <a:pt x="30323" y="28198"/>
                  </a:cubicBezTo>
                  <a:cubicBezTo>
                    <a:pt x="22631" y="30737"/>
                    <a:pt x="15087" y="33650"/>
                    <a:pt x="7693" y="36861"/>
                  </a:cubicBezTo>
                  <a:cubicBezTo>
                    <a:pt x="7320" y="35816"/>
                    <a:pt x="6947" y="34770"/>
                    <a:pt x="6723" y="33799"/>
                  </a:cubicBezTo>
                  <a:cubicBezTo>
                    <a:pt x="12548" y="31335"/>
                    <a:pt x="18224" y="28571"/>
                    <a:pt x="23826" y="25584"/>
                  </a:cubicBezTo>
                  <a:cubicBezTo>
                    <a:pt x="24492" y="25220"/>
                    <a:pt x="24176" y="24661"/>
                    <a:pt x="23635" y="24661"/>
                  </a:cubicBezTo>
                  <a:cubicBezTo>
                    <a:pt x="23508" y="24661"/>
                    <a:pt x="23370" y="24691"/>
                    <a:pt x="23228" y="24762"/>
                  </a:cubicBezTo>
                  <a:cubicBezTo>
                    <a:pt x="17776" y="27675"/>
                    <a:pt x="12175" y="30364"/>
                    <a:pt x="6424" y="32754"/>
                  </a:cubicBezTo>
                  <a:cubicBezTo>
                    <a:pt x="6349" y="32455"/>
                    <a:pt x="6274" y="32156"/>
                    <a:pt x="6200" y="31857"/>
                  </a:cubicBezTo>
                  <a:cubicBezTo>
                    <a:pt x="6125" y="31559"/>
                    <a:pt x="5976" y="30886"/>
                    <a:pt x="5901" y="30513"/>
                  </a:cubicBezTo>
                  <a:lnTo>
                    <a:pt x="20539" y="24239"/>
                  </a:lnTo>
                  <a:cubicBezTo>
                    <a:pt x="21248" y="23944"/>
                    <a:pt x="20883" y="23649"/>
                    <a:pt x="20404" y="23649"/>
                  </a:cubicBezTo>
                  <a:cubicBezTo>
                    <a:pt x="20277" y="23649"/>
                    <a:pt x="20142" y="23670"/>
                    <a:pt x="20017" y="23717"/>
                  </a:cubicBezTo>
                  <a:lnTo>
                    <a:pt x="5826" y="29841"/>
                  </a:lnTo>
                  <a:cubicBezTo>
                    <a:pt x="5602" y="28721"/>
                    <a:pt x="5453" y="27600"/>
                    <a:pt x="5378" y="26480"/>
                  </a:cubicBezTo>
                  <a:cubicBezTo>
                    <a:pt x="10830" y="24463"/>
                    <a:pt x="16133" y="22148"/>
                    <a:pt x="21286" y="19459"/>
                  </a:cubicBezTo>
                  <a:cubicBezTo>
                    <a:pt x="21751" y="19206"/>
                    <a:pt x="21547" y="19120"/>
                    <a:pt x="21227" y="19120"/>
                  </a:cubicBezTo>
                  <a:cubicBezTo>
                    <a:pt x="20982" y="19120"/>
                    <a:pt x="20669" y="19171"/>
                    <a:pt x="20539" y="19235"/>
                  </a:cubicBezTo>
                  <a:cubicBezTo>
                    <a:pt x="15610" y="21849"/>
                    <a:pt x="10532" y="24090"/>
                    <a:pt x="5303" y="26032"/>
                  </a:cubicBezTo>
                  <a:cubicBezTo>
                    <a:pt x="5229" y="24986"/>
                    <a:pt x="5154" y="23941"/>
                    <a:pt x="5154" y="22820"/>
                  </a:cubicBezTo>
                  <a:cubicBezTo>
                    <a:pt x="10606" y="20804"/>
                    <a:pt x="15909" y="18414"/>
                    <a:pt x="21062" y="15800"/>
                  </a:cubicBezTo>
                  <a:cubicBezTo>
                    <a:pt x="21621" y="15546"/>
                    <a:pt x="21213" y="15396"/>
                    <a:pt x="20778" y="15396"/>
                  </a:cubicBezTo>
                  <a:cubicBezTo>
                    <a:pt x="20572" y="15396"/>
                    <a:pt x="20360" y="15429"/>
                    <a:pt x="20241" y="15501"/>
                  </a:cubicBezTo>
                  <a:cubicBezTo>
                    <a:pt x="15311" y="17966"/>
                    <a:pt x="10307" y="20132"/>
                    <a:pt x="5229" y="22148"/>
                  </a:cubicBezTo>
                  <a:cubicBezTo>
                    <a:pt x="5229" y="21103"/>
                    <a:pt x="5303" y="20057"/>
                    <a:pt x="5453" y="19086"/>
                  </a:cubicBezTo>
                  <a:cubicBezTo>
                    <a:pt x="10307" y="16621"/>
                    <a:pt x="15162" y="14455"/>
                    <a:pt x="20241" y="12439"/>
                  </a:cubicBezTo>
                  <a:cubicBezTo>
                    <a:pt x="20887" y="12204"/>
                    <a:pt x="20516" y="11922"/>
                    <a:pt x="20074" y="11922"/>
                  </a:cubicBezTo>
                  <a:cubicBezTo>
                    <a:pt x="19954" y="11922"/>
                    <a:pt x="19829" y="11943"/>
                    <a:pt x="19718" y="11991"/>
                  </a:cubicBezTo>
                  <a:cubicBezTo>
                    <a:pt x="14938" y="13858"/>
                    <a:pt x="10233" y="15949"/>
                    <a:pt x="5602" y="18264"/>
                  </a:cubicBezTo>
                  <a:cubicBezTo>
                    <a:pt x="5752" y="17294"/>
                    <a:pt x="5976" y="16397"/>
                    <a:pt x="6274" y="15426"/>
                  </a:cubicBezTo>
                  <a:cubicBezTo>
                    <a:pt x="11727" y="12887"/>
                    <a:pt x="17328" y="10497"/>
                    <a:pt x="22929" y="8257"/>
                  </a:cubicBezTo>
                  <a:cubicBezTo>
                    <a:pt x="23693" y="7963"/>
                    <a:pt x="23302" y="7762"/>
                    <a:pt x="22846" y="7762"/>
                  </a:cubicBezTo>
                  <a:cubicBezTo>
                    <a:pt x="22722" y="7762"/>
                    <a:pt x="22593" y="7777"/>
                    <a:pt x="22481" y="7808"/>
                  </a:cubicBezTo>
                  <a:cubicBezTo>
                    <a:pt x="17029" y="9974"/>
                    <a:pt x="11727" y="12290"/>
                    <a:pt x="6498" y="14754"/>
                  </a:cubicBezTo>
                  <a:cubicBezTo>
                    <a:pt x="6872" y="13485"/>
                    <a:pt x="7469" y="12215"/>
                    <a:pt x="8142" y="11020"/>
                  </a:cubicBezTo>
                  <a:lnTo>
                    <a:pt x="18896" y="6240"/>
                  </a:lnTo>
                  <a:cubicBezTo>
                    <a:pt x="19623" y="5937"/>
                    <a:pt x="19269" y="5487"/>
                    <a:pt x="18751" y="5487"/>
                  </a:cubicBezTo>
                  <a:cubicBezTo>
                    <a:pt x="18630" y="5487"/>
                    <a:pt x="18501" y="5511"/>
                    <a:pt x="18374" y="5568"/>
                  </a:cubicBezTo>
                  <a:lnTo>
                    <a:pt x="8888" y="9750"/>
                  </a:lnTo>
                  <a:cubicBezTo>
                    <a:pt x="9337" y="9003"/>
                    <a:pt x="9859" y="8331"/>
                    <a:pt x="10457" y="7659"/>
                  </a:cubicBezTo>
                  <a:cubicBezTo>
                    <a:pt x="13146" y="5344"/>
                    <a:pt x="16208" y="3626"/>
                    <a:pt x="19643" y="2506"/>
                  </a:cubicBezTo>
                  <a:cubicBezTo>
                    <a:pt x="20854" y="2163"/>
                    <a:pt x="22086" y="1967"/>
                    <a:pt x="23300" y="1967"/>
                  </a:cubicBezTo>
                  <a:cubicBezTo>
                    <a:pt x="26056" y="1967"/>
                    <a:pt x="28721" y="2976"/>
                    <a:pt x="30846" y="5568"/>
                  </a:cubicBezTo>
                  <a:cubicBezTo>
                    <a:pt x="34207" y="9825"/>
                    <a:pt x="33684" y="15501"/>
                    <a:pt x="35551" y="20281"/>
                  </a:cubicBezTo>
                  <a:cubicBezTo>
                    <a:pt x="36000" y="21775"/>
                    <a:pt x="36896" y="23044"/>
                    <a:pt x="38165" y="23941"/>
                  </a:cubicBezTo>
                  <a:cubicBezTo>
                    <a:pt x="40780" y="25584"/>
                    <a:pt x="43095" y="24538"/>
                    <a:pt x="43244" y="28870"/>
                  </a:cubicBezTo>
                  <a:cubicBezTo>
                    <a:pt x="43319" y="34994"/>
                    <a:pt x="40854" y="40894"/>
                    <a:pt x="36448" y="45151"/>
                  </a:cubicBezTo>
                  <a:cubicBezTo>
                    <a:pt x="35668" y="45931"/>
                    <a:pt x="36510" y="46425"/>
                    <a:pt x="37417" y="46425"/>
                  </a:cubicBezTo>
                  <a:cubicBezTo>
                    <a:pt x="37901" y="46425"/>
                    <a:pt x="38403" y="46285"/>
                    <a:pt x="38688" y="45973"/>
                  </a:cubicBezTo>
                  <a:cubicBezTo>
                    <a:pt x="43394" y="41193"/>
                    <a:pt x="46829" y="34098"/>
                    <a:pt x="45933" y="27227"/>
                  </a:cubicBezTo>
                  <a:cubicBezTo>
                    <a:pt x="45634" y="25136"/>
                    <a:pt x="44962" y="24165"/>
                    <a:pt x="43095" y="23268"/>
                  </a:cubicBezTo>
                  <a:cubicBezTo>
                    <a:pt x="40630" y="22148"/>
                    <a:pt x="38838" y="21103"/>
                    <a:pt x="37867" y="18264"/>
                  </a:cubicBezTo>
                  <a:cubicBezTo>
                    <a:pt x="37344" y="16323"/>
                    <a:pt x="36896" y="14381"/>
                    <a:pt x="36597" y="12364"/>
                  </a:cubicBezTo>
                  <a:cubicBezTo>
                    <a:pt x="35327" y="6613"/>
                    <a:pt x="32564" y="1684"/>
                    <a:pt x="26365" y="340"/>
                  </a:cubicBezTo>
                  <a:cubicBezTo>
                    <a:pt x="25287" y="108"/>
                    <a:pt x="24224" y="1"/>
                    <a:pt x="23179"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6"/>
            <p:cNvSpPr/>
            <p:nvPr/>
          </p:nvSpPr>
          <p:spPr>
            <a:xfrm>
              <a:off x="3808852" y="1256708"/>
              <a:ext cx="1211716" cy="1579219"/>
            </a:xfrm>
            <a:custGeom>
              <a:avLst/>
              <a:gdLst/>
              <a:ahLst/>
              <a:cxnLst/>
              <a:rect l="l" t="t" r="r" b="b"/>
              <a:pathLst>
                <a:path w="40143" h="52318" extrusionOk="0">
                  <a:moveTo>
                    <a:pt x="36523" y="44886"/>
                  </a:moveTo>
                  <a:cubicBezTo>
                    <a:pt x="33834" y="48770"/>
                    <a:pt x="29278" y="50114"/>
                    <a:pt x="24647" y="50114"/>
                  </a:cubicBezTo>
                  <a:lnTo>
                    <a:pt x="24573" y="50114"/>
                  </a:lnTo>
                  <a:cubicBezTo>
                    <a:pt x="28531" y="48247"/>
                    <a:pt x="32490" y="46455"/>
                    <a:pt x="36523" y="44886"/>
                  </a:cubicBezTo>
                  <a:close/>
                  <a:moveTo>
                    <a:pt x="28795" y="2025"/>
                  </a:moveTo>
                  <a:cubicBezTo>
                    <a:pt x="28646" y="2025"/>
                    <a:pt x="28483" y="2045"/>
                    <a:pt x="28307" y="2091"/>
                  </a:cubicBezTo>
                  <a:cubicBezTo>
                    <a:pt x="21063" y="4108"/>
                    <a:pt x="13071" y="0"/>
                    <a:pt x="10382" y="9485"/>
                  </a:cubicBezTo>
                  <a:cubicBezTo>
                    <a:pt x="9486" y="12921"/>
                    <a:pt x="8739" y="15460"/>
                    <a:pt x="6648" y="18522"/>
                  </a:cubicBezTo>
                  <a:cubicBezTo>
                    <a:pt x="5154" y="20464"/>
                    <a:pt x="3885" y="22481"/>
                    <a:pt x="2839" y="24572"/>
                  </a:cubicBezTo>
                  <a:cubicBezTo>
                    <a:pt x="748" y="28381"/>
                    <a:pt x="1" y="32787"/>
                    <a:pt x="598" y="37119"/>
                  </a:cubicBezTo>
                  <a:cubicBezTo>
                    <a:pt x="2219" y="46519"/>
                    <a:pt x="13292" y="52317"/>
                    <a:pt x="23562" y="52317"/>
                  </a:cubicBezTo>
                  <a:cubicBezTo>
                    <a:pt x="25125" y="52317"/>
                    <a:pt x="26669" y="52183"/>
                    <a:pt x="28158" y="51907"/>
                  </a:cubicBezTo>
                  <a:cubicBezTo>
                    <a:pt x="31145" y="51384"/>
                    <a:pt x="33983" y="50189"/>
                    <a:pt x="36373" y="48247"/>
                  </a:cubicBezTo>
                  <a:cubicBezTo>
                    <a:pt x="37718" y="47202"/>
                    <a:pt x="38838" y="45857"/>
                    <a:pt x="39734" y="44364"/>
                  </a:cubicBezTo>
                  <a:cubicBezTo>
                    <a:pt x="40143" y="43628"/>
                    <a:pt x="39501" y="43273"/>
                    <a:pt x="38738" y="43273"/>
                  </a:cubicBezTo>
                  <a:cubicBezTo>
                    <a:pt x="38106" y="43273"/>
                    <a:pt x="37391" y="43516"/>
                    <a:pt x="37120" y="43990"/>
                  </a:cubicBezTo>
                  <a:cubicBezTo>
                    <a:pt x="37045" y="44065"/>
                    <a:pt x="37045" y="44139"/>
                    <a:pt x="36971" y="44139"/>
                  </a:cubicBezTo>
                  <a:cubicBezTo>
                    <a:pt x="32340" y="45932"/>
                    <a:pt x="27859" y="47874"/>
                    <a:pt x="23452" y="50040"/>
                  </a:cubicBezTo>
                  <a:cubicBezTo>
                    <a:pt x="21511" y="49890"/>
                    <a:pt x="19569" y="49592"/>
                    <a:pt x="17627" y="49069"/>
                  </a:cubicBezTo>
                  <a:cubicBezTo>
                    <a:pt x="22556" y="47052"/>
                    <a:pt x="27261" y="44737"/>
                    <a:pt x="31892" y="42198"/>
                  </a:cubicBezTo>
                  <a:cubicBezTo>
                    <a:pt x="32546" y="41841"/>
                    <a:pt x="32206" y="41342"/>
                    <a:pt x="31701" y="41342"/>
                  </a:cubicBezTo>
                  <a:cubicBezTo>
                    <a:pt x="31572" y="41342"/>
                    <a:pt x="31432" y="41375"/>
                    <a:pt x="31295" y="41451"/>
                  </a:cubicBezTo>
                  <a:cubicBezTo>
                    <a:pt x="26440" y="44139"/>
                    <a:pt x="21436" y="46604"/>
                    <a:pt x="16283" y="48695"/>
                  </a:cubicBezTo>
                  <a:cubicBezTo>
                    <a:pt x="15760" y="48546"/>
                    <a:pt x="15312" y="48397"/>
                    <a:pt x="14864" y="48173"/>
                  </a:cubicBezTo>
                  <a:cubicBezTo>
                    <a:pt x="14042" y="47874"/>
                    <a:pt x="13220" y="47575"/>
                    <a:pt x="12474" y="47127"/>
                  </a:cubicBezTo>
                  <a:cubicBezTo>
                    <a:pt x="17104" y="44812"/>
                    <a:pt x="21884" y="42720"/>
                    <a:pt x="26813" y="40928"/>
                  </a:cubicBezTo>
                  <a:cubicBezTo>
                    <a:pt x="27411" y="40729"/>
                    <a:pt x="27245" y="40596"/>
                    <a:pt x="26913" y="40596"/>
                  </a:cubicBezTo>
                  <a:cubicBezTo>
                    <a:pt x="26747" y="40596"/>
                    <a:pt x="26540" y="40629"/>
                    <a:pt x="26365" y="40704"/>
                  </a:cubicBezTo>
                  <a:cubicBezTo>
                    <a:pt x="21436" y="42496"/>
                    <a:pt x="16656" y="44513"/>
                    <a:pt x="11951" y="46903"/>
                  </a:cubicBezTo>
                  <a:cubicBezTo>
                    <a:pt x="10681" y="46231"/>
                    <a:pt x="9561" y="45484"/>
                    <a:pt x="8515" y="44588"/>
                  </a:cubicBezTo>
                  <a:lnTo>
                    <a:pt x="24125" y="37941"/>
                  </a:lnTo>
                  <a:cubicBezTo>
                    <a:pt x="24865" y="37632"/>
                    <a:pt x="24433" y="37119"/>
                    <a:pt x="23881" y="37119"/>
                  </a:cubicBezTo>
                  <a:cubicBezTo>
                    <a:pt x="23765" y="37119"/>
                    <a:pt x="23644" y="37142"/>
                    <a:pt x="23527" y="37194"/>
                  </a:cubicBezTo>
                  <a:lnTo>
                    <a:pt x="7768" y="43915"/>
                  </a:lnTo>
                  <a:cubicBezTo>
                    <a:pt x="6947" y="43169"/>
                    <a:pt x="6200" y="42347"/>
                    <a:pt x="5602" y="41376"/>
                  </a:cubicBezTo>
                  <a:cubicBezTo>
                    <a:pt x="11727" y="38314"/>
                    <a:pt x="18075" y="35700"/>
                    <a:pt x="24647" y="33385"/>
                  </a:cubicBezTo>
                  <a:cubicBezTo>
                    <a:pt x="25290" y="33171"/>
                    <a:pt x="25012" y="32995"/>
                    <a:pt x="24610" y="32995"/>
                  </a:cubicBezTo>
                  <a:cubicBezTo>
                    <a:pt x="24451" y="32995"/>
                    <a:pt x="24273" y="33022"/>
                    <a:pt x="24125" y="33086"/>
                  </a:cubicBezTo>
                  <a:cubicBezTo>
                    <a:pt x="17702" y="35327"/>
                    <a:pt x="11428" y="37941"/>
                    <a:pt x="5304" y="40928"/>
                  </a:cubicBezTo>
                  <a:cubicBezTo>
                    <a:pt x="4482" y="39658"/>
                    <a:pt x="3885" y="38314"/>
                    <a:pt x="3511" y="36820"/>
                  </a:cubicBezTo>
                  <a:cubicBezTo>
                    <a:pt x="11876" y="33758"/>
                    <a:pt x="20166" y="30547"/>
                    <a:pt x="28232" y="26887"/>
                  </a:cubicBezTo>
                  <a:cubicBezTo>
                    <a:pt x="28905" y="26588"/>
                    <a:pt x="29651" y="26290"/>
                    <a:pt x="30324" y="25991"/>
                  </a:cubicBezTo>
                  <a:cubicBezTo>
                    <a:pt x="31018" y="25644"/>
                    <a:pt x="30681" y="25297"/>
                    <a:pt x="30217" y="25297"/>
                  </a:cubicBezTo>
                  <a:cubicBezTo>
                    <a:pt x="30082" y="25297"/>
                    <a:pt x="29935" y="25326"/>
                    <a:pt x="29801" y="25393"/>
                  </a:cubicBezTo>
                  <a:lnTo>
                    <a:pt x="28531" y="25916"/>
                  </a:lnTo>
                  <a:cubicBezTo>
                    <a:pt x="20316" y="29725"/>
                    <a:pt x="11876" y="32937"/>
                    <a:pt x="3437" y="36148"/>
                  </a:cubicBezTo>
                  <a:cubicBezTo>
                    <a:pt x="3212" y="34953"/>
                    <a:pt x="3212" y="33683"/>
                    <a:pt x="3287" y="32488"/>
                  </a:cubicBezTo>
                  <a:cubicBezTo>
                    <a:pt x="11577" y="28530"/>
                    <a:pt x="20092" y="24945"/>
                    <a:pt x="28755" y="21883"/>
                  </a:cubicBezTo>
                  <a:cubicBezTo>
                    <a:pt x="29523" y="21588"/>
                    <a:pt x="29123" y="21293"/>
                    <a:pt x="28664" y="21293"/>
                  </a:cubicBezTo>
                  <a:cubicBezTo>
                    <a:pt x="28542" y="21293"/>
                    <a:pt x="28417" y="21313"/>
                    <a:pt x="28307" y="21360"/>
                  </a:cubicBezTo>
                  <a:cubicBezTo>
                    <a:pt x="19793" y="24422"/>
                    <a:pt x="11503" y="27858"/>
                    <a:pt x="3362" y="31742"/>
                  </a:cubicBezTo>
                  <a:cubicBezTo>
                    <a:pt x="3437" y="30771"/>
                    <a:pt x="3661" y="29800"/>
                    <a:pt x="3885" y="28904"/>
                  </a:cubicBezTo>
                  <a:cubicBezTo>
                    <a:pt x="4034" y="28381"/>
                    <a:pt x="4183" y="28007"/>
                    <a:pt x="4407" y="27484"/>
                  </a:cubicBezTo>
                  <a:cubicBezTo>
                    <a:pt x="8739" y="24422"/>
                    <a:pt x="14042" y="23302"/>
                    <a:pt x="18971" y="21510"/>
                  </a:cubicBezTo>
                  <a:cubicBezTo>
                    <a:pt x="23004" y="20016"/>
                    <a:pt x="26888" y="18298"/>
                    <a:pt x="30697" y="16356"/>
                  </a:cubicBezTo>
                  <a:cubicBezTo>
                    <a:pt x="31255" y="16103"/>
                    <a:pt x="30883" y="15952"/>
                    <a:pt x="30469" y="15952"/>
                  </a:cubicBezTo>
                  <a:cubicBezTo>
                    <a:pt x="30274" y="15952"/>
                    <a:pt x="30070" y="15986"/>
                    <a:pt x="29950" y="16058"/>
                  </a:cubicBezTo>
                  <a:cubicBezTo>
                    <a:pt x="24274" y="18821"/>
                    <a:pt x="18448" y="21211"/>
                    <a:pt x="12474" y="23078"/>
                  </a:cubicBezTo>
                  <a:cubicBezTo>
                    <a:pt x="9785" y="23900"/>
                    <a:pt x="7246" y="24945"/>
                    <a:pt x="4856" y="26290"/>
                  </a:cubicBezTo>
                  <a:cubicBezTo>
                    <a:pt x="5677" y="24497"/>
                    <a:pt x="6723" y="22779"/>
                    <a:pt x="7843" y="21136"/>
                  </a:cubicBezTo>
                  <a:lnTo>
                    <a:pt x="8067" y="21136"/>
                  </a:lnTo>
                  <a:cubicBezTo>
                    <a:pt x="15760" y="18746"/>
                    <a:pt x="23303" y="15908"/>
                    <a:pt x="30697" y="12697"/>
                  </a:cubicBezTo>
                  <a:lnTo>
                    <a:pt x="31593" y="12323"/>
                  </a:lnTo>
                  <a:cubicBezTo>
                    <a:pt x="32272" y="12015"/>
                    <a:pt x="31880" y="11502"/>
                    <a:pt x="31344" y="11502"/>
                  </a:cubicBezTo>
                  <a:cubicBezTo>
                    <a:pt x="31231" y="11502"/>
                    <a:pt x="31112" y="11525"/>
                    <a:pt x="30996" y="11576"/>
                  </a:cubicBezTo>
                  <a:lnTo>
                    <a:pt x="30398" y="11875"/>
                  </a:lnTo>
                  <a:cubicBezTo>
                    <a:pt x="23228" y="14937"/>
                    <a:pt x="15984" y="17701"/>
                    <a:pt x="8590" y="20091"/>
                  </a:cubicBezTo>
                  <a:cubicBezTo>
                    <a:pt x="9635" y="18522"/>
                    <a:pt x="10532" y="16954"/>
                    <a:pt x="11353" y="15311"/>
                  </a:cubicBezTo>
                  <a:cubicBezTo>
                    <a:pt x="11503" y="15311"/>
                    <a:pt x="11577" y="15236"/>
                    <a:pt x="11652" y="15236"/>
                  </a:cubicBezTo>
                  <a:lnTo>
                    <a:pt x="27486" y="10008"/>
                  </a:lnTo>
                  <a:cubicBezTo>
                    <a:pt x="28181" y="9794"/>
                    <a:pt x="27918" y="9618"/>
                    <a:pt x="27521" y="9618"/>
                  </a:cubicBezTo>
                  <a:cubicBezTo>
                    <a:pt x="27364" y="9618"/>
                    <a:pt x="27186" y="9646"/>
                    <a:pt x="27037" y="9709"/>
                  </a:cubicBezTo>
                  <a:lnTo>
                    <a:pt x="11577" y="14713"/>
                  </a:lnTo>
                  <a:cubicBezTo>
                    <a:pt x="11951" y="13966"/>
                    <a:pt x="12250" y="13145"/>
                    <a:pt x="12474" y="12323"/>
                  </a:cubicBezTo>
                  <a:cubicBezTo>
                    <a:pt x="12548" y="11800"/>
                    <a:pt x="12698" y="11278"/>
                    <a:pt x="12772" y="10830"/>
                  </a:cubicBezTo>
                  <a:cubicBezTo>
                    <a:pt x="15834" y="9859"/>
                    <a:pt x="18897" y="8813"/>
                    <a:pt x="21884" y="7618"/>
                  </a:cubicBezTo>
                  <a:cubicBezTo>
                    <a:pt x="22645" y="7301"/>
                    <a:pt x="22221" y="6822"/>
                    <a:pt x="21665" y="6822"/>
                  </a:cubicBezTo>
                  <a:cubicBezTo>
                    <a:pt x="21566" y="6822"/>
                    <a:pt x="21463" y="6837"/>
                    <a:pt x="21361" y="6871"/>
                  </a:cubicBezTo>
                  <a:cubicBezTo>
                    <a:pt x="18598" y="7991"/>
                    <a:pt x="15760" y="8962"/>
                    <a:pt x="12922" y="9859"/>
                  </a:cubicBezTo>
                  <a:cubicBezTo>
                    <a:pt x="12996" y="8888"/>
                    <a:pt x="13370" y="8066"/>
                    <a:pt x="13893" y="7319"/>
                  </a:cubicBezTo>
                  <a:cubicBezTo>
                    <a:pt x="14938" y="6050"/>
                    <a:pt x="16432" y="5153"/>
                    <a:pt x="18000" y="4855"/>
                  </a:cubicBezTo>
                  <a:cubicBezTo>
                    <a:pt x="18448" y="4780"/>
                    <a:pt x="18897" y="4705"/>
                    <a:pt x="19345" y="4631"/>
                  </a:cubicBezTo>
                  <a:cubicBezTo>
                    <a:pt x="20092" y="4556"/>
                    <a:pt x="20913" y="4556"/>
                    <a:pt x="21660" y="4556"/>
                  </a:cubicBezTo>
                  <a:cubicBezTo>
                    <a:pt x="22506" y="4556"/>
                    <a:pt x="23320" y="4622"/>
                    <a:pt x="24144" y="4622"/>
                  </a:cubicBezTo>
                  <a:cubicBezTo>
                    <a:pt x="24556" y="4622"/>
                    <a:pt x="24971" y="4606"/>
                    <a:pt x="25394" y="4556"/>
                  </a:cubicBezTo>
                  <a:cubicBezTo>
                    <a:pt x="26589" y="4556"/>
                    <a:pt x="27710" y="4332"/>
                    <a:pt x="28830" y="4033"/>
                  </a:cubicBezTo>
                  <a:cubicBezTo>
                    <a:pt x="30372" y="3631"/>
                    <a:pt x="30108" y="2025"/>
                    <a:pt x="28795" y="202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6"/>
            <p:cNvSpPr/>
            <p:nvPr/>
          </p:nvSpPr>
          <p:spPr>
            <a:xfrm>
              <a:off x="4947042" y="1317409"/>
              <a:ext cx="590962" cy="1140269"/>
            </a:xfrm>
            <a:custGeom>
              <a:avLst/>
              <a:gdLst/>
              <a:ahLst/>
              <a:cxnLst/>
              <a:rect l="l" t="t" r="r" b="b"/>
              <a:pathLst>
                <a:path w="19578" h="37776" extrusionOk="0">
                  <a:moveTo>
                    <a:pt x="2472" y="0"/>
                  </a:moveTo>
                  <a:cubicBezTo>
                    <a:pt x="1431" y="0"/>
                    <a:pt x="1" y="975"/>
                    <a:pt x="980" y="1649"/>
                  </a:cubicBezTo>
                  <a:cubicBezTo>
                    <a:pt x="3221" y="3217"/>
                    <a:pt x="3445" y="5980"/>
                    <a:pt x="5238" y="7848"/>
                  </a:cubicBezTo>
                  <a:cubicBezTo>
                    <a:pt x="6881" y="9491"/>
                    <a:pt x="9121" y="10238"/>
                    <a:pt x="10764" y="11881"/>
                  </a:cubicBezTo>
                  <a:cubicBezTo>
                    <a:pt x="11959" y="13076"/>
                    <a:pt x="12930" y="14495"/>
                    <a:pt x="13677" y="16063"/>
                  </a:cubicBezTo>
                  <a:cubicBezTo>
                    <a:pt x="17411" y="23606"/>
                    <a:pt x="14499" y="32195"/>
                    <a:pt x="7329" y="36378"/>
                  </a:cubicBezTo>
                  <a:cubicBezTo>
                    <a:pt x="6129" y="37120"/>
                    <a:pt x="7201" y="37775"/>
                    <a:pt x="8239" y="37775"/>
                  </a:cubicBezTo>
                  <a:cubicBezTo>
                    <a:pt x="8559" y="37775"/>
                    <a:pt x="8875" y="37713"/>
                    <a:pt x="9121" y="37573"/>
                  </a:cubicBezTo>
                  <a:cubicBezTo>
                    <a:pt x="15768" y="33614"/>
                    <a:pt x="19577" y="25922"/>
                    <a:pt x="17486" y="18229"/>
                  </a:cubicBezTo>
                  <a:cubicBezTo>
                    <a:pt x="16515" y="14719"/>
                    <a:pt x="14424" y="11582"/>
                    <a:pt x="11586" y="9267"/>
                  </a:cubicBezTo>
                  <a:cubicBezTo>
                    <a:pt x="9047" y="7325"/>
                    <a:pt x="7254" y="6354"/>
                    <a:pt x="5760" y="3366"/>
                  </a:cubicBezTo>
                  <a:cubicBezTo>
                    <a:pt x="5163" y="2097"/>
                    <a:pt x="4267" y="976"/>
                    <a:pt x="3072" y="155"/>
                  </a:cubicBezTo>
                  <a:cubicBezTo>
                    <a:pt x="2910" y="47"/>
                    <a:pt x="2700" y="0"/>
                    <a:pt x="247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6"/>
            <p:cNvSpPr/>
            <p:nvPr/>
          </p:nvSpPr>
          <p:spPr>
            <a:xfrm>
              <a:off x="2620828" y="314264"/>
              <a:ext cx="1733675" cy="967520"/>
            </a:xfrm>
            <a:custGeom>
              <a:avLst/>
              <a:gdLst/>
              <a:ahLst/>
              <a:cxnLst/>
              <a:rect l="l" t="t" r="r" b="b"/>
              <a:pathLst>
                <a:path w="57435" h="32053" extrusionOk="0">
                  <a:moveTo>
                    <a:pt x="17857" y="9251"/>
                  </a:moveTo>
                  <a:lnTo>
                    <a:pt x="17857" y="9251"/>
                  </a:lnTo>
                  <a:cubicBezTo>
                    <a:pt x="14021" y="10874"/>
                    <a:pt x="10186" y="12499"/>
                    <a:pt x="6423" y="14269"/>
                  </a:cubicBezTo>
                  <a:lnTo>
                    <a:pt x="6274" y="14419"/>
                  </a:lnTo>
                  <a:cubicBezTo>
                    <a:pt x="8834" y="11274"/>
                    <a:pt x="13256" y="10206"/>
                    <a:pt x="17857" y="9251"/>
                  </a:cubicBezTo>
                  <a:close/>
                  <a:moveTo>
                    <a:pt x="44798" y="0"/>
                  </a:moveTo>
                  <a:cubicBezTo>
                    <a:pt x="40931" y="0"/>
                    <a:pt x="37149" y="849"/>
                    <a:pt x="33609" y="2469"/>
                  </a:cubicBezTo>
                  <a:cubicBezTo>
                    <a:pt x="32717" y="2834"/>
                    <a:pt x="33080" y="2957"/>
                    <a:pt x="33694" y="2957"/>
                  </a:cubicBezTo>
                  <a:cubicBezTo>
                    <a:pt x="34211" y="2957"/>
                    <a:pt x="34905" y="2870"/>
                    <a:pt x="35178" y="2768"/>
                  </a:cubicBezTo>
                  <a:cubicBezTo>
                    <a:pt x="37318" y="1841"/>
                    <a:pt x="40840" y="1065"/>
                    <a:pt x="44281" y="1065"/>
                  </a:cubicBezTo>
                  <a:cubicBezTo>
                    <a:pt x="48881" y="1065"/>
                    <a:pt x="53336" y="2453"/>
                    <a:pt x="54148" y="6726"/>
                  </a:cubicBezTo>
                  <a:cubicBezTo>
                    <a:pt x="54969" y="11058"/>
                    <a:pt x="54596" y="16883"/>
                    <a:pt x="52355" y="20767"/>
                  </a:cubicBezTo>
                  <a:cubicBezTo>
                    <a:pt x="49667" y="25547"/>
                    <a:pt x="43916" y="25173"/>
                    <a:pt x="39285" y="26817"/>
                  </a:cubicBezTo>
                  <a:cubicBezTo>
                    <a:pt x="37941" y="27339"/>
                    <a:pt x="36671" y="28161"/>
                    <a:pt x="35327" y="28684"/>
                  </a:cubicBezTo>
                  <a:cubicBezTo>
                    <a:pt x="34207" y="29132"/>
                    <a:pt x="33086" y="29580"/>
                    <a:pt x="31891" y="29879"/>
                  </a:cubicBezTo>
                  <a:cubicBezTo>
                    <a:pt x="29787" y="30473"/>
                    <a:pt x="27599" y="30788"/>
                    <a:pt x="25395" y="30788"/>
                  </a:cubicBezTo>
                  <a:cubicBezTo>
                    <a:pt x="24001" y="30788"/>
                    <a:pt x="22600" y="30662"/>
                    <a:pt x="21211" y="30401"/>
                  </a:cubicBezTo>
                  <a:lnTo>
                    <a:pt x="22854" y="29729"/>
                  </a:lnTo>
                  <a:cubicBezTo>
                    <a:pt x="23004" y="29655"/>
                    <a:pt x="23377" y="29431"/>
                    <a:pt x="23153" y="29132"/>
                  </a:cubicBezTo>
                  <a:cubicBezTo>
                    <a:pt x="23094" y="29044"/>
                    <a:pt x="22978" y="29013"/>
                    <a:pt x="22845" y="29013"/>
                  </a:cubicBezTo>
                  <a:cubicBezTo>
                    <a:pt x="22639" y="29013"/>
                    <a:pt x="22393" y="29086"/>
                    <a:pt x="22257" y="29132"/>
                  </a:cubicBezTo>
                  <a:lnTo>
                    <a:pt x="19867" y="30103"/>
                  </a:lnTo>
                  <a:cubicBezTo>
                    <a:pt x="19195" y="29953"/>
                    <a:pt x="18522" y="29804"/>
                    <a:pt x="17701" y="29580"/>
                  </a:cubicBezTo>
                  <a:lnTo>
                    <a:pt x="21510" y="27489"/>
                  </a:lnTo>
                  <a:cubicBezTo>
                    <a:pt x="21809" y="27339"/>
                    <a:pt x="21809" y="27041"/>
                    <a:pt x="21585" y="26817"/>
                  </a:cubicBezTo>
                  <a:cubicBezTo>
                    <a:pt x="21517" y="26748"/>
                    <a:pt x="21428" y="26722"/>
                    <a:pt x="21331" y="26722"/>
                  </a:cubicBezTo>
                  <a:cubicBezTo>
                    <a:pt x="21109" y="26722"/>
                    <a:pt x="20844" y="26862"/>
                    <a:pt x="20688" y="26966"/>
                  </a:cubicBezTo>
                  <a:lnTo>
                    <a:pt x="16431" y="29356"/>
                  </a:lnTo>
                  <a:cubicBezTo>
                    <a:pt x="15908" y="29132"/>
                    <a:pt x="15311" y="28982"/>
                    <a:pt x="14788" y="28758"/>
                  </a:cubicBezTo>
                  <a:lnTo>
                    <a:pt x="22257" y="24725"/>
                  </a:lnTo>
                  <a:cubicBezTo>
                    <a:pt x="22491" y="24637"/>
                    <a:pt x="22427" y="24607"/>
                    <a:pt x="22244" y="24607"/>
                  </a:cubicBezTo>
                  <a:cubicBezTo>
                    <a:pt x="21960" y="24607"/>
                    <a:pt x="21393" y="24680"/>
                    <a:pt x="21211" y="24725"/>
                  </a:cubicBezTo>
                  <a:cubicBezTo>
                    <a:pt x="18896" y="25995"/>
                    <a:pt x="16506" y="27265"/>
                    <a:pt x="14116" y="28534"/>
                  </a:cubicBezTo>
                  <a:cubicBezTo>
                    <a:pt x="13294" y="28236"/>
                    <a:pt x="12473" y="27937"/>
                    <a:pt x="11726" y="27563"/>
                  </a:cubicBezTo>
                  <a:cubicBezTo>
                    <a:pt x="15311" y="25622"/>
                    <a:pt x="19120" y="23904"/>
                    <a:pt x="23004" y="22634"/>
                  </a:cubicBezTo>
                  <a:cubicBezTo>
                    <a:pt x="23686" y="22350"/>
                    <a:pt x="23373" y="22109"/>
                    <a:pt x="22921" y="22109"/>
                  </a:cubicBezTo>
                  <a:cubicBezTo>
                    <a:pt x="22779" y="22109"/>
                    <a:pt x="22623" y="22133"/>
                    <a:pt x="22481" y="22186"/>
                  </a:cubicBezTo>
                  <a:cubicBezTo>
                    <a:pt x="18522" y="23530"/>
                    <a:pt x="14639" y="25173"/>
                    <a:pt x="10979" y="27190"/>
                  </a:cubicBezTo>
                  <a:cubicBezTo>
                    <a:pt x="10008" y="26742"/>
                    <a:pt x="9112" y="26219"/>
                    <a:pt x="8290" y="25622"/>
                  </a:cubicBezTo>
                  <a:lnTo>
                    <a:pt x="22182" y="20020"/>
                  </a:lnTo>
                  <a:cubicBezTo>
                    <a:pt x="22623" y="19820"/>
                    <a:pt x="22462" y="19748"/>
                    <a:pt x="22171" y="19748"/>
                  </a:cubicBezTo>
                  <a:cubicBezTo>
                    <a:pt x="21920" y="19748"/>
                    <a:pt x="21574" y="19802"/>
                    <a:pt x="21435" y="19871"/>
                  </a:cubicBezTo>
                  <a:lnTo>
                    <a:pt x="7842" y="25323"/>
                  </a:lnTo>
                  <a:cubicBezTo>
                    <a:pt x="7245" y="24875"/>
                    <a:pt x="6722" y="24352"/>
                    <a:pt x="6199" y="23829"/>
                  </a:cubicBezTo>
                  <a:lnTo>
                    <a:pt x="26066" y="16286"/>
                  </a:lnTo>
                  <a:cubicBezTo>
                    <a:pt x="26748" y="16002"/>
                    <a:pt x="26435" y="15761"/>
                    <a:pt x="25983" y="15761"/>
                  </a:cubicBezTo>
                  <a:cubicBezTo>
                    <a:pt x="25841" y="15761"/>
                    <a:pt x="25686" y="15784"/>
                    <a:pt x="25543" y="15838"/>
                  </a:cubicBezTo>
                  <a:lnTo>
                    <a:pt x="5751" y="23381"/>
                  </a:lnTo>
                  <a:cubicBezTo>
                    <a:pt x="5303" y="22858"/>
                    <a:pt x="4855" y="22186"/>
                    <a:pt x="4556" y="21514"/>
                  </a:cubicBezTo>
                  <a:cubicBezTo>
                    <a:pt x="10008" y="19423"/>
                    <a:pt x="15311" y="17257"/>
                    <a:pt x="20688" y="15091"/>
                  </a:cubicBezTo>
                  <a:lnTo>
                    <a:pt x="21062" y="14941"/>
                  </a:lnTo>
                  <a:cubicBezTo>
                    <a:pt x="24049" y="13672"/>
                    <a:pt x="26962" y="12477"/>
                    <a:pt x="29949" y="11207"/>
                  </a:cubicBezTo>
                  <a:lnTo>
                    <a:pt x="30024" y="11207"/>
                  </a:lnTo>
                  <a:cubicBezTo>
                    <a:pt x="30547" y="10983"/>
                    <a:pt x="30472" y="10610"/>
                    <a:pt x="30174" y="10386"/>
                  </a:cubicBezTo>
                  <a:cubicBezTo>
                    <a:pt x="30042" y="10298"/>
                    <a:pt x="29885" y="10262"/>
                    <a:pt x="29733" y="10262"/>
                  </a:cubicBezTo>
                  <a:cubicBezTo>
                    <a:pt x="29625" y="10262"/>
                    <a:pt x="29519" y="10280"/>
                    <a:pt x="29427" y="10311"/>
                  </a:cubicBezTo>
                  <a:cubicBezTo>
                    <a:pt x="21136" y="13896"/>
                    <a:pt x="12697" y="17257"/>
                    <a:pt x="4257" y="20618"/>
                  </a:cubicBezTo>
                  <a:cubicBezTo>
                    <a:pt x="4183" y="19945"/>
                    <a:pt x="4183" y="19273"/>
                    <a:pt x="4257" y="18601"/>
                  </a:cubicBezTo>
                  <a:cubicBezTo>
                    <a:pt x="12249" y="15539"/>
                    <a:pt x="20016" y="11954"/>
                    <a:pt x="27560" y="7846"/>
                  </a:cubicBezTo>
                  <a:cubicBezTo>
                    <a:pt x="27780" y="7720"/>
                    <a:pt x="27668" y="7674"/>
                    <a:pt x="27447" y="7674"/>
                  </a:cubicBezTo>
                  <a:cubicBezTo>
                    <a:pt x="27146" y="7674"/>
                    <a:pt x="26643" y="7760"/>
                    <a:pt x="26514" y="7846"/>
                  </a:cubicBezTo>
                  <a:cubicBezTo>
                    <a:pt x="19344" y="11730"/>
                    <a:pt x="11950" y="15091"/>
                    <a:pt x="4407" y="18004"/>
                  </a:cubicBezTo>
                  <a:lnTo>
                    <a:pt x="4407" y="18004"/>
                  </a:lnTo>
                  <a:cubicBezTo>
                    <a:pt x="4631" y="17107"/>
                    <a:pt x="5004" y="16211"/>
                    <a:pt x="5452" y="15464"/>
                  </a:cubicBezTo>
                  <a:cubicBezTo>
                    <a:pt x="10755" y="13000"/>
                    <a:pt x="16058" y="10684"/>
                    <a:pt x="21435" y="8518"/>
                  </a:cubicBezTo>
                  <a:cubicBezTo>
                    <a:pt x="21510" y="8518"/>
                    <a:pt x="21510" y="8444"/>
                    <a:pt x="21585" y="8444"/>
                  </a:cubicBezTo>
                  <a:cubicBezTo>
                    <a:pt x="22033" y="8369"/>
                    <a:pt x="22481" y="8220"/>
                    <a:pt x="22929" y="8070"/>
                  </a:cubicBezTo>
                  <a:cubicBezTo>
                    <a:pt x="25319" y="7548"/>
                    <a:pt x="27560" y="6502"/>
                    <a:pt x="29576" y="5083"/>
                  </a:cubicBezTo>
                  <a:cubicBezTo>
                    <a:pt x="29776" y="4912"/>
                    <a:pt x="29540" y="4839"/>
                    <a:pt x="29142" y="4839"/>
                  </a:cubicBezTo>
                  <a:cubicBezTo>
                    <a:pt x="28499" y="4839"/>
                    <a:pt x="27435" y="5030"/>
                    <a:pt x="27111" y="5307"/>
                  </a:cubicBezTo>
                  <a:cubicBezTo>
                    <a:pt x="26887" y="5531"/>
                    <a:pt x="26589" y="5680"/>
                    <a:pt x="26290" y="5904"/>
                  </a:cubicBezTo>
                  <a:cubicBezTo>
                    <a:pt x="24796" y="6875"/>
                    <a:pt x="23228" y="7548"/>
                    <a:pt x="21510" y="8070"/>
                  </a:cubicBezTo>
                  <a:cubicBezTo>
                    <a:pt x="21398" y="8033"/>
                    <a:pt x="21286" y="8014"/>
                    <a:pt x="21174" y="8014"/>
                  </a:cubicBezTo>
                  <a:cubicBezTo>
                    <a:pt x="21062" y="8014"/>
                    <a:pt x="20950" y="8033"/>
                    <a:pt x="20838" y="8070"/>
                  </a:cubicBezTo>
                  <a:lnTo>
                    <a:pt x="20016" y="8369"/>
                  </a:lnTo>
                  <a:cubicBezTo>
                    <a:pt x="15460" y="9415"/>
                    <a:pt x="10456" y="9564"/>
                    <a:pt x="6423" y="12253"/>
                  </a:cubicBezTo>
                  <a:cubicBezTo>
                    <a:pt x="2390" y="14867"/>
                    <a:pt x="0" y="19945"/>
                    <a:pt x="3137" y="24203"/>
                  </a:cubicBezTo>
                  <a:cubicBezTo>
                    <a:pt x="3212" y="24277"/>
                    <a:pt x="3212" y="24352"/>
                    <a:pt x="3286" y="24352"/>
                  </a:cubicBezTo>
                  <a:cubicBezTo>
                    <a:pt x="2898" y="24546"/>
                    <a:pt x="3070" y="24740"/>
                    <a:pt x="3415" y="24740"/>
                  </a:cubicBezTo>
                  <a:cubicBezTo>
                    <a:pt x="3468" y="24740"/>
                    <a:pt x="3525" y="24735"/>
                    <a:pt x="3585" y="24725"/>
                  </a:cubicBezTo>
                  <a:cubicBezTo>
                    <a:pt x="6722" y="28460"/>
                    <a:pt x="12473" y="30028"/>
                    <a:pt x="17029" y="31074"/>
                  </a:cubicBezTo>
                  <a:cubicBezTo>
                    <a:pt x="19602" y="31717"/>
                    <a:pt x="22252" y="32052"/>
                    <a:pt x="24924" y="32052"/>
                  </a:cubicBezTo>
                  <a:cubicBezTo>
                    <a:pt x="25975" y="32052"/>
                    <a:pt x="27028" y="32001"/>
                    <a:pt x="28082" y="31895"/>
                  </a:cubicBezTo>
                  <a:cubicBezTo>
                    <a:pt x="29128" y="31746"/>
                    <a:pt x="30174" y="31596"/>
                    <a:pt x="31144" y="31298"/>
                  </a:cubicBezTo>
                  <a:cubicBezTo>
                    <a:pt x="31593" y="31223"/>
                    <a:pt x="32115" y="31074"/>
                    <a:pt x="32563" y="30924"/>
                  </a:cubicBezTo>
                  <a:cubicBezTo>
                    <a:pt x="36746" y="29505"/>
                    <a:pt x="39883" y="27489"/>
                    <a:pt x="44588" y="26443"/>
                  </a:cubicBezTo>
                  <a:cubicBezTo>
                    <a:pt x="46530" y="26219"/>
                    <a:pt x="48397" y="25696"/>
                    <a:pt x="50264" y="24875"/>
                  </a:cubicBezTo>
                  <a:cubicBezTo>
                    <a:pt x="55193" y="22335"/>
                    <a:pt x="56762" y="16883"/>
                    <a:pt x="56986" y="11655"/>
                  </a:cubicBezTo>
                  <a:cubicBezTo>
                    <a:pt x="57061" y="9191"/>
                    <a:pt x="57434" y="5456"/>
                    <a:pt x="56015" y="3365"/>
                  </a:cubicBezTo>
                  <a:cubicBezTo>
                    <a:pt x="54447" y="1199"/>
                    <a:pt x="50040" y="452"/>
                    <a:pt x="47650" y="154"/>
                  </a:cubicBezTo>
                  <a:cubicBezTo>
                    <a:pt x="46696" y="51"/>
                    <a:pt x="45744" y="0"/>
                    <a:pt x="447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6"/>
            <p:cNvSpPr/>
            <p:nvPr/>
          </p:nvSpPr>
          <p:spPr>
            <a:xfrm>
              <a:off x="2095561" y="860207"/>
              <a:ext cx="459929" cy="483896"/>
            </a:xfrm>
            <a:custGeom>
              <a:avLst/>
              <a:gdLst/>
              <a:ahLst/>
              <a:cxnLst/>
              <a:rect l="l" t="t" r="r" b="b"/>
              <a:pathLst>
                <a:path w="15237" h="16031" extrusionOk="0">
                  <a:moveTo>
                    <a:pt x="10751" y="1"/>
                  </a:moveTo>
                  <a:cubicBezTo>
                    <a:pt x="9066" y="1"/>
                    <a:pt x="7254" y="816"/>
                    <a:pt x="6125" y="1858"/>
                  </a:cubicBezTo>
                  <a:cubicBezTo>
                    <a:pt x="5942" y="2015"/>
                    <a:pt x="6123" y="2080"/>
                    <a:pt x="6455" y="2080"/>
                  </a:cubicBezTo>
                  <a:cubicBezTo>
                    <a:pt x="7075" y="2080"/>
                    <a:pt x="8223" y="1852"/>
                    <a:pt x="8515" y="1560"/>
                  </a:cubicBezTo>
                  <a:cubicBezTo>
                    <a:pt x="8895" y="1224"/>
                    <a:pt x="9255" y="1085"/>
                    <a:pt x="9587" y="1085"/>
                  </a:cubicBezTo>
                  <a:cubicBezTo>
                    <a:pt x="10884" y="1085"/>
                    <a:pt x="11772" y="3207"/>
                    <a:pt x="11950" y="4099"/>
                  </a:cubicBezTo>
                  <a:cubicBezTo>
                    <a:pt x="12100" y="5145"/>
                    <a:pt x="12100" y="6190"/>
                    <a:pt x="12025" y="7236"/>
                  </a:cubicBezTo>
                  <a:cubicBezTo>
                    <a:pt x="11875" y="9700"/>
                    <a:pt x="11203" y="13734"/>
                    <a:pt x="8365" y="14630"/>
                  </a:cubicBezTo>
                  <a:cubicBezTo>
                    <a:pt x="7928" y="14739"/>
                    <a:pt x="7490" y="14808"/>
                    <a:pt x="7053" y="14808"/>
                  </a:cubicBezTo>
                  <a:cubicBezTo>
                    <a:pt x="6893" y="14808"/>
                    <a:pt x="6733" y="14799"/>
                    <a:pt x="6573" y="14779"/>
                  </a:cubicBezTo>
                  <a:lnTo>
                    <a:pt x="9411" y="13136"/>
                  </a:lnTo>
                  <a:cubicBezTo>
                    <a:pt x="9890" y="12849"/>
                    <a:pt x="9570" y="12715"/>
                    <a:pt x="9181" y="12715"/>
                  </a:cubicBezTo>
                  <a:cubicBezTo>
                    <a:pt x="8963" y="12715"/>
                    <a:pt x="8723" y="12757"/>
                    <a:pt x="8589" y="12837"/>
                  </a:cubicBezTo>
                  <a:lnTo>
                    <a:pt x="5751" y="14480"/>
                  </a:lnTo>
                  <a:cubicBezTo>
                    <a:pt x="5154" y="14032"/>
                    <a:pt x="4780" y="13435"/>
                    <a:pt x="4556" y="12763"/>
                  </a:cubicBezTo>
                  <a:cubicBezTo>
                    <a:pt x="5975" y="12090"/>
                    <a:pt x="7320" y="11194"/>
                    <a:pt x="8515" y="10074"/>
                  </a:cubicBezTo>
                  <a:cubicBezTo>
                    <a:pt x="8996" y="9646"/>
                    <a:pt x="8558" y="9294"/>
                    <a:pt x="8078" y="9294"/>
                  </a:cubicBezTo>
                  <a:cubicBezTo>
                    <a:pt x="7888" y="9294"/>
                    <a:pt x="7692" y="9349"/>
                    <a:pt x="7544" y="9476"/>
                  </a:cubicBezTo>
                  <a:cubicBezTo>
                    <a:pt x="6573" y="10373"/>
                    <a:pt x="5452" y="11119"/>
                    <a:pt x="4332" y="11792"/>
                  </a:cubicBezTo>
                  <a:cubicBezTo>
                    <a:pt x="4183" y="11194"/>
                    <a:pt x="4183" y="10671"/>
                    <a:pt x="4183" y="10074"/>
                  </a:cubicBezTo>
                  <a:cubicBezTo>
                    <a:pt x="5901" y="9103"/>
                    <a:pt x="7618" y="7983"/>
                    <a:pt x="9187" y="6788"/>
                  </a:cubicBezTo>
                  <a:cubicBezTo>
                    <a:pt x="9537" y="6525"/>
                    <a:pt x="9220" y="6416"/>
                    <a:pt x="8838" y="6416"/>
                  </a:cubicBezTo>
                  <a:cubicBezTo>
                    <a:pt x="8568" y="6416"/>
                    <a:pt x="8265" y="6471"/>
                    <a:pt x="8141" y="6564"/>
                  </a:cubicBezTo>
                  <a:cubicBezTo>
                    <a:pt x="6871" y="7535"/>
                    <a:pt x="5602" y="8431"/>
                    <a:pt x="4183" y="9252"/>
                  </a:cubicBezTo>
                  <a:cubicBezTo>
                    <a:pt x="4257" y="8580"/>
                    <a:pt x="4332" y="7908"/>
                    <a:pt x="4482" y="7311"/>
                  </a:cubicBezTo>
                  <a:cubicBezTo>
                    <a:pt x="6050" y="6788"/>
                    <a:pt x="7544" y="5966"/>
                    <a:pt x="8813" y="4846"/>
                  </a:cubicBezTo>
                  <a:cubicBezTo>
                    <a:pt x="9364" y="4405"/>
                    <a:pt x="8940" y="4005"/>
                    <a:pt x="8440" y="4005"/>
                  </a:cubicBezTo>
                  <a:cubicBezTo>
                    <a:pt x="8262" y="4005"/>
                    <a:pt x="8074" y="4056"/>
                    <a:pt x="7917" y="4174"/>
                  </a:cubicBezTo>
                  <a:cubicBezTo>
                    <a:pt x="6946" y="4995"/>
                    <a:pt x="5901" y="5667"/>
                    <a:pt x="4706" y="6116"/>
                  </a:cubicBezTo>
                  <a:cubicBezTo>
                    <a:pt x="4930" y="5219"/>
                    <a:pt x="5228" y="4398"/>
                    <a:pt x="5751" y="3651"/>
                  </a:cubicBezTo>
                  <a:cubicBezTo>
                    <a:pt x="5801" y="3576"/>
                    <a:pt x="5569" y="3535"/>
                    <a:pt x="5220" y="3535"/>
                  </a:cubicBezTo>
                  <a:cubicBezTo>
                    <a:pt x="4523" y="3535"/>
                    <a:pt x="3361" y="3701"/>
                    <a:pt x="3062" y="4099"/>
                  </a:cubicBezTo>
                  <a:cubicBezTo>
                    <a:pt x="1121" y="6937"/>
                    <a:pt x="0" y="13584"/>
                    <a:pt x="3735" y="15451"/>
                  </a:cubicBezTo>
                  <a:cubicBezTo>
                    <a:pt x="4539" y="15854"/>
                    <a:pt x="5433" y="16031"/>
                    <a:pt x="6344" y="16031"/>
                  </a:cubicBezTo>
                  <a:cubicBezTo>
                    <a:pt x="8308" y="16031"/>
                    <a:pt x="10348" y="15206"/>
                    <a:pt x="11726" y="14032"/>
                  </a:cubicBezTo>
                  <a:cubicBezTo>
                    <a:pt x="13220" y="12613"/>
                    <a:pt x="14191" y="10746"/>
                    <a:pt x="14489" y="8655"/>
                  </a:cubicBezTo>
                  <a:cubicBezTo>
                    <a:pt x="14863" y="6638"/>
                    <a:pt x="15236" y="3277"/>
                    <a:pt x="13892" y="1485"/>
                  </a:cubicBezTo>
                  <a:cubicBezTo>
                    <a:pt x="13111" y="423"/>
                    <a:pt x="11964" y="1"/>
                    <a:pt x="10751"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6"/>
            <p:cNvSpPr/>
            <p:nvPr/>
          </p:nvSpPr>
          <p:spPr>
            <a:xfrm>
              <a:off x="4174082" y="-75174"/>
              <a:ext cx="838660" cy="353527"/>
            </a:xfrm>
            <a:custGeom>
              <a:avLst/>
              <a:gdLst/>
              <a:ahLst/>
              <a:cxnLst/>
              <a:rect l="l" t="t" r="r" b="b"/>
              <a:pathLst>
                <a:path w="27784" h="11712" extrusionOk="0">
                  <a:moveTo>
                    <a:pt x="10210" y="1"/>
                  </a:moveTo>
                  <a:cubicBezTo>
                    <a:pt x="10060" y="1"/>
                    <a:pt x="9893" y="19"/>
                    <a:pt x="9709" y="60"/>
                  </a:cubicBezTo>
                  <a:cubicBezTo>
                    <a:pt x="6274" y="1031"/>
                    <a:pt x="0" y="3570"/>
                    <a:pt x="2315" y="8350"/>
                  </a:cubicBezTo>
                  <a:cubicBezTo>
                    <a:pt x="2838" y="9247"/>
                    <a:pt x="3660" y="9993"/>
                    <a:pt x="4631" y="10516"/>
                  </a:cubicBezTo>
                  <a:cubicBezTo>
                    <a:pt x="4631" y="10666"/>
                    <a:pt x="4855" y="10740"/>
                    <a:pt x="5154" y="10740"/>
                  </a:cubicBezTo>
                  <a:cubicBezTo>
                    <a:pt x="6654" y="11317"/>
                    <a:pt x="8451" y="11478"/>
                    <a:pt x="10188" y="11478"/>
                  </a:cubicBezTo>
                  <a:cubicBezTo>
                    <a:pt x="11824" y="11478"/>
                    <a:pt x="13407" y="11336"/>
                    <a:pt x="14639" y="11263"/>
                  </a:cubicBezTo>
                  <a:cubicBezTo>
                    <a:pt x="17178" y="11114"/>
                    <a:pt x="24423" y="11711"/>
                    <a:pt x="25618" y="8276"/>
                  </a:cubicBezTo>
                  <a:cubicBezTo>
                    <a:pt x="27783" y="2151"/>
                    <a:pt x="18298" y="1629"/>
                    <a:pt x="15311" y="210"/>
                  </a:cubicBezTo>
                  <a:cubicBezTo>
                    <a:pt x="15192" y="145"/>
                    <a:pt x="15038" y="116"/>
                    <a:pt x="14866" y="116"/>
                  </a:cubicBezTo>
                  <a:cubicBezTo>
                    <a:pt x="13851" y="116"/>
                    <a:pt x="12198" y="1118"/>
                    <a:pt x="13220" y="1629"/>
                  </a:cubicBezTo>
                  <a:cubicBezTo>
                    <a:pt x="14863" y="2301"/>
                    <a:pt x="16655" y="2749"/>
                    <a:pt x="18448" y="3048"/>
                  </a:cubicBezTo>
                  <a:cubicBezTo>
                    <a:pt x="22481" y="4093"/>
                    <a:pt x="24497" y="7977"/>
                    <a:pt x="19568" y="9247"/>
                  </a:cubicBezTo>
                  <a:cubicBezTo>
                    <a:pt x="19269" y="9321"/>
                    <a:pt x="18970" y="9396"/>
                    <a:pt x="18597" y="9396"/>
                  </a:cubicBezTo>
                  <a:cubicBezTo>
                    <a:pt x="17775" y="9545"/>
                    <a:pt x="16954" y="9620"/>
                    <a:pt x="16207" y="9695"/>
                  </a:cubicBezTo>
                  <a:cubicBezTo>
                    <a:pt x="17103" y="9172"/>
                    <a:pt x="17925" y="8649"/>
                    <a:pt x="18746" y="8052"/>
                  </a:cubicBezTo>
                  <a:cubicBezTo>
                    <a:pt x="18970" y="7902"/>
                    <a:pt x="19120" y="7828"/>
                    <a:pt x="19269" y="7678"/>
                  </a:cubicBezTo>
                  <a:cubicBezTo>
                    <a:pt x="19568" y="7479"/>
                    <a:pt x="19369" y="7413"/>
                    <a:pt x="19070" y="7413"/>
                  </a:cubicBezTo>
                  <a:cubicBezTo>
                    <a:pt x="18921" y="7413"/>
                    <a:pt x="18746" y="7429"/>
                    <a:pt x="18597" y="7454"/>
                  </a:cubicBezTo>
                  <a:cubicBezTo>
                    <a:pt x="18448" y="7529"/>
                    <a:pt x="18373" y="7604"/>
                    <a:pt x="18298" y="7678"/>
                  </a:cubicBezTo>
                  <a:cubicBezTo>
                    <a:pt x="17178" y="8500"/>
                    <a:pt x="16058" y="9172"/>
                    <a:pt x="14863" y="9769"/>
                  </a:cubicBezTo>
                  <a:lnTo>
                    <a:pt x="12174" y="9769"/>
                  </a:lnTo>
                  <a:cubicBezTo>
                    <a:pt x="13742" y="8948"/>
                    <a:pt x="15161" y="7977"/>
                    <a:pt x="16506" y="6931"/>
                  </a:cubicBezTo>
                  <a:cubicBezTo>
                    <a:pt x="16846" y="6634"/>
                    <a:pt x="16557" y="6505"/>
                    <a:pt x="16189" y="6505"/>
                  </a:cubicBezTo>
                  <a:cubicBezTo>
                    <a:pt x="15911" y="6505"/>
                    <a:pt x="15589" y="6579"/>
                    <a:pt x="15460" y="6707"/>
                  </a:cubicBezTo>
                  <a:cubicBezTo>
                    <a:pt x="13966" y="7902"/>
                    <a:pt x="12398" y="8948"/>
                    <a:pt x="10680" y="9769"/>
                  </a:cubicBezTo>
                  <a:cubicBezTo>
                    <a:pt x="9859" y="9695"/>
                    <a:pt x="9037" y="9620"/>
                    <a:pt x="8216" y="9471"/>
                  </a:cubicBezTo>
                  <a:cubicBezTo>
                    <a:pt x="10083" y="8500"/>
                    <a:pt x="12025" y="7604"/>
                    <a:pt x="13892" y="6633"/>
                  </a:cubicBezTo>
                  <a:cubicBezTo>
                    <a:pt x="14487" y="6362"/>
                    <a:pt x="14023" y="6170"/>
                    <a:pt x="13552" y="6170"/>
                  </a:cubicBezTo>
                  <a:cubicBezTo>
                    <a:pt x="13374" y="6170"/>
                    <a:pt x="13194" y="6198"/>
                    <a:pt x="13070" y="6259"/>
                  </a:cubicBezTo>
                  <a:cubicBezTo>
                    <a:pt x="11128" y="7305"/>
                    <a:pt x="9187" y="8201"/>
                    <a:pt x="7170" y="9172"/>
                  </a:cubicBezTo>
                  <a:cubicBezTo>
                    <a:pt x="6573" y="8948"/>
                    <a:pt x="6050" y="8649"/>
                    <a:pt x="5602" y="8276"/>
                  </a:cubicBezTo>
                  <a:cubicBezTo>
                    <a:pt x="5527" y="8276"/>
                    <a:pt x="5527" y="8201"/>
                    <a:pt x="5452" y="8201"/>
                  </a:cubicBezTo>
                  <a:cubicBezTo>
                    <a:pt x="7917" y="7305"/>
                    <a:pt x="10232" y="6334"/>
                    <a:pt x="12547" y="5288"/>
                  </a:cubicBezTo>
                  <a:cubicBezTo>
                    <a:pt x="12622" y="5288"/>
                    <a:pt x="12697" y="5214"/>
                    <a:pt x="12697" y="5214"/>
                  </a:cubicBezTo>
                  <a:cubicBezTo>
                    <a:pt x="13145" y="4915"/>
                    <a:pt x="12921" y="4691"/>
                    <a:pt x="12547" y="4616"/>
                  </a:cubicBezTo>
                  <a:cubicBezTo>
                    <a:pt x="12323" y="4616"/>
                    <a:pt x="12174" y="4616"/>
                    <a:pt x="12025" y="4691"/>
                  </a:cubicBezTo>
                  <a:cubicBezTo>
                    <a:pt x="9709" y="5736"/>
                    <a:pt x="7394" y="6707"/>
                    <a:pt x="5004" y="7604"/>
                  </a:cubicBezTo>
                  <a:cubicBezTo>
                    <a:pt x="4780" y="7230"/>
                    <a:pt x="4631" y="6707"/>
                    <a:pt x="4705" y="6259"/>
                  </a:cubicBezTo>
                  <a:cubicBezTo>
                    <a:pt x="4780" y="6259"/>
                    <a:pt x="4855" y="6259"/>
                    <a:pt x="5004" y="6184"/>
                  </a:cubicBezTo>
                  <a:lnTo>
                    <a:pt x="12099" y="2525"/>
                  </a:lnTo>
                  <a:lnTo>
                    <a:pt x="12398" y="2376"/>
                  </a:lnTo>
                  <a:cubicBezTo>
                    <a:pt x="12985" y="2082"/>
                    <a:pt x="12557" y="1881"/>
                    <a:pt x="12093" y="1881"/>
                  </a:cubicBezTo>
                  <a:cubicBezTo>
                    <a:pt x="11966" y="1881"/>
                    <a:pt x="11838" y="1895"/>
                    <a:pt x="11726" y="1927"/>
                  </a:cubicBezTo>
                  <a:lnTo>
                    <a:pt x="11577" y="1927"/>
                  </a:lnTo>
                  <a:lnTo>
                    <a:pt x="5004" y="5288"/>
                  </a:lnTo>
                  <a:cubicBezTo>
                    <a:pt x="5975" y="3645"/>
                    <a:pt x="8365" y="2077"/>
                    <a:pt x="10083" y="1629"/>
                  </a:cubicBezTo>
                  <a:cubicBezTo>
                    <a:pt x="10382" y="1554"/>
                    <a:pt x="10606" y="1405"/>
                    <a:pt x="10830" y="1255"/>
                  </a:cubicBezTo>
                  <a:cubicBezTo>
                    <a:pt x="11410" y="739"/>
                    <a:pt x="11155" y="1"/>
                    <a:pt x="102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6"/>
            <p:cNvSpPr/>
            <p:nvPr/>
          </p:nvSpPr>
          <p:spPr>
            <a:xfrm>
              <a:off x="4573089" y="410642"/>
              <a:ext cx="959611" cy="656826"/>
            </a:xfrm>
            <a:custGeom>
              <a:avLst/>
              <a:gdLst/>
              <a:ahLst/>
              <a:cxnLst/>
              <a:rect l="l" t="t" r="r" b="b"/>
              <a:pathLst>
                <a:path w="31791" h="21760" extrusionOk="0">
                  <a:moveTo>
                    <a:pt x="12365" y="1909"/>
                  </a:moveTo>
                  <a:cubicBezTo>
                    <a:pt x="12929" y="1909"/>
                    <a:pt x="13499" y="2008"/>
                    <a:pt x="14042" y="2189"/>
                  </a:cubicBezTo>
                  <a:lnTo>
                    <a:pt x="14639" y="2413"/>
                  </a:lnTo>
                  <a:cubicBezTo>
                    <a:pt x="14490" y="2413"/>
                    <a:pt x="14415" y="2487"/>
                    <a:pt x="14191" y="2562"/>
                  </a:cubicBezTo>
                  <a:cubicBezTo>
                    <a:pt x="11428" y="3608"/>
                    <a:pt x="8739" y="4803"/>
                    <a:pt x="6125" y="6072"/>
                  </a:cubicBezTo>
                  <a:cubicBezTo>
                    <a:pt x="6274" y="5475"/>
                    <a:pt x="6498" y="4952"/>
                    <a:pt x="6872" y="4429"/>
                  </a:cubicBezTo>
                  <a:cubicBezTo>
                    <a:pt x="7693" y="3384"/>
                    <a:pt x="8814" y="2562"/>
                    <a:pt x="10083" y="2039"/>
                  </a:cubicBezTo>
                  <a:cubicBezTo>
                    <a:pt x="10270" y="2114"/>
                    <a:pt x="10475" y="2151"/>
                    <a:pt x="10681" y="2151"/>
                  </a:cubicBezTo>
                  <a:cubicBezTo>
                    <a:pt x="10886" y="2151"/>
                    <a:pt x="11092" y="2114"/>
                    <a:pt x="11278" y="2039"/>
                  </a:cubicBezTo>
                  <a:cubicBezTo>
                    <a:pt x="11632" y="1951"/>
                    <a:pt x="11997" y="1909"/>
                    <a:pt x="12365" y="1909"/>
                  </a:cubicBezTo>
                  <a:close/>
                  <a:moveTo>
                    <a:pt x="15461" y="2786"/>
                  </a:moveTo>
                  <a:cubicBezTo>
                    <a:pt x="16357" y="3234"/>
                    <a:pt x="17178" y="3832"/>
                    <a:pt x="17851" y="4504"/>
                  </a:cubicBezTo>
                  <a:cubicBezTo>
                    <a:pt x="18224" y="5027"/>
                    <a:pt x="18448" y="5774"/>
                    <a:pt x="18822" y="6296"/>
                  </a:cubicBezTo>
                  <a:cubicBezTo>
                    <a:pt x="20315" y="8164"/>
                    <a:pt x="22780" y="8985"/>
                    <a:pt x="24423" y="10628"/>
                  </a:cubicBezTo>
                  <a:cubicBezTo>
                    <a:pt x="26738" y="12869"/>
                    <a:pt x="29278" y="17201"/>
                    <a:pt x="25693" y="18769"/>
                  </a:cubicBezTo>
                  <a:cubicBezTo>
                    <a:pt x="25021" y="19068"/>
                    <a:pt x="24348" y="19217"/>
                    <a:pt x="23676" y="19292"/>
                  </a:cubicBezTo>
                  <a:lnTo>
                    <a:pt x="22332" y="19292"/>
                  </a:lnTo>
                  <a:lnTo>
                    <a:pt x="24722" y="17201"/>
                  </a:lnTo>
                  <a:cubicBezTo>
                    <a:pt x="25203" y="16772"/>
                    <a:pt x="24803" y="16421"/>
                    <a:pt x="24318" y="16421"/>
                  </a:cubicBezTo>
                  <a:cubicBezTo>
                    <a:pt x="24126" y="16421"/>
                    <a:pt x="23920" y="16476"/>
                    <a:pt x="23751" y="16603"/>
                  </a:cubicBezTo>
                  <a:lnTo>
                    <a:pt x="20988" y="19068"/>
                  </a:lnTo>
                  <a:cubicBezTo>
                    <a:pt x="19793" y="18694"/>
                    <a:pt x="18598" y="18470"/>
                    <a:pt x="17403" y="18396"/>
                  </a:cubicBezTo>
                  <a:lnTo>
                    <a:pt x="21286" y="15856"/>
                  </a:lnTo>
                  <a:cubicBezTo>
                    <a:pt x="21838" y="15525"/>
                    <a:pt x="21371" y="15194"/>
                    <a:pt x="20879" y="15194"/>
                  </a:cubicBezTo>
                  <a:cubicBezTo>
                    <a:pt x="20704" y="15194"/>
                    <a:pt x="20527" y="15236"/>
                    <a:pt x="20390" y="15333"/>
                  </a:cubicBezTo>
                  <a:lnTo>
                    <a:pt x="15386" y="18470"/>
                  </a:lnTo>
                  <a:cubicBezTo>
                    <a:pt x="13220" y="18918"/>
                    <a:pt x="10531" y="19964"/>
                    <a:pt x="8216" y="20263"/>
                  </a:cubicBezTo>
                  <a:cubicBezTo>
                    <a:pt x="11502" y="18171"/>
                    <a:pt x="14938" y="16230"/>
                    <a:pt x="18448" y="14587"/>
                  </a:cubicBezTo>
                  <a:cubicBezTo>
                    <a:pt x="18889" y="14386"/>
                    <a:pt x="18728" y="14315"/>
                    <a:pt x="18437" y="14315"/>
                  </a:cubicBezTo>
                  <a:cubicBezTo>
                    <a:pt x="18187" y="14315"/>
                    <a:pt x="17840" y="14368"/>
                    <a:pt x="17701" y="14437"/>
                  </a:cubicBezTo>
                  <a:cubicBezTo>
                    <a:pt x="14042" y="16155"/>
                    <a:pt x="10531" y="18097"/>
                    <a:pt x="7096" y="20263"/>
                  </a:cubicBezTo>
                  <a:cubicBezTo>
                    <a:pt x="6125" y="20263"/>
                    <a:pt x="5229" y="19964"/>
                    <a:pt x="4482" y="19441"/>
                  </a:cubicBezTo>
                  <a:lnTo>
                    <a:pt x="15461" y="13392"/>
                  </a:lnTo>
                  <a:cubicBezTo>
                    <a:pt x="16127" y="13028"/>
                    <a:pt x="15762" y="12469"/>
                    <a:pt x="15242" y="12469"/>
                  </a:cubicBezTo>
                  <a:cubicBezTo>
                    <a:pt x="15120" y="12469"/>
                    <a:pt x="14991" y="12499"/>
                    <a:pt x="14863" y="12570"/>
                  </a:cubicBezTo>
                  <a:lnTo>
                    <a:pt x="3735" y="18694"/>
                  </a:lnTo>
                  <a:cubicBezTo>
                    <a:pt x="3586" y="18470"/>
                    <a:pt x="3362" y="18246"/>
                    <a:pt x="3287" y="17947"/>
                  </a:cubicBezTo>
                  <a:cubicBezTo>
                    <a:pt x="3137" y="17723"/>
                    <a:pt x="3063" y="17425"/>
                    <a:pt x="2988" y="17201"/>
                  </a:cubicBezTo>
                  <a:lnTo>
                    <a:pt x="12399" y="11599"/>
                  </a:lnTo>
                  <a:cubicBezTo>
                    <a:pt x="13054" y="11182"/>
                    <a:pt x="12711" y="10669"/>
                    <a:pt x="12204" y="10669"/>
                  </a:cubicBezTo>
                  <a:cubicBezTo>
                    <a:pt x="12075" y="10669"/>
                    <a:pt x="11937" y="10702"/>
                    <a:pt x="11801" y="10778"/>
                  </a:cubicBezTo>
                  <a:lnTo>
                    <a:pt x="2913" y="16080"/>
                  </a:lnTo>
                  <a:cubicBezTo>
                    <a:pt x="2913" y="15408"/>
                    <a:pt x="3063" y="14811"/>
                    <a:pt x="3362" y="14213"/>
                  </a:cubicBezTo>
                  <a:lnTo>
                    <a:pt x="12996" y="8761"/>
                  </a:lnTo>
                  <a:lnTo>
                    <a:pt x="14191" y="8089"/>
                  </a:lnTo>
                  <a:cubicBezTo>
                    <a:pt x="14707" y="7779"/>
                    <a:pt x="14297" y="7612"/>
                    <a:pt x="13871" y="7612"/>
                  </a:cubicBezTo>
                  <a:cubicBezTo>
                    <a:pt x="13679" y="7612"/>
                    <a:pt x="13485" y="7646"/>
                    <a:pt x="13369" y="7715"/>
                  </a:cubicBezTo>
                  <a:lnTo>
                    <a:pt x="13071" y="7865"/>
                  </a:lnTo>
                  <a:lnTo>
                    <a:pt x="3735" y="13093"/>
                  </a:lnTo>
                  <a:cubicBezTo>
                    <a:pt x="4183" y="12197"/>
                    <a:pt x="4631" y="11226"/>
                    <a:pt x="5005" y="10255"/>
                  </a:cubicBezTo>
                  <a:cubicBezTo>
                    <a:pt x="5005" y="10180"/>
                    <a:pt x="5079" y="10031"/>
                    <a:pt x="5079" y="9881"/>
                  </a:cubicBezTo>
                  <a:lnTo>
                    <a:pt x="13295" y="5624"/>
                  </a:lnTo>
                  <a:cubicBezTo>
                    <a:pt x="13516" y="5498"/>
                    <a:pt x="13403" y="5452"/>
                    <a:pt x="13183" y="5452"/>
                  </a:cubicBezTo>
                  <a:cubicBezTo>
                    <a:pt x="12881" y="5452"/>
                    <a:pt x="12379" y="5538"/>
                    <a:pt x="12249" y="5624"/>
                  </a:cubicBezTo>
                  <a:lnTo>
                    <a:pt x="5378" y="9359"/>
                  </a:lnTo>
                  <a:cubicBezTo>
                    <a:pt x="5527" y="8462"/>
                    <a:pt x="5751" y="7491"/>
                    <a:pt x="5976" y="6670"/>
                  </a:cubicBezTo>
                  <a:cubicBezTo>
                    <a:pt x="6200" y="6670"/>
                    <a:pt x="6424" y="6670"/>
                    <a:pt x="6722" y="6595"/>
                  </a:cubicBezTo>
                  <a:cubicBezTo>
                    <a:pt x="9187" y="5325"/>
                    <a:pt x="11726" y="4280"/>
                    <a:pt x="14340" y="3234"/>
                  </a:cubicBezTo>
                  <a:lnTo>
                    <a:pt x="15461" y="2786"/>
                  </a:lnTo>
                  <a:close/>
                  <a:moveTo>
                    <a:pt x="15408" y="0"/>
                  </a:moveTo>
                  <a:cubicBezTo>
                    <a:pt x="14062" y="0"/>
                    <a:pt x="12660" y="337"/>
                    <a:pt x="11428" y="695"/>
                  </a:cubicBezTo>
                  <a:cubicBezTo>
                    <a:pt x="11129" y="583"/>
                    <a:pt x="10830" y="527"/>
                    <a:pt x="10531" y="527"/>
                  </a:cubicBezTo>
                  <a:cubicBezTo>
                    <a:pt x="10233" y="527"/>
                    <a:pt x="9934" y="583"/>
                    <a:pt x="9635" y="695"/>
                  </a:cubicBezTo>
                  <a:lnTo>
                    <a:pt x="9486" y="770"/>
                  </a:lnTo>
                  <a:lnTo>
                    <a:pt x="8515" y="1292"/>
                  </a:lnTo>
                  <a:cubicBezTo>
                    <a:pt x="5602" y="3010"/>
                    <a:pt x="3137" y="4877"/>
                    <a:pt x="2465" y="8388"/>
                  </a:cubicBezTo>
                  <a:cubicBezTo>
                    <a:pt x="2017" y="10703"/>
                    <a:pt x="1345" y="12943"/>
                    <a:pt x="523" y="15109"/>
                  </a:cubicBezTo>
                  <a:cubicBezTo>
                    <a:pt x="1" y="16304"/>
                    <a:pt x="1" y="17798"/>
                    <a:pt x="598" y="18993"/>
                  </a:cubicBezTo>
                  <a:cubicBezTo>
                    <a:pt x="1345" y="20337"/>
                    <a:pt x="2615" y="21234"/>
                    <a:pt x="4108" y="21532"/>
                  </a:cubicBezTo>
                  <a:cubicBezTo>
                    <a:pt x="4784" y="21677"/>
                    <a:pt x="5459" y="21759"/>
                    <a:pt x="6134" y="21759"/>
                  </a:cubicBezTo>
                  <a:cubicBezTo>
                    <a:pt x="6504" y="21759"/>
                    <a:pt x="6875" y="21735"/>
                    <a:pt x="7245" y="21682"/>
                  </a:cubicBezTo>
                  <a:cubicBezTo>
                    <a:pt x="9262" y="21532"/>
                    <a:pt x="10980" y="20785"/>
                    <a:pt x="12996" y="20337"/>
                  </a:cubicBezTo>
                  <a:cubicBezTo>
                    <a:pt x="13444" y="20188"/>
                    <a:pt x="13892" y="20113"/>
                    <a:pt x="14266" y="20113"/>
                  </a:cubicBezTo>
                  <a:lnTo>
                    <a:pt x="14415" y="20113"/>
                  </a:lnTo>
                  <a:cubicBezTo>
                    <a:pt x="14938" y="20039"/>
                    <a:pt x="15479" y="20001"/>
                    <a:pt x="16030" y="20001"/>
                  </a:cubicBezTo>
                  <a:cubicBezTo>
                    <a:pt x="16581" y="20001"/>
                    <a:pt x="17141" y="20039"/>
                    <a:pt x="17701" y="20113"/>
                  </a:cubicBezTo>
                  <a:cubicBezTo>
                    <a:pt x="19568" y="20263"/>
                    <a:pt x="21436" y="20636"/>
                    <a:pt x="23377" y="20785"/>
                  </a:cubicBezTo>
                  <a:cubicBezTo>
                    <a:pt x="23540" y="20793"/>
                    <a:pt x="23700" y="20797"/>
                    <a:pt x="23857" y="20797"/>
                  </a:cubicBezTo>
                  <a:cubicBezTo>
                    <a:pt x="30042" y="20797"/>
                    <a:pt x="31790" y="15140"/>
                    <a:pt x="27784" y="10479"/>
                  </a:cubicBezTo>
                  <a:cubicBezTo>
                    <a:pt x="26290" y="8612"/>
                    <a:pt x="24199" y="7865"/>
                    <a:pt x="22407" y="6296"/>
                  </a:cubicBezTo>
                  <a:cubicBezTo>
                    <a:pt x="20689" y="4728"/>
                    <a:pt x="20390" y="2338"/>
                    <a:pt x="18672" y="994"/>
                  </a:cubicBezTo>
                  <a:cubicBezTo>
                    <a:pt x="17729" y="260"/>
                    <a:pt x="16590" y="0"/>
                    <a:pt x="154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6"/>
            <p:cNvSpPr/>
            <p:nvPr/>
          </p:nvSpPr>
          <p:spPr>
            <a:xfrm>
              <a:off x="3355726" y="2771869"/>
              <a:ext cx="581695" cy="706027"/>
            </a:xfrm>
            <a:custGeom>
              <a:avLst/>
              <a:gdLst/>
              <a:ahLst/>
              <a:cxnLst/>
              <a:rect l="l" t="t" r="r" b="b"/>
              <a:pathLst>
                <a:path w="19271" h="23390" extrusionOk="0">
                  <a:moveTo>
                    <a:pt x="8753" y="0"/>
                  </a:moveTo>
                  <a:cubicBezTo>
                    <a:pt x="7523" y="0"/>
                    <a:pt x="6295" y="474"/>
                    <a:pt x="5378" y="1336"/>
                  </a:cubicBezTo>
                  <a:cubicBezTo>
                    <a:pt x="2988" y="3577"/>
                    <a:pt x="4034" y="6564"/>
                    <a:pt x="3885" y="9477"/>
                  </a:cubicBezTo>
                  <a:cubicBezTo>
                    <a:pt x="3735" y="13510"/>
                    <a:pt x="1" y="22249"/>
                    <a:pt x="6872" y="23294"/>
                  </a:cubicBezTo>
                  <a:cubicBezTo>
                    <a:pt x="7290" y="23359"/>
                    <a:pt x="7685" y="23390"/>
                    <a:pt x="8057" y="23390"/>
                  </a:cubicBezTo>
                  <a:cubicBezTo>
                    <a:pt x="13277" y="23390"/>
                    <a:pt x="14206" y="17334"/>
                    <a:pt x="15461" y="13361"/>
                  </a:cubicBezTo>
                  <a:cubicBezTo>
                    <a:pt x="16208" y="10672"/>
                    <a:pt x="19270" y="9029"/>
                    <a:pt x="18224" y="5967"/>
                  </a:cubicBezTo>
                  <a:cubicBezTo>
                    <a:pt x="17403" y="3204"/>
                    <a:pt x="14490" y="2233"/>
                    <a:pt x="12026" y="1411"/>
                  </a:cubicBezTo>
                  <a:cubicBezTo>
                    <a:pt x="11899" y="1386"/>
                    <a:pt x="11771" y="1373"/>
                    <a:pt x="11642" y="1373"/>
                  </a:cubicBezTo>
                  <a:cubicBezTo>
                    <a:pt x="11012" y="1373"/>
                    <a:pt x="10381" y="1674"/>
                    <a:pt x="10009" y="2233"/>
                  </a:cubicBezTo>
                  <a:cubicBezTo>
                    <a:pt x="9785" y="2531"/>
                    <a:pt x="9785" y="2980"/>
                    <a:pt x="10457" y="3129"/>
                  </a:cubicBezTo>
                  <a:lnTo>
                    <a:pt x="11055" y="3353"/>
                  </a:lnTo>
                  <a:cubicBezTo>
                    <a:pt x="13519" y="4174"/>
                    <a:pt x="15760" y="5220"/>
                    <a:pt x="15013" y="8133"/>
                  </a:cubicBezTo>
                  <a:cubicBezTo>
                    <a:pt x="14714" y="9627"/>
                    <a:pt x="13967" y="10000"/>
                    <a:pt x="13295" y="11270"/>
                  </a:cubicBezTo>
                  <a:cubicBezTo>
                    <a:pt x="12474" y="12614"/>
                    <a:pt x="12474" y="14406"/>
                    <a:pt x="12250" y="16050"/>
                  </a:cubicBezTo>
                  <a:cubicBezTo>
                    <a:pt x="12100" y="17170"/>
                    <a:pt x="11727" y="18290"/>
                    <a:pt x="11055" y="19186"/>
                  </a:cubicBezTo>
                  <a:cubicBezTo>
                    <a:pt x="9850" y="20758"/>
                    <a:pt x="8829" y="21337"/>
                    <a:pt x="7992" y="21337"/>
                  </a:cubicBezTo>
                  <a:cubicBezTo>
                    <a:pt x="7635" y="21337"/>
                    <a:pt x="7312" y="21232"/>
                    <a:pt x="7022" y="21054"/>
                  </a:cubicBezTo>
                  <a:cubicBezTo>
                    <a:pt x="8216" y="20605"/>
                    <a:pt x="9337" y="20083"/>
                    <a:pt x="10457" y="19410"/>
                  </a:cubicBezTo>
                  <a:cubicBezTo>
                    <a:pt x="10681" y="19186"/>
                    <a:pt x="10532" y="19112"/>
                    <a:pt x="10308" y="19037"/>
                  </a:cubicBezTo>
                  <a:cubicBezTo>
                    <a:pt x="10009" y="19037"/>
                    <a:pt x="9710" y="19112"/>
                    <a:pt x="9411" y="19261"/>
                  </a:cubicBezTo>
                  <a:cubicBezTo>
                    <a:pt x="8515" y="19859"/>
                    <a:pt x="7619" y="20307"/>
                    <a:pt x="6573" y="20680"/>
                  </a:cubicBezTo>
                  <a:cubicBezTo>
                    <a:pt x="6200" y="20157"/>
                    <a:pt x="5901" y="19635"/>
                    <a:pt x="5677" y="19037"/>
                  </a:cubicBezTo>
                  <a:lnTo>
                    <a:pt x="8889" y="17095"/>
                  </a:lnTo>
                  <a:cubicBezTo>
                    <a:pt x="9187" y="16946"/>
                    <a:pt x="8963" y="16796"/>
                    <a:pt x="8814" y="16722"/>
                  </a:cubicBezTo>
                  <a:cubicBezTo>
                    <a:pt x="8441" y="16722"/>
                    <a:pt x="8142" y="16796"/>
                    <a:pt x="7843" y="17020"/>
                  </a:cubicBezTo>
                  <a:lnTo>
                    <a:pt x="5528" y="18440"/>
                  </a:lnTo>
                  <a:cubicBezTo>
                    <a:pt x="5528" y="18290"/>
                    <a:pt x="5453" y="18141"/>
                    <a:pt x="5378" y="17991"/>
                  </a:cubicBezTo>
                  <a:cubicBezTo>
                    <a:pt x="5304" y="17394"/>
                    <a:pt x="5304" y="16722"/>
                    <a:pt x="5378" y="16124"/>
                  </a:cubicBezTo>
                  <a:cubicBezTo>
                    <a:pt x="7320" y="14929"/>
                    <a:pt x="9262" y="13958"/>
                    <a:pt x="11353" y="13137"/>
                  </a:cubicBezTo>
                  <a:cubicBezTo>
                    <a:pt x="11764" y="12950"/>
                    <a:pt x="11633" y="12894"/>
                    <a:pt x="11372" y="12894"/>
                  </a:cubicBezTo>
                  <a:cubicBezTo>
                    <a:pt x="11111" y="12894"/>
                    <a:pt x="10718" y="12950"/>
                    <a:pt x="10606" y="12987"/>
                  </a:cubicBezTo>
                  <a:cubicBezTo>
                    <a:pt x="8814" y="13734"/>
                    <a:pt x="7096" y="14556"/>
                    <a:pt x="5528" y="15452"/>
                  </a:cubicBezTo>
                  <a:cubicBezTo>
                    <a:pt x="5602" y="14780"/>
                    <a:pt x="5752" y="14033"/>
                    <a:pt x="5976" y="13361"/>
                  </a:cubicBezTo>
                  <a:cubicBezTo>
                    <a:pt x="5976" y="13137"/>
                    <a:pt x="6051" y="12987"/>
                    <a:pt x="6051" y="12763"/>
                  </a:cubicBezTo>
                  <a:lnTo>
                    <a:pt x="11577" y="10822"/>
                  </a:lnTo>
                  <a:lnTo>
                    <a:pt x="11801" y="10747"/>
                  </a:lnTo>
                  <a:cubicBezTo>
                    <a:pt x="12501" y="10514"/>
                    <a:pt x="12245" y="10326"/>
                    <a:pt x="11814" y="10326"/>
                  </a:cubicBezTo>
                  <a:cubicBezTo>
                    <a:pt x="11694" y="10326"/>
                    <a:pt x="11559" y="10341"/>
                    <a:pt x="11428" y="10373"/>
                  </a:cubicBezTo>
                  <a:lnTo>
                    <a:pt x="11353" y="10373"/>
                  </a:lnTo>
                  <a:lnTo>
                    <a:pt x="6200" y="12166"/>
                  </a:lnTo>
                  <a:cubicBezTo>
                    <a:pt x="6424" y="11195"/>
                    <a:pt x="6573" y="10149"/>
                    <a:pt x="6723" y="9104"/>
                  </a:cubicBezTo>
                  <a:lnTo>
                    <a:pt x="9636" y="8058"/>
                  </a:lnTo>
                  <a:cubicBezTo>
                    <a:pt x="9934" y="7983"/>
                    <a:pt x="10158" y="7685"/>
                    <a:pt x="10009" y="7461"/>
                  </a:cubicBezTo>
                  <a:cubicBezTo>
                    <a:pt x="9934" y="7349"/>
                    <a:pt x="9766" y="7311"/>
                    <a:pt x="9580" y="7311"/>
                  </a:cubicBezTo>
                  <a:cubicBezTo>
                    <a:pt x="9393" y="7311"/>
                    <a:pt x="9187" y="7349"/>
                    <a:pt x="9038" y="7386"/>
                  </a:cubicBezTo>
                  <a:lnTo>
                    <a:pt x="6648" y="8282"/>
                  </a:lnTo>
                  <a:cubicBezTo>
                    <a:pt x="6648" y="7759"/>
                    <a:pt x="6573" y="7087"/>
                    <a:pt x="6573" y="6415"/>
                  </a:cubicBezTo>
                  <a:lnTo>
                    <a:pt x="9636" y="5145"/>
                  </a:lnTo>
                  <a:cubicBezTo>
                    <a:pt x="9934" y="4996"/>
                    <a:pt x="10158" y="4772"/>
                    <a:pt x="10009" y="4473"/>
                  </a:cubicBezTo>
                  <a:cubicBezTo>
                    <a:pt x="9934" y="4361"/>
                    <a:pt x="9766" y="4324"/>
                    <a:pt x="9580" y="4324"/>
                  </a:cubicBezTo>
                  <a:cubicBezTo>
                    <a:pt x="9393" y="4324"/>
                    <a:pt x="9187" y="4361"/>
                    <a:pt x="9038" y="4399"/>
                  </a:cubicBezTo>
                  <a:lnTo>
                    <a:pt x="6499" y="5519"/>
                  </a:lnTo>
                  <a:cubicBezTo>
                    <a:pt x="6499" y="4847"/>
                    <a:pt x="6573" y="4174"/>
                    <a:pt x="6723" y="3577"/>
                  </a:cubicBezTo>
                  <a:cubicBezTo>
                    <a:pt x="6913" y="2625"/>
                    <a:pt x="7319" y="1942"/>
                    <a:pt x="8125" y="1942"/>
                  </a:cubicBezTo>
                  <a:cubicBezTo>
                    <a:pt x="8267" y="1942"/>
                    <a:pt x="8422" y="1964"/>
                    <a:pt x="8590" y="2009"/>
                  </a:cubicBezTo>
                  <a:cubicBezTo>
                    <a:pt x="8673" y="2032"/>
                    <a:pt x="8763" y="2043"/>
                    <a:pt x="8857" y="2043"/>
                  </a:cubicBezTo>
                  <a:cubicBezTo>
                    <a:pt x="9955" y="2043"/>
                    <a:pt x="11671" y="560"/>
                    <a:pt x="10158" y="216"/>
                  </a:cubicBezTo>
                  <a:cubicBezTo>
                    <a:pt x="9701" y="71"/>
                    <a:pt x="9227" y="0"/>
                    <a:pt x="8753"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6"/>
            <p:cNvSpPr/>
            <p:nvPr/>
          </p:nvSpPr>
          <p:spPr>
            <a:xfrm>
              <a:off x="2550921" y="3453159"/>
              <a:ext cx="881523" cy="737238"/>
            </a:xfrm>
            <a:custGeom>
              <a:avLst/>
              <a:gdLst/>
              <a:ahLst/>
              <a:cxnLst/>
              <a:rect l="l" t="t" r="r" b="b"/>
              <a:pathLst>
                <a:path w="29204" h="24424" extrusionOk="0">
                  <a:moveTo>
                    <a:pt x="7395" y="1063"/>
                  </a:moveTo>
                  <a:cubicBezTo>
                    <a:pt x="7644" y="1063"/>
                    <a:pt x="7893" y="1097"/>
                    <a:pt x="8142" y="1097"/>
                  </a:cubicBezTo>
                  <a:cubicBezTo>
                    <a:pt x="8963" y="1246"/>
                    <a:pt x="9934" y="1470"/>
                    <a:pt x="10756" y="1619"/>
                  </a:cubicBezTo>
                  <a:cubicBezTo>
                    <a:pt x="11279" y="1769"/>
                    <a:pt x="11727" y="1843"/>
                    <a:pt x="12100" y="1918"/>
                  </a:cubicBezTo>
                  <a:cubicBezTo>
                    <a:pt x="12025" y="2067"/>
                    <a:pt x="12025" y="2142"/>
                    <a:pt x="12399" y="2142"/>
                  </a:cubicBezTo>
                  <a:cubicBezTo>
                    <a:pt x="12772" y="2217"/>
                    <a:pt x="13146" y="2217"/>
                    <a:pt x="13445" y="2292"/>
                  </a:cubicBezTo>
                  <a:cubicBezTo>
                    <a:pt x="10233" y="4084"/>
                    <a:pt x="6872" y="5503"/>
                    <a:pt x="3287" y="6549"/>
                  </a:cubicBezTo>
                  <a:cubicBezTo>
                    <a:pt x="3362" y="5951"/>
                    <a:pt x="3437" y="5354"/>
                    <a:pt x="3511" y="4756"/>
                  </a:cubicBezTo>
                  <a:lnTo>
                    <a:pt x="9113" y="2516"/>
                  </a:lnTo>
                  <a:cubicBezTo>
                    <a:pt x="9708" y="2245"/>
                    <a:pt x="9440" y="2053"/>
                    <a:pt x="9049" y="2053"/>
                  </a:cubicBezTo>
                  <a:cubicBezTo>
                    <a:pt x="8900" y="2053"/>
                    <a:pt x="8734" y="2080"/>
                    <a:pt x="8590" y="2142"/>
                  </a:cubicBezTo>
                  <a:lnTo>
                    <a:pt x="3735" y="4159"/>
                  </a:lnTo>
                  <a:cubicBezTo>
                    <a:pt x="3885" y="3412"/>
                    <a:pt x="4258" y="2740"/>
                    <a:pt x="4781" y="2142"/>
                  </a:cubicBezTo>
                  <a:cubicBezTo>
                    <a:pt x="5677" y="1022"/>
                    <a:pt x="5453" y="1171"/>
                    <a:pt x="7021" y="1097"/>
                  </a:cubicBezTo>
                  <a:cubicBezTo>
                    <a:pt x="7146" y="1072"/>
                    <a:pt x="7270" y="1063"/>
                    <a:pt x="7395" y="1063"/>
                  </a:cubicBezTo>
                  <a:close/>
                  <a:moveTo>
                    <a:pt x="14341" y="2441"/>
                  </a:moveTo>
                  <a:cubicBezTo>
                    <a:pt x="19419" y="3337"/>
                    <a:pt x="23901" y="6698"/>
                    <a:pt x="23378" y="12374"/>
                  </a:cubicBezTo>
                  <a:cubicBezTo>
                    <a:pt x="23079" y="14988"/>
                    <a:pt x="22033" y="17378"/>
                    <a:pt x="20316" y="19320"/>
                  </a:cubicBezTo>
                  <a:cubicBezTo>
                    <a:pt x="20166" y="19469"/>
                    <a:pt x="20017" y="19619"/>
                    <a:pt x="19942" y="19693"/>
                  </a:cubicBezTo>
                  <a:cubicBezTo>
                    <a:pt x="19494" y="20216"/>
                    <a:pt x="18971" y="20739"/>
                    <a:pt x="18448" y="21112"/>
                  </a:cubicBezTo>
                  <a:lnTo>
                    <a:pt x="10009" y="22756"/>
                  </a:lnTo>
                  <a:cubicBezTo>
                    <a:pt x="9860" y="22756"/>
                    <a:pt x="9785" y="22681"/>
                    <a:pt x="9710" y="22606"/>
                  </a:cubicBezTo>
                  <a:cubicBezTo>
                    <a:pt x="13370" y="21635"/>
                    <a:pt x="16731" y="19992"/>
                    <a:pt x="19793" y="17826"/>
                  </a:cubicBezTo>
                  <a:lnTo>
                    <a:pt x="19942" y="17677"/>
                  </a:lnTo>
                  <a:cubicBezTo>
                    <a:pt x="20241" y="17453"/>
                    <a:pt x="20017" y="17303"/>
                    <a:pt x="19718" y="17303"/>
                  </a:cubicBezTo>
                  <a:cubicBezTo>
                    <a:pt x="19419" y="17303"/>
                    <a:pt x="19121" y="17378"/>
                    <a:pt x="18897" y="17453"/>
                  </a:cubicBezTo>
                  <a:cubicBezTo>
                    <a:pt x="15909" y="19619"/>
                    <a:pt x="12623" y="21262"/>
                    <a:pt x="9113" y="22158"/>
                  </a:cubicBezTo>
                  <a:cubicBezTo>
                    <a:pt x="8665" y="21710"/>
                    <a:pt x="8366" y="21112"/>
                    <a:pt x="8142" y="20590"/>
                  </a:cubicBezTo>
                  <a:lnTo>
                    <a:pt x="16581" y="16258"/>
                  </a:lnTo>
                  <a:cubicBezTo>
                    <a:pt x="17247" y="15895"/>
                    <a:pt x="16883" y="15335"/>
                    <a:pt x="16363" y="15335"/>
                  </a:cubicBezTo>
                  <a:cubicBezTo>
                    <a:pt x="16241" y="15335"/>
                    <a:pt x="16111" y="15366"/>
                    <a:pt x="15984" y="15436"/>
                  </a:cubicBezTo>
                  <a:lnTo>
                    <a:pt x="7843" y="19619"/>
                  </a:lnTo>
                  <a:cubicBezTo>
                    <a:pt x="7619" y="19021"/>
                    <a:pt x="7544" y="18349"/>
                    <a:pt x="7544" y="17752"/>
                  </a:cubicBezTo>
                  <a:lnTo>
                    <a:pt x="15237" y="14092"/>
                  </a:lnTo>
                  <a:cubicBezTo>
                    <a:pt x="15903" y="13789"/>
                    <a:pt x="15538" y="13339"/>
                    <a:pt x="15018" y="13339"/>
                  </a:cubicBezTo>
                  <a:cubicBezTo>
                    <a:pt x="14896" y="13339"/>
                    <a:pt x="14767" y="13363"/>
                    <a:pt x="14639" y="13420"/>
                  </a:cubicBezTo>
                  <a:lnTo>
                    <a:pt x="7544" y="16781"/>
                  </a:lnTo>
                  <a:cubicBezTo>
                    <a:pt x="7544" y="16183"/>
                    <a:pt x="7470" y="15586"/>
                    <a:pt x="7395" y="14988"/>
                  </a:cubicBezTo>
                  <a:cubicBezTo>
                    <a:pt x="9934" y="13420"/>
                    <a:pt x="12548" y="12075"/>
                    <a:pt x="15312" y="11030"/>
                  </a:cubicBezTo>
                  <a:lnTo>
                    <a:pt x="15536" y="10955"/>
                  </a:lnTo>
                  <a:cubicBezTo>
                    <a:pt x="15834" y="10731"/>
                    <a:pt x="15610" y="10582"/>
                    <a:pt x="15312" y="10582"/>
                  </a:cubicBezTo>
                  <a:cubicBezTo>
                    <a:pt x="15262" y="10557"/>
                    <a:pt x="15204" y="10548"/>
                    <a:pt x="15143" y="10548"/>
                  </a:cubicBezTo>
                  <a:cubicBezTo>
                    <a:pt x="15021" y="10548"/>
                    <a:pt x="14888" y="10582"/>
                    <a:pt x="14789" y="10582"/>
                  </a:cubicBezTo>
                  <a:cubicBezTo>
                    <a:pt x="12175" y="11627"/>
                    <a:pt x="9710" y="12897"/>
                    <a:pt x="7320" y="14316"/>
                  </a:cubicBezTo>
                  <a:lnTo>
                    <a:pt x="7320" y="14241"/>
                  </a:lnTo>
                  <a:cubicBezTo>
                    <a:pt x="7096" y="13420"/>
                    <a:pt x="6648" y="12598"/>
                    <a:pt x="6051" y="12001"/>
                  </a:cubicBezTo>
                  <a:cubicBezTo>
                    <a:pt x="8590" y="10955"/>
                    <a:pt x="11129" y="9984"/>
                    <a:pt x="13743" y="9088"/>
                  </a:cubicBezTo>
                  <a:cubicBezTo>
                    <a:pt x="14439" y="8874"/>
                    <a:pt x="14176" y="8698"/>
                    <a:pt x="13779" y="8698"/>
                  </a:cubicBezTo>
                  <a:cubicBezTo>
                    <a:pt x="13622" y="8698"/>
                    <a:pt x="13443" y="8726"/>
                    <a:pt x="13295" y="8789"/>
                  </a:cubicBezTo>
                  <a:cubicBezTo>
                    <a:pt x="10756" y="9611"/>
                    <a:pt x="8216" y="10582"/>
                    <a:pt x="5752" y="11627"/>
                  </a:cubicBezTo>
                  <a:cubicBezTo>
                    <a:pt x="5154" y="11030"/>
                    <a:pt x="4632" y="10432"/>
                    <a:pt x="4183" y="9760"/>
                  </a:cubicBezTo>
                  <a:lnTo>
                    <a:pt x="13818" y="5951"/>
                  </a:lnTo>
                  <a:cubicBezTo>
                    <a:pt x="14601" y="5625"/>
                    <a:pt x="14130" y="5014"/>
                    <a:pt x="13500" y="5014"/>
                  </a:cubicBezTo>
                  <a:cubicBezTo>
                    <a:pt x="13409" y="5014"/>
                    <a:pt x="13315" y="5027"/>
                    <a:pt x="13220" y="5055"/>
                  </a:cubicBezTo>
                  <a:lnTo>
                    <a:pt x="3661" y="8789"/>
                  </a:lnTo>
                  <a:cubicBezTo>
                    <a:pt x="3511" y="8266"/>
                    <a:pt x="3362" y="7669"/>
                    <a:pt x="3362" y="7071"/>
                  </a:cubicBezTo>
                  <a:cubicBezTo>
                    <a:pt x="7171" y="5951"/>
                    <a:pt x="10830" y="4457"/>
                    <a:pt x="14266" y="2516"/>
                  </a:cubicBezTo>
                  <a:lnTo>
                    <a:pt x="14341" y="2441"/>
                  </a:lnTo>
                  <a:close/>
                  <a:moveTo>
                    <a:pt x="7308" y="0"/>
                  </a:moveTo>
                  <a:cubicBezTo>
                    <a:pt x="5844" y="0"/>
                    <a:pt x="4524" y="266"/>
                    <a:pt x="3437" y="1022"/>
                  </a:cubicBezTo>
                  <a:cubicBezTo>
                    <a:pt x="2167" y="1769"/>
                    <a:pt x="1196" y="3412"/>
                    <a:pt x="748" y="6175"/>
                  </a:cubicBezTo>
                  <a:cubicBezTo>
                    <a:pt x="1" y="10582"/>
                    <a:pt x="4333" y="12524"/>
                    <a:pt x="4856" y="16631"/>
                  </a:cubicBezTo>
                  <a:cubicBezTo>
                    <a:pt x="5304" y="20515"/>
                    <a:pt x="5378" y="23876"/>
                    <a:pt x="10009" y="24399"/>
                  </a:cubicBezTo>
                  <a:cubicBezTo>
                    <a:pt x="10312" y="24415"/>
                    <a:pt x="10615" y="24424"/>
                    <a:pt x="10918" y="24424"/>
                  </a:cubicBezTo>
                  <a:cubicBezTo>
                    <a:pt x="14643" y="24424"/>
                    <a:pt x="18305" y="23151"/>
                    <a:pt x="21137" y="20664"/>
                  </a:cubicBezTo>
                  <a:cubicBezTo>
                    <a:pt x="22407" y="19619"/>
                    <a:pt x="23527" y="18274"/>
                    <a:pt x="24423" y="16855"/>
                  </a:cubicBezTo>
                  <a:cubicBezTo>
                    <a:pt x="29203" y="8416"/>
                    <a:pt x="22780" y="1769"/>
                    <a:pt x="14415" y="1171"/>
                  </a:cubicBezTo>
                  <a:cubicBezTo>
                    <a:pt x="14490" y="1097"/>
                    <a:pt x="14565" y="1022"/>
                    <a:pt x="14415" y="1022"/>
                  </a:cubicBezTo>
                  <a:cubicBezTo>
                    <a:pt x="11925" y="577"/>
                    <a:pt x="9461" y="0"/>
                    <a:pt x="73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6"/>
            <p:cNvSpPr/>
            <p:nvPr/>
          </p:nvSpPr>
          <p:spPr>
            <a:xfrm>
              <a:off x="1786715" y="3434958"/>
              <a:ext cx="525310" cy="549910"/>
            </a:xfrm>
            <a:custGeom>
              <a:avLst/>
              <a:gdLst/>
              <a:ahLst/>
              <a:cxnLst/>
              <a:rect l="l" t="t" r="r" b="b"/>
              <a:pathLst>
                <a:path w="17403" h="18218" extrusionOk="0">
                  <a:moveTo>
                    <a:pt x="5861" y="0"/>
                  </a:moveTo>
                  <a:cubicBezTo>
                    <a:pt x="5292" y="0"/>
                    <a:pt x="4623" y="129"/>
                    <a:pt x="4332" y="355"/>
                  </a:cubicBezTo>
                  <a:cubicBezTo>
                    <a:pt x="1046" y="2895"/>
                    <a:pt x="0" y="7450"/>
                    <a:pt x="1942" y="11110"/>
                  </a:cubicBezTo>
                  <a:cubicBezTo>
                    <a:pt x="3212" y="13351"/>
                    <a:pt x="5452" y="14695"/>
                    <a:pt x="7544" y="16114"/>
                  </a:cubicBezTo>
                  <a:cubicBezTo>
                    <a:pt x="8956" y="17032"/>
                    <a:pt x="10302" y="18217"/>
                    <a:pt x="12023" y="18217"/>
                  </a:cubicBezTo>
                  <a:cubicBezTo>
                    <a:pt x="12122" y="18217"/>
                    <a:pt x="12222" y="18213"/>
                    <a:pt x="12324" y="18205"/>
                  </a:cubicBezTo>
                  <a:cubicBezTo>
                    <a:pt x="16655" y="17757"/>
                    <a:pt x="17402" y="13052"/>
                    <a:pt x="15983" y="9616"/>
                  </a:cubicBezTo>
                  <a:cubicBezTo>
                    <a:pt x="15012" y="7226"/>
                    <a:pt x="13220" y="6106"/>
                    <a:pt x="11502" y="4388"/>
                  </a:cubicBezTo>
                  <a:cubicBezTo>
                    <a:pt x="9934" y="2895"/>
                    <a:pt x="10008" y="1102"/>
                    <a:pt x="7768" y="953"/>
                  </a:cubicBezTo>
                  <a:cubicBezTo>
                    <a:pt x="7741" y="951"/>
                    <a:pt x="7715" y="950"/>
                    <a:pt x="7687" y="950"/>
                  </a:cubicBezTo>
                  <a:cubicBezTo>
                    <a:pt x="6695" y="950"/>
                    <a:pt x="4905" y="2226"/>
                    <a:pt x="6722" y="2372"/>
                  </a:cubicBezTo>
                  <a:cubicBezTo>
                    <a:pt x="7095" y="2372"/>
                    <a:pt x="8290" y="4687"/>
                    <a:pt x="8664" y="5060"/>
                  </a:cubicBezTo>
                  <a:cubicBezTo>
                    <a:pt x="9485" y="6031"/>
                    <a:pt x="10606" y="6554"/>
                    <a:pt x="11502" y="7525"/>
                  </a:cubicBezTo>
                  <a:cubicBezTo>
                    <a:pt x="12697" y="8795"/>
                    <a:pt x="13519" y="10513"/>
                    <a:pt x="13892" y="12230"/>
                  </a:cubicBezTo>
                  <a:cubicBezTo>
                    <a:pt x="14116" y="13276"/>
                    <a:pt x="14041" y="14322"/>
                    <a:pt x="13817" y="15292"/>
                  </a:cubicBezTo>
                  <a:cubicBezTo>
                    <a:pt x="13389" y="16017"/>
                    <a:pt x="12946" y="16277"/>
                    <a:pt x="12489" y="16277"/>
                  </a:cubicBezTo>
                  <a:cubicBezTo>
                    <a:pt x="11910" y="16277"/>
                    <a:pt x="11307" y="15859"/>
                    <a:pt x="10680" y="15442"/>
                  </a:cubicBezTo>
                  <a:lnTo>
                    <a:pt x="12697" y="14620"/>
                  </a:lnTo>
                  <a:cubicBezTo>
                    <a:pt x="12846" y="14620"/>
                    <a:pt x="13220" y="14396"/>
                    <a:pt x="13070" y="14172"/>
                  </a:cubicBezTo>
                  <a:cubicBezTo>
                    <a:pt x="13021" y="14097"/>
                    <a:pt x="12921" y="14073"/>
                    <a:pt x="12805" y="14073"/>
                  </a:cubicBezTo>
                  <a:cubicBezTo>
                    <a:pt x="12572" y="14073"/>
                    <a:pt x="12274" y="14172"/>
                    <a:pt x="12174" y="14172"/>
                  </a:cubicBezTo>
                  <a:lnTo>
                    <a:pt x="10083" y="14994"/>
                  </a:lnTo>
                  <a:cubicBezTo>
                    <a:pt x="9411" y="14546"/>
                    <a:pt x="8739" y="14097"/>
                    <a:pt x="8066" y="13649"/>
                  </a:cubicBezTo>
                  <a:lnTo>
                    <a:pt x="10755" y="12753"/>
                  </a:lnTo>
                  <a:cubicBezTo>
                    <a:pt x="10979" y="12678"/>
                    <a:pt x="11278" y="12380"/>
                    <a:pt x="11129" y="12156"/>
                  </a:cubicBezTo>
                  <a:cubicBezTo>
                    <a:pt x="11061" y="12054"/>
                    <a:pt x="10918" y="12014"/>
                    <a:pt x="10760" y="12014"/>
                  </a:cubicBezTo>
                  <a:cubicBezTo>
                    <a:pt x="10568" y="12014"/>
                    <a:pt x="10355" y="12074"/>
                    <a:pt x="10232" y="12156"/>
                  </a:cubicBezTo>
                  <a:lnTo>
                    <a:pt x="7320" y="13201"/>
                  </a:lnTo>
                  <a:cubicBezTo>
                    <a:pt x="6647" y="12678"/>
                    <a:pt x="6050" y="12156"/>
                    <a:pt x="5527" y="11483"/>
                  </a:cubicBezTo>
                  <a:lnTo>
                    <a:pt x="9037" y="9616"/>
                  </a:lnTo>
                  <a:cubicBezTo>
                    <a:pt x="9336" y="9542"/>
                    <a:pt x="9411" y="9318"/>
                    <a:pt x="9187" y="9168"/>
                  </a:cubicBezTo>
                  <a:cubicBezTo>
                    <a:pt x="9119" y="9100"/>
                    <a:pt x="9023" y="9073"/>
                    <a:pt x="8919" y="9073"/>
                  </a:cubicBezTo>
                  <a:cubicBezTo>
                    <a:pt x="8679" y="9073"/>
                    <a:pt x="8394" y="9214"/>
                    <a:pt x="8290" y="9318"/>
                  </a:cubicBezTo>
                  <a:lnTo>
                    <a:pt x="5079" y="10961"/>
                  </a:lnTo>
                  <a:cubicBezTo>
                    <a:pt x="4706" y="10438"/>
                    <a:pt x="4332" y="9840"/>
                    <a:pt x="4108" y="9243"/>
                  </a:cubicBezTo>
                  <a:cubicBezTo>
                    <a:pt x="4108" y="9168"/>
                    <a:pt x="4108" y="9093"/>
                    <a:pt x="4033" y="9019"/>
                  </a:cubicBezTo>
                  <a:cubicBezTo>
                    <a:pt x="5154" y="7898"/>
                    <a:pt x="6573" y="7002"/>
                    <a:pt x="8066" y="6405"/>
                  </a:cubicBezTo>
                  <a:cubicBezTo>
                    <a:pt x="8765" y="6151"/>
                    <a:pt x="8330" y="5519"/>
                    <a:pt x="7725" y="5519"/>
                  </a:cubicBezTo>
                  <a:cubicBezTo>
                    <a:pt x="7618" y="5519"/>
                    <a:pt x="7506" y="5538"/>
                    <a:pt x="7394" y="5583"/>
                  </a:cubicBezTo>
                  <a:cubicBezTo>
                    <a:pt x="6050" y="6106"/>
                    <a:pt x="4855" y="6853"/>
                    <a:pt x="3735" y="7824"/>
                  </a:cubicBezTo>
                  <a:cubicBezTo>
                    <a:pt x="3660" y="7226"/>
                    <a:pt x="3585" y="6554"/>
                    <a:pt x="3660" y="5957"/>
                  </a:cubicBezTo>
                  <a:lnTo>
                    <a:pt x="5901" y="4612"/>
                  </a:lnTo>
                  <a:cubicBezTo>
                    <a:pt x="6506" y="4249"/>
                    <a:pt x="6179" y="3690"/>
                    <a:pt x="5675" y="3690"/>
                  </a:cubicBezTo>
                  <a:cubicBezTo>
                    <a:pt x="5558" y="3690"/>
                    <a:pt x="5430" y="3720"/>
                    <a:pt x="5303" y="3791"/>
                  </a:cubicBezTo>
                  <a:lnTo>
                    <a:pt x="3959" y="4612"/>
                  </a:lnTo>
                  <a:cubicBezTo>
                    <a:pt x="4407" y="3119"/>
                    <a:pt x="5303" y="1774"/>
                    <a:pt x="6498" y="729"/>
                  </a:cubicBezTo>
                  <a:cubicBezTo>
                    <a:pt x="7176" y="220"/>
                    <a:pt x="6605" y="0"/>
                    <a:pt x="5861"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6"/>
            <p:cNvSpPr/>
            <p:nvPr/>
          </p:nvSpPr>
          <p:spPr>
            <a:xfrm>
              <a:off x="3757026" y="3467648"/>
              <a:ext cx="1508224" cy="1068338"/>
            </a:xfrm>
            <a:custGeom>
              <a:avLst/>
              <a:gdLst/>
              <a:ahLst/>
              <a:cxnLst/>
              <a:rect l="l" t="t" r="r" b="b"/>
              <a:pathLst>
                <a:path w="49966" h="35393" extrusionOk="0">
                  <a:moveTo>
                    <a:pt x="23415" y="0"/>
                  </a:moveTo>
                  <a:cubicBezTo>
                    <a:pt x="22858" y="0"/>
                    <a:pt x="22319" y="156"/>
                    <a:pt x="21883" y="467"/>
                  </a:cubicBezTo>
                  <a:cubicBezTo>
                    <a:pt x="21435" y="691"/>
                    <a:pt x="21136" y="915"/>
                    <a:pt x="21510" y="1065"/>
                  </a:cubicBezTo>
                  <a:cubicBezTo>
                    <a:pt x="22331" y="1438"/>
                    <a:pt x="23153" y="1737"/>
                    <a:pt x="23974" y="2036"/>
                  </a:cubicBezTo>
                  <a:cubicBezTo>
                    <a:pt x="26663" y="2857"/>
                    <a:pt x="29352" y="3455"/>
                    <a:pt x="32115" y="3903"/>
                  </a:cubicBezTo>
                  <a:cubicBezTo>
                    <a:pt x="37418" y="4724"/>
                    <a:pt x="40704" y="6442"/>
                    <a:pt x="43393" y="11222"/>
                  </a:cubicBezTo>
                  <a:cubicBezTo>
                    <a:pt x="45409" y="14807"/>
                    <a:pt x="47949" y="19662"/>
                    <a:pt x="46231" y="23769"/>
                  </a:cubicBezTo>
                  <a:cubicBezTo>
                    <a:pt x="44663" y="27578"/>
                    <a:pt x="40555" y="29595"/>
                    <a:pt x="36671" y="31014"/>
                  </a:cubicBezTo>
                  <a:lnTo>
                    <a:pt x="34356" y="31910"/>
                  </a:lnTo>
                  <a:cubicBezTo>
                    <a:pt x="34057" y="31985"/>
                    <a:pt x="33758" y="32134"/>
                    <a:pt x="33460" y="32209"/>
                  </a:cubicBezTo>
                  <a:cubicBezTo>
                    <a:pt x="32190" y="32657"/>
                    <a:pt x="30846" y="33105"/>
                    <a:pt x="29501" y="33404"/>
                  </a:cubicBezTo>
                  <a:lnTo>
                    <a:pt x="30472" y="32732"/>
                  </a:lnTo>
                  <a:cubicBezTo>
                    <a:pt x="31742" y="31910"/>
                    <a:pt x="33086" y="31014"/>
                    <a:pt x="34431" y="30192"/>
                  </a:cubicBezTo>
                  <a:cubicBezTo>
                    <a:pt x="34709" y="30018"/>
                    <a:pt x="34566" y="29958"/>
                    <a:pt x="34304" y="29958"/>
                  </a:cubicBezTo>
                  <a:cubicBezTo>
                    <a:pt x="34003" y="29958"/>
                    <a:pt x="33545" y="30038"/>
                    <a:pt x="33385" y="30118"/>
                  </a:cubicBezTo>
                  <a:cubicBezTo>
                    <a:pt x="31742" y="31014"/>
                    <a:pt x="30173" y="32134"/>
                    <a:pt x="28605" y="33180"/>
                  </a:cubicBezTo>
                  <a:lnTo>
                    <a:pt x="27933" y="33702"/>
                  </a:lnTo>
                  <a:cubicBezTo>
                    <a:pt x="26738" y="33852"/>
                    <a:pt x="25618" y="33927"/>
                    <a:pt x="24423" y="34001"/>
                  </a:cubicBezTo>
                  <a:lnTo>
                    <a:pt x="24497" y="33927"/>
                  </a:lnTo>
                  <a:cubicBezTo>
                    <a:pt x="26364" y="32806"/>
                    <a:pt x="28157" y="31611"/>
                    <a:pt x="29800" y="30342"/>
                  </a:cubicBezTo>
                  <a:cubicBezTo>
                    <a:pt x="30348" y="29958"/>
                    <a:pt x="29931" y="29574"/>
                    <a:pt x="29434" y="29574"/>
                  </a:cubicBezTo>
                  <a:cubicBezTo>
                    <a:pt x="29254" y="29574"/>
                    <a:pt x="29063" y="29625"/>
                    <a:pt x="28904" y="29744"/>
                  </a:cubicBezTo>
                  <a:cubicBezTo>
                    <a:pt x="26887" y="31238"/>
                    <a:pt x="24871" y="32582"/>
                    <a:pt x="22705" y="33852"/>
                  </a:cubicBezTo>
                  <a:cubicBezTo>
                    <a:pt x="22630" y="33852"/>
                    <a:pt x="22630" y="33927"/>
                    <a:pt x="22555" y="33927"/>
                  </a:cubicBezTo>
                  <a:cubicBezTo>
                    <a:pt x="21734" y="33927"/>
                    <a:pt x="20838" y="33777"/>
                    <a:pt x="20016" y="33702"/>
                  </a:cubicBezTo>
                  <a:cubicBezTo>
                    <a:pt x="22705" y="32433"/>
                    <a:pt x="25244" y="30864"/>
                    <a:pt x="27559" y="28997"/>
                  </a:cubicBezTo>
                  <a:cubicBezTo>
                    <a:pt x="28080" y="28581"/>
                    <a:pt x="27694" y="28310"/>
                    <a:pt x="27260" y="28310"/>
                  </a:cubicBezTo>
                  <a:cubicBezTo>
                    <a:pt x="27072" y="28310"/>
                    <a:pt x="26874" y="28361"/>
                    <a:pt x="26738" y="28474"/>
                  </a:cubicBezTo>
                  <a:cubicBezTo>
                    <a:pt x="24199" y="30416"/>
                    <a:pt x="21435" y="32059"/>
                    <a:pt x="18522" y="33329"/>
                  </a:cubicBezTo>
                  <a:cubicBezTo>
                    <a:pt x="17178" y="33105"/>
                    <a:pt x="15908" y="32732"/>
                    <a:pt x="14639" y="32358"/>
                  </a:cubicBezTo>
                  <a:cubicBezTo>
                    <a:pt x="17178" y="30790"/>
                    <a:pt x="19792" y="29371"/>
                    <a:pt x="22406" y="28026"/>
                  </a:cubicBezTo>
                  <a:cubicBezTo>
                    <a:pt x="22871" y="27773"/>
                    <a:pt x="22666" y="27687"/>
                    <a:pt x="22347" y="27687"/>
                  </a:cubicBezTo>
                  <a:cubicBezTo>
                    <a:pt x="22102" y="27687"/>
                    <a:pt x="21789" y="27737"/>
                    <a:pt x="21659" y="27802"/>
                  </a:cubicBezTo>
                  <a:cubicBezTo>
                    <a:pt x="19045" y="29147"/>
                    <a:pt x="16431" y="30566"/>
                    <a:pt x="13892" y="32134"/>
                  </a:cubicBezTo>
                  <a:cubicBezTo>
                    <a:pt x="12772" y="31686"/>
                    <a:pt x="11651" y="31313"/>
                    <a:pt x="10606" y="30864"/>
                  </a:cubicBezTo>
                  <a:lnTo>
                    <a:pt x="18971" y="26234"/>
                  </a:lnTo>
                  <a:cubicBezTo>
                    <a:pt x="19637" y="25931"/>
                    <a:pt x="19271" y="25481"/>
                    <a:pt x="18791" y="25481"/>
                  </a:cubicBezTo>
                  <a:cubicBezTo>
                    <a:pt x="18679" y="25481"/>
                    <a:pt x="18561" y="25505"/>
                    <a:pt x="18448" y="25562"/>
                  </a:cubicBezTo>
                  <a:lnTo>
                    <a:pt x="9560" y="30416"/>
                  </a:lnTo>
                  <a:cubicBezTo>
                    <a:pt x="8290" y="29819"/>
                    <a:pt x="7170" y="28923"/>
                    <a:pt x="6199" y="27877"/>
                  </a:cubicBezTo>
                  <a:cubicBezTo>
                    <a:pt x="10680" y="25039"/>
                    <a:pt x="15460" y="22724"/>
                    <a:pt x="20464" y="20931"/>
                  </a:cubicBezTo>
                  <a:cubicBezTo>
                    <a:pt x="21205" y="20623"/>
                    <a:pt x="20823" y="20110"/>
                    <a:pt x="20289" y="20110"/>
                  </a:cubicBezTo>
                  <a:cubicBezTo>
                    <a:pt x="20177" y="20110"/>
                    <a:pt x="20058" y="20132"/>
                    <a:pt x="19941" y="20184"/>
                  </a:cubicBezTo>
                  <a:cubicBezTo>
                    <a:pt x="14937" y="21977"/>
                    <a:pt x="10158" y="24367"/>
                    <a:pt x="5676" y="27130"/>
                  </a:cubicBezTo>
                  <a:cubicBezTo>
                    <a:pt x="5228" y="26533"/>
                    <a:pt x="4855" y="25860"/>
                    <a:pt x="4556" y="25188"/>
                  </a:cubicBezTo>
                  <a:cubicBezTo>
                    <a:pt x="4407" y="24815"/>
                    <a:pt x="4257" y="24441"/>
                    <a:pt x="4183" y="24068"/>
                  </a:cubicBezTo>
                  <a:lnTo>
                    <a:pt x="18074" y="16674"/>
                  </a:lnTo>
                  <a:cubicBezTo>
                    <a:pt x="18715" y="16325"/>
                    <a:pt x="18402" y="15884"/>
                    <a:pt x="17914" y="15884"/>
                  </a:cubicBezTo>
                  <a:cubicBezTo>
                    <a:pt x="17777" y="15884"/>
                    <a:pt x="17625" y="15920"/>
                    <a:pt x="17477" y="16002"/>
                  </a:cubicBezTo>
                  <a:lnTo>
                    <a:pt x="3959" y="23172"/>
                  </a:lnTo>
                  <a:cubicBezTo>
                    <a:pt x="3660" y="22201"/>
                    <a:pt x="3585" y="21230"/>
                    <a:pt x="3510" y="20259"/>
                  </a:cubicBezTo>
                  <a:lnTo>
                    <a:pt x="20315" y="12716"/>
                  </a:lnTo>
                  <a:cubicBezTo>
                    <a:pt x="21005" y="12402"/>
                    <a:pt x="20589" y="11825"/>
                    <a:pt x="19995" y="11825"/>
                  </a:cubicBezTo>
                  <a:cubicBezTo>
                    <a:pt x="19882" y="11825"/>
                    <a:pt x="19762" y="11846"/>
                    <a:pt x="19643" y="11894"/>
                  </a:cubicBezTo>
                  <a:lnTo>
                    <a:pt x="3585" y="19139"/>
                  </a:lnTo>
                  <a:cubicBezTo>
                    <a:pt x="3585" y="18616"/>
                    <a:pt x="3660" y="18242"/>
                    <a:pt x="3734" y="17720"/>
                  </a:cubicBezTo>
                  <a:cubicBezTo>
                    <a:pt x="3809" y="16674"/>
                    <a:pt x="4108" y="15778"/>
                    <a:pt x="4407" y="14807"/>
                  </a:cubicBezTo>
                  <a:cubicBezTo>
                    <a:pt x="4519" y="14844"/>
                    <a:pt x="4612" y="14863"/>
                    <a:pt x="4696" y="14863"/>
                  </a:cubicBezTo>
                  <a:cubicBezTo>
                    <a:pt x="4780" y="14863"/>
                    <a:pt x="4855" y="14844"/>
                    <a:pt x="4929" y="14807"/>
                  </a:cubicBezTo>
                  <a:cubicBezTo>
                    <a:pt x="10232" y="12790"/>
                    <a:pt x="15386" y="10550"/>
                    <a:pt x="20464" y="8160"/>
                  </a:cubicBezTo>
                  <a:cubicBezTo>
                    <a:pt x="21118" y="7803"/>
                    <a:pt x="20779" y="7400"/>
                    <a:pt x="20275" y="7400"/>
                  </a:cubicBezTo>
                  <a:cubicBezTo>
                    <a:pt x="20145" y="7400"/>
                    <a:pt x="20004" y="7427"/>
                    <a:pt x="19867" y="7488"/>
                  </a:cubicBezTo>
                  <a:cubicBezTo>
                    <a:pt x="14937" y="9803"/>
                    <a:pt x="9859" y="11969"/>
                    <a:pt x="4780" y="13985"/>
                  </a:cubicBezTo>
                  <a:cubicBezTo>
                    <a:pt x="4780" y="13836"/>
                    <a:pt x="4855" y="13687"/>
                    <a:pt x="4929" y="13537"/>
                  </a:cubicBezTo>
                  <a:cubicBezTo>
                    <a:pt x="5602" y="12268"/>
                    <a:pt x="6423" y="10998"/>
                    <a:pt x="7394" y="9878"/>
                  </a:cubicBezTo>
                  <a:cubicBezTo>
                    <a:pt x="7469" y="9878"/>
                    <a:pt x="7618" y="9878"/>
                    <a:pt x="7768" y="9803"/>
                  </a:cubicBezTo>
                  <a:cubicBezTo>
                    <a:pt x="10531" y="8309"/>
                    <a:pt x="13518" y="7040"/>
                    <a:pt x="16581" y="6143"/>
                  </a:cubicBezTo>
                  <a:cubicBezTo>
                    <a:pt x="17312" y="5877"/>
                    <a:pt x="17214" y="5137"/>
                    <a:pt x="16604" y="5137"/>
                  </a:cubicBezTo>
                  <a:cubicBezTo>
                    <a:pt x="16529" y="5137"/>
                    <a:pt x="16446" y="5148"/>
                    <a:pt x="16356" y="5172"/>
                  </a:cubicBezTo>
                  <a:cubicBezTo>
                    <a:pt x="13892" y="5919"/>
                    <a:pt x="11427" y="6890"/>
                    <a:pt x="9112" y="8010"/>
                  </a:cubicBezTo>
                  <a:lnTo>
                    <a:pt x="8888" y="8085"/>
                  </a:lnTo>
                  <a:cubicBezTo>
                    <a:pt x="10830" y="5919"/>
                    <a:pt x="13145" y="4201"/>
                    <a:pt x="15759" y="3007"/>
                  </a:cubicBezTo>
                  <a:cubicBezTo>
                    <a:pt x="16642" y="2620"/>
                    <a:pt x="17565" y="2397"/>
                    <a:pt x="18499" y="2397"/>
                  </a:cubicBezTo>
                  <a:cubicBezTo>
                    <a:pt x="18830" y="2397"/>
                    <a:pt x="19161" y="2425"/>
                    <a:pt x="19493" y="2484"/>
                  </a:cubicBezTo>
                  <a:cubicBezTo>
                    <a:pt x="19516" y="2486"/>
                    <a:pt x="19542" y="2488"/>
                    <a:pt x="19569" y="2488"/>
                  </a:cubicBezTo>
                  <a:cubicBezTo>
                    <a:pt x="20326" y="2488"/>
                    <a:pt x="22527" y="1508"/>
                    <a:pt x="21734" y="1363"/>
                  </a:cubicBezTo>
                  <a:cubicBezTo>
                    <a:pt x="21211" y="1289"/>
                    <a:pt x="20614" y="1214"/>
                    <a:pt x="20091" y="1214"/>
                  </a:cubicBezTo>
                  <a:cubicBezTo>
                    <a:pt x="19990" y="1211"/>
                    <a:pt x="19890" y="1210"/>
                    <a:pt x="19789" y="1210"/>
                  </a:cubicBezTo>
                  <a:cubicBezTo>
                    <a:pt x="11430" y="1210"/>
                    <a:pt x="2300" y="10343"/>
                    <a:pt x="1046" y="18018"/>
                  </a:cubicBezTo>
                  <a:cubicBezTo>
                    <a:pt x="0" y="24367"/>
                    <a:pt x="2988" y="28773"/>
                    <a:pt x="7543" y="31611"/>
                  </a:cubicBezTo>
                  <a:cubicBezTo>
                    <a:pt x="7321" y="31890"/>
                    <a:pt x="7596" y="32168"/>
                    <a:pt x="7967" y="32168"/>
                  </a:cubicBezTo>
                  <a:cubicBezTo>
                    <a:pt x="8094" y="32168"/>
                    <a:pt x="8232" y="32135"/>
                    <a:pt x="8365" y="32059"/>
                  </a:cubicBezTo>
                  <a:cubicBezTo>
                    <a:pt x="12707" y="34264"/>
                    <a:pt x="17468" y="35393"/>
                    <a:pt x="22272" y="35393"/>
                  </a:cubicBezTo>
                  <a:cubicBezTo>
                    <a:pt x="22839" y="35393"/>
                    <a:pt x="23407" y="35377"/>
                    <a:pt x="23974" y="35346"/>
                  </a:cubicBezTo>
                  <a:cubicBezTo>
                    <a:pt x="29501" y="34972"/>
                    <a:pt x="34879" y="32806"/>
                    <a:pt x="39883" y="30566"/>
                  </a:cubicBezTo>
                  <a:cubicBezTo>
                    <a:pt x="44065" y="28699"/>
                    <a:pt x="49144" y="26010"/>
                    <a:pt x="49517" y="20856"/>
                  </a:cubicBezTo>
                  <a:cubicBezTo>
                    <a:pt x="49965" y="16077"/>
                    <a:pt x="46231" y="9131"/>
                    <a:pt x="42721" y="5919"/>
                  </a:cubicBezTo>
                  <a:cubicBezTo>
                    <a:pt x="40630" y="3977"/>
                    <a:pt x="38165" y="3380"/>
                    <a:pt x="35476" y="2857"/>
                  </a:cubicBezTo>
                  <a:cubicBezTo>
                    <a:pt x="31368" y="2185"/>
                    <a:pt x="27634" y="1587"/>
                    <a:pt x="23750" y="19"/>
                  </a:cubicBezTo>
                  <a:cubicBezTo>
                    <a:pt x="23638" y="7"/>
                    <a:pt x="23526" y="0"/>
                    <a:pt x="23415"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6"/>
            <p:cNvSpPr/>
            <p:nvPr/>
          </p:nvSpPr>
          <p:spPr>
            <a:xfrm>
              <a:off x="5066572" y="2845942"/>
              <a:ext cx="746475" cy="463521"/>
            </a:xfrm>
            <a:custGeom>
              <a:avLst/>
              <a:gdLst/>
              <a:ahLst/>
              <a:cxnLst/>
              <a:rect l="l" t="t" r="r" b="b"/>
              <a:pathLst>
                <a:path w="24730" h="15356" extrusionOk="0">
                  <a:moveTo>
                    <a:pt x="14207" y="1"/>
                  </a:moveTo>
                  <a:cubicBezTo>
                    <a:pt x="7292" y="1"/>
                    <a:pt x="0" y="12516"/>
                    <a:pt x="8746" y="15015"/>
                  </a:cubicBezTo>
                  <a:cubicBezTo>
                    <a:pt x="9571" y="15248"/>
                    <a:pt x="10503" y="15356"/>
                    <a:pt x="11483" y="15356"/>
                  </a:cubicBezTo>
                  <a:cubicBezTo>
                    <a:pt x="14585" y="15356"/>
                    <a:pt x="18166" y="14271"/>
                    <a:pt x="20323" y="12625"/>
                  </a:cubicBezTo>
                  <a:cubicBezTo>
                    <a:pt x="24729" y="9413"/>
                    <a:pt x="20696" y="5529"/>
                    <a:pt x="19128" y="1945"/>
                  </a:cubicBezTo>
                  <a:cubicBezTo>
                    <a:pt x="19008" y="1634"/>
                    <a:pt x="18652" y="1507"/>
                    <a:pt x="18235" y="1507"/>
                  </a:cubicBezTo>
                  <a:cubicBezTo>
                    <a:pt x="17348" y="1507"/>
                    <a:pt x="16185" y="2082"/>
                    <a:pt x="16439" y="2691"/>
                  </a:cubicBezTo>
                  <a:cubicBezTo>
                    <a:pt x="17260" y="4559"/>
                    <a:pt x="18978" y="6276"/>
                    <a:pt x="19501" y="8293"/>
                  </a:cubicBezTo>
                  <a:cubicBezTo>
                    <a:pt x="19800" y="9264"/>
                    <a:pt x="19650" y="10309"/>
                    <a:pt x="19128" y="11206"/>
                  </a:cubicBezTo>
                  <a:cubicBezTo>
                    <a:pt x="18231" y="12251"/>
                    <a:pt x="16962" y="12998"/>
                    <a:pt x="15543" y="13297"/>
                  </a:cubicBezTo>
                  <a:lnTo>
                    <a:pt x="18605" y="11131"/>
                  </a:lnTo>
                  <a:cubicBezTo>
                    <a:pt x="19175" y="10732"/>
                    <a:pt x="18700" y="10332"/>
                    <a:pt x="18178" y="10332"/>
                  </a:cubicBezTo>
                  <a:cubicBezTo>
                    <a:pt x="18016" y="10332"/>
                    <a:pt x="17850" y="10371"/>
                    <a:pt x="17709" y="10459"/>
                  </a:cubicBezTo>
                  <a:lnTo>
                    <a:pt x="13078" y="13670"/>
                  </a:lnTo>
                  <a:cubicBezTo>
                    <a:pt x="12630" y="13670"/>
                    <a:pt x="12107" y="13670"/>
                    <a:pt x="11584" y="13596"/>
                  </a:cubicBezTo>
                  <a:lnTo>
                    <a:pt x="16066" y="10160"/>
                  </a:lnTo>
                  <a:cubicBezTo>
                    <a:pt x="16416" y="9898"/>
                    <a:pt x="16099" y="9789"/>
                    <a:pt x="15717" y="9789"/>
                  </a:cubicBezTo>
                  <a:cubicBezTo>
                    <a:pt x="15447" y="9789"/>
                    <a:pt x="15144" y="9843"/>
                    <a:pt x="15020" y="9936"/>
                  </a:cubicBezTo>
                  <a:lnTo>
                    <a:pt x="10539" y="13372"/>
                  </a:lnTo>
                  <a:cubicBezTo>
                    <a:pt x="9867" y="13222"/>
                    <a:pt x="9194" y="12849"/>
                    <a:pt x="8672" y="12401"/>
                  </a:cubicBezTo>
                  <a:lnTo>
                    <a:pt x="14871" y="8069"/>
                  </a:lnTo>
                  <a:cubicBezTo>
                    <a:pt x="15433" y="7675"/>
                    <a:pt x="14979" y="7239"/>
                    <a:pt x="14465" y="7239"/>
                  </a:cubicBezTo>
                  <a:cubicBezTo>
                    <a:pt x="14297" y="7239"/>
                    <a:pt x="14122" y="7286"/>
                    <a:pt x="13974" y="7397"/>
                  </a:cubicBezTo>
                  <a:lnTo>
                    <a:pt x="7999" y="11504"/>
                  </a:lnTo>
                  <a:cubicBezTo>
                    <a:pt x="7626" y="10832"/>
                    <a:pt x="7402" y="10085"/>
                    <a:pt x="7477" y="9264"/>
                  </a:cubicBezTo>
                  <a:cubicBezTo>
                    <a:pt x="7701" y="9264"/>
                    <a:pt x="7925" y="9189"/>
                    <a:pt x="8149" y="9114"/>
                  </a:cubicBezTo>
                  <a:cubicBezTo>
                    <a:pt x="10240" y="7770"/>
                    <a:pt x="12182" y="6351"/>
                    <a:pt x="14049" y="4783"/>
                  </a:cubicBezTo>
                  <a:cubicBezTo>
                    <a:pt x="14153" y="4705"/>
                    <a:pt x="14067" y="4672"/>
                    <a:pt x="13900" y="4672"/>
                  </a:cubicBezTo>
                  <a:cubicBezTo>
                    <a:pt x="13590" y="4672"/>
                    <a:pt x="13000" y="4786"/>
                    <a:pt x="12854" y="4932"/>
                  </a:cubicBezTo>
                  <a:cubicBezTo>
                    <a:pt x="11136" y="6351"/>
                    <a:pt x="9344" y="7621"/>
                    <a:pt x="7477" y="8816"/>
                  </a:cubicBezTo>
                  <a:lnTo>
                    <a:pt x="7477" y="8592"/>
                  </a:lnTo>
                  <a:cubicBezTo>
                    <a:pt x="7626" y="7546"/>
                    <a:pt x="7999" y="6575"/>
                    <a:pt x="8597" y="5679"/>
                  </a:cubicBezTo>
                  <a:cubicBezTo>
                    <a:pt x="8677" y="5699"/>
                    <a:pt x="8762" y="5708"/>
                    <a:pt x="8852" y="5708"/>
                  </a:cubicBezTo>
                  <a:cubicBezTo>
                    <a:pt x="9096" y="5708"/>
                    <a:pt x="9369" y="5639"/>
                    <a:pt x="9642" y="5529"/>
                  </a:cubicBezTo>
                  <a:cubicBezTo>
                    <a:pt x="11211" y="4484"/>
                    <a:pt x="12854" y="3588"/>
                    <a:pt x="14646" y="2990"/>
                  </a:cubicBezTo>
                  <a:cubicBezTo>
                    <a:pt x="15380" y="2764"/>
                    <a:pt x="15047" y="2538"/>
                    <a:pt x="14615" y="2538"/>
                  </a:cubicBezTo>
                  <a:cubicBezTo>
                    <a:pt x="14476" y="2538"/>
                    <a:pt x="14326" y="2562"/>
                    <a:pt x="14198" y="2617"/>
                  </a:cubicBezTo>
                  <a:cubicBezTo>
                    <a:pt x="12257" y="3289"/>
                    <a:pt x="10464" y="4185"/>
                    <a:pt x="8821" y="5305"/>
                  </a:cubicBezTo>
                  <a:cubicBezTo>
                    <a:pt x="9120" y="4783"/>
                    <a:pt x="9568" y="4260"/>
                    <a:pt x="10016" y="3737"/>
                  </a:cubicBezTo>
                  <a:cubicBezTo>
                    <a:pt x="10240" y="3438"/>
                    <a:pt x="10539" y="3140"/>
                    <a:pt x="10837" y="2915"/>
                  </a:cubicBezTo>
                  <a:cubicBezTo>
                    <a:pt x="11694" y="2210"/>
                    <a:pt x="12619" y="1742"/>
                    <a:pt x="13520" y="1742"/>
                  </a:cubicBezTo>
                  <a:cubicBezTo>
                    <a:pt x="13954" y="1742"/>
                    <a:pt x="14383" y="1851"/>
                    <a:pt x="14796" y="2094"/>
                  </a:cubicBezTo>
                  <a:cubicBezTo>
                    <a:pt x="14945" y="2131"/>
                    <a:pt x="15095" y="2150"/>
                    <a:pt x="15244" y="2150"/>
                  </a:cubicBezTo>
                  <a:cubicBezTo>
                    <a:pt x="15393" y="2150"/>
                    <a:pt x="15543" y="2131"/>
                    <a:pt x="15692" y="2094"/>
                  </a:cubicBezTo>
                  <a:cubicBezTo>
                    <a:pt x="16663" y="1870"/>
                    <a:pt x="17783" y="1123"/>
                    <a:pt x="16962" y="750"/>
                  </a:cubicBezTo>
                  <a:cubicBezTo>
                    <a:pt x="16078" y="232"/>
                    <a:pt x="15146" y="1"/>
                    <a:pt x="142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6"/>
            <p:cNvSpPr/>
            <p:nvPr/>
          </p:nvSpPr>
          <p:spPr>
            <a:xfrm>
              <a:off x="5925708" y="1691785"/>
              <a:ext cx="670016" cy="1494701"/>
            </a:xfrm>
            <a:custGeom>
              <a:avLst/>
              <a:gdLst/>
              <a:ahLst/>
              <a:cxnLst/>
              <a:rect l="l" t="t" r="r" b="b"/>
              <a:pathLst>
                <a:path w="22197" h="49518" extrusionOk="0">
                  <a:moveTo>
                    <a:pt x="17701" y="0"/>
                  </a:moveTo>
                  <a:cubicBezTo>
                    <a:pt x="16880" y="0"/>
                    <a:pt x="16133" y="150"/>
                    <a:pt x="15386" y="224"/>
                  </a:cubicBezTo>
                  <a:cubicBezTo>
                    <a:pt x="10681" y="747"/>
                    <a:pt x="6648" y="2465"/>
                    <a:pt x="4482" y="7245"/>
                  </a:cubicBezTo>
                  <a:cubicBezTo>
                    <a:pt x="747" y="15460"/>
                    <a:pt x="1195" y="26514"/>
                    <a:pt x="1046" y="35327"/>
                  </a:cubicBezTo>
                  <a:cubicBezTo>
                    <a:pt x="971" y="38987"/>
                    <a:pt x="0" y="44289"/>
                    <a:pt x="2839" y="47202"/>
                  </a:cubicBezTo>
                  <a:cubicBezTo>
                    <a:pt x="4407" y="48696"/>
                    <a:pt x="6498" y="49443"/>
                    <a:pt x="8664" y="49443"/>
                  </a:cubicBezTo>
                  <a:cubicBezTo>
                    <a:pt x="9187" y="49517"/>
                    <a:pt x="9710" y="49517"/>
                    <a:pt x="10307" y="49517"/>
                  </a:cubicBezTo>
                  <a:cubicBezTo>
                    <a:pt x="11353" y="49517"/>
                    <a:pt x="12473" y="49368"/>
                    <a:pt x="13519" y="49069"/>
                  </a:cubicBezTo>
                  <a:cubicBezTo>
                    <a:pt x="18747" y="47800"/>
                    <a:pt x="21137" y="43617"/>
                    <a:pt x="22108" y="37792"/>
                  </a:cubicBezTo>
                  <a:cubicBezTo>
                    <a:pt x="22196" y="37407"/>
                    <a:pt x="21817" y="37245"/>
                    <a:pt x="21317" y="37245"/>
                  </a:cubicBezTo>
                  <a:cubicBezTo>
                    <a:pt x="20554" y="37245"/>
                    <a:pt x="19509" y="37623"/>
                    <a:pt x="19419" y="38165"/>
                  </a:cubicBezTo>
                  <a:cubicBezTo>
                    <a:pt x="19195" y="40256"/>
                    <a:pt x="18672" y="42273"/>
                    <a:pt x="17850" y="44215"/>
                  </a:cubicBezTo>
                  <a:cubicBezTo>
                    <a:pt x="17626" y="44663"/>
                    <a:pt x="17402" y="45036"/>
                    <a:pt x="17104" y="45410"/>
                  </a:cubicBezTo>
                  <a:cubicBezTo>
                    <a:pt x="16133" y="46380"/>
                    <a:pt x="14938" y="47127"/>
                    <a:pt x="13593" y="47501"/>
                  </a:cubicBezTo>
                  <a:lnTo>
                    <a:pt x="17328" y="43692"/>
                  </a:lnTo>
                  <a:cubicBezTo>
                    <a:pt x="17706" y="43313"/>
                    <a:pt x="17336" y="43115"/>
                    <a:pt x="16899" y="43115"/>
                  </a:cubicBezTo>
                  <a:cubicBezTo>
                    <a:pt x="16647" y="43115"/>
                    <a:pt x="16372" y="43181"/>
                    <a:pt x="16207" y="43318"/>
                  </a:cubicBezTo>
                  <a:lnTo>
                    <a:pt x="11876" y="47725"/>
                  </a:lnTo>
                  <a:cubicBezTo>
                    <a:pt x="11801" y="47800"/>
                    <a:pt x="11726" y="47874"/>
                    <a:pt x="11726" y="47949"/>
                  </a:cubicBezTo>
                  <a:cubicBezTo>
                    <a:pt x="11241" y="48024"/>
                    <a:pt x="10737" y="48061"/>
                    <a:pt x="10223" y="48061"/>
                  </a:cubicBezTo>
                  <a:cubicBezTo>
                    <a:pt x="9710" y="48061"/>
                    <a:pt x="9187" y="48024"/>
                    <a:pt x="8664" y="47949"/>
                  </a:cubicBezTo>
                  <a:cubicBezTo>
                    <a:pt x="11278" y="45783"/>
                    <a:pt x="13892" y="43692"/>
                    <a:pt x="16656" y="41675"/>
                  </a:cubicBezTo>
                  <a:cubicBezTo>
                    <a:pt x="17171" y="41314"/>
                    <a:pt x="16797" y="41060"/>
                    <a:pt x="16344" y="41060"/>
                  </a:cubicBezTo>
                  <a:cubicBezTo>
                    <a:pt x="16140" y="41060"/>
                    <a:pt x="15921" y="41111"/>
                    <a:pt x="15759" y="41227"/>
                  </a:cubicBezTo>
                  <a:cubicBezTo>
                    <a:pt x="12996" y="43244"/>
                    <a:pt x="10158" y="45410"/>
                    <a:pt x="7618" y="47650"/>
                  </a:cubicBezTo>
                  <a:cubicBezTo>
                    <a:pt x="7021" y="47501"/>
                    <a:pt x="6498" y="47202"/>
                    <a:pt x="5975" y="46829"/>
                  </a:cubicBezTo>
                  <a:cubicBezTo>
                    <a:pt x="8664" y="44289"/>
                    <a:pt x="11502" y="41825"/>
                    <a:pt x="14490" y="39509"/>
                  </a:cubicBezTo>
                  <a:cubicBezTo>
                    <a:pt x="15026" y="39134"/>
                    <a:pt x="14599" y="38835"/>
                    <a:pt x="14122" y="38835"/>
                  </a:cubicBezTo>
                  <a:cubicBezTo>
                    <a:pt x="13935" y="38835"/>
                    <a:pt x="13741" y="38881"/>
                    <a:pt x="13593" y="38987"/>
                  </a:cubicBezTo>
                  <a:cubicBezTo>
                    <a:pt x="10681" y="41302"/>
                    <a:pt x="7917" y="43692"/>
                    <a:pt x="5228" y="46156"/>
                  </a:cubicBezTo>
                  <a:cubicBezTo>
                    <a:pt x="4855" y="45783"/>
                    <a:pt x="4556" y="45410"/>
                    <a:pt x="4407" y="44961"/>
                  </a:cubicBezTo>
                  <a:cubicBezTo>
                    <a:pt x="7693" y="42198"/>
                    <a:pt x="11129" y="39659"/>
                    <a:pt x="14788" y="37418"/>
                  </a:cubicBezTo>
                  <a:cubicBezTo>
                    <a:pt x="15331" y="37038"/>
                    <a:pt x="14888" y="36777"/>
                    <a:pt x="14404" y="36777"/>
                  </a:cubicBezTo>
                  <a:cubicBezTo>
                    <a:pt x="14223" y="36777"/>
                    <a:pt x="14035" y="36814"/>
                    <a:pt x="13892" y="36895"/>
                  </a:cubicBezTo>
                  <a:cubicBezTo>
                    <a:pt x="10457" y="39061"/>
                    <a:pt x="7170" y="41451"/>
                    <a:pt x="3959" y="44065"/>
                  </a:cubicBezTo>
                  <a:cubicBezTo>
                    <a:pt x="3735" y="43468"/>
                    <a:pt x="3585" y="42945"/>
                    <a:pt x="3511" y="42347"/>
                  </a:cubicBezTo>
                  <a:lnTo>
                    <a:pt x="14639" y="33236"/>
                  </a:lnTo>
                  <a:lnTo>
                    <a:pt x="14938" y="33012"/>
                  </a:lnTo>
                  <a:cubicBezTo>
                    <a:pt x="15087" y="32862"/>
                    <a:pt x="14788" y="32862"/>
                    <a:pt x="14490" y="32862"/>
                  </a:cubicBezTo>
                  <a:cubicBezTo>
                    <a:pt x="14191" y="32862"/>
                    <a:pt x="13967" y="32937"/>
                    <a:pt x="13668" y="33086"/>
                  </a:cubicBezTo>
                  <a:lnTo>
                    <a:pt x="3361" y="41451"/>
                  </a:lnTo>
                  <a:cubicBezTo>
                    <a:pt x="3287" y="40928"/>
                    <a:pt x="3287" y="40406"/>
                    <a:pt x="3212" y="39883"/>
                  </a:cubicBezTo>
                  <a:cubicBezTo>
                    <a:pt x="3361" y="39808"/>
                    <a:pt x="3511" y="39733"/>
                    <a:pt x="3660" y="39659"/>
                  </a:cubicBezTo>
                  <a:cubicBezTo>
                    <a:pt x="6423" y="36597"/>
                    <a:pt x="9635" y="33983"/>
                    <a:pt x="13145" y="31891"/>
                  </a:cubicBezTo>
                  <a:cubicBezTo>
                    <a:pt x="13684" y="31568"/>
                    <a:pt x="13252" y="31323"/>
                    <a:pt x="12773" y="31323"/>
                  </a:cubicBezTo>
                  <a:cubicBezTo>
                    <a:pt x="12588" y="31323"/>
                    <a:pt x="12395" y="31360"/>
                    <a:pt x="12249" y="31443"/>
                  </a:cubicBezTo>
                  <a:cubicBezTo>
                    <a:pt x="8888" y="33460"/>
                    <a:pt x="5901" y="35924"/>
                    <a:pt x="3212" y="38763"/>
                  </a:cubicBezTo>
                  <a:lnTo>
                    <a:pt x="3212" y="36447"/>
                  </a:lnTo>
                  <a:cubicBezTo>
                    <a:pt x="6498" y="33833"/>
                    <a:pt x="9934" y="31443"/>
                    <a:pt x="13593" y="29427"/>
                  </a:cubicBezTo>
                  <a:cubicBezTo>
                    <a:pt x="13967" y="29203"/>
                    <a:pt x="14266" y="28979"/>
                    <a:pt x="14639" y="28829"/>
                  </a:cubicBezTo>
                  <a:cubicBezTo>
                    <a:pt x="15160" y="28545"/>
                    <a:pt x="14870" y="28441"/>
                    <a:pt x="14493" y="28441"/>
                  </a:cubicBezTo>
                  <a:cubicBezTo>
                    <a:pt x="14276" y="28441"/>
                    <a:pt x="14029" y="28476"/>
                    <a:pt x="13892" y="28531"/>
                  </a:cubicBezTo>
                  <a:cubicBezTo>
                    <a:pt x="13743" y="28605"/>
                    <a:pt x="13593" y="28755"/>
                    <a:pt x="13444" y="28829"/>
                  </a:cubicBezTo>
                  <a:cubicBezTo>
                    <a:pt x="9859" y="30696"/>
                    <a:pt x="6423" y="33012"/>
                    <a:pt x="3212" y="35551"/>
                  </a:cubicBezTo>
                  <a:cubicBezTo>
                    <a:pt x="3287" y="34207"/>
                    <a:pt x="3436" y="32937"/>
                    <a:pt x="3585" y="31817"/>
                  </a:cubicBezTo>
                  <a:cubicBezTo>
                    <a:pt x="6498" y="29501"/>
                    <a:pt x="9486" y="27336"/>
                    <a:pt x="12622" y="25244"/>
                  </a:cubicBezTo>
                  <a:cubicBezTo>
                    <a:pt x="12866" y="25071"/>
                    <a:pt x="12705" y="25010"/>
                    <a:pt x="12440" y="25010"/>
                  </a:cubicBezTo>
                  <a:cubicBezTo>
                    <a:pt x="12136" y="25010"/>
                    <a:pt x="11697" y="25090"/>
                    <a:pt x="11577" y="25170"/>
                  </a:cubicBezTo>
                  <a:cubicBezTo>
                    <a:pt x="8813" y="26962"/>
                    <a:pt x="6199" y="28829"/>
                    <a:pt x="3660" y="30771"/>
                  </a:cubicBezTo>
                  <a:cubicBezTo>
                    <a:pt x="3735" y="30024"/>
                    <a:pt x="3809" y="29277"/>
                    <a:pt x="3809" y="28680"/>
                  </a:cubicBezTo>
                  <a:cubicBezTo>
                    <a:pt x="3809" y="28082"/>
                    <a:pt x="3884" y="27634"/>
                    <a:pt x="3884" y="27186"/>
                  </a:cubicBezTo>
                  <a:cubicBezTo>
                    <a:pt x="7096" y="24946"/>
                    <a:pt x="10158" y="22556"/>
                    <a:pt x="13145" y="20016"/>
                  </a:cubicBezTo>
                  <a:lnTo>
                    <a:pt x="13220" y="19942"/>
                  </a:lnTo>
                  <a:cubicBezTo>
                    <a:pt x="13444" y="19792"/>
                    <a:pt x="13369" y="19643"/>
                    <a:pt x="13145" y="19643"/>
                  </a:cubicBezTo>
                  <a:cubicBezTo>
                    <a:pt x="12847" y="19643"/>
                    <a:pt x="12473" y="19643"/>
                    <a:pt x="12174" y="19867"/>
                  </a:cubicBezTo>
                  <a:cubicBezTo>
                    <a:pt x="9486" y="22108"/>
                    <a:pt x="6797" y="24199"/>
                    <a:pt x="3959" y="26215"/>
                  </a:cubicBezTo>
                  <a:cubicBezTo>
                    <a:pt x="4034" y="25319"/>
                    <a:pt x="4108" y="24273"/>
                    <a:pt x="4183" y="23302"/>
                  </a:cubicBezTo>
                  <a:lnTo>
                    <a:pt x="13519" y="17178"/>
                  </a:lnTo>
                  <a:cubicBezTo>
                    <a:pt x="14116" y="16805"/>
                    <a:pt x="14714" y="16431"/>
                    <a:pt x="15236" y="16058"/>
                  </a:cubicBezTo>
                  <a:cubicBezTo>
                    <a:pt x="15489" y="15869"/>
                    <a:pt x="15395" y="15799"/>
                    <a:pt x="15185" y="15799"/>
                  </a:cubicBezTo>
                  <a:cubicBezTo>
                    <a:pt x="14898" y="15799"/>
                    <a:pt x="14395" y="15929"/>
                    <a:pt x="14266" y="16058"/>
                  </a:cubicBezTo>
                  <a:lnTo>
                    <a:pt x="13668" y="16431"/>
                  </a:lnTo>
                  <a:lnTo>
                    <a:pt x="4183" y="22630"/>
                  </a:lnTo>
                  <a:cubicBezTo>
                    <a:pt x="4258" y="21510"/>
                    <a:pt x="4407" y="20464"/>
                    <a:pt x="4482" y="19344"/>
                  </a:cubicBezTo>
                  <a:cubicBezTo>
                    <a:pt x="4556" y="19344"/>
                    <a:pt x="4631" y="19269"/>
                    <a:pt x="4706" y="19269"/>
                  </a:cubicBezTo>
                  <a:lnTo>
                    <a:pt x="14714" y="12398"/>
                  </a:lnTo>
                  <a:lnTo>
                    <a:pt x="15610" y="11801"/>
                  </a:lnTo>
                  <a:cubicBezTo>
                    <a:pt x="16207" y="11427"/>
                    <a:pt x="15685" y="11129"/>
                    <a:pt x="15162" y="11129"/>
                  </a:cubicBezTo>
                  <a:cubicBezTo>
                    <a:pt x="15012" y="11129"/>
                    <a:pt x="14863" y="11203"/>
                    <a:pt x="14714" y="11278"/>
                  </a:cubicBezTo>
                  <a:lnTo>
                    <a:pt x="4780" y="18149"/>
                  </a:lnTo>
                  <a:cubicBezTo>
                    <a:pt x="4930" y="16805"/>
                    <a:pt x="5079" y="15460"/>
                    <a:pt x="5303" y="14116"/>
                  </a:cubicBezTo>
                  <a:cubicBezTo>
                    <a:pt x="8216" y="12025"/>
                    <a:pt x="11278" y="10083"/>
                    <a:pt x="14490" y="8365"/>
                  </a:cubicBezTo>
                  <a:cubicBezTo>
                    <a:pt x="15091" y="8037"/>
                    <a:pt x="14612" y="7829"/>
                    <a:pt x="14136" y="7829"/>
                  </a:cubicBezTo>
                  <a:cubicBezTo>
                    <a:pt x="13962" y="7829"/>
                    <a:pt x="13788" y="7857"/>
                    <a:pt x="13668" y="7917"/>
                  </a:cubicBezTo>
                  <a:cubicBezTo>
                    <a:pt x="10830" y="9486"/>
                    <a:pt x="8141" y="11129"/>
                    <a:pt x="5453" y="12996"/>
                  </a:cubicBezTo>
                  <a:cubicBezTo>
                    <a:pt x="5751" y="11502"/>
                    <a:pt x="6125" y="10008"/>
                    <a:pt x="6648" y="8589"/>
                  </a:cubicBezTo>
                  <a:lnTo>
                    <a:pt x="16058" y="2764"/>
                  </a:lnTo>
                  <a:cubicBezTo>
                    <a:pt x="16336" y="2590"/>
                    <a:pt x="16194" y="2529"/>
                    <a:pt x="15931" y="2529"/>
                  </a:cubicBezTo>
                  <a:cubicBezTo>
                    <a:pt x="15631" y="2529"/>
                    <a:pt x="15172" y="2609"/>
                    <a:pt x="15012" y="2689"/>
                  </a:cubicBezTo>
                  <a:lnTo>
                    <a:pt x="7021" y="7618"/>
                  </a:lnTo>
                  <a:cubicBezTo>
                    <a:pt x="7245" y="7170"/>
                    <a:pt x="7544" y="6722"/>
                    <a:pt x="7768" y="6274"/>
                  </a:cubicBezTo>
                  <a:cubicBezTo>
                    <a:pt x="7768" y="6199"/>
                    <a:pt x="7917" y="6125"/>
                    <a:pt x="7917" y="6050"/>
                  </a:cubicBezTo>
                  <a:cubicBezTo>
                    <a:pt x="9784" y="3212"/>
                    <a:pt x="12772" y="1569"/>
                    <a:pt x="17552" y="1494"/>
                  </a:cubicBezTo>
                  <a:cubicBezTo>
                    <a:pt x="18000" y="1419"/>
                    <a:pt x="18373" y="1270"/>
                    <a:pt x="18747" y="1046"/>
                  </a:cubicBezTo>
                  <a:cubicBezTo>
                    <a:pt x="19419" y="598"/>
                    <a:pt x="19792" y="0"/>
                    <a:pt x="185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6"/>
            <p:cNvSpPr/>
            <p:nvPr/>
          </p:nvSpPr>
          <p:spPr>
            <a:xfrm>
              <a:off x="5779163" y="674030"/>
              <a:ext cx="633523" cy="785384"/>
            </a:xfrm>
            <a:custGeom>
              <a:avLst/>
              <a:gdLst/>
              <a:ahLst/>
              <a:cxnLst/>
              <a:rect l="l" t="t" r="r" b="b"/>
              <a:pathLst>
                <a:path w="20988" h="26019" extrusionOk="0">
                  <a:moveTo>
                    <a:pt x="7491" y="0"/>
                  </a:moveTo>
                  <a:cubicBezTo>
                    <a:pt x="7376" y="0"/>
                    <a:pt x="7245" y="11"/>
                    <a:pt x="7096" y="35"/>
                  </a:cubicBezTo>
                  <a:cubicBezTo>
                    <a:pt x="2316" y="782"/>
                    <a:pt x="374" y="5039"/>
                    <a:pt x="150" y="9595"/>
                  </a:cubicBezTo>
                  <a:cubicBezTo>
                    <a:pt x="1" y="13703"/>
                    <a:pt x="1495" y="17736"/>
                    <a:pt x="4333" y="20723"/>
                  </a:cubicBezTo>
                  <a:cubicBezTo>
                    <a:pt x="4183" y="20872"/>
                    <a:pt x="4333" y="20872"/>
                    <a:pt x="4407" y="20947"/>
                  </a:cubicBezTo>
                  <a:cubicBezTo>
                    <a:pt x="5528" y="22067"/>
                    <a:pt x="6797" y="23038"/>
                    <a:pt x="8142" y="23860"/>
                  </a:cubicBezTo>
                  <a:cubicBezTo>
                    <a:pt x="9813" y="24745"/>
                    <a:pt x="12941" y="26018"/>
                    <a:pt x="15587" y="26018"/>
                  </a:cubicBezTo>
                  <a:cubicBezTo>
                    <a:pt x="16960" y="26018"/>
                    <a:pt x="18204" y="25675"/>
                    <a:pt x="19046" y="24756"/>
                  </a:cubicBezTo>
                  <a:cubicBezTo>
                    <a:pt x="20091" y="23636"/>
                    <a:pt x="20988" y="19528"/>
                    <a:pt x="20913" y="17885"/>
                  </a:cubicBezTo>
                  <a:cubicBezTo>
                    <a:pt x="20838" y="16242"/>
                    <a:pt x="20316" y="16018"/>
                    <a:pt x="19419" y="14748"/>
                  </a:cubicBezTo>
                  <a:cubicBezTo>
                    <a:pt x="17926" y="12956"/>
                    <a:pt x="16805" y="10864"/>
                    <a:pt x="16133" y="8699"/>
                  </a:cubicBezTo>
                  <a:cubicBezTo>
                    <a:pt x="16032" y="8343"/>
                    <a:pt x="15654" y="8195"/>
                    <a:pt x="15212" y="8195"/>
                  </a:cubicBezTo>
                  <a:cubicBezTo>
                    <a:pt x="14352" y="8195"/>
                    <a:pt x="13247" y="8755"/>
                    <a:pt x="13444" y="9445"/>
                  </a:cubicBezTo>
                  <a:cubicBezTo>
                    <a:pt x="13743" y="10715"/>
                    <a:pt x="14266" y="11985"/>
                    <a:pt x="14938" y="13254"/>
                  </a:cubicBezTo>
                  <a:cubicBezTo>
                    <a:pt x="15013" y="13329"/>
                    <a:pt x="15087" y="13479"/>
                    <a:pt x="15162" y="13628"/>
                  </a:cubicBezTo>
                  <a:cubicBezTo>
                    <a:pt x="15834" y="14673"/>
                    <a:pt x="17179" y="15644"/>
                    <a:pt x="17702" y="16690"/>
                  </a:cubicBezTo>
                  <a:cubicBezTo>
                    <a:pt x="18299" y="18034"/>
                    <a:pt x="17851" y="21246"/>
                    <a:pt x="17104" y="22665"/>
                  </a:cubicBezTo>
                  <a:cubicBezTo>
                    <a:pt x="16508" y="23694"/>
                    <a:pt x="15677" y="24095"/>
                    <a:pt x="14752" y="24095"/>
                  </a:cubicBezTo>
                  <a:cubicBezTo>
                    <a:pt x="14402" y="24095"/>
                    <a:pt x="14038" y="24037"/>
                    <a:pt x="13668" y="23935"/>
                  </a:cubicBezTo>
                  <a:lnTo>
                    <a:pt x="17477" y="20648"/>
                  </a:lnTo>
                  <a:cubicBezTo>
                    <a:pt x="18013" y="20220"/>
                    <a:pt x="17589" y="19869"/>
                    <a:pt x="17114" y="19869"/>
                  </a:cubicBezTo>
                  <a:cubicBezTo>
                    <a:pt x="16926" y="19869"/>
                    <a:pt x="16729" y="19924"/>
                    <a:pt x="16581" y="20051"/>
                  </a:cubicBezTo>
                  <a:lnTo>
                    <a:pt x="12473" y="23561"/>
                  </a:lnTo>
                  <a:cubicBezTo>
                    <a:pt x="11876" y="23262"/>
                    <a:pt x="11353" y="23038"/>
                    <a:pt x="10830" y="22740"/>
                  </a:cubicBezTo>
                  <a:cubicBezTo>
                    <a:pt x="10905" y="22740"/>
                    <a:pt x="10980" y="22665"/>
                    <a:pt x="11054" y="22590"/>
                  </a:cubicBezTo>
                  <a:lnTo>
                    <a:pt x="16581" y="17885"/>
                  </a:lnTo>
                  <a:cubicBezTo>
                    <a:pt x="16857" y="17648"/>
                    <a:pt x="16613" y="17557"/>
                    <a:pt x="16287" y="17557"/>
                  </a:cubicBezTo>
                  <a:cubicBezTo>
                    <a:pt x="15996" y="17557"/>
                    <a:pt x="15641" y="17630"/>
                    <a:pt x="15536" y="17736"/>
                  </a:cubicBezTo>
                  <a:lnTo>
                    <a:pt x="10083" y="22366"/>
                  </a:lnTo>
                  <a:cubicBezTo>
                    <a:pt x="9635" y="22067"/>
                    <a:pt x="9262" y="21843"/>
                    <a:pt x="8814" y="21545"/>
                  </a:cubicBezTo>
                  <a:lnTo>
                    <a:pt x="15237" y="16242"/>
                  </a:lnTo>
                  <a:cubicBezTo>
                    <a:pt x="15757" y="15826"/>
                    <a:pt x="15371" y="15554"/>
                    <a:pt x="14938" y="15554"/>
                  </a:cubicBezTo>
                  <a:cubicBezTo>
                    <a:pt x="14749" y="15554"/>
                    <a:pt x="14551" y="15606"/>
                    <a:pt x="14415" y="15719"/>
                  </a:cubicBezTo>
                  <a:lnTo>
                    <a:pt x="8067" y="20947"/>
                  </a:lnTo>
                  <a:cubicBezTo>
                    <a:pt x="7544" y="20499"/>
                    <a:pt x="7096" y="20126"/>
                    <a:pt x="6723" y="19677"/>
                  </a:cubicBezTo>
                  <a:lnTo>
                    <a:pt x="12772" y="14375"/>
                  </a:lnTo>
                  <a:cubicBezTo>
                    <a:pt x="13131" y="14106"/>
                    <a:pt x="12790" y="13971"/>
                    <a:pt x="12380" y="13971"/>
                  </a:cubicBezTo>
                  <a:cubicBezTo>
                    <a:pt x="12106" y="13971"/>
                    <a:pt x="11801" y="14031"/>
                    <a:pt x="11652" y="14151"/>
                  </a:cubicBezTo>
                  <a:lnTo>
                    <a:pt x="6050" y="19005"/>
                  </a:lnTo>
                  <a:cubicBezTo>
                    <a:pt x="5752" y="18557"/>
                    <a:pt x="5453" y="18184"/>
                    <a:pt x="5154" y="17736"/>
                  </a:cubicBezTo>
                  <a:cubicBezTo>
                    <a:pt x="5080" y="17586"/>
                    <a:pt x="4930" y="17512"/>
                    <a:pt x="4855" y="17362"/>
                  </a:cubicBezTo>
                  <a:lnTo>
                    <a:pt x="10905" y="12134"/>
                  </a:lnTo>
                  <a:cubicBezTo>
                    <a:pt x="11011" y="12081"/>
                    <a:pt x="10929" y="12056"/>
                    <a:pt x="10766" y="12056"/>
                  </a:cubicBezTo>
                  <a:cubicBezTo>
                    <a:pt x="10470" y="12056"/>
                    <a:pt x="9903" y="12139"/>
                    <a:pt x="9710" y="12284"/>
                  </a:cubicBezTo>
                  <a:lnTo>
                    <a:pt x="4557" y="16690"/>
                  </a:lnTo>
                  <a:lnTo>
                    <a:pt x="4482" y="16765"/>
                  </a:lnTo>
                  <a:cubicBezTo>
                    <a:pt x="4034" y="15943"/>
                    <a:pt x="3735" y="15196"/>
                    <a:pt x="3436" y="14375"/>
                  </a:cubicBezTo>
                  <a:lnTo>
                    <a:pt x="9038" y="9371"/>
                  </a:lnTo>
                  <a:cubicBezTo>
                    <a:pt x="9157" y="9251"/>
                    <a:pt x="9038" y="9203"/>
                    <a:pt x="8832" y="9203"/>
                  </a:cubicBezTo>
                  <a:cubicBezTo>
                    <a:pt x="8524" y="9203"/>
                    <a:pt x="8022" y="9311"/>
                    <a:pt x="7843" y="9445"/>
                  </a:cubicBezTo>
                  <a:lnTo>
                    <a:pt x="3362" y="13553"/>
                  </a:lnTo>
                  <a:lnTo>
                    <a:pt x="3362" y="13404"/>
                  </a:lnTo>
                  <a:cubicBezTo>
                    <a:pt x="3138" y="12508"/>
                    <a:pt x="2988" y="11611"/>
                    <a:pt x="2988" y="10640"/>
                  </a:cubicBezTo>
                  <a:cubicBezTo>
                    <a:pt x="4557" y="9147"/>
                    <a:pt x="6125" y="7653"/>
                    <a:pt x="7843" y="6309"/>
                  </a:cubicBezTo>
                  <a:cubicBezTo>
                    <a:pt x="8183" y="6011"/>
                    <a:pt x="7894" y="5883"/>
                    <a:pt x="7526" y="5883"/>
                  </a:cubicBezTo>
                  <a:cubicBezTo>
                    <a:pt x="7248" y="5883"/>
                    <a:pt x="6926" y="5956"/>
                    <a:pt x="6797" y="6085"/>
                  </a:cubicBezTo>
                  <a:cubicBezTo>
                    <a:pt x="5453" y="7130"/>
                    <a:pt x="4183" y="8325"/>
                    <a:pt x="2914" y="9445"/>
                  </a:cubicBezTo>
                  <a:cubicBezTo>
                    <a:pt x="2914" y="8325"/>
                    <a:pt x="2988" y="7205"/>
                    <a:pt x="3212" y="6085"/>
                  </a:cubicBezTo>
                  <a:cubicBezTo>
                    <a:pt x="4557" y="4890"/>
                    <a:pt x="5976" y="3769"/>
                    <a:pt x="7544" y="2798"/>
                  </a:cubicBezTo>
                  <a:cubicBezTo>
                    <a:pt x="7768" y="2649"/>
                    <a:pt x="7843" y="2500"/>
                    <a:pt x="7694" y="2350"/>
                  </a:cubicBezTo>
                  <a:cubicBezTo>
                    <a:pt x="7544" y="2151"/>
                    <a:pt x="7295" y="2052"/>
                    <a:pt x="7035" y="2052"/>
                  </a:cubicBezTo>
                  <a:cubicBezTo>
                    <a:pt x="6905" y="2052"/>
                    <a:pt x="6772" y="2076"/>
                    <a:pt x="6648" y="2126"/>
                  </a:cubicBezTo>
                  <a:lnTo>
                    <a:pt x="6573" y="2126"/>
                  </a:lnTo>
                  <a:cubicBezTo>
                    <a:pt x="5677" y="2724"/>
                    <a:pt x="4781" y="3321"/>
                    <a:pt x="3885" y="4068"/>
                  </a:cubicBezTo>
                  <a:cubicBezTo>
                    <a:pt x="4183" y="3471"/>
                    <a:pt x="4482" y="2948"/>
                    <a:pt x="5005" y="2574"/>
                  </a:cubicBezTo>
                  <a:cubicBezTo>
                    <a:pt x="5453" y="2052"/>
                    <a:pt x="6050" y="1827"/>
                    <a:pt x="6723" y="1678"/>
                  </a:cubicBezTo>
                  <a:cubicBezTo>
                    <a:pt x="7960" y="1472"/>
                    <a:pt x="8818" y="0"/>
                    <a:pt x="74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6"/>
            <p:cNvSpPr/>
            <p:nvPr/>
          </p:nvSpPr>
          <p:spPr>
            <a:xfrm>
              <a:off x="5650668" y="3613408"/>
              <a:ext cx="597512" cy="653777"/>
            </a:xfrm>
            <a:custGeom>
              <a:avLst/>
              <a:gdLst/>
              <a:ahLst/>
              <a:cxnLst/>
              <a:rect l="l" t="t" r="r" b="b"/>
              <a:pathLst>
                <a:path w="19795" h="21659" extrusionOk="0">
                  <a:moveTo>
                    <a:pt x="13981" y="0"/>
                  </a:moveTo>
                  <a:cubicBezTo>
                    <a:pt x="12290" y="0"/>
                    <a:pt x="10552" y="842"/>
                    <a:pt x="8814" y="2509"/>
                  </a:cubicBezTo>
                  <a:cubicBezTo>
                    <a:pt x="5079" y="6020"/>
                    <a:pt x="1" y="12816"/>
                    <a:pt x="374" y="18268"/>
                  </a:cubicBezTo>
                  <a:cubicBezTo>
                    <a:pt x="374" y="19836"/>
                    <a:pt x="1420" y="21106"/>
                    <a:pt x="2839" y="21480"/>
                  </a:cubicBezTo>
                  <a:cubicBezTo>
                    <a:pt x="3466" y="21599"/>
                    <a:pt x="4094" y="21659"/>
                    <a:pt x="4721" y="21659"/>
                  </a:cubicBezTo>
                  <a:cubicBezTo>
                    <a:pt x="5662" y="21659"/>
                    <a:pt x="6603" y="21524"/>
                    <a:pt x="7544" y="21256"/>
                  </a:cubicBezTo>
                  <a:cubicBezTo>
                    <a:pt x="8067" y="21106"/>
                    <a:pt x="8590" y="20957"/>
                    <a:pt x="9038" y="20733"/>
                  </a:cubicBezTo>
                  <a:cubicBezTo>
                    <a:pt x="14116" y="18940"/>
                    <a:pt x="17925" y="14683"/>
                    <a:pt x="19270" y="9455"/>
                  </a:cubicBezTo>
                  <a:cubicBezTo>
                    <a:pt x="19389" y="9097"/>
                    <a:pt x="19019" y="8941"/>
                    <a:pt x="18517" y="8941"/>
                  </a:cubicBezTo>
                  <a:cubicBezTo>
                    <a:pt x="17764" y="8941"/>
                    <a:pt x="16716" y="9291"/>
                    <a:pt x="16581" y="9829"/>
                  </a:cubicBezTo>
                  <a:cubicBezTo>
                    <a:pt x="16133" y="11770"/>
                    <a:pt x="15237" y="13638"/>
                    <a:pt x="13967" y="15281"/>
                  </a:cubicBezTo>
                  <a:cubicBezTo>
                    <a:pt x="13370" y="16102"/>
                    <a:pt x="12623" y="16849"/>
                    <a:pt x="11876" y="17521"/>
                  </a:cubicBezTo>
                  <a:cubicBezTo>
                    <a:pt x="10777" y="18414"/>
                    <a:pt x="7910" y="20254"/>
                    <a:pt x="5714" y="20254"/>
                  </a:cubicBezTo>
                  <a:cubicBezTo>
                    <a:pt x="5521" y="20254"/>
                    <a:pt x="5334" y="20240"/>
                    <a:pt x="5154" y="20210"/>
                  </a:cubicBezTo>
                  <a:cubicBezTo>
                    <a:pt x="7544" y="18492"/>
                    <a:pt x="9934" y="16774"/>
                    <a:pt x="12399" y="15057"/>
                  </a:cubicBezTo>
                  <a:cubicBezTo>
                    <a:pt x="12939" y="14624"/>
                    <a:pt x="12502" y="14310"/>
                    <a:pt x="12022" y="14310"/>
                  </a:cubicBezTo>
                  <a:cubicBezTo>
                    <a:pt x="11838" y="14310"/>
                    <a:pt x="11647" y="14356"/>
                    <a:pt x="11502" y="14459"/>
                  </a:cubicBezTo>
                  <a:lnTo>
                    <a:pt x="4034" y="19836"/>
                  </a:lnTo>
                  <a:cubicBezTo>
                    <a:pt x="3660" y="19538"/>
                    <a:pt x="3362" y="19164"/>
                    <a:pt x="3212" y="18716"/>
                  </a:cubicBezTo>
                  <a:cubicBezTo>
                    <a:pt x="3138" y="18492"/>
                    <a:pt x="3063" y="18268"/>
                    <a:pt x="3063" y="18044"/>
                  </a:cubicBezTo>
                  <a:cubicBezTo>
                    <a:pt x="6872" y="16102"/>
                    <a:pt x="10531" y="13862"/>
                    <a:pt x="13967" y="11322"/>
                  </a:cubicBezTo>
                  <a:lnTo>
                    <a:pt x="14415" y="11024"/>
                  </a:lnTo>
                  <a:cubicBezTo>
                    <a:pt x="14503" y="10936"/>
                    <a:pt x="14436" y="10900"/>
                    <a:pt x="14291" y="10900"/>
                  </a:cubicBezTo>
                  <a:cubicBezTo>
                    <a:pt x="14189" y="10900"/>
                    <a:pt x="14047" y="10918"/>
                    <a:pt x="13892" y="10949"/>
                  </a:cubicBezTo>
                  <a:cubicBezTo>
                    <a:pt x="13668" y="10949"/>
                    <a:pt x="13444" y="11024"/>
                    <a:pt x="13220" y="11098"/>
                  </a:cubicBezTo>
                  <a:cubicBezTo>
                    <a:pt x="10009" y="13488"/>
                    <a:pt x="6573" y="15654"/>
                    <a:pt x="3063" y="17521"/>
                  </a:cubicBezTo>
                  <a:cubicBezTo>
                    <a:pt x="3138" y="16550"/>
                    <a:pt x="3362" y="15579"/>
                    <a:pt x="3660" y="14683"/>
                  </a:cubicBezTo>
                  <a:cubicBezTo>
                    <a:pt x="3735" y="14534"/>
                    <a:pt x="3735" y="14384"/>
                    <a:pt x="3810" y="14235"/>
                  </a:cubicBezTo>
                  <a:cubicBezTo>
                    <a:pt x="3810" y="14449"/>
                    <a:pt x="4078" y="14625"/>
                    <a:pt x="4368" y="14625"/>
                  </a:cubicBezTo>
                  <a:cubicBezTo>
                    <a:pt x="4482" y="14625"/>
                    <a:pt x="4600" y="14597"/>
                    <a:pt x="4706" y="14534"/>
                  </a:cubicBezTo>
                  <a:cubicBezTo>
                    <a:pt x="7843" y="12891"/>
                    <a:pt x="10756" y="10874"/>
                    <a:pt x="13519" y="8634"/>
                  </a:cubicBezTo>
                  <a:cubicBezTo>
                    <a:pt x="13743" y="8410"/>
                    <a:pt x="14042" y="8185"/>
                    <a:pt x="14266" y="7961"/>
                  </a:cubicBezTo>
                  <a:cubicBezTo>
                    <a:pt x="14801" y="7533"/>
                    <a:pt x="14377" y="7182"/>
                    <a:pt x="13902" y="7182"/>
                  </a:cubicBezTo>
                  <a:cubicBezTo>
                    <a:pt x="13714" y="7182"/>
                    <a:pt x="13518" y="7237"/>
                    <a:pt x="13370" y="7364"/>
                  </a:cubicBezTo>
                  <a:cubicBezTo>
                    <a:pt x="10531" y="9829"/>
                    <a:pt x="7395" y="11994"/>
                    <a:pt x="4108" y="13712"/>
                  </a:cubicBezTo>
                  <a:cubicBezTo>
                    <a:pt x="4034" y="13787"/>
                    <a:pt x="3959" y="13862"/>
                    <a:pt x="3884" y="13936"/>
                  </a:cubicBezTo>
                  <a:cubicBezTo>
                    <a:pt x="4258" y="12741"/>
                    <a:pt x="4781" y="11621"/>
                    <a:pt x="5303" y="10501"/>
                  </a:cubicBezTo>
                  <a:cubicBezTo>
                    <a:pt x="5602" y="10501"/>
                    <a:pt x="5901" y="10426"/>
                    <a:pt x="6125" y="10351"/>
                  </a:cubicBezTo>
                  <a:cubicBezTo>
                    <a:pt x="8963" y="8783"/>
                    <a:pt x="11652" y="6916"/>
                    <a:pt x="14042" y="4675"/>
                  </a:cubicBezTo>
                  <a:cubicBezTo>
                    <a:pt x="14120" y="4597"/>
                    <a:pt x="14016" y="4564"/>
                    <a:pt x="13839" y="4564"/>
                  </a:cubicBezTo>
                  <a:cubicBezTo>
                    <a:pt x="13508" y="4564"/>
                    <a:pt x="12918" y="4679"/>
                    <a:pt x="12772" y="4825"/>
                  </a:cubicBezTo>
                  <a:cubicBezTo>
                    <a:pt x="10606" y="6841"/>
                    <a:pt x="8142" y="8634"/>
                    <a:pt x="5528" y="10053"/>
                  </a:cubicBezTo>
                  <a:cubicBezTo>
                    <a:pt x="6200" y="8634"/>
                    <a:pt x="7096" y="7215"/>
                    <a:pt x="7992" y="5945"/>
                  </a:cubicBezTo>
                  <a:cubicBezTo>
                    <a:pt x="9934" y="5422"/>
                    <a:pt x="11577" y="4451"/>
                    <a:pt x="12921" y="3032"/>
                  </a:cubicBezTo>
                  <a:cubicBezTo>
                    <a:pt x="13041" y="2913"/>
                    <a:pt x="12910" y="2865"/>
                    <a:pt x="12694" y="2865"/>
                  </a:cubicBezTo>
                  <a:cubicBezTo>
                    <a:pt x="12372" y="2865"/>
                    <a:pt x="11861" y="2972"/>
                    <a:pt x="11726" y="3107"/>
                  </a:cubicBezTo>
                  <a:cubicBezTo>
                    <a:pt x="10830" y="4078"/>
                    <a:pt x="9710" y="4825"/>
                    <a:pt x="8515" y="5273"/>
                  </a:cubicBezTo>
                  <a:cubicBezTo>
                    <a:pt x="9411" y="4078"/>
                    <a:pt x="10681" y="3032"/>
                    <a:pt x="12100" y="2435"/>
                  </a:cubicBezTo>
                  <a:cubicBezTo>
                    <a:pt x="12520" y="2295"/>
                    <a:pt x="12945" y="2219"/>
                    <a:pt x="13372" y="2219"/>
                  </a:cubicBezTo>
                  <a:cubicBezTo>
                    <a:pt x="14538" y="2219"/>
                    <a:pt x="15711" y="2785"/>
                    <a:pt x="16805" y="4152"/>
                  </a:cubicBezTo>
                  <a:cubicBezTo>
                    <a:pt x="16952" y="4318"/>
                    <a:pt x="17217" y="4388"/>
                    <a:pt x="17523" y="4388"/>
                  </a:cubicBezTo>
                  <a:cubicBezTo>
                    <a:pt x="18462" y="4388"/>
                    <a:pt x="19795" y="3726"/>
                    <a:pt x="19344" y="3107"/>
                  </a:cubicBezTo>
                  <a:cubicBezTo>
                    <a:pt x="17658" y="1029"/>
                    <a:pt x="15849" y="0"/>
                    <a:pt x="139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6"/>
            <p:cNvSpPr/>
            <p:nvPr/>
          </p:nvSpPr>
          <p:spPr>
            <a:xfrm>
              <a:off x="4763129" y="4331040"/>
              <a:ext cx="163935" cy="93483"/>
            </a:xfrm>
            <a:custGeom>
              <a:avLst/>
              <a:gdLst/>
              <a:ahLst/>
              <a:cxnLst/>
              <a:rect l="l" t="t" r="r" b="b"/>
              <a:pathLst>
                <a:path w="5431" h="3097" extrusionOk="0">
                  <a:moveTo>
                    <a:pt x="4716" y="0"/>
                  </a:moveTo>
                  <a:cubicBezTo>
                    <a:pt x="4431" y="0"/>
                    <a:pt x="4196" y="134"/>
                    <a:pt x="4011" y="319"/>
                  </a:cubicBezTo>
                  <a:lnTo>
                    <a:pt x="3787" y="468"/>
                  </a:lnTo>
                  <a:cubicBezTo>
                    <a:pt x="2891" y="1439"/>
                    <a:pt x="1845" y="2111"/>
                    <a:pt x="650" y="2634"/>
                  </a:cubicBezTo>
                  <a:cubicBezTo>
                    <a:pt x="1" y="2904"/>
                    <a:pt x="254" y="3097"/>
                    <a:pt x="641" y="3097"/>
                  </a:cubicBezTo>
                  <a:cubicBezTo>
                    <a:pt x="788" y="3097"/>
                    <a:pt x="955" y="3069"/>
                    <a:pt x="1099" y="3007"/>
                  </a:cubicBezTo>
                  <a:cubicBezTo>
                    <a:pt x="2070" y="2634"/>
                    <a:pt x="2891" y="2186"/>
                    <a:pt x="3713" y="1588"/>
                  </a:cubicBezTo>
                  <a:cubicBezTo>
                    <a:pt x="4235" y="1140"/>
                    <a:pt x="4758" y="767"/>
                    <a:pt x="5206" y="244"/>
                  </a:cubicBezTo>
                  <a:cubicBezTo>
                    <a:pt x="5430" y="20"/>
                    <a:pt x="5057" y="20"/>
                    <a:pt x="4908" y="20"/>
                  </a:cubicBezTo>
                  <a:cubicBezTo>
                    <a:pt x="4841" y="7"/>
                    <a:pt x="4778" y="0"/>
                    <a:pt x="4716"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6"/>
            <p:cNvSpPr/>
            <p:nvPr/>
          </p:nvSpPr>
          <p:spPr>
            <a:xfrm>
              <a:off x="1462083" y="1926769"/>
              <a:ext cx="408433" cy="249721"/>
            </a:xfrm>
            <a:custGeom>
              <a:avLst/>
              <a:gdLst/>
              <a:ahLst/>
              <a:cxnLst/>
              <a:rect l="l" t="t" r="r" b="b"/>
              <a:pathLst>
                <a:path w="13531" h="8273" extrusionOk="0">
                  <a:moveTo>
                    <a:pt x="12549" y="0"/>
                  </a:moveTo>
                  <a:cubicBezTo>
                    <a:pt x="12381" y="0"/>
                    <a:pt x="12215" y="19"/>
                    <a:pt x="12100" y="57"/>
                  </a:cubicBezTo>
                  <a:cubicBezTo>
                    <a:pt x="7917" y="2223"/>
                    <a:pt x="3959" y="4688"/>
                    <a:pt x="150" y="7377"/>
                  </a:cubicBezTo>
                  <a:cubicBezTo>
                    <a:pt x="150" y="7675"/>
                    <a:pt x="75" y="7974"/>
                    <a:pt x="0" y="8273"/>
                  </a:cubicBezTo>
                  <a:lnTo>
                    <a:pt x="75" y="8273"/>
                  </a:lnTo>
                  <a:cubicBezTo>
                    <a:pt x="4183" y="5360"/>
                    <a:pt x="8440" y="2746"/>
                    <a:pt x="12921" y="431"/>
                  </a:cubicBezTo>
                  <a:cubicBezTo>
                    <a:pt x="13531" y="154"/>
                    <a:pt x="13031" y="0"/>
                    <a:pt x="12549"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6"/>
            <p:cNvSpPr/>
            <p:nvPr/>
          </p:nvSpPr>
          <p:spPr>
            <a:xfrm>
              <a:off x="1453058" y="2286657"/>
              <a:ext cx="174198" cy="128799"/>
            </a:xfrm>
            <a:custGeom>
              <a:avLst/>
              <a:gdLst/>
              <a:ahLst/>
              <a:cxnLst/>
              <a:rect l="l" t="t" r="r" b="b"/>
              <a:pathLst>
                <a:path w="5771" h="4267" extrusionOk="0">
                  <a:moveTo>
                    <a:pt x="4765" y="0"/>
                  </a:moveTo>
                  <a:cubicBezTo>
                    <a:pt x="4589" y="0"/>
                    <a:pt x="4407" y="47"/>
                    <a:pt x="4258" y="159"/>
                  </a:cubicBezTo>
                  <a:lnTo>
                    <a:pt x="1" y="2997"/>
                  </a:lnTo>
                  <a:lnTo>
                    <a:pt x="1" y="4267"/>
                  </a:lnTo>
                  <a:lnTo>
                    <a:pt x="5154" y="756"/>
                  </a:lnTo>
                  <a:cubicBezTo>
                    <a:pt x="5770" y="420"/>
                    <a:pt x="5294" y="0"/>
                    <a:pt x="4765"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6"/>
            <p:cNvSpPr/>
            <p:nvPr/>
          </p:nvSpPr>
          <p:spPr>
            <a:xfrm>
              <a:off x="1457586" y="2433292"/>
              <a:ext cx="165625" cy="126445"/>
            </a:xfrm>
            <a:custGeom>
              <a:avLst/>
              <a:gdLst/>
              <a:ahLst/>
              <a:cxnLst/>
              <a:rect l="l" t="t" r="r" b="b"/>
              <a:pathLst>
                <a:path w="5487" h="4189" extrusionOk="0">
                  <a:moveTo>
                    <a:pt x="4799" y="0"/>
                  </a:moveTo>
                  <a:cubicBezTo>
                    <a:pt x="4584" y="0"/>
                    <a:pt x="4341" y="50"/>
                    <a:pt x="4183" y="156"/>
                  </a:cubicBezTo>
                  <a:cubicBezTo>
                    <a:pt x="2763" y="1126"/>
                    <a:pt x="1344" y="2172"/>
                    <a:pt x="0" y="3218"/>
                  </a:cubicBezTo>
                  <a:lnTo>
                    <a:pt x="0" y="4189"/>
                  </a:lnTo>
                  <a:cubicBezTo>
                    <a:pt x="1568" y="2844"/>
                    <a:pt x="3286" y="1575"/>
                    <a:pt x="5004" y="454"/>
                  </a:cubicBezTo>
                  <a:cubicBezTo>
                    <a:pt x="5486" y="165"/>
                    <a:pt x="5190" y="0"/>
                    <a:pt x="4799"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6"/>
            <p:cNvSpPr/>
            <p:nvPr/>
          </p:nvSpPr>
          <p:spPr>
            <a:xfrm>
              <a:off x="3725453" y="1445209"/>
              <a:ext cx="169127" cy="107428"/>
            </a:xfrm>
            <a:custGeom>
              <a:avLst/>
              <a:gdLst/>
              <a:ahLst/>
              <a:cxnLst/>
              <a:rect l="l" t="t" r="r" b="b"/>
              <a:pathLst>
                <a:path w="5603" h="3559" extrusionOk="0">
                  <a:moveTo>
                    <a:pt x="4961" y="1"/>
                  </a:moveTo>
                  <a:cubicBezTo>
                    <a:pt x="4706" y="1"/>
                    <a:pt x="4482" y="85"/>
                    <a:pt x="4258" y="253"/>
                  </a:cubicBezTo>
                  <a:lnTo>
                    <a:pt x="225" y="3091"/>
                  </a:lnTo>
                  <a:cubicBezTo>
                    <a:pt x="1" y="3240"/>
                    <a:pt x="150" y="3464"/>
                    <a:pt x="374" y="3539"/>
                  </a:cubicBezTo>
                  <a:cubicBezTo>
                    <a:pt x="427" y="3552"/>
                    <a:pt x="482" y="3558"/>
                    <a:pt x="539" y="3558"/>
                  </a:cubicBezTo>
                  <a:cubicBezTo>
                    <a:pt x="800" y="3558"/>
                    <a:pt x="1086" y="3425"/>
                    <a:pt x="1270" y="3240"/>
                  </a:cubicBezTo>
                  <a:lnTo>
                    <a:pt x="5303" y="477"/>
                  </a:lnTo>
                  <a:cubicBezTo>
                    <a:pt x="5602" y="253"/>
                    <a:pt x="5453" y="103"/>
                    <a:pt x="5229" y="29"/>
                  </a:cubicBezTo>
                  <a:cubicBezTo>
                    <a:pt x="5135" y="10"/>
                    <a:pt x="5047" y="1"/>
                    <a:pt x="4961"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6"/>
            <p:cNvSpPr/>
            <p:nvPr/>
          </p:nvSpPr>
          <p:spPr>
            <a:xfrm>
              <a:off x="5708743" y="440615"/>
              <a:ext cx="205741" cy="152525"/>
            </a:xfrm>
            <a:custGeom>
              <a:avLst/>
              <a:gdLst/>
              <a:ahLst/>
              <a:cxnLst/>
              <a:rect l="l" t="t" r="r" b="b"/>
              <a:pathLst>
                <a:path w="6816" h="5053" extrusionOk="0">
                  <a:moveTo>
                    <a:pt x="5993" y="1"/>
                  </a:moveTo>
                  <a:cubicBezTo>
                    <a:pt x="5396" y="225"/>
                    <a:pt x="4948" y="598"/>
                    <a:pt x="4500" y="1046"/>
                  </a:cubicBezTo>
                  <a:lnTo>
                    <a:pt x="467" y="4332"/>
                  </a:lnTo>
                  <a:cubicBezTo>
                    <a:pt x="1" y="4747"/>
                    <a:pt x="396" y="5053"/>
                    <a:pt x="831" y="5053"/>
                  </a:cubicBezTo>
                  <a:cubicBezTo>
                    <a:pt x="1024" y="5053"/>
                    <a:pt x="1225" y="4993"/>
                    <a:pt x="1363" y="4855"/>
                  </a:cubicBezTo>
                  <a:lnTo>
                    <a:pt x="3828" y="2839"/>
                  </a:lnTo>
                  <a:lnTo>
                    <a:pt x="5097" y="1793"/>
                  </a:lnTo>
                  <a:lnTo>
                    <a:pt x="5695" y="1270"/>
                  </a:lnTo>
                  <a:cubicBezTo>
                    <a:pt x="5993" y="1196"/>
                    <a:pt x="6068" y="1046"/>
                    <a:pt x="5993" y="972"/>
                  </a:cubicBezTo>
                  <a:lnTo>
                    <a:pt x="5993" y="972"/>
                  </a:lnTo>
                  <a:cubicBezTo>
                    <a:pt x="6086" y="1003"/>
                    <a:pt x="6192" y="1021"/>
                    <a:pt x="6300" y="1021"/>
                  </a:cubicBezTo>
                  <a:cubicBezTo>
                    <a:pt x="6452" y="1021"/>
                    <a:pt x="6609" y="984"/>
                    <a:pt x="6740" y="897"/>
                  </a:cubicBezTo>
                  <a:lnTo>
                    <a:pt x="6815" y="822"/>
                  </a:lnTo>
                  <a:lnTo>
                    <a:pt x="59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6"/>
            <p:cNvSpPr/>
            <p:nvPr/>
          </p:nvSpPr>
          <p:spPr>
            <a:xfrm>
              <a:off x="5608591" y="363977"/>
              <a:ext cx="213438" cy="146548"/>
            </a:xfrm>
            <a:custGeom>
              <a:avLst/>
              <a:gdLst/>
              <a:ahLst/>
              <a:cxnLst/>
              <a:rect l="l" t="t" r="r" b="b"/>
              <a:pathLst>
                <a:path w="7071" h="4855" extrusionOk="0">
                  <a:moveTo>
                    <a:pt x="6399" y="0"/>
                  </a:moveTo>
                  <a:lnTo>
                    <a:pt x="6249" y="75"/>
                  </a:lnTo>
                  <a:lnTo>
                    <a:pt x="498" y="4257"/>
                  </a:lnTo>
                  <a:cubicBezTo>
                    <a:pt x="1" y="4656"/>
                    <a:pt x="366" y="4855"/>
                    <a:pt x="775" y="4855"/>
                  </a:cubicBezTo>
                  <a:cubicBezTo>
                    <a:pt x="980" y="4855"/>
                    <a:pt x="1196" y="4805"/>
                    <a:pt x="1320" y="4706"/>
                  </a:cubicBezTo>
                  <a:lnTo>
                    <a:pt x="7071" y="523"/>
                  </a:lnTo>
                  <a:lnTo>
                    <a:pt x="639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6"/>
            <p:cNvSpPr/>
            <p:nvPr/>
          </p:nvSpPr>
          <p:spPr>
            <a:xfrm>
              <a:off x="6271710" y="1394198"/>
              <a:ext cx="292010" cy="191765"/>
            </a:xfrm>
            <a:custGeom>
              <a:avLst/>
              <a:gdLst/>
              <a:ahLst/>
              <a:cxnLst/>
              <a:rect l="l" t="t" r="r" b="b"/>
              <a:pathLst>
                <a:path w="9674" h="6353" extrusionOk="0">
                  <a:moveTo>
                    <a:pt x="9599" y="1"/>
                  </a:moveTo>
                  <a:cubicBezTo>
                    <a:pt x="9300" y="1"/>
                    <a:pt x="8927" y="76"/>
                    <a:pt x="8628" y="225"/>
                  </a:cubicBezTo>
                  <a:lnTo>
                    <a:pt x="263" y="6125"/>
                  </a:lnTo>
                  <a:cubicBezTo>
                    <a:pt x="0" y="6290"/>
                    <a:pt x="113" y="6353"/>
                    <a:pt x="348" y="6353"/>
                  </a:cubicBezTo>
                  <a:cubicBezTo>
                    <a:pt x="647" y="6353"/>
                    <a:pt x="1142" y="6251"/>
                    <a:pt x="1309" y="6125"/>
                  </a:cubicBezTo>
                  <a:lnTo>
                    <a:pt x="9674" y="225"/>
                  </a:lnTo>
                  <a:lnTo>
                    <a:pt x="9599" y="1"/>
                  </a:ln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6"/>
            <p:cNvSpPr/>
            <p:nvPr/>
          </p:nvSpPr>
          <p:spPr>
            <a:xfrm>
              <a:off x="6368994" y="3202207"/>
              <a:ext cx="291678" cy="200006"/>
            </a:xfrm>
            <a:custGeom>
              <a:avLst/>
              <a:gdLst/>
              <a:ahLst/>
              <a:cxnLst/>
              <a:rect l="l" t="t" r="r" b="b"/>
              <a:pathLst>
                <a:path w="9663" h="6626" extrusionOk="0">
                  <a:moveTo>
                    <a:pt x="9662" y="0"/>
                  </a:moveTo>
                  <a:cubicBezTo>
                    <a:pt x="6824" y="2241"/>
                    <a:pt x="3762" y="4183"/>
                    <a:pt x="625" y="5900"/>
                  </a:cubicBezTo>
                  <a:cubicBezTo>
                    <a:pt x="0" y="6241"/>
                    <a:pt x="283" y="6625"/>
                    <a:pt x="717" y="6625"/>
                  </a:cubicBezTo>
                  <a:cubicBezTo>
                    <a:pt x="853" y="6625"/>
                    <a:pt x="1005" y="6587"/>
                    <a:pt x="1148" y="6498"/>
                  </a:cubicBezTo>
                  <a:cubicBezTo>
                    <a:pt x="3986" y="5004"/>
                    <a:pt x="6675" y="3361"/>
                    <a:pt x="9214" y="1419"/>
                  </a:cubicBezTo>
                  <a:cubicBezTo>
                    <a:pt x="9363" y="971"/>
                    <a:pt x="9513" y="523"/>
                    <a:pt x="966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6"/>
            <p:cNvSpPr/>
            <p:nvPr/>
          </p:nvSpPr>
          <p:spPr>
            <a:xfrm>
              <a:off x="3673596" y="4807197"/>
              <a:ext cx="400344" cy="268405"/>
            </a:xfrm>
            <a:custGeom>
              <a:avLst/>
              <a:gdLst/>
              <a:ahLst/>
              <a:cxnLst/>
              <a:rect l="l" t="t" r="r" b="b"/>
              <a:pathLst>
                <a:path w="13263" h="8892" extrusionOk="0">
                  <a:moveTo>
                    <a:pt x="12547" y="1"/>
                  </a:moveTo>
                  <a:cubicBezTo>
                    <a:pt x="12337" y="1"/>
                    <a:pt x="12104" y="50"/>
                    <a:pt x="11951" y="153"/>
                  </a:cubicBezTo>
                  <a:lnTo>
                    <a:pt x="1" y="8742"/>
                  </a:lnTo>
                  <a:cubicBezTo>
                    <a:pt x="374" y="8817"/>
                    <a:pt x="748" y="8817"/>
                    <a:pt x="1121" y="8891"/>
                  </a:cubicBezTo>
                  <a:lnTo>
                    <a:pt x="12772" y="526"/>
                  </a:lnTo>
                  <a:cubicBezTo>
                    <a:pt x="13263" y="183"/>
                    <a:pt x="12948" y="1"/>
                    <a:pt x="12547"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6"/>
            <p:cNvSpPr/>
            <p:nvPr/>
          </p:nvSpPr>
          <p:spPr>
            <a:xfrm>
              <a:off x="3256540" y="4707710"/>
              <a:ext cx="390775" cy="259682"/>
            </a:xfrm>
            <a:custGeom>
              <a:avLst/>
              <a:gdLst/>
              <a:ahLst/>
              <a:cxnLst/>
              <a:rect l="l" t="t" r="r" b="b"/>
              <a:pathLst>
                <a:path w="12946" h="8603" extrusionOk="0">
                  <a:moveTo>
                    <a:pt x="11972" y="0"/>
                  </a:moveTo>
                  <a:cubicBezTo>
                    <a:pt x="11796" y="0"/>
                    <a:pt x="11623" y="28"/>
                    <a:pt x="11502" y="88"/>
                  </a:cubicBezTo>
                  <a:cubicBezTo>
                    <a:pt x="7544" y="2553"/>
                    <a:pt x="3735" y="5241"/>
                    <a:pt x="150" y="8154"/>
                  </a:cubicBezTo>
                  <a:cubicBezTo>
                    <a:pt x="75" y="8229"/>
                    <a:pt x="1" y="8229"/>
                    <a:pt x="1" y="8304"/>
                  </a:cubicBezTo>
                  <a:lnTo>
                    <a:pt x="673" y="8602"/>
                  </a:lnTo>
                  <a:cubicBezTo>
                    <a:pt x="822" y="8602"/>
                    <a:pt x="1046" y="8528"/>
                    <a:pt x="1196" y="8453"/>
                  </a:cubicBezTo>
                  <a:cubicBezTo>
                    <a:pt x="4706" y="5540"/>
                    <a:pt x="8440" y="2926"/>
                    <a:pt x="12399" y="536"/>
                  </a:cubicBezTo>
                  <a:cubicBezTo>
                    <a:pt x="12945" y="208"/>
                    <a:pt x="12452" y="0"/>
                    <a:pt x="1197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6"/>
            <p:cNvSpPr/>
            <p:nvPr/>
          </p:nvSpPr>
          <p:spPr>
            <a:xfrm>
              <a:off x="5535696" y="3622282"/>
              <a:ext cx="124030" cy="64053"/>
            </a:xfrm>
            <a:custGeom>
              <a:avLst/>
              <a:gdLst/>
              <a:ahLst/>
              <a:cxnLst/>
              <a:rect l="l" t="t" r="r" b="b"/>
              <a:pathLst>
                <a:path w="4109" h="2122" extrusionOk="0">
                  <a:moveTo>
                    <a:pt x="3583" y="1"/>
                  </a:moveTo>
                  <a:cubicBezTo>
                    <a:pt x="3392" y="1"/>
                    <a:pt x="3191" y="49"/>
                    <a:pt x="3063" y="49"/>
                  </a:cubicBezTo>
                  <a:lnTo>
                    <a:pt x="524" y="1319"/>
                  </a:lnTo>
                  <a:cubicBezTo>
                    <a:pt x="299" y="1468"/>
                    <a:pt x="1" y="1692"/>
                    <a:pt x="225" y="1917"/>
                  </a:cubicBezTo>
                  <a:cubicBezTo>
                    <a:pt x="299" y="2066"/>
                    <a:pt x="467" y="2122"/>
                    <a:pt x="645" y="2122"/>
                  </a:cubicBezTo>
                  <a:cubicBezTo>
                    <a:pt x="822" y="2122"/>
                    <a:pt x="1009" y="2066"/>
                    <a:pt x="1121" y="1991"/>
                  </a:cubicBezTo>
                  <a:lnTo>
                    <a:pt x="3586" y="796"/>
                  </a:lnTo>
                  <a:cubicBezTo>
                    <a:pt x="3810" y="647"/>
                    <a:pt x="4108" y="423"/>
                    <a:pt x="3959" y="124"/>
                  </a:cubicBezTo>
                  <a:cubicBezTo>
                    <a:pt x="3863" y="28"/>
                    <a:pt x="3726" y="1"/>
                    <a:pt x="3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6"/>
            <p:cNvSpPr/>
            <p:nvPr/>
          </p:nvSpPr>
          <p:spPr>
            <a:xfrm>
              <a:off x="4800376" y="4556003"/>
              <a:ext cx="401128" cy="222071"/>
            </a:xfrm>
            <a:custGeom>
              <a:avLst/>
              <a:gdLst/>
              <a:ahLst/>
              <a:cxnLst/>
              <a:rect l="l" t="t" r="r" b="b"/>
              <a:pathLst>
                <a:path w="13289" h="7357" extrusionOk="0">
                  <a:moveTo>
                    <a:pt x="12449" y="1"/>
                  </a:moveTo>
                  <a:cubicBezTo>
                    <a:pt x="12318" y="1"/>
                    <a:pt x="12177" y="33"/>
                    <a:pt x="12038" y="110"/>
                  </a:cubicBezTo>
                  <a:cubicBezTo>
                    <a:pt x="8080" y="2052"/>
                    <a:pt x="4271" y="4293"/>
                    <a:pt x="537" y="6683"/>
                  </a:cubicBezTo>
                  <a:cubicBezTo>
                    <a:pt x="0" y="7058"/>
                    <a:pt x="427" y="7356"/>
                    <a:pt x="904" y="7356"/>
                  </a:cubicBezTo>
                  <a:cubicBezTo>
                    <a:pt x="1091" y="7356"/>
                    <a:pt x="1286" y="7311"/>
                    <a:pt x="1433" y="7205"/>
                  </a:cubicBezTo>
                  <a:cubicBezTo>
                    <a:pt x="5018" y="4890"/>
                    <a:pt x="8752" y="2724"/>
                    <a:pt x="12636" y="782"/>
                  </a:cubicBezTo>
                  <a:cubicBezTo>
                    <a:pt x="13288" y="486"/>
                    <a:pt x="12952" y="1"/>
                    <a:pt x="12449"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6"/>
            <p:cNvSpPr/>
            <p:nvPr/>
          </p:nvSpPr>
          <p:spPr>
            <a:xfrm>
              <a:off x="4794008" y="2992336"/>
              <a:ext cx="74436" cy="45519"/>
            </a:xfrm>
            <a:custGeom>
              <a:avLst/>
              <a:gdLst/>
              <a:ahLst/>
              <a:cxnLst/>
              <a:rect l="l" t="t" r="r" b="b"/>
              <a:pathLst>
                <a:path w="2466" h="1508" extrusionOk="0">
                  <a:moveTo>
                    <a:pt x="1875" y="1"/>
                  </a:moveTo>
                  <a:cubicBezTo>
                    <a:pt x="1668" y="1"/>
                    <a:pt x="1455" y="64"/>
                    <a:pt x="1271" y="157"/>
                  </a:cubicBezTo>
                  <a:lnTo>
                    <a:pt x="374" y="829"/>
                  </a:lnTo>
                  <a:cubicBezTo>
                    <a:pt x="150" y="978"/>
                    <a:pt x="1" y="1277"/>
                    <a:pt x="300" y="1426"/>
                  </a:cubicBezTo>
                  <a:cubicBezTo>
                    <a:pt x="414" y="1483"/>
                    <a:pt x="528" y="1508"/>
                    <a:pt x="642" y="1508"/>
                  </a:cubicBezTo>
                  <a:cubicBezTo>
                    <a:pt x="827" y="1508"/>
                    <a:pt x="1011" y="1444"/>
                    <a:pt x="1196" y="1352"/>
                  </a:cubicBezTo>
                  <a:lnTo>
                    <a:pt x="2167" y="679"/>
                  </a:lnTo>
                  <a:cubicBezTo>
                    <a:pt x="2391" y="530"/>
                    <a:pt x="2466" y="306"/>
                    <a:pt x="2241" y="82"/>
                  </a:cubicBezTo>
                  <a:cubicBezTo>
                    <a:pt x="2127" y="25"/>
                    <a:pt x="2002" y="1"/>
                    <a:pt x="1875"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6"/>
            <p:cNvSpPr/>
            <p:nvPr/>
          </p:nvSpPr>
          <p:spPr>
            <a:xfrm>
              <a:off x="3370154" y="-45292"/>
              <a:ext cx="213800" cy="137070"/>
            </a:xfrm>
            <a:custGeom>
              <a:avLst/>
              <a:gdLst/>
              <a:ahLst/>
              <a:cxnLst/>
              <a:rect l="l" t="t" r="r" b="b"/>
              <a:pathLst>
                <a:path w="7083" h="4541" extrusionOk="0">
                  <a:moveTo>
                    <a:pt x="6559" y="0"/>
                  </a:moveTo>
                  <a:cubicBezTo>
                    <a:pt x="6314" y="0"/>
                    <a:pt x="6001" y="51"/>
                    <a:pt x="5871" y="116"/>
                  </a:cubicBezTo>
                  <a:cubicBezTo>
                    <a:pt x="3705" y="1311"/>
                    <a:pt x="1838" y="2730"/>
                    <a:pt x="120" y="4373"/>
                  </a:cubicBezTo>
                  <a:cubicBezTo>
                    <a:pt x="1" y="4492"/>
                    <a:pt x="132" y="4540"/>
                    <a:pt x="348" y="4540"/>
                  </a:cubicBezTo>
                  <a:cubicBezTo>
                    <a:pt x="670" y="4540"/>
                    <a:pt x="1181" y="4433"/>
                    <a:pt x="1315" y="4298"/>
                  </a:cubicBezTo>
                  <a:cubicBezTo>
                    <a:pt x="2884" y="2730"/>
                    <a:pt x="4676" y="1386"/>
                    <a:pt x="6618" y="340"/>
                  </a:cubicBezTo>
                  <a:cubicBezTo>
                    <a:pt x="7083" y="86"/>
                    <a:pt x="6878" y="0"/>
                    <a:pt x="65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6"/>
            <p:cNvSpPr/>
            <p:nvPr/>
          </p:nvSpPr>
          <p:spPr>
            <a:xfrm>
              <a:off x="2506671" y="266452"/>
              <a:ext cx="199040" cy="152223"/>
            </a:xfrm>
            <a:custGeom>
              <a:avLst/>
              <a:gdLst/>
              <a:ahLst/>
              <a:cxnLst/>
              <a:rect l="l" t="t" r="r" b="b"/>
              <a:pathLst>
                <a:path w="6594" h="5043" extrusionOk="0">
                  <a:moveTo>
                    <a:pt x="5651" y="1"/>
                  </a:moveTo>
                  <a:cubicBezTo>
                    <a:pt x="5471" y="1"/>
                    <a:pt x="5283" y="52"/>
                    <a:pt x="5127" y="169"/>
                  </a:cubicBezTo>
                  <a:lnTo>
                    <a:pt x="496" y="4202"/>
                  </a:lnTo>
                  <a:cubicBezTo>
                    <a:pt x="0" y="4643"/>
                    <a:pt x="439" y="5043"/>
                    <a:pt x="913" y="5043"/>
                  </a:cubicBezTo>
                  <a:cubicBezTo>
                    <a:pt x="1082" y="5043"/>
                    <a:pt x="1255" y="4992"/>
                    <a:pt x="1392" y="4874"/>
                  </a:cubicBezTo>
                  <a:lnTo>
                    <a:pt x="6098" y="841"/>
                  </a:lnTo>
                  <a:cubicBezTo>
                    <a:pt x="6593" y="401"/>
                    <a:pt x="6155" y="1"/>
                    <a:pt x="5651"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6"/>
            <p:cNvSpPr/>
            <p:nvPr/>
          </p:nvSpPr>
          <p:spPr>
            <a:xfrm>
              <a:off x="1153237" y="-293709"/>
              <a:ext cx="5705931" cy="5437345"/>
            </a:xfrm>
            <a:custGeom>
              <a:avLst/>
              <a:gdLst/>
              <a:ahLst/>
              <a:cxnLst/>
              <a:rect l="l" t="t" r="r" b="b"/>
              <a:pathLst>
                <a:path w="189032" h="180134" extrusionOk="0">
                  <a:moveTo>
                    <a:pt x="97768" y="1045"/>
                  </a:moveTo>
                  <a:cubicBezTo>
                    <a:pt x="118033" y="1045"/>
                    <a:pt x="138064" y="8169"/>
                    <a:pt x="154004" y="21789"/>
                  </a:cubicBezTo>
                  <a:lnTo>
                    <a:pt x="154676" y="22312"/>
                  </a:lnTo>
                  <a:cubicBezTo>
                    <a:pt x="155423" y="22984"/>
                    <a:pt x="156170" y="23656"/>
                    <a:pt x="156916" y="24329"/>
                  </a:cubicBezTo>
                  <a:lnTo>
                    <a:pt x="157813" y="25150"/>
                  </a:lnTo>
                  <a:cubicBezTo>
                    <a:pt x="166999" y="33814"/>
                    <a:pt x="174244" y="44345"/>
                    <a:pt x="179173" y="55996"/>
                  </a:cubicBezTo>
                  <a:lnTo>
                    <a:pt x="179248" y="56220"/>
                  </a:lnTo>
                  <a:cubicBezTo>
                    <a:pt x="183804" y="67049"/>
                    <a:pt x="186194" y="78700"/>
                    <a:pt x="186343" y="90426"/>
                  </a:cubicBezTo>
                  <a:cubicBezTo>
                    <a:pt x="186268" y="99015"/>
                    <a:pt x="184924" y="107604"/>
                    <a:pt x="182459" y="115819"/>
                  </a:cubicBezTo>
                  <a:cubicBezTo>
                    <a:pt x="182310" y="116267"/>
                    <a:pt x="182160" y="116715"/>
                    <a:pt x="182011" y="117238"/>
                  </a:cubicBezTo>
                  <a:cubicBezTo>
                    <a:pt x="173721" y="143154"/>
                    <a:pt x="154004" y="164888"/>
                    <a:pt x="127565" y="174298"/>
                  </a:cubicBezTo>
                  <a:cubicBezTo>
                    <a:pt x="126594" y="174597"/>
                    <a:pt x="125698" y="174896"/>
                    <a:pt x="124801" y="175269"/>
                  </a:cubicBezTo>
                  <a:cubicBezTo>
                    <a:pt x="122785" y="175867"/>
                    <a:pt x="120694" y="176390"/>
                    <a:pt x="118677" y="176912"/>
                  </a:cubicBezTo>
                  <a:lnTo>
                    <a:pt x="117557" y="177211"/>
                  </a:lnTo>
                  <a:cubicBezTo>
                    <a:pt x="113673" y="178033"/>
                    <a:pt x="109640" y="178630"/>
                    <a:pt x="105682" y="178929"/>
                  </a:cubicBezTo>
                  <a:cubicBezTo>
                    <a:pt x="105009" y="178929"/>
                    <a:pt x="104412" y="179004"/>
                    <a:pt x="103740" y="179004"/>
                  </a:cubicBezTo>
                  <a:cubicBezTo>
                    <a:pt x="101424" y="179153"/>
                    <a:pt x="99109" y="179153"/>
                    <a:pt x="96719" y="179153"/>
                  </a:cubicBezTo>
                  <a:cubicBezTo>
                    <a:pt x="94404" y="179078"/>
                    <a:pt x="92163" y="178929"/>
                    <a:pt x="89923" y="178630"/>
                  </a:cubicBezTo>
                  <a:cubicBezTo>
                    <a:pt x="88130" y="178481"/>
                    <a:pt x="86338" y="178182"/>
                    <a:pt x="84620" y="177883"/>
                  </a:cubicBezTo>
                  <a:cubicBezTo>
                    <a:pt x="84247" y="177809"/>
                    <a:pt x="83799" y="177809"/>
                    <a:pt x="83425" y="177734"/>
                  </a:cubicBezTo>
                  <a:lnTo>
                    <a:pt x="82678" y="177584"/>
                  </a:lnTo>
                  <a:lnTo>
                    <a:pt x="81558" y="177360"/>
                  </a:lnTo>
                  <a:cubicBezTo>
                    <a:pt x="77749" y="176539"/>
                    <a:pt x="74015" y="175568"/>
                    <a:pt x="70355" y="174298"/>
                  </a:cubicBezTo>
                  <a:lnTo>
                    <a:pt x="69683" y="174074"/>
                  </a:lnTo>
                  <a:lnTo>
                    <a:pt x="69309" y="173925"/>
                  </a:lnTo>
                  <a:cubicBezTo>
                    <a:pt x="67965" y="173477"/>
                    <a:pt x="66546" y="172879"/>
                    <a:pt x="65202" y="172356"/>
                  </a:cubicBezTo>
                  <a:cubicBezTo>
                    <a:pt x="33236" y="159436"/>
                    <a:pt x="11651" y="129039"/>
                    <a:pt x="10083" y="94608"/>
                  </a:cubicBezTo>
                  <a:lnTo>
                    <a:pt x="10083" y="93637"/>
                  </a:lnTo>
                  <a:cubicBezTo>
                    <a:pt x="10008" y="92368"/>
                    <a:pt x="9934" y="91098"/>
                    <a:pt x="9934" y="89754"/>
                  </a:cubicBezTo>
                  <a:lnTo>
                    <a:pt x="9934" y="88559"/>
                  </a:lnTo>
                  <a:cubicBezTo>
                    <a:pt x="9934" y="86318"/>
                    <a:pt x="10083" y="84152"/>
                    <a:pt x="10307" y="81912"/>
                  </a:cubicBezTo>
                  <a:cubicBezTo>
                    <a:pt x="10307" y="81613"/>
                    <a:pt x="10307" y="81314"/>
                    <a:pt x="10382" y="81015"/>
                  </a:cubicBezTo>
                  <a:cubicBezTo>
                    <a:pt x="12622" y="55473"/>
                    <a:pt x="25991" y="32320"/>
                    <a:pt x="46829" y="17458"/>
                  </a:cubicBezTo>
                  <a:cubicBezTo>
                    <a:pt x="47426" y="17009"/>
                    <a:pt x="48024" y="16561"/>
                    <a:pt x="48696" y="16188"/>
                  </a:cubicBezTo>
                  <a:cubicBezTo>
                    <a:pt x="53775" y="12752"/>
                    <a:pt x="59227" y="9840"/>
                    <a:pt x="64978" y="7524"/>
                  </a:cubicBezTo>
                  <a:cubicBezTo>
                    <a:pt x="75558" y="3171"/>
                    <a:pt x="86698" y="1045"/>
                    <a:pt x="97768" y="1045"/>
                  </a:cubicBezTo>
                  <a:close/>
                  <a:moveTo>
                    <a:pt x="99086" y="1"/>
                  </a:moveTo>
                  <a:cubicBezTo>
                    <a:pt x="72561" y="1"/>
                    <a:pt x="46339" y="11413"/>
                    <a:pt x="28755" y="31872"/>
                  </a:cubicBezTo>
                  <a:cubicBezTo>
                    <a:pt x="3137" y="61672"/>
                    <a:pt x="0" y="106110"/>
                    <a:pt x="21435" y="139121"/>
                  </a:cubicBezTo>
                  <a:cubicBezTo>
                    <a:pt x="38321" y="165150"/>
                    <a:pt x="67495" y="180134"/>
                    <a:pt x="97709" y="180134"/>
                  </a:cubicBezTo>
                  <a:cubicBezTo>
                    <a:pt x="104514" y="180134"/>
                    <a:pt x="111372" y="179374"/>
                    <a:pt x="118154" y="177809"/>
                  </a:cubicBezTo>
                  <a:cubicBezTo>
                    <a:pt x="159082" y="168398"/>
                    <a:pt x="188733" y="131802"/>
                    <a:pt x="189032" y="89679"/>
                  </a:cubicBezTo>
                  <a:cubicBezTo>
                    <a:pt x="188733" y="51141"/>
                    <a:pt x="163638" y="16188"/>
                    <a:pt x="126743" y="4313"/>
                  </a:cubicBezTo>
                  <a:cubicBezTo>
                    <a:pt x="117727" y="1404"/>
                    <a:pt x="108388" y="1"/>
                    <a:pt x="990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90"/>
        <p:cNvGrpSpPr/>
        <p:nvPr/>
      </p:nvGrpSpPr>
      <p:grpSpPr>
        <a:xfrm>
          <a:off x="0" y="0"/>
          <a:ext cx="0" cy="0"/>
          <a:chOff x="0" y="0"/>
          <a:chExt cx="0" cy="0"/>
        </a:xfrm>
      </p:grpSpPr>
      <p:sp>
        <p:nvSpPr>
          <p:cNvPr id="2891" name="Google Shape;2891;p57"/>
          <p:cNvSpPr/>
          <p:nvPr/>
        </p:nvSpPr>
        <p:spPr>
          <a:xfrm>
            <a:off x="3283863" y="200893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7"/>
          <p:cNvSpPr/>
          <p:nvPr/>
        </p:nvSpPr>
        <p:spPr>
          <a:xfrm>
            <a:off x="5258175" y="200893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7"/>
          <p:cNvSpPr/>
          <p:nvPr/>
        </p:nvSpPr>
        <p:spPr>
          <a:xfrm>
            <a:off x="3283863" y="345428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894" name="Google Shape;2894;p57"/>
          <p:cNvSpPr/>
          <p:nvPr/>
        </p:nvSpPr>
        <p:spPr>
          <a:xfrm>
            <a:off x="5258175" y="345428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7"/>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INFOGRAPHIC</a:t>
            </a:r>
            <a:endParaRPr/>
          </a:p>
        </p:txBody>
      </p:sp>
      <p:grpSp>
        <p:nvGrpSpPr>
          <p:cNvPr id="2896" name="Google Shape;2896;p57"/>
          <p:cNvGrpSpPr/>
          <p:nvPr/>
        </p:nvGrpSpPr>
        <p:grpSpPr>
          <a:xfrm>
            <a:off x="3065839" y="1776611"/>
            <a:ext cx="3019629" cy="2511955"/>
            <a:chOff x="2980936" y="1705986"/>
            <a:chExt cx="3189300" cy="2653100"/>
          </a:xfrm>
        </p:grpSpPr>
        <p:cxnSp>
          <p:nvCxnSpPr>
            <p:cNvPr id="2897" name="Google Shape;2897;p57"/>
            <p:cNvCxnSpPr>
              <a:endCxn id="2898" idx="2"/>
            </p:cNvCxnSpPr>
            <p:nvPr/>
          </p:nvCxnSpPr>
          <p:spPr>
            <a:xfrm>
              <a:off x="2986911" y="1705986"/>
              <a:ext cx="2572200" cy="0"/>
            </a:xfrm>
            <a:prstGeom prst="straightConnector1">
              <a:avLst/>
            </a:prstGeom>
            <a:noFill/>
            <a:ln w="19050" cap="flat" cmpd="sng">
              <a:solidFill>
                <a:schemeClr val="accent3"/>
              </a:solidFill>
              <a:prstDash val="dot"/>
              <a:round/>
              <a:headEnd type="none" w="med" len="med"/>
              <a:tailEnd type="none" w="med" len="med"/>
            </a:ln>
          </p:spPr>
        </p:cxnSp>
        <p:grpSp>
          <p:nvGrpSpPr>
            <p:cNvPr id="2899" name="Google Shape;2899;p57"/>
            <p:cNvGrpSpPr/>
            <p:nvPr/>
          </p:nvGrpSpPr>
          <p:grpSpPr>
            <a:xfrm>
              <a:off x="2980936" y="1705986"/>
              <a:ext cx="3189300" cy="2653100"/>
              <a:chOff x="2980936" y="1705986"/>
              <a:chExt cx="3189300" cy="2653100"/>
            </a:xfrm>
          </p:grpSpPr>
          <p:sp>
            <p:nvSpPr>
              <p:cNvPr id="2900" name="Google Shape;2900;p57"/>
              <p:cNvSpPr/>
              <p:nvPr/>
            </p:nvSpPr>
            <p:spPr>
              <a:xfrm rot="-5400000">
                <a:off x="2980936" y="3151286"/>
                <a:ext cx="1207800" cy="1207800"/>
              </a:xfrm>
              <a:prstGeom prst="arc">
                <a:avLst>
                  <a:gd name="adj1" fmla="val 10800000"/>
                  <a:gd name="adj2" fmla="val 0"/>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7"/>
              <p:cNvSpPr/>
              <p:nvPr/>
            </p:nvSpPr>
            <p:spPr>
              <a:xfrm rot="5400000" flipH="1">
                <a:off x="4955211" y="1705986"/>
                <a:ext cx="1207800" cy="1207800"/>
              </a:xfrm>
              <a:prstGeom prst="arc">
                <a:avLst>
                  <a:gd name="adj1" fmla="val 10800000"/>
                  <a:gd name="adj2" fmla="val 0"/>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901" name="Google Shape;2901;p57"/>
              <p:cNvCxnSpPr>
                <a:endCxn id="2900" idx="2"/>
              </p:cNvCxnSpPr>
              <p:nvPr/>
            </p:nvCxnSpPr>
            <p:spPr>
              <a:xfrm flipH="1">
                <a:off x="3584836" y="2913686"/>
                <a:ext cx="1974300" cy="237600"/>
              </a:xfrm>
              <a:prstGeom prst="straightConnector1">
                <a:avLst/>
              </a:prstGeom>
              <a:noFill/>
              <a:ln w="19050" cap="flat" cmpd="sng">
                <a:solidFill>
                  <a:schemeClr val="accent3"/>
                </a:solidFill>
                <a:prstDash val="dot"/>
                <a:round/>
                <a:headEnd type="none" w="med" len="med"/>
                <a:tailEnd type="none" w="med" len="med"/>
              </a:ln>
            </p:spPr>
          </p:cxnSp>
          <p:cxnSp>
            <p:nvCxnSpPr>
              <p:cNvPr id="2902" name="Google Shape;2902;p57"/>
              <p:cNvCxnSpPr>
                <a:stCxn id="2900" idx="0"/>
              </p:cNvCxnSpPr>
              <p:nvPr/>
            </p:nvCxnSpPr>
            <p:spPr>
              <a:xfrm>
                <a:off x="3584836" y="4359086"/>
                <a:ext cx="2585400" cy="0"/>
              </a:xfrm>
              <a:prstGeom prst="straightConnector1">
                <a:avLst/>
              </a:prstGeom>
              <a:noFill/>
              <a:ln w="19050" cap="flat" cmpd="sng">
                <a:solidFill>
                  <a:schemeClr val="accent3"/>
                </a:solidFill>
                <a:prstDash val="dot"/>
                <a:round/>
                <a:headEnd type="none" w="med" len="med"/>
                <a:tailEnd type="none" w="med" len="med"/>
              </a:ln>
            </p:spPr>
          </p:cxnSp>
        </p:grpSp>
      </p:grpSp>
      <p:sp>
        <p:nvSpPr>
          <p:cNvPr id="2903" name="Google Shape;2903;p57"/>
          <p:cNvSpPr txBox="1"/>
          <p:nvPr/>
        </p:nvSpPr>
        <p:spPr>
          <a:xfrm>
            <a:off x="713250" y="1804381"/>
            <a:ext cx="19932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MARS</a:t>
            </a:r>
            <a:endParaRPr sz="2000" b="1">
              <a:solidFill>
                <a:schemeClr val="accent3"/>
              </a:solidFill>
              <a:latin typeface="Orbitron"/>
              <a:ea typeface="Orbitron"/>
              <a:cs typeface="Orbitron"/>
              <a:sym typeface="Orbitron"/>
            </a:endParaRPr>
          </a:p>
        </p:txBody>
      </p:sp>
      <p:sp>
        <p:nvSpPr>
          <p:cNvPr id="2904" name="Google Shape;2904;p57"/>
          <p:cNvSpPr txBox="1"/>
          <p:nvPr/>
        </p:nvSpPr>
        <p:spPr>
          <a:xfrm>
            <a:off x="713250" y="2144475"/>
            <a:ext cx="21729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Despite being red, Mars is a cold place</a:t>
            </a:r>
            <a:endParaRPr>
              <a:solidFill>
                <a:schemeClr val="accent3"/>
              </a:solidFill>
              <a:latin typeface="Barlow"/>
              <a:ea typeface="Barlow"/>
              <a:cs typeface="Barlow"/>
              <a:sym typeface="Barlow"/>
            </a:endParaRPr>
          </a:p>
        </p:txBody>
      </p:sp>
      <p:sp>
        <p:nvSpPr>
          <p:cNvPr id="2905" name="Google Shape;2905;p57"/>
          <p:cNvSpPr txBox="1"/>
          <p:nvPr/>
        </p:nvSpPr>
        <p:spPr>
          <a:xfrm>
            <a:off x="6437550" y="1804381"/>
            <a:ext cx="1993200" cy="4251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000" b="1">
                <a:solidFill>
                  <a:schemeClr val="accent3"/>
                </a:solidFill>
                <a:latin typeface="Orbitron"/>
                <a:ea typeface="Orbitron"/>
                <a:cs typeface="Orbitron"/>
                <a:sym typeface="Orbitron"/>
              </a:rPr>
              <a:t>VENUS</a:t>
            </a:r>
            <a:endParaRPr sz="2000" b="1">
              <a:solidFill>
                <a:schemeClr val="accent3"/>
              </a:solidFill>
              <a:latin typeface="Orbitron"/>
              <a:ea typeface="Orbitron"/>
              <a:cs typeface="Orbitron"/>
              <a:sym typeface="Orbitron"/>
            </a:endParaRPr>
          </a:p>
        </p:txBody>
      </p:sp>
      <p:sp>
        <p:nvSpPr>
          <p:cNvPr id="2906" name="Google Shape;2906;p57"/>
          <p:cNvSpPr txBox="1"/>
          <p:nvPr/>
        </p:nvSpPr>
        <p:spPr>
          <a:xfrm>
            <a:off x="6437550" y="2144475"/>
            <a:ext cx="1993200" cy="67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3"/>
                </a:solidFill>
                <a:latin typeface="Barlow"/>
                <a:ea typeface="Barlow"/>
                <a:cs typeface="Barlow"/>
                <a:sym typeface="Barlow"/>
              </a:rPr>
              <a:t>Venus has a beautiful name</a:t>
            </a:r>
            <a:endParaRPr sz="1600">
              <a:solidFill>
                <a:schemeClr val="accent3"/>
              </a:solidFill>
              <a:latin typeface="Barlow"/>
              <a:ea typeface="Barlow"/>
              <a:cs typeface="Barlow"/>
              <a:sym typeface="Barlow"/>
            </a:endParaRPr>
          </a:p>
        </p:txBody>
      </p:sp>
      <p:sp>
        <p:nvSpPr>
          <p:cNvPr id="2907" name="Google Shape;2907;p57"/>
          <p:cNvSpPr txBox="1"/>
          <p:nvPr/>
        </p:nvSpPr>
        <p:spPr>
          <a:xfrm>
            <a:off x="713250" y="3249741"/>
            <a:ext cx="19932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JUPITER</a:t>
            </a:r>
            <a:endParaRPr sz="2000" b="1">
              <a:solidFill>
                <a:schemeClr val="accent3"/>
              </a:solidFill>
              <a:latin typeface="Orbitron"/>
              <a:ea typeface="Orbitron"/>
              <a:cs typeface="Orbitron"/>
              <a:sym typeface="Orbitron"/>
            </a:endParaRPr>
          </a:p>
        </p:txBody>
      </p:sp>
      <p:sp>
        <p:nvSpPr>
          <p:cNvPr id="2908" name="Google Shape;2908;p57"/>
          <p:cNvSpPr txBox="1"/>
          <p:nvPr/>
        </p:nvSpPr>
        <p:spPr>
          <a:xfrm>
            <a:off x="713250" y="3589826"/>
            <a:ext cx="21729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It’s the biggest planet in the Solar System</a:t>
            </a:r>
            <a:endParaRPr sz="1600">
              <a:solidFill>
                <a:schemeClr val="accent3"/>
              </a:solidFill>
              <a:latin typeface="Barlow"/>
              <a:ea typeface="Barlow"/>
              <a:cs typeface="Barlow"/>
              <a:sym typeface="Barlow"/>
            </a:endParaRPr>
          </a:p>
        </p:txBody>
      </p:sp>
      <p:sp>
        <p:nvSpPr>
          <p:cNvPr id="2909" name="Google Shape;2909;p57"/>
          <p:cNvSpPr txBox="1"/>
          <p:nvPr/>
        </p:nvSpPr>
        <p:spPr>
          <a:xfrm>
            <a:off x="6437550" y="3249741"/>
            <a:ext cx="1993200" cy="4251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000" b="1">
                <a:solidFill>
                  <a:schemeClr val="accent3"/>
                </a:solidFill>
                <a:latin typeface="Orbitron"/>
                <a:ea typeface="Orbitron"/>
                <a:cs typeface="Orbitron"/>
                <a:sym typeface="Orbitron"/>
              </a:rPr>
              <a:t>MERCURY</a:t>
            </a:r>
            <a:endParaRPr sz="2000" b="1">
              <a:solidFill>
                <a:schemeClr val="accent3"/>
              </a:solidFill>
              <a:latin typeface="Orbitron"/>
              <a:ea typeface="Orbitron"/>
              <a:cs typeface="Orbitron"/>
              <a:sym typeface="Orbitron"/>
            </a:endParaRPr>
          </a:p>
        </p:txBody>
      </p:sp>
      <p:sp>
        <p:nvSpPr>
          <p:cNvPr id="2910" name="Google Shape;2910;p57"/>
          <p:cNvSpPr txBox="1"/>
          <p:nvPr/>
        </p:nvSpPr>
        <p:spPr>
          <a:xfrm>
            <a:off x="6437550" y="3589826"/>
            <a:ext cx="1993200" cy="67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3"/>
                </a:solidFill>
                <a:latin typeface="Barlow"/>
                <a:ea typeface="Barlow"/>
                <a:cs typeface="Barlow"/>
                <a:sym typeface="Barlow"/>
              </a:rPr>
              <a:t>Mercury is the smallest of them all</a:t>
            </a:r>
            <a:endParaRPr sz="1600">
              <a:solidFill>
                <a:schemeClr val="accent3"/>
              </a:solidFill>
              <a:latin typeface="Barlow"/>
              <a:ea typeface="Barlow"/>
              <a:cs typeface="Barlow"/>
              <a:sym typeface="Barlow"/>
            </a:endParaRPr>
          </a:p>
        </p:txBody>
      </p:sp>
      <p:grpSp>
        <p:nvGrpSpPr>
          <p:cNvPr id="2911" name="Google Shape;2911;p57"/>
          <p:cNvGrpSpPr/>
          <p:nvPr/>
        </p:nvGrpSpPr>
        <p:grpSpPr>
          <a:xfrm>
            <a:off x="5409453" y="3572292"/>
            <a:ext cx="299440" cy="365757"/>
            <a:chOff x="7295925" y="1277900"/>
            <a:chExt cx="446925" cy="542425"/>
          </a:xfrm>
        </p:grpSpPr>
        <p:sp>
          <p:nvSpPr>
            <p:cNvPr id="2912" name="Google Shape;2912;p57"/>
            <p:cNvSpPr/>
            <p:nvPr/>
          </p:nvSpPr>
          <p:spPr>
            <a:xfrm>
              <a:off x="7348650" y="1353200"/>
              <a:ext cx="42100" cy="28350"/>
            </a:xfrm>
            <a:custGeom>
              <a:avLst/>
              <a:gdLst/>
              <a:ahLst/>
              <a:cxnLst/>
              <a:rect l="l" t="t" r="r" b="b"/>
              <a:pathLst>
                <a:path w="1684" h="1134" extrusionOk="0">
                  <a:moveTo>
                    <a:pt x="437" y="1"/>
                  </a:moveTo>
                  <a:cubicBezTo>
                    <a:pt x="433" y="1"/>
                    <a:pt x="429" y="1"/>
                    <a:pt x="425" y="1"/>
                  </a:cubicBezTo>
                  <a:cubicBezTo>
                    <a:pt x="191" y="1"/>
                    <a:pt x="1" y="191"/>
                    <a:pt x="1" y="425"/>
                  </a:cubicBezTo>
                  <a:cubicBezTo>
                    <a:pt x="1" y="659"/>
                    <a:pt x="191" y="849"/>
                    <a:pt x="425" y="849"/>
                  </a:cubicBezTo>
                  <a:cubicBezTo>
                    <a:pt x="571" y="849"/>
                    <a:pt x="710" y="906"/>
                    <a:pt x="815" y="1008"/>
                  </a:cubicBezTo>
                  <a:cubicBezTo>
                    <a:pt x="893" y="1090"/>
                    <a:pt x="1002" y="1134"/>
                    <a:pt x="1114" y="1134"/>
                  </a:cubicBezTo>
                  <a:cubicBezTo>
                    <a:pt x="1494" y="1134"/>
                    <a:pt x="1683" y="676"/>
                    <a:pt x="1412" y="411"/>
                  </a:cubicBezTo>
                  <a:cubicBezTo>
                    <a:pt x="1154" y="150"/>
                    <a:pt x="803" y="1"/>
                    <a:pt x="43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13" name="Google Shape;2913;p57"/>
            <p:cNvSpPr/>
            <p:nvPr/>
          </p:nvSpPr>
          <p:spPr>
            <a:xfrm>
              <a:off x="7392675" y="1353200"/>
              <a:ext cx="42000" cy="28350"/>
            </a:xfrm>
            <a:custGeom>
              <a:avLst/>
              <a:gdLst/>
              <a:ahLst/>
              <a:cxnLst/>
              <a:rect l="l" t="t" r="r" b="b"/>
              <a:pathLst>
                <a:path w="1680" h="1134" extrusionOk="0">
                  <a:moveTo>
                    <a:pt x="1256" y="1"/>
                  </a:moveTo>
                  <a:cubicBezTo>
                    <a:pt x="886" y="1"/>
                    <a:pt x="530" y="147"/>
                    <a:pt x="268" y="411"/>
                  </a:cubicBezTo>
                  <a:cubicBezTo>
                    <a:pt x="1" y="676"/>
                    <a:pt x="190" y="1134"/>
                    <a:pt x="567" y="1134"/>
                  </a:cubicBezTo>
                  <a:cubicBezTo>
                    <a:pt x="679" y="1134"/>
                    <a:pt x="788" y="1090"/>
                    <a:pt x="866" y="1012"/>
                  </a:cubicBezTo>
                  <a:cubicBezTo>
                    <a:pt x="971" y="906"/>
                    <a:pt x="1110" y="849"/>
                    <a:pt x="1256" y="849"/>
                  </a:cubicBezTo>
                  <a:cubicBezTo>
                    <a:pt x="1490" y="849"/>
                    <a:pt x="1680" y="659"/>
                    <a:pt x="1680" y="425"/>
                  </a:cubicBezTo>
                  <a:cubicBezTo>
                    <a:pt x="1680" y="191"/>
                    <a:pt x="1490" y="1"/>
                    <a:pt x="12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14" name="Google Shape;2914;p57"/>
            <p:cNvSpPr/>
            <p:nvPr/>
          </p:nvSpPr>
          <p:spPr>
            <a:xfrm>
              <a:off x="7475875" y="1412400"/>
              <a:ext cx="42000" cy="28350"/>
            </a:xfrm>
            <a:custGeom>
              <a:avLst/>
              <a:gdLst/>
              <a:ahLst/>
              <a:cxnLst/>
              <a:rect l="l" t="t" r="r" b="b"/>
              <a:pathLst>
                <a:path w="1680" h="1134" extrusionOk="0">
                  <a:moveTo>
                    <a:pt x="437" y="0"/>
                  </a:moveTo>
                  <a:cubicBezTo>
                    <a:pt x="432" y="0"/>
                    <a:pt x="428" y="0"/>
                    <a:pt x="424" y="1"/>
                  </a:cubicBezTo>
                  <a:cubicBezTo>
                    <a:pt x="190" y="1"/>
                    <a:pt x="0" y="190"/>
                    <a:pt x="0" y="425"/>
                  </a:cubicBezTo>
                  <a:cubicBezTo>
                    <a:pt x="0" y="659"/>
                    <a:pt x="190" y="849"/>
                    <a:pt x="424" y="849"/>
                  </a:cubicBezTo>
                  <a:cubicBezTo>
                    <a:pt x="570" y="849"/>
                    <a:pt x="709" y="906"/>
                    <a:pt x="814" y="1008"/>
                  </a:cubicBezTo>
                  <a:cubicBezTo>
                    <a:pt x="892" y="1089"/>
                    <a:pt x="1001" y="1133"/>
                    <a:pt x="1113" y="1133"/>
                  </a:cubicBezTo>
                  <a:cubicBezTo>
                    <a:pt x="1489" y="1133"/>
                    <a:pt x="1679" y="676"/>
                    <a:pt x="1411" y="411"/>
                  </a:cubicBezTo>
                  <a:cubicBezTo>
                    <a:pt x="1153" y="149"/>
                    <a:pt x="802" y="0"/>
                    <a:pt x="4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15" name="Google Shape;2915;p57"/>
            <p:cNvSpPr/>
            <p:nvPr/>
          </p:nvSpPr>
          <p:spPr>
            <a:xfrm>
              <a:off x="7519875" y="1412400"/>
              <a:ext cx="42000" cy="28350"/>
            </a:xfrm>
            <a:custGeom>
              <a:avLst/>
              <a:gdLst/>
              <a:ahLst/>
              <a:cxnLst/>
              <a:rect l="l" t="t" r="r" b="b"/>
              <a:pathLst>
                <a:path w="1680" h="1134" extrusionOk="0">
                  <a:moveTo>
                    <a:pt x="1244" y="0"/>
                  </a:moveTo>
                  <a:cubicBezTo>
                    <a:pt x="878" y="0"/>
                    <a:pt x="527" y="149"/>
                    <a:pt x="265" y="408"/>
                  </a:cubicBezTo>
                  <a:cubicBezTo>
                    <a:pt x="1" y="676"/>
                    <a:pt x="191" y="1133"/>
                    <a:pt x="567" y="1133"/>
                  </a:cubicBezTo>
                  <a:cubicBezTo>
                    <a:pt x="679" y="1133"/>
                    <a:pt x="788" y="1089"/>
                    <a:pt x="866" y="1008"/>
                  </a:cubicBezTo>
                  <a:cubicBezTo>
                    <a:pt x="968" y="909"/>
                    <a:pt x="1103" y="848"/>
                    <a:pt x="1244" y="848"/>
                  </a:cubicBezTo>
                  <a:cubicBezTo>
                    <a:pt x="1248" y="848"/>
                    <a:pt x="1252" y="848"/>
                    <a:pt x="1256" y="849"/>
                  </a:cubicBezTo>
                  <a:cubicBezTo>
                    <a:pt x="1490" y="849"/>
                    <a:pt x="1680" y="659"/>
                    <a:pt x="1680" y="425"/>
                  </a:cubicBezTo>
                  <a:cubicBezTo>
                    <a:pt x="1680" y="190"/>
                    <a:pt x="1490" y="1"/>
                    <a:pt x="1256" y="1"/>
                  </a:cubicBezTo>
                  <a:cubicBezTo>
                    <a:pt x="1252" y="0"/>
                    <a:pt x="1248" y="0"/>
                    <a:pt x="124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16" name="Google Shape;2916;p57"/>
            <p:cNvSpPr/>
            <p:nvPr/>
          </p:nvSpPr>
          <p:spPr>
            <a:xfrm>
              <a:off x="7647100" y="1353200"/>
              <a:ext cx="42000" cy="28350"/>
            </a:xfrm>
            <a:custGeom>
              <a:avLst/>
              <a:gdLst/>
              <a:ahLst/>
              <a:cxnLst/>
              <a:rect l="l" t="t" r="r" b="b"/>
              <a:pathLst>
                <a:path w="1680" h="1134" extrusionOk="0">
                  <a:moveTo>
                    <a:pt x="1255" y="1"/>
                  </a:moveTo>
                  <a:cubicBezTo>
                    <a:pt x="885" y="1"/>
                    <a:pt x="529" y="147"/>
                    <a:pt x="268" y="411"/>
                  </a:cubicBezTo>
                  <a:cubicBezTo>
                    <a:pt x="0" y="676"/>
                    <a:pt x="190" y="1134"/>
                    <a:pt x="567" y="1134"/>
                  </a:cubicBezTo>
                  <a:cubicBezTo>
                    <a:pt x="678" y="1134"/>
                    <a:pt x="787" y="1090"/>
                    <a:pt x="865" y="1012"/>
                  </a:cubicBezTo>
                  <a:cubicBezTo>
                    <a:pt x="970" y="906"/>
                    <a:pt x="1109" y="849"/>
                    <a:pt x="1255" y="849"/>
                  </a:cubicBezTo>
                  <a:cubicBezTo>
                    <a:pt x="1489" y="849"/>
                    <a:pt x="1679" y="659"/>
                    <a:pt x="1679" y="425"/>
                  </a:cubicBezTo>
                  <a:cubicBezTo>
                    <a:pt x="1679" y="191"/>
                    <a:pt x="1489" y="1"/>
                    <a:pt x="12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17" name="Google Shape;2917;p57"/>
            <p:cNvSpPr/>
            <p:nvPr/>
          </p:nvSpPr>
          <p:spPr>
            <a:xfrm>
              <a:off x="7603075" y="1353200"/>
              <a:ext cx="42075" cy="28350"/>
            </a:xfrm>
            <a:custGeom>
              <a:avLst/>
              <a:gdLst/>
              <a:ahLst/>
              <a:cxnLst/>
              <a:rect l="l" t="t" r="r" b="b"/>
              <a:pathLst>
                <a:path w="1683" h="1134" extrusionOk="0">
                  <a:moveTo>
                    <a:pt x="437" y="1"/>
                  </a:moveTo>
                  <a:cubicBezTo>
                    <a:pt x="433" y="1"/>
                    <a:pt x="429" y="1"/>
                    <a:pt x="425" y="1"/>
                  </a:cubicBezTo>
                  <a:cubicBezTo>
                    <a:pt x="190" y="1"/>
                    <a:pt x="1" y="191"/>
                    <a:pt x="1" y="425"/>
                  </a:cubicBezTo>
                  <a:cubicBezTo>
                    <a:pt x="1" y="659"/>
                    <a:pt x="190" y="849"/>
                    <a:pt x="425" y="849"/>
                  </a:cubicBezTo>
                  <a:cubicBezTo>
                    <a:pt x="570" y="849"/>
                    <a:pt x="709" y="906"/>
                    <a:pt x="815" y="1008"/>
                  </a:cubicBezTo>
                  <a:cubicBezTo>
                    <a:pt x="893" y="1090"/>
                    <a:pt x="1001" y="1134"/>
                    <a:pt x="1113" y="1134"/>
                  </a:cubicBezTo>
                  <a:cubicBezTo>
                    <a:pt x="1493" y="1134"/>
                    <a:pt x="1683" y="676"/>
                    <a:pt x="1412" y="411"/>
                  </a:cubicBezTo>
                  <a:cubicBezTo>
                    <a:pt x="1153" y="150"/>
                    <a:pt x="802" y="1"/>
                    <a:pt x="43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18" name="Google Shape;2918;p57"/>
            <p:cNvSpPr/>
            <p:nvPr/>
          </p:nvSpPr>
          <p:spPr>
            <a:xfrm>
              <a:off x="7295925" y="1277900"/>
              <a:ext cx="446925" cy="542425"/>
            </a:xfrm>
            <a:custGeom>
              <a:avLst/>
              <a:gdLst/>
              <a:ahLst/>
              <a:cxnLst/>
              <a:rect l="l" t="t" r="r" b="b"/>
              <a:pathLst>
                <a:path w="17877" h="21697" extrusionOk="0">
                  <a:moveTo>
                    <a:pt x="3830" y="845"/>
                  </a:moveTo>
                  <a:cubicBezTo>
                    <a:pt x="5000" y="845"/>
                    <a:pt x="5950" y="1795"/>
                    <a:pt x="5950" y="2965"/>
                  </a:cubicBezTo>
                  <a:cubicBezTo>
                    <a:pt x="5950" y="4488"/>
                    <a:pt x="4610" y="5974"/>
                    <a:pt x="3830" y="5974"/>
                  </a:cubicBezTo>
                  <a:cubicBezTo>
                    <a:pt x="3050" y="5974"/>
                    <a:pt x="1710" y="4488"/>
                    <a:pt x="1710" y="2969"/>
                  </a:cubicBezTo>
                  <a:lnTo>
                    <a:pt x="1710" y="2965"/>
                  </a:lnTo>
                  <a:cubicBezTo>
                    <a:pt x="1710" y="1795"/>
                    <a:pt x="2660" y="845"/>
                    <a:pt x="3830" y="845"/>
                  </a:cubicBezTo>
                  <a:close/>
                  <a:moveTo>
                    <a:pt x="14006" y="835"/>
                  </a:moveTo>
                  <a:cubicBezTo>
                    <a:pt x="15180" y="838"/>
                    <a:pt x="16126" y="1792"/>
                    <a:pt x="16126" y="2965"/>
                  </a:cubicBezTo>
                  <a:cubicBezTo>
                    <a:pt x="16126" y="4488"/>
                    <a:pt x="14787" y="5974"/>
                    <a:pt x="14006" y="5974"/>
                  </a:cubicBezTo>
                  <a:cubicBezTo>
                    <a:pt x="13230" y="5974"/>
                    <a:pt x="11886" y="4488"/>
                    <a:pt x="11886" y="2965"/>
                  </a:cubicBezTo>
                  <a:cubicBezTo>
                    <a:pt x="11886" y="1792"/>
                    <a:pt x="12833" y="838"/>
                    <a:pt x="14006" y="835"/>
                  </a:cubicBezTo>
                  <a:close/>
                  <a:moveTo>
                    <a:pt x="8918" y="3203"/>
                  </a:moveTo>
                  <a:cubicBezTo>
                    <a:pt x="10092" y="3206"/>
                    <a:pt x="11038" y="4159"/>
                    <a:pt x="11038" y="5333"/>
                  </a:cubicBezTo>
                  <a:cubicBezTo>
                    <a:pt x="11038" y="6853"/>
                    <a:pt x="9698" y="8342"/>
                    <a:pt x="8918" y="8342"/>
                  </a:cubicBezTo>
                  <a:cubicBezTo>
                    <a:pt x="8138" y="8342"/>
                    <a:pt x="6798" y="6853"/>
                    <a:pt x="6798" y="5333"/>
                  </a:cubicBezTo>
                  <a:cubicBezTo>
                    <a:pt x="6795" y="4159"/>
                    <a:pt x="7744" y="3206"/>
                    <a:pt x="8918" y="3203"/>
                  </a:cubicBezTo>
                  <a:close/>
                  <a:moveTo>
                    <a:pt x="5170" y="6286"/>
                  </a:moveTo>
                  <a:cubicBezTo>
                    <a:pt x="5940" y="6673"/>
                    <a:pt x="6506" y="7372"/>
                    <a:pt x="6723" y="8206"/>
                  </a:cubicBezTo>
                  <a:cubicBezTo>
                    <a:pt x="6438" y="8410"/>
                    <a:pt x="6184" y="8651"/>
                    <a:pt x="5967" y="8922"/>
                  </a:cubicBezTo>
                  <a:cubicBezTo>
                    <a:pt x="5939" y="8708"/>
                    <a:pt x="5759" y="8553"/>
                    <a:pt x="5549" y="8553"/>
                  </a:cubicBezTo>
                  <a:cubicBezTo>
                    <a:pt x="5532" y="8553"/>
                    <a:pt x="5516" y="8554"/>
                    <a:pt x="5499" y="8556"/>
                  </a:cubicBezTo>
                  <a:cubicBezTo>
                    <a:pt x="5282" y="8583"/>
                    <a:pt x="5119" y="8769"/>
                    <a:pt x="5122" y="8990"/>
                  </a:cubicBezTo>
                  <a:lnTo>
                    <a:pt x="5122" y="20849"/>
                  </a:lnTo>
                  <a:lnTo>
                    <a:pt x="4274" y="20849"/>
                  </a:lnTo>
                  <a:lnTo>
                    <a:pt x="4274" y="15350"/>
                  </a:lnTo>
                  <a:cubicBezTo>
                    <a:pt x="4278" y="15136"/>
                    <a:pt x="4125" y="14953"/>
                    <a:pt x="3915" y="14919"/>
                  </a:cubicBezTo>
                  <a:cubicBezTo>
                    <a:pt x="3892" y="14916"/>
                    <a:pt x="3870" y="14914"/>
                    <a:pt x="3848" y="14914"/>
                  </a:cubicBezTo>
                  <a:cubicBezTo>
                    <a:pt x="3618" y="14914"/>
                    <a:pt x="3426" y="15101"/>
                    <a:pt x="3426" y="15336"/>
                  </a:cubicBezTo>
                  <a:lnTo>
                    <a:pt x="3426" y="20849"/>
                  </a:lnTo>
                  <a:lnTo>
                    <a:pt x="2578" y="20849"/>
                  </a:lnTo>
                  <a:lnTo>
                    <a:pt x="2578" y="8990"/>
                  </a:lnTo>
                  <a:cubicBezTo>
                    <a:pt x="2581" y="8776"/>
                    <a:pt x="2429" y="8593"/>
                    <a:pt x="2219" y="8559"/>
                  </a:cubicBezTo>
                  <a:cubicBezTo>
                    <a:pt x="2196" y="8555"/>
                    <a:pt x="2174" y="8554"/>
                    <a:pt x="2152" y="8554"/>
                  </a:cubicBezTo>
                  <a:cubicBezTo>
                    <a:pt x="1922" y="8554"/>
                    <a:pt x="1730" y="8741"/>
                    <a:pt x="1730" y="8976"/>
                  </a:cubicBezTo>
                  <a:lnTo>
                    <a:pt x="1730" y="16537"/>
                  </a:lnTo>
                  <a:cubicBezTo>
                    <a:pt x="1221" y="16354"/>
                    <a:pt x="882" y="15876"/>
                    <a:pt x="882" y="15336"/>
                  </a:cubicBezTo>
                  <a:lnTo>
                    <a:pt x="882" y="8942"/>
                  </a:lnTo>
                  <a:cubicBezTo>
                    <a:pt x="882" y="7816"/>
                    <a:pt x="1520" y="6785"/>
                    <a:pt x="2531" y="6286"/>
                  </a:cubicBezTo>
                  <a:cubicBezTo>
                    <a:pt x="2968" y="6629"/>
                    <a:pt x="3430" y="6822"/>
                    <a:pt x="3850" y="6822"/>
                  </a:cubicBezTo>
                  <a:cubicBezTo>
                    <a:pt x="4271" y="6822"/>
                    <a:pt x="4732" y="6629"/>
                    <a:pt x="5170" y="6286"/>
                  </a:cubicBezTo>
                  <a:close/>
                  <a:moveTo>
                    <a:pt x="5970" y="19397"/>
                  </a:moveTo>
                  <a:cubicBezTo>
                    <a:pt x="6221" y="19587"/>
                    <a:pt x="6510" y="19716"/>
                    <a:pt x="6818" y="19780"/>
                  </a:cubicBezTo>
                  <a:lnTo>
                    <a:pt x="6818" y="20849"/>
                  </a:lnTo>
                  <a:lnTo>
                    <a:pt x="5970" y="20849"/>
                  </a:lnTo>
                  <a:lnTo>
                    <a:pt x="5970" y="19397"/>
                  </a:lnTo>
                  <a:close/>
                  <a:moveTo>
                    <a:pt x="10258" y="8651"/>
                  </a:moveTo>
                  <a:cubicBezTo>
                    <a:pt x="10319" y="8684"/>
                    <a:pt x="10383" y="8715"/>
                    <a:pt x="10441" y="8752"/>
                  </a:cubicBezTo>
                  <a:cubicBezTo>
                    <a:pt x="10451" y="8759"/>
                    <a:pt x="10465" y="8766"/>
                    <a:pt x="10475" y="8773"/>
                  </a:cubicBezTo>
                  <a:cubicBezTo>
                    <a:pt x="11364" y="9309"/>
                    <a:pt x="11907" y="10269"/>
                    <a:pt x="11907" y="11310"/>
                  </a:cubicBezTo>
                  <a:lnTo>
                    <a:pt x="11907" y="17704"/>
                  </a:lnTo>
                  <a:cubicBezTo>
                    <a:pt x="11903" y="18244"/>
                    <a:pt x="11564" y="18722"/>
                    <a:pt x="11059" y="18902"/>
                  </a:cubicBezTo>
                  <a:lnTo>
                    <a:pt x="11059" y="11344"/>
                  </a:lnTo>
                  <a:cubicBezTo>
                    <a:pt x="11059" y="11110"/>
                    <a:pt x="10869" y="10920"/>
                    <a:pt x="10635" y="10920"/>
                  </a:cubicBezTo>
                  <a:cubicBezTo>
                    <a:pt x="10400" y="10920"/>
                    <a:pt x="10210" y="11110"/>
                    <a:pt x="10210" y="11344"/>
                  </a:cubicBezTo>
                  <a:lnTo>
                    <a:pt x="10210" y="20849"/>
                  </a:lnTo>
                  <a:lnTo>
                    <a:pt x="9362" y="20849"/>
                  </a:lnTo>
                  <a:lnTo>
                    <a:pt x="9362" y="17718"/>
                  </a:lnTo>
                  <a:cubicBezTo>
                    <a:pt x="9366" y="17504"/>
                    <a:pt x="9213" y="17321"/>
                    <a:pt x="9003" y="17284"/>
                  </a:cubicBezTo>
                  <a:cubicBezTo>
                    <a:pt x="8982" y="17281"/>
                    <a:pt x="8961" y="17279"/>
                    <a:pt x="8941" y="17279"/>
                  </a:cubicBezTo>
                  <a:cubicBezTo>
                    <a:pt x="8709" y="17279"/>
                    <a:pt x="8514" y="17467"/>
                    <a:pt x="8514" y="17704"/>
                  </a:cubicBezTo>
                  <a:lnTo>
                    <a:pt x="8514" y="20849"/>
                  </a:lnTo>
                  <a:lnTo>
                    <a:pt x="7666" y="20849"/>
                  </a:lnTo>
                  <a:lnTo>
                    <a:pt x="7666" y="13264"/>
                  </a:lnTo>
                  <a:cubicBezTo>
                    <a:pt x="7670" y="13050"/>
                    <a:pt x="7517" y="12867"/>
                    <a:pt x="7307" y="12833"/>
                  </a:cubicBezTo>
                  <a:cubicBezTo>
                    <a:pt x="7284" y="12829"/>
                    <a:pt x="7262" y="12828"/>
                    <a:pt x="7240" y="12828"/>
                  </a:cubicBezTo>
                  <a:cubicBezTo>
                    <a:pt x="7010" y="12828"/>
                    <a:pt x="6818" y="13015"/>
                    <a:pt x="6818" y="13250"/>
                  </a:cubicBezTo>
                  <a:lnTo>
                    <a:pt x="6818" y="18902"/>
                  </a:lnTo>
                  <a:cubicBezTo>
                    <a:pt x="6313" y="18722"/>
                    <a:pt x="5974" y="18244"/>
                    <a:pt x="5970" y="17704"/>
                  </a:cubicBezTo>
                  <a:lnTo>
                    <a:pt x="5970" y="11310"/>
                  </a:lnTo>
                  <a:cubicBezTo>
                    <a:pt x="5970" y="10269"/>
                    <a:pt x="6513" y="9309"/>
                    <a:pt x="7402" y="8773"/>
                  </a:cubicBezTo>
                  <a:cubicBezTo>
                    <a:pt x="7412" y="8766"/>
                    <a:pt x="7426" y="8759"/>
                    <a:pt x="7436" y="8752"/>
                  </a:cubicBezTo>
                  <a:cubicBezTo>
                    <a:pt x="7493" y="8715"/>
                    <a:pt x="7558" y="8684"/>
                    <a:pt x="7619" y="8651"/>
                  </a:cubicBezTo>
                  <a:cubicBezTo>
                    <a:pt x="8056" y="8997"/>
                    <a:pt x="8518" y="9190"/>
                    <a:pt x="8938" y="9190"/>
                  </a:cubicBezTo>
                  <a:cubicBezTo>
                    <a:pt x="9359" y="9190"/>
                    <a:pt x="9820" y="8997"/>
                    <a:pt x="10258" y="8651"/>
                  </a:cubicBezTo>
                  <a:close/>
                  <a:moveTo>
                    <a:pt x="11907" y="19393"/>
                  </a:moveTo>
                  <a:lnTo>
                    <a:pt x="11907" y="20849"/>
                  </a:lnTo>
                  <a:lnTo>
                    <a:pt x="11059" y="20849"/>
                  </a:lnTo>
                  <a:lnTo>
                    <a:pt x="11059" y="19780"/>
                  </a:lnTo>
                  <a:cubicBezTo>
                    <a:pt x="11367" y="19716"/>
                    <a:pt x="11656" y="19583"/>
                    <a:pt x="11907" y="19393"/>
                  </a:cubicBezTo>
                  <a:close/>
                  <a:moveTo>
                    <a:pt x="15329" y="6273"/>
                  </a:moveTo>
                  <a:cubicBezTo>
                    <a:pt x="16350" y="6778"/>
                    <a:pt x="16995" y="7816"/>
                    <a:pt x="16995" y="8956"/>
                  </a:cubicBezTo>
                  <a:lnTo>
                    <a:pt x="16995" y="15336"/>
                  </a:lnTo>
                  <a:cubicBezTo>
                    <a:pt x="16991" y="15876"/>
                    <a:pt x="16652" y="16354"/>
                    <a:pt x="16147" y="16534"/>
                  </a:cubicBezTo>
                  <a:lnTo>
                    <a:pt x="16147" y="8976"/>
                  </a:lnTo>
                  <a:cubicBezTo>
                    <a:pt x="16147" y="8742"/>
                    <a:pt x="15957" y="8552"/>
                    <a:pt x="15723" y="8552"/>
                  </a:cubicBezTo>
                  <a:cubicBezTo>
                    <a:pt x="15489" y="8552"/>
                    <a:pt x="15299" y="8742"/>
                    <a:pt x="15299" y="8976"/>
                  </a:cubicBezTo>
                  <a:lnTo>
                    <a:pt x="15299" y="20849"/>
                  </a:lnTo>
                  <a:lnTo>
                    <a:pt x="14451" y="20849"/>
                  </a:lnTo>
                  <a:lnTo>
                    <a:pt x="14451" y="15350"/>
                  </a:lnTo>
                  <a:cubicBezTo>
                    <a:pt x="14454" y="15136"/>
                    <a:pt x="14301" y="14953"/>
                    <a:pt x="14091" y="14919"/>
                  </a:cubicBezTo>
                  <a:cubicBezTo>
                    <a:pt x="14069" y="14916"/>
                    <a:pt x="14046" y="14914"/>
                    <a:pt x="14024" y="14914"/>
                  </a:cubicBezTo>
                  <a:cubicBezTo>
                    <a:pt x="13795" y="14914"/>
                    <a:pt x="13603" y="15101"/>
                    <a:pt x="13603" y="15336"/>
                  </a:cubicBezTo>
                  <a:lnTo>
                    <a:pt x="13603" y="20849"/>
                  </a:lnTo>
                  <a:lnTo>
                    <a:pt x="12714" y="20849"/>
                  </a:lnTo>
                  <a:lnTo>
                    <a:pt x="12714" y="17704"/>
                  </a:lnTo>
                  <a:lnTo>
                    <a:pt x="12755" y="17704"/>
                  </a:lnTo>
                  <a:lnTo>
                    <a:pt x="12755" y="11310"/>
                  </a:lnTo>
                  <a:lnTo>
                    <a:pt x="12714" y="11310"/>
                  </a:lnTo>
                  <a:lnTo>
                    <a:pt x="12714" y="8997"/>
                  </a:lnTo>
                  <a:cubicBezTo>
                    <a:pt x="12717" y="8773"/>
                    <a:pt x="12541" y="8579"/>
                    <a:pt x="12317" y="8566"/>
                  </a:cubicBezTo>
                  <a:cubicBezTo>
                    <a:pt x="12306" y="8565"/>
                    <a:pt x="12295" y="8564"/>
                    <a:pt x="12284" y="8564"/>
                  </a:cubicBezTo>
                  <a:cubicBezTo>
                    <a:pt x="12071" y="8564"/>
                    <a:pt x="11888" y="8719"/>
                    <a:pt x="11859" y="8935"/>
                  </a:cubicBezTo>
                  <a:cubicBezTo>
                    <a:pt x="11639" y="8661"/>
                    <a:pt x="11381" y="8416"/>
                    <a:pt x="11092" y="8213"/>
                  </a:cubicBezTo>
                  <a:cubicBezTo>
                    <a:pt x="11316" y="7372"/>
                    <a:pt x="11886" y="6666"/>
                    <a:pt x="12666" y="6276"/>
                  </a:cubicBezTo>
                  <a:cubicBezTo>
                    <a:pt x="13107" y="6622"/>
                    <a:pt x="13572" y="6815"/>
                    <a:pt x="13996" y="6815"/>
                  </a:cubicBezTo>
                  <a:cubicBezTo>
                    <a:pt x="14420" y="6815"/>
                    <a:pt x="14888" y="6622"/>
                    <a:pt x="15329" y="6273"/>
                  </a:cubicBezTo>
                  <a:close/>
                  <a:moveTo>
                    <a:pt x="3850" y="1"/>
                  </a:moveTo>
                  <a:cubicBezTo>
                    <a:pt x="2212" y="1"/>
                    <a:pt x="882" y="1327"/>
                    <a:pt x="882" y="2969"/>
                  </a:cubicBezTo>
                  <a:cubicBezTo>
                    <a:pt x="882" y="3851"/>
                    <a:pt x="1231" y="4804"/>
                    <a:pt x="1842" y="5587"/>
                  </a:cubicBezTo>
                  <a:cubicBezTo>
                    <a:pt x="1862" y="5611"/>
                    <a:pt x="1883" y="5638"/>
                    <a:pt x="1903" y="5662"/>
                  </a:cubicBezTo>
                  <a:cubicBezTo>
                    <a:pt x="1428" y="5947"/>
                    <a:pt x="1018" y="6330"/>
                    <a:pt x="706" y="6788"/>
                  </a:cubicBezTo>
                  <a:cubicBezTo>
                    <a:pt x="268" y="7419"/>
                    <a:pt x="34" y="8172"/>
                    <a:pt x="34" y="8942"/>
                  </a:cubicBezTo>
                  <a:lnTo>
                    <a:pt x="34" y="15336"/>
                  </a:lnTo>
                  <a:cubicBezTo>
                    <a:pt x="37" y="16344"/>
                    <a:pt x="746" y="17209"/>
                    <a:pt x="1730" y="17416"/>
                  </a:cubicBezTo>
                  <a:lnTo>
                    <a:pt x="1730" y="20849"/>
                  </a:lnTo>
                  <a:lnTo>
                    <a:pt x="472" y="20849"/>
                  </a:lnTo>
                  <a:cubicBezTo>
                    <a:pt x="469" y="20849"/>
                    <a:pt x="467" y="20849"/>
                    <a:pt x="465" y="20849"/>
                  </a:cubicBezTo>
                  <a:cubicBezTo>
                    <a:pt x="254" y="20849"/>
                    <a:pt x="74" y="21000"/>
                    <a:pt x="37" y="21212"/>
                  </a:cubicBezTo>
                  <a:cubicBezTo>
                    <a:pt x="0" y="21466"/>
                    <a:pt x="200" y="21697"/>
                    <a:pt x="458" y="21697"/>
                  </a:cubicBezTo>
                  <a:lnTo>
                    <a:pt x="17405" y="21697"/>
                  </a:lnTo>
                  <a:cubicBezTo>
                    <a:pt x="17408" y="21697"/>
                    <a:pt x="17410" y="21697"/>
                    <a:pt x="17412" y="21697"/>
                  </a:cubicBezTo>
                  <a:cubicBezTo>
                    <a:pt x="17623" y="21697"/>
                    <a:pt x="17803" y="21545"/>
                    <a:pt x="17839" y="21337"/>
                  </a:cubicBezTo>
                  <a:cubicBezTo>
                    <a:pt x="17877" y="21079"/>
                    <a:pt x="17677" y="20849"/>
                    <a:pt x="17419" y="20849"/>
                  </a:cubicBezTo>
                  <a:lnTo>
                    <a:pt x="16147" y="20849"/>
                  </a:lnTo>
                  <a:lnTo>
                    <a:pt x="16147" y="17416"/>
                  </a:lnTo>
                  <a:cubicBezTo>
                    <a:pt x="17131" y="17209"/>
                    <a:pt x="17839" y="16344"/>
                    <a:pt x="17843" y="15336"/>
                  </a:cubicBezTo>
                  <a:lnTo>
                    <a:pt x="17843" y="8942"/>
                  </a:lnTo>
                  <a:cubicBezTo>
                    <a:pt x="17843" y="8172"/>
                    <a:pt x="17609" y="7419"/>
                    <a:pt x="17171" y="6788"/>
                  </a:cubicBezTo>
                  <a:cubicBezTo>
                    <a:pt x="16859" y="6330"/>
                    <a:pt x="16449" y="5947"/>
                    <a:pt x="15974" y="5662"/>
                  </a:cubicBezTo>
                  <a:cubicBezTo>
                    <a:pt x="15994" y="5638"/>
                    <a:pt x="16011" y="5611"/>
                    <a:pt x="16031" y="5587"/>
                  </a:cubicBezTo>
                  <a:cubicBezTo>
                    <a:pt x="16645" y="4804"/>
                    <a:pt x="16995" y="3847"/>
                    <a:pt x="16995" y="2969"/>
                  </a:cubicBezTo>
                  <a:cubicBezTo>
                    <a:pt x="16995" y="1327"/>
                    <a:pt x="15665" y="1"/>
                    <a:pt x="14027" y="1"/>
                  </a:cubicBezTo>
                  <a:cubicBezTo>
                    <a:pt x="12388" y="1"/>
                    <a:pt x="11059" y="1327"/>
                    <a:pt x="11059" y="2969"/>
                  </a:cubicBezTo>
                  <a:cubicBezTo>
                    <a:pt x="11059" y="3067"/>
                    <a:pt x="11065" y="3165"/>
                    <a:pt x="11072" y="3267"/>
                  </a:cubicBezTo>
                  <a:cubicBezTo>
                    <a:pt x="10490" y="2658"/>
                    <a:pt x="9714" y="2354"/>
                    <a:pt x="8938" y="2354"/>
                  </a:cubicBezTo>
                  <a:cubicBezTo>
                    <a:pt x="8162" y="2354"/>
                    <a:pt x="7387" y="2658"/>
                    <a:pt x="6805" y="3267"/>
                  </a:cubicBezTo>
                  <a:cubicBezTo>
                    <a:pt x="6815" y="3165"/>
                    <a:pt x="6818" y="3067"/>
                    <a:pt x="6818" y="2969"/>
                  </a:cubicBezTo>
                  <a:cubicBezTo>
                    <a:pt x="6818" y="1327"/>
                    <a:pt x="5489" y="1"/>
                    <a:pt x="385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19" name="Google Shape;2919;p57"/>
            <p:cNvSpPr/>
            <p:nvPr/>
          </p:nvSpPr>
          <p:spPr>
            <a:xfrm>
              <a:off x="7463150" y="1550800"/>
              <a:ext cx="24525" cy="21250"/>
            </a:xfrm>
            <a:custGeom>
              <a:avLst/>
              <a:gdLst/>
              <a:ahLst/>
              <a:cxnLst/>
              <a:rect l="l" t="t" r="r" b="b"/>
              <a:pathLst>
                <a:path w="981" h="850" extrusionOk="0">
                  <a:moveTo>
                    <a:pt x="551" y="0"/>
                  </a:moveTo>
                  <a:cubicBezTo>
                    <a:pt x="232" y="0"/>
                    <a:pt x="1" y="371"/>
                    <a:pt x="204" y="665"/>
                  </a:cubicBezTo>
                  <a:cubicBezTo>
                    <a:pt x="292" y="793"/>
                    <a:pt x="422" y="850"/>
                    <a:pt x="550" y="850"/>
                  </a:cubicBezTo>
                  <a:cubicBezTo>
                    <a:pt x="766" y="850"/>
                    <a:pt x="977" y="688"/>
                    <a:pt x="977" y="428"/>
                  </a:cubicBezTo>
                  <a:cubicBezTo>
                    <a:pt x="981" y="248"/>
                    <a:pt x="869" y="89"/>
                    <a:pt x="703" y="28"/>
                  </a:cubicBezTo>
                  <a:cubicBezTo>
                    <a:pt x="651" y="9"/>
                    <a:pt x="600" y="0"/>
                    <a:pt x="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grpSp>
      <p:grpSp>
        <p:nvGrpSpPr>
          <p:cNvPr id="2920" name="Google Shape;2920;p57"/>
          <p:cNvGrpSpPr/>
          <p:nvPr/>
        </p:nvGrpSpPr>
        <p:grpSpPr>
          <a:xfrm>
            <a:off x="3456920" y="3572298"/>
            <a:ext cx="255706" cy="365759"/>
            <a:chOff x="2812300" y="1277575"/>
            <a:chExt cx="381650" cy="542750"/>
          </a:xfrm>
        </p:grpSpPr>
        <p:sp>
          <p:nvSpPr>
            <p:cNvPr id="2921" name="Google Shape;2921;p57"/>
            <p:cNvSpPr/>
            <p:nvPr/>
          </p:nvSpPr>
          <p:spPr>
            <a:xfrm>
              <a:off x="2871000" y="1355000"/>
              <a:ext cx="52425" cy="56775"/>
            </a:xfrm>
            <a:custGeom>
              <a:avLst/>
              <a:gdLst/>
              <a:ahLst/>
              <a:cxnLst/>
              <a:rect l="l" t="t" r="r" b="b"/>
              <a:pathLst>
                <a:path w="2097" h="2271" extrusionOk="0">
                  <a:moveTo>
                    <a:pt x="1622" y="1"/>
                  </a:moveTo>
                  <a:cubicBezTo>
                    <a:pt x="1520" y="1"/>
                    <a:pt x="1418" y="37"/>
                    <a:pt x="1337" y="112"/>
                  </a:cubicBezTo>
                  <a:cubicBezTo>
                    <a:pt x="848" y="553"/>
                    <a:pt x="434" y="1069"/>
                    <a:pt x="112" y="1638"/>
                  </a:cubicBezTo>
                  <a:cubicBezTo>
                    <a:pt x="0" y="1845"/>
                    <a:pt x="71" y="2103"/>
                    <a:pt x="275" y="2215"/>
                  </a:cubicBezTo>
                  <a:cubicBezTo>
                    <a:pt x="341" y="2253"/>
                    <a:pt x="413" y="2270"/>
                    <a:pt x="484" y="2270"/>
                  </a:cubicBezTo>
                  <a:cubicBezTo>
                    <a:pt x="632" y="2270"/>
                    <a:pt x="776" y="2193"/>
                    <a:pt x="852" y="2056"/>
                  </a:cubicBezTo>
                  <a:cubicBezTo>
                    <a:pt x="1130" y="1564"/>
                    <a:pt x="1483" y="1119"/>
                    <a:pt x="1903" y="746"/>
                  </a:cubicBezTo>
                  <a:cubicBezTo>
                    <a:pt x="2080" y="590"/>
                    <a:pt x="2097" y="319"/>
                    <a:pt x="1937" y="142"/>
                  </a:cubicBezTo>
                  <a:cubicBezTo>
                    <a:pt x="1854" y="49"/>
                    <a:pt x="1738" y="1"/>
                    <a:pt x="16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22" name="Google Shape;2922;p57"/>
            <p:cNvSpPr/>
            <p:nvPr/>
          </p:nvSpPr>
          <p:spPr>
            <a:xfrm>
              <a:off x="2969275" y="1613650"/>
              <a:ext cx="67700" cy="21225"/>
            </a:xfrm>
            <a:custGeom>
              <a:avLst/>
              <a:gdLst/>
              <a:ahLst/>
              <a:cxnLst/>
              <a:rect l="l" t="t" r="r" b="b"/>
              <a:pathLst>
                <a:path w="2708" h="849" extrusionOk="0">
                  <a:moveTo>
                    <a:pt x="465" y="0"/>
                  </a:moveTo>
                  <a:cubicBezTo>
                    <a:pt x="255" y="0"/>
                    <a:pt x="75" y="152"/>
                    <a:pt x="41" y="360"/>
                  </a:cubicBezTo>
                  <a:cubicBezTo>
                    <a:pt x="1" y="617"/>
                    <a:pt x="201" y="848"/>
                    <a:pt x="459" y="848"/>
                  </a:cubicBezTo>
                  <a:lnTo>
                    <a:pt x="2250" y="848"/>
                  </a:lnTo>
                  <a:cubicBezTo>
                    <a:pt x="2511" y="848"/>
                    <a:pt x="2708" y="617"/>
                    <a:pt x="2670" y="360"/>
                  </a:cubicBezTo>
                  <a:cubicBezTo>
                    <a:pt x="2637" y="152"/>
                    <a:pt x="2454" y="0"/>
                    <a:pt x="2243" y="0"/>
                  </a:cubicBezTo>
                  <a:cubicBezTo>
                    <a:pt x="2241" y="0"/>
                    <a:pt x="2238" y="0"/>
                    <a:pt x="2236" y="0"/>
                  </a:cubicBezTo>
                  <a:lnTo>
                    <a:pt x="472" y="0"/>
                  </a:lnTo>
                  <a:cubicBezTo>
                    <a:pt x="470" y="0"/>
                    <a:pt x="468" y="0"/>
                    <a:pt x="4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23" name="Google Shape;2923;p57"/>
            <p:cNvSpPr/>
            <p:nvPr/>
          </p:nvSpPr>
          <p:spPr>
            <a:xfrm>
              <a:off x="2812300" y="1277575"/>
              <a:ext cx="381650" cy="542750"/>
            </a:xfrm>
            <a:custGeom>
              <a:avLst/>
              <a:gdLst/>
              <a:ahLst/>
              <a:cxnLst/>
              <a:rect l="l" t="t" r="r" b="b"/>
              <a:pathLst>
                <a:path w="15266" h="21710" extrusionOk="0">
                  <a:moveTo>
                    <a:pt x="7633" y="848"/>
                  </a:moveTo>
                  <a:cubicBezTo>
                    <a:pt x="11375" y="848"/>
                    <a:pt x="14418" y="3908"/>
                    <a:pt x="14418" y="7666"/>
                  </a:cubicBezTo>
                  <a:cubicBezTo>
                    <a:pt x="14418" y="9810"/>
                    <a:pt x="13549" y="12151"/>
                    <a:pt x="12036" y="14088"/>
                  </a:cubicBezTo>
                  <a:cubicBezTo>
                    <a:pt x="10652" y="15858"/>
                    <a:pt x="8966" y="16961"/>
                    <a:pt x="7633" y="16961"/>
                  </a:cubicBezTo>
                  <a:cubicBezTo>
                    <a:pt x="6303" y="16961"/>
                    <a:pt x="4618" y="15858"/>
                    <a:pt x="3230" y="14084"/>
                  </a:cubicBezTo>
                  <a:lnTo>
                    <a:pt x="3230" y="14088"/>
                  </a:lnTo>
                  <a:cubicBezTo>
                    <a:pt x="1717" y="12151"/>
                    <a:pt x="849" y="9810"/>
                    <a:pt x="849" y="7666"/>
                  </a:cubicBezTo>
                  <a:cubicBezTo>
                    <a:pt x="849" y="3908"/>
                    <a:pt x="3895" y="848"/>
                    <a:pt x="7633" y="848"/>
                  </a:cubicBezTo>
                  <a:close/>
                  <a:moveTo>
                    <a:pt x="9411" y="17381"/>
                  </a:moveTo>
                  <a:cubicBezTo>
                    <a:pt x="9886" y="18294"/>
                    <a:pt x="10951" y="18592"/>
                    <a:pt x="11901" y="18857"/>
                  </a:cubicBezTo>
                  <a:cubicBezTo>
                    <a:pt x="13132" y="19200"/>
                    <a:pt x="14211" y="19501"/>
                    <a:pt x="14394" y="20862"/>
                  </a:cubicBezTo>
                  <a:lnTo>
                    <a:pt x="876" y="20862"/>
                  </a:lnTo>
                  <a:cubicBezTo>
                    <a:pt x="1056" y="19501"/>
                    <a:pt x="2134" y="19200"/>
                    <a:pt x="3369" y="18857"/>
                  </a:cubicBezTo>
                  <a:cubicBezTo>
                    <a:pt x="4319" y="18592"/>
                    <a:pt x="5384" y="18294"/>
                    <a:pt x="5856" y="17381"/>
                  </a:cubicBezTo>
                  <a:cubicBezTo>
                    <a:pt x="6466" y="17659"/>
                    <a:pt x="7070" y="17809"/>
                    <a:pt x="7633" y="17809"/>
                  </a:cubicBezTo>
                  <a:cubicBezTo>
                    <a:pt x="8200" y="17809"/>
                    <a:pt x="8803" y="17659"/>
                    <a:pt x="9411" y="17381"/>
                  </a:cubicBezTo>
                  <a:close/>
                  <a:moveTo>
                    <a:pt x="7633" y="0"/>
                  </a:moveTo>
                  <a:cubicBezTo>
                    <a:pt x="3423" y="0"/>
                    <a:pt x="1" y="3440"/>
                    <a:pt x="1" y="7663"/>
                  </a:cubicBezTo>
                  <a:cubicBezTo>
                    <a:pt x="1" y="9997"/>
                    <a:pt x="934" y="12524"/>
                    <a:pt x="2562" y="14610"/>
                  </a:cubicBezTo>
                  <a:cubicBezTo>
                    <a:pt x="3352" y="15621"/>
                    <a:pt x="4227" y="16428"/>
                    <a:pt x="5109" y="16978"/>
                  </a:cubicBezTo>
                  <a:cubicBezTo>
                    <a:pt x="4828" y="17531"/>
                    <a:pt x="4156" y="17758"/>
                    <a:pt x="3139" y="18039"/>
                  </a:cubicBezTo>
                  <a:cubicBezTo>
                    <a:pt x="1741" y="18430"/>
                    <a:pt x="1" y="18915"/>
                    <a:pt x="1" y="21286"/>
                  </a:cubicBezTo>
                  <a:cubicBezTo>
                    <a:pt x="1" y="21520"/>
                    <a:pt x="191" y="21710"/>
                    <a:pt x="425" y="21710"/>
                  </a:cubicBezTo>
                  <a:lnTo>
                    <a:pt x="14842" y="21710"/>
                  </a:lnTo>
                  <a:cubicBezTo>
                    <a:pt x="15076" y="21710"/>
                    <a:pt x="15266" y="21520"/>
                    <a:pt x="15266" y="21286"/>
                  </a:cubicBezTo>
                  <a:cubicBezTo>
                    <a:pt x="15266" y="18915"/>
                    <a:pt x="13529" y="18430"/>
                    <a:pt x="12128" y="18039"/>
                  </a:cubicBezTo>
                  <a:cubicBezTo>
                    <a:pt x="11242" y="17795"/>
                    <a:pt x="10466" y="17578"/>
                    <a:pt x="10160" y="16978"/>
                  </a:cubicBezTo>
                  <a:cubicBezTo>
                    <a:pt x="11039" y="16425"/>
                    <a:pt x="11914" y="15621"/>
                    <a:pt x="12704" y="14610"/>
                  </a:cubicBezTo>
                  <a:cubicBezTo>
                    <a:pt x="14333" y="12524"/>
                    <a:pt x="15266" y="9993"/>
                    <a:pt x="15266" y="7663"/>
                  </a:cubicBezTo>
                  <a:cubicBezTo>
                    <a:pt x="15266" y="3440"/>
                    <a:pt x="11839" y="0"/>
                    <a:pt x="76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24" name="Google Shape;2924;p57"/>
            <p:cNvSpPr/>
            <p:nvPr/>
          </p:nvSpPr>
          <p:spPr>
            <a:xfrm>
              <a:off x="2854450" y="1463950"/>
              <a:ext cx="146475" cy="129350"/>
            </a:xfrm>
            <a:custGeom>
              <a:avLst/>
              <a:gdLst/>
              <a:ahLst/>
              <a:cxnLst/>
              <a:rect l="l" t="t" r="r" b="b"/>
              <a:pathLst>
                <a:path w="5859" h="5174" extrusionOk="0">
                  <a:moveTo>
                    <a:pt x="2100" y="849"/>
                  </a:moveTo>
                  <a:cubicBezTo>
                    <a:pt x="2657" y="849"/>
                    <a:pt x="3301" y="1164"/>
                    <a:pt x="3824" y="1687"/>
                  </a:cubicBezTo>
                  <a:cubicBezTo>
                    <a:pt x="4634" y="2501"/>
                    <a:pt x="4906" y="3600"/>
                    <a:pt x="4421" y="4088"/>
                  </a:cubicBezTo>
                  <a:cubicBezTo>
                    <a:pt x="4224" y="4285"/>
                    <a:pt x="3953" y="4326"/>
                    <a:pt x="3759" y="4326"/>
                  </a:cubicBezTo>
                  <a:cubicBezTo>
                    <a:pt x="3203" y="4326"/>
                    <a:pt x="2558" y="4014"/>
                    <a:pt x="2036" y="3488"/>
                  </a:cubicBezTo>
                  <a:cubicBezTo>
                    <a:pt x="1225" y="2674"/>
                    <a:pt x="954" y="1575"/>
                    <a:pt x="1439" y="1090"/>
                  </a:cubicBezTo>
                  <a:cubicBezTo>
                    <a:pt x="1636" y="893"/>
                    <a:pt x="1904" y="849"/>
                    <a:pt x="2100" y="849"/>
                  </a:cubicBezTo>
                  <a:close/>
                  <a:moveTo>
                    <a:pt x="2100" y="1"/>
                  </a:moveTo>
                  <a:cubicBezTo>
                    <a:pt x="1592" y="1"/>
                    <a:pt x="1157" y="171"/>
                    <a:pt x="839" y="489"/>
                  </a:cubicBezTo>
                  <a:cubicBezTo>
                    <a:pt x="1" y="1331"/>
                    <a:pt x="262" y="2911"/>
                    <a:pt x="1436" y="4088"/>
                  </a:cubicBezTo>
                  <a:cubicBezTo>
                    <a:pt x="2114" y="4767"/>
                    <a:pt x="2982" y="5174"/>
                    <a:pt x="3759" y="5174"/>
                  </a:cubicBezTo>
                  <a:cubicBezTo>
                    <a:pt x="4268" y="5174"/>
                    <a:pt x="4702" y="5004"/>
                    <a:pt x="5021" y="4685"/>
                  </a:cubicBezTo>
                  <a:cubicBezTo>
                    <a:pt x="5859" y="3848"/>
                    <a:pt x="5594" y="2267"/>
                    <a:pt x="4424" y="1090"/>
                  </a:cubicBezTo>
                  <a:cubicBezTo>
                    <a:pt x="3746" y="408"/>
                    <a:pt x="2877" y="1"/>
                    <a:pt x="21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25" name="Google Shape;2925;p57"/>
            <p:cNvSpPr/>
            <p:nvPr/>
          </p:nvSpPr>
          <p:spPr>
            <a:xfrm>
              <a:off x="3005400" y="1464125"/>
              <a:ext cx="146500" cy="129350"/>
            </a:xfrm>
            <a:custGeom>
              <a:avLst/>
              <a:gdLst/>
              <a:ahLst/>
              <a:cxnLst/>
              <a:rect l="l" t="t" r="r" b="b"/>
              <a:pathLst>
                <a:path w="5860" h="5174" extrusionOk="0">
                  <a:moveTo>
                    <a:pt x="3759" y="842"/>
                  </a:moveTo>
                  <a:cubicBezTo>
                    <a:pt x="3953" y="842"/>
                    <a:pt x="4224" y="886"/>
                    <a:pt x="4421" y="1079"/>
                  </a:cubicBezTo>
                  <a:cubicBezTo>
                    <a:pt x="4906" y="1568"/>
                    <a:pt x="4631" y="2667"/>
                    <a:pt x="3824" y="3481"/>
                  </a:cubicBezTo>
                  <a:cubicBezTo>
                    <a:pt x="3301" y="4007"/>
                    <a:pt x="2657" y="4319"/>
                    <a:pt x="2101" y="4319"/>
                  </a:cubicBezTo>
                  <a:cubicBezTo>
                    <a:pt x="1907" y="4319"/>
                    <a:pt x="1632" y="4275"/>
                    <a:pt x="1439" y="4081"/>
                  </a:cubicBezTo>
                  <a:cubicBezTo>
                    <a:pt x="954" y="3593"/>
                    <a:pt x="1225" y="2494"/>
                    <a:pt x="2036" y="1680"/>
                  </a:cubicBezTo>
                  <a:cubicBezTo>
                    <a:pt x="2558" y="1154"/>
                    <a:pt x="3203" y="842"/>
                    <a:pt x="3759" y="842"/>
                  </a:cubicBezTo>
                  <a:close/>
                  <a:moveTo>
                    <a:pt x="3759" y="1"/>
                  </a:moveTo>
                  <a:cubicBezTo>
                    <a:pt x="2982" y="1"/>
                    <a:pt x="2114" y="408"/>
                    <a:pt x="1436" y="1090"/>
                  </a:cubicBezTo>
                  <a:cubicBezTo>
                    <a:pt x="262" y="2267"/>
                    <a:pt x="1" y="3844"/>
                    <a:pt x="839" y="4685"/>
                  </a:cubicBezTo>
                  <a:cubicBezTo>
                    <a:pt x="1157" y="5004"/>
                    <a:pt x="1592" y="5174"/>
                    <a:pt x="2101" y="5174"/>
                  </a:cubicBezTo>
                  <a:cubicBezTo>
                    <a:pt x="2877" y="5174"/>
                    <a:pt x="3746" y="4767"/>
                    <a:pt x="4424" y="4085"/>
                  </a:cubicBezTo>
                  <a:cubicBezTo>
                    <a:pt x="5594" y="2908"/>
                    <a:pt x="5859" y="1330"/>
                    <a:pt x="5021" y="489"/>
                  </a:cubicBezTo>
                  <a:cubicBezTo>
                    <a:pt x="4702" y="170"/>
                    <a:pt x="4268" y="1"/>
                    <a:pt x="37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26" name="Google Shape;2926;p57"/>
            <p:cNvSpPr/>
            <p:nvPr/>
          </p:nvSpPr>
          <p:spPr>
            <a:xfrm>
              <a:off x="2938825" y="1329550"/>
              <a:ext cx="26750" cy="21225"/>
            </a:xfrm>
            <a:custGeom>
              <a:avLst/>
              <a:gdLst/>
              <a:ahLst/>
              <a:cxnLst/>
              <a:rect l="l" t="t" r="r" b="b"/>
              <a:pathLst>
                <a:path w="1070" h="849" extrusionOk="0">
                  <a:moveTo>
                    <a:pt x="566" y="0"/>
                  </a:moveTo>
                  <a:cubicBezTo>
                    <a:pt x="563" y="0"/>
                    <a:pt x="560" y="0"/>
                    <a:pt x="557" y="0"/>
                  </a:cubicBezTo>
                  <a:lnTo>
                    <a:pt x="513" y="0"/>
                  </a:lnTo>
                  <a:cubicBezTo>
                    <a:pt x="510" y="0"/>
                    <a:pt x="507" y="0"/>
                    <a:pt x="504" y="0"/>
                  </a:cubicBezTo>
                  <a:cubicBezTo>
                    <a:pt x="352" y="0"/>
                    <a:pt x="213" y="88"/>
                    <a:pt x="147" y="224"/>
                  </a:cubicBezTo>
                  <a:cubicBezTo>
                    <a:pt x="1" y="506"/>
                    <a:pt x="204" y="845"/>
                    <a:pt x="527" y="848"/>
                  </a:cubicBezTo>
                  <a:cubicBezTo>
                    <a:pt x="835" y="848"/>
                    <a:pt x="1069" y="513"/>
                    <a:pt x="883" y="187"/>
                  </a:cubicBezTo>
                  <a:cubicBezTo>
                    <a:pt x="820" y="71"/>
                    <a:pt x="699" y="0"/>
                    <a:pt x="5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grpSp>
      <p:grpSp>
        <p:nvGrpSpPr>
          <p:cNvPr id="2927" name="Google Shape;2927;p57"/>
          <p:cNvGrpSpPr/>
          <p:nvPr/>
        </p:nvGrpSpPr>
        <p:grpSpPr>
          <a:xfrm>
            <a:off x="3427193" y="2126389"/>
            <a:ext cx="315274" cy="366862"/>
            <a:chOff x="3771200" y="2875250"/>
            <a:chExt cx="466450" cy="542775"/>
          </a:xfrm>
        </p:grpSpPr>
        <p:sp>
          <p:nvSpPr>
            <p:cNvPr id="2928" name="Google Shape;2928;p57"/>
            <p:cNvSpPr/>
            <p:nvPr/>
          </p:nvSpPr>
          <p:spPr>
            <a:xfrm>
              <a:off x="3771200" y="2875250"/>
              <a:ext cx="466450" cy="542775"/>
            </a:xfrm>
            <a:custGeom>
              <a:avLst/>
              <a:gdLst/>
              <a:ahLst/>
              <a:cxnLst/>
              <a:rect l="l" t="t" r="r" b="b"/>
              <a:pathLst>
                <a:path w="18658" h="21711" extrusionOk="0">
                  <a:moveTo>
                    <a:pt x="9366" y="849"/>
                  </a:moveTo>
                  <a:cubicBezTo>
                    <a:pt x="11395" y="849"/>
                    <a:pt x="13327" y="1662"/>
                    <a:pt x="14814" y="3145"/>
                  </a:cubicBezTo>
                  <a:cubicBezTo>
                    <a:pt x="16259" y="4587"/>
                    <a:pt x="17114" y="6531"/>
                    <a:pt x="17178" y="8522"/>
                  </a:cubicBezTo>
                  <a:lnTo>
                    <a:pt x="17127" y="8498"/>
                  </a:lnTo>
                  <a:cubicBezTo>
                    <a:pt x="16863" y="8376"/>
                    <a:pt x="16591" y="8274"/>
                    <a:pt x="16316" y="8183"/>
                  </a:cubicBezTo>
                  <a:cubicBezTo>
                    <a:pt x="16045" y="4526"/>
                    <a:pt x="12996" y="1694"/>
                    <a:pt x="9329" y="1694"/>
                  </a:cubicBezTo>
                  <a:cubicBezTo>
                    <a:pt x="5658" y="1694"/>
                    <a:pt x="2612" y="4526"/>
                    <a:pt x="2337" y="8183"/>
                  </a:cubicBezTo>
                  <a:cubicBezTo>
                    <a:pt x="2063" y="8274"/>
                    <a:pt x="1791" y="8376"/>
                    <a:pt x="1527" y="8498"/>
                  </a:cubicBezTo>
                  <a:lnTo>
                    <a:pt x="1476" y="8522"/>
                  </a:lnTo>
                  <a:cubicBezTo>
                    <a:pt x="1540" y="6531"/>
                    <a:pt x="2395" y="4584"/>
                    <a:pt x="3840" y="3145"/>
                  </a:cubicBezTo>
                  <a:cubicBezTo>
                    <a:pt x="5329" y="1663"/>
                    <a:pt x="7266" y="849"/>
                    <a:pt x="9301" y="849"/>
                  </a:cubicBezTo>
                  <a:lnTo>
                    <a:pt x="9329" y="849"/>
                  </a:lnTo>
                  <a:cubicBezTo>
                    <a:pt x="9341" y="849"/>
                    <a:pt x="9354" y="849"/>
                    <a:pt x="9366" y="849"/>
                  </a:cubicBezTo>
                  <a:close/>
                  <a:moveTo>
                    <a:pt x="9329" y="2538"/>
                  </a:moveTo>
                  <a:cubicBezTo>
                    <a:pt x="12429" y="2538"/>
                    <a:pt x="15048" y="4845"/>
                    <a:pt x="15438" y="7925"/>
                  </a:cubicBezTo>
                  <a:cubicBezTo>
                    <a:pt x="14915" y="7793"/>
                    <a:pt x="14335" y="7677"/>
                    <a:pt x="13711" y="7582"/>
                  </a:cubicBezTo>
                  <a:cubicBezTo>
                    <a:pt x="13467" y="6249"/>
                    <a:pt x="12629" y="5103"/>
                    <a:pt x="11435" y="4465"/>
                  </a:cubicBezTo>
                  <a:cubicBezTo>
                    <a:pt x="11371" y="4430"/>
                    <a:pt x="11302" y="4414"/>
                    <a:pt x="11234" y="4414"/>
                  </a:cubicBezTo>
                  <a:cubicBezTo>
                    <a:pt x="11084" y="4414"/>
                    <a:pt x="10939" y="4494"/>
                    <a:pt x="10862" y="4635"/>
                  </a:cubicBezTo>
                  <a:cubicBezTo>
                    <a:pt x="10750" y="4842"/>
                    <a:pt x="10828" y="5099"/>
                    <a:pt x="11035" y="5211"/>
                  </a:cubicBezTo>
                  <a:cubicBezTo>
                    <a:pt x="12198" y="5835"/>
                    <a:pt x="12931" y="7046"/>
                    <a:pt x="12938" y="8369"/>
                  </a:cubicBezTo>
                  <a:cubicBezTo>
                    <a:pt x="12792" y="8586"/>
                    <a:pt x="11595" y="9078"/>
                    <a:pt x="9329" y="9078"/>
                  </a:cubicBezTo>
                  <a:cubicBezTo>
                    <a:pt x="7059" y="9078"/>
                    <a:pt x="5862" y="8586"/>
                    <a:pt x="5716" y="8369"/>
                  </a:cubicBezTo>
                  <a:cubicBezTo>
                    <a:pt x="5723" y="7046"/>
                    <a:pt x="6455" y="5835"/>
                    <a:pt x="7619" y="5211"/>
                  </a:cubicBezTo>
                  <a:cubicBezTo>
                    <a:pt x="7829" y="5099"/>
                    <a:pt x="7907" y="4842"/>
                    <a:pt x="7795" y="4635"/>
                  </a:cubicBezTo>
                  <a:cubicBezTo>
                    <a:pt x="7719" y="4493"/>
                    <a:pt x="7573" y="4412"/>
                    <a:pt x="7423" y="4412"/>
                  </a:cubicBezTo>
                  <a:cubicBezTo>
                    <a:pt x="7354" y="4412"/>
                    <a:pt x="7284" y="4429"/>
                    <a:pt x="7219" y="4465"/>
                  </a:cubicBezTo>
                  <a:cubicBezTo>
                    <a:pt x="6025" y="5103"/>
                    <a:pt x="5187" y="6253"/>
                    <a:pt x="4942" y="7582"/>
                  </a:cubicBezTo>
                  <a:cubicBezTo>
                    <a:pt x="4318" y="7677"/>
                    <a:pt x="3738" y="7796"/>
                    <a:pt x="3216" y="7925"/>
                  </a:cubicBezTo>
                  <a:cubicBezTo>
                    <a:pt x="3606" y="4845"/>
                    <a:pt x="6225" y="2538"/>
                    <a:pt x="9329" y="2538"/>
                  </a:cubicBezTo>
                  <a:close/>
                  <a:moveTo>
                    <a:pt x="13789" y="8451"/>
                  </a:moveTo>
                  <a:cubicBezTo>
                    <a:pt x="16710" y="8926"/>
                    <a:pt x="17812" y="9730"/>
                    <a:pt x="17812" y="10140"/>
                  </a:cubicBezTo>
                  <a:cubicBezTo>
                    <a:pt x="17809" y="10483"/>
                    <a:pt x="17097" y="11025"/>
                    <a:pt x="15513" y="11463"/>
                  </a:cubicBezTo>
                  <a:cubicBezTo>
                    <a:pt x="13867" y="11914"/>
                    <a:pt x="11669" y="12165"/>
                    <a:pt x="9329" y="12165"/>
                  </a:cubicBezTo>
                  <a:cubicBezTo>
                    <a:pt x="6988" y="12165"/>
                    <a:pt x="4790" y="11914"/>
                    <a:pt x="3145" y="11463"/>
                  </a:cubicBezTo>
                  <a:cubicBezTo>
                    <a:pt x="1557" y="11025"/>
                    <a:pt x="848" y="10483"/>
                    <a:pt x="848" y="10140"/>
                  </a:cubicBezTo>
                  <a:cubicBezTo>
                    <a:pt x="848" y="9730"/>
                    <a:pt x="1951" y="8926"/>
                    <a:pt x="4871" y="8451"/>
                  </a:cubicBezTo>
                  <a:cubicBezTo>
                    <a:pt x="4909" y="8943"/>
                    <a:pt x="5407" y="9326"/>
                    <a:pt x="6364" y="9587"/>
                  </a:cubicBezTo>
                  <a:cubicBezTo>
                    <a:pt x="7161" y="9808"/>
                    <a:pt x="8213" y="9926"/>
                    <a:pt x="9329" y="9926"/>
                  </a:cubicBezTo>
                  <a:cubicBezTo>
                    <a:pt x="10445" y="9926"/>
                    <a:pt x="11496" y="9804"/>
                    <a:pt x="12297" y="9587"/>
                  </a:cubicBezTo>
                  <a:cubicBezTo>
                    <a:pt x="13250" y="9326"/>
                    <a:pt x="13752" y="8943"/>
                    <a:pt x="13789" y="8451"/>
                  </a:cubicBezTo>
                  <a:close/>
                  <a:moveTo>
                    <a:pt x="4593" y="12643"/>
                  </a:moveTo>
                  <a:cubicBezTo>
                    <a:pt x="6004" y="12884"/>
                    <a:pt x="7632" y="13013"/>
                    <a:pt x="9325" y="13013"/>
                  </a:cubicBezTo>
                  <a:cubicBezTo>
                    <a:pt x="11021" y="13013"/>
                    <a:pt x="12646" y="12884"/>
                    <a:pt x="14057" y="12643"/>
                  </a:cubicBezTo>
                  <a:lnTo>
                    <a:pt x="14057" y="12643"/>
                  </a:lnTo>
                  <a:cubicBezTo>
                    <a:pt x="12887" y="14048"/>
                    <a:pt x="11154" y="14859"/>
                    <a:pt x="9325" y="14859"/>
                  </a:cubicBezTo>
                  <a:cubicBezTo>
                    <a:pt x="7497" y="14859"/>
                    <a:pt x="5763" y="14048"/>
                    <a:pt x="4593" y="12643"/>
                  </a:cubicBezTo>
                  <a:close/>
                  <a:moveTo>
                    <a:pt x="2127" y="12033"/>
                  </a:moveTo>
                  <a:lnTo>
                    <a:pt x="2127" y="12033"/>
                  </a:lnTo>
                  <a:cubicBezTo>
                    <a:pt x="2371" y="12118"/>
                    <a:pt x="2632" y="12199"/>
                    <a:pt x="2917" y="12281"/>
                  </a:cubicBezTo>
                  <a:cubicBezTo>
                    <a:pt x="3063" y="12321"/>
                    <a:pt x="3216" y="12359"/>
                    <a:pt x="3372" y="12396"/>
                  </a:cubicBezTo>
                  <a:cubicBezTo>
                    <a:pt x="4651" y="14455"/>
                    <a:pt x="6903" y="15707"/>
                    <a:pt x="9325" y="15707"/>
                  </a:cubicBezTo>
                  <a:cubicBezTo>
                    <a:pt x="11747" y="15707"/>
                    <a:pt x="14000" y="14455"/>
                    <a:pt x="15278" y="12396"/>
                  </a:cubicBezTo>
                  <a:cubicBezTo>
                    <a:pt x="15434" y="12359"/>
                    <a:pt x="15587" y="12321"/>
                    <a:pt x="15733" y="12281"/>
                  </a:cubicBezTo>
                  <a:cubicBezTo>
                    <a:pt x="16018" y="12203"/>
                    <a:pt x="16279" y="12121"/>
                    <a:pt x="16523" y="12033"/>
                  </a:cubicBezTo>
                  <a:lnTo>
                    <a:pt x="16523" y="12033"/>
                  </a:lnTo>
                  <a:cubicBezTo>
                    <a:pt x="15818" y="13946"/>
                    <a:pt x="14569" y="16032"/>
                    <a:pt x="13012" y="17874"/>
                  </a:cubicBezTo>
                  <a:cubicBezTo>
                    <a:pt x="11357" y="19831"/>
                    <a:pt x="9905" y="20856"/>
                    <a:pt x="9325" y="20856"/>
                  </a:cubicBezTo>
                  <a:cubicBezTo>
                    <a:pt x="8749" y="20856"/>
                    <a:pt x="7297" y="19831"/>
                    <a:pt x="5641" y="17874"/>
                  </a:cubicBezTo>
                  <a:cubicBezTo>
                    <a:pt x="4084" y="16032"/>
                    <a:pt x="2833" y="13946"/>
                    <a:pt x="2127" y="12033"/>
                  </a:cubicBezTo>
                  <a:close/>
                  <a:moveTo>
                    <a:pt x="9298" y="1"/>
                  </a:moveTo>
                  <a:cubicBezTo>
                    <a:pt x="7039" y="1"/>
                    <a:pt x="4888" y="903"/>
                    <a:pt x="3243" y="2545"/>
                  </a:cubicBezTo>
                  <a:cubicBezTo>
                    <a:pt x="1577" y="4204"/>
                    <a:pt x="621" y="6473"/>
                    <a:pt x="621" y="8770"/>
                  </a:cubicBezTo>
                  <a:cubicBezTo>
                    <a:pt x="621" y="8854"/>
                    <a:pt x="624" y="8943"/>
                    <a:pt x="628" y="9031"/>
                  </a:cubicBezTo>
                  <a:cubicBezTo>
                    <a:pt x="210" y="9370"/>
                    <a:pt x="0" y="9743"/>
                    <a:pt x="0" y="10147"/>
                  </a:cubicBezTo>
                  <a:cubicBezTo>
                    <a:pt x="0" y="10686"/>
                    <a:pt x="360" y="11161"/>
                    <a:pt x="1079" y="11572"/>
                  </a:cubicBezTo>
                  <a:cubicBezTo>
                    <a:pt x="1744" y="13773"/>
                    <a:pt x="3168" y="16270"/>
                    <a:pt x="4993" y="18427"/>
                  </a:cubicBezTo>
                  <a:cubicBezTo>
                    <a:pt x="6337" y="20015"/>
                    <a:pt x="8179" y="21711"/>
                    <a:pt x="9329" y="21711"/>
                  </a:cubicBezTo>
                  <a:cubicBezTo>
                    <a:pt x="10475" y="21711"/>
                    <a:pt x="12317" y="20015"/>
                    <a:pt x="13660" y="18427"/>
                  </a:cubicBezTo>
                  <a:cubicBezTo>
                    <a:pt x="15485" y="16270"/>
                    <a:pt x="16910" y="13773"/>
                    <a:pt x="17578" y="11572"/>
                  </a:cubicBezTo>
                  <a:cubicBezTo>
                    <a:pt x="18294" y="11161"/>
                    <a:pt x="18657" y="10686"/>
                    <a:pt x="18657" y="10147"/>
                  </a:cubicBezTo>
                  <a:cubicBezTo>
                    <a:pt x="18657" y="9743"/>
                    <a:pt x="18443" y="9370"/>
                    <a:pt x="18026" y="9031"/>
                  </a:cubicBezTo>
                  <a:cubicBezTo>
                    <a:pt x="18029" y="8936"/>
                    <a:pt x="18033" y="8851"/>
                    <a:pt x="18033" y="8770"/>
                  </a:cubicBezTo>
                  <a:cubicBezTo>
                    <a:pt x="18033" y="6473"/>
                    <a:pt x="17076" y="4204"/>
                    <a:pt x="15411" y="2545"/>
                  </a:cubicBezTo>
                  <a:cubicBezTo>
                    <a:pt x="13766" y="903"/>
                    <a:pt x="11615" y="1"/>
                    <a:pt x="936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29" name="Google Shape;2929;p57"/>
            <p:cNvSpPr/>
            <p:nvPr/>
          </p:nvSpPr>
          <p:spPr>
            <a:xfrm>
              <a:off x="3991250" y="3140275"/>
              <a:ext cx="25725" cy="21275"/>
            </a:xfrm>
            <a:custGeom>
              <a:avLst/>
              <a:gdLst/>
              <a:ahLst/>
              <a:cxnLst/>
              <a:rect l="l" t="t" r="r" b="b"/>
              <a:pathLst>
                <a:path w="1029" h="851" extrusionOk="0">
                  <a:moveTo>
                    <a:pt x="505" y="0"/>
                  </a:moveTo>
                  <a:cubicBezTo>
                    <a:pt x="345" y="0"/>
                    <a:pt x="203" y="95"/>
                    <a:pt x="140" y="241"/>
                  </a:cubicBezTo>
                  <a:cubicBezTo>
                    <a:pt x="1" y="540"/>
                    <a:pt x="233" y="850"/>
                    <a:pt x="527" y="850"/>
                  </a:cubicBezTo>
                  <a:cubicBezTo>
                    <a:pt x="578" y="850"/>
                    <a:pt x="630" y="841"/>
                    <a:pt x="683" y="821"/>
                  </a:cubicBezTo>
                  <a:cubicBezTo>
                    <a:pt x="795" y="777"/>
                    <a:pt x="886" y="686"/>
                    <a:pt x="923" y="574"/>
                  </a:cubicBezTo>
                  <a:cubicBezTo>
                    <a:pt x="1028" y="297"/>
                    <a:pt x="824" y="0"/>
                    <a:pt x="532" y="0"/>
                  </a:cubicBezTo>
                  <a:cubicBezTo>
                    <a:pt x="530" y="0"/>
                    <a:pt x="528" y="0"/>
                    <a:pt x="527" y="0"/>
                  </a:cubicBezTo>
                  <a:lnTo>
                    <a:pt x="513" y="0"/>
                  </a:lnTo>
                  <a:cubicBezTo>
                    <a:pt x="510" y="0"/>
                    <a:pt x="507" y="0"/>
                    <a:pt x="5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30" name="Google Shape;2930;p57"/>
            <p:cNvSpPr/>
            <p:nvPr/>
          </p:nvSpPr>
          <p:spPr>
            <a:xfrm>
              <a:off x="3925800" y="3136025"/>
              <a:ext cx="25700" cy="21275"/>
            </a:xfrm>
            <a:custGeom>
              <a:avLst/>
              <a:gdLst/>
              <a:ahLst/>
              <a:cxnLst/>
              <a:rect l="l" t="t" r="r" b="b"/>
              <a:pathLst>
                <a:path w="1028" h="851" extrusionOk="0">
                  <a:moveTo>
                    <a:pt x="504" y="1"/>
                  </a:moveTo>
                  <a:cubicBezTo>
                    <a:pt x="348" y="1"/>
                    <a:pt x="202" y="95"/>
                    <a:pt x="139" y="242"/>
                  </a:cubicBezTo>
                  <a:cubicBezTo>
                    <a:pt x="0" y="540"/>
                    <a:pt x="232" y="851"/>
                    <a:pt x="527" y="851"/>
                  </a:cubicBezTo>
                  <a:cubicBezTo>
                    <a:pt x="577" y="851"/>
                    <a:pt x="629" y="842"/>
                    <a:pt x="682" y="822"/>
                  </a:cubicBezTo>
                  <a:cubicBezTo>
                    <a:pt x="794" y="778"/>
                    <a:pt x="885" y="686"/>
                    <a:pt x="923" y="574"/>
                  </a:cubicBezTo>
                  <a:cubicBezTo>
                    <a:pt x="1027" y="297"/>
                    <a:pt x="823" y="1"/>
                    <a:pt x="531" y="1"/>
                  </a:cubicBezTo>
                  <a:cubicBezTo>
                    <a:pt x="529" y="1"/>
                    <a:pt x="527" y="1"/>
                    <a:pt x="526" y="1"/>
                  </a:cubicBezTo>
                  <a:lnTo>
                    <a:pt x="512" y="1"/>
                  </a:lnTo>
                  <a:cubicBezTo>
                    <a:pt x="509" y="1"/>
                    <a:pt x="507" y="1"/>
                    <a:pt x="5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31" name="Google Shape;2931;p57"/>
            <p:cNvSpPr/>
            <p:nvPr/>
          </p:nvSpPr>
          <p:spPr>
            <a:xfrm>
              <a:off x="3862250" y="3119075"/>
              <a:ext cx="25650" cy="21275"/>
            </a:xfrm>
            <a:custGeom>
              <a:avLst/>
              <a:gdLst/>
              <a:ahLst/>
              <a:cxnLst/>
              <a:rect l="l" t="t" r="r" b="b"/>
              <a:pathLst>
                <a:path w="1026" h="851" extrusionOk="0">
                  <a:moveTo>
                    <a:pt x="505" y="0"/>
                  </a:moveTo>
                  <a:cubicBezTo>
                    <a:pt x="346" y="0"/>
                    <a:pt x="204" y="95"/>
                    <a:pt x="137" y="241"/>
                  </a:cubicBezTo>
                  <a:cubicBezTo>
                    <a:pt x="1" y="540"/>
                    <a:pt x="231" y="850"/>
                    <a:pt x="525" y="850"/>
                  </a:cubicBezTo>
                  <a:cubicBezTo>
                    <a:pt x="575" y="850"/>
                    <a:pt x="627" y="841"/>
                    <a:pt x="680" y="821"/>
                  </a:cubicBezTo>
                  <a:cubicBezTo>
                    <a:pt x="795" y="777"/>
                    <a:pt x="883" y="686"/>
                    <a:pt x="924" y="574"/>
                  </a:cubicBezTo>
                  <a:cubicBezTo>
                    <a:pt x="1025" y="297"/>
                    <a:pt x="824" y="0"/>
                    <a:pt x="529" y="0"/>
                  </a:cubicBezTo>
                  <a:cubicBezTo>
                    <a:pt x="527" y="0"/>
                    <a:pt x="525" y="0"/>
                    <a:pt x="524" y="0"/>
                  </a:cubicBezTo>
                  <a:lnTo>
                    <a:pt x="514" y="0"/>
                  </a:lnTo>
                  <a:cubicBezTo>
                    <a:pt x="511" y="0"/>
                    <a:pt x="508" y="0"/>
                    <a:pt x="5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32" name="Google Shape;2932;p57"/>
            <p:cNvSpPr/>
            <p:nvPr/>
          </p:nvSpPr>
          <p:spPr>
            <a:xfrm>
              <a:off x="4056225" y="3136025"/>
              <a:ext cx="26725" cy="21225"/>
            </a:xfrm>
            <a:custGeom>
              <a:avLst/>
              <a:gdLst/>
              <a:ahLst/>
              <a:cxnLst/>
              <a:rect l="l" t="t" r="r" b="b"/>
              <a:pathLst>
                <a:path w="1069" h="849" extrusionOk="0">
                  <a:moveTo>
                    <a:pt x="543" y="1"/>
                  </a:moveTo>
                  <a:cubicBezTo>
                    <a:pt x="234" y="1"/>
                    <a:pt x="0" y="333"/>
                    <a:pt x="187" y="662"/>
                  </a:cubicBezTo>
                  <a:cubicBezTo>
                    <a:pt x="251" y="778"/>
                    <a:pt x="377" y="849"/>
                    <a:pt x="509" y="849"/>
                  </a:cubicBezTo>
                  <a:lnTo>
                    <a:pt x="560" y="849"/>
                  </a:lnTo>
                  <a:cubicBezTo>
                    <a:pt x="713" y="849"/>
                    <a:pt x="855" y="764"/>
                    <a:pt x="923" y="625"/>
                  </a:cubicBezTo>
                  <a:cubicBezTo>
                    <a:pt x="1069" y="340"/>
                    <a:pt x="865" y="1"/>
                    <a:pt x="5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33" name="Google Shape;2933;p57"/>
            <p:cNvSpPr/>
            <p:nvPr/>
          </p:nvSpPr>
          <p:spPr>
            <a:xfrm>
              <a:off x="4119825" y="3119075"/>
              <a:ext cx="26650" cy="21225"/>
            </a:xfrm>
            <a:custGeom>
              <a:avLst/>
              <a:gdLst/>
              <a:ahLst/>
              <a:cxnLst/>
              <a:rect l="l" t="t" r="r" b="b"/>
              <a:pathLst>
                <a:path w="1066" h="849" extrusionOk="0">
                  <a:moveTo>
                    <a:pt x="543" y="0"/>
                  </a:moveTo>
                  <a:cubicBezTo>
                    <a:pt x="231" y="0"/>
                    <a:pt x="0" y="333"/>
                    <a:pt x="183" y="662"/>
                  </a:cubicBezTo>
                  <a:cubicBezTo>
                    <a:pt x="251" y="777"/>
                    <a:pt x="377" y="848"/>
                    <a:pt x="509" y="848"/>
                  </a:cubicBezTo>
                  <a:lnTo>
                    <a:pt x="557" y="848"/>
                  </a:lnTo>
                  <a:cubicBezTo>
                    <a:pt x="713" y="848"/>
                    <a:pt x="852" y="764"/>
                    <a:pt x="920" y="625"/>
                  </a:cubicBezTo>
                  <a:cubicBezTo>
                    <a:pt x="1065" y="340"/>
                    <a:pt x="862" y="0"/>
                    <a:pt x="5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34" name="Google Shape;2934;p57"/>
            <p:cNvSpPr/>
            <p:nvPr/>
          </p:nvSpPr>
          <p:spPr>
            <a:xfrm>
              <a:off x="3991275" y="2973800"/>
              <a:ext cx="25700" cy="21300"/>
            </a:xfrm>
            <a:custGeom>
              <a:avLst/>
              <a:gdLst/>
              <a:ahLst/>
              <a:cxnLst/>
              <a:rect l="l" t="t" r="r" b="b"/>
              <a:pathLst>
                <a:path w="1028" h="852" extrusionOk="0">
                  <a:moveTo>
                    <a:pt x="512" y="1"/>
                  </a:moveTo>
                  <a:cubicBezTo>
                    <a:pt x="349" y="1"/>
                    <a:pt x="203" y="96"/>
                    <a:pt x="139" y="241"/>
                  </a:cubicBezTo>
                  <a:cubicBezTo>
                    <a:pt x="0" y="539"/>
                    <a:pt x="231" y="852"/>
                    <a:pt x="524" y="852"/>
                  </a:cubicBezTo>
                  <a:cubicBezTo>
                    <a:pt x="575" y="852"/>
                    <a:pt x="628" y="842"/>
                    <a:pt x="682" y="822"/>
                  </a:cubicBezTo>
                  <a:cubicBezTo>
                    <a:pt x="794" y="781"/>
                    <a:pt x="882" y="689"/>
                    <a:pt x="922" y="574"/>
                  </a:cubicBezTo>
                  <a:cubicBezTo>
                    <a:pt x="1028" y="296"/>
                    <a:pt x="821" y="1"/>
                    <a:pt x="5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grpSp>
      <p:grpSp>
        <p:nvGrpSpPr>
          <p:cNvPr id="2935" name="Google Shape;2935;p57"/>
          <p:cNvGrpSpPr/>
          <p:nvPr/>
        </p:nvGrpSpPr>
        <p:grpSpPr>
          <a:xfrm>
            <a:off x="5348062" y="2126942"/>
            <a:ext cx="422062" cy="365762"/>
            <a:chOff x="4546475" y="2911300"/>
            <a:chExt cx="542775" cy="470675"/>
          </a:xfrm>
        </p:grpSpPr>
        <p:sp>
          <p:nvSpPr>
            <p:cNvPr id="2936" name="Google Shape;2936;p57"/>
            <p:cNvSpPr/>
            <p:nvPr/>
          </p:nvSpPr>
          <p:spPr>
            <a:xfrm>
              <a:off x="4546475" y="2911300"/>
              <a:ext cx="542775" cy="470675"/>
            </a:xfrm>
            <a:custGeom>
              <a:avLst/>
              <a:gdLst/>
              <a:ahLst/>
              <a:cxnLst/>
              <a:rect l="l" t="t" r="r" b="b"/>
              <a:pathLst>
                <a:path w="21711" h="18827" extrusionOk="0">
                  <a:moveTo>
                    <a:pt x="7641" y="1657"/>
                  </a:moveTo>
                  <a:cubicBezTo>
                    <a:pt x="7844" y="1657"/>
                    <a:pt x="8114" y="1704"/>
                    <a:pt x="8460" y="1819"/>
                  </a:cubicBezTo>
                  <a:cubicBezTo>
                    <a:pt x="8277" y="1968"/>
                    <a:pt x="8097" y="2124"/>
                    <a:pt x="7928" y="2290"/>
                  </a:cubicBezTo>
                  <a:cubicBezTo>
                    <a:pt x="7694" y="2514"/>
                    <a:pt x="7477" y="2752"/>
                    <a:pt x="7273" y="3003"/>
                  </a:cubicBezTo>
                  <a:cubicBezTo>
                    <a:pt x="7056" y="2351"/>
                    <a:pt x="7070" y="1934"/>
                    <a:pt x="7229" y="1775"/>
                  </a:cubicBezTo>
                  <a:lnTo>
                    <a:pt x="7229" y="1775"/>
                  </a:lnTo>
                  <a:lnTo>
                    <a:pt x="7229" y="1778"/>
                  </a:lnTo>
                  <a:cubicBezTo>
                    <a:pt x="7302" y="1705"/>
                    <a:pt x="7437" y="1657"/>
                    <a:pt x="7641" y="1657"/>
                  </a:cubicBezTo>
                  <a:close/>
                  <a:moveTo>
                    <a:pt x="13548" y="859"/>
                  </a:moveTo>
                  <a:cubicBezTo>
                    <a:pt x="13558" y="859"/>
                    <a:pt x="13569" y="859"/>
                    <a:pt x="13579" y="859"/>
                  </a:cubicBezTo>
                  <a:cubicBezTo>
                    <a:pt x="17592" y="859"/>
                    <a:pt x="20855" y="4121"/>
                    <a:pt x="20855" y="8130"/>
                  </a:cubicBezTo>
                  <a:lnTo>
                    <a:pt x="20855" y="8130"/>
                  </a:lnTo>
                  <a:cubicBezTo>
                    <a:pt x="20855" y="10589"/>
                    <a:pt x="19661" y="12752"/>
                    <a:pt x="17809" y="14064"/>
                  </a:cubicBezTo>
                  <a:cubicBezTo>
                    <a:pt x="17623" y="13973"/>
                    <a:pt x="17426" y="13868"/>
                    <a:pt x="17216" y="13749"/>
                  </a:cubicBezTo>
                  <a:cubicBezTo>
                    <a:pt x="15648" y="12853"/>
                    <a:pt x="13820" y="11395"/>
                    <a:pt x="12070" y="9644"/>
                  </a:cubicBezTo>
                  <a:cubicBezTo>
                    <a:pt x="10316" y="7891"/>
                    <a:pt x="8857" y="6062"/>
                    <a:pt x="7962" y="4495"/>
                  </a:cubicBezTo>
                  <a:cubicBezTo>
                    <a:pt x="7843" y="4288"/>
                    <a:pt x="7738" y="4092"/>
                    <a:pt x="7646" y="3905"/>
                  </a:cubicBezTo>
                  <a:cubicBezTo>
                    <a:pt x="9004" y="1994"/>
                    <a:pt x="11205" y="859"/>
                    <a:pt x="13548" y="859"/>
                  </a:cubicBezTo>
                  <a:close/>
                  <a:moveTo>
                    <a:pt x="19892" y="13250"/>
                  </a:moveTo>
                  <a:cubicBezTo>
                    <a:pt x="20119" y="13946"/>
                    <a:pt x="20079" y="14339"/>
                    <a:pt x="19933" y="14482"/>
                  </a:cubicBezTo>
                  <a:lnTo>
                    <a:pt x="19936" y="14482"/>
                  </a:lnTo>
                  <a:cubicBezTo>
                    <a:pt x="19860" y="14558"/>
                    <a:pt x="19724" y="14601"/>
                    <a:pt x="19531" y="14601"/>
                  </a:cubicBezTo>
                  <a:cubicBezTo>
                    <a:pt x="19323" y="14601"/>
                    <a:pt x="19047" y="14551"/>
                    <a:pt x="18708" y="14438"/>
                  </a:cubicBezTo>
                  <a:cubicBezTo>
                    <a:pt x="18952" y="14241"/>
                    <a:pt x="19183" y="14027"/>
                    <a:pt x="19404" y="13803"/>
                  </a:cubicBezTo>
                  <a:cubicBezTo>
                    <a:pt x="19577" y="13627"/>
                    <a:pt x="19739" y="13444"/>
                    <a:pt x="19892" y="13250"/>
                  </a:cubicBezTo>
                  <a:close/>
                  <a:moveTo>
                    <a:pt x="5733" y="8461"/>
                  </a:moveTo>
                  <a:lnTo>
                    <a:pt x="5733" y="8461"/>
                  </a:lnTo>
                  <a:cubicBezTo>
                    <a:pt x="5553" y="8783"/>
                    <a:pt x="5445" y="9139"/>
                    <a:pt x="5414" y="9509"/>
                  </a:cubicBezTo>
                  <a:cubicBezTo>
                    <a:pt x="5357" y="10262"/>
                    <a:pt x="5625" y="11035"/>
                    <a:pt x="6215" y="11805"/>
                  </a:cubicBezTo>
                  <a:cubicBezTo>
                    <a:pt x="5642" y="11988"/>
                    <a:pt x="5123" y="12314"/>
                    <a:pt x="4709" y="12752"/>
                  </a:cubicBezTo>
                  <a:cubicBezTo>
                    <a:pt x="4485" y="12117"/>
                    <a:pt x="4420" y="11412"/>
                    <a:pt x="4532" y="11056"/>
                  </a:cubicBezTo>
                  <a:cubicBezTo>
                    <a:pt x="4597" y="10832"/>
                    <a:pt x="4471" y="10598"/>
                    <a:pt x="4247" y="10530"/>
                  </a:cubicBezTo>
                  <a:cubicBezTo>
                    <a:pt x="4205" y="10517"/>
                    <a:pt x="4163" y="10511"/>
                    <a:pt x="4121" y="10511"/>
                  </a:cubicBezTo>
                  <a:cubicBezTo>
                    <a:pt x="3944" y="10511"/>
                    <a:pt x="3779" y="10623"/>
                    <a:pt x="3718" y="10801"/>
                  </a:cubicBezTo>
                  <a:cubicBezTo>
                    <a:pt x="3498" y="11500"/>
                    <a:pt x="3684" y="12701"/>
                    <a:pt x="4132" y="13569"/>
                  </a:cubicBezTo>
                  <a:cubicBezTo>
                    <a:pt x="3986" y="13851"/>
                    <a:pt x="3881" y="14149"/>
                    <a:pt x="3817" y="14458"/>
                  </a:cubicBezTo>
                  <a:cubicBezTo>
                    <a:pt x="3270" y="14543"/>
                    <a:pt x="2731" y="14658"/>
                    <a:pt x="2202" y="14807"/>
                  </a:cubicBezTo>
                  <a:cubicBezTo>
                    <a:pt x="1785" y="12884"/>
                    <a:pt x="2049" y="11093"/>
                    <a:pt x="2928" y="9950"/>
                  </a:cubicBezTo>
                  <a:cubicBezTo>
                    <a:pt x="3569" y="9125"/>
                    <a:pt x="4509" y="8627"/>
                    <a:pt x="5733" y="8461"/>
                  </a:cubicBezTo>
                  <a:close/>
                  <a:moveTo>
                    <a:pt x="7131" y="4750"/>
                  </a:moveTo>
                  <a:cubicBezTo>
                    <a:pt x="7161" y="4804"/>
                    <a:pt x="7192" y="4858"/>
                    <a:pt x="7222" y="4912"/>
                  </a:cubicBezTo>
                  <a:cubicBezTo>
                    <a:pt x="8155" y="6544"/>
                    <a:pt x="9661" y="8437"/>
                    <a:pt x="11466" y="10242"/>
                  </a:cubicBezTo>
                  <a:cubicBezTo>
                    <a:pt x="13271" y="12046"/>
                    <a:pt x="15163" y="13552"/>
                    <a:pt x="16795" y="14485"/>
                  </a:cubicBezTo>
                  <a:cubicBezTo>
                    <a:pt x="16849" y="14516"/>
                    <a:pt x="16907" y="14550"/>
                    <a:pt x="16961" y="14580"/>
                  </a:cubicBezTo>
                  <a:cubicBezTo>
                    <a:pt x="15977" y="15089"/>
                    <a:pt x="14889" y="15367"/>
                    <a:pt x="13779" y="15394"/>
                  </a:cubicBezTo>
                  <a:lnTo>
                    <a:pt x="13779" y="15398"/>
                  </a:lnTo>
                  <a:cubicBezTo>
                    <a:pt x="12982" y="14896"/>
                    <a:pt x="11717" y="14611"/>
                    <a:pt x="10733" y="14458"/>
                  </a:cubicBezTo>
                  <a:cubicBezTo>
                    <a:pt x="10394" y="12820"/>
                    <a:pt x="8949" y="11642"/>
                    <a:pt x="7277" y="11642"/>
                  </a:cubicBezTo>
                  <a:lnTo>
                    <a:pt x="7195" y="11642"/>
                  </a:lnTo>
                  <a:cubicBezTo>
                    <a:pt x="6534" y="10917"/>
                    <a:pt x="6222" y="10225"/>
                    <a:pt x="6269" y="9583"/>
                  </a:cubicBezTo>
                  <a:cubicBezTo>
                    <a:pt x="6327" y="8790"/>
                    <a:pt x="6931" y="8315"/>
                    <a:pt x="6937" y="8311"/>
                  </a:cubicBezTo>
                  <a:cubicBezTo>
                    <a:pt x="7263" y="8064"/>
                    <a:pt x="7090" y="7541"/>
                    <a:pt x="6680" y="7541"/>
                  </a:cubicBezTo>
                  <a:cubicBezTo>
                    <a:pt x="6561" y="7541"/>
                    <a:pt x="6445" y="7545"/>
                    <a:pt x="6334" y="7548"/>
                  </a:cubicBezTo>
                  <a:cubicBezTo>
                    <a:pt x="6408" y="6571"/>
                    <a:pt x="6680" y="5618"/>
                    <a:pt x="7131" y="4750"/>
                  </a:cubicBezTo>
                  <a:close/>
                  <a:moveTo>
                    <a:pt x="7277" y="12504"/>
                  </a:moveTo>
                  <a:cubicBezTo>
                    <a:pt x="8728" y="12504"/>
                    <a:pt x="9912" y="13661"/>
                    <a:pt x="9950" y="15113"/>
                  </a:cubicBezTo>
                  <a:cubicBezTo>
                    <a:pt x="9875" y="15177"/>
                    <a:pt x="9638" y="15309"/>
                    <a:pt x="9112" y="15425"/>
                  </a:cubicBezTo>
                  <a:cubicBezTo>
                    <a:pt x="8891" y="15465"/>
                    <a:pt x="8742" y="15669"/>
                    <a:pt x="8766" y="15889"/>
                  </a:cubicBezTo>
                  <a:cubicBezTo>
                    <a:pt x="8789" y="16108"/>
                    <a:pt x="8972" y="16273"/>
                    <a:pt x="9193" y="16273"/>
                  </a:cubicBezTo>
                  <a:cubicBezTo>
                    <a:pt x="9195" y="16273"/>
                    <a:pt x="9198" y="16273"/>
                    <a:pt x="9200" y="16273"/>
                  </a:cubicBezTo>
                  <a:cubicBezTo>
                    <a:pt x="9230" y="16273"/>
                    <a:pt x="9261" y="16269"/>
                    <a:pt x="9292" y="16263"/>
                  </a:cubicBezTo>
                  <a:cubicBezTo>
                    <a:pt x="10187" y="16069"/>
                    <a:pt x="10689" y="15757"/>
                    <a:pt x="10787" y="15337"/>
                  </a:cubicBezTo>
                  <a:cubicBezTo>
                    <a:pt x="12952" y="15699"/>
                    <a:pt x="13695" y="16290"/>
                    <a:pt x="13695" y="16517"/>
                  </a:cubicBezTo>
                  <a:cubicBezTo>
                    <a:pt x="13695" y="16646"/>
                    <a:pt x="13389" y="17056"/>
                    <a:pt x="12002" y="17436"/>
                  </a:cubicBezTo>
                  <a:lnTo>
                    <a:pt x="12002" y="17433"/>
                  </a:lnTo>
                  <a:cubicBezTo>
                    <a:pt x="10747" y="17779"/>
                    <a:pt x="9068" y="17969"/>
                    <a:pt x="7277" y="17969"/>
                  </a:cubicBezTo>
                  <a:cubicBezTo>
                    <a:pt x="5485" y="17969"/>
                    <a:pt x="3806" y="17779"/>
                    <a:pt x="2548" y="17433"/>
                  </a:cubicBezTo>
                  <a:cubicBezTo>
                    <a:pt x="1160" y="17053"/>
                    <a:pt x="859" y="16642"/>
                    <a:pt x="859" y="16517"/>
                  </a:cubicBezTo>
                  <a:cubicBezTo>
                    <a:pt x="859" y="16286"/>
                    <a:pt x="1601" y="15699"/>
                    <a:pt x="3766" y="15337"/>
                  </a:cubicBezTo>
                  <a:cubicBezTo>
                    <a:pt x="3864" y="15754"/>
                    <a:pt x="4366" y="16066"/>
                    <a:pt x="5258" y="16259"/>
                  </a:cubicBezTo>
                  <a:cubicBezTo>
                    <a:pt x="5289" y="16266"/>
                    <a:pt x="5320" y="16269"/>
                    <a:pt x="5351" y="16269"/>
                  </a:cubicBezTo>
                  <a:cubicBezTo>
                    <a:pt x="5548" y="16269"/>
                    <a:pt x="5726" y="16133"/>
                    <a:pt x="5767" y="15934"/>
                  </a:cubicBezTo>
                  <a:cubicBezTo>
                    <a:pt x="5818" y="15703"/>
                    <a:pt x="5672" y="15476"/>
                    <a:pt x="5441" y="15425"/>
                  </a:cubicBezTo>
                  <a:cubicBezTo>
                    <a:pt x="4916" y="15309"/>
                    <a:pt x="4678" y="15177"/>
                    <a:pt x="4600" y="15113"/>
                  </a:cubicBezTo>
                  <a:cubicBezTo>
                    <a:pt x="4637" y="13661"/>
                    <a:pt x="5825" y="12504"/>
                    <a:pt x="7277" y="12504"/>
                  </a:cubicBezTo>
                  <a:close/>
                  <a:moveTo>
                    <a:pt x="13561" y="1"/>
                  </a:moveTo>
                  <a:cubicBezTo>
                    <a:pt x="12051" y="1"/>
                    <a:pt x="10572" y="424"/>
                    <a:pt x="9292" y="1222"/>
                  </a:cubicBezTo>
                  <a:cubicBezTo>
                    <a:pt x="8639" y="941"/>
                    <a:pt x="8085" y="800"/>
                    <a:pt x="7631" y="800"/>
                  </a:cubicBezTo>
                  <a:cubicBezTo>
                    <a:pt x="7206" y="800"/>
                    <a:pt x="6869" y="923"/>
                    <a:pt x="6622" y="1171"/>
                  </a:cubicBezTo>
                  <a:cubicBezTo>
                    <a:pt x="6113" y="1680"/>
                    <a:pt x="6123" y="2582"/>
                    <a:pt x="6673" y="3841"/>
                  </a:cubicBezTo>
                  <a:cubicBezTo>
                    <a:pt x="5960" y="4987"/>
                    <a:pt x="5547" y="6293"/>
                    <a:pt x="5469" y="7640"/>
                  </a:cubicBezTo>
                  <a:cubicBezTo>
                    <a:pt x="4091" y="7857"/>
                    <a:pt x="2992" y="8464"/>
                    <a:pt x="2249" y="9427"/>
                  </a:cubicBezTo>
                  <a:cubicBezTo>
                    <a:pt x="1184" y="10808"/>
                    <a:pt x="876" y="12857"/>
                    <a:pt x="1384" y="15089"/>
                  </a:cubicBezTo>
                  <a:cubicBezTo>
                    <a:pt x="594" y="15418"/>
                    <a:pt x="0" y="15879"/>
                    <a:pt x="0" y="16517"/>
                  </a:cubicBezTo>
                  <a:cubicBezTo>
                    <a:pt x="0" y="17250"/>
                    <a:pt x="781" y="17837"/>
                    <a:pt x="2321" y="18261"/>
                  </a:cubicBezTo>
                  <a:cubicBezTo>
                    <a:pt x="3647" y="18623"/>
                    <a:pt x="5407" y="18827"/>
                    <a:pt x="7273" y="18827"/>
                  </a:cubicBezTo>
                  <a:cubicBezTo>
                    <a:pt x="9139" y="18827"/>
                    <a:pt x="10896" y="18623"/>
                    <a:pt x="12226" y="18261"/>
                  </a:cubicBezTo>
                  <a:cubicBezTo>
                    <a:pt x="13766" y="17837"/>
                    <a:pt x="14546" y="17250"/>
                    <a:pt x="14546" y="16517"/>
                  </a:cubicBezTo>
                  <a:cubicBezTo>
                    <a:pt x="14546" y="16412"/>
                    <a:pt x="14529" y="16307"/>
                    <a:pt x="14495" y="16208"/>
                  </a:cubicBezTo>
                  <a:cubicBezTo>
                    <a:pt x="15693" y="16073"/>
                    <a:pt x="16846" y="15676"/>
                    <a:pt x="17870" y="15038"/>
                  </a:cubicBezTo>
                  <a:cubicBezTo>
                    <a:pt x="18518" y="15320"/>
                    <a:pt x="19071" y="15462"/>
                    <a:pt x="19522" y="15462"/>
                  </a:cubicBezTo>
                  <a:cubicBezTo>
                    <a:pt x="19950" y="15462"/>
                    <a:pt x="20289" y="15337"/>
                    <a:pt x="20537" y="15089"/>
                  </a:cubicBezTo>
                  <a:cubicBezTo>
                    <a:pt x="21045" y="14580"/>
                    <a:pt x="21032" y="13681"/>
                    <a:pt x="20486" y="12419"/>
                  </a:cubicBezTo>
                  <a:cubicBezTo>
                    <a:pt x="21290" y="11134"/>
                    <a:pt x="21710" y="9644"/>
                    <a:pt x="21707" y="8128"/>
                  </a:cubicBezTo>
                  <a:lnTo>
                    <a:pt x="21710" y="8128"/>
                  </a:lnTo>
                  <a:cubicBezTo>
                    <a:pt x="21710" y="3647"/>
                    <a:pt x="18064" y="1"/>
                    <a:pt x="13579" y="1"/>
                  </a:cubicBezTo>
                  <a:cubicBezTo>
                    <a:pt x="13573" y="1"/>
                    <a:pt x="13567" y="1"/>
                    <a:pt x="135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37" name="Google Shape;2937;p57"/>
            <p:cNvSpPr/>
            <p:nvPr/>
          </p:nvSpPr>
          <p:spPr>
            <a:xfrm>
              <a:off x="4872725" y="3008950"/>
              <a:ext cx="158425" cy="191725"/>
            </a:xfrm>
            <a:custGeom>
              <a:avLst/>
              <a:gdLst/>
              <a:ahLst/>
              <a:cxnLst/>
              <a:rect l="l" t="t" r="r" b="b"/>
              <a:pathLst>
                <a:path w="6337" h="7669" extrusionOk="0">
                  <a:moveTo>
                    <a:pt x="3059" y="852"/>
                  </a:moveTo>
                  <a:cubicBezTo>
                    <a:pt x="3120" y="852"/>
                    <a:pt x="3160" y="890"/>
                    <a:pt x="3270" y="993"/>
                  </a:cubicBezTo>
                  <a:cubicBezTo>
                    <a:pt x="3470" y="1176"/>
                    <a:pt x="3769" y="1458"/>
                    <a:pt x="4396" y="1539"/>
                  </a:cubicBezTo>
                  <a:cubicBezTo>
                    <a:pt x="4691" y="1580"/>
                    <a:pt x="5000" y="1831"/>
                    <a:pt x="5204" y="2197"/>
                  </a:cubicBezTo>
                  <a:cubicBezTo>
                    <a:pt x="5394" y="2536"/>
                    <a:pt x="5431" y="2865"/>
                    <a:pt x="5366" y="3004"/>
                  </a:cubicBezTo>
                  <a:cubicBezTo>
                    <a:pt x="5051" y="3707"/>
                    <a:pt x="5119" y="4093"/>
                    <a:pt x="5183" y="4433"/>
                  </a:cubicBezTo>
                  <a:cubicBezTo>
                    <a:pt x="5241" y="4758"/>
                    <a:pt x="5299" y="5094"/>
                    <a:pt x="4956" y="5959"/>
                  </a:cubicBezTo>
                  <a:cubicBezTo>
                    <a:pt x="4752" y="6471"/>
                    <a:pt x="4485" y="6790"/>
                    <a:pt x="4240" y="6814"/>
                  </a:cubicBezTo>
                  <a:cubicBezTo>
                    <a:pt x="4234" y="6814"/>
                    <a:pt x="4228" y="6814"/>
                    <a:pt x="4221" y="6814"/>
                  </a:cubicBezTo>
                  <a:cubicBezTo>
                    <a:pt x="4084" y="6814"/>
                    <a:pt x="3969" y="6711"/>
                    <a:pt x="3908" y="6610"/>
                  </a:cubicBezTo>
                  <a:cubicBezTo>
                    <a:pt x="3803" y="6447"/>
                    <a:pt x="3803" y="6241"/>
                    <a:pt x="3901" y="6078"/>
                  </a:cubicBezTo>
                  <a:cubicBezTo>
                    <a:pt x="4332" y="5382"/>
                    <a:pt x="4155" y="4714"/>
                    <a:pt x="3789" y="4361"/>
                  </a:cubicBezTo>
                  <a:cubicBezTo>
                    <a:pt x="3572" y="4151"/>
                    <a:pt x="3284" y="4036"/>
                    <a:pt x="2982" y="4036"/>
                  </a:cubicBezTo>
                  <a:cubicBezTo>
                    <a:pt x="2721" y="4039"/>
                    <a:pt x="2463" y="4120"/>
                    <a:pt x="2246" y="4270"/>
                  </a:cubicBezTo>
                  <a:cubicBezTo>
                    <a:pt x="2094" y="4370"/>
                    <a:pt x="1939" y="4411"/>
                    <a:pt x="1792" y="4411"/>
                  </a:cubicBezTo>
                  <a:cubicBezTo>
                    <a:pt x="1593" y="4411"/>
                    <a:pt x="1409" y="4337"/>
                    <a:pt x="1272" y="4239"/>
                  </a:cubicBezTo>
                  <a:cubicBezTo>
                    <a:pt x="1082" y="4100"/>
                    <a:pt x="906" y="3849"/>
                    <a:pt x="984" y="3564"/>
                  </a:cubicBezTo>
                  <a:cubicBezTo>
                    <a:pt x="1197" y="2781"/>
                    <a:pt x="1350" y="2730"/>
                    <a:pt x="1557" y="2658"/>
                  </a:cubicBezTo>
                  <a:cubicBezTo>
                    <a:pt x="1788" y="2580"/>
                    <a:pt x="2103" y="2472"/>
                    <a:pt x="2405" y="2007"/>
                  </a:cubicBezTo>
                  <a:cubicBezTo>
                    <a:pt x="2554" y="1780"/>
                    <a:pt x="2609" y="1542"/>
                    <a:pt x="2660" y="1332"/>
                  </a:cubicBezTo>
                  <a:cubicBezTo>
                    <a:pt x="2744" y="983"/>
                    <a:pt x="2778" y="925"/>
                    <a:pt x="2914" y="884"/>
                  </a:cubicBezTo>
                  <a:cubicBezTo>
                    <a:pt x="2981" y="864"/>
                    <a:pt x="3023" y="852"/>
                    <a:pt x="3059" y="852"/>
                  </a:cubicBezTo>
                  <a:close/>
                  <a:moveTo>
                    <a:pt x="3076" y="1"/>
                  </a:moveTo>
                  <a:cubicBezTo>
                    <a:pt x="2959" y="1"/>
                    <a:pt x="2827" y="20"/>
                    <a:pt x="2676" y="63"/>
                  </a:cubicBezTo>
                  <a:cubicBezTo>
                    <a:pt x="2039" y="250"/>
                    <a:pt x="1913" y="783"/>
                    <a:pt x="1828" y="1132"/>
                  </a:cubicBezTo>
                  <a:cubicBezTo>
                    <a:pt x="1791" y="1291"/>
                    <a:pt x="1754" y="1441"/>
                    <a:pt x="1689" y="1542"/>
                  </a:cubicBezTo>
                  <a:cubicBezTo>
                    <a:pt x="1547" y="1760"/>
                    <a:pt x="1452" y="1790"/>
                    <a:pt x="1282" y="1848"/>
                  </a:cubicBezTo>
                  <a:cubicBezTo>
                    <a:pt x="835" y="2000"/>
                    <a:pt x="465" y="2207"/>
                    <a:pt x="156" y="3337"/>
                  </a:cubicBezTo>
                  <a:cubicBezTo>
                    <a:pt x="0" y="3920"/>
                    <a:pt x="241" y="4548"/>
                    <a:pt x="773" y="4931"/>
                  </a:cubicBezTo>
                  <a:cubicBezTo>
                    <a:pt x="1074" y="5152"/>
                    <a:pt x="1430" y="5264"/>
                    <a:pt x="1786" y="5264"/>
                  </a:cubicBezTo>
                  <a:cubicBezTo>
                    <a:pt x="2112" y="5264"/>
                    <a:pt x="2438" y="5170"/>
                    <a:pt x="2724" y="4982"/>
                  </a:cubicBezTo>
                  <a:cubicBezTo>
                    <a:pt x="2813" y="4922"/>
                    <a:pt x="2902" y="4893"/>
                    <a:pt x="2983" y="4893"/>
                  </a:cubicBezTo>
                  <a:cubicBezTo>
                    <a:pt x="3063" y="4893"/>
                    <a:pt x="3137" y="4921"/>
                    <a:pt x="3195" y="4979"/>
                  </a:cubicBezTo>
                  <a:cubicBezTo>
                    <a:pt x="3314" y="5094"/>
                    <a:pt x="3365" y="5318"/>
                    <a:pt x="3175" y="5627"/>
                  </a:cubicBezTo>
                  <a:cubicBezTo>
                    <a:pt x="2904" y="6068"/>
                    <a:pt x="2907" y="6620"/>
                    <a:pt x="3179" y="7061"/>
                  </a:cubicBezTo>
                  <a:cubicBezTo>
                    <a:pt x="3416" y="7441"/>
                    <a:pt x="3806" y="7669"/>
                    <a:pt x="4220" y="7669"/>
                  </a:cubicBezTo>
                  <a:cubicBezTo>
                    <a:pt x="4250" y="7669"/>
                    <a:pt x="4284" y="7669"/>
                    <a:pt x="4318" y="7665"/>
                  </a:cubicBezTo>
                  <a:cubicBezTo>
                    <a:pt x="4658" y="7635"/>
                    <a:pt x="5299" y="7414"/>
                    <a:pt x="5753" y="6274"/>
                  </a:cubicBezTo>
                  <a:cubicBezTo>
                    <a:pt x="6187" y="5182"/>
                    <a:pt x="6099" y="4684"/>
                    <a:pt x="6025" y="4280"/>
                  </a:cubicBezTo>
                  <a:cubicBezTo>
                    <a:pt x="5974" y="3998"/>
                    <a:pt x="5940" y="3815"/>
                    <a:pt x="6150" y="3354"/>
                  </a:cubicBezTo>
                  <a:cubicBezTo>
                    <a:pt x="6337" y="2940"/>
                    <a:pt x="6262" y="2336"/>
                    <a:pt x="5953" y="1783"/>
                  </a:cubicBezTo>
                  <a:cubicBezTo>
                    <a:pt x="5614" y="1173"/>
                    <a:pt x="5075" y="766"/>
                    <a:pt x="4508" y="691"/>
                  </a:cubicBezTo>
                  <a:cubicBezTo>
                    <a:pt x="4155" y="643"/>
                    <a:pt x="4016" y="515"/>
                    <a:pt x="3857" y="365"/>
                  </a:cubicBezTo>
                  <a:cubicBezTo>
                    <a:pt x="3685" y="206"/>
                    <a:pt x="3465" y="1"/>
                    <a:pt x="30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38" name="Google Shape;2938;p57"/>
            <p:cNvSpPr/>
            <p:nvPr/>
          </p:nvSpPr>
          <p:spPr>
            <a:xfrm>
              <a:off x="4746875" y="3154100"/>
              <a:ext cx="25875" cy="21400"/>
            </a:xfrm>
            <a:custGeom>
              <a:avLst/>
              <a:gdLst/>
              <a:ahLst/>
              <a:cxnLst/>
              <a:rect l="l" t="t" r="r" b="b"/>
              <a:pathLst>
                <a:path w="1035" h="856" extrusionOk="0">
                  <a:moveTo>
                    <a:pt x="507" y="0"/>
                  </a:moveTo>
                  <a:cubicBezTo>
                    <a:pt x="348" y="0"/>
                    <a:pt x="202" y="94"/>
                    <a:pt x="139" y="241"/>
                  </a:cubicBezTo>
                  <a:cubicBezTo>
                    <a:pt x="1" y="541"/>
                    <a:pt x="230" y="856"/>
                    <a:pt x="525" y="856"/>
                  </a:cubicBezTo>
                  <a:cubicBezTo>
                    <a:pt x="577" y="856"/>
                    <a:pt x="631" y="846"/>
                    <a:pt x="685" y="825"/>
                  </a:cubicBezTo>
                  <a:cubicBezTo>
                    <a:pt x="801" y="784"/>
                    <a:pt x="889" y="692"/>
                    <a:pt x="930" y="577"/>
                  </a:cubicBezTo>
                  <a:cubicBezTo>
                    <a:pt x="1035" y="295"/>
                    <a:pt x="828" y="0"/>
                    <a:pt x="529" y="0"/>
                  </a:cubicBezTo>
                  <a:lnTo>
                    <a:pt x="516" y="0"/>
                  </a:lnTo>
                  <a:cubicBezTo>
                    <a:pt x="513" y="0"/>
                    <a:pt x="510" y="0"/>
                    <a:pt x="5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39" name="Google Shape;2939;p57"/>
            <p:cNvSpPr/>
            <p:nvPr/>
          </p:nvSpPr>
          <p:spPr>
            <a:xfrm>
              <a:off x="4828200" y="3221925"/>
              <a:ext cx="25875" cy="21425"/>
            </a:xfrm>
            <a:custGeom>
              <a:avLst/>
              <a:gdLst/>
              <a:ahLst/>
              <a:cxnLst/>
              <a:rect l="l" t="t" r="r" b="b"/>
              <a:pathLst>
                <a:path w="1035" h="857" extrusionOk="0">
                  <a:moveTo>
                    <a:pt x="507" y="1"/>
                  </a:moveTo>
                  <a:cubicBezTo>
                    <a:pt x="348" y="1"/>
                    <a:pt x="203" y="95"/>
                    <a:pt x="139" y="242"/>
                  </a:cubicBezTo>
                  <a:cubicBezTo>
                    <a:pt x="1" y="542"/>
                    <a:pt x="230" y="856"/>
                    <a:pt x="525" y="856"/>
                  </a:cubicBezTo>
                  <a:cubicBezTo>
                    <a:pt x="577" y="856"/>
                    <a:pt x="631" y="847"/>
                    <a:pt x="685" y="825"/>
                  </a:cubicBezTo>
                  <a:cubicBezTo>
                    <a:pt x="801" y="785"/>
                    <a:pt x="889" y="693"/>
                    <a:pt x="930" y="578"/>
                  </a:cubicBezTo>
                  <a:cubicBezTo>
                    <a:pt x="1035" y="296"/>
                    <a:pt x="828" y="1"/>
                    <a:pt x="529" y="1"/>
                  </a:cubicBezTo>
                  <a:lnTo>
                    <a:pt x="516" y="1"/>
                  </a:lnTo>
                  <a:cubicBezTo>
                    <a:pt x="513" y="1"/>
                    <a:pt x="510" y="1"/>
                    <a:pt x="50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40" name="Google Shape;2940;p57"/>
            <p:cNvSpPr/>
            <p:nvPr/>
          </p:nvSpPr>
          <p:spPr>
            <a:xfrm>
              <a:off x="4809950" y="2996100"/>
              <a:ext cx="27000" cy="21400"/>
            </a:xfrm>
            <a:custGeom>
              <a:avLst/>
              <a:gdLst/>
              <a:ahLst/>
              <a:cxnLst/>
              <a:rect l="l" t="t" r="r" b="b"/>
              <a:pathLst>
                <a:path w="1080" h="856" extrusionOk="0">
                  <a:moveTo>
                    <a:pt x="508" y="1"/>
                  </a:moveTo>
                  <a:cubicBezTo>
                    <a:pt x="355" y="1"/>
                    <a:pt x="217" y="88"/>
                    <a:pt x="150" y="225"/>
                  </a:cubicBezTo>
                  <a:cubicBezTo>
                    <a:pt x="1" y="513"/>
                    <a:pt x="208" y="856"/>
                    <a:pt x="530" y="856"/>
                  </a:cubicBezTo>
                  <a:cubicBezTo>
                    <a:pt x="845" y="856"/>
                    <a:pt x="1080" y="516"/>
                    <a:pt x="893" y="187"/>
                  </a:cubicBezTo>
                  <a:cubicBezTo>
                    <a:pt x="825" y="72"/>
                    <a:pt x="700" y="1"/>
                    <a:pt x="564" y="1"/>
                  </a:cubicBezTo>
                  <a:lnTo>
                    <a:pt x="516" y="1"/>
                  </a:lnTo>
                  <a:cubicBezTo>
                    <a:pt x="514" y="1"/>
                    <a:pt x="511" y="1"/>
                    <a:pt x="5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41" name="Google Shape;2941;p57"/>
            <p:cNvSpPr/>
            <p:nvPr/>
          </p:nvSpPr>
          <p:spPr>
            <a:xfrm>
              <a:off x="4884850" y="2955825"/>
              <a:ext cx="26900" cy="21400"/>
            </a:xfrm>
            <a:custGeom>
              <a:avLst/>
              <a:gdLst/>
              <a:ahLst/>
              <a:cxnLst/>
              <a:rect l="l" t="t" r="r" b="b"/>
              <a:pathLst>
                <a:path w="1076" h="856" extrusionOk="0">
                  <a:moveTo>
                    <a:pt x="507" y="0"/>
                  </a:moveTo>
                  <a:cubicBezTo>
                    <a:pt x="354" y="0"/>
                    <a:pt x="216" y="88"/>
                    <a:pt x="146" y="228"/>
                  </a:cubicBezTo>
                  <a:cubicBezTo>
                    <a:pt x="0" y="513"/>
                    <a:pt x="207" y="855"/>
                    <a:pt x="529" y="855"/>
                  </a:cubicBezTo>
                  <a:cubicBezTo>
                    <a:pt x="841" y="855"/>
                    <a:pt x="1075" y="519"/>
                    <a:pt x="892" y="187"/>
                  </a:cubicBezTo>
                  <a:cubicBezTo>
                    <a:pt x="824" y="72"/>
                    <a:pt x="699" y="1"/>
                    <a:pt x="563" y="1"/>
                  </a:cubicBezTo>
                  <a:lnTo>
                    <a:pt x="516" y="1"/>
                  </a:lnTo>
                  <a:cubicBezTo>
                    <a:pt x="513" y="0"/>
                    <a:pt x="510" y="0"/>
                    <a:pt x="5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42" name="Google Shape;2942;p57"/>
            <p:cNvSpPr/>
            <p:nvPr/>
          </p:nvSpPr>
          <p:spPr>
            <a:xfrm>
              <a:off x="4951150" y="3068175"/>
              <a:ext cx="27000" cy="21400"/>
            </a:xfrm>
            <a:custGeom>
              <a:avLst/>
              <a:gdLst/>
              <a:ahLst/>
              <a:cxnLst/>
              <a:rect l="l" t="t" r="r" b="b"/>
              <a:pathLst>
                <a:path w="1080" h="856" extrusionOk="0">
                  <a:moveTo>
                    <a:pt x="508" y="1"/>
                  </a:moveTo>
                  <a:cubicBezTo>
                    <a:pt x="355" y="1"/>
                    <a:pt x="217" y="89"/>
                    <a:pt x="150" y="228"/>
                  </a:cubicBezTo>
                  <a:cubicBezTo>
                    <a:pt x="1" y="513"/>
                    <a:pt x="208" y="856"/>
                    <a:pt x="530" y="856"/>
                  </a:cubicBezTo>
                  <a:cubicBezTo>
                    <a:pt x="842" y="856"/>
                    <a:pt x="1080" y="517"/>
                    <a:pt x="893" y="188"/>
                  </a:cubicBezTo>
                  <a:cubicBezTo>
                    <a:pt x="825" y="72"/>
                    <a:pt x="700" y="1"/>
                    <a:pt x="564" y="1"/>
                  </a:cubicBezTo>
                  <a:lnTo>
                    <a:pt x="516" y="1"/>
                  </a:lnTo>
                  <a:cubicBezTo>
                    <a:pt x="514" y="1"/>
                    <a:pt x="511" y="1"/>
                    <a:pt x="5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43" name="Google Shape;2943;p57"/>
            <p:cNvSpPr/>
            <p:nvPr/>
          </p:nvSpPr>
          <p:spPr>
            <a:xfrm>
              <a:off x="4828725" y="3069200"/>
              <a:ext cx="24175" cy="21475"/>
            </a:xfrm>
            <a:custGeom>
              <a:avLst/>
              <a:gdLst/>
              <a:ahLst/>
              <a:cxnLst/>
              <a:rect l="l" t="t" r="r" b="b"/>
              <a:pathLst>
                <a:path w="967" h="859" extrusionOk="0">
                  <a:moveTo>
                    <a:pt x="521" y="1"/>
                  </a:moveTo>
                  <a:cubicBezTo>
                    <a:pt x="517" y="1"/>
                    <a:pt x="513" y="1"/>
                    <a:pt x="508" y="1"/>
                  </a:cubicBezTo>
                  <a:cubicBezTo>
                    <a:pt x="506" y="1"/>
                    <a:pt x="503" y="1"/>
                    <a:pt x="500" y="1"/>
                  </a:cubicBezTo>
                  <a:cubicBezTo>
                    <a:pt x="321" y="1"/>
                    <a:pt x="165" y="115"/>
                    <a:pt x="105" y="282"/>
                  </a:cubicBezTo>
                  <a:cubicBezTo>
                    <a:pt x="0" y="568"/>
                    <a:pt x="218" y="859"/>
                    <a:pt x="504" y="859"/>
                  </a:cubicBezTo>
                  <a:cubicBezTo>
                    <a:pt x="534" y="859"/>
                    <a:pt x="565" y="856"/>
                    <a:pt x="597" y="849"/>
                  </a:cubicBezTo>
                  <a:cubicBezTo>
                    <a:pt x="817" y="808"/>
                    <a:pt x="966" y="605"/>
                    <a:pt x="943" y="384"/>
                  </a:cubicBezTo>
                  <a:cubicBezTo>
                    <a:pt x="919" y="165"/>
                    <a:pt x="736" y="1"/>
                    <a:pt x="5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2944" name="Google Shape;2944;p57"/>
            <p:cNvSpPr/>
            <p:nvPr/>
          </p:nvSpPr>
          <p:spPr>
            <a:xfrm>
              <a:off x="4715075" y="3301400"/>
              <a:ext cx="25875" cy="21475"/>
            </a:xfrm>
            <a:custGeom>
              <a:avLst/>
              <a:gdLst/>
              <a:ahLst/>
              <a:cxnLst/>
              <a:rect l="l" t="t" r="r" b="b"/>
              <a:pathLst>
                <a:path w="1035" h="859" extrusionOk="0">
                  <a:moveTo>
                    <a:pt x="507" y="0"/>
                  </a:moveTo>
                  <a:cubicBezTo>
                    <a:pt x="348" y="0"/>
                    <a:pt x="202" y="98"/>
                    <a:pt x="139" y="245"/>
                  </a:cubicBezTo>
                  <a:cubicBezTo>
                    <a:pt x="0" y="545"/>
                    <a:pt x="231" y="858"/>
                    <a:pt x="527" y="858"/>
                  </a:cubicBezTo>
                  <a:cubicBezTo>
                    <a:pt x="578" y="858"/>
                    <a:pt x="632" y="849"/>
                    <a:pt x="685" y="828"/>
                  </a:cubicBezTo>
                  <a:cubicBezTo>
                    <a:pt x="801" y="787"/>
                    <a:pt x="889" y="696"/>
                    <a:pt x="929" y="577"/>
                  </a:cubicBezTo>
                  <a:cubicBezTo>
                    <a:pt x="1035" y="299"/>
                    <a:pt x="828" y="0"/>
                    <a:pt x="529" y="0"/>
                  </a:cubicBezTo>
                  <a:lnTo>
                    <a:pt x="516" y="0"/>
                  </a:lnTo>
                  <a:cubicBezTo>
                    <a:pt x="513" y="0"/>
                    <a:pt x="510" y="0"/>
                    <a:pt x="5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48"/>
        <p:cNvGrpSpPr/>
        <p:nvPr/>
      </p:nvGrpSpPr>
      <p:grpSpPr>
        <a:xfrm>
          <a:off x="0" y="0"/>
          <a:ext cx="0" cy="0"/>
          <a:chOff x="0" y="0"/>
          <a:chExt cx="0" cy="0"/>
        </a:xfrm>
      </p:grpSpPr>
      <p:grpSp>
        <p:nvGrpSpPr>
          <p:cNvPr id="2949" name="Google Shape;2949;p58"/>
          <p:cNvGrpSpPr/>
          <p:nvPr/>
        </p:nvGrpSpPr>
        <p:grpSpPr>
          <a:xfrm>
            <a:off x="3012750" y="1998029"/>
            <a:ext cx="3123001" cy="1946100"/>
            <a:chOff x="3012750" y="1998029"/>
            <a:chExt cx="3123001" cy="1946100"/>
          </a:xfrm>
        </p:grpSpPr>
        <p:sp>
          <p:nvSpPr>
            <p:cNvPr id="2950" name="Google Shape;2950;p58"/>
            <p:cNvSpPr/>
            <p:nvPr/>
          </p:nvSpPr>
          <p:spPr>
            <a:xfrm>
              <a:off x="3598950" y="1998029"/>
              <a:ext cx="1946100" cy="1946100"/>
            </a:xfrm>
            <a:prstGeom prst="ellipse">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951" name="Google Shape;2951;p58"/>
            <p:cNvCxnSpPr>
              <a:stCxn id="2950" idx="1"/>
            </p:cNvCxnSpPr>
            <p:nvPr/>
          </p:nvCxnSpPr>
          <p:spPr>
            <a:xfrm rot="10800000">
              <a:off x="3017850" y="2050829"/>
              <a:ext cx="866100" cy="232200"/>
            </a:xfrm>
            <a:prstGeom prst="straightConnector1">
              <a:avLst/>
            </a:prstGeom>
            <a:noFill/>
            <a:ln w="19050" cap="flat" cmpd="sng">
              <a:solidFill>
                <a:schemeClr val="accent3"/>
              </a:solidFill>
              <a:prstDash val="dot"/>
              <a:round/>
              <a:headEnd type="none" w="med" len="med"/>
              <a:tailEnd type="none" w="med" len="med"/>
            </a:ln>
          </p:spPr>
        </p:cxnSp>
        <p:cxnSp>
          <p:nvCxnSpPr>
            <p:cNvPr id="2952" name="Google Shape;2952;p58"/>
            <p:cNvCxnSpPr>
              <a:stCxn id="2953" idx="3"/>
              <a:endCxn id="2953" idx="1"/>
            </p:cNvCxnSpPr>
            <p:nvPr/>
          </p:nvCxnSpPr>
          <p:spPr>
            <a:xfrm rot="10800000">
              <a:off x="3014825" y="2971075"/>
              <a:ext cx="584100" cy="0"/>
            </a:xfrm>
            <a:prstGeom prst="straightConnector1">
              <a:avLst/>
            </a:prstGeom>
            <a:noFill/>
            <a:ln w="19050" cap="flat" cmpd="sng">
              <a:solidFill>
                <a:schemeClr val="accent3"/>
              </a:solidFill>
              <a:prstDash val="dot"/>
              <a:round/>
              <a:headEnd type="none" w="med" len="med"/>
              <a:tailEnd type="none" w="med" len="med"/>
            </a:ln>
          </p:spPr>
        </p:cxnSp>
        <p:cxnSp>
          <p:nvCxnSpPr>
            <p:cNvPr id="2954" name="Google Shape;2954;p58"/>
            <p:cNvCxnSpPr>
              <a:stCxn id="2950" idx="3"/>
            </p:cNvCxnSpPr>
            <p:nvPr/>
          </p:nvCxnSpPr>
          <p:spPr>
            <a:xfrm flipH="1">
              <a:off x="3012750" y="3659129"/>
              <a:ext cx="871200" cy="233400"/>
            </a:xfrm>
            <a:prstGeom prst="straightConnector1">
              <a:avLst/>
            </a:prstGeom>
            <a:noFill/>
            <a:ln w="19050" cap="flat" cmpd="sng">
              <a:solidFill>
                <a:schemeClr val="accent3"/>
              </a:solidFill>
              <a:prstDash val="dot"/>
              <a:round/>
              <a:headEnd type="none" w="med" len="med"/>
              <a:tailEnd type="none" w="med" len="med"/>
            </a:ln>
          </p:spPr>
        </p:cxnSp>
        <p:cxnSp>
          <p:nvCxnSpPr>
            <p:cNvPr id="2955" name="Google Shape;2955;p58"/>
            <p:cNvCxnSpPr>
              <a:stCxn id="2950" idx="7"/>
            </p:cNvCxnSpPr>
            <p:nvPr/>
          </p:nvCxnSpPr>
          <p:spPr>
            <a:xfrm rot="10800000" flipH="1">
              <a:off x="5260050" y="2052029"/>
              <a:ext cx="862500" cy="231000"/>
            </a:xfrm>
            <a:prstGeom prst="straightConnector1">
              <a:avLst/>
            </a:prstGeom>
            <a:noFill/>
            <a:ln w="19050" cap="flat" cmpd="sng">
              <a:solidFill>
                <a:schemeClr val="accent3"/>
              </a:solidFill>
              <a:prstDash val="dot"/>
              <a:round/>
              <a:headEnd type="none" w="med" len="med"/>
              <a:tailEnd type="none" w="med" len="med"/>
            </a:ln>
          </p:spPr>
        </p:cxnSp>
        <p:cxnSp>
          <p:nvCxnSpPr>
            <p:cNvPr id="2956" name="Google Shape;2956;p58"/>
            <p:cNvCxnSpPr>
              <a:stCxn id="2957" idx="1"/>
              <a:endCxn id="2957" idx="3"/>
            </p:cNvCxnSpPr>
            <p:nvPr/>
          </p:nvCxnSpPr>
          <p:spPr>
            <a:xfrm>
              <a:off x="5545075" y="2971075"/>
              <a:ext cx="584100" cy="0"/>
            </a:xfrm>
            <a:prstGeom prst="straightConnector1">
              <a:avLst/>
            </a:prstGeom>
            <a:noFill/>
            <a:ln w="19050" cap="flat" cmpd="sng">
              <a:solidFill>
                <a:schemeClr val="accent3"/>
              </a:solidFill>
              <a:prstDash val="dot"/>
              <a:round/>
              <a:headEnd type="none" w="med" len="med"/>
              <a:tailEnd type="none" w="med" len="med"/>
            </a:ln>
          </p:spPr>
        </p:cxnSp>
        <p:cxnSp>
          <p:nvCxnSpPr>
            <p:cNvPr id="2958" name="Google Shape;2958;p58"/>
            <p:cNvCxnSpPr>
              <a:stCxn id="2950" idx="5"/>
            </p:cNvCxnSpPr>
            <p:nvPr/>
          </p:nvCxnSpPr>
          <p:spPr>
            <a:xfrm>
              <a:off x="5260050" y="3659129"/>
              <a:ext cx="875700" cy="234600"/>
            </a:xfrm>
            <a:prstGeom prst="straightConnector1">
              <a:avLst/>
            </a:prstGeom>
            <a:noFill/>
            <a:ln w="19050" cap="flat" cmpd="sng">
              <a:solidFill>
                <a:schemeClr val="accent3"/>
              </a:solidFill>
              <a:prstDash val="dot"/>
              <a:round/>
              <a:headEnd type="none" w="med" len="med"/>
              <a:tailEnd type="none" w="med" len="med"/>
            </a:ln>
          </p:spPr>
        </p:cxnSp>
      </p:grpSp>
      <p:sp>
        <p:nvSpPr>
          <p:cNvPr id="2959" name="Google Shape;2959;p58"/>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ANOTHER </a:t>
            </a:r>
            <a:r>
              <a:rPr lang="en">
                <a:solidFill>
                  <a:schemeClr val="accent2"/>
                </a:solidFill>
              </a:rPr>
              <a:t>INFOGRAPHIC</a:t>
            </a:r>
            <a:endParaRPr>
              <a:solidFill>
                <a:schemeClr val="accent2"/>
              </a:solidFill>
            </a:endParaRPr>
          </a:p>
        </p:txBody>
      </p:sp>
      <p:sp>
        <p:nvSpPr>
          <p:cNvPr id="2960" name="Google Shape;2960;p58"/>
          <p:cNvSpPr txBox="1"/>
          <p:nvPr/>
        </p:nvSpPr>
        <p:spPr>
          <a:xfrm>
            <a:off x="713250" y="2465623"/>
            <a:ext cx="2112000" cy="4251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000" b="1">
                <a:solidFill>
                  <a:schemeClr val="accent3"/>
                </a:solidFill>
                <a:latin typeface="Orbitron"/>
                <a:ea typeface="Orbitron"/>
                <a:cs typeface="Orbitron"/>
                <a:sym typeface="Orbitron"/>
              </a:rPr>
              <a:t>VENUS</a:t>
            </a:r>
            <a:endParaRPr sz="2000" b="1">
              <a:solidFill>
                <a:schemeClr val="accent3"/>
              </a:solidFill>
              <a:latin typeface="Orbitron"/>
              <a:ea typeface="Orbitron"/>
              <a:cs typeface="Orbitron"/>
              <a:sym typeface="Orbitron"/>
            </a:endParaRPr>
          </a:p>
        </p:txBody>
      </p:sp>
      <p:sp>
        <p:nvSpPr>
          <p:cNvPr id="2961" name="Google Shape;2961;p58"/>
          <p:cNvSpPr txBox="1"/>
          <p:nvPr/>
        </p:nvSpPr>
        <p:spPr>
          <a:xfrm>
            <a:off x="713250" y="2805706"/>
            <a:ext cx="2112000" cy="67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3"/>
                </a:solidFill>
                <a:latin typeface="Barlow"/>
                <a:ea typeface="Barlow"/>
                <a:cs typeface="Barlow"/>
                <a:sym typeface="Barlow"/>
              </a:rPr>
              <a:t>Venus is the second planet from the Sun</a:t>
            </a:r>
            <a:endParaRPr sz="1600">
              <a:solidFill>
                <a:schemeClr val="accent3"/>
              </a:solidFill>
              <a:latin typeface="Barlow"/>
              <a:ea typeface="Barlow"/>
              <a:cs typeface="Barlow"/>
              <a:sym typeface="Barlow"/>
            </a:endParaRPr>
          </a:p>
        </p:txBody>
      </p:sp>
      <p:sp>
        <p:nvSpPr>
          <p:cNvPr id="2962" name="Google Shape;2962;p58"/>
          <p:cNvSpPr txBox="1"/>
          <p:nvPr/>
        </p:nvSpPr>
        <p:spPr>
          <a:xfrm>
            <a:off x="713250" y="3593118"/>
            <a:ext cx="2112000" cy="4251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000" b="1">
                <a:solidFill>
                  <a:schemeClr val="accent3"/>
                </a:solidFill>
                <a:latin typeface="Orbitron"/>
                <a:ea typeface="Orbitron"/>
                <a:cs typeface="Orbitron"/>
                <a:sym typeface="Orbitron"/>
              </a:rPr>
              <a:t>JUPITER</a:t>
            </a:r>
            <a:endParaRPr sz="2000" b="1">
              <a:solidFill>
                <a:schemeClr val="accent3"/>
              </a:solidFill>
              <a:latin typeface="Orbitron"/>
              <a:ea typeface="Orbitron"/>
              <a:cs typeface="Orbitron"/>
              <a:sym typeface="Orbitron"/>
            </a:endParaRPr>
          </a:p>
        </p:txBody>
      </p:sp>
      <p:sp>
        <p:nvSpPr>
          <p:cNvPr id="2963" name="Google Shape;2963;p58"/>
          <p:cNvSpPr txBox="1"/>
          <p:nvPr/>
        </p:nvSpPr>
        <p:spPr>
          <a:xfrm>
            <a:off x="713250" y="3933201"/>
            <a:ext cx="2112000" cy="67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3"/>
                </a:solidFill>
                <a:latin typeface="Barlow"/>
                <a:ea typeface="Barlow"/>
                <a:cs typeface="Barlow"/>
                <a:sym typeface="Barlow"/>
              </a:rPr>
              <a:t>It’s the biggest planet in the Solar System</a:t>
            </a:r>
            <a:endParaRPr sz="1600">
              <a:solidFill>
                <a:schemeClr val="accent3"/>
              </a:solidFill>
              <a:latin typeface="Barlow"/>
              <a:ea typeface="Barlow"/>
              <a:cs typeface="Barlow"/>
              <a:sym typeface="Barlow"/>
            </a:endParaRPr>
          </a:p>
        </p:txBody>
      </p:sp>
      <p:sp>
        <p:nvSpPr>
          <p:cNvPr id="2964" name="Google Shape;2964;p58"/>
          <p:cNvSpPr txBox="1"/>
          <p:nvPr/>
        </p:nvSpPr>
        <p:spPr>
          <a:xfrm>
            <a:off x="713250" y="1338125"/>
            <a:ext cx="2112000" cy="4251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000" b="1">
                <a:solidFill>
                  <a:schemeClr val="accent3"/>
                </a:solidFill>
                <a:latin typeface="Orbitron"/>
                <a:ea typeface="Orbitron"/>
                <a:cs typeface="Orbitron"/>
                <a:sym typeface="Orbitron"/>
              </a:rPr>
              <a:t>MARS</a:t>
            </a:r>
            <a:endParaRPr sz="2000" b="1">
              <a:solidFill>
                <a:schemeClr val="accent3"/>
              </a:solidFill>
              <a:latin typeface="Orbitron"/>
              <a:ea typeface="Orbitron"/>
              <a:cs typeface="Orbitron"/>
              <a:sym typeface="Orbitron"/>
            </a:endParaRPr>
          </a:p>
        </p:txBody>
      </p:sp>
      <p:sp>
        <p:nvSpPr>
          <p:cNvPr id="2965" name="Google Shape;2965;p58"/>
          <p:cNvSpPr txBox="1"/>
          <p:nvPr/>
        </p:nvSpPr>
        <p:spPr>
          <a:xfrm>
            <a:off x="713250" y="1678208"/>
            <a:ext cx="2112000" cy="67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3"/>
                </a:solidFill>
                <a:latin typeface="Barlow"/>
                <a:ea typeface="Barlow"/>
                <a:cs typeface="Barlow"/>
                <a:sym typeface="Barlow"/>
              </a:rPr>
              <a:t>Despite being red, Mars is a cold place</a:t>
            </a:r>
            <a:endParaRPr>
              <a:solidFill>
                <a:schemeClr val="accent3"/>
              </a:solidFill>
              <a:latin typeface="Barlow"/>
              <a:ea typeface="Barlow"/>
              <a:cs typeface="Barlow"/>
              <a:sym typeface="Barlow"/>
            </a:endParaRPr>
          </a:p>
        </p:txBody>
      </p:sp>
      <p:sp>
        <p:nvSpPr>
          <p:cNvPr id="2966" name="Google Shape;2966;p58"/>
          <p:cNvSpPr txBox="1"/>
          <p:nvPr/>
        </p:nvSpPr>
        <p:spPr>
          <a:xfrm>
            <a:off x="6318750" y="2465623"/>
            <a:ext cx="21120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SATURN</a:t>
            </a:r>
            <a:endParaRPr sz="2000" b="1">
              <a:solidFill>
                <a:schemeClr val="accent3"/>
              </a:solidFill>
              <a:latin typeface="Orbitron"/>
              <a:ea typeface="Orbitron"/>
              <a:cs typeface="Orbitron"/>
              <a:sym typeface="Orbitron"/>
            </a:endParaRPr>
          </a:p>
        </p:txBody>
      </p:sp>
      <p:sp>
        <p:nvSpPr>
          <p:cNvPr id="2967" name="Google Shape;2967;p58"/>
          <p:cNvSpPr txBox="1"/>
          <p:nvPr/>
        </p:nvSpPr>
        <p:spPr>
          <a:xfrm>
            <a:off x="6318750" y="2805706"/>
            <a:ext cx="21120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Saturn is the ringed one and a gas giant</a:t>
            </a:r>
            <a:endParaRPr sz="1600">
              <a:solidFill>
                <a:schemeClr val="accent3"/>
              </a:solidFill>
              <a:latin typeface="Barlow"/>
              <a:ea typeface="Barlow"/>
              <a:cs typeface="Barlow"/>
              <a:sym typeface="Barlow"/>
            </a:endParaRPr>
          </a:p>
        </p:txBody>
      </p:sp>
      <p:sp>
        <p:nvSpPr>
          <p:cNvPr id="2968" name="Google Shape;2968;p58"/>
          <p:cNvSpPr txBox="1"/>
          <p:nvPr/>
        </p:nvSpPr>
        <p:spPr>
          <a:xfrm>
            <a:off x="6318750" y="3593118"/>
            <a:ext cx="21120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MERCURY</a:t>
            </a:r>
            <a:endParaRPr sz="2000" b="1">
              <a:solidFill>
                <a:schemeClr val="accent3"/>
              </a:solidFill>
              <a:latin typeface="Orbitron"/>
              <a:ea typeface="Orbitron"/>
              <a:cs typeface="Orbitron"/>
              <a:sym typeface="Orbitron"/>
            </a:endParaRPr>
          </a:p>
        </p:txBody>
      </p:sp>
      <p:sp>
        <p:nvSpPr>
          <p:cNvPr id="2969" name="Google Shape;2969;p58"/>
          <p:cNvSpPr txBox="1"/>
          <p:nvPr/>
        </p:nvSpPr>
        <p:spPr>
          <a:xfrm>
            <a:off x="6318750" y="3933201"/>
            <a:ext cx="21120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Mercury is the closest planet to the Sun</a:t>
            </a:r>
            <a:endParaRPr sz="1600">
              <a:solidFill>
                <a:schemeClr val="accent3"/>
              </a:solidFill>
              <a:latin typeface="Barlow"/>
              <a:ea typeface="Barlow"/>
              <a:cs typeface="Barlow"/>
              <a:sym typeface="Barlow"/>
            </a:endParaRPr>
          </a:p>
        </p:txBody>
      </p:sp>
      <p:sp>
        <p:nvSpPr>
          <p:cNvPr id="2970" name="Google Shape;2970;p58"/>
          <p:cNvSpPr txBox="1"/>
          <p:nvPr/>
        </p:nvSpPr>
        <p:spPr>
          <a:xfrm>
            <a:off x="6318750" y="1338125"/>
            <a:ext cx="21120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NEPTUNE</a:t>
            </a:r>
            <a:endParaRPr sz="2000" b="1">
              <a:solidFill>
                <a:schemeClr val="accent3"/>
              </a:solidFill>
              <a:latin typeface="Orbitron"/>
              <a:ea typeface="Orbitron"/>
              <a:cs typeface="Orbitron"/>
              <a:sym typeface="Orbitron"/>
            </a:endParaRPr>
          </a:p>
        </p:txBody>
      </p:sp>
      <p:sp>
        <p:nvSpPr>
          <p:cNvPr id="2971" name="Google Shape;2971;p58"/>
          <p:cNvSpPr txBox="1"/>
          <p:nvPr/>
        </p:nvSpPr>
        <p:spPr>
          <a:xfrm>
            <a:off x="6318750" y="1678208"/>
            <a:ext cx="21120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It’s the farthest planet from the Sun</a:t>
            </a:r>
            <a:endParaRPr sz="1600">
              <a:solidFill>
                <a:schemeClr val="accent3"/>
              </a:solidFill>
              <a:latin typeface="Barlow"/>
              <a:ea typeface="Barlow"/>
              <a:cs typeface="Barlow"/>
              <a:sym typeface="Barlow"/>
            </a:endParaRPr>
          </a:p>
        </p:txBody>
      </p:sp>
      <p:grpSp>
        <p:nvGrpSpPr>
          <p:cNvPr id="2972" name="Google Shape;2972;p58"/>
          <p:cNvGrpSpPr/>
          <p:nvPr/>
        </p:nvGrpSpPr>
        <p:grpSpPr>
          <a:xfrm>
            <a:off x="3696591" y="2149465"/>
            <a:ext cx="1755780" cy="1643482"/>
            <a:chOff x="4231052" y="1337496"/>
            <a:chExt cx="3948235" cy="3695710"/>
          </a:xfrm>
        </p:grpSpPr>
        <p:sp>
          <p:nvSpPr>
            <p:cNvPr id="2973" name="Google Shape;2973;p58"/>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8"/>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8"/>
            <p:cNvSpPr/>
            <p:nvPr/>
          </p:nvSpPr>
          <p:spPr>
            <a:xfrm>
              <a:off x="4372080" y="2432477"/>
              <a:ext cx="3630956" cy="1319830"/>
            </a:xfrm>
            <a:custGeom>
              <a:avLst/>
              <a:gdLst/>
              <a:ahLst/>
              <a:cxnLst/>
              <a:rect l="l" t="t" r="r" b="b"/>
              <a:pathLst>
                <a:path w="27420" h="9967" extrusionOk="0">
                  <a:moveTo>
                    <a:pt x="10666" y="1"/>
                  </a:moveTo>
                  <a:cubicBezTo>
                    <a:pt x="9121" y="1"/>
                    <a:pt x="7710" y="413"/>
                    <a:pt x="6123" y="738"/>
                  </a:cubicBezTo>
                  <a:cubicBezTo>
                    <a:pt x="4437" y="1093"/>
                    <a:pt x="2662" y="916"/>
                    <a:pt x="1021" y="1404"/>
                  </a:cubicBezTo>
                  <a:cubicBezTo>
                    <a:pt x="133" y="3844"/>
                    <a:pt x="0" y="6506"/>
                    <a:pt x="621" y="8991"/>
                  </a:cubicBezTo>
                  <a:cubicBezTo>
                    <a:pt x="2263" y="9567"/>
                    <a:pt x="3949" y="9922"/>
                    <a:pt x="5679" y="9967"/>
                  </a:cubicBezTo>
                  <a:cubicBezTo>
                    <a:pt x="9007" y="9745"/>
                    <a:pt x="11846" y="8059"/>
                    <a:pt x="14863" y="6905"/>
                  </a:cubicBezTo>
                  <a:cubicBezTo>
                    <a:pt x="15849" y="6538"/>
                    <a:pt x="16877" y="6397"/>
                    <a:pt x="17931" y="6397"/>
                  </a:cubicBezTo>
                  <a:cubicBezTo>
                    <a:pt x="20954" y="6397"/>
                    <a:pt x="24194" y="7564"/>
                    <a:pt x="27286" y="7926"/>
                  </a:cubicBezTo>
                  <a:cubicBezTo>
                    <a:pt x="27375" y="7260"/>
                    <a:pt x="27420" y="6550"/>
                    <a:pt x="27420" y="5885"/>
                  </a:cubicBezTo>
                  <a:cubicBezTo>
                    <a:pt x="27420" y="5574"/>
                    <a:pt x="27420" y="5219"/>
                    <a:pt x="27375" y="4909"/>
                  </a:cubicBezTo>
                  <a:cubicBezTo>
                    <a:pt x="25911" y="4820"/>
                    <a:pt x="24447" y="4554"/>
                    <a:pt x="23027" y="4199"/>
                  </a:cubicBezTo>
                  <a:cubicBezTo>
                    <a:pt x="19256" y="3001"/>
                    <a:pt x="15751" y="649"/>
                    <a:pt x="11758" y="73"/>
                  </a:cubicBezTo>
                  <a:cubicBezTo>
                    <a:pt x="11384" y="23"/>
                    <a:pt x="11021" y="1"/>
                    <a:pt x="10666"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8"/>
            <p:cNvSpPr/>
            <p:nvPr/>
          </p:nvSpPr>
          <p:spPr>
            <a:xfrm>
              <a:off x="4436701" y="3399673"/>
              <a:ext cx="3554550" cy="1224488"/>
            </a:xfrm>
            <a:custGeom>
              <a:avLst/>
              <a:gdLst/>
              <a:ahLst/>
              <a:cxnLst/>
              <a:rect l="l" t="t" r="r" b="b"/>
              <a:pathLst>
                <a:path w="26843" h="9247" extrusionOk="0">
                  <a:moveTo>
                    <a:pt x="26843" y="1"/>
                  </a:moveTo>
                  <a:lnTo>
                    <a:pt x="26843" y="1"/>
                  </a:lnTo>
                  <a:cubicBezTo>
                    <a:pt x="24891" y="622"/>
                    <a:pt x="22894" y="1021"/>
                    <a:pt x="20853" y="1332"/>
                  </a:cubicBezTo>
                  <a:cubicBezTo>
                    <a:pt x="20674" y="1347"/>
                    <a:pt x="20497" y="1353"/>
                    <a:pt x="20321" y="1353"/>
                  </a:cubicBezTo>
                  <a:cubicBezTo>
                    <a:pt x="18623" y="1353"/>
                    <a:pt x="17075" y="722"/>
                    <a:pt x="15413" y="722"/>
                  </a:cubicBezTo>
                  <a:cubicBezTo>
                    <a:pt x="15202" y="722"/>
                    <a:pt x="14990" y="732"/>
                    <a:pt x="14775" y="755"/>
                  </a:cubicBezTo>
                  <a:cubicBezTo>
                    <a:pt x="12911" y="1021"/>
                    <a:pt x="11048" y="1420"/>
                    <a:pt x="9273" y="1908"/>
                  </a:cubicBezTo>
                  <a:cubicBezTo>
                    <a:pt x="8055" y="2179"/>
                    <a:pt x="7192" y="2347"/>
                    <a:pt x="6305" y="2347"/>
                  </a:cubicBezTo>
                  <a:cubicBezTo>
                    <a:pt x="5449" y="2347"/>
                    <a:pt x="4571" y="2190"/>
                    <a:pt x="3328" y="1820"/>
                  </a:cubicBezTo>
                  <a:cubicBezTo>
                    <a:pt x="2549" y="1586"/>
                    <a:pt x="1872" y="1078"/>
                    <a:pt x="1028" y="1078"/>
                  </a:cubicBezTo>
                  <a:cubicBezTo>
                    <a:pt x="910" y="1078"/>
                    <a:pt x="790" y="1088"/>
                    <a:pt x="666" y="1110"/>
                  </a:cubicBezTo>
                  <a:cubicBezTo>
                    <a:pt x="444" y="1110"/>
                    <a:pt x="222" y="1198"/>
                    <a:pt x="0" y="1287"/>
                  </a:cubicBezTo>
                  <a:cubicBezTo>
                    <a:pt x="178" y="1997"/>
                    <a:pt x="400" y="2751"/>
                    <a:pt x="666" y="3417"/>
                  </a:cubicBezTo>
                  <a:cubicBezTo>
                    <a:pt x="1775" y="4171"/>
                    <a:pt x="3062" y="5901"/>
                    <a:pt x="3328" y="6168"/>
                  </a:cubicBezTo>
                  <a:cubicBezTo>
                    <a:pt x="4748" y="7366"/>
                    <a:pt x="4659" y="6966"/>
                    <a:pt x="6300" y="7543"/>
                  </a:cubicBezTo>
                  <a:cubicBezTo>
                    <a:pt x="8552" y="8306"/>
                    <a:pt x="10774" y="9247"/>
                    <a:pt x="13113" y="9247"/>
                  </a:cubicBezTo>
                  <a:cubicBezTo>
                    <a:pt x="13631" y="9247"/>
                    <a:pt x="14155" y="9201"/>
                    <a:pt x="14686" y="9096"/>
                  </a:cubicBezTo>
                  <a:cubicBezTo>
                    <a:pt x="17481" y="8564"/>
                    <a:pt x="20676" y="7721"/>
                    <a:pt x="23560" y="7499"/>
                  </a:cubicBezTo>
                  <a:cubicBezTo>
                    <a:pt x="25423" y="5413"/>
                    <a:pt x="26577" y="2796"/>
                    <a:pt x="26843"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8"/>
            <p:cNvSpPr/>
            <p:nvPr/>
          </p:nvSpPr>
          <p:spPr>
            <a:xfrm>
              <a:off x="4483710" y="1908756"/>
              <a:ext cx="3366514" cy="786045"/>
            </a:xfrm>
            <a:custGeom>
              <a:avLst/>
              <a:gdLst/>
              <a:ahLst/>
              <a:cxnLst/>
              <a:rect l="l" t="t" r="r" b="b"/>
              <a:pathLst>
                <a:path w="25423" h="5936" extrusionOk="0">
                  <a:moveTo>
                    <a:pt x="14071" y="1"/>
                  </a:moveTo>
                  <a:cubicBezTo>
                    <a:pt x="12558" y="1"/>
                    <a:pt x="11042" y="130"/>
                    <a:pt x="9539" y="389"/>
                  </a:cubicBezTo>
                  <a:cubicBezTo>
                    <a:pt x="7321" y="789"/>
                    <a:pt x="4969" y="700"/>
                    <a:pt x="2751" y="922"/>
                  </a:cubicBezTo>
                  <a:cubicBezTo>
                    <a:pt x="1509" y="2386"/>
                    <a:pt x="533" y="4116"/>
                    <a:pt x="0" y="5935"/>
                  </a:cubicBezTo>
                  <a:cubicBezTo>
                    <a:pt x="1725" y="5375"/>
                    <a:pt x="3365" y="4647"/>
                    <a:pt x="5370" y="4647"/>
                  </a:cubicBezTo>
                  <a:cubicBezTo>
                    <a:pt x="5429" y="4647"/>
                    <a:pt x="5487" y="4647"/>
                    <a:pt x="5546" y="4649"/>
                  </a:cubicBezTo>
                  <a:cubicBezTo>
                    <a:pt x="6112" y="4661"/>
                    <a:pt x="6593" y="4673"/>
                    <a:pt x="7038" y="4673"/>
                  </a:cubicBezTo>
                  <a:cubicBezTo>
                    <a:pt x="8196" y="4673"/>
                    <a:pt x="9109" y="4590"/>
                    <a:pt x="10648" y="4205"/>
                  </a:cubicBezTo>
                  <a:cubicBezTo>
                    <a:pt x="11992" y="3839"/>
                    <a:pt x="13343" y="3711"/>
                    <a:pt x="14697" y="3711"/>
                  </a:cubicBezTo>
                  <a:cubicBezTo>
                    <a:pt x="17809" y="3711"/>
                    <a:pt x="20942" y="4385"/>
                    <a:pt x="24063" y="4385"/>
                  </a:cubicBezTo>
                  <a:cubicBezTo>
                    <a:pt x="24516" y="4385"/>
                    <a:pt x="24970" y="4371"/>
                    <a:pt x="25423" y="4338"/>
                  </a:cubicBezTo>
                  <a:cubicBezTo>
                    <a:pt x="25068" y="3495"/>
                    <a:pt x="24580" y="2697"/>
                    <a:pt x="24048" y="1942"/>
                  </a:cubicBezTo>
                  <a:cubicBezTo>
                    <a:pt x="20854" y="653"/>
                    <a:pt x="17470" y="1"/>
                    <a:pt x="14071"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8"/>
            <p:cNvSpPr/>
            <p:nvPr/>
          </p:nvSpPr>
          <p:spPr>
            <a:xfrm>
              <a:off x="6352024" y="1419729"/>
              <a:ext cx="1656839" cy="3578121"/>
            </a:xfrm>
            <a:custGeom>
              <a:avLst/>
              <a:gdLst/>
              <a:ahLst/>
              <a:cxnLst/>
              <a:rect l="l" t="t" r="r" b="b"/>
              <a:pathLst>
                <a:path w="12512" h="27021" extrusionOk="0">
                  <a:moveTo>
                    <a:pt x="0" y="1"/>
                  </a:moveTo>
                  <a:lnTo>
                    <a:pt x="0" y="1"/>
                  </a:lnTo>
                  <a:cubicBezTo>
                    <a:pt x="5369" y="7410"/>
                    <a:pt x="2928" y="18325"/>
                    <a:pt x="399" y="27021"/>
                  </a:cubicBezTo>
                  <a:cubicBezTo>
                    <a:pt x="7277" y="26266"/>
                    <a:pt x="12468" y="20454"/>
                    <a:pt x="12512" y="13533"/>
                  </a:cubicBezTo>
                  <a:cubicBezTo>
                    <a:pt x="12468" y="6434"/>
                    <a:pt x="7055" y="577"/>
                    <a:pt x="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8"/>
            <p:cNvSpPr/>
            <p:nvPr/>
          </p:nvSpPr>
          <p:spPr>
            <a:xfrm>
              <a:off x="6440083" y="1537185"/>
              <a:ext cx="1645054" cy="3454838"/>
            </a:xfrm>
            <a:custGeom>
              <a:avLst/>
              <a:gdLst/>
              <a:ahLst/>
              <a:cxnLst/>
              <a:rect l="l" t="t" r="r" b="b"/>
              <a:pathLst>
                <a:path w="12423" h="26090" extrusionOk="0">
                  <a:moveTo>
                    <a:pt x="3240" y="1"/>
                  </a:moveTo>
                  <a:lnTo>
                    <a:pt x="3240" y="45"/>
                  </a:lnTo>
                  <a:cubicBezTo>
                    <a:pt x="3251" y="50"/>
                    <a:pt x="3262" y="54"/>
                    <a:pt x="3272" y="58"/>
                  </a:cubicBezTo>
                  <a:lnTo>
                    <a:pt x="3272" y="58"/>
                  </a:lnTo>
                  <a:cubicBezTo>
                    <a:pt x="3262" y="39"/>
                    <a:pt x="3251" y="20"/>
                    <a:pt x="3240" y="1"/>
                  </a:cubicBezTo>
                  <a:close/>
                  <a:moveTo>
                    <a:pt x="3272" y="58"/>
                  </a:moveTo>
                  <a:cubicBezTo>
                    <a:pt x="6310" y="5366"/>
                    <a:pt x="7493" y="11028"/>
                    <a:pt x="5813" y="17526"/>
                  </a:cubicBezTo>
                  <a:cubicBezTo>
                    <a:pt x="4970" y="20987"/>
                    <a:pt x="2929" y="24048"/>
                    <a:pt x="1" y="26089"/>
                  </a:cubicBezTo>
                  <a:cubicBezTo>
                    <a:pt x="6123" y="25291"/>
                    <a:pt x="10915" y="20455"/>
                    <a:pt x="11669" y="14332"/>
                  </a:cubicBezTo>
                  <a:cubicBezTo>
                    <a:pt x="12422" y="8221"/>
                    <a:pt x="8976" y="2331"/>
                    <a:pt x="3272" y="58"/>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8"/>
            <p:cNvSpPr/>
            <p:nvPr/>
          </p:nvSpPr>
          <p:spPr>
            <a:xfrm>
              <a:off x="4236879" y="1337496"/>
              <a:ext cx="3930623" cy="3695710"/>
            </a:xfrm>
            <a:custGeom>
              <a:avLst/>
              <a:gdLst/>
              <a:ahLst/>
              <a:cxnLst/>
              <a:rect l="l" t="t" r="r" b="b"/>
              <a:pathLst>
                <a:path w="29683" h="27909" extrusionOk="0">
                  <a:moveTo>
                    <a:pt x="28307" y="14109"/>
                  </a:moveTo>
                  <a:cubicBezTo>
                    <a:pt x="28263" y="14553"/>
                    <a:pt x="28263" y="14997"/>
                    <a:pt x="28174" y="15485"/>
                  </a:cubicBezTo>
                  <a:lnTo>
                    <a:pt x="28086" y="15485"/>
                  </a:lnTo>
                  <a:cubicBezTo>
                    <a:pt x="27997" y="15529"/>
                    <a:pt x="27908" y="15574"/>
                    <a:pt x="27819" y="15618"/>
                  </a:cubicBezTo>
                  <a:cubicBezTo>
                    <a:pt x="27908" y="15086"/>
                    <a:pt x="28041" y="14553"/>
                    <a:pt x="28307" y="14109"/>
                  </a:cubicBezTo>
                  <a:close/>
                  <a:moveTo>
                    <a:pt x="20587" y="23959"/>
                  </a:moveTo>
                  <a:cubicBezTo>
                    <a:pt x="21031" y="24225"/>
                    <a:pt x="21386" y="24536"/>
                    <a:pt x="21697" y="24935"/>
                  </a:cubicBezTo>
                  <a:cubicBezTo>
                    <a:pt x="21673" y="24923"/>
                    <a:pt x="21646" y="24918"/>
                    <a:pt x="21618" y="24918"/>
                  </a:cubicBezTo>
                  <a:cubicBezTo>
                    <a:pt x="21543" y="24918"/>
                    <a:pt x="21463" y="24959"/>
                    <a:pt x="21430" y="25024"/>
                  </a:cubicBezTo>
                  <a:cubicBezTo>
                    <a:pt x="21209" y="25290"/>
                    <a:pt x="20987" y="25601"/>
                    <a:pt x="20809" y="25867"/>
                  </a:cubicBezTo>
                  <a:cubicBezTo>
                    <a:pt x="20765" y="25956"/>
                    <a:pt x="20765" y="26044"/>
                    <a:pt x="20809" y="26089"/>
                  </a:cubicBezTo>
                  <a:cubicBezTo>
                    <a:pt x="20499" y="26222"/>
                    <a:pt x="20232" y="26355"/>
                    <a:pt x="19922" y="26488"/>
                  </a:cubicBezTo>
                  <a:cubicBezTo>
                    <a:pt x="20099" y="26266"/>
                    <a:pt x="20321" y="26089"/>
                    <a:pt x="20454" y="25867"/>
                  </a:cubicBezTo>
                  <a:cubicBezTo>
                    <a:pt x="20612" y="25646"/>
                    <a:pt x="20410" y="25447"/>
                    <a:pt x="20201" y="25447"/>
                  </a:cubicBezTo>
                  <a:cubicBezTo>
                    <a:pt x="20116" y="25447"/>
                    <a:pt x="20030" y="25480"/>
                    <a:pt x="19966" y="25556"/>
                  </a:cubicBezTo>
                  <a:cubicBezTo>
                    <a:pt x="19611" y="26089"/>
                    <a:pt x="19123" y="26488"/>
                    <a:pt x="18591" y="26754"/>
                  </a:cubicBezTo>
                  <a:cubicBezTo>
                    <a:pt x="18502" y="26799"/>
                    <a:pt x="18458" y="26843"/>
                    <a:pt x="18458" y="26932"/>
                  </a:cubicBezTo>
                  <a:cubicBezTo>
                    <a:pt x="18147" y="27020"/>
                    <a:pt x="17792" y="27065"/>
                    <a:pt x="17437" y="27154"/>
                  </a:cubicBezTo>
                  <a:cubicBezTo>
                    <a:pt x="18680" y="26222"/>
                    <a:pt x="19700" y="25157"/>
                    <a:pt x="20587" y="23959"/>
                  </a:cubicBezTo>
                  <a:close/>
                  <a:moveTo>
                    <a:pt x="14775" y="622"/>
                  </a:moveTo>
                  <a:cubicBezTo>
                    <a:pt x="18458" y="888"/>
                    <a:pt x="21963" y="2396"/>
                    <a:pt x="24625" y="4925"/>
                  </a:cubicBezTo>
                  <a:cubicBezTo>
                    <a:pt x="24447" y="5236"/>
                    <a:pt x="24314" y="5502"/>
                    <a:pt x="24137" y="5813"/>
                  </a:cubicBezTo>
                  <a:cubicBezTo>
                    <a:pt x="24046" y="6025"/>
                    <a:pt x="24246" y="6217"/>
                    <a:pt x="24424" y="6217"/>
                  </a:cubicBezTo>
                  <a:cubicBezTo>
                    <a:pt x="24506" y="6217"/>
                    <a:pt x="24583" y="6177"/>
                    <a:pt x="24625" y="6079"/>
                  </a:cubicBezTo>
                  <a:cubicBezTo>
                    <a:pt x="24714" y="5857"/>
                    <a:pt x="24847" y="5635"/>
                    <a:pt x="24980" y="5458"/>
                  </a:cubicBezTo>
                  <a:cubicBezTo>
                    <a:pt x="25024" y="5413"/>
                    <a:pt x="25024" y="5413"/>
                    <a:pt x="25069" y="5413"/>
                  </a:cubicBezTo>
                  <a:cubicBezTo>
                    <a:pt x="25246" y="5591"/>
                    <a:pt x="25424" y="5813"/>
                    <a:pt x="25601" y="6034"/>
                  </a:cubicBezTo>
                  <a:cubicBezTo>
                    <a:pt x="25468" y="6123"/>
                    <a:pt x="25335" y="6301"/>
                    <a:pt x="25335" y="6478"/>
                  </a:cubicBezTo>
                  <a:cubicBezTo>
                    <a:pt x="25280" y="6696"/>
                    <a:pt x="25459" y="6830"/>
                    <a:pt x="25626" y="6830"/>
                  </a:cubicBezTo>
                  <a:cubicBezTo>
                    <a:pt x="25732" y="6830"/>
                    <a:pt x="25833" y="6776"/>
                    <a:pt x="25867" y="6656"/>
                  </a:cubicBezTo>
                  <a:cubicBezTo>
                    <a:pt x="25912" y="6567"/>
                    <a:pt x="25912" y="6478"/>
                    <a:pt x="26000" y="6434"/>
                  </a:cubicBezTo>
                  <a:cubicBezTo>
                    <a:pt x="26178" y="6744"/>
                    <a:pt x="26400" y="7055"/>
                    <a:pt x="26577" y="7365"/>
                  </a:cubicBezTo>
                  <a:cubicBezTo>
                    <a:pt x="26178" y="8342"/>
                    <a:pt x="26222" y="9495"/>
                    <a:pt x="26799" y="10383"/>
                  </a:cubicBezTo>
                  <a:cubicBezTo>
                    <a:pt x="26855" y="10480"/>
                    <a:pt x="26942" y="10521"/>
                    <a:pt x="27029" y="10521"/>
                  </a:cubicBezTo>
                  <a:cubicBezTo>
                    <a:pt x="27218" y="10521"/>
                    <a:pt x="27409" y="10329"/>
                    <a:pt x="27287" y="10116"/>
                  </a:cubicBezTo>
                  <a:cubicBezTo>
                    <a:pt x="26888" y="9495"/>
                    <a:pt x="26799" y="8741"/>
                    <a:pt x="26976" y="8031"/>
                  </a:cubicBezTo>
                  <a:lnTo>
                    <a:pt x="26976" y="8031"/>
                  </a:lnTo>
                  <a:cubicBezTo>
                    <a:pt x="27154" y="8475"/>
                    <a:pt x="27376" y="8874"/>
                    <a:pt x="27553" y="9318"/>
                  </a:cubicBezTo>
                  <a:lnTo>
                    <a:pt x="27464" y="9318"/>
                  </a:lnTo>
                  <a:lnTo>
                    <a:pt x="27331" y="9406"/>
                  </a:lnTo>
                  <a:cubicBezTo>
                    <a:pt x="27067" y="9557"/>
                    <a:pt x="27220" y="9933"/>
                    <a:pt x="27490" y="9933"/>
                  </a:cubicBezTo>
                  <a:cubicBezTo>
                    <a:pt x="27538" y="9933"/>
                    <a:pt x="27589" y="9921"/>
                    <a:pt x="27642" y="9894"/>
                  </a:cubicBezTo>
                  <a:lnTo>
                    <a:pt x="27731" y="9850"/>
                  </a:lnTo>
                  <a:cubicBezTo>
                    <a:pt x="27864" y="10249"/>
                    <a:pt x="27997" y="10693"/>
                    <a:pt x="28086" y="11137"/>
                  </a:cubicBezTo>
                  <a:cubicBezTo>
                    <a:pt x="28041" y="11137"/>
                    <a:pt x="28041" y="11181"/>
                    <a:pt x="27997" y="11181"/>
                  </a:cubicBezTo>
                  <a:lnTo>
                    <a:pt x="27464" y="11935"/>
                  </a:lnTo>
                  <a:cubicBezTo>
                    <a:pt x="27307" y="12157"/>
                    <a:pt x="27508" y="12355"/>
                    <a:pt x="27702" y="12355"/>
                  </a:cubicBezTo>
                  <a:cubicBezTo>
                    <a:pt x="27780" y="12355"/>
                    <a:pt x="27857" y="12323"/>
                    <a:pt x="27908" y="12246"/>
                  </a:cubicBezTo>
                  <a:lnTo>
                    <a:pt x="28174" y="11891"/>
                  </a:lnTo>
                  <a:cubicBezTo>
                    <a:pt x="28219" y="12290"/>
                    <a:pt x="28263" y="12690"/>
                    <a:pt x="28307" y="13089"/>
                  </a:cubicBezTo>
                  <a:cubicBezTo>
                    <a:pt x="28219" y="13133"/>
                    <a:pt x="28174" y="13178"/>
                    <a:pt x="28174" y="13222"/>
                  </a:cubicBezTo>
                  <a:cubicBezTo>
                    <a:pt x="27731" y="13888"/>
                    <a:pt x="27464" y="14642"/>
                    <a:pt x="27331" y="15440"/>
                  </a:cubicBezTo>
                  <a:cubicBezTo>
                    <a:pt x="27154" y="15440"/>
                    <a:pt x="26976" y="15396"/>
                    <a:pt x="26755" y="15396"/>
                  </a:cubicBezTo>
                  <a:cubicBezTo>
                    <a:pt x="26799" y="14997"/>
                    <a:pt x="26888" y="14642"/>
                    <a:pt x="27021" y="14287"/>
                  </a:cubicBezTo>
                  <a:cubicBezTo>
                    <a:pt x="27112" y="14075"/>
                    <a:pt x="26933" y="13863"/>
                    <a:pt x="26769" y="13863"/>
                  </a:cubicBezTo>
                  <a:cubicBezTo>
                    <a:pt x="26693" y="13863"/>
                    <a:pt x="26619" y="13908"/>
                    <a:pt x="26577" y="14021"/>
                  </a:cubicBezTo>
                  <a:cubicBezTo>
                    <a:pt x="26355" y="14464"/>
                    <a:pt x="26222" y="14908"/>
                    <a:pt x="26222" y="15396"/>
                  </a:cubicBezTo>
                  <a:cubicBezTo>
                    <a:pt x="26045" y="15396"/>
                    <a:pt x="25867" y="15440"/>
                    <a:pt x="25690" y="15440"/>
                  </a:cubicBezTo>
                  <a:cubicBezTo>
                    <a:pt x="25645" y="14331"/>
                    <a:pt x="25867" y="13222"/>
                    <a:pt x="26355" y="12157"/>
                  </a:cubicBezTo>
                  <a:cubicBezTo>
                    <a:pt x="26458" y="11951"/>
                    <a:pt x="26269" y="11745"/>
                    <a:pt x="26075" y="11745"/>
                  </a:cubicBezTo>
                  <a:cubicBezTo>
                    <a:pt x="26018" y="11745"/>
                    <a:pt x="25962" y="11762"/>
                    <a:pt x="25912" y="11802"/>
                  </a:cubicBezTo>
                  <a:cubicBezTo>
                    <a:pt x="24802" y="10826"/>
                    <a:pt x="24226" y="9406"/>
                    <a:pt x="24314" y="7942"/>
                  </a:cubicBezTo>
                  <a:cubicBezTo>
                    <a:pt x="24314" y="7765"/>
                    <a:pt x="24181" y="7676"/>
                    <a:pt x="24048" y="7676"/>
                  </a:cubicBezTo>
                  <a:cubicBezTo>
                    <a:pt x="23915" y="7676"/>
                    <a:pt x="23782" y="7765"/>
                    <a:pt x="23782" y="7942"/>
                  </a:cubicBezTo>
                  <a:lnTo>
                    <a:pt x="23782" y="8297"/>
                  </a:lnTo>
                  <a:lnTo>
                    <a:pt x="23693" y="8297"/>
                  </a:lnTo>
                  <a:lnTo>
                    <a:pt x="22717" y="8785"/>
                  </a:lnTo>
                  <a:cubicBezTo>
                    <a:pt x="22446" y="8940"/>
                    <a:pt x="22648" y="9298"/>
                    <a:pt x="22910" y="9298"/>
                  </a:cubicBezTo>
                  <a:cubicBezTo>
                    <a:pt x="22949" y="9298"/>
                    <a:pt x="22988" y="9290"/>
                    <a:pt x="23028" y="9273"/>
                  </a:cubicBezTo>
                  <a:lnTo>
                    <a:pt x="23782" y="8874"/>
                  </a:lnTo>
                  <a:cubicBezTo>
                    <a:pt x="23826" y="9051"/>
                    <a:pt x="23826" y="9185"/>
                    <a:pt x="23871" y="9318"/>
                  </a:cubicBezTo>
                  <a:lnTo>
                    <a:pt x="23826" y="9318"/>
                  </a:lnTo>
                  <a:cubicBezTo>
                    <a:pt x="23427" y="9540"/>
                    <a:pt x="23072" y="9806"/>
                    <a:pt x="22850" y="10205"/>
                  </a:cubicBezTo>
                  <a:cubicBezTo>
                    <a:pt x="22725" y="10425"/>
                    <a:pt x="22932" y="10644"/>
                    <a:pt x="23127" y="10644"/>
                  </a:cubicBezTo>
                  <a:cubicBezTo>
                    <a:pt x="23208" y="10644"/>
                    <a:pt x="23286" y="10607"/>
                    <a:pt x="23338" y="10516"/>
                  </a:cubicBezTo>
                  <a:cubicBezTo>
                    <a:pt x="23471" y="10205"/>
                    <a:pt x="23738" y="10028"/>
                    <a:pt x="24004" y="9894"/>
                  </a:cubicBezTo>
                  <a:cubicBezTo>
                    <a:pt x="24181" y="10383"/>
                    <a:pt x="24447" y="10915"/>
                    <a:pt x="24758" y="11359"/>
                  </a:cubicBezTo>
                  <a:cubicBezTo>
                    <a:pt x="24314" y="11048"/>
                    <a:pt x="23782" y="10826"/>
                    <a:pt x="23250" y="10737"/>
                  </a:cubicBezTo>
                  <a:cubicBezTo>
                    <a:pt x="23222" y="10731"/>
                    <a:pt x="23196" y="10728"/>
                    <a:pt x="23171" y="10728"/>
                  </a:cubicBezTo>
                  <a:cubicBezTo>
                    <a:pt x="22871" y="10728"/>
                    <a:pt x="22744" y="11188"/>
                    <a:pt x="23072" y="11270"/>
                  </a:cubicBezTo>
                  <a:cubicBezTo>
                    <a:pt x="23871" y="11447"/>
                    <a:pt x="24625" y="11802"/>
                    <a:pt x="25246" y="12379"/>
                  </a:cubicBezTo>
                  <a:cubicBezTo>
                    <a:pt x="25299" y="12432"/>
                    <a:pt x="25365" y="12456"/>
                    <a:pt x="25431" y="12456"/>
                  </a:cubicBezTo>
                  <a:cubicBezTo>
                    <a:pt x="25533" y="12456"/>
                    <a:pt x="25636" y="12398"/>
                    <a:pt x="25690" y="12290"/>
                  </a:cubicBezTo>
                  <a:lnTo>
                    <a:pt x="25690" y="12290"/>
                  </a:lnTo>
                  <a:cubicBezTo>
                    <a:pt x="25645" y="12468"/>
                    <a:pt x="25557" y="12645"/>
                    <a:pt x="25512" y="12823"/>
                  </a:cubicBezTo>
                  <a:lnTo>
                    <a:pt x="25424" y="12778"/>
                  </a:lnTo>
                  <a:cubicBezTo>
                    <a:pt x="25362" y="12717"/>
                    <a:pt x="25293" y="12691"/>
                    <a:pt x="25226" y="12691"/>
                  </a:cubicBezTo>
                  <a:cubicBezTo>
                    <a:pt x="25008" y="12691"/>
                    <a:pt x="24820" y="12973"/>
                    <a:pt x="25024" y="13178"/>
                  </a:cubicBezTo>
                  <a:lnTo>
                    <a:pt x="25246" y="13355"/>
                  </a:lnTo>
                  <a:cubicBezTo>
                    <a:pt x="25290" y="13400"/>
                    <a:pt x="25290" y="13400"/>
                    <a:pt x="25335" y="13444"/>
                  </a:cubicBezTo>
                  <a:cubicBezTo>
                    <a:pt x="25290" y="13710"/>
                    <a:pt x="25246" y="14021"/>
                    <a:pt x="25202" y="14331"/>
                  </a:cubicBezTo>
                  <a:cubicBezTo>
                    <a:pt x="25202" y="14287"/>
                    <a:pt x="25157" y="14243"/>
                    <a:pt x="25157" y="14243"/>
                  </a:cubicBezTo>
                  <a:cubicBezTo>
                    <a:pt x="24625" y="13666"/>
                    <a:pt x="23959" y="13266"/>
                    <a:pt x="23250" y="13045"/>
                  </a:cubicBezTo>
                  <a:cubicBezTo>
                    <a:pt x="23211" y="13030"/>
                    <a:pt x="23174" y="13023"/>
                    <a:pt x="23141" y="13023"/>
                  </a:cubicBezTo>
                  <a:cubicBezTo>
                    <a:pt x="22871" y="13023"/>
                    <a:pt x="22800" y="13458"/>
                    <a:pt x="23116" y="13577"/>
                  </a:cubicBezTo>
                  <a:cubicBezTo>
                    <a:pt x="23738" y="13799"/>
                    <a:pt x="24314" y="14154"/>
                    <a:pt x="24758" y="14642"/>
                  </a:cubicBezTo>
                  <a:cubicBezTo>
                    <a:pt x="24825" y="14708"/>
                    <a:pt x="24902" y="14742"/>
                    <a:pt x="24974" y="14742"/>
                  </a:cubicBezTo>
                  <a:cubicBezTo>
                    <a:pt x="25046" y="14742"/>
                    <a:pt x="25113" y="14708"/>
                    <a:pt x="25157" y="14642"/>
                  </a:cubicBezTo>
                  <a:cubicBezTo>
                    <a:pt x="25157" y="14864"/>
                    <a:pt x="25157" y="15130"/>
                    <a:pt x="25157" y="15352"/>
                  </a:cubicBezTo>
                  <a:cubicBezTo>
                    <a:pt x="25113" y="15307"/>
                    <a:pt x="25024" y="15263"/>
                    <a:pt x="24980" y="15263"/>
                  </a:cubicBezTo>
                  <a:lnTo>
                    <a:pt x="24935" y="15263"/>
                  </a:lnTo>
                  <a:cubicBezTo>
                    <a:pt x="24847" y="15219"/>
                    <a:pt x="24802" y="15130"/>
                    <a:pt x="24758" y="15130"/>
                  </a:cubicBezTo>
                  <a:cubicBezTo>
                    <a:pt x="24625" y="14997"/>
                    <a:pt x="24492" y="14908"/>
                    <a:pt x="24314" y="14819"/>
                  </a:cubicBezTo>
                  <a:cubicBezTo>
                    <a:pt x="24048" y="14686"/>
                    <a:pt x="23738" y="14553"/>
                    <a:pt x="23383" y="14509"/>
                  </a:cubicBezTo>
                  <a:cubicBezTo>
                    <a:pt x="23359" y="14497"/>
                    <a:pt x="23332" y="14491"/>
                    <a:pt x="23304" y="14491"/>
                  </a:cubicBezTo>
                  <a:cubicBezTo>
                    <a:pt x="23229" y="14491"/>
                    <a:pt x="23149" y="14533"/>
                    <a:pt x="23116" y="14597"/>
                  </a:cubicBezTo>
                  <a:cubicBezTo>
                    <a:pt x="22983" y="13488"/>
                    <a:pt x="22584" y="12468"/>
                    <a:pt x="21963" y="11580"/>
                  </a:cubicBezTo>
                  <a:cubicBezTo>
                    <a:pt x="21897" y="11488"/>
                    <a:pt x="21807" y="11451"/>
                    <a:pt x="21720" y="11451"/>
                  </a:cubicBezTo>
                  <a:cubicBezTo>
                    <a:pt x="21514" y="11451"/>
                    <a:pt x="21319" y="11660"/>
                    <a:pt x="21475" y="11847"/>
                  </a:cubicBezTo>
                  <a:cubicBezTo>
                    <a:pt x="22185" y="12823"/>
                    <a:pt x="22584" y="13976"/>
                    <a:pt x="22628" y="15219"/>
                  </a:cubicBezTo>
                  <a:cubicBezTo>
                    <a:pt x="22628" y="15396"/>
                    <a:pt x="22761" y="15485"/>
                    <a:pt x="22895" y="15485"/>
                  </a:cubicBezTo>
                  <a:cubicBezTo>
                    <a:pt x="23028" y="15485"/>
                    <a:pt x="23161" y="15396"/>
                    <a:pt x="23161" y="15219"/>
                  </a:cubicBezTo>
                  <a:lnTo>
                    <a:pt x="23161" y="14997"/>
                  </a:lnTo>
                  <a:cubicBezTo>
                    <a:pt x="23205" y="14997"/>
                    <a:pt x="23250" y="14997"/>
                    <a:pt x="23250" y="15041"/>
                  </a:cubicBezTo>
                  <a:cubicBezTo>
                    <a:pt x="23604" y="15086"/>
                    <a:pt x="23915" y="15219"/>
                    <a:pt x="24181" y="15396"/>
                  </a:cubicBezTo>
                  <a:cubicBezTo>
                    <a:pt x="24314" y="15485"/>
                    <a:pt x="24447" y="15574"/>
                    <a:pt x="24581" y="15662"/>
                  </a:cubicBezTo>
                  <a:cubicBezTo>
                    <a:pt x="24669" y="15751"/>
                    <a:pt x="24758" y="15884"/>
                    <a:pt x="24891" y="15884"/>
                  </a:cubicBezTo>
                  <a:cubicBezTo>
                    <a:pt x="24913" y="15906"/>
                    <a:pt x="24935" y="15917"/>
                    <a:pt x="24958" y="15917"/>
                  </a:cubicBezTo>
                  <a:cubicBezTo>
                    <a:pt x="24980" y="15917"/>
                    <a:pt x="25002" y="15906"/>
                    <a:pt x="25024" y="15884"/>
                  </a:cubicBezTo>
                  <a:cubicBezTo>
                    <a:pt x="25061" y="15994"/>
                    <a:pt x="25157" y="16073"/>
                    <a:pt x="25265" y="16073"/>
                  </a:cubicBezTo>
                  <a:cubicBezTo>
                    <a:pt x="25288" y="16073"/>
                    <a:pt x="25311" y="16069"/>
                    <a:pt x="25335" y="16062"/>
                  </a:cubicBezTo>
                  <a:cubicBezTo>
                    <a:pt x="25765" y="15976"/>
                    <a:pt x="26194" y="15927"/>
                    <a:pt x="26612" y="15927"/>
                  </a:cubicBezTo>
                  <a:cubicBezTo>
                    <a:pt x="26841" y="15927"/>
                    <a:pt x="27067" y="15941"/>
                    <a:pt x="27287" y="15973"/>
                  </a:cubicBezTo>
                  <a:cubicBezTo>
                    <a:pt x="26843" y="16239"/>
                    <a:pt x="26444" y="16550"/>
                    <a:pt x="26045" y="16860"/>
                  </a:cubicBezTo>
                  <a:cubicBezTo>
                    <a:pt x="25840" y="17065"/>
                    <a:pt x="26028" y="17347"/>
                    <a:pt x="26247" y="17347"/>
                  </a:cubicBezTo>
                  <a:cubicBezTo>
                    <a:pt x="26313" y="17347"/>
                    <a:pt x="26382" y="17321"/>
                    <a:pt x="26444" y="17260"/>
                  </a:cubicBezTo>
                  <a:cubicBezTo>
                    <a:pt x="26932" y="16860"/>
                    <a:pt x="27509" y="16461"/>
                    <a:pt x="28086" y="16150"/>
                  </a:cubicBezTo>
                  <a:lnTo>
                    <a:pt x="28086" y="16150"/>
                  </a:lnTo>
                  <a:cubicBezTo>
                    <a:pt x="28041" y="16417"/>
                    <a:pt x="27997" y="16683"/>
                    <a:pt x="27953" y="16905"/>
                  </a:cubicBezTo>
                  <a:cubicBezTo>
                    <a:pt x="27908" y="16905"/>
                    <a:pt x="27864" y="16949"/>
                    <a:pt x="27819" y="16949"/>
                  </a:cubicBezTo>
                  <a:cubicBezTo>
                    <a:pt x="26976" y="17526"/>
                    <a:pt x="26267" y="18236"/>
                    <a:pt x="25690" y="19079"/>
                  </a:cubicBezTo>
                  <a:cubicBezTo>
                    <a:pt x="25563" y="19300"/>
                    <a:pt x="25774" y="19498"/>
                    <a:pt x="25970" y="19498"/>
                  </a:cubicBezTo>
                  <a:cubicBezTo>
                    <a:pt x="26050" y="19498"/>
                    <a:pt x="26127" y="19466"/>
                    <a:pt x="26178" y="19389"/>
                  </a:cubicBezTo>
                  <a:cubicBezTo>
                    <a:pt x="26621" y="18724"/>
                    <a:pt x="27154" y="18191"/>
                    <a:pt x="27731" y="17703"/>
                  </a:cubicBezTo>
                  <a:lnTo>
                    <a:pt x="27731" y="17703"/>
                  </a:lnTo>
                  <a:cubicBezTo>
                    <a:pt x="27642" y="18103"/>
                    <a:pt x="27509" y="18502"/>
                    <a:pt x="27376" y="18857"/>
                  </a:cubicBezTo>
                  <a:cubicBezTo>
                    <a:pt x="27287" y="18857"/>
                    <a:pt x="27198" y="18901"/>
                    <a:pt x="27154" y="18946"/>
                  </a:cubicBezTo>
                  <a:cubicBezTo>
                    <a:pt x="26400" y="19744"/>
                    <a:pt x="25867" y="20720"/>
                    <a:pt x="25601" y="21785"/>
                  </a:cubicBezTo>
                  <a:cubicBezTo>
                    <a:pt x="25601" y="21874"/>
                    <a:pt x="25601" y="21963"/>
                    <a:pt x="25690" y="22051"/>
                  </a:cubicBezTo>
                  <a:cubicBezTo>
                    <a:pt x="25468" y="22362"/>
                    <a:pt x="25202" y="22717"/>
                    <a:pt x="24935" y="23027"/>
                  </a:cubicBezTo>
                  <a:cubicBezTo>
                    <a:pt x="24980" y="21963"/>
                    <a:pt x="25290" y="20942"/>
                    <a:pt x="25823" y="20055"/>
                  </a:cubicBezTo>
                  <a:cubicBezTo>
                    <a:pt x="25944" y="19842"/>
                    <a:pt x="25754" y="19650"/>
                    <a:pt x="25564" y="19650"/>
                  </a:cubicBezTo>
                  <a:cubicBezTo>
                    <a:pt x="25477" y="19650"/>
                    <a:pt x="25391" y="19691"/>
                    <a:pt x="25335" y="19789"/>
                  </a:cubicBezTo>
                  <a:cubicBezTo>
                    <a:pt x="24714" y="20809"/>
                    <a:pt x="24403" y="22007"/>
                    <a:pt x="24359" y="23205"/>
                  </a:cubicBezTo>
                  <a:lnTo>
                    <a:pt x="24181" y="22983"/>
                  </a:lnTo>
                  <a:lnTo>
                    <a:pt x="24181" y="22939"/>
                  </a:lnTo>
                  <a:cubicBezTo>
                    <a:pt x="23915" y="21430"/>
                    <a:pt x="24314" y="19877"/>
                    <a:pt x="25290" y="18679"/>
                  </a:cubicBezTo>
                  <a:cubicBezTo>
                    <a:pt x="25461" y="18475"/>
                    <a:pt x="25265" y="18192"/>
                    <a:pt x="25065" y="18192"/>
                  </a:cubicBezTo>
                  <a:cubicBezTo>
                    <a:pt x="25004" y="18192"/>
                    <a:pt x="24943" y="18218"/>
                    <a:pt x="24891" y="18280"/>
                  </a:cubicBezTo>
                  <a:cubicBezTo>
                    <a:pt x="24181" y="19167"/>
                    <a:pt x="23738" y="20232"/>
                    <a:pt x="23604" y="21341"/>
                  </a:cubicBezTo>
                  <a:cubicBezTo>
                    <a:pt x="23560" y="21297"/>
                    <a:pt x="23560" y="21253"/>
                    <a:pt x="23516" y="21253"/>
                  </a:cubicBezTo>
                  <a:cubicBezTo>
                    <a:pt x="23205" y="21031"/>
                    <a:pt x="22850" y="20809"/>
                    <a:pt x="22495" y="20632"/>
                  </a:cubicBezTo>
                  <a:cubicBezTo>
                    <a:pt x="22673" y="20321"/>
                    <a:pt x="22939" y="20055"/>
                    <a:pt x="23250" y="19877"/>
                  </a:cubicBezTo>
                  <a:cubicBezTo>
                    <a:pt x="23514" y="19726"/>
                    <a:pt x="23329" y="19351"/>
                    <a:pt x="23104" y="19351"/>
                  </a:cubicBezTo>
                  <a:cubicBezTo>
                    <a:pt x="23064" y="19351"/>
                    <a:pt x="23023" y="19363"/>
                    <a:pt x="22983" y="19389"/>
                  </a:cubicBezTo>
                  <a:cubicBezTo>
                    <a:pt x="22495" y="19700"/>
                    <a:pt x="22140" y="20099"/>
                    <a:pt x="21874" y="20587"/>
                  </a:cubicBezTo>
                  <a:cubicBezTo>
                    <a:pt x="21741" y="20676"/>
                    <a:pt x="21785" y="20898"/>
                    <a:pt x="21918" y="20986"/>
                  </a:cubicBezTo>
                  <a:cubicBezTo>
                    <a:pt x="22407" y="21164"/>
                    <a:pt x="22850" y="21430"/>
                    <a:pt x="23250" y="21741"/>
                  </a:cubicBezTo>
                  <a:cubicBezTo>
                    <a:pt x="23283" y="21775"/>
                    <a:pt x="23324" y="21789"/>
                    <a:pt x="23366" y="21789"/>
                  </a:cubicBezTo>
                  <a:cubicBezTo>
                    <a:pt x="23433" y="21789"/>
                    <a:pt x="23505" y="21751"/>
                    <a:pt x="23560" y="21696"/>
                  </a:cubicBezTo>
                  <a:lnTo>
                    <a:pt x="23560" y="21696"/>
                  </a:lnTo>
                  <a:cubicBezTo>
                    <a:pt x="23516" y="22184"/>
                    <a:pt x="23560" y="22628"/>
                    <a:pt x="23604" y="23072"/>
                  </a:cubicBezTo>
                  <a:cubicBezTo>
                    <a:pt x="23604" y="23160"/>
                    <a:pt x="23649" y="23205"/>
                    <a:pt x="23693" y="23249"/>
                  </a:cubicBezTo>
                  <a:cubicBezTo>
                    <a:pt x="23693" y="23294"/>
                    <a:pt x="23738" y="23338"/>
                    <a:pt x="23738" y="23338"/>
                  </a:cubicBezTo>
                  <a:lnTo>
                    <a:pt x="24181" y="23826"/>
                  </a:lnTo>
                  <a:cubicBezTo>
                    <a:pt x="23915" y="24048"/>
                    <a:pt x="23693" y="24270"/>
                    <a:pt x="23427" y="24492"/>
                  </a:cubicBezTo>
                  <a:cubicBezTo>
                    <a:pt x="22850" y="24935"/>
                    <a:pt x="22273" y="25335"/>
                    <a:pt x="21608" y="25645"/>
                  </a:cubicBezTo>
                  <a:lnTo>
                    <a:pt x="21874" y="25335"/>
                  </a:lnTo>
                  <a:cubicBezTo>
                    <a:pt x="21918" y="25290"/>
                    <a:pt x="21918" y="25246"/>
                    <a:pt x="21918" y="25201"/>
                  </a:cubicBezTo>
                  <a:cubicBezTo>
                    <a:pt x="21988" y="25259"/>
                    <a:pt x="22067" y="25284"/>
                    <a:pt x="22141" y="25284"/>
                  </a:cubicBezTo>
                  <a:cubicBezTo>
                    <a:pt x="22351" y="25284"/>
                    <a:pt x="22526" y="25087"/>
                    <a:pt x="22362" y="24891"/>
                  </a:cubicBezTo>
                  <a:cubicBezTo>
                    <a:pt x="21918" y="24270"/>
                    <a:pt x="21342" y="23737"/>
                    <a:pt x="20676" y="23338"/>
                  </a:cubicBezTo>
                  <a:cubicBezTo>
                    <a:pt x="20632" y="23316"/>
                    <a:pt x="20587" y="23305"/>
                    <a:pt x="20543" y="23305"/>
                  </a:cubicBezTo>
                  <a:cubicBezTo>
                    <a:pt x="20499" y="23305"/>
                    <a:pt x="20454" y="23316"/>
                    <a:pt x="20410" y="23338"/>
                  </a:cubicBezTo>
                  <a:cubicBezTo>
                    <a:pt x="20499" y="23205"/>
                    <a:pt x="20587" y="23116"/>
                    <a:pt x="20676" y="22983"/>
                  </a:cubicBezTo>
                  <a:cubicBezTo>
                    <a:pt x="20676" y="23027"/>
                    <a:pt x="20721" y="23027"/>
                    <a:pt x="20765" y="23072"/>
                  </a:cubicBezTo>
                  <a:cubicBezTo>
                    <a:pt x="21386" y="23515"/>
                    <a:pt x="22007" y="24092"/>
                    <a:pt x="22540" y="24713"/>
                  </a:cubicBezTo>
                  <a:cubicBezTo>
                    <a:pt x="22591" y="24775"/>
                    <a:pt x="22652" y="24801"/>
                    <a:pt x="22713" y="24801"/>
                  </a:cubicBezTo>
                  <a:cubicBezTo>
                    <a:pt x="22914" y="24801"/>
                    <a:pt x="23109" y="24518"/>
                    <a:pt x="22939" y="24314"/>
                  </a:cubicBezTo>
                  <a:cubicBezTo>
                    <a:pt x="22362" y="23693"/>
                    <a:pt x="21741" y="23072"/>
                    <a:pt x="21031" y="22584"/>
                  </a:cubicBezTo>
                  <a:cubicBezTo>
                    <a:pt x="20987" y="22584"/>
                    <a:pt x="20942" y="22539"/>
                    <a:pt x="20898" y="22539"/>
                  </a:cubicBezTo>
                  <a:cubicBezTo>
                    <a:pt x="20987" y="22406"/>
                    <a:pt x="21031" y="22273"/>
                    <a:pt x="21075" y="22184"/>
                  </a:cubicBezTo>
                  <a:cubicBezTo>
                    <a:pt x="21785" y="22761"/>
                    <a:pt x="22495" y="23382"/>
                    <a:pt x="23116" y="24092"/>
                  </a:cubicBezTo>
                  <a:cubicBezTo>
                    <a:pt x="23168" y="24154"/>
                    <a:pt x="23229" y="24180"/>
                    <a:pt x="23290" y="24180"/>
                  </a:cubicBezTo>
                  <a:cubicBezTo>
                    <a:pt x="23490" y="24180"/>
                    <a:pt x="23686" y="23897"/>
                    <a:pt x="23516" y="23693"/>
                  </a:cubicBezTo>
                  <a:cubicBezTo>
                    <a:pt x="22850" y="22983"/>
                    <a:pt x="22185" y="22317"/>
                    <a:pt x="21430" y="21741"/>
                  </a:cubicBezTo>
                  <a:cubicBezTo>
                    <a:pt x="21386" y="21696"/>
                    <a:pt x="21297" y="21652"/>
                    <a:pt x="21253" y="21652"/>
                  </a:cubicBezTo>
                  <a:cubicBezTo>
                    <a:pt x="21430" y="20898"/>
                    <a:pt x="21386" y="20055"/>
                    <a:pt x="21164" y="19300"/>
                  </a:cubicBezTo>
                  <a:cubicBezTo>
                    <a:pt x="21129" y="19140"/>
                    <a:pt x="21014" y="19073"/>
                    <a:pt x="20895" y="19073"/>
                  </a:cubicBezTo>
                  <a:cubicBezTo>
                    <a:pt x="20719" y="19073"/>
                    <a:pt x="20534" y="19221"/>
                    <a:pt x="20587" y="19434"/>
                  </a:cubicBezTo>
                  <a:cubicBezTo>
                    <a:pt x="21031" y="20809"/>
                    <a:pt x="20721" y="22273"/>
                    <a:pt x="19744" y="23338"/>
                  </a:cubicBezTo>
                  <a:cubicBezTo>
                    <a:pt x="19529" y="23518"/>
                    <a:pt x="19721" y="23785"/>
                    <a:pt x="19944" y="23785"/>
                  </a:cubicBezTo>
                  <a:cubicBezTo>
                    <a:pt x="19996" y="23785"/>
                    <a:pt x="20049" y="23771"/>
                    <a:pt x="20099" y="23737"/>
                  </a:cubicBezTo>
                  <a:lnTo>
                    <a:pt x="20099" y="23737"/>
                  </a:lnTo>
                  <a:cubicBezTo>
                    <a:pt x="19079" y="25113"/>
                    <a:pt x="17792" y="26311"/>
                    <a:pt x="16372" y="27242"/>
                  </a:cubicBezTo>
                  <a:cubicBezTo>
                    <a:pt x="16328" y="27242"/>
                    <a:pt x="16284" y="27287"/>
                    <a:pt x="16284" y="27331"/>
                  </a:cubicBezTo>
                  <a:cubicBezTo>
                    <a:pt x="15848" y="27373"/>
                    <a:pt x="15412" y="27394"/>
                    <a:pt x="14978" y="27394"/>
                  </a:cubicBezTo>
                  <a:cubicBezTo>
                    <a:pt x="12227" y="27394"/>
                    <a:pt x="9526" y="26557"/>
                    <a:pt x="7188" y="25024"/>
                  </a:cubicBezTo>
                  <a:cubicBezTo>
                    <a:pt x="2840" y="21963"/>
                    <a:pt x="755" y="16594"/>
                    <a:pt x="1864" y="11403"/>
                  </a:cubicBezTo>
                  <a:cubicBezTo>
                    <a:pt x="2485" y="8741"/>
                    <a:pt x="3861" y="6301"/>
                    <a:pt x="5813" y="4393"/>
                  </a:cubicBezTo>
                  <a:cubicBezTo>
                    <a:pt x="7672" y="2534"/>
                    <a:pt x="10477" y="675"/>
                    <a:pt x="13255" y="675"/>
                  </a:cubicBezTo>
                  <a:cubicBezTo>
                    <a:pt x="13660" y="675"/>
                    <a:pt x="14064" y="714"/>
                    <a:pt x="14465" y="799"/>
                  </a:cubicBezTo>
                  <a:cubicBezTo>
                    <a:pt x="14598" y="799"/>
                    <a:pt x="14731" y="755"/>
                    <a:pt x="14775" y="622"/>
                  </a:cubicBezTo>
                  <a:close/>
                  <a:moveTo>
                    <a:pt x="14243" y="0"/>
                  </a:moveTo>
                  <a:cubicBezTo>
                    <a:pt x="14154" y="0"/>
                    <a:pt x="14065" y="45"/>
                    <a:pt x="14021" y="89"/>
                  </a:cubicBezTo>
                  <a:cubicBezTo>
                    <a:pt x="13767" y="63"/>
                    <a:pt x="13513" y="50"/>
                    <a:pt x="13260" y="50"/>
                  </a:cubicBezTo>
                  <a:cubicBezTo>
                    <a:pt x="8423" y="50"/>
                    <a:pt x="3772" y="4742"/>
                    <a:pt x="2086" y="8874"/>
                  </a:cubicBezTo>
                  <a:cubicBezTo>
                    <a:pt x="1" y="14021"/>
                    <a:pt x="1110" y="19877"/>
                    <a:pt x="4926" y="23826"/>
                  </a:cubicBezTo>
                  <a:cubicBezTo>
                    <a:pt x="7554" y="26510"/>
                    <a:pt x="11298" y="27909"/>
                    <a:pt x="15031" y="27909"/>
                  </a:cubicBezTo>
                  <a:cubicBezTo>
                    <a:pt x="17347" y="27909"/>
                    <a:pt x="19658" y="27370"/>
                    <a:pt x="21697" y="26266"/>
                  </a:cubicBezTo>
                  <a:cubicBezTo>
                    <a:pt x="26799" y="23471"/>
                    <a:pt x="29683" y="17126"/>
                    <a:pt x="28707" y="11403"/>
                  </a:cubicBezTo>
                  <a:cubicBezTo>
                    <a:pt x="27509" y="4437"/>
                    <a:pt x="20898" y="355"/>
                    <a:pt x="142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8"/>
            <p:cNvSpPr/>
            <p:nvPr/>
          </p:nvSpPr>
          <p:spPr>
            <a:xfrm>
              <a:off x="7061795" y="4119640"/>
              <a:ext cx="199954" cy="143676"/>
            </a:xfrm>
            <a:custGeom>
              <a:avLst/>
              <a:gdLst/>
              <a:ahLst/>
              <a:cxnLst/>
              <a:rect l="l" t="t" r="r" b="b"/>
              <a:pathLst>
                <a:path w="1510" h="1085" extrusionOk="0">
                  <a:moveTo>
                    <a:pt x="382" y="1"/>
                  </a:moveTo>
                  <a:cubicBezTo>
                    <a:pt x="75" y="1"/>
                    <a:pt x="1" y="474"/>
                    <a:pt x="319" y="553"/>
                  </a:cubicBezTo>
                  <a:cubicBezTo>
                    <a:pt x="585" y="642"/>
                    <a:pt x="807" y="775"/>
                    <a:pt x="985" y="997"/>
                  </a:cubicBezTo>
                  <a:cubicBezTo>
                    <a:pt x="1026" y="1059"/>
                    <a:pt x="1079" y="1085"/>
                    <a:pt x="1134" y="1085"/>
                  </a:cubicBezTo>
                  <a:cubicBezTo>
                    <a:pt x="1314" y="1085"/>
                    <a:pt x="1510" y="802"/>
                    <a:pt x="1340" y="598"/>
                  </a:cubicBezTo>
                  <a:cubicBezTo>
                    <a:pt x="1118" y="287"/>
                    <a:pt x="807" y="110"/>
                    <a:pt x="497" y="21"/>
                  </a:cubicBezTo>
                  <a:cubicBezTo>
                    <a:pt x="456" y="7"/>
                    <a:pt x="418"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8"/>
            <p:cNvSpPr/>
            <p:nvPr/>
          </p:nvSpPr>
          <p:spPr>
            <a:xfrm>
              <a:off x="7256717" y="4247161"/>
              <a:ext cx="76539" cy="85278"/>
            </a:xfrm>
            <a:custGeom>
              <a:avLst/>
              <a:gdLst/>
              <a:ahLst/>
              <a:cxnLst/>
              <a:rect l="l" t="t" r="r" b="b"/>
              <a:pathLst>
                <a:path w="578" h="644" extrusionOk="0">
                  <a:moveTo>
                    <a:pt x="289" y="1"/>
                  </a:moveTo>
                  <a:cubicBezTo>
                    <a:pt x="145" y="1"/>
                    <a:pt x="1" y="100"/>
                    <a:pt x="1" y="300"/>
                  </a:cubicBezTo>
                  <a:lnTo>
                    <a:pt x="1" y="344"/>
                  </a:lnTo>
                  <a:cubicBezTo>
                    <a:pt x="1" y="544"/>
                    <a:pt x="145" y="644"/>
                    <a:pt x="289" y="644"/>
                  </a:cubicBezTo>
                  <a:cubicBezTo>
                    <a:pt x="433" y="644"/>
                    <a:pt x="578" y="544"/>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8"/>
            <p:cNvSpPr/>
            <p:nvPr/>
          </p:nvSpPr>
          <p:spPr>
            <a:xfrm>
              <a:off x="7579954" y="3652330"/>
              <a:ext cx="105804" cy="70580"/>
            </a:xfrm>
            <a:custGeom>
              <a:avLst/>
              <a:gdLst/>
              <a:ahLst/>
              <a:cxnLst/>
              <a:rect l="l" t="t" r="r" b="b"/>
              <a:pathLst>
                <a:path w="799" h="533" extrusionOk="0">
                  <a:moveTo>
                    <a:pt x="355" y="0"/>
                  </a:moveTo>
                  <a:cubicBezTo>
                    <a:pt x="0" y="0"/>
                    <a:pt x="0" y="533"/>
                    <a:pt x="355"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8"/>
            <p:cNvSpPr/>
            <p:nvPr/>
          </p:nvSpPr>
          <p:spPr>
            <a:xfrm>
              <a:off x="7193950" y="3569700"/>
              <a:ext cx="489954" cy="287616"/>
            </a:xfrm>
            <a:custGeom>
              <a:avLst/>
              <a:gdLst/>
              <a:ahLst/>
              <a:cxnLst/>
              <a:rect l="l" t="t" r="r" b="b"/>
              <a:pathLst>
                <a:path w="3700" h="2172" extrusionOk="0">
                  <a:moveTo>
                    <a:pt x="3267" y="1"/>
                  </a:moveTo>
                  <a:cubicBezTo>
                    <a:pt x="3254" y="1"/>
                    <a:pt x="3240" y="1"/>
                    <a:pt x="3226" y="3"/>
                  </a:cubicBezTo>
                  <a:cubicBezTo>
                    <a:pt x="2072" y="269"/>
                    <a:pt x="1052" y="846"/>
                    <a:pt x="209" y="1689"/>
                  </a:cubicBezTo>
                  <a:cubicBezTo>
                    <a:pt x="1" y="1862"/>
                    <a:pt x="172" y="2171"/>
                    <a:pt x="405" y="2171"/>
                  </a:cubicBezTo>
                  <a:cubicBezTo>
                    <a:pt x="470" y="2171"/>
                    <a:pt x="540" y="2147"/>
                    <a:pt x="608" y="2089"/>
                  </a:cubicBezTo>
                  <a:cubicBezTo>
                    <a:pt x="1362" y="1334"/>
                    <a:pt x="2294" y="802"/>
                    <a:pt x="3359" y="580"/>
                  </a:cubicBezTo>
                  <a:cubicBezTo>
                    <a:pt x="3700" y="495"/>
                    <a:pt x="3590" y="1"/>
                    <a:pt x="3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8"/>
            <p:cNvSpPr/>
            <p:nvPr/>
          </p:nvSpPr>
          <p:spPr>
            <a:xfrm>
              <a:off x="7206795" y="3518056"/>
              <a:ext cx="202603" cy="169233"/>
            </a:xfrm>
            <a:custGeom>
              <a:avLst/>
              <a:gdLst/>
              <a:ahLst/>
              <a:cxnLst/>
              <a:rect l="l" t="t" r="r" b="b"/>
              <a:pathLst>
                <a:path w="1530" h="1278" extrusionOk="0">
                  <a:moveTo>
                    <a:pt x="1134" y="0"/>
                  </a:moveTo>
                  <a:cubicBezTo>
                    <a:pt x="1091" y="0"/>
                    <a:pt x="1046" y="12"/>
                    <a:pt x="999" y="38"/>
                  </a:cubicBezTo>
                  <a:cubicBezTo>
                    <a:pt x="688" y="260"/>
                    <a:pt x="378" y="526"/>
                    <a:pt x="156" y="881"/>
                  </a:cubicBezTo>
                  <a:cubicBezTo>
                    <a:pt x="0" y="1068"/>
                    <a:pt x="195" y="1277"/>
                    <a:pt x="401" y="1277"/>
                  </a:cubicBezTo>
                  <a:cubicBezTo>
                    <a:pt x="489" y="1277"/>
                    <a:pt x="578" y="1240"/>
                    <a:pt x="644" y="1147"/>
                  </a:cubicBezTo>
                  <a:cubicBezTo>
                    <a:pt x="822" y="881"/>
                    <a:pt x="1043" y="704"/>
                    <a:pt x="1265" y="526"/>
                  </a:cubicBezTo>
                  <a:cubicBezTo>
                    <a:pt x="1529" y="375"/>
                    <a:pt x="1376" y="0"/>
                    <a:pt x="11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8"/>
            <p:cNvSpPr/>
            <p:nvPr/>
          </p:nvSpPr>
          <p:spPr>
            <a:xfrm>
              <a:off x="7254466" y="2893034"/>
              <a:ext cx="202867" cy="116000"/>
            </a:xfrm>
            <a:custGeom>
              <a:avLst/>
              <a:gdLst/>
              <a:ahLst/>
              <a:cxnLst/>
              <a:rect l="l" t="t" r="r" b="b"/>
              <a:pathLst>
                <a:path w="1532" h="876" extrusionOk="0">
                  <a:moveTo>
                    <a:pt x="393" y="1"/>
                  </a:moveTo>
                  <a:cubicBezTo>
                    <a:pt x="127" y="1"/>
                    <a:pt x="1" y="465"/>
                    <a:pt x="328" y="588"/>
                  </a:cubicBezTo>
                  <a:lnTo>
                    <a:pt x="1083" y="854"/>
                  </a:lnTo>
                  <a:cubicBezTo>
                    <a:pt x="1117" y="868"/>
                    <a:pt x="1149" y="875"/>
                    <a:pt x="1179" y="875"/>
                  </a:cubicBezTo>
                  <a:cubicBezTo>
                    <a:pt x="1426" y="875"/>
                    <a:pt x="1532" y="440"/>
                    <a:pt x="1216" y="321"/>
                  </a:cubicBezTo>
                  <a:lnTo>
                    <a:pt x="462" y="11"/>
                  </a:lnTo>
                  <a:cubicBezTo>
                    <a:pt x="438" y="4"/>
                    <a:pt x="415" y="1"/>
                    <a:pt x="3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8"/>
            <p:cNvSpPr/>
            <p:nvPr/>
          </p:nvSpPr>
          <p:spPr>
            <a:xfrm>
              <a:off x="7462365" y="2972221"/>
              <a:ext cx="70712" cy="80909"/>
            </a:xfrm>
            <a:custGeom>
              <a:avLst/>
              <a:gdLst/>
              <a:ahLst/>
              <a:cxnLst/>
              <a:rect l="l" t="t" r="r" b="b"/>
              <a:pathLst>
                <a:path w="534" h="611" extrusionOk="0">
                  <a:moveTo>
                    <a:pt x="267" y="1"/>
                  </a:moveTo>
                  <a:cubicBezTo>
                    <a:pt x="134" y="1"/>
                    <a:pt x="1" y="101"/>
                    <a:pt x="1" y="300"/>
                  </a:cubicBezTo>
                  <a:lnTo>
                    <a:pt x="1" y="345"/>
                  </a:lnTo>
                  <a:cubicBezTo>
                    <a:pt x="1" y="522"/>
                    <a:pt x="134" y="611"/>
                    <a:pt x="267" y="611"/>
                  </a:cubicBezTo>
                  <a:cubicBezTo>
                    <a:pt x="400" y="611"/>
                    <a:pt x="533" y="522"/>
                    <a:pt x="533" y="345"/>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8"/>
            <p:cNvSpPr/>
            <p:nvPr/>
          </p:nvSpPr>
          <p:spPr>
            <a:xfrm>
              <a:off x="7529899" y="2430226"/>
              <a:ext cx="276625" cy="422155"/>
            </a:xfrm>
            <a:custGeom>
              <a:avLst/>
              <a:gdLst/>
              <a:ahLst/>
              <a:cxnLst/>
              <a:rect l="l" t="t" r="r" b="b"/>
              <a:pathLst>
                <a:path w="2089" h="3188" extrusionOk="0">
                  <a:moveTo>
                    <a:pt x="256" y="1"/>
                  </a:moveTo>
                  <a:cubicBezTo>
                    <a:pt x="123" y="1"/>
                    <a:pt x="1" y="90"/>
                    <a:pt x="23" y="267"/>
                  </a:cubicBezTo>
                  <a:cubicBezTo>
                    <a:pt x="112" y="1332"/>
                    <a:pt x="556" y="2308"/>
                    <a:pt x="1265" y="3107"/>
                  </a:cubicBezTo>
                  <a:cubicBezTo>
                    <a:pt x="1321" y="3162"/>
                    <a:pt x="1390" y="3187"/>
                    <a:pt x="1458" y="3187"/>
                  </a:cubicBezTo>
                  <a:cubicBezTo>
                    <a:pt x="1607" y="3187"/>
                    <a:pt x="1753" y="3067"/>
                    <a:pt x="1753" y="2885"/>
                  </a:cubicBezTo>
                  <a:cubicBezTo>
                    <a:pt x="1777" y="2891"/>
                    <a:pt x="1799" y="2893"/>
                    <a:pt x="1821" y="2893"/>
                  </a:cubicBezTo>
                  <a:cubicBezTo>
                    <a:pt x="1964" y="2893"/>
                    <a:pt x="2064" y="2773"/>
                    <a:pt x="2064" y="2619"/>
                  </a:cubicBezTo>
                  <a:lnTo>
                    <a:pt x="2064" y="2574"/>
                  </a:lnTo>
                  <a:cubicBezTo>
                    <a:pt x="2089" y="2375"/>
                    <a:pt x="1918" y="2259"/>
                    <a:pt x="1755" y="2259"/>
                  </a:cubicBezTo>
                  <a:cubicBezTo>
                    <a:pt x="1629" y="2259"/>
                    <a:pt x="1507" y="2330"/>
                    <a:pt x="1487" y="2485"/>
                  </a:cubicBezTo>
                  <a:cubicBezTo>
                    <a:pt x="955" y="1864"/>
                    <a:pt x="644" y="1110"/>
                    <a:pt x="556" y="267"/>
                  </a:cubicBezTo>
                  <a:cubicBezTo>
                    <a:pt x="533" y="90"/>
                    <a:pt x="389" y="1"/>
                    <a:pt x="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8"/>
            <p:cNvSpPr/>
            <p:nvPr/>
          </p:nvSpPr>
          <p:spPr>
            <a:xfrm>
              <a:off x="7532945" y="2290788"/>
              <a:ext cx="76406" cy="80909"/>
            </a:xfrm>
            <a:custGeom>
              <a:avLst/>
              <a:gdLst/>
              <a:ahLst/>
              <a:cxnLst/>
              <a:rect l="l" t="t" r="r" b="b"/>
              <a:pathLst>
                <a:path w="577" h="611" extrusionOk="0">
                  <a:moveTo>
                    <a:pt x="289" y="0"/>
                  </a:moveTo>
                  <a:cubicBezTo>
                    <a:pt x="144" y="0"/>
                    <a:pt x="0" y="100"/>
                    <a:pt x="0" y="300"/>
                  </a:cubicBezTo>
                  <a:lnTo>
                    <a:pt x="0" y="344"/>
                  </a:lnTo>
                  <a:cubicBezTo>
                    <a:pt x="0" y="521"/>
                    <a:pt x="144" y="610"/>
                    <a:pt x="289" y="610"/>
                  </a:cubicBezTo>
                  <a:cubicBezTo>
                    <a:pt x="433" y="610"/>
                    <a:pt x="577" y="521"/>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8"/>
            <p:cNvSpPr/>
            <p:nvPr/>
          </p:nvSpPr>
          <p:spPr>
            <a:xfrm>
              <a:off x="7165877" y="2230537"/>
              <a:ext cx="326018" cy="124740"/>
            </a:xfrm>
            <a:custGeom>
              <a:avLst/>
              <a:gdLst/>
              <a:ahLst/>
              <a:cxnLst/>
              <a:rect l="l" t="t" r="r" b="b"/>
              <a:pathLst>
                <a:path w="2462" h="942" extrusionOk="0">
                  <a:moveTo>
                    <a:pt x="2018" y="0"/>
                  </a:moveTo>
                  <a:cubicBezTo>
                    <a:pt x="1929" y="0"/>
                    <a:pt x="1840" y="45"/>
                    <a:pt x="1796" y="133"/>
                  </a:cubicBezTo>
                  <a:cubicBezTo>
                    <a:pt x="1752" y="89"/>
                    <a:pt x="1663" y="89"/>
                    <a:pt x="1619" y="89"/>
                  </a:cubicBezTo>
                  <a:cubicBezTo>
                    <a:pt x="1175" y="89"/>
                    <a:pt x="731" y="222"/>
                    <a:pt x="288" y="355"/>
                  </a:cubicBezTo>
                  <a:cubicBezTo>
                    <a:pt x="1" y="478"/>
                    <a:pt x="92" y="942"/>
                    <a:pt x="353" y="942"/>
                  </a:cubicBezTo>
                  <a:cubicBezTo>
                    <a:pt x="374" y="942"/>
                    <a:pt x="397" y="939"/>
                    <a:pt x="421" y="932"/>
                  </a:cubicBezTo>
                  <a:cubicBezTo>
                    <a:pt x="820" y="755"/>
                    <a:pt x="1219" y="666"/>
                    <a:pt x="1619" y="666"/>
                  </a:cubicBezTo>
                  <a:cubicBezTo>
                    <a:pt x="1707" y="621"/>
                    <a:pt x="1796" y="577"/>
                    <a:pt x="1840" y="488"/>
                  </a:cubicBezTo>
                  <a:cubicBezTo>
                    <a:pt x="1872" y="520"/>
                    <a:pt x="1925" y="551"/>
                    <a:pt x="1970" y="551"/>
                  </a:cubicBezTo>
                  <a:cubicBezTo>
                    <a:pt x="1988" y="551"/>
                    <a:pt x="2005" y="546"/>
                    <a:pt x="2018" y="533"/>
                  </a:cubicBezTo>
                  <a:lnTo>
                    <a:pt x="2107" y="533"/>
                  </a:lnTo>
                  <a:cubicBezTo>
                    <a:pt x="2462" y="533"/>
                    <a:pt x="2462"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8"/>
            <p:cNvSpPr/>
            <p:nvPr/>
          </p:nvSpPr>
          <p:spPr>
            <a:xfrm>
              <a:off x="7203881" y="1918423"/>
              <a:ext cx="121959" cy="253452"/>
            </a:xfrm>
            <a:custGeom>
              <a:avLst/>
              <a:gdLst/>
              <a:ahLst/>
              <a:cxnLst/>
              <a:rect l="l" t="t" r="r" b="b"/>
              <a:pathLst>
                <a:path w="921" h="1914" extrusionOk="0">
                  <a:moveTo>
                    <a:pt x="555" y="0"/>
                  </a:moveTo>
                  <a:cubicBezTo>
                    <a:pt x="475" y="0"/>
                    <a:pt x="397" y="41"/>
                    <a:pt x="355" y="139"/>
                  </a:cubicBezTo>
                  <a:cubicBezTo>
                    <a:pt x="134" y="627"/>
                    <a:pt x="1" y="1115"/>
                    <a:pt x="1" y="1647"/>
                  </a:cubicBezTo>
                  <a:cubicBezTo>
                    <a:pt x="1" y="1825"/>
                    <a:pt x="134" y="1914"/>
                    <a:pt x="267" y="1914"/>
                  </a:cubicBezTo>
                  <a:cubicBezTo>
                    <a:pt x="400" y="1914"/>
                    <a:pt x="533" y="1825"/>
                    <a:pt x="533" y="1647"/>
                  </a:cubicBezTo>
                  <a:cubicBezTo>
                    <a:pt x="533" y="1204"/>
                    <a:pt x="622" y="804"/>
                    <a:pt x="799" y="405"/>
                  </a:cubicBezTo>
                  <a:cubicBezTo>
                    <a:pt x="921" y="192"/>
                    <a:pt x="730" y="0"/>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8"/>
            <p:cNvSpPr/>
            <p:nvPr/>
          </p:nvSpPr>
          <p:spPr>
            <a:xfrm>
              <a:off x="7094635" y="1862144"/>
              <a:ext cx="104612" cy="155329"/>
            </a:xfrm>
            <a:custGeom>
              <a:avLst/>
              <a:gdLst/>
              <a:ahLst/>
              <a:cxnLst/>
              <a:rect l="l" t="t" r="r" b="b"/>
              <a:pathLst>
                <a:path w="790" h="1173" extrusionOk="0">
                  <a:moveTo>
                    <a:pt x="463" y="0"/>
                  </a:moveTo>
                  <a:cubicBezTo>
                    <a:pt x="351" y="0"/>
                    <a:pt x="241" y="64"/>
                    <a:pt x="204" y="209"/>
                  </a:cubicBezTo>
                  <a:cubicBezTo>
                    <a:pt x="160" y="386"/>
                    <a:pt x="116" y="608"/>
                    <a:pt x="27" y="830"/>
                  </a:cubicBezTo>
                  <a:cubicBezTo>
                    <a:pt x="1" y="1040"/>
                    <a:pt x="176" y="1172"/>
                    <a:pt x="342" y="1172"/>
                  </a:cubicBezTo>
                  <a:cubicBezTo>
                    <a:pt x="457" y="1172"/>
                    <a:pt x="567" y="1109"/>
                    <a:pt x="604" y="963"/>
                  </a:cubicBezTo>
                  <a:cubicBezTo>
                    <a:pt x="648" y="741"/>
                    <a:pt x="692" y="564"/>
                    <a:pt x="737" y="342"/>
                  </a:cubicBezTo>
                  <a:cubicBezTo>
                    <a:pt x="789" y="132"/>
                    <a:pt x="625"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8"/>
            <p:cNvSpPr/>
            <p:nvPr/>
          </p:nvSpPr>
          <p:spPr>
            <a:xfrm>
              <a:off x="7051731" y="2063290"/>
              <a:ext cx="115603" cy="82630"/>
            </a:xfrm>
            <a:custGeom>
              <a:avLst/>
              <a:gdLst/>
              <a:ahLst/>
              <a:cxnLst/>
              <a:rect l="l" t="t" r="r" b="b"/>
              <a:pathLst>
                <a:path w="873" h="624" extrusionOk="0">
                  <a:moveTo>
                    <a:pt x="436" y="0"/>
                  </a:moveTo>
                  <a:cubicBezTo>
                    <a:pt x="377" y="0"/>
                    <a:pt x="317" y="20"/>
                    <a:pt x="262" y="65"/>
                  </a:cubicBezTo>
                  <a:lnTo>
                    <a:pt x="173" y="154"/>
                  </a:lnTo>
                  <a:cubicBezTo>
                    <a:pt x="0" y="362"/>
                    <a:pt x="178" y="623"/>
                    <a:pt x="391" y="623"/>
                  </a:cubicBezTo>
                  <a:cubicBezTo>
                    <a:pt x="451" y="623"/>
                    <a:pt x="514" y="602"/>
                    <a:pt x="573" y="553"/>
                  </a:cubicBezTo>
                  <a:lnTo>
                    <a:pt x="661" y="465"/>
                  </a:lnTo>
                  <a:cubicBezTo>
                    <a:pt x="873" y="289"/>
                    <a:pt x="665" y="0"/>
                    <a:pt x="4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8"/>
            <p:cNvSpPr/>
            <p:nvPr/>
          </p:nvSpPr>
          <p:spPr>
            <a:xfrm>
              <a:off x="6989096" y="3038563"/>
              <a:ext cx="162082" cy="232000"/>
            </a:xfrm>
            <a:custGeom>
              <a:avLst/>
              <a:gdLst/>
              <a:ahLst/>
              <a:cxnLst/>
              <a:rect l="l" t="t" r="r" b="b"/>
              <a:pathLst>
                <a:path w="1224" h="1752" extrusionOk="0">
                  <a:moveTo>
                    <a:pt x="396" y="1"/>
                  </a:moveTo>
                  <a:cubicBezTo>
                    <a:pt x="202" y="1"/>
                    <a:pt x="0" y="199"/>
                    <a:pt x="158" y="420"/>
                  </a:cubicBezTo>
                  <a:cubicBezTo>
                    <a:pt x="247" y="554"/>
                    <a:pt x="336" y="687"/>
                    <a:pt x="425" y="864"/>
                  </a:cubicBezTo>
                  <a:cubicBezTo>
                    <a:pt x="469" y="997"/>
                    <a:pt x="513" y="1130"/>
                    <a:pt x="558" y="1263"/>
                  </a:cubicBezTo>
                  <a:cubicBezTo>
                    <a:pt x="469" y="1441"/>
                    <a:pt x="558" y="1663"/>
                    <a:pt x="780" y="1751"/>
                  </a:cubicBezTo>
                  <a:cubicBezTo>
                    <a:pt x="868" y="1751"/>
                    <a:pt x="1001" y="1707"/>
                    <a:pt x="1090" y="1618"/>
                  </a:cubicBezTo>
                  <a:cubicBezTo>
                    <a:pt x="1223" y="1397"/>
                    <a:pt x="1090" y="1086"/>
                    <a:pt x="1001" y="864"/>
                  </a:cubicBezTo>
                  <a:cubicBezTo>
                    <a:pt x="913" y="598"/>
                    <a:pt x="780" y="332"/>
                    <a:pt x="602" y="110"/>
                  </a:cubicBezTo>
                  <a:cubicBezTo>
                    <a:pt x="551" y="33"/>
                    <a:pt x="474"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8"/>
            <p:cNvSpPr/>
            <p:nvPr/>
          </p:nvSpPr>
          <p:spPr>
            <a:xfrm>
              <a:off x="6811786" y="4040056"/>
              <a:ext cx="121959" cy="256100"/>
            </a:xfrm>
            <a:custGeom>
              <a:avLst/>
              <a:gdLst/>
              <a:ahLst/>
              <a:cxnLst/>
              <a:rect l="l" t="t" r="r" b="b"/>
              <a:pathLst>
                <a:path w="921" h="1934" extrusionOk="0">
                  <a:moveTo>
                    <a:pt x="571" y="1"/>
                  </a:moveTo>
                  <a:cubicBezTo>
                    <a:pt x="433" y="1"/>
                    <a:pt x="299" y="89"/>
                    <a:pt x="299" y="267"/>
                  </a:cubicBezTo>
                  <a:cubicBezTo>
                    <a:pt x="388" y="666"/>
                    <a:pt x="299" y="1110"/>
                    <a:pt x="122" y="1509"/>
                  </a:cubicBezTo>
                  <a:cubicBezTo>
                    <a:pt x="1" y="1721"/>
                    <a:pt x="190" y="1934"/>
                    <a:pt x="379" y="1934"/>
                  </a:cubicBezTo>
                  <a:cubicBezTo>
                    <a:pt x="466" y="1934"/>
                    <a:pt x="554" y="1888"/>
                    <a:pt x="610" y="1775"/>
                  </a:cubicBezTo>
                  <a:cubicBezTo>
                    <a:pt x="832" y="1332"/>
                    <a:pt x="921" y="799"/>
                    <a:pt x="876" y="267"/>
                  </a:cubicBezTo>
                  <a:cubicBezTo>
                    <a:pt x="854" y="89"/>
                    <a:pt x="710" y="1"/>
                    <a:pt x="5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8"/>
            <p:cNvSpPr/>
            <p:nvPr/>
          </p:nvSpPr>
          <p:spPr>
            <a:xfrm>
              <a:off x="6658973" y="2916340"/>
              <a:ext cx="161685" cy="149237"/>
            </a:xfrm>
            <a:custGeom>
              <a:avLst/>
              <a:gdLst/>
              <a:ahLst/>
              <a:cxnLst/>
              <a:rect l="l" t="t" r="r" b="b"/>
              <a:pathLst>
                <a:path w="1221" h="1127" extrusionOk="0">
                  <a:moveTo>
                    <a:pt x="363" y="0"/>
                  </a:moveTo>
                  <a:cubicBezTo>
                    <a:pt x="135" y="0"/>
                    <a:pt x="0" y="362"/>
                    <a:pt x="256" y="545"/>
                  </a:cubicBezTo>
                  <a:cubicBezTo>
                    <a:pt x="389" y="634"/>
                    <a:pt x="522" y="811"/>
                    <a:pt x="610" y="988"/>
                  </a:cubicBezTo>
                  <a:cubicBezTo>
                    <a:pt x="666" y="1086"/>
                    <a:pt x="753" y="1127"/>
                    <a:pt x="840" y="1127"/>
                  </a:cubicBezTo>
                  <a:cubicBezTo>
                    <a:pt x="1029" y="1127"/>
                    <a:pt x="1220" y="935"/>
                    <a:pt x="1098" y="722"/>
                  </a:cubicBezTo>
                  <a:cubicBezTo>
                    <a:pt x="965" y="456"/>
                    <a:pt x="744" y="234"/>
                    <a:pt x="522" y="57"/>
                  </a:cubicBezTo>
                  <a:cubicBezTo>
                    <a:pt x="466" y="17"/>
                    <a:pt x="413"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8"/>
            <p:cNvSpPr/>
            <p:nvPr/>
          </p:nvSpPr>
          <p:spPr>
            <a:xfrm>
              <a:off x="6740279" y="2826427"/>
              <a:ext cx="111498" cy="80379"/>
            </a:xfrm>
            <a:custGeom>
              <a:avLst/>
              <a:gdLst/>
              <a:ahLst/>
              <a:cxnLst/>
              <a:rect l="l" t="t" r="r" b="b"/>
              <a:pathLst>
                <a:path w="842" h="607" extrusionOk="0">
                  <a:moveTo>
                    <a:pt x="391" y="0"/>
                  </a:moveTo>
                  <a:cubicBezTo>
                    <a:pt x="179" y="0"/>
                    <a:pt x="1" y="262"/>
                    <a:pt x="174" y="470"/>
                  </a:cubicBezTo>
                  <a:cubicBezTo>
                    <a:pt x="218" y="470"/>
                    <a:pt x="218" y="514"/>
                    <a:pt x="263" y="558"/>
                  </a:cubicBezTo>
                  <a:cubicBezTo>
                    <a:pt x="313" y="592"/>
                    <a:pt x="366" y="606"/>
                    <a:pt x="419" y="606"/>
                  </a:cubicBezTo>
                  <a:cubicBezTo>
                    <a:pt x="642" y="606"/>
                    <a:pt x="842" y="339"/>
                    <a:pt x="662" y="159"/>
                  </a:cubicBezTo>
                  <a:lnTo>
                    <a:pt x="573" y="70"/>
                  </a:lnTo>
                  <a:cubicBezTo>
                    <a:pt x="515" y="21"/>
                    <a:pt x="452" y="0"/>
                    <a:pt x="3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8"/>
            <p:cNvSpPr/>
            <p:nvPr/>
          </p:nvSpPr>
          <p:spPr>
            <a:xfrm>
              <a:off x="6459284" y="2158368"/>
              <a:ext cx="237164" cy="183799"/>
            </a:xfrm>
            <a:custGeom>
              <a:avLst/>
              <a:gdLst/>
              <a:ahLst/>
              <a:cxnLst/>
              <a:rect l="l" t="t" r="r" b="b"/>
              <a:pathLst>
                <a:path w="1791" h="1388" extrusionOk="0">
                  <a:moveTo>
                    <a:pt x="386" y="1"/>
                  </a:moveTo>
                  <a:cubicBezTo>
                    <a:pt x="134" y="1"/>
                    <a:pt x="0" y="355"/>
                    <a:pt x="255" y="501"/>
                  </a:cubicBezTo>
                  <a:cubicBezTo>
                    <a:pt x="610" y="723"/>
                    <a:pt x="921" y="989"/>
                    <a:pt x="1187" y="1300"/>
                  </a:cubicBezTo>
                  <a:cubicBezTo>
                    <a:pt x="1249" y="1361"/>
                    <a:pt x="1318" y="1387"/>
                    <a:pt x="1384" y="1387"/>
                  </a:cubicBezTo>
                  <a:cubicBezTo>
                    <a:pt x="1603" y="1387"/>
                    <a:pt x="1790" y="1105"/>
                    <a:pt x="1586" y="900"/>
                  </a:cubicBezTo>
                  <a:cubicBezTo>
                    <a:pt x="1320" y="545"/>
                    <a:pt x="965" y="235"/>
                    <a:pt x="566" y="57"/>
                  </a:cubicBezTo>
                  <a:cubicBezTo>
                    <a:pt x="502" y="17"/>
                    <a:pt x="441" y="1"/>
                    <a:pt x="3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8"/>
            <p:cNvSpPr/>
            <p:nvPr/>
          </p:nvSpPr>
          <p:spPr>
            <a:xfrm>
              <a:off x="6545224" y="2074546"/>
              <a:ext cx="141425" cy="90708"/>
            </a:xfrm>
            <a:custGeom>
              <a:avLst/>
              <a:gdLst/>
              <a:ahLst/>
              <a:cxnLst/>
              <a:rect l="l" t="t" r="r" b="b"/>
              <a:pathLst>
                <a:path w="1068" h="685" extrusionOk="0">
                  <a:moveTo>
                    <a:pt x="422" y="0"/>
                  </a:moveTo>
                  <a:cubicBezTo>
                    <a:pt x="169" y="0"/>
                    <a:pt x="0" y="358"/>
                    <a:pt x="272" y="513"/>
                  </a:cubicBezTo>
                  <a:lnTo>
                    <a:pt x="538" y="646"/>
                  </a:lnTo>
                  <a:cubicBezTo>
                    <a:pt x="584" y="672"/>
                    <a:pt x="630" y="684"/>
                    <a:pt x="673" y="684"/>
                  </a:cubicBezTo>
                  <a:cubicBezTo>
                    <a:pt x="915" y="684"/>
                    <a:pt x="1068" y="309"/>
                    <a:pt x="804" y="158"/>
                  </a:cubicBezTo>
                  <a:lnTo>
                    <a:pt x="538" y="25"/>
                  </a:lnTo>
                  <a:cubicBezTo>
                    <a:pt x="498" y="8"/>
                    <a:pt x="459" y="0"/>
                    <a:pt x="4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8"/>
            <p:cNvSpPr/>
            <p:nvPr/>
          </p:nvSpPr>
          <p:spPr>
            <a:xfrm>
              <a:off x="5817312" y="4171814"/>
              <a:ext cx="369717" cy="191479"/>
            </a:xfrm>
            <a:custGeom>
              <a:avLst/>
              <a:gdLst/>
              <a:ahLst/>
              <a:cxnLst/>
              <a:rect l="l" t="t" r="r" b="b"/>
              <a:pathLst>
                <a:path w="2792" h="1446" extrusionOk="0">
                  <a:moveTo>
                    <a:pt x="2383" y="1"/>
                  </a:moveTo>
                  <a:cubicBezTo>
                    <a:pt x="2325" y="1"/>
                    <a:pt x="2268" y="22"/>
                    <a:pt x="2219" y="70"/>
                  </a:cubicBezTo>
                  <a:cubicBezTo>
                    <a:pt x="1762" y="569"/>
                    <a:pt x="1149" y="873"/>
                    <a:pt x="490" y="873"/>
                  </a:cubicBezTo>
                  <a:cubicBezTo>
                    <a:pt x="445" y="873"/>
                    <a:pt x="401" y="872"/>
                    <a:pt x="356" y="869"/>
                  </a:cubicBezTo>
                  <a:cubicBezTo>
                    <a:pt x="1" y="869"/>
                    <a:pt x="1" y="1446"/>
                    <a:pt x="356" y="1446"/>
                  </a:cubicBezTo>
                  <a:cubicBezTo>
                    <a:pt x="1199" y="1446"/>
                    <a:pt x="2042" y="1091"/>
                    <a:pt x="2618" y="470"/>
                  </a:cubicBezTo>
                  <a:cubicBezTo>
                    <a:pt x="2791" y="262"/>
                    <a:pt x="2587" y="1"/>
                    <a:pt x="2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8"/>
            <p:cNvSpPr/>
            <p:nvPr/>
          </p:nvSpPr>
          <p:spPr>
            <a:xfrm>
              <a:off x="5766065" y="4157248"/>
              <a:ext cx="190552" cy="83027"/>
            </a:xfrm>
            <a:custGeom>
              <a:avLst/>
              <a:gdLst/>
              <a:ahLst/>
              <a:cxnLst/>
              <a:rect l="l" t="t" r="r" b="b"/>
              <a:pathLst>
                <a:path w="1439" h="627" extrusionOk="0">
                  <a:moveTo>
                    <a:pt x="962" y="0"/>
                  </a:moveTo>
                  <a:cubicBezTo>
                    <a:pt x="948" y="0"/>
                    <a:pt x="934" y="1"/>
                    <a:pt x="920" y="3"/>
                  </a:cubicBezTo>
                  <a:lnTo>
                    <a:pt x="299" y="92"/>
                  </a:lnTo>
                  <a:cubicBezTo>
                    <a:pt x="1" y="134"/>
                    <a:pt x="112" y="627"/>
                    <a:pt x="435" y="627"/>
                  </a:cubicBezTo>
                  <a:cubicBezTo>
                    <a:pt x="448" y="627"/>
                    <a:pt x="462" y="626"/>
                    <a:pt x="476" y="624"/>
                  </a:cubicBezTo>
                  <a:lnTo>
                    <a:pt x="1098" y="535"/>
                  </a:lnTo>
                  <a:cubicBezTo>
                    <a:pt x="1438" y="493"/>
                    <a:pt x="1288" y="0"/>
                    <a:pt x="9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8"/>
            <p:cNvSpPr/>
            <p:nvPr/>
          </p:nvSpPr>
          <p:spPr>
            <a:xfrm>
              <a:off x="5940727" y="4081238"/>
              <a:ext cx="111762" cy="76539"/>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8"/>
            <p:cNvSpPr/>
            <p:nvPr/>
          </p:nvSpPr>
          <p:spPr>
            <a:xfrm>
              <a:off x="6024416" y="4009070"/>
              <a:ext cx="139173" cy="103288"/>
            </a:xfrm>
            <a:custGeom>
              <a:avLst/>
              <a:gdLst/>
              <a:ahLst/>
              <a:cxnLst/>
              <a:rect l="l" t="t" r="r" b="b"/>
              <a:pathLst>
                <a:path w="1051" h="780" extrusionOk="0">
                  <a:moveTo>
                    <a:pt x="707" y="0"/>
                  </a:moveTo>
                  <a:cubicBezTo>
                    <a:pt x="662" y="0"/>
                    <a:pt x="614" y="17"/>
                    <a:pt x="566" y="57"/>
                  </a:cubicBezTo>
                  <a:lnTo>
                    <a:pt x="256" y="235"/>
                  </a:lnTo>
                  <a:cubicBezTo>
                    <a:pt x="0" y="417"/>
                    <a:pt x="135" y="779"/>
                    <a:pt x="388" y="779"/>
                  </a:cubicBezTo>
                  <a:cubicBezTo>
                    <a:pt x="443" y="779"/>
                    <a:pt x="503" y="762"/>
                    <a:pt x="566" y="723"/>
                  </a:cubicBezTo>
                  <a:lnTo>
                    <a:pt x="833" y="501"/>
                  </a:lnTo>
                  <a:cubicBezTo>
                    <a:pt x="1051" y="355"/>
                    <a:pt x="911" y="0"/>
                    <a:pt x="7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8"/>
            <p:cNvSpPr/>
            <p:nvPr/>
          </p:nvSpPr>
          <p:spPr>
            <a:xfrm>
              <a:off x="6218279" y="4045485"/>
              <a:ext cx="174927" cy="314100"/>
            </a:xfrm>
            <a:custGeom>
              <a:avLst/>
              <a:gdLst/>
              <a:ahLst/>
              <a:cxnLst/>
              <a:rect l="l" t="t" r="r" b="b"/>
              <a:pathLst>
                <a:path w="1321" h="2372" extrusionOk="0">
                  <a:moveTo>
                    <a:pt x="385" y="0"/>
                  </a:moveTo>
                  <a:cubicBezTo>
                    <a:pt x="195" y="0"/>
                    <a:pt x="0" y="203"/>
                    <a:pt x="123" y="448"/>
                  </a:cubicBezTo>
                  <a:cubicBezTo>
                    <a:pt x="433" y="936"/>
                    <a:pt x="655" y="1557"/>
                    <a:pt x="744" y="2178"/>
                  </a:cubicBezTo>
                  <a:cubicBezTo>
                    <a:pt x="761" y="2314"/>
                    <a:pt x="849" y="2372"/>
                    <a:pt x="952" y="2372"/>
                  </a:cubicBezTo>
                  <a:cubicBezTo>
                    <a:pt x="1117" y="2372"/>
                    <a:pt x="1321" y="2220"/>
                    <a:pt x="1321" y="2001"/>
                  </a:cubicBezTo>
                  <a:cubicBezTo>
                    <a:pt x="1188" y="1335"/>
                    <a:pt x="966" y="714"/>
                    <a:pt x="611" y="137"/>
                  </a:cubicBezTo>
                  <a:cubicBezTo>
                    <a:pt x="556" y="41"/>
                    <a:pt x="471" y="0"/>
                    <a:pt x="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8"/>
            <p:cNvSpPr/>
            <p:nvPr/>
          </p:nvSpPr>
          <p:spPr>
            <a:xfrm>
              <a:off x="6338914" y="3984704"/>
              <a:ext cx="115603" cy="122621"/>
            </a:xfrm>
            <a:custGeom>
              <a:avLst/>
              <a:gdLst/>
              <a:ahLst/>
              <a:cxnLst/>
              <a:rect l="l" t="t" r="r" b="b"/>
              <a:pathLst>
                <a:path w="873" h="926" extrusionOk="0">
                  <a:moveTo>
                    <a:pt x="354" y="1"/>
                  </a:moveTo>
                  <a:cubicBezTo>
                    <a:pt x="177" y="1"/>
                    <a:pt x="1" y="141"/>
                    <a:pt x="55" y="330"/>
                  </a:cubicBezTo>
                  <a:lnTo>
                    <a:pt x="232" y="729"/>
                  </a:lnTo>
                  <a:cubicBezTo>
                    <a:pt x="302" y="868"/>
                    <a:pt x="425" y="925"/>
                    <a:pt x="539" y="925"/>
                  </a:cubicBezTo>
                  <a:cubicBezTo>
                    <a:pt x="717" y="925"/>
                    <a:pt x="873" y="785"/>
                    <a:pt x="765" y="596"/>
                  </a:cubicBezTo>
                  <a:lnTo>
                    <a:pt x="632" y="197"/>
                  </a:lnTo>
                  <a:cubicBezTo>
                    <a:pt x="580" y="58"/>
                    <a:pt x="467" y="1"/>
                    <a:pt x="3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8"/>
            <p:cNvSpPr/>
            <p:nvPr/>
          </p:nvSpPr>
          <p:spPr>
            <a:xfrm>
              <a:off x="6401416" y="4140033"/>
              <a:ext cx="108717" cy="79849"/>
            </a:xfrm>
            <a:custGeom>
              <a:avLst/>
              <a:gdLst/>
              <a:ahLst/>
              <a:cxnLst/>
              <a:rect l="l" t="t" r="r" b="b"/>
              <a:pathLst>
                <a:path w="821" h="603" extrusionOk="0">
                  <a:moveTo>
                    <a:pt x="384" y="0"/>
                  </a:moveTo>
                  <a:cubicBezTo>
                    <a:pt x="186" y="0"/>
                    <a:pt x="0" y="274"/>
                    <a:pt x="204" y="444"/>
                  </a:cubicBezTo>
                  <a:lnTo>
                    <a:pt x="248" y="532"/>
                  </a:lnTo>
                  <a:cubicBezTo>
                    <a:pt x="307" y="581"/>
                    <a:pt x="370" y="602"/>
                    <a:pt x="430" y="602"/>
                  </a:cubicBezTo>
                  <a:cubicBezTo>
                    <a:pt x="643" y="602"/>
                    <a:pt x="821" y="341"/>
                    <a:pt x="648" y="133"/>
                  </a:cubicBezTo>
                  <a:lnTo>
                    <a:pt x="559" y="89"/>
                  </a:lnTo>
                  <a:cubicBezTo>
                    <a:pt x="507" y="26"/>
                    <a:pt x="445"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8"/>
            <p:cNvSpPr/>
            <p:nvPr/>
          </p:nvSpPr>
          <p:spPr>
            <a:xfrm>
              <a:off x="6157366" y="2759819"/>
              <a:ext cx="140365" cy="158904"/>
            </a:xfrm>
            <a:custGeom>
              <a:avLst/>
              <a:gdLst/>
              <a:ahLst/>
              <a:cxnLst/>
              <a:rect l="l" t="t" r="r" b="b"/>
              <a:pathLst>
                <a:path w="1060" h="1200" extrusionOk="0">
                  <a:moveTo>
                    <a:pt x="380" y="1"/>
                  </a:moveTo>
                  <a:cubicBezTo>
                    <a:pt x="195" y="1"/>
                    <a:pt x="1" y="221"/>
                    <a:pt x="95" y="440"/>
                  </a:cubicBezTo>
                  <a:lnTo>
                    <a:pt x="450" y="1061"/>
                  </a:lnTo>
                  <a:cubicBezTo>
                    <a:pt x="520" y="1159"/>
                    <a:pt x="611" y="1200"/>
                    <a:pt x="699" y="1200"/>
                  </a:cubicBezTo>
                  <a:cubicBezTo>
                    <a:pt x="889" y="1200"/>
                    <a:pt x="1059" y="1008"/>
                    <a:pt x="938" y="795"/>
                  </a:cubicBezTo>
                  <a:cubicBezTo>
                    <a:pt x="805" y="573"/>
                    <a:pt x="716" y="351"/>
                    <a:pt x="583" y="130"/>
                  </a:cubicBezTo>
                  <a:cubicBezTo>
                    <a:pt x="531" y="39"/>
                    <a:pt x="456" y="1"/>
                    <a:pt x="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8"/>
            <p:cNvSpPr/>
            <p:nvPr/>
          </p:nvSpPr>
          <p:spPr>
            <a:xfrm>
              <a:off x="6353348" y="2766838"/>
              <a:ext cx="99977" cy="112160"/>
            </a:xfrm>
            <a:custGeom>
              <a:avLst/>
              <a:gdLst/>
              <a:ahLst/>
              <a:cxnLst/>
              <a:rect l="l" t="t" r="r" b="b"/>
              <a:pathLst>
                <a:path w="755" h="847" extrusionOk="0">
                  <a:moveTo>
                    <a:pt x="339" y="1"/>
                  </a:moveTo>
                  <a:cubicBezTo>
                    <a:pt x="169" y="1"/>
                    <a:pt x="0" y="133"/>
                    <a:pt x="79" y="343"/>
                  </a:cubicBezTo>
                  <a:cubicBezTo>
                    <a:pt x="79" y="476"/>
                    <a:pt x="123" y="565"/>
                    <a:pt x="123" y="653"/>
                  </a:cubicBezTo>
                  <a:cubicBezTo>
                    <a:pt x="157" y="789"/>
                    <a:pt x="262" y="847"/>
                    <a:pt x="374" y="847"/>
                  </a:cubicBezTo>
                  <a:cubicBezTo>
                    <a:pt x="556" y="847"/>
                    <a:pt x="755" y="695"/>
                    <a:pt x="700" y="476"/>
                  </a:cubicBezTo>
                  <a:cubicBezTo>
                    <a:pt x="700" y="387"/>
                    <a:pt x="656" y="298"/>
                    <a:pt x="611" y="210"/>
                  </a:cubicBezTo>
                  <a:cubicBezTo>
                    <a:pt x="575" y="64"/>
                    <a:pt x="457" y="1"/>
                    <a:pt x="3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8"/>
            <p:cNvSpPr/>
            <p:nvPr/>
          </p:nvSpPr>
          <p:spPr>
            <a:xfrm>
              <a:off x="6488549" y="3575394"/>
              <a:ext cx="134274" cy="120899"/>
            </a:xfrm>
            <a:custGeom>
              <a:avLst/>
              <a:gdLst/>
              <a:ahLst/>
              <a:cxnLst/>
              <a:rect l="l" t="t" r="r" b="b"/>
              <a:pathLst>
                <a:path w="1014" h="913" extrusionOk="0">
                  <a:moveTo>
                    <a:pt x="630" y="1"/>
                  </a:moveTo>
                  <a:cubicBezTo>
                    <a:pt x="550" y="1"/>
                    <a:pt x="475" y="41"/>
                    <a:pt x="433" y="138"/>
                  </a:cubicBezTo>
                  <a:cubicBezTo>
                    <a:pt x="389" y="271"/>
                    <a:pt x="300" y="360"/>
                    <a:pt x="211" y="448"/>
                  </a:cubicBezTo>
                  <a:cubicBezTo>
                    <a:pt x="0" y="624"/>
                    <a:pt x="208" y="913"/>
                    <a:pt x="436" y="913"/>
                  </a:cubicBezTo>
                  <a:cubicBezTo>
                    <a:pt x="496" y="913"/>
                    <a:pt x="556" y="893"/>
                    <a:pt x="611" y="848"/>
                  </a:cubicBezTo>
                  <a:cubicBezTo>
                    <a:pt x="744" y="759"/>
                    <a:pt x="877" y="581"/>
                    <a:pt x="921" y="448"/>
                  </a:cubicBezTo>
                  <a:cubicBezTo>
                    <a:pt x="1013" y="203"/>
                    <a:pt x="809" y="1"/>
                    <a:pt x="6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8"/>
            <p:cNvSpPr/>
            <p:nvPr/>
          </p:nvSpPr>
          <p:spPr>
            <a:xfrm>
              <a:off x="6610507" y="3694969"/>
              <a:ext cx="76539" cy="92562"/>
            </a:xfrm>
            <a:custGeom>
              <a:avLst/>
              <a:gdLst/>
              <a:ahLst/>
              <a:cxnLst/>
              <a:rect l="l" t="t" r="r" b="b"/>
              <a:pathLst>
                <a:path w="578" h="699" extrusionOk="0">
                  <a:moveTo>
                    <a:pt x="289" y="0"/>
                  </a:moveTo>
                  <a:cubicBezTo>
                    <a:pt x="145" y="0"/>
                    <a:pt x="0" y="100"/>
                    <a:pt x="0" y="300"/>
                  </a:cubicBezTo>
                  <a:lnTo>
                    <a:pt x="0" y="433"/>
                  </a:lnTo>
                  <a:cubicBezTo>
                    <a:pt x="0" y="610"/>
                    <a:pt x="145" y="699"/>
                    <a:pt x="289" y="699"/>
                  </a:cubicBezTo>
                  <a:cubicBezTo>
                    <a:pt x="433" y="699"/>
                    <a:pt x="577" y="610"/>
                    <a:pt x="577" y="433"/>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8"/>
            <p:cNvSpPr/>
            <p:nvPr/>
          </p:nvSpPr>
          <p:spPr>
            <a:xfrm>
              <a:off x="5287234" y="4304896"/>
              <a:ext cx="258484" cy="295032"/>
            </a:xfrm>
            <a:custGeom>
              <a:avLst/>
              <a:gdLst/>
              <a:ahLst/>
              <a:cxnLst/>
              <a:rect l="l" t="t" r="r" b="b"/>
              <a:pathLst>
                <a:path w="1952" h="2228" extrusionOk="0">
                  <a:moveTo>
                    <a:pt x="346" y="1"/>
                  </a:moveTo>
                  <a:cubicBezTo>
                    <a:pt x="179" y="1"/>
                    <a:pt x="1" y="135"/>
                    <a:pt x="55" y="352"/>
                  </a:cubicBezTo>
                  <a:cubicBezTo>
                    <a:pt x="277" y="1106"/>
                    <a:pt x="765" y="1728"/>
                    <a:pt x="1430" y="2171"/>
                  </a:cubicBezTo>
                  <a:cubicBezTo>
                    <a:pt x="1486" y="2211"/>
                    <a:pt x="1540" y="2228"/>
                    <a:pt x="1589" y="2228"/>
                  </a:cubicBezTo>
                  <a:cubicBezTo>
                    <a:pt x="1817" y="2228"/>
                    <a:pt x="1952" y="1866"/>
                    <a:pt x="1697" y="1683"/>
                  </a:cubicBezTo>
                  <a:cubicBezTo>
                    <a:pt x="1164" y="1328"/>
                    <a:pt x="809" y="796"/>
                    <a:pt x="587" y="175"/>
                  </a:cubicBezTo>
                  <a:cubicBezTo>
                    <a:pt x="553" y="54"/>
                    <a:pt x="452" y="1"/>
                    <a:pt x="3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8"/>
            <p:cNvSpPr/>
            <p:nvPr/>
          </p:nvSpPr>
          <p:spPr>
            <a:xfrm>
              <a:off x="5558828" y="4576224"/>
              <a:ext cx="76539" cy="80909"/>
            </a:xfrm>
            <a:custGeom>
              <a:avLst/>
              <a:gdLst/>
              <a:ahLst/>
              <a:cxnLst/>
              <a:rect l="l" t="t" r="r" b="b"/>
              <a:pathLst>
                <a:path w="578" h="611" extrusionOk="0">
                  <a:moveTo>
                    <a:pt x="289" y="0"/>
                  </a:moveTo>
                  <a:cubicBezTo>
                    <a:pt x="145" y="0"/>
                    <a:pt x="0" y="100"/>
                    <a:pt x="0" y="300"/>
                  </a:cubicBezTo>
                  <a:lnTo>
                    <a:pt x="0" y="344"/>
                  </a:lnTo>
                  <a:cubicBezTo>
                    <a:pt x="0" y="522"/>
                    <a:pt x="145" y="610"/>
                    <a:pt x="289" y="610"/>
                  </a:cubicBezTo>
                  <a:cubicBezTo>
                    <a:pt x="433" y="610"/>
                    <a:pt x="577" y="522"/>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8"/>
            <p:cNvSpPr/>
            <p:nvPr/>
          </p:nvSpPr>
          <p:spPr>
            <a:xfrm>
              <a:off x="5364568" y="4262786"/>
              <a:ext cx="293972" cy="270137"/>
            </a:xfrm>
            <a:custGeom>
              <a:avLst/>
              <a:gdLst/>
              <a:ahLst/>
              <a:cxnLst/>
              <a:rect l="l" t="t" r="r" b="b"/>
              <a:pathLst>
                <a:path w="2220" h="2040" extrusionOk="0">
                  <a:moveTo>
                    <a:pt x="364" y="1"/>
                  </a:moveTo>
                  <a:cubicBezTo>
                    <a:pt x="183" y="1"/>
                    <a:pt x="0" y="203"/>
                    <a:pt x="92" y="448"/>
                  </a:cubicBezTo>
                  <a:cubicBezTo>
                    <a:pt x="403" y="1114"/>
                    <a:pt x="979" y="1691"/>
                    <a:pt x="1689" y="2001"/>
                  </a:cubicBezTo>
                  <a:cubicBezTo>
                    <a:pt x="1736" y="2028"/>
                    <a:pt x="1782" y="2040"/>
                    <a:pt x="1825" y="2040"/>
                  </a:cubicBezTo>
                  <a:cubicBezTo>
                    <a:pt x="2067" y="2040"/>
                    <a:pt x="2219" y="1671"/>
                    <a:pt x="1956" y="1558"/>
                  </a:cubicBezTo>
                  <a:cubicBezTo>
                    <a:pt x="1334" y="1247"/>
                    <a:pt x="846" y="759"/>
                    <a:pt x="580" y="138"/>
                  </a:cubicBezTo>
                  <a:cubicBezTo>
                    <a:pt x="525" y="42"/>
                    <a:pt x="445"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8"/>
            <p:cNvSpPr/>
            <p:nvPr/>
          </p:nvSpPr>
          <p:spPr>
            <a:xfrm>
              <a:off x="5471828" y="4240672"/>
              <a:ext cx="127918" cy="80776"/>
            </a:xfrm>
            <a:custGeom>
              <a:avLst/>
              <a:gdLst/>
              <a:ahLst/>
              <a:cxnLst/>
              <a:rect l="l" t="t" r="r" b="b"/>
              <a:pathLst>
                <a:path w="966" h="610" extrusionOk="0">
                  <a:moveTo>
                    <a:pt x="417" y="0"/>
                  </a:moveTo>
                  <a:cubicBezTo>
                    <a:pt x="148" y="0"/>
                    <a:pt x="1" y="376"/>
                    <a:pt x="303" y="527"/>
                  </a:cubicBezTo>
                  <a:lnTo>
                    <a:pt x="436" y="571"/>
                  </a:lnTo>
                  <a:cubicBezTo>
                    <a:pt x="482" y="598"/>
                    <a:pt x="528" y="609"/>
                    <a:pt x="570" y="609"/>
                  </a:cubicBezTo>
                  <a:cubicBezTo>
                    <a:pt x="813" y="609"/>
                    <a:pt x="966" y="234"/>
                    <a:pt x="702" y="83"/>
                  </a:cubicBezTo>
                  <a:lnTo>
                    <a:pt x="569" y="39"/>
                  </a:lnTo>
                  <a:cubicBezTo>
                    <a:pt x="516" y="12"/>
                    <a:pt x="464" y="0"/>
                    <a:pt x="4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18"/>
        <p:cNvGrpSpPr/>
        <p:nvPr/>
      </p:nvGrpSpPr>
      <p:grpSpPr>
        <a:xfrm>
          <a:off x="0" y="0"/>
          <a:ext cx="0" cy="0"/>
          <a:chOff x="0" y="0"/>
          <a:chExt cx="0" cy="0"/>
        </a:xfrm>
      </p:grpSpPr>
      <p:sp>
        <p:nvSpPr>
          <p:cNvPr id="3019" name="Google Shape;3019;p59"/>
          <p:cNvSpPr/>
          <p:nvPr/>
        </p:nvSpPr>
        <p:spPr>
          <a:xfrm>
            <a:off x="5426863" y="1413611"/>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9"/>
          <p:cNvSpPr/>
          <p:nvPr/>
        </p:nvSpPr>
        <p:spPr>
          <a:xfrm>
            <a:off x="5426863" y="3766698"/>
            <a:ext cx="601800" cy="6018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9"/>
          <p:cNvSpPr/>
          <p:nvPr/>
        </p:nvSpPr>
        <p:spPr>
          <a:xfrm>
            <a:off x="5426863" y="2595336"/>
            <a:ext cx="601800" cy="60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9"/>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 A </a:t>
            </a:r>
            <a:r>
              <a:rPr lang="en">
                <a:solidFill>
                  <a:schemeClr val="accent2"/>
                </a:solidFill>
              </a:rPr>
              <a:t>GRAPH</a:t>
            </a:r>
            <a:endParaRPr>
              <a:solidFill>
                <a:schemeClr val="accent2"/>
              </a:solidFill>
            </a:endParaRPr>
          </a:p>
        </p:txBody>
      </p:sp>
      <p:sp>
        <p:nvSpPr>
          <p:cNvPr id="3023" name="Google Shape;3023;p59"/>
          <p:cNvSpPr txBox="1"/>
          <p:nvPr/>
        </p:nvSpPr>
        <p:spPr>
          <a:xfrm>
            <a:off x="6323690" y="1219463"/>
            <a:ext cx="20241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JUPITER</a:t>
            </a:r>
            <a:endParaRPr sz="2000" b="1">
              <a:solidFill>
                <a:schemeClr val="accent3"/>
              </a:solidFill>
              <a:latin typeface="Orbitron"/>
              <a:ea typeface="Orbitron"/>
              <a:cs typeface="Orbitron"/>
              <a:sym typeface="Orbitron"/>
            </a:endParaRPr>
          </a:p>
        </p:txBody>
      </p:sp>
      <p:sp>
        <p:nvSpPr>
          <p:cNvPr id="3024" name="Google Shape;3024;p59"/>
          <p:cNvSpPr txBox="1"/>
          <p:nvPr/>
        </p:nvSpPr>
        <p:spPr>
          <a:xfrm>
            <a:off x="6323690" y="1559545"/>
            <a:ext cx="20241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It’s the biggest planet of them all</a:t>
            </a:r>
            <a:endParaRPr sz="1600">
              <a:solidFill>
                <a:schemeClr val="accent3"/>
              </a:solidFill>
              <a:latin typeface="Barlow"/>
              <a:ea typeface="Barlow"/>
              <a:cs typeface="Barlow"/>
              <a:sym typeface="Barlow"/>
            </a:endParaRPr>
          </a:p>
        </p:txBody>
      </p:sp>
      <p:sp>
        <p:nvSpPr>
          <p:cNvPr id="3025" name="Google Shape;3025;p59"/>
          <p:cNvSpPr txBox="1"/>
          <p:nvPr/>
        </p:nvSpPr>
        <p:spPr>
          <a:xfrm>
            <a:off x="6323690" y="2390809"/>
            <a:ext cx="20241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MERCURY</a:t>
            </a:r>
            <a:endParaRPr sz="2000" b="1">
              <a:solidFill>
                <a:schemeClr val="accent3"/>
              </a:solidFill>
              <a:latin typeface="Orbitron"/>
              <a:ea typeface="Orbitron"/>
              <a:cs typeface="Orbitron"/>
              <a:sym typeface="Orbitron"/>
            </a:endParaRPr>
          </a:p>
        </p:txBody>
      </p:sp>
      <p:sp>
        <p:nvSpPr>
          <p:cNvPr id="3026" name="Google Shape;3026;p59"/>
          <p:cNvSpPr txBox="1"/>
          <p:nvPr/>
        </p:nvSpPr>
        <p:spPr>
          <a:xfrm>
            <a:off x="6323690" y="2730891"/>
            <a:ext cx="20241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Mercury is the smallest of them all</a:t>
            </a:r>
            <a:endParaRPr sz="1600">
              <a:solidFill>
                <a:schemeClr val="accent3"/>
              </a:solidFill>
              <a:latin typeface="Barlow"/>
              <a:ea typeface="Barlow"/>
              <a:cs typeface="Barlow"/>
              <a:sym typeface="Barlow"/>
            </a:endParaRPr>
          </a:p>
          <a:p>
            <a:pPr marL="0" lvl="0" indent="0" algn="l" rtl="0">
              <a:spcBef>
                <a:spcPts val="0"/>
              </a:spcBef>
              <a:spcAft>
                <a:spcPts val="0"/>
              </a:spcAft>
              <a:buNone/>
            </a:pPr>
            <a:endParaRPr sz="1600">
              <a:solidFill>
                <a:schemeClr val="accent3"/>
              </a:solidFill>
              <a:latin typeface="Barlow"/>
              <a:ea typeface="Barlow"/>
              <a:cs typeface="Barlow"/>
              <a:sym typeface="Barlow"/>
            </a:endParaRPr>
          </a:p>
        </p:txBody>
      </p:sp>
      <p:sp>
        <p:nvSpPr>
          <p:cNvPr id="3027" name="Google Shape;3027;p59"/>
          <p:cNvSpPr txBox="1"/>
          <p:nvPr/>
        </p:nvSpPr>
        <p:spPr>
          <a:xfrm>
            <a:off x="6323690" y="3562118"/>
            <a:ext cx="20241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SATURN</a:t>
            </a:r>
            <a:endParaRPr sz="2000" b="1">
              <a:solidFill>
                <a:schemeClr val="accent3"/>
              </a:solidFill>
              <a:latin typeface="Orbitron"/>
              <a:ea typeface="Orbitron"/>
              <a:cs typeface="Orbitron"/>
              <a:sym typeface="Orbitron"/>
            </a:endParaRPr>
          </a:p>
        </p:txBody>
      </p:sp>
      <p:sp>
        <p:nvSpPr>
          <p:cNvPr id="3028" name="Google Shape;3028;p59"/>
          <p:cNvSpPr txBox="1"/>
          <p:nvPr/>
        </p:nvSpPr>
        <p:spPr>
          <a:xfrm>
            <a:off x="6323690" y="3902200"/>
            <a:ext cx="20241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Saturn is the ringed one and a gas giant</a:t>
            </a:r>
            <a:endParaRPr sz="1600">
              <a:solidFill>
                <a:schemeClr val="accent3"/>
              </a:solidFill>
              <a:latin typeface="Barlow"/>
              <a:ea typeface="Barlow"/>
              <a:cs typeface="Barlow"/>
              <a:sym typeface="Barlow"/>
            </a:endParaRPr>
          </a:p>
        </p:txBody>
      </p:sp>
      <p:sp>
        <p:nvSpPr>
          <p:cNvPr id="3029" name="Google Shape;3029;p59"/>
          <p:cNvSpPr txBox="1"/>
          <p:nvPr/>
        </p:nvSpPr>
        <p:spPr>
          <a:xfrm>
            <a:off x="804200" y="4101875"/>
            <a:ext cx="4134600" cy="492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accent3"/>
                </a:solidFill>
                <a:latin typeface="Barlow"/>
                <a:ea typeface="Barlow"/>
                <a:cs typeface="Barlow"/>
                <a:sym typeface="Barlow"/>
              </a:rPr>
              <a:t>To modify this graph, click on it, follow the link, change the data and paste the new graph here, replacing this one</a:t>
            </a:r>
            <a:endParaRPr sz="1200">
              <a:solidFill>
                <a:schemeClr val="accent3"/>
              </a:solidFill>
              <a:latin typeface="Barlow"/>
              <a:ea typeface="Barlow"/>
              <a:cs typeface="Barlow"/>
              <a:sym typeface="Barlow"/>
            </a:endParaRPr>
          </a:p>
        </p:txBody>
      </p:sp>
      <p:grpSp>
        <p:nvGrpSpPr>
          <p:cNvPr id="3030" name="Google Shape;3030;p59"/>
          <p:cNvGrpSpPr/>
          <p:nvPr/>
        </p:nvGrpSpPr>
        <p:grpSpPr>
          <a:xfrm>
            <a:off x="5578603" y="1542019"/>
            <a:ext cx="298317" cy="365759"/>
            <a:chOff x="5361275" y="1277575"/>
            <a:chExt cx="445250" cy="542750"/>
          </a:xfrm>
        </p:grpSpPr>
        <p:sp>
          <p:nvSpPr>
            <p:cNvPr id="3031" name="Google Shape;3031;p59"/>
            <p:cNvSpPr/>
            <p:nvPr/>
          </p:nvSpPr>
          <p:spPr>
            <a:xfrm>
              <a:off x="5361275" y="1277575"/>
              <a:ext cx="445250" cy="542750"/>
            </a:xfrm>
            <a:custGeom>
              <a:avLst/>
              <a:gdLst/>
              <a:ahLst/>
              <a:cxnLst/>
              <a:rect l="l" t="t" r="r" b="b"/>
              <a:pathLst>
                <a:path w="17810" h="21710" extrusionOk="0">
                  <a:moveTo>
                    <a:pt x="6456" y="5473"/>
                  </a:moveTo>
                  <a:cubicBezTo>
                    <a:pt x="6605" y="5473"/>
                    <a:pt x="6750" y="5553"/>
                    <a:pt x="6825" y="5695"/>
                  </a:cubicBezTo>
                  <a:cubicBezTo>
                    <a:pt x="7816" y="7408"/>
                    <a:pt x="7344" y="9491"/>
                    <a:pt x="6846" y="11700"/>
                  </a:cubicBezTo>
                  <a:cubicBezTo>
                    <a:pt x="6462" y="13399"/>
                    <a:pt x="6066" y="15153"/>
                    <a:pt x="6462" y="16622"/>
                  </a:cubicBezTo>
                  <a:lnTo>
                    <a:pt x="5587" y="16622"/>
                  </a:lnTo>
                  <a:cubicBezTo>
                    <a:pt x="5231" y="15034"/>
                    <a:pt x="5631" y="13246"/>
                    <a:pt x="6025" y="11513"/>
                  </a:cubicBezTo>
                  <a:cubicBezTo>
                    <a:pt x="6466" y="9559"/>
                    <a:pt x="6920" y="7541"/>
                    <a:pt x="6096" y="6113"/>
                  </a:cubicBezTo>
                  <a:cubicBezTo>
                    <a:pt x="5974" y="5913"/>
                    <a:pt x="6042" y="5648"/>
                    <a:pt x="6245" y="5529"/>
                  </a:cubicBezTo>
                  <a:cubicBezTo>
                    <a:pt x="6312" y="5491"/>
                    <a:pt x="6384" y="5473"/>
                    <a:pt x="6456" y="5473"/>
                  </a:cubicBezTo>
                  <a:close/>
                  <a:moveTo>
                    <a:pt x="11467" y="9574"/>
                  </a:moveTo>
                  <a:cubicBezTo>
                    <a:pt x="11645" y="9574"/>
                    <a:pt x="11821" y="9683"/>
                    <a:pt x="11876" y="9885"/>
                  </a:cubicBezTo>
                  <a:cubicBezTo>
                    <a:pt x="11907" y="9993"/>
                    <a:pt x="11890" y="10109"/>
                    <a:pt x="11836" y="10207"/>
                  </a:cubicBezTo>
                  <a:cubicBezTo>
                    <a:pt x="11228" y="11255"/>
                    <a:pt x="11571" y="12768"/>
                    <a:pt x="11900" y="14233"/>
                  </a:cubicBezTo>
                  <a:cubicBezTo>
                    <a:pt x="12080" y="15024"/>
                    <a:pt x="12263" y="15841"/>
                    <a:pt x="12324" y="16622"/>
                  </a:cubicBezTo>
                  <a:lnTo>
                    <a:pt x="11473" y="16622"/>
                  </a:lnTo>
                  <a:cubicBezTo>
                    <a:pt x="11415" y="15909"/>
                    <a:pt x="11242" y="15153"/>
                    <a:pt x="11079" y="14417"/>
                  </a:cubicBezTo>
                  <a:cubicBezTo>
                    <a:pt x="10696" y="12721"/>
                    <a:pt x="10333" y="11116"/>
                    <a:pt x="11103" y="9783"/>
                  </a:cubicBezTo>
                  <a:cubicBezTo>
                    <a:pt x="11186" y="9641"/>
                    <a:pt x="11327" y="9574"/>
                    <a:pt x="11467" y="9574"/>
                  </a:cubicBezTo>
                  <a:close/>
                  <a:moveTo>
                    <a:pt x="8909" y="846"/>
                  </a:moveTo>
                  <a:cubicBezTo>
                    <a:pt x="8956" y="846"/>
                    <a:pt x="9003" y="847"/>
                    <a:pt x="9051" y="848"/>
                  </a:cubicBezTo>
                  <a:cubicBezTo>
                    <a:pt x="12514" y="926"/>
                    <a:pt x="15265" y="3803"/>
                    <a:pt x="15265" y="7266"/>
                  </a:cubicBezTo>
                  <a:lnTo>
                    <a:pt x="15265" y="16622"/>
                  </a:lnTo>
                  <a:lnTo>
                    <a:pt x="13182" y="16622"/>
                  </a:lnTo>
                  <a:cubicBezTo>
                    <a:pt x="13135" y="16038"/>
                    <a:pt x="13047" y="15455"/>
                    <a:pt x="12921" y="14885"/>
                  </a:cubicBezTo>
                  <a:cubicBezTo>
                    <a:pt x="13542" y="14440"/>
                    <a:pt x="14125" y="13491"/>
                    <a:pt x="14132" y="12232"/>
                  </a:cubicBezTo>
                  <a:cubicBezTo>
                    <a:pt x="14136" y="12015"/>
                    <a:pt x="13980" y="11828"/>
                    <a:pt x="13766" y="11791"/>
                  </a:cubicBezTo>
                  <a:cubicBezTo>
                    <a:pt x="13747" y="11789"/>
                    <a:pt x="13727" y="11787"/>
                    <a:pt x="13709" y="11787"/>
                  </a:cubicBezTo>
                  <a:cubicBezTo>
                    <a:pt x="13478" y="11787"/>
                    <a:pt x="13284" y="11973"/>
                    <a:pt x="13284" y="12212"/>
                  </a:cubicBezTo>
                  <a:cubicBezTo>
                    <a:pt x="13284" y="13022"/>
                    <a:pt x="12992" y="13592"/>
                    <a:pt x="12707" y="13928"/>
                  </a:cubicBezTo>
                  <a:cubicBezTo>
                    <a:pt x="12423" y="12659"/>
                    <a:pt x="12151" y="11370"/>
                    <a:pt x="12575" y="10631"/>
                  </a:cubicBezTo>
                  <a:cubicBezTo>
                    <a:pt x="12979" y="10020"/>
                    <a:pt x="12782" y="9196"/>
                    <a:pt x="12151" y="8830"/>
                  </a:cubicBezTo>
                  <a:cubicBezTo>
                    <a:pt x="11950" y="8714"/>
                    <a:pt x="11732" y="8659"/>
                    <a:pt x="11516" y="8659"/>
                  </a:cubicBezTo>
                  <a:cubicBezTo>
                    <a:pt x="11052" y="8659"/>
                    <a:pt x="10602" y="8914"/>
                    <a:pt x="10377" y="9359"/>
                  </a:cubicBezTo>
                  <a:cubicBezTo>
                    <a:pt x="9882" y="10214"/>
                    <a:pt x="9766" y="11133"/>
                    <a:pt x="9824" y="12069"/>
                  </a:cubicBezTo>
                  <a:cubicBezTo>
                    <a:pt x="9607" y="11835"/>
                    <a:pt x="9454" y="11554"/>
                    <a:pt x="9380" y="11245"/>
                  </a:cubicBezTo>
                  <a:cubicBezTo>
                    <a:pt x="9331" y="11048"/>
                    <a:pt x="9158" y="10919"/>
                    <a:pt x="8965" y="10919"/>
                  </a:cubicBezTo>
                  <a:cubicBezTo>
                    <a:pt x="8928" y="10919"/>
                    <a:pt x="8891" y="10923"/>
                    <a:pt x="8854" y="10933"/>
                  </a:cubicBezTo>
                  <a:cubicBezTo>
                    <a:pt x="8623" y="10994"/>
                    <a:pt x="8491" y="11235"/>
                    <a:pt x="8559" y="11465"/>
                  </a:cubicBezTo>
                  <a:cubicBezTo>
                    <a:pt x="8806" y="12385"/>
                    <a:pt x="9417" y="12968"/>
                    <a:pt x="9963" y="13182"/>
                  </a:cubicBezTo>
                  <a:cubicBezTo>
                    <a:pt x="10048" y="13657"/>
                    <a:pt x="10153" y="14132"/>
                    <a:pt x="10258" y="14607"/>
                  </a:cubicBezTo>
                  <a:cubicBezTo>
                    <a:pt x="10411" y="15285"/>
                    <a:pt x="10570" y="15984"/>
                    <a:pt x="10628" y="16622"/>
                  </a:cubicBezTo>
                  <a:lnTo>
                    <a:pt x="7358" y="16622"/>
                  </a:lnTo>
                  <a:cubicBezTo>
                    <a:pt x="6907" y="15329"/>
                    <a:pt x="7300" y="13579"/>
                    <a:pt x="7684" y="11886"/>
                  </a:cubicBezTo>
                  <a:cubicBezTo>
                    <a:pt x="7938" y="10760"/>
                    <a:pt x="8192" y="9613"/>
                    <a:pt x="8250" y="8501"/>
                  </a:cubicBezTo>
                  <a:cubicBezTo>
                    <a:pt x="8905" y="8090"/>
                    <a:pt x="9546" y="7110"/>
                    <a:pt x="9549" y="5787"/>
                  </a:cubicBezTo>
                  <a:cubicBezTo>
                    <a:pt x="9556" y="5570"/>
                    <a:pt x="9400" y="5383"/>
                    <a:pt x="9186" y="5349"/>
                  </a:cubicBezTo>
                  <a:cubicBezTo>
                    <a:pt x="9166" y="5346"/>
                    <a:pt x="9145" y="5345"/>
                    <a:pt x="9125" y="5345"/>
                  </a:cubicBezTo>
                  <a:cubicBezTo>
                    <a:pt x="8896" y="5345"/>
                    <a:pt x="8701" y="5533"/>
                    <a:pt x="8701" y="5770"/>
                  </a:cubicBezTo>
                  <a:cubicBezTo>
                    <a:pt x="8701" y="6489"/>
                    <a:pt x="8474" y="7015"/>
                    <a:pt x="8223" y="7361"/>
                  </a:cubicBezTo>
                  <a:cubicBezTo>
                    <a:pt x="8148" y="6635"/>
                    <a:pt x="7952" y="5933"/>
                    <a:pt x="7568" y="5271"/>
                  </a:cubicBezTo>
                  <a:cubicBezTo>
                    <a:pt x="7334" y="4862"/>
                    <a:pt x="6908" y="4634"/>
                    <a:pt x="6470" y="4634"/>
                  </a:cubicBezTo>
                  <a:cubicBezTo>
                    <a:pt x="6256" y="4634"/>
                    <a:pt x="6038" y="4688"/>
                    <a:pt x="5838" y="4803"/>
                  </a:cubicBezTo>
                  <a:cubicBezTo>
                    <a:pt x="5231" y="5153"/>
                    <a:pt x="5021" y="5926"/>
                    <a:pt x="5370" y="6533"/>
                  </a:cubicBezTo>
                  <a:cubicBezTo>
                    <a:pt x="6028" y="7676"/>
                    <a:pt x="5628" y="9447"/>
                    <a:pt x="5204" y="11326"/>
                  </a:cubicBezTo>
                  <a:cubicBezTo>
                    <a:pt x="5072" y="11917"/>
                    <a:pt x="4936" y="12517"/>
                    <a:pt x="4827" y="13114"/>
                  </a:cubicBezTo>
                  <a:cubicBezTo>
                    <a:pt x="4607" y="12544"/>
                    <a:pt x="4488" y="11737"/>
                    <a:pt x="4753" y="10750"/>
                  </a:cubicBezTo>
                  <a:cubicBezTo>
                    <a:pt x="4810" y="10526"/>
                    <a:pt x="4675" y="10295"/>
                    <a:pt x="4451" y="10234"/>
                  </a:cubicBezTo>
                  <a:cubicBezTo>
                    <a:pt x="4413" y="10224"/>
                    <a:pt x="4376" y="10219"/>
                    <a:pt x="4339" y="10219"/>
                  </a:cubicBezTo>
                  <a:cubicBezTo>
                    <a:pt x="4152" y="10219"/>
                    <a:pt x="3983" y="10343"/>
                    <a:pt x="3932" y="10533"/>
                  </a:cubicBezTo>
                  <a:cubicBezTo>
                    <a:pt x="3420" y="12449"/>
                    <a:pt x="4115" y="13857"/>
                    <a:pt x="4648" y="14437"/>
                  </a:cubicBezTo>
                  <a:cubicBezTo>
                    <a:pt x="4583" y="15176"/>
                    <a:pt x="4590" y="15906"/>
                    <a:pt x="4732" y="16622"/>
                  </a:cubicBezTo>
                  <a:lnTo>
                    <a:pt x="2544" y="16622"/>
                  </a:lnTo>
                  <a:lnTo>
                    <a:pt x="2544" y="7208"/>
                  </a:lnTo>
                  <a:cubicBezTo>
                    <a:pt x="2544" y="3700"/>
                    <a:pt x="5398" y="846"/>
                    <a:pt x="8909" y="846"/>
                  </a:cubicBezTo>
                  <a:close/>
                  <a:moveTo>
                    <a:pt x="15262" y="17470"/>
                  </a:moveTo>
                  <a:lnTo>
                    <a:pt x="15262" y="18742"/>
                  </a:lnTo>
                  <a:lnTo>
                    <a:pt x="2541" y="18742"/>
                  </a:lnTo>
                  <a:lnTo>
                    <a:pt x="2541" y="17470"/>
                  </a:lnTo>
                  <a:close/>
                  <a:moveTo>
                    <a:pt x="16534" y="19590"/>
                  </a:moveTo>
                  <a:cubicBezTo>
                    <a:pt x="16771" y="19590"/>
                    <a:pt x="16958" y="19780"/>
                    <a:pt x="16958" y="20014"/>
                  </a:cubicBezTo>
                  <a:lnTo>
                    <a:pt x="16958" y="20862"/>
                  </a:lnTo>
                  <a:lnTo>
                    <a:pt x="845" y="20862"/>
                  </a:lnTo>
                  <a:lnTo>
                    <a:pt x="845" y="20014"/>
                  </a:lnTo>
                  <a:cubicBezTo>
                    <a:pt x="845" y="19780"/>
                    <a:pt x="1035" y="19590"/>
                    <a:pt x="1269" y="19590"/>
                  </a:cubicBezTo>
                  <a:close/>
                  <a:moveTo>
                    <a:pt x="8905" y="0"/>
                  </a:moveTo>
                  <a:cubicBezTo>
                    <a:pt x="4922" y="0"/>
                    <a:pt x="1696" y="3226"/>
                    <a:pt x="1696" y="7208"/>
                  </a:cubicBezTo>
                  <a:lnTo>
                    <a:pt x="1696" y="18742"/>
                  </a:lnTo>
                  <a:lnTo>
                    <a:pt x="1272" y="18742"/>
                  </a:lnTo>
                  <a:cubicBezTo>
                    <a:pt x="567" y="18742"/>
                    <a:pt x="0" y="19311"/>
                    <a:pt x="0" y="20014"/>
                  </a:cubicBezTo>
                  <a:lnTo>
                    <a:pt x="0" y="21286"/>
                  </a:lnTo>
                  <a:cubicBezTo>
                    <a:pt x="0" y="21520"/>
                    <a:pt x="187" y="21710"/>
                    <a:pt x="424" y="21710"/>
                  </a:cubicBezTo>
                  <a:lnTo>
                    <a:pt x="17385" y="21710"/>
                  </a:lnTo>
                  <a:cubicBezTo>
                    <a:pt x="17619" y="21710"/>
                    <a:pt x="17809" y="21520"/>
                    <a:pt x="17809" y="21286"/>
                  </a:cubicBezTo>
                  <a:lnTo>
                    <a:pt x="17809" y="20014"/>
                  </a:lnTo>
                  <a:cubicBezTo>
                    <a:pt x="17809" y="19311"/>
                    <a:pt x="17239" y="18742"/>
                    <a:pt x="16537" y="18742"/>
                  </a:cubicBezTo>
                  <a:lnTo>
                    <a:pt x="16113" y="18742"/>
                  </a:lnTo>
                  <a:lnTo>
                    <a:pt x="16113" y="7208"/>
                  </a:lnTo>
                  <a:cubicBezTo>
                    <a:pt x="16113" y="3226"/>
                    <a:pt x="12884" y="0"/>
                    <a:pt x="89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9"/>
            <p:cNvSpPr/>
            <p:nvPr/>
          </p:nvSpPr>
          <p:spPr>
            <a:xfrm>
              <a:off x="5476350" y="1328700"/>
              <a:ext cx="72875" cy="53275"/>
            </a:xfrm>
            <a:custGeom>
              <a:avLst/>
              <a:gdLst/>
              <a:ahLst/>
              <a:cxnLst/>
              <a:rect l="l" t="t" r="r" b="b"/>
              <a:pathLst>
                <a:path w="2915" h="2131" extrusionOk="0">
                  <a:moveTo>
                    <a:pt x="2432" y="1"/>
                  </a:moveTo>
                  <a:cubicBezTo>
                    <a:pt x="2375" y="1"/>
                    <a:pt x="2316" y="13"/>
                    <a:pt x="2260" y="38"/>
                  </a:cubicBezTo>
                  <a:cubicBezTo>
                    <a:pt x="1496" y="346"/>
                    <a:pt x="811" y="818"/>
                    <a:pt x="255" y="1418"/>
                  </a:cubicBezTo>
                  <a:cubicBezTo>
                    <a:pt x="1" y="1690"/>
                    <a:pt x="194" y="2131"/>
                    <a:pt x="564" y="2131"/>
                  </a:cubicBezTo>
                  <a:cubicBezTo>
                    <a:pt x="682" y="2131"/>
                    <a:pt x="794" y="2083"/>
                    <a:pt x="876" y="1995"/>
                  </a:cubicBezTo>
                  <a:cubicBezTo>
                    <a:pt x="1347" y="1486"/>
                    <a:pt x="1927" y="1086"/>
                    <a:pt x="2575" y="825"/>
                  </a:cubicBezTo>
                  <a:cubicBezTo>
                    <a:pt x="2802" y="747"/>
                    <a:pt x="2914" y="492"/>
                    <a:pt x="2826" y="268"/>
                  </a:cubicBezTo>
                  <a:cubicBezTo>
                    <a:pt x="2761" y="102"/>
                    <a:pt x="2601" y="1"/>
                    <a:pt x="243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9"/>
            <p:cNvSpPr/>
            <p:nvPr/>
          </p:nvSpPr>
          <p:spPr>
            <a:xfrm>
              <a:off x="5566975" y="1625250"/>
              <a:ext cx="27275" cy="21325"/>
            </a:xfrm>
            <a:custGeom>
              <a:avLst/>
              <a:gdLst/>
              <a:ahLst/>
              <a:cxnLst/>
              <a:rect l="l" t="t" r="r" b="b"/>
              <a:pathLst>
                <a:path w="1091" h="853" extrusionOk="0">
                  <a:moveTo>
                    <a:pt x="511" y="1"/>
                  </a:moveTo>
                  <a:cubicBezTo>
                    <a:pt x="331" y="1"/>
                    <a:pt x="171" y="109"/>
                    <a:pt x="110" y="279"/>
                  </a:cubicBezTo>
                  <a:cubicBezTo>
                    <a:pt x="0" y="578"/>
                    <a:pt x="238" y="852"/>
                    <a:pt x="509" y="852"/>
                  </a:cubicBezTo>
                  <a:cubicBezTo>
                    <a:pt x="588" y="852"/>
                    <a:pt x="671" y="828"/>
                    <a:pt x="748" y="774"/>
                  </a:cubicBezTo>
                  <a:cubicBezTo>
                    <a:pt x="1091" y="537"/>
                    <a:pt x="924" y="4"/>
                    <a:pt x="5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9"/>
            <p:cNvSpPr/>
            <p:nvPr/>
          </p:nvSpPr>
          <p:spPr>
            <a:xfrm>
              <a:off x="5452100" y="1459900"/>
              <a:ext cx="26725" cy="21225"/>
            </a:xfrm>
            <a:custGeom>
              <a:avLst/>
              <a:gdLst/>
              <a:ahLst/>
              <a:cxnLst/>
              <a:rect l="l" t="t" r="r" b="b"/>
              <a:pathLst>
                <a:path w="1069" h="849" extrusionOk="0">
                  <a:moveTo>
                    <a:pt x="504" y="0"/>
                  </a:moveTo>
                  <a:cubicBezTo>
                    <a:pt x="351" y="0"/>
                    <a:pt x="213" y="87"/>
                    <a:pt x="146" y="224"/>
                  </a:cubicBezTo>
                  <a:cubicBezTo>
                    <a:pt x="0" y="509"/>
                    <a:pt x="207" y="848"/>
                    <a:pt x="526" y="848"/>
                  </a:cubicBezTo>
                  <a:cubicBezTo>
                    <a:pt x="835" y="848"/>
                    <a:pt x="1069" y="516"/>
                    <a:pt x="886" y="187"/>
                  </a:cubicBezTo>
                  <a:cubicBezTo>
                    <a:pt x="818" y="71"/>
                    <a:pt x="692" y="0"/>
                    <a:pt x="560" y="0"/>
                  </a:cubicBezTo>
                  <a:lnTo>
                    <a:pt x="513" y="0"/>
                  </a:lnTo>
                  <a:cubicBezTo>
                    <a:pt x="510"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9"/>
            <p:cNvSpPr/>
            <p:nvPr/>
          </p:nvSpPr>
          <p:spPr>
            <a:xfrm>
              <a:off x="5628075" y="1372975"/>
              <a:ext cx="26725" cy="21225"/>
            </a:xfrm>
            <a:custGeom>
              <a:avLst/>
              <a:gdLst/>
              <a:ahLst/>
              <a:cxnLst/>
              <a:rect l="l" t="t" r="r" b="b"/>
              <a:pathLst>
                <a:path w="1069" h="849" extrusionOk="0">
                  <a:moveTo>
                    <a:pt x="504" y="0"/>
                  </a:moveTo>
                  <a:cubicBezTo>
                    <a:pt x="351" y="0"/>
                    <a:pt x="213" y="88"/>
                    <a:pt x="146" y="224"/>
                  </a:cubicBezTo>
                  <a:cubicBezTo>
                    <a:pt x="0" y="509"/>
                    <a:pt x="207" y="848"/>
                    <a:pt x="526" y="848"/>
                  </a:cubicBezTo>
                  <a:cubicBezTo>
                    <a:pt x="835" y="848"/>
                    <a:pt x="1069" y="516"/>
                    <a:pt x="882" y="187"/>
                  </a:cubicBezTo>
                  <a:cubicBezTo>
                    <a:pt x="818" y="71"/>
                    <a:pt x="692" y="0"/>
                    <a:pt x="560" y="0"/>
                  </a:cubicBezTo>
                  <a:lnTo>
                    <a:pt x="512" y="0"/>
                  </a:lnTo>
                  <a:cubicBezTo>
                    <a:pt x="509"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9"/>
            <p:cNvSpPr/>
            <p:nvPr/>
          </p:nvSpPr>
          <p:spPr>
            <a:xfrm>
              <a:off x="5679975" y="1440800"/>
              <a:ext cx="26825" cy="21225"/>
            </a:xfrm>
            <a:custGeom>
              <a:avLst/>
              <a:gdLst/>
              <a:ahLst/>
              <a:cxnLst/>
              <a:rect l="l" t="t" r="r" b="b"/>
              <a:pathLst>
                <a:path w="1073" h="849" extrusionOk="0">
                  <a:moveTo>
                    <a:pt x="504" y="1"/>
                  </a:moveTo>
                  <a:cubicBezTo>
                    <a:pt x="354" y="1"/>
                    <a:pt x="216" y="88"/>
                    <a:pt x="149" y="225"/>
                  </a:cubicBezTo>
                  <a:cubicBezTo>
                    <a:pt x="0" y="510"/>
                    <a:pt x="207" y="849"/>
                    <a:pt x="526" y="849"/>
                  </a:cubicBezTo>
                  <a:cubicBezTo>
                    <a:pt x="838" y="849"/>
                    <a:pt x="1072" y="513"/>
                    <a:pt x="886" y="187"/>
                  </a:cubicBezTo>
                  <a:cubicBezTo>
                    <a:pt x="818" y="72"/>
                    <a:pt x="696" y="1"/>
                    <a:pt x="563" y="1"/>
                  </a:cubicBezTo>
                  <a:lnTo>
                    <a:pt x="512" y="1"/>
                  </a:lnTo>
                  <a:cubicBezTo>
                    <a:pt x="510" y="1"/>
                    <a:pt x="507" y="1"/>
                    <a:pt x="5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9"/>
            <p:cNvSpPr/>
            <p:nvPr/>
          </p:nvSpPr>
          <p:spPr>
            <a:xfrm>
              <a:off x="5570475" y="1319950"/>
              <a:ext cx="26750" cy="21250"/>
            </a:xfrm>
            <a:custGeom>
              <a:avLst/>
              <a:gdLst/>
              <a:ahLst/>
              <a:cxnLst/>
              <a:rect l="l" t="t" r="r" b="b"/>
              <a:pathLst>
                <a:path w="1070" h="850" extrusionOk="0">
                  <a:moveTo>
                    <a:pt x="504" y="1"/>
                  </a:moveTo>
                  <a:cubicBezTo>
                    <a:pt x="352" y="1"/>
                    <a:pt x="217" y="88"/>
                    <a:pt x="150" y="225"/>
                  </a:cubicBezTo>
                  <a:cubicBezTo>
                    <a:pt x="1" y="510"/>
                    <a:pt x="208" y="849"/>
                    <a:pt x="527" y="849"/>
                  </a:cubicBezTo>
                  <a:cubicBezTo>
                    <a:pt x="839" y="849"/>
                    <a:pt x="1069" y="513"/>
                    <a:pt x="886" y="188"/>
                  </a:cubicBezTo>
                  <a:cubicBezTo>
                    <a:pt x="818" y="72"/>
                    <a:pt x="696" y="1"/>
                    <a:pt x="561" y="1"/>
                  </a:cubicBezTo>
                  <a:lnTo>
                    <a:pt x="513" y="1"/>
                  </a:lnTo>
                  <a:cubicBezTo>
                    <a:pt x="510" y="1"/>
                    <a:pt x="507" y="1"/>
                    <a:pt x="5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38" name="Google Shape;3038;p59"/>
          <p:cNvGrpSpPr/>
          <p:nvPr/>
        </p:nvGrpSpPr>
        <p:grpSpPr>
          <a:xfrm>
            <a:off x="5545933" y="2713368"/>
            <a:ext cx="363659" cy="365759"/>
            <a:chOff x="5957625" y="1277575"/>
            <a:chExt cx="542775" cy="542750"/>
          </a:xfrm>
        </p:grpSpPr>
        <p:sp>
          <p:nvSpPr>
            <p:cNvPr id="3039" name="Google Shape;3039;p59"/>
            <p:cNvSpPr/>
            <p:nvPr/>
          </p:nvSpPr>
          <p:spPr>
            <a:xfrm>
              <a:off x="5957625" y="1277575"/>
              <a:ext cx="542775" cy="542750"/>
            </a:xfrm>
            <a:custGeom>
              <a:avLst/>
              <a:gdLst/>
              <a:ahLst/>
              <a:cxnLst/>
              <a:rect l="l" t="t" r="r" b="b"/>
              <a:pathLst>
                <a:path w="21711" h="21710" extrusionOk="0">
                  <a:moveTo>
                    <a:pt x="16008" y="5136"/>
                  </a:moveTo>
                  <a:cubicBezTo>
                    <a:pt x="19563" y="5699"/>
                    <a:pt x="20865" y="6669"/>
                    <a:pt x="20865" y="7202"/>
                  </a:cubicBezTo>
                  <a:cubicBezTo>
                    <a:pt x="20865" y="7598"/>
                    <a:pt x="20146" y="8260"/>
                    <a:pt x="18121" y="8820"/>
                  </a:cubicBezTo>
                  <a:cubicBezTo>
                    <a:pt x="16184" y="9352"/>
                    <a:pt x="13606" y="9644"/>
                    <a:pt x="10855" y="9644"/>
                  </a:cubicBezTo>
                  <a:cubicBezTo>
                    <a:pt x="8107" y="9644"/>
                    <a:pt x="5529" y="9352"/>
                    <a:pt x="3592" y="8820"/>
                  </a:cubicBezTo>
                  <a:cubicBezTo>
                    <a:pt x="1567" y="8263"/>
                    <a:pt x="848" y="7598"/>
                    <a:pt x="848" y="7202"/>
                  </a:cubicBezTo>
                  <a:cubicBezTo>
                    <a:pt x="848" y="6669"/>
                    <a:pt x="2151" y="5702"/>
                    <a:pt x="5706" y="5136"/>
                  </a:cubicBezTo>
                  <a:lnTo>
                    <a:pt x="5706" y="5156"/>
                  </a:lnTo>
                  <a:cubicBezTo>
                    <a:pt x="5706" y="6516"/>
                    <a:pt x="8942" y="6879"/>
                    <a:pt x="10858" y="6879"/>
                  </a:cubicBezTo>
                  <a:cubicBezTo>
                    <a:pt x="12772" y="6879"/>
                    <a:pt x="16008" y="6516"/>
                    <a:pt x="16008" y="5156"/>
                  </a:cubicBezTo>
                  <a:lnTo>
                    <a:pt x="16008" y="5136"/>
                  </a:lnTo>
                  <a:close/>
                  <a:moveTo>
                    <a:pt x="10855" y="0"/>
                  </a:moveTo>
                  <a:cubicBezTo>
                    <a:pt x="10204" y="0"/>
                    <a:pt x="9556" y="122"/>
                    <a:pt x="8949" y="366"/>
                  </a:cubicBezTo>
                  <a:cubicBezTo>
                    <a:pt x="8725" y="448"/>
                    <a:pt x="8613" y="699"/>
                    <a:pt x="8701" y="919"/>
                  </a:cubicBezTo>
                  <a:cubicBezTo>
                    <a:pt x="8768" y="1086"/>
                    <a:pt x="8929" y="1186"/>
                    <a:pt x="9099" y="1186"/>
                  </a:cubicBezTo>
                  <a:cubicBezTo>
                    <a:pt x="9154" y="1186"/>
                    <a:pt x="9210" y="1176"/>
                    <a:pt x="9264" y="1153"/>
                  </a:cubicBezTo>
                  <a:cubicBezTo>
                    <a:pt x="9777" y="949"/>
                    <a:pt x="10316" y="849"/>
                    <a:pt x="10854" y="849"/>
                  </a:cubicBezTo>
                  <a:cubicBezTo>
                    <a:pt x="11702" y="849"/>
                    <a:pt x="12544" y="1099"/>
                    <a:pt x="13267" y="1588"/>
                  </a:cubicBezTo>
                  <a:cubicBezTo>
                    <a:pt x="14447" y="2388"/>
                    <a:pt x="15156" y="3718"/>
                    <a:pt x="15160" y="5142"/>
                  </a:cubicBezTo>
                  <a:cubicBezTo>
                    <a:pt x="15122" y="5221"/>
                    <a:pt x="14834" y="5475"/>
                    <a:pt x="13935" y="5702"/>
                  </a:cubicBezTo>
                  <a:cubicBezTo>
                    <a:pt x="13097" y="5913"/>
                    <a:pt x="12002" y="6028"/>
                    <a:pt x="10855" y="6028"/>
                  </a:cubicBezTo>
                  <a:cubicBezTo>
                    <a:pt x="9709" y="6028"/>
                    <a:pt x="8613" y="5913"/>
                    <a:pt x="7775" y="5702"/>
                  </a:cubicBezTo>
                  <a:cubicBezTo>
                    <a:pt x="6876" y="5475"/>
                    <a:pt x="6588" y="5221"/>
                    <a:pt x="6550" y="5142"/>
                  </a:cubicBezTo>
                  <a:cubicBezTo>
                    <a:pt x="6554" y="4600"/>
                    <a:pt x="6656" y="4064"/>
                    <a:pt x="6856" y="3562"/>
                  </a:cubicBezTo>
                  <a:cubicBezTo>
                    <a:pt x="6944" y="3345"/>
                    <a:pt x="6839" y="3097"/>
                    <a:pt x="6622" y="3012"/>
                  </a:cubicBezTo>
                  <a:cubicBezTo>
                    <a:pt x="6569" y="2991"/>
                    <a:pt x="6514" y="2981"/>
                    <a:pt x="6461" y="2981"/>
                  </a:cubicBezTo>
                  <a:cubicBezTo>
                    <a:pt x="6293" y="2981"/>
                    <a:pt x="6136" y="3081"/>
                    <a:pt x="6069" y="3246"/>
                  </a:cubicBezTo>
                  <a:cubicBezTo>
                    <a:pt x="5940" y="3575"/>
                    <a:pt x="5841" y="3918"/>
                    <a:pt x="5780" y="4264"/>
                  </a:cubicBezTo>
                  <a:cubicBezTo>
                    <a:pt x="3925" y="4545"/>
                    <a:pt x="0" y="5360"/>
                    <a:pt x="0" y="7198"/>
                  </a:cubicBezTo>
                  <a:cubicBezTo>
                    <a:pt x="0" y="8189"/>
                    <a:pt x="1167" y="9030"/>
                    <a:pt x="3369" y="9634"/>
                  </a:cubicBezTo>
                  <a:cubicBezTo>
                    <a:pt x="4359" y="9908"/>
                    <a:pt x="5506" y="10119"/>
                    <a:pt x="6757" y="10265"/>
                  </a:cubicBezTo>
                  <a:lnTo>
                    <a:pt x="3830" y="21177"/>
                  </a:lnTo>
                  <a:cubicBezTo>
                    <a:pt x="3769" y="21401"/>
                    <a:pt x="3905" y="21635"/>
                    <a:pt x="4132" y="21696"/>
                  </a:cubicBezTo>
                  <a:cubicBezTo>
                    <a:pt x="4166" y="21706"/>
                    <a:pt x="4203" y="21710"/>
                    <a:pt x="4240" y="21710"/>
                  </a:cubicBezTo>
                  <a:cubicBezTo>
                    <a:pt x="4434" y="21710"/>
                    <a:pt x="4600" y="21581"/>
                    <a:pt x="4651" y="21398"/>
                  </a:cubicBezTo>
                  <a:lnTo>
                    <a:pt x="7609" y="10349"/>
                  </a:lnTo>
                  <a:cubicBezTo>
                    <a:pt x="8647" y="10441"/>
                    <a:pt x="9736" y="10489"/>
                    <a:pt x="10855" y="10489"/>
                  </a:cubicBezTo>
                  <a:cubicBezTo>
                    <a:pt x="11971" y="10489"/>
                    <a:pt x="13063" y="10441"/>
                    <a:pt x="14098" y="10349"/>
                  </a:cubicBezTo>
                  <a:lnTo>
                    <a:pt x="17059" y="21398"/>
                  </a:lnTo>
                  <a:cubicBezTo>
                    <a:pt x="17110" y="21581"/>
                    <a:pt x="17276" y="21710"/>
                    <a:pt x="17470" y="21710"/>
                  </a:cubicBezTo>
                  <a:cubicBezTo>
                    <a:pt x="17507" y="21710"/>
                    <a:pt x="17541" y="21706"/>
                    <a:pt x="17578" y="21696"/>
                  </a:cubicBezTo>
                  <a:cubicBezTo>
                    <a:pt x="17806" y="21635"/>
                    <a:pt x="17938" y="21401"/>
                    <a:pt x="17877" y="21177"/>
                  </a:cubicBezTo>
                  <a:lnTo>
                    <a:pt x="14953" y="10265"/>
                  </a:lnTo>
                  <a:cubicBezTo>
                    <a:pt x="16201" y="10119"/>
                    <a:pt x="17351" y="9908"/>
                    <a:pt x="18342" y="9634"/>
                  </a:cubicBezTo>
                  <a:cubicBezTo>
                    <a:pt x="20543" y="9030"/>
                    <a:pt x="21707" y="8189"/>
                    <a:pt x="21707" y="7198"/>
                  </a:cubicBezTo>
                  <a:cubicBezTo>
                    <a:pt x="21710" y="5360"/>
                    <a:pt x="17789" y="4545"/>
                    <a:pt x="15930" y="4267"/>
                  </a:cubicBezTo>
                  <a:cubicBezTo>
                    <a:pt x="15509" y="1845"/>
                    <a:pt x="13396" y="0"/>
                    <a:pt x="1085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9"/>
            <p:cNvSpPr/>
            <p:nvPr/>
          </p:nvSpPr>
          <p:spPr>
            <a:xfrm>
              <a:off x="6215925" y="1473800"/>
              <a:ext cx="25725" cy="21275"/>
            </a:xfrm>
            <a:custGeom>
              <a:avLst/>
              <a:gdLst/>
              <a:ahLst/>
              <a:cxnLst/>
              <a:rect l="l" t="t" r="r" b="b"/>
              <a:pathLst>
                <a:path w="1029" h="851" extrusionOk="0">
                  <a:moveTo>
                    <a:pt x="513" y="0"/>
                  </a:moveTo>
                  <a:cubicBezTo>
                    <a:pt x="350" y="0"/>
                    <a:pt x="204" y="92"/>
                    <a:pt x="140" y="241"/>
                  </a:cubicBezTo>
                  <a:cubicBezTo>
                    <a:pt x="1" y="540"/>
                    <a:pt x="233" y="850"/>
                    <a:pt x="525" y="850"/>
                  </a:cubicBezTo>
                  <a:cubicBezTo>
                    <a:pt x="575" y="850"/>
                    <a:pt x="627" y="841"/>
                    <a:pt x="679" y="821"/>
                  </a:cubicBezTo>
                  <a:cubicBezTo>
                    <a:pt x="794" y="781"/>
                    <a:pt x="883" y="689"/>
                    <a:pt x="923" y="574"/>
                  </a:cubicBezTo>
                  <a:cubicBezTo>
                    <a:pt x="1029" y="296"/>
                    <a:pt x="822" y="0"/>
                    <a:pt x="5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9"/>
            <p:cNvSpPr/>
            <p:nvPr/>
          </p:nvSpPr>
          <p:spPr>
            <a:xfrm>
              <a:off x="6139275" y="1468550"/>
              <a:ext cx="25700" cy="21200"/>
            </a:xfrm>
            <a:custGeom>
              <a:avLst/>
              <a:gdLst/>
              <a:ahLst/>
              <a:cxnLst/>
              <a:rect l="l" t="t" r="r" b="b"/>
              <a:pathLst>
                <a:path w="1028" h="848" extrusionOk="0">
                  <a:moveTo>
                    <a:pt x="504" y="0"/>
                  </a:moveTo>
                  <a:cubicBezTo>
                    <a:pt x="345" y="0"/>
                    <a:pt x="203" y="94"/>
                    <a:pt x="139" y="241"/>
                  </a:cubicBezTo>
                  <a:cubicBezTo>
                    <a:pt x="1" y="536"/>
                    <a:pt x="231" y="848"/>
                    <a:pt x="523" y="848"/>
                  </a:cubicBezTo>
                  <a:cubicBezTo>
                    <a:pt x="573" y="848"/>
                    <a:pt x="626" y="838"/>
                    <a:pt x="679" y="818"/>
                  </a:cubicBezTo>
                  <a:cubicBezTo>
                    <a:pt x="794" y="777"/>
                    <a:pt x="882" y="685"/>
                    <a:pt x="923" y="570"/>
                  </a:cubicBezTo>
                  <a:cubicBezTo>
                    <a:pt x="1027" y="293"/>
                    <a:pt x="823" y="0"/>
                    <a:pt x="528" y="0"/>
                  </a:cubicBezTo>
                  <a:cubicBezTo>
                    <a:pt x="526" y="0"/>
                    <a:pt x="524" y="0"/>
                    <a:pt x="523" y="0"/>
                  </a:cubicBezTo>
                  <a:lnTo>
                    <a:pt x="512" y="0"/>
                  </a:lnTo>
                  <a:cubicBezTo>
                    <a:pt x="510"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9"/>
            <p:cNvSpPr/>
            <p:nvPr/>
          </p:nvSpPr>
          <p:spPr>
            <a:xfrm>
              <a:off x="6064825" y="1448350"/>
              <a:ext cx="25700" cy="21300"/>
            </a:xfrm>
            <a:custGeom>
              <a:avLst/>
              <a:gdLst/>
              <a:ahLst/>
              <a:cxnLst/>
              <a:rect l="l" t="t" r="r" b="b"/>
              <a:pathLst>
                <a:path w="1028" h="852" extrusionOk="0">
                  <a:moveTo>
                    <a:pt x="512" y="1"/>
                  </a:moveTo>
                  <a:cubicBezTo>
                    <a:pt x="349" y="1"/>
                    <a:pt x="203" y="96"/>
                    <a:pt x="139" y="242"/>
                  </a:cubicBezTo>
                  <a:cubicBezTo>
                    <a:pt x="0" y="539"/>
                    <a:pt x="231" y="852"/>
                    <a:pt x="522" y="852"/>
                  </a:cubicBezTo>
                  <a:cubicBezTo>
                    <a:pt x="573" y="852"/>
                    <a:pt x="626" y="842"/>
                    <a:pt x="678" y="822"/>
                  </a:cubicBezTo>
                  <a:cubicBezTo>
                    <a:pt x="794" y="778"/>
                    <a:pt x="882" y="689"/>
                    <a:pt x="923" y="574"/>
                  </a:cubicBezTo>
                  <a:cubicBezTo>
                    <a:pt x="1028" y="296"/>
                    <a:pt x="821" y="1"/>
                    <a:pt x="5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9"/>
            <p:cNvSpPr/>
            <p:nvPr/>
          </p:nvSpPr>
          <p:spPr>
            <a:xfrm>
              <a:off x="6292075" y="1468550"/>
              <a:ext cx="26750" cy="21225"/>
            </a:xfrm>
            <a:custGeom>
              <a:avLst/>
              <a:gdLst/>
              <a:ahLst/>
              <a:cxnLst/>
              <a:rect l="l" t="t" r="r" b="b"/>
              <a:pathLst>
                <a:path w="1070" h="849" extrusionOk="0">
                  <a:moveTo>
                    <a:pt x="544" y="0"/>
                  </a:moveTo>
                  <a:cubicBezTo>
                    <a:pt x="235" y="0"/>
                    <a:pt x="1" y="333"/>
                    <a:pt x="187" y="662"/>
                  </a:cubicBezTo>
                  <a:cubicBezTo>
                    <a:pt x="255" y="777"/>
                    <a:pt x="377" y="848"/>
                    <a:pt x="510" y="848"/>
                  </a:cubicBezTo>
                  <a:lnTo>
                    <a:pt x="561" y="848"/>
                  </a:lnTo>
                  <a:cubicBezTo>
                    <a:pt x="713" y="848"/>
                    <a:pt x="856" y="760"/>
                    <a:pt x="924" y="624"/>
                  </a:cubicBezTo>
                  <a:cubicBezTo>
                    <a:pt x="1069" y="339"/>
                    <a:pt x="866" y="0"/>
                    <a:pt x="54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9"/>
            <p:cNvSpPr/>
            <p:nvPr/>
          </p:nvSpPr>
          <p:spPr>
            <a:xfrm>
              <a:off x="6366550" y="1448350"/>
              <a:ext cx="26725" cy="21225"/>
            </a:xfrm>
            <a:custGeom>
              <a:avLst/>
              <a:gdLst/>
              <a:ahLst/>
              <a:cxnLst/>
              <a:rect l="l" t="t" r="r" b="b"/>
              <a:pathLst>
                <a:path w="1069" h="849" extrusionOk="0">
                  <a:moveTo>
                    <a:pt x="546" y="1"/>
                  </a:moveTo>
                  <a:cubicBezTo>
                    <a:pt x="234" y="1"/>
                    <a:pt x="0" y="333"/>
                    <a:pt x="187" y="662"/>
                  </a:cubicBezTo>
                  <a:cubicBezTo>
                    <a:pt x="255" y="778"/>
                    <a:pt x="377" y="849"/>
                    <a:pt x="512" y="849"/>
                  </a:cubicBezTo>
                  <a:lnTo>
                    <a:pt x="560" y="849"/>
                  </a:lnTo>
                  <a:cubicBezTo>
                    <a:pt x="563" y="849"/>
                    <a:pt x="566" y="849"/>
                    <a:pt x="568" y="849"/>
                  </a:cubicBezTo>
                  <a:cubicBezTo>
                    <a:pt x="718" y="849"/>
                    <a:pt x="856" y="761"/>
                    <a:pt x="923" y="625"/>
                  </a:cubicBezTo>
                  <a:cubicBezTo>
                    <a:pt x="1069" y="340"/>
                    <a:pt x="865" y="1"/>
                    <a:pt x="54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9"/>
            <p:cNvSpPr/>
            <p:nvPr/>
          </p:nvSpPr>
          <p:spPr>
            <a:xfrm>
              <a:off x="6132325" y="1312675"/>
              <a:ext cx="26725" cy="21225"/>
            </a:xfrm>
            <a:custGeom>
              <a:avLst/>
              <a:gdLst/>
              <a:ahLst/>
              <a:cxnLst/>
              <a:rect l="l" t="t" r="r" b="b"/>
              <a:pathLst>
                <a:path w="1069" h="849" extrusionOk="0">
                  <a:moveTo>
                    <a:pt x="504" y="0"/>
                  </a:moveTo>
                  <a:cubicBezTo>
                    <a:pt x="351" y="0"/>
                    <a:pt x="212" y="88"/>
                    <a:pt x="146" y="224"/>
                  </a:cubicBezTo>
                  <a:cubicBezTo>
                    <a:pt x="0" y="509"/>
                    <a:pt x="207" y="848"/>
                    <a:pt x="526" y="848"/>
                  </a:cubicBezTo>
                  <a:cubicBezTo>
                    <a:pt x="834" y="848"/>
                    <a:pt x="1069" y="516"/>
                    <a:pt x="885" y="187"/>
                  </a:cubicBezTo>
                  <a:cubicBezTo>
                    <a:pt x="818" y="72"/>
                    <a:pt x="692" y="0"/>
                    <a:pt x="560" y="0"/>
                  </a:cubicBezTo>
                  <a:lnTo>
                    <a:pt x="512" y="0"/>
                  </a:lnTo>
                  <a:cubicBezTo>
                    <a:pt x="509" y="0"/>
                    <a:pt x="506"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9"/>
            <p:cNvSpPr/>
            <p:nvPr/>
          </p:nvSpPr>
          <p:spPr>
            <a:xfrm>
              <a:off x="6134275" y="1574500"/>
              <a:ext cx="181750" cy="209100"/>
            </a:xfrm>
            <a:custGeom>
              <a:avLst/>
              <a:gdLst/>
              <a:ahLst/>
              <a:cxnLst/>
              <a:rect l="l" t="t" r="r" b="b"/>
              <a:pathLst>
                <a:path w="7270" h="8364" extrusionOk="0">
                  <a:moveTo>
                    <a:pt x="4881" y="864"/>
                  </a:moveTo>
                  <a:cubicBezTo>
                    <a:pt x="4915" y="932"/>
                    <a:pt x="4939" y="1000"/>
                    <a:pt x="4963" y="1071"/>
                  </a:cubicBezTo>
                  <a:cubicBezTo>
                    <a:pt x="5102" y="1508"/>
                    <a:pt x="5346" y="2268"/>
                    <a:pt x="5997" y="2923"/>
                  </a:cubicBezTo>
                  <a:cubicBezTo>
                    <a:pt x="5807" y="2920"/>
                    <a:pt x="5617" y="2896"/>
                    <a:pt x="5431" y="2852"/>
                  </a:cubicBezTo>
                  <a:cubicBezTo>
                    <a:pt x="5400" y="2845"/>
                    <a:pt x="5369" y="2842"/>
                    <a:pt x="5339" y="2842"/>
                  </a:cubicBezTo>
                  <a:cubicBezTo>
                    <a:pt x="5050" y="2842"/>
                    <a:pt x="4832" y="3136"/>
                    <a:pt x="4946" y="3425"/>
                  </a:cubicBezTo>
                  <a:cubicBezTo>
                    <a:pt x="5139" y="3896"/>
                    <a:pt x="5407" y="4334"/>
                    <a:pt x="5740" y="4724"/>
                  </a:cubicBezTo>
                  <a:cubicBezTo>
                    <a:pt x="5624" y="4711"/>
                    <a:pt x="5512" y="4694"/>
                    <a:pt x="5404" y="4673"/>
                  </a:cubicBezTo>
                  <a:cubicBezTo>
                    <a:pt x="5377" y="4668"/>
                    <a:pt x="5351" y="4666"/>
                    <a:pt x="5325" y="4666"/>
                  </a:cubicBezTo>
                  <a:cubicBezTo>
                    <a:pt x="5007" y="4666"/>
                    <a:pt x="4790" y="5019"/>
                    <a:pt x="4963" y="5308"/>
                  </a:cubicBezTo>
                  <a:cubicBezTo>
                    <a:pt x="5204" y="5718"/>
                    <a:pt x="5472" y="6142"/>
                    <a:pt x="5801" y="6539"/>
                  </a:cubicBezTo>
                  <a:cubicBezTo>
                    <a:pt x="5153" y="6508"/>
                    <a:pt x="4505" y="6420"/>
                    <a:pt x="3871" y="6274"/>
                  </a:cubicBezTo>
                  <a:lnTo>
                    <a:pt x="4060" y="5572"/>
                  </a:lnTo>
                  <a:cubicBezTo>
                    <a:pt x="4111" y="5348"/>
                    <a:pt x="3976" y="5124"/>
                    <a:pt x="3755" y="5063"/>
                  </a:cubicBezTo>
                  <a:cubicBezTo>
                    <a:pt x="3719" y="5054"/>
                    <a:pt x="3683" y="5049"/>
                    <a:pt x="3647" y="5049"/>
                  </a:cubicBezTo>
                  <a:cubicBezTo>
                    <a:pt x="3464" y="5049"/>
                    <a:pt x="3296" y="5167"/>
                    <a:pt x="3240" y="5352"/>
                  </a:cubicBezTo>
                  <a:lnTo>
                    <a:pt x="3053" y="6054"/>
                  </a:lnTo>
                  <a:cubicBezTo>
                    <a:pt x="2429" y="5864"/>
                    <a:pt x="1825" y="5616"/>
                    <a:pt x="1248" y="5318"/>
                  </a:cubicBezTo>
                  <a:cubicBezTo>
                    <a:pt x="1733" y="5141"/>
                    <a:pt x="2174" y="4904"/>
                    <a:pt x="2592" y="4673"/>
                  </a:cubicBezTo>
                  <a:cubicBezTo>
                    <a:pt x="2907" y="4493"/>
                    <a:pt x="2866" y="4025"/>
                    <a:pt x="2524" y="3903"/>
                  </a:cubicBezTo>
                  <a:cubicBezTo>
                    <a:pt x="2419" y="3866"/>
                    <a:pt x="2314" y="3822"/>
                    <a:pt x="2212" y="3778"/>
                  </a:cubicBezTo>
                  <a:cubicBezTo>
                    <a:pt x="2690" y="3605"/>
                    <a:pt x="3141" y="3361"/>
                    <a:pt x="3548" y="3048"/>
                  </a:cubicBezTo>
                  <a:cubicBezTo>
                    <a:pt x="3813" y="2838"/>
                    <a:pt x="3735" y="2414"/>
                    <a:pt x="3413" y="2312"/>
                  </a:cubicBezTo>
                  <a:cubicBezTo>
                    <a:pt x="3229" y="2255"/>
                    <a:pt x="3053" y="2183"/>
                    <a:pt x="2887" y="2092"/>
                  </a:cubicBezTo>
                  <a:cubicBezTo>
                    <a:pt x="3779" y="1848"/>
                    <a:pt x="4373" y="1312"/>
                    <a:pt x="4712" y="1003"/>
                  </a:cubicBezTo>
                  <a:cubicBezTo>
                    <a:pt x="4763" y="952"/>
                    <a:pt x="4820" y="905"/>
                    <a:pt x="4881" y="864"/>
                  </a:cubicBezTo>
                  <a:close/>
                  <a:moveTo>
                    <a:pt x="4893" y="0"/>
                  </a:moveTo>
                  <a:cubicBezTo>
                    <a:pt x="4551" y="0"/>
                    <a:pt x="4301" y="228"/>
                    <a:pt x="4142" y="375"/>
                  </a:cubicBezTo>
                  <a:cubicBezTo>
                    <a:pt x="3792" y="687"/>
                    <a:pt x="3216" y="1213"/>
                    <a:pt x="2341" y="1339"/>
                  </a:cubicBezTo>
                  <a:cubicBezTo>
                    <a:pt x="1801" y="1400"/>
                    <a:pt x="1571" y="2055"/>
                    <a:pt x="1954" y="2438"/>
                  </a:cubicBezTo>
                  <a:cubicBezTo>
                    <a:pt x="2083" y="2567"/>
                    <a:pt x="2229" y="2682"/>
                    <a:pt x="2388" y="2780"/>
                  </a:cubicBezTo>
                  <a:cubicBezTo>
                    <a:pt x="2117" y="2913"/>
                    <a:pt x="1832" y="3021"/>
                    <a:pt x="1540" y="3103"/>
                  </a:cubicBezTo>
                  <a:cubicBezTo>
                    <a:pt x="963" y="3232"/>
                    <a:pt x="848" y="3998"/>
                    <a:pt x="1357" y="4293"/>
                  </a:cubicBezTo>
                  <a:cubicBezTo>
                    <a:pt x="1377" y="4304"/>
                    <a:pt x="1401" y="4317"/>
                    <a:pt x="1418" y="4327"/>
                  </a:cubicBezTo>
                  <a:cubicBezTo>
                    <a:pt x="1150" y="4456"/>
                    <a:pt x="872" y="4561"/>
                    <a:pt x="587" y="4639"/>
                  </a:cubicBezTo>
                  <a:cubicBezTo>
                    <a:pt x="414" y="4683"/>
                    <a:pt x="268" y="4792"/>
                    <a:pt x="180" y="4945"/>
                  </a:cubicBezTo>
                  <a:cubicBezTo>
                    <a:pt x="0" y="5253"/>
                    <a:pt x="105" y="5650"/>
                    <a:pt x="417" y="5827"/>
                  </a:cubicBezTo>
                  <a:cubicBezTo>
                    <a:pt x="1181" y="6268"/>
                    <a:pt x="1991" y="6617"/>
                    <a:pt x="2833" y="6875"/>
                  </a:cubicBezTo>
                  <a:lnTo>
                    <a:pt x="2578" y="7828"/>
                  </a:lnTo>
                  <a:cubicBezTo>
                    <a:pt x="2517" y="8055"/>
                    <a:pt x="2653" y="8289"/>
                    <a:pt x="2877" y="8347"/>
                  </a:cubicBezTo>
                  <a:cubicBezTo>
                    <a:pt x="2914" y="8357"/>
                    <a:pt x="2951" y="8364"/>
                    <a:pt x="2989" y="8364"/>
                  </a:cubicBezTo>
                  <a:cubicBezTo>
                    <a:pt x="3179" y="8364"/>
                    <a:pt x="3348" y="8235"/>
                    <a:pt x="3396" y="8048"/>
                  </a:cubicBezTo>
                  <a:lnTo>
                    <a:pt x="3650" y="7092"/>
                  </a:lnTo>
                  <a:cubicBezTo>
                    <a:pt x="4508" y="7292"/>
                    <a:pt x="5387" y="7394"/>
                    <a:pt x="6269" y="7397"/>
                  </a:cubicBezTo>
                  <a:lnTo>
                    <a:pt x="6293" y="7397"/>
                  </a:lnTo>
                  <a:cubicBezTo>
                    <a:pt x="6856" y="7377"/>
                    <a:pt x="7124" y="6692"/>
                    <a:pt x="6727" y="6295"/>
                  </a:cubicBezTo>
                  <a:cubicBezTo>
                    <a:pt x="6513" y="6078"/>
                    <a:pt x="6320" y="5844"/>
                    <a:pt x="6150" y="5596"/>
                  </a:cubicBezTo>
                  <a:lnTo>
                    <a:pt x="6150" y="5596"/>
                  </a:lnTo>
                  <a:cubicBezTo>
                    <a:pt x="6169" y="5598"/>
                    <a:pt x="6187" y="5598"/>
                    <a:pt x="6204" y="5598"/>
                  </a:cubicBezTo>
                  <a:cubicBezTo>
                    <a:pt x="6222" y="5598"/>
                    <a:pt x="6240" y="5598"/>
                    <a:pt x="6259" y="5596"/>
                  </a:cubicBezTo>
                  <a:cubicBezTo>
                    <a:pt x="6818" y="5562"/>
                    <a:pt x="7073" y="4887"/>
                    <a:pt x="6676" y="4493"/>
                  </a:cubicBezTo>
                  <a:cubicBezTo>
                    <a:pt x="6455" y="4273"/>
                    <a:pt x="6255" y="4032"/>
                    <a:pt x="6082" y="3771"/>
                  </a:cubicBezTo>
                  <a:cubicBezTo>
                    <a:pt x="6269" y="3768"/>
                    <a:pt x="6452" y="3740"/>
                    <a:pt x="6632" y="3693"/>
                  </a:cubicBezTo>
                  <a:lnTo>
                    <a:pt x="6659" y="3686"/>
                  </a:lnTo>
                  <a:cubicBezTo>
                    <a:pt x="7154" y="3527"/>
                    <a:pt x="7269" y="2879"/>
                    <a:pt x="6859" y="2560"/>
                  </a:cubicBezTo>
                  <a:lnTo>
                    <a:pt x="6859" y="2557"/>
                  </a:lnTo>
                  <a:cubicBezTo>
                    <a:pt x="6153" y="2010"/>
                    <a:pt x="5913" y="1261"/>
                    <a:pt x="5767" y="810"/>
                  </a:cubicBezTo>
                  <a:cubicBezTo>
                    <a:pt x="5689" y="562"/>
                    <a:pt x="5556" y="148"/>
                    <a:pt x="5105" y="29"/>
                  </a:cubicBezTo>
                  <a:cubicBezTo>
                    <a:pt x="5031" y="9"/>
                    <a:pt x="4960" y="0"/>
                    <a:pt x="489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47" name="Google Shape;3047;p59"/>
          <p:cNvGrpSpPr/>
          <p:nvPr/>
        </p:nvGrpSpPr>
        <p:grpSpPr>
          <a:xfrm>
            <a:off x="5564399" y="3884717"/>
            <a:ext cx="326725" cy="365759"/>
            <a:chOff x="5387475" y="2875225"/>
            <a:chExt cx="487650" cy="542750"/>
          </a:xfrm>
        </p:grpSpPr>
        <p:sp>
          <p:nvSpPr>
            <p:cNvPr id="3048" name="Google Shape;3048;p59"/>
            <p:cNvSpPr/>
            <p:nvPr/>
          </p:nvSpPr>
          <p:spPr>
            <a:xfrm>
              <a:off x="5599475" y="2875250"/>
              <a:ext cx="275650" cy="275650"/>
            </a:xfrm>
            <a:custGeom>
              <a:avLst/>
              <a:gdLst/>
              <a:ahLst/>
              <a:cxnLst/>
              <a:rect l="l" t="t" r="r" b="b"/>
              <a:pathLst>
                <a:path w="11026" h="11026" extrusionOk="0">
                  <a:moveTo>
                    <a:pt x="5513" y="850"/>
                  </a:moveTo>
                  <a:cubicBezTo>
                    <a:pt x="6292" y="850"/>
                    <a:pt x="7077" y="1045"/>
                    <a:pt x="7793" y="1446"/>
                  </a:cubicBezTo>
                  <a:cubicBezTo>
                    <a:pt x="9645" y="2484"/>
                    <a:pt x="10561" y="4638"/>
                    <a:pt x="10025" y="6694"/>
                  </a:cubicBezTo>
                  <a:cubicBezTo>
                    <a:pt x="9489" y="8746"/>
                    <a:pt x="7637" y="10177"/>
                    <a:pt x="5513" y="10177"/>
                  </a:cubicBezTo>
                  <a:cubicBezTo>
                    <a:pt x="4655" y="10177"/>
                    <a:pt x="3810" y="9940"/>
                    <a:pt x="3078" y="9492"/>
                  </a:cubicBezTo>
                  <a:cubicBezTo>
                    <a:pt x="3011" y="9451"/>
                    <a:pt x="2936" y="9430"/>
                    <a:pt x="2859" y="9430"/>
                  </a:cubicBezTo>
                  <a:cubicBezTo>
                    <a:pt x="2822" y="9430"/>
                    <a:pt x="2785" y="9435"/>
                    <a:pt x="2749" y="9445"/>
                  </a:cubicBezTo>
                  <a:lnTo>
                    <a:pt x="1154" y="9872"/>
                  </a:lnTo>
                  <a:cubicBezTo>
                    <a:pt x="1297" y="9343"/>
                    <a:pt x="1439" y="8810"/>
                    <a:pt x="1582" y="8281"/>
                  </a:cubicBezTo>
                  <a:cubicBezTo>
                    <a:pt x="1612" y="8169"/>
                    <a:pt x="1595" y="8047"/>
                    <a:pt x="1534" y="7949"/>
                  </a:cubicBezTo>
                  <a:cubicBezTo>
                    <a:pt x="428" y="6137"/>
                    <a:pt x="679" y="3810"/>
                    <a:pt x="2152" y="2280"/>
                  </a:cubicBezTo>
                  <a:cubicBezTo>
                    <a:pt x="3055" y="1342"/>
                    <a:pt x="4276" y="850"/>
                    <a:pt x="5513" y="850"/>
                  </a:cubicBezTo>
                  <a:close/>
                  <a:moveTo>
                    <a:pt x="5513" y="1"/>
                  </a:moveTo>
                  <a:cubicBezTo>
                    <a:pt x="2474" y="1"/>
                    <a:pt x="1" y="2474"/>
                    <a:pt x="1" y="5513"/>
                  </a:cubicBezTo>
                  <a:cubicBezTo>
                    <a:pt x="1" y="6466"/>
                    <a:pt x="249" y="7403"/>
                    <a:pt x="717" y="8230"/>
                  </a:cubicBezTo>
                  <a:cubicBezTo>
                    <a:pt x="584" y="8719"/>
                    <a:pt x="456" y="9211"/>
                    <a:pt x="323" y="9699"/>
                  </a:cubicBezTo>
                  <a:cubicBezTo>
                    <a:pt x="245" y="9984"/>
                    <a:pt x="327" y="10286"/>
                    <a:pt x="540" y="10493"/>
                  </a:cubicBezTo>
                  <a:cubicBezTo>
                    <a:pt x="694" y="10647"/>
                    <a:pt x="903" y="10729"/>
                    <a:pt x="1116" y="10729"/>
                  </a:cubicBezTo>
                  <a:cubicBezTo>
                    <a:pt x="1189" y="10729"/>
                    <a:pt x="1262" y="10720"/>
                    <a:pt x="1334" y="10700"/>
                  </a:cubicBezTo>
                  <a:lnTo>
                    <a:pt x="2796" y="10310"/>
                  </a:lnTo>
                  <a:cubicBezTo>
                    <a:pt x="3624" y="10778"/>
                    <a:pt x="4560" y="11025"/>
                    <a:pt x="5513" y="11025"/>
                  </a:cubicBezTo>
                  <a:cubicBezTo>
                    <a:pt x="8553" y="11025"/>
                    <a:pt x="11026" y="8553"/>
                    <a:pt x="11026" y="5513"/>
                  </a:cubicBezTo>
                  <a:cubicBezTo>
                    <a:pt x="11026" y="2474"/>
                    <a:pt x="8553" y="1"/>
                    <a:pt x="551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9"/>
            <p:cNvSpPr/>
            <p:nvPr/>
          </p:nvSpPr>
          <p:spPr>
            <a:xfrm>
              <a:off x="5387475" y="2875225"/>
              <a:ext cx="193375" cy="542750"/>
            </a:xfrm>
            <a:custGeom>
              <a:avLst/>
              <a:gdLst/>
              <a:ahLst/>
              <a:cxnLst/>
              <a:rect l="l" t="t" r="r" b="b"/>
              <a:pathLst>
                <a:path w="7735" h="21710" extrusionOk="0">
                  <a:moveTo>
                    <a:pt x="5106" y="1698"/>
                  </a:moveTo>
                  <a:cubicBezTo>
                    <a:pt x="4929" y="2139"/>
                    <a:pt x="4478" y="2536"/>
                    <a:pt x="3868" y="2953"/>
                  </a:cubicBezTo>
                  <a:cubicBezTo>
                    <a:pt x="3294" y="2563"/>
                    <a:pt x="2816" y="2163"/>
                    <a:pt x="2629" y="1698"/>
                  </a:cubicBezTo>
                  <a:close/>
                  <a:moveTo>
                    <a:pt x="6463" y="850"/>
                  </a:moveTo>
                  <a:cubicBezTo>
                    <a:pt x="6697" y="850"/>
                    <a:pt x="6887" y="1040"/>
                    <a:pt x="6887" y="1274"/>
                  </a:cubicBezTo>
                  <a:cubicBezTo>
                    <a:pt x="6887" y="2332"/>
                    <a:pt x="6449" y="3119"/>
                    <a:pt x="5387" y="3944"/>
                  </a:cubicBezTo>
                  <a:cubicBezTo>
                    <a:pt x="5136" y="3774"/>
                    <a:pt x="4885" y="3611"/>
                    <a:pt x="4634" y="3452"/>
                  </a:cubicBezTo>
                  <a:cubicBezTo>
                    <a:pt x="5381" y="2906"/>
                    <a:pt x="6039" y="2234"/>
                    <a:pt x="6039" y="1274"/>
                  </a:cubicBezTo>
                  <a:cubicBezTo>
                    <a:pt x="6039" y="1040"/>
                    <a:pt x="6229" y="850"/>
                    <a:pt x="6463" y="850"/>
                  </a:cubicBezTo>
                  <a:close/>
                  <a:moveTo>
                    <a:pt x="3868" y="5996"/>
                  </a:moveTo>
                  <a:cubicBezTo>
                    <a:pt x="4441" y="6386"/>
                    <a:pt x="4919" y="6786"/>
                    <a:pt x="5106" y="7251"/>
                  </a:cubicBezTo>
                  <a:lnTo>
                    <a:pt x="2629" y="7251"/>
                  </a:lnTo>
                  <a:cubicBezTo>
                    <a:pt x="2806" y="6810"/>
                    <a:pt x="3254" y="6417"/>
                    <a:pt x="3868" y="5996"/>
                  </a:cubicBezTo>
                  <a:close/>
                  <a:moveTo>
                    <a:pt x="5106" y="8099"/>
                  </a:moveTo>
                  <a:cubicBezTo>
                    <a:pt x="4929" y="8540"/>
                    <a:pt x="4478" y="8937"/>
                    <a:pt x="3868" y="9357"/>
                  </a:cubicBezTo>
                  <a:cubicBezTo>
                    <a:pt x="3294" y="8964"/>
                    <a:pt x="2816" y="8567"/>
                    <a:pt x="2629" y="8099"/>
                  </a:cubicBezTo>
                  <a:close/>
                  <a:moveTo>
                    <a:pt x="1273" y="847"/>
                  </a:moveTo>
                  <a:cubicBezTo>
                    <a:pt x="1507" y="847"/>
                    <a:pt x="1697" y="1037"/>
                    <a:pt x="1697" y="1271"/>
                  </a:cubicBezTo>
                  <a:cubicBezTo>
                    <a:pt x="1697" y="2587"/>
                    <a:pt x="2914" y="3364"/>
                    <a:pt x="4092" y="4113"/>
                  </a:cubicBezTo>
                  <a:cubicBezTo>
                    <a:pt x="5526" y="5026"/>
                    <a:pt x="6883" y="5891"/>
                    <a:pt x="6883" y="7661"/>
                  </a:cubicBezTo>
                  <a:cubicBezTo>
                    <a:pt x="6883" y="8723"/>
                    <a:pt x="6446" y="9510"/>
                    <a:pt x="5384" y="10334"/>
                  </a:cubicBezTo>
                  <a:cubicBezTo>
                    <a:pt x="5136" y="10165"/>
                    <a:pt x="4885" y="10002"/>
                    <a:pt x="4631" y="9839"/>
                  </a:cubicBezTo>
                  <a:cubicBezTo>
                    <a:pt x="5377" y="9293"/>
                    <a:pt x="6039" y="8621"/>
                    <a:pt x="6039" y="7661"/>
                  </a:cubicBezTo>
                  <a:cubicBezTo>
                    <a:pt x="6039" y="6349"/>
                    <a:pt x="4817" y="5572"/>
                    <a:pt x="3640" y="4822"/>
                  </a:cubicBezTo>
                  <a:cubicBezTo>
                    <a:pt x="2202" y="3906"/>
                    <a:pt x="849" y="3045"/>
                    <a:pt x="849" y="1271"/>
                  </a:cubicBezTo>
                  <a:cubicBezTo>
                    <a:pt x="849" y="1037"/>
                    <a:pt x="1039" y="847"/>
                    <a:pt x="1273" y="847"/>
                  </a:cubicBezTo>
                  <a:close/>
                  <a:moveTo>
                    <a:pt x="3868" y="12356"/>
                  </a:moveTo>
                  <a:cubicBezTo>
                    <a:pt x="4441" y="12746"/>
                    <a:pt x="4919" y="13147"/>
                    <a:pt x="5106" y="13611"/>
                  </a:cubicBezTo>
                  <a:lnTo>
                    <a:pt x="2629" y="13611"/>
                  </a:lnTo>
                  <a:cubicBezTo>
                    <a:pt x="2806" y="13170"/>
                    <a:pt x="3254" y="12773"/>
                    <a:pt x="3868" y="12356"/>
                  </a:cubicBezTo>
                  <a:close/>
                  <a:moveTo>
                    <a:pt x="5106" y="14459"/>
                  </a:moveTo>
                  <a:cubicBezTo>
                    <a:pt x="4929" y="14900"/>
                    <a:pt x="4478" y="15297"/>
                    <a:pt x="3868" y="15718"/>
                  </a:cubicBezTo>
                  <a:cubicBezTo>
                    <a:pt x="3294" y="15324"/>
                    <a:pt x="2816" y="14927"/>
                    <a:pt x="2629" y="14459"/>
                  </a:cubicBezTo>
                  <a:close/>
                  <a:moveTo>
                    <a:pt x="3868" y="18757"/>
                  </a:moveTo>
                  <a:cubicBezTo>
                    <a:pt x="4441" y="19151"/>
                    <a:pt x="4919" y="19547"/>
                    <a:pt x="5106" y="20016"/>
                  </a:cubicBezTo>
                  <a:lnTo>
                    <a:pt x="2629" y="20016"/>
                  </a:lnTo>
                  <a:cubicBezTo>
                    <a:pt x="2806" y="19575"/>
                    <a:pt x="3254" y="19178"/>
                    <a:pt x="3868" y="18757"/>
                  </a:cubicBezTo>
                  <a:close/>
                  <a:moveTo>
                    <a:pt x="2348" y="17767"/>
                  </a:moveTo>
                  <a:cubicBezTo>
                    <a:pt x="2599" y="17936"/>
                    <a:pt x="2853" y="18102"/>
                    <a:pt x="3101" y="18262"/>
                  </a:cubicBezTo>
                  <a:cubicBezTo>
                    <a:pt x="2355" y="18808"/>
                    <a:pt x="1697" y="19483"/>
                    <a:pt x="1697" y="20440"/>
                  </a:cubicBezTo>
                  <a:cubicBezTo>
                    <a:pt x="1697" y="20674"/>
                    <a:pt x="1507" y="20864"/>
                    <a:pt x="1273" y="20864"/>
                  </a:cubicBezTo>
                  <a:cubicBezTo>
                    <a:pt x="1039" y="20864"/>
                    <a:pt x="849" y="20674"/>
                    <a:pt x="849" y="20440"/>
                  </a:cubicBezTo>
                  <a:cubicBezTo>
                    <a:pt x="849" y="19378"/>
                    <a:pt x="1286" y="18591"/>
                    <a:pt x="2348" y="17767"/>
                  </a:cubicBezTo>
                  <a:close/>
                  <a:moveTo>
                    <a:pt x="2348" y="11379"/>
                  </a:moveTo>
                  <a:cubicBezTo>
                    <a:pt x="2599" y="11549"/>
                    <a:pt x="2850" y="11712"/>
                    <a:pt x="3101" y="11871"/>
                  </a:cubicBezTo>
                  <a:cubicBezTo>
                    <a:pt x="2355" y="12417"/>
                    <a:pt x="1697" y="13089"/>
                    <a:pt x="1697" y="14049"/>
                  </a:cubicBezTo>
                  <a:cubicBezTo>
                    <a:pt x="1697" y="15365"/>
                    <a:pt x="2914" y="16138"/>
                    <a:pt x="4095" y="16891"/>
                  </a:cubicBezTo>
                  <a:cubicBezTo>
                    <a:pt x="5530" y="17804"/>
                    <a:pt x="6887" y="18666"/>
                    <a:pt x="6887" y="20440"/>
                  </a:cubicBezTo>
                  <a:cubicBezTo>
                    <a:pt x="6887" y="20674"/>
                    <a:pt x="6697" y="20864"/>
                    <a:pt x="6463" y="20864"/>
                  </a:cubicBezTo>
                  <a:cubicBezTo>
                    <a:pt x="6229" y="20864"/>
                    <a:pt x="6039" y="20674"/>
                    <a:pt x="6039" y="20440"/>
                  </a:cubicBezTo>
                  <a:cubicBezTo>
                    <a:pt x="6039" y="19123"/>
                    <a:pt x="4821" y="18350"/>
                    <a:pt x="3640" y="17597"/>
                  </a:cubicBezTo>
                  <a:cubicBezTo>
                    <a:pt x="2205" y="16685"/>
                    <a:pt x="849" y="15820"/>
                    <a:pt x="849" y="14049"/>
                  </a:cubicBezTo>
                  <a:cubicBezTo>
                    <a:pt x="849" y="12990"/>
                    <a:pt x="1286" y="12200"/>
                    <a:pt x="2348" y="11379"/>
                  </a:cubicBezTo>
                  <a:close/>
                  <a:moveTo>
                    <a:pt x="1274" y="0"/>
                  </a:moveTo>
                  <a:cubicBezTo>
                    <a:pt x="1203" y="0"/>
                    <a:pt x="1131" y="6"/>
                    <a:pt x="1059" y="19"/>
                  </a:cubicBezTo>
                  <a:cubicBezTo>
                    <a:pt x="448" y="124"/>
                    <a:pt x="1" y="653"/>
                    <a:pt x="1" y="1274"/>
                  </a:cubicBezTo>
                  <a:cubicBezTo>
                    <a:pt x="1" y="2739"/>
                    <a:pt x="726" y="3706"/>
                    <a:pt x="1646" y="4466"/>
                  </a:cubicBezTo>
                  <a:cubicBezTo>
                    <a:pt x="811" y="5151"/>
                    <a:pt x="1" y="6125"/>
                    <a:pt x="1" y="7661"/>
                  </a:cubicBezTo>
                  <a:cubicBezTo>
                    <a:pt x="1" y="9127"/>
                    <a:pt x="726" y="10094"/>
                    <a:pt x="1646" y="10853"/>
                  </a:cubicBezTo>
                  <a:cubicBezTo>
                    <a:pt x="815" y="11539"/>
                    <a:pt x="1" y="12512"/>
                    <a:pt x="1" y="14052"/>
                  </a:cubicBezTo>
                  <a:cubicBezTo>
                    <a:pt x="1" y="15514"/>
                    <a:pt x="726" y="16484"/>
                    <a:pt x="1646" y="17244"/>
                  </a:cubicBezTo>
                  <a:cubicBezTo>
                    <a:pt x="811" y="17926"/>
                    <a:pt x="1" y="18900"/>
                    <a:pt x="1" y="20440"/>
                  </a:cubicBezTo>
                  <a:cubicBezTo>
                    <a:pt x="1" y="21057"/>
                    <a:pt x="448" y="21586"/>
                    <a:pt x="1059" y="21691"/>
                  </a:cubicBezTo>
                  <a:cubicBezTo>
                    <a:pt x="1132" y="21704"/>
                    <a:pt x="1204" y="21710"/>
                    <a:pt x="1276" y="21710"/>
                  </a:cubicBezTo>
                  <a:cubicBezTo>
                    <a:pt x="1806" y="21710"/>
                    <a:pt x="2291" y="21378"/>
                    <a:pt x="2473" y="20864"/>
                  </a:cubicBezTo>
                  <a:lnTo>
                    <a:pt x="5265" y="20864"/>
                  </a:lnTo>
                  <a:cubicBezTo>
                    <a:pt x="5444" y="21378"/>
                    <a:pt x="5929" y="21710"/>
                    <a:pt x="6459" y="21710"/>
                  </a:cubicBezTo>
                  <a:cubicBezTo>
                    <a:pt x="6531" y="21710"/>
                    <a:pt x="6604" y="21704"/>
                    <a:pt x="6676" y="21691"/>
                  </a:cubicBezTo>
                  <a:cubicBezTo>
                    <a:pt x="7287" y="21586"/>
                    <a:pt x="7735" y="21057"/>
                    <a:pt x="7735" y="20440"/>
                  </a:cubicBezTo>
                  <a:cubicBezTo>
                    <a:pt x="7735" y="18974"/>
                    <a:pt x="7009" y="18007"/>
                    <a:pt x="6090" y="17248"/>
                  </a:cubicBezTo>
                  <a:cubicBezTo>
                    <a:pt x="6510" y="16902"/>
                    <a:pt x="6829" y="16562"/>
                    <a:pt x="7080" y="16199"/>
                  </a:cubicBezTo>
                  <a:cubicBezTo>
                    <a:pt x="7212" y="16006"/>
                    <a:pt x="7165" y="15742"/>
                    <a:pt x="6971" y="15609"/>
                  </a:cubicBezTo>
                  <a:cubicBezTo>
                    <a:pt x="6898" y="15559"/>
                    <a:pt x="6813" y="15534"/>
                    <a:pt x="6730" y="15534"/>
                  </a:cubicBezTo>
                  <a:cubicBezTo>
                    <a:pt x="6595" y="15534"/>
                    <a:pt x="6463" y="15598"/>
                    <a:pt x="6381" y="15718"/>
                  </a:cubicBezTo>
                  <a:cubicBezTo>
                    <a:pt x="6147" y="16057"/>
                    <a:pt x="5832" y="16379"/>
                    <a:pt x="5387" y="16722"/>
                  </a:cubicBezTo>
                  <a:cubicBezTo>
                    <a:pt x="5136" y="16552"/>
                    <a:pt x="4882" y="16386"/>
                    <a:pt x="4634" y="16230"/>
                  </a:cubicBezTo>
                  <a:cubicBezTo>
                    <a:pt x="5381" y="15684"/>
                    <a:pt x="6039" y="15009"/>
                    <a:pt x="6039" y="14049"/>
                  </a:cubicBezTo>
                  <a:cubicBezTo>
                    <a:pt x="6039" y="12736"/>
                    <a:pt x="4821" y="11959"/>
                    <a:pt x="3640" y="11210"/>
                  </a:cubicBezTo>
                  <a:cubicBezTo>
                    <a:pt x="2205" y="10297"/>
                    <a:pt x="849" y="9432"/>
                    <a:pt x="849" y="7661"/>
                  </a:cubicBezTo>
                  <a:cubicBezTo>
                    <a:pt x="849" y="6600"/>
                    <a:pt x="1286" y="5813"/>
                    <a:pt x="2348" y="4988"/>
                  </a:cubicBezTo>
                  <a:cubicBezTo>
                    <a:pt x="2599" y="5161"/>
                    <a:pt x="2853" y="5324"/>
                    <a:pt x="3101" y="5484"/>
                  </a:cubicBezTo>
                  <a:cubicBezTo>
                    <a:pt x="2358" y="6026"/>
                    <a:pt x="1697" y="6701"/>
                    <a:pt x="1697" y="7661"/>
                  </a:cubicBezTo>
                  <a:cubicBezTo>
                    <a:pt x="1697" y="8974"/>
                    <a:pt x="2914" y="9751"/>
                    <a:pt x="4095" y="10501"/>
                  </a:cubicBezTo>
                  <a:cubicBezTo>
                    <a:pt x="5001" y="11077"/>
                    <a:pt x="5859" y="11623"/>
                    <a:pt x="6381" y="12383"/>
                  </a:cubicBezTo>
                  <a:cubicBezTo>
                    <a:pt x="6465" y="12498"/>
                    <a:pt x="6594" y="12560"/>
                    <a:pt x="6726" y="12560"/>
                  </a:cubicBezTo>
                  <a:cubicBezTo>
                    <a:pt x="6808" y="12560"/>
                    <a:pt x="6892" y="12536"/>
                    <a:pt x="6965" y="12485"/>
                  </a:cubicBezTo>
                  <a:cubicBezTo>
                    <a:pt x="7158" y="12353"/>
                    <a:pt x="7206" y="12095"/>
                    <a:pt x="7080" y="11902"/>
                  </a:cubicBezTo>
                  <a:cubicBezTo>
                    <a:pt x="6802" y="11508"/>
                    <a:pt x="6469" y="11155"/>
                    <a:pt x="6093" y="10857"/>
                  </a:cubicBezTo>
                  <a:cubicBezTo>
                    <a:pt x="6924" y="10172"/>
                    <a:pt x="7735" y="9198"/>
                    <a:pt x="7735" y="7661"/>
                  </a:cubicBezTo>
                  <a:cubicBezTo>
                    <a:pt x="7735" y="6196"/>
                    <a:pt x="7009" y="5229"/>
                    <a:pt x="6090" y="4469"/>
                  </a:cubicBezTo>
                  <a:cubicBezTo>
                    <a:pt x="6924" y="3784"/>
                    <a:pt x="7735" y="2811"/>
                    <a:pt x="7735" y="1274"/>
                  </a:cubicBezTo>
                  <a:cubicBezTo>
                    <a:pt x="7735" y="653"/>
                    <a:pt x="7287" y="124"/>
                    <a:pt x="6676" y="19"/>
                  </a:cubicBezTo>
                  <a:cubicBezTo>
                    <a:pt x="6604" y="6"/>
                    <a:pt x="6532" y="0"/>
                    <a:pt x="6461" y="0"/>
                  </a:cubicBezTo>
                  <a:cubicBezTo>
                    <a:pt x="5930" y="0"/>
                    <a:pt x="5444" y="336"/>
                    <a:pt x="5262" y="850"/>
                  </a:cubicBezTo>
                  <a:lnTo>
                    <a:pt x="2473" y="850"/>
                  </a:lnTo>
                  <a:cubicBezTo>
                    <a:pt x="2291" y="336"/>
                    <a:pt x="1805" y="0"/>
                    <a:pt x="1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9"/>
            <p:cNvSpPr/>
            <p:nvPr/>
          </p:nvSpPr>
          <p:spPr>
            <a:xfrm>
              <a:off x="5663100" y="2927575"/>
              <a:ext cx="148425" cy="170925"/>
            </a:xfrm>
            <a:custGeom>
              <a:avLst/>
              <a:gdLst/>
              <a:ahLst/>
              <a:cxnLst/>
              <a:rect l="l" t="t" r="r" b="b"/>
              <a:pathLst>
                <a:path w="5937" h="6837" extrusionOk="0">
                  <a:moveTo>
                    <a:pt x="2968" y="863"/>
                  </a:moveTo>
                  <a:cubicBezTo>
                    <a:pt x="4139" y="863"/>
                    <a:pt x="5088" y="1809"/>
                    <a:pt x="5088" y="2983"/>
                  </a:cubicBezTo>
                  <a:cubicBezTo>
                    <a:pt x="5088" y="4502"/>
                    <a:pt x="3748" y="5988"/>
                    <a:pt x="2968" y="5988"/>
                  </a:cubicBezTo>
                  <a:cubicBezTo>
                    <a:pt x="2191" y="5988"/>
                    <a:pt x="848" y="4506"/>
                    <a:pt x="848" y="2983"/>
                  </a:cubicBezTo>
                  <a:cubicBezTo>
                    <a:pt x="848" y="1809"/>
                    <a:pt x="1798" y="863"/>
                    <a:pt x="2968" y="863"/>
                  </a:cubicBezTo>
                  <a:close/>
                  <a:moveTo>
                    <a:pt x="2968" y="1"/>
                  </a:moveTo>
                  <a:cubicBezTo>
                    <a:pt x="1326" y="8"/>
                    <a:pt x="0" y="1341"/>
                    <a:pt x="0" y="2983"/>
                  </a:cubicBezTo>
                  <a:cubicBezTo>
                    <a:pt x="0" y="3865"/>
                    <a:pt x="350" y="4818"/>
                    <a:pt x="963" y="5601"/>
                  </a:cubicBezTo>
                  <a:cubicBezTo>
                    <a:pt x="1567" y="6375"/>
                    <a:pt x="2317" y="6836"/>
                    <a:pt x="2968" y="6836"/>
                  </a:cubicBezTo>
                  <a:cubicBezTo>
                    <a:pt x="3620" y="6836"/>
                    <a:pt x="4369" y="6375"/>
                    <a:pt x="4973" y="5601"/>
                  </a:cubicBezTo>
                  <a:cubicBezTo>
                    <a:pt x="5587" y="4818"/>
                    <a:pt x="5936" y="3865"/>
                    <a:pt x="5936" y="2983"/>
                  </a:cubicBezTo>
                  <a:cubicBezTo>
                    <a:pt x="5936" y="1341"/>
                    <a:pt x="4610" y="8"/>
                    <a:pt x="29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9"/>
            <p:cNvSpPr/>
            <p:nvPr/>
          </p:nvSpPr>
          <p:spPr>
            <a:xfrm>
              <a:off x="5694300" y="3003225"/>
              <a:ext cx="39450" cy="28350"/>
            </a:xfrm>
            <a:custGeom>
              <a:avLst/>
              <a:gdLst/>
              <a:ahLst/>
              <a:cxnLst/>
              <a:rect l="l" t="t" r="r" b="b"/>
              <a:pathLst>
                <a:path w="1578" h="1134" extrusionOk="0">
                  <a:moveTo>
                    <a:pt x="424" y="1"/>
                  </a:moveTo>
                  <a:cubicBezTo>
                    <a:pt x="190" y="1"/>
                    <a:pt x="0" y="191"/>
                    <a:pt x="0" y="425"/>
                  </a:cubicBezTo>
                  <a:cubicBezTo>
                    <a:pt x="0" y="659"/>
                    <a:pt x="190" y="849"/>
                    <a:pt x="424" y="849"/>
                  </a:cubicBezTo>
                  <a:cubicBezTo>
                    <a:pt x="570" y="849"/>
                    <a:pt x="709" y="906"/>
                    <a:pt x="815" y="1012"/>
                  </a:cubicBezTo>
                  <a:cubicBezTo>
                    <a:pt x="896" y="1093"/>
                    <a:pt x="1005" y="1134"/>
                    <a:pt x="1113" y="1134"/>
                  </a:cubicBezTo>
                  <a:cubicBezTo>
                    <a:pt x="1222" y="1134"/>
                    <a:pt x="1330" y="1093"/>
                    <a:pt x="1412" y="1012"/>
                  </a:cubicBezTo>
                  <a:cubicBezTo>
                    <a:pt x="1578" y="845"/>
                    <a:pt x="1578" y="577"/>
                    <a:pt x="1412" y="411"/>
                  </a:cubicBezTo>
                  <a:cubicBezTo>
                    <a:pt x="1150" y="147"/>
                    <a:pt x="794" y="1"/>
                    <a:pt x="4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9"/>
            <p:cNvSpPr/>
            <p:nvPr/>
          </p:nvSpPr>
          <p:spPr>
            <a:xfrm>
              <a:off x="5740850" y="3003225"/>
              <a:ext cx="39475" cy="28350"/>
            </a:xfrm>
            <a:custGeom>
              <a:avLst/>
              <a:gdLst/>
              <a:ahLst/>
              <a:cxnLst/>
              <a:rect l="l" t="t" r="r" b="b"/>
              <a:pathLst>
                <a:path w="1579" h="1134" extrusionOk="0">
                  <a:moveTo>
                    <a:pt x="1154" y="1"/>
                  </a:moveTo>
                  <a:cubicBezTo>
                    <a:pt x="784" y="1"/>
                    <a:pt x="428" y="147"/>
                    <a:pt x="167" y="411"/>
                  </a:cubicBezTo>
                  <a:cubicBezTo>
                    <a:pt x="1" y="577"/>
                    <a:pt x="1" y="845"/>
                    <a:pt x="167" y="1012"/>
                  </a:cubicBezTo>
                  <a:cubicBezTo>
                    <a:pt x="248" y="1093"/>
                    <a:pt x="357" y="1134"/>
                    <a:pt x="465" y="1134"/>
                  </a:cubicBezTo>
                  <a:cubicBezTo>
                    <a:pt x="574" y="1134"/>
                    <a:pt x="683" y="1093"/>
                    <a:pt x="764" y="1012"/>
                  </a:cubicBezTo>
                  <a:cubicBezTo>
                    <a:pt x="869" y="906"/>
                    <a:pt x="1008" y="849"/>
                    <a:pt x="1154" y="849"/>
                  </a:cubicBezTo>
                  <a:cubicBezTo>
                    <a:pt x="1388" y="849"/>
                    <a:pt x="1578" y="659"/>
                    <a:pt x="1578" y="425"/>
                  </a:cubicBezTo>
                  <a:cubicBezTo>
                    <a:pt x="1578" y="191"/>
                    <a:pt x="1388" y="1"/>
                    <a:pt x="115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9"/>
            <p:cNvSpPr/>
            <p:nvPr/>
          </p:nvSpPr>
          <p:spPr>
            <a:xfrm>
              <a:off x="5559625" y="3215825"/>
              <a:ext cx="21225" cy="21275"/>
            </a:xfrm>
            <a:custGeom>
              <a:avLst/>
              <a:gdLst/>
              <a:ahLst/>
              <a:cxnLst/>
              <a:rect l="l" t="t" r="r" b="b"/>
              <a:pathLst>
                <a:path w="849" h="851" extrusionOk="0">
                  <a:moveTo>
                    <a:pt x="428" y="0"/>
                  </a:moveTo>
                  <a:cubicBezTo>
                    <a:pt x="204" y="0"/>
                    <a:pt x="1" y="179"/>
                    <a:pt x="1" y="428"/>
                  </a:cubicBezTo>
                  <a:cubicBezTo>
                    <a:pt x="1" y="661"/>
                    <a:pt x="191" y="851"/>
                    <a:pt x="424" y="851"/>
                  </a:cubicBezTo>
                  <a:cubicBezTo>
                    <a:pt x="501" y="851"/>
                    <a:pt x="582" y="830"/>
                    <a:pt x="662" y="784"/>
                  </a:cubicBezTo>
                  <a:cubicBezTo>
                    <a:pt x="777" y="717"/>
                    <a:pt x="849" y="594"/>
                    <a:pt x="849" y="462"/>
                  </a:cubicBezTo>
                  <a:lnTo>
                    <a:pt x="849" y="411"/>
                  </a:lnTo>
                  <a:cubicBezTo>
                    <a:pt x="849" y="259"/>
                    <a:pt x="764" y="116"/>
                    <a:pt x="625" y="48"/>
                  </a:cubicBezTo>
                  <a:cubicBezTo>
                    <a:pt x="561" y="15"/>
                    <a:pt x="494" y="0"/>
                    <a:pt x="4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054" name="Google Shape;3054;p59">
            <a:hlinkClick r:id="rId3"/>
          </p:cNvPr>
          <p:cNvPicPr preferRelativeResize="0"/>
          <p:nvPr/>
        </p:nvPicPr>
        <p:blipFill>
          <a:blip r:embed="rId4">
            <a:alphaModFix/>
          </a:blip>
          <a:stretch>
            <a:fillRect/>
          </a:stretch>
        </p:blipFill>
        <p:spPr>
          <a:xfrm>
            <a:off x="804200" y="1471120"/>
            <a:ext cx="4134600" cy="2556559"/>
          </a:xfrm>
          <a:prstGeom prst="rect">
            <a:avLst/>
          </a:prstGeom>
          <a:noFill/>
          <a:ln>
            <a:noFill/>
          </a:ln>
        </p:spPr>
      </p:pic>
      <p:cxnSp>
        <p:nvCxnSpPr>
          <p:cNvPr id="3055" name="Google Shape;3055;p59"/>
          <p:cNvCxnSpPr>
            <a:stCxn id="3056" idx="0"/>
          </p:cNvCxnSpPr>
          <p:nvPr/>
        </p:nvCxnSpPr>
        <p:spPr>
          <a:xfrm flipH="1">
            <a:off x="2770962" y="1714492"/>
            <a:ext cx="2527200" cy="711600"/>
          </a:xfrm>
          <a:prstGeom prst="straightConnector1">
            <a:avLst/>
          </a:prstGeom>
          <a:noFill/>
          <a:ln w="19050" cap="flat" cmpd="sng">
            <a:solidFill>
              <a:schemeClr val="accent3"/>
            </a:solidFill>
            <a:prstDash val="dot"/>
            <a:round/>
            <a:headEnd type="none" w="med" len="med"/>
            <a:tailEnd type="none" w="med" len="med"/>
          </a:ln>
        </p:spPr>
      </p:cxnSp>
      <p:cxnSp>
        <p:nvCxnSpPr>
          <p:cNvPr id="3057" name="Google Shape;3057;p59"/>
          <p:cNvCxnSpPr>
            <a:stCxn id="3058" idx="0"/>
          </p:cNvCxnSpPr>
          <p:nvPr/>
        </p:nvCxnSpPr>
        <p:spPr>
          <a:xfrm flipH="1">
            <a:off x="3347862" y="2888792"/>
            <a:ext cx="1950300" cy="7500"/>
          </a:xfrm>
          <a:prstGeom prst="straightConnector1">
            <a:avLst/>
          </a:prstGeom>
          <a:noFill/>
          <a:ln w="19050" cap="flat" cmpd="sng">
            <a:solidFill>
              <a:schemeClr val="accent3"/>
            </a:solidFill>
            <a:prstDash val="dot"/>
            <a:round/>
            <a:headEnd type="none" w="med" len="med"/>
            <a:tailEnd type="none" w="med" len="med"/>
          </a:ln>
        </p:spPr>
      </p:cxnSp>
      <p:cxnSp>
        <p:nvCxnSpPr>
          <p:cNvPr id="3059" name="Google Shape;3059;p59"/>
          <p:cNvCxnSpPr>
            <a:stCxn id="3060" idx="0"/>
          </p:cNvCxnSpPr>
          <p:nvPr/>
        </p:nvCxnSpPr>
        <p:spPr>
          <a:xfrm rot="10800000">
            <a:off x="2753862" y="3351492"/>
            <a:ext cx="2544300" cy="711600"/>
          </a:xfrm>
          <a:prstGeom prst="straightConnector1">
            <a:avLst/>
          </a:prstGeom>
          <a:noFill/>
          <a:ln w="19050" cap="flat" cmpd="sng">
            <a:solidFill>
              <a:schemeClr val="accent3"/>
            </a:solidFill>
            <a:prstDash val="dot"/>
            <a:round/>
            <a:headEnd type="none" w="med" len="med"/>
            <a:tailEnd type="none" w="med" len="med"/>
          </a:ln>
        </p:spPr>
      </p:cxnSp>
      <p:sp>
        <p:nvSpPr>
          <p:cNvPr id="3056" name="Google Shape;3056;p59"/>
          <p:cNvSpPr/>
          <p:nvPr/>
        </p:nvSpPr>
        <p:spPr>
          <a:xfrm>
            <a:off x="5298162" y="1284892"/>
            <a:ext cx="859200" cy="8592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9"/>
          <p:cNvSpPr/>
          <p:nvPr/>
        </p:nvSpPr>
        <p:spPr>
          <a:xfrm>
            <a:off x="5298162" y="2459192"/>
            <a:ext cx="859200" cy="8592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9"/>
          <p:cNvSpPr/>
          <p:nvPr/>
        </p:nvSpPr>
        <p:spPr>
          <a:xfrm>
            <a:off x="5298162" y="3633492"/>
            <a:ext cx="859200" cy="8592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64"/>
        <p:cNvGrpSpPr/>
        <p:nvPr/>
      </p:nvGrpSpPr>
      <p:grpSpPr>
        <a:xfrm>
          <a:off x="0" y="0"/>
          <a:ext cx="0" cy="0"/>
          <a:chOff x="0" y="0"/>
          <a:chExt cx="0" cy="0"/>
        </a:xfrm>
      </p:grpSpPr>
      <p:grpSp>
        <p:nvGrpSpPr>
          <p:cNvPr id="3065" name="Google Shape;3065;p60"/>
          <p:cNvGrpSpPr/>
          <p:nvPr/>
        </p:nvGrpSpPr>
        <p:grpSpPr>
          <a:xfrm>
            <a:off x="1053862" y="1370117"/>
            <a:ext cx="2344988" cy="1224000"/>
            <a:chOff x="1053862" y="1370117"/>
            <a:chExt cx="2344988" cy="1224000"/>
          </a:xfrm>
        </p:grpSpPr>
        <p:cxnSp>
          <p:nvCxnSpPr>
            <p:cNvPr id="3066" name="Google Shape;3066;p60"/>
            <p:cNvCxnSpPr>
              <a:stCxn id="3067" idx="6"/>
              <a:endCxn id="3068" idx="1"/>
            </p:cNvCxnSpPr>
            <p:nvPr/>
          </p:nvCxnSpPr>
          <p:spPr>
            <a:xfrm>
              <a:off x="2278650" y="1982129"/>
              <a:ext cx="1120200" cy="0"/>
            </a:xfrm>
            <a:prstGeom prst="straightConnector1">
              <a:avLst/>
            </a:prstGeom>
            <a:noFill/>
            <a:ln w="19050" cap="flat" cmpd="sng">
              <a:solidFill>
                <a:schemeClr val="accent3"/>
              </a:solidFill>
              <a:prstDash val="dot"/>
              <a:round/>
              <a:headEnd type="none" w="med" len="med"/>
              <a:tailEnd type="none" w="med" len="med"/>
            </a:ln>
          </p:spPr>
        </p:cxnSp>
        <p:sp>
          <p:nvSpPr>
            <p:cNvPr id="3069" name="Google Shape;3069;p60"/>
            <p:cNvSpPr/>
            <p:nvPr/>
          </p:nvSpPr>
          <p:spPr>
            <a:xfrm flipH="1">
              <a:off x="1053862" y="1370117"/>
              <a:ext cx="1224000" cy="12240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0" name="Google Shape;3070;p60"/>
          <p:cNvGrpSpPr/>
          <p:nvPr/>
        </p:nvGrpSpPr>
        <p:grpSpPr>
          <a:xfrm>
            <a:off x="1053862" y="3086792"/>
            <a:ext cx="2344988" cy="1224000"/>
            <a:chOff x="1053862" y="3086792"/>
            <a:chExt cx="2344988" cy="1224000"/>
          </a:xfrm>
        </p:grpSpPr>
        <p:cxnSp>
          <p:nvCxnSpPr>
            <p:cNvPr id="3071" name="Google Shape;3071;p60"/>
            <p:cNvCxnSpPr>
              <a:stCxn id="3072" idx="6"/>
              <a:endCxn id="3073" idx="1"/>
            </p:cNvCxnSpPr>
            <p:nvPr/>
          </p:nvCxnSpPr>
          <p:spPr>
            <a:xfrm>
              <a:off x="2278650" y="3698904"/>
              <a:ext cx="1120200" cy="0"/>
            </a:xfrm>
            <a:prstGeom prst="straightConnector1">
              <a:avLst/>
            </a:prstGeom>
            <a:noFill/>
            <a:ln w="19050" cap="flat" cmpd="sng">
              <a:solidFill>
                <a:schemeClr val="accent3"/>
              </a:solidFill>
              <a:prstDash val="dot"/>
              <a:round/>
              <a:headEnd type="none" w="med" len="med"/>
              <a:tailEnd type="none" w="med" len="med"/>
            </a:ln>
          </p:spPr>
        </p:cxnSp>
        <p:sp>
          <p:nvSpPr>
            <p:cNvPr id="3074" name="Google Shape;3074;p60"/>
            <p:cNvSpPr/>
            <p:nvPr/>
          </p:nvSpPr>
          <p:spPr>
            <a:xfrm flipH="1">
              <a:off x="1053862" y="3086792"/>
              <a:ext cx="1224000" cy="12240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75" name="Google Shape;3075;p60"/>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PERCENTAGES</a:t>
            </a:r>
            <a:endParaRPr/>
          </a:p>
        </p:txBody>
      </p:sp>
      <p:sp>
        <p:nvSpPr>
          <p:cNvPr id="3076" name="Google Shape;3076;p60"/>
          <p:cNvSpPr txBox="1">
            <a:spLocks noGrp="1"/>
          </p:cNvSpPr>
          <p:nvPr>
            <p:ph type="title" idx="2"/>
          </p:nvPr>
        </p:nvSpPr>
        <p:spPr>
          <a:xfrm>
            <a:off x="4624666" y="1495375"/>
            <a:ext cx="3590100" cy="36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MARS</a:t>
            </a:r>
            <a:endParaRPr/>
          </a:p>
        </p:txBody>
      </p:sp>
      <p:sp>
        <p:nvSpPr>
          <p:cNvPr id="3077" name="Google Shape;3077;p60"/>
          <p:cNvSpPr txBox="1">
            <a:spLocks noGrp="1"/>
          </p:cNvSpPr>
          <p:nvPr>
            <p:ph type="subTitle" idx="1"/>
          </p:nvPr>
        </p:nvSpPr>
        <p:spPr>
          <a:xfrm>
            <a:off x="4624650" y="1855422"/>
            <a:ext cx="3590100" cy="613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 cold place. It’s full of iron oxide dust</a:t>
            </a:r>
            <a:endParaRPr/>
          </a:p>
        </p:txBody>
      </p:sp>
      <p:sp>
        <p:nvSpPr>
          <p:cNvPr id="3078" name="Google Shape;3078;p60"/>
          <p:cNvSpPr txBox="1">
            <a:spLocks noGrp="1"/>
          </p:cNvSpPr>
          <p:nvPr>
            <p:ph type="title" idx="3"/>
          </p:nvPr>
        </p:nvSpPr>
        <p:spPr>
          <a:xfrm>
            <a:off x="4624666" y="3212153"/>
            <a:ext cx="3590100" cy="36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a:t>
            </a:r>
            <a:endParaRPr/>
          </a:p>
        </p:txBody>
      </p:sp>
      <p:sp>
        <p:nvSpPr>
          <p:cNvPr id="3079" name="Google Shape;3079;p60"/>
          <p:cNvSpPr txBox="1">
            <a:spLocks noGrp="1"/>
          </p:cNvSpPr>
          <p:nvPr>
            <p:ph type="subTitle" idx="4"/>
          </p:nvPr>
        </p:nvSpPr>
        <p:spPr>
          <a:xfrm>
            <a:off x="4624650" y="3572200"/>
            <a:ext cx="3590100" cy="613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 Venus has a beautiful name and is the</a:t>
            </a:r>
            <a:endParaRPr/>
          </a:p>
          <a:p>
            <a:pPr marL="0" lvl="0" indent="0" algn="l" rtl="0">
              <a:spcBef>
                <a:spcPts val="0"/>
              </a:spcBef>
              <a:spcAft>
                <a:spcPts val="0"/>
              </a:spcAft>
              <a:buNone/>
            </a:pPr>
            <a:r>
              <a:rPr lang="en"/>
              <a:t>second planet from the Sun</a:t>
            </a:r>
            <a:endParaRPr/>
          </a:p>
        </p:txBody>
      </p:sp>
      <p:sp>
        <p:nvSpPr>
          <p:cNvPr id="3068" name="Google Shape;3068;p60"/>
          <p:cNvSpPr txBox="1">
            <a:spLocks noGrp="1"/>
          </p:cNvSpPr>
          <p:nvPr>
            <p:ph type="title" idx="5"/>
          </p:nvPr>
        </p:nvSpPr>
        <p:spPr>
          <a:xfrm>
            <a:off x="3398850" y="1495379"/>
            <a:ext cx="1225800" cy="97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40%</a:t>
            </a:r>
            <a:endParaRPr/>
          </a:p>
        </p:txBody>
      </p:sp>
      <p:sp>
        <p:nvSpPr>
          <p:cNvPr id="3073" name="Google Shape;3073;p60"/>
          <p:cNvSpPr txBox="1">
            <a:spLocks noGrp="1"/>
          </p:cNvSpPr>
          <p:nvPr>
            <p:ph type="title" idx="6"/>
          </p:nvPr>
        </p:nvSpPr>
        <p:spPr>
          <a:xfrm>
            <a:off x="3398850" y="3212154"/>
            <a:ext cx="1225800" cy="97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70%</a:t>
            </a:r>
            <a:endParaRPr/>
          </a:p>
        </p:txBody>
      </p:sp>
      <p:sp>
        <p:nvSpPr>
          <p:cNvPr id="3080" name="Google Shape;3080;p60"/>
          <p:cNvSpPr/>
          <p:nvPr/>
        </p:nvSpPr>
        <p:spPr>
          <a:xfrm flipH="1">
            <a:off x="1141751" y="1457927"/>
            <a:ext cx="1048200" cy="1048200"/>
          </a:xfrm>
          <a:prstGeom prst="pie">
            <a:avLst>
              <a:gd name="adj1" fmla="val 6547599"/>
              <a:gd name="adj2" fmla="val 16200000"/>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60"/>
          <p:cNvSpPr/>
          <p:nvPr/>
        </p:nvSpPr>
        <p:spPr>
          <a:xfrm flipH="1">
            <a:off x="1141751" y="3174702"/>
            <a:ext cx="1048200" cy="1048200"/>
          </a:xfrm>
          <a:prstGeom prst="pie">
            <a:avLst>
              <a:gd name="adj1" fmla="val 1074175"/>
              <a:gd name="adj2" fmla="val 1620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85"/>
        <p:cNvGrpSpPr/>
        <p:nvPr/>
      </p:nvGrpSpPr>
      <p:grpSpPr>
        <a:xfrm>
          <a:off x="0" y="0"/>
          <a:ext cx="0" cy="0"/>
          <a:chOff x="0" y="0"/>
          <a:chExt cx="0" cy="0"/>
        </a:xfrm>
      </p:grpSpPr>
      <p:sp>
        <p:nvSpPr>
          <p:cNvPr id="3086" name="Google Shape;3086;p61"/>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 A </a:t>
            </a:r>
            <a:r>
              <a:rPr lang="en">
                <a:solidFill>
                  <a:schemeClr val="accent2"/>
                </a:solidFill>
              </a:rPr>
              <a:t>MAP</a:t>
            </a:r>
            <a:endParaRPr>
              <a:solidFill>
                <a:schemeClr val="accent2"/>
              </a:solidFill>
            </a:endParaRPr>
          </a:p>
        </p:txBody>
      </p:sp>
      <p:grpSp>
        <p:nvGrpSpPr>
          <p:cNvPr id="3087" name="Google Shape;3087;p61"/>
          <p:cNvGrpSpPr/>
          <p:nvPr/>
        </p:nvGrpSpPr>
        <p:grpSpPr>
          <a:xfrm>
            <a:off x="2737267" y="1720413"/>
            <a:ext cx="3514347" cy="2310942"/>
            <a:chOff x="235800" y="830650"/>
            <a:chExt cx="6978450" cy="4588844"/>
          </a:xfrm>
        </p:grpSpPr>
        <p:sp>
          <p:nvSpPr>
            <p:cNvPr id="3088" name="Google Shape;3088;p61"/>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chemeClr val="accent1"/>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61"/>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chemeClr val="accent1"/>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61"/>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chemeClr val="accent1"/>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61"/>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chemeClr val="accent1"/>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61"/>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chemeClr val="accent1"/>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61"/>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chemeClr val="accent1"/>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94" name="Google Shape;3094;p61"/>
          <p:cNvSpPr/>
          <p:nvPr/>
        </p:nvSpPr>
        <p:spPr>
          <a:xfrm>
            <a:off x="2825675" y="1805350"/>
            <a:ext cx="572700" cy="572700"/>
          </a:xfrm>
          <a:prstGeom prst="ellipse">
            <a:avLst/>
          </a:prstGeom>
          <a:solidFill>
            <a:srgbClr val="FEFF97">
              <a:alpha val="27370"/>
            </a:srgbClr>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61"/>
          <p:cNvSpPr/>
          <p:nvPr/>
        </p:nvSpPr>
        <p:spPr>
          <a:xfrm>
            <a:off x="3573725" y="3381750"/>
            <a:ext cx="324000" cy="324000"/>
          </a:xfrm>
          <a:prstGeom prst="ellipse">
            <a:avLst/>
          </a:prstGeom>
          <a:solidFill>
            <a:srgbClr val="FEFF97">
              <a:alpha val="27370"/>
            </a:srgbClr>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61"/>
          <p:cNvSpPr/>
          <p:nvPr/>
        </p:nvSpPr>
        <p:spPr>
          <a:xfrm>
            <a:off x="4444375" y="2088425"/>
            <a:ext cx="255300" cy="255300"/>
          </a:xfrm>
          <a:prstGeom prst="ellipse">
            <a:avLst/>
          </a:prstGeom>
          <a:solidFill>
            <a:srgbClr val="FEFF97">
              <a:alpha val="27370"/>
            </a:srgbClr>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61"/>
          <p:cNvSpPr/>
          <p:nvPr/>
        </p:nvSpPr>
        <p:spPr>
          <a:xfrm>
            <a:off x="5918625" y="3624800"/>
            <a:ext cx="417300" cy="417300"/>
          </a:xfrm>
          <a:prstGeom prst="ellipse">
            <a:avLst/>
          </a:prstGeom>
          <a:solidFill>
            <a:srgbClr val="FEFF97">
              <a:alpha val="27370"/>
            </a:srgbClr>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98" name="Google Shape;3098;p61"/>
          <p:cNvCxnSpPr>
            <a:stCxn id="3094" idx="2"/>
          </p:cNvCxnSpPr>
          <p:nvPr/>
        </p:nvCxnSpPr>
        <p:spPr>
          <a:xfrm rot="10800000">
            <a:off x="710375" y="2091700"/>
            <a:ext cx="2115300" cy="0"/>
          </a:xfrm>
          <a:prstGeom prst="straightConnector1">
            <a:avLst/>
          </a:prstGeom>
          <a:noFill/>
          <a:ln w="19050" cap="flat" cmpd="sng">
            <a:solidFill>
              <a:schemeClr val="accent3"/>
            </a:solidFill>
            <a:prstDash val="dot"/>
            <a:round/>
            <a:headEnd type="none" w="med" len="med"/>
            <a:tailEnd type="none" w="med" len="med"/>
          </a:ln>
        </p:spPr>
      </p:cxnSp>
      <p:cxnSp>
        <p:nvCxnSpPr>
          <p:cNvPr id="3099" name="Google Shape;3099;p61"/>
          <p:cNvCxnSpPr>
            <a:stCxn id="3095" idx="2"/>
          </p:cNvCxnSpPr>
          <p:nvPr/>
        </p:nvCxnSpPr>
        <p:spPr>
          <a:xfrm rot="10800000">
            <a:off x="710225" y="3543750"/>
            <a:ext cx="2863500" cy="0"/>
          </a:xfrm>
          <a:prstGeom prst="straightConnector1">
            <a:avLst/>
          </a:prstGeom>
          <a:noFill/>
          <a:ln w="19050" cap="flat" cmpd="sng">
            <a:solidFill>
              <a:schemeClr val="accent3"/>
            </a:solidFill>
            <a:prstDash val="dot"/>
            <a:round/>
            <a:headEnd type="none" w="med" len="med"/>
            <a:tailEnd type="none" w="med" len="med"/>
          </a:ln>
        </p:spPr>
      </p:cxnSp>
      <p:cxnSp>
        <p:nvCxnSpPr>
          <p:cNvPr id="3100" name="Google Shape;3100;p61"/>
          <p:cNvCxnSpPr>
            <a:endCxn id="3096" idx="6"/>
          </p:cNvCxnSpPr>
          <p:nvPr/>
        </p:nvCxnSpPr>
        <p:spPr>
          <a:xfrm rot="10800000">
            <a:off x="4699675" y="2216075"/>
            <a:ext cx="3737700" cy="0"/>
          </a:xfrm>
          <a:prstGeom prst="straightConnector1">
            <a:avLst/>
          </a:prstGeom>
          <a:noFill/>
          <a:ln w="19050" cap="flat" cmpd="sng">
            <a:solidFill>
              <a:schemeClr val="accent3"/>
            </a:solidFill>
            <a:prstDash val="dot"/>
            <a:round/>
            <a:headEnd type="none" w="med" len="med"/>
            <a:tailEnd type="none" w="med" len="med"/>
          </a:ln>
        </p:spPr>
      </p:cxnSp>
      <p:cxnSp>
        <p:nvCxnSpPr>
          <p:cNvPr id="3101" name="Google Shape;3101;p61"/>
          <p:cNvCxnSpPr/>
          <p:nvPr/>
        </p:nvCxnSpPr>
        <p:spPr>
          <a:xfrm rot="10800000">
            <a:off x="6336050" y="3833450"/>
            <a:ext cx="2097600" cy="0"/>
          </a:xfrm>
          <a:prstGeom prst="straightConnector1">
            <a:avLst/>
          </a:prstGeom>
          <a:noFill/>
          <a:ln w="19050" cap="flat" cmpd="sng">
            <a:solidFill>
              <a:schemeClr val="accent3"/>
            </a:solidFill>
            <a:prstDash val="dot"/>
            <a:round/>
            <a:headEnd type="none" w="med" len="med"/>
            <a:tailEnd type="none" w="med" len="med"/>
          </a:ln>
        </p:spPr>
      </p:cxnSp>
      <p:sp>
        <p:nvSpPr>
          <p:cNvPr id="3102" name="Google Shape;3102;p61"/>
          <p:cNvSpPr txBox="1"/>
          <p:nvPr/>
        </p:nvSpPr>
        <p:spPr>
          <a:xfrm>
            <a:off x="713475" y="1679354"/>
            <a:ext cx="20241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JUPITER</a:t>
            </a:r>
            <a:endParaRPr sz="2000" b="1">
              <a:solidFill>
                <a:schemeClr val="accent3"/>
              </a:solidFill>
              <a:latin typeface="Orbitron"/>
              <a:ea typeface="Orbitron"/>
              <a:cs typeface="Orbitron"/>
              <a:sym typeface="Orbitron"/>
            </a:endParaRPr>
          </a:p>
        </p:txBody>
      </p:sp>
      <p:sp>
        <p:nvSpPr>
          <p:cNvPr id="3103" name="Google Shape;3103;p61"/>
          <p:cNvSpPr txBox="1"/>
          <p:nvPr/>
        </p:nvSpPr>
        <p:spPr>
          <a:xfrm>
            <a:off x="713475" y="2019437"/>
            <a:ext cx="20241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It’s the biggest planet of them all</a:t>
            </a:r>
            <a:endParaRPr sz="1600">
              <a:solidFill>
                <a:schemeClr val="accent3"/>
              </a:solidFill>
              <a:latin typeface="Barlow"/>
              <a:ea typeface="Barlow"/>
              <a:cs typeface="Barlow"/>
              <a:sym typeface="Barlow"/>
            </a:endParaRPr>
          </a:p>
        </p:txBody>
      </p:sp>
      <p:sp>
        <p:nvSpPr>
          <p:cNvPr id="3104" name="Google Shape;3104;p61"/>
          <p:cNvSpPr txBox="1"/>
          <p:nvPr/>
        </p:nvSpPr>
        <p:spPr>
          <a:xfrm>
            <a:off x="713475" y="3131400"/>
            <a:ext cx="2024100" cy="42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accent3"/>
                </a:solidFill>
                <a:latin typeface="Orbitron"/>
                <a:ea typeface="Orbitron"/>
                <a:cs typeface="Orbitron"/>
                <a:sym typeface="Orbitron"/>
              </a:rPr>
              <a:t>MERCURY</a:t>
            </a:r>
            <a:endParaRPr sz="2000" b="1">
              <a:solidFill>
                <a:schemeClr val="accent3"/>
              </a:solidFill>
              <a:latin typeface="Orbitron"/>
              <a:ea typeface="Orbitron"/>
              <a:cs typeface="Orbitron"/>
              <a:sym typeface="Orbitron"/>
            </a:endParaRPr>
          </a:p>
        </p:txBody>
      </p:sp>
      <p:sp>
        <p:nvSpPr>
          <p:cNvPr id="3105" name="Google Shape;3105;p61"/>
          <p:cNvSpPr txBox="1"/>
          <p:nvPr/>
        </p:nvSpPr>
        <p:spPr>
          <a:xfrm>
            <a:off x="713475" y="3471483"/>
            <a:ext cx="2024100" cy="67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3"/>
                </a:solidFill>
                <a:latin typeface="Barlow"/>
                <a:ea typeface="Barlow"/>
                <a:cs typeface="Barlow"/>
                <a:sym typeface="Barlow"/>
              </a:rPr>
              <a:t>Mercury is the smallest of them all</a:t>
            </a:r>
            <a:endParaRPr sz="1600">
              <a:solidFill>
                <a:schemeClr val="accent3"/>
              </a:solidFill>
              <a:latin typeface="Barlow"/>
              <a:ea typeface="Barlow"/>
              <a:cs typeface="Barlow"/>
              <a:sym typeface="Barlow"/>
            </a:endParaRPr>
          </a:p>
          <a:p>
            <a:pPr marL="0" lvl="0" indent="0" algn="l" rtl="0">
              <a:spcBef>
                <a:spcPts val="0"/>
              </a:spcBef>
              <a:spcAft>
                <a:spcPts val="0"/>
              </a:spcAft>
              <a:buNone/>
            </a:pPr>
            <a:endParaRPr sz="1600">
              <a:solidFill>
                <a:schemeClr val="accent3"/>
              </a:solidFill>
              <a:latin typeface="Barlow"/>
              <a:ea typeface="Barlow"/>
              <a:cs typeface="Barlow"/>
              <a:sym typeface="Barlow"/>
            </a:endParaRPr>
          </a:p>
        </p:txBody>
      </p:sp>
      <p:sp>
        <p:nvSpPr>
          <p:cNvPr id="3106" name="Google Shape;3106;p61"/>
          <p:cNvSpPr txBox="1"/>
          <p:nvPr/>
        </p:nvSpPr>
        <p:spPr>
          <a:xfrm>
            <a:off x="6406475" y="1803722"/>
            <a:ext cx="2024100" cy="4251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000" b="1">
                <a:solidFill>
                  <a:schemeClr val="accent3"/>
                </a:solidFill>
                <a:latin typeface="Orbitron"/>
                <a:ea typeface="Orbitron"/>
                <a:cs typeface="Orbitron"/>
                <a:sym typeface="Orbitron"/>
              </a:rPr>
              <a:t>SATURN</a:t>
            </a:r>
            <a:endParaRPr sz="2000" b="1">
              <a:solidFill>
                <a:schemeClr val="accent3"/>
              </a:solidFill>
              <a:latin typeface="Orbitron"/>
              <a:ea typeface="Orbitron"/>
              <a:cs typeface="Orbitron"/>
              <a:sym typeface="Orbitron"/>
            </a:endParaRPr>
          </a:p>
        </p:txBody>
      </p:sp>
      <p:sp>
        <p:nvSpPr>
          <p:cNvPr id="3107" name="Google Shape;3107;p61"/>
          <p:cNvSpPr txBox="1"/>
          <p:nvPr/>
        </p:nvSpPr>
        <p:spPr>
          <a:xfrm>
            <a:off x="6406475" y="2143804"/>
            <a:ext cx="2024100" cy="67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3"/>
                </a:solidFill>
                <a:latin typeface="Barlow"/>
                <a:ea typeface="Barlow"/>
                <a:cs typeface="Barlow"/>
                <a:sym typeface="Barlow"/>
              </a:rPr>
              <a:t>Saturn is the ringed one and a gas giant</a:t>
            </a:r>
            <a:endParaRPr sz="1600">
              <a:solidFill>
                <a:schemeClr val="accent3"/>
              </a:solidFill>
              <a:latin typeface="Barlow"/>
              <a:ea typeface="Barlow"/>
              <a:cs typeface="Barlow"/>
              <a:sym typeface="Barlow"/>
            </a:endParaRPr>
          </a:p>
        </p:txBody>
      </p:sp>
      <p:sp>
        <p:nvSpPr>
          <p:cNvPr id="3108" name="Google Shape;3108;p61"/>
          <p:cNvSpPr txBox="1"/>
          <p:nvPr/>
        </p:nvSpPr>
        <p:spPr>
          <a:xfrm>
            <a:off x="6406475" y="3421097"/>
            <a:ext cx="2024100" cy="4251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000" b="1">
                <a:solidFill>
                  <a:schemeClr val="accent3"/>
                </a:solidFill>
                <a:latin typeface="Orbitron"/>
                <a:ea typeface="Orbitron"/>
                <a:cs typeface="Orbitron"/>
                <a:sym typeface="Orbitron"/>
              </a:rPr>
              <a:t>MARS</a:t>
            </a:r>
            <a:endParaRPr sz="2000" b="1">
              <a:solidFill>
                <a:schemeClr val="accent3"/>
              </a:solidFill>
              <a:latin typeface="Orbitron"/>
              <a:ea typeface="Orbitron"/>
              <a:cs typeface="Orbitron"/>
              <a:sym typeface="Orbitron"/>
            </a:endParaRPr>
          </a:p>
        </p:txBody>
      </p:sp>
      <p:sp>
        <p:nvSpPr>
          <p:cNvPr id="3109" name="Google Shape;3109;p61"/>
          <p:cNvSpPr txBox="1"/>
          <p:nvPr/>
        </p:nvSpPr>
        <p:spPr>
          <a:xfrm>
            <a:off x="6406475" y="3761179"/>
            <a:ext cx="2024100" cy="67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3"/>
                </a:solidFill>
                <a:latin typeface="Barlow"/>
                <a:ea typeface="Barlow"/>
                <a:cs typeface="Barlow"/>
                <a:sym typeface="Barlow"/>
              </a:rPr>
              <a:t>Despite being red, Mars is a cold place</a:t>
            </a:r>
            <a:endParaRPr sz="1600">
              <a:solidFill>
                <a:schemeClr val="accent3"/>
              </a:solidFill>
              <a:latin typeface="Barlow"/>
              <a:ea typeface="Barlow"/>
              <a:cs typeface="Barlow"/>
              <a:sym typeface="Barlow"/>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3"/>
        <p:cNvGrpSpPr/>
        <p:nvPr/>
      </p:nvGrpSpPr>
      <p:grpSpPr>
        <a:xfrm>
          <a:off x="0" y="0"/>
          <a:ext cx="0" cy="0"/>
          <a:chOff x="0" y="0"/>
          <a:chExt cx="0" cy="0"/>
        </a:xfrm>
      </p:grpSpPr>
      <p:sp>
        <p:nvSpPr>
          <p:cNvPr id="3114" name="Google Shape;3114;p62"/>
          <p:cNvSpPr txBox="1">
            <a:spLocks noGrp="1"/>
          </p:cNvSpPr>
          <p:nvPr>
            <p:ph type="title"/>
          </p:nvPr>
        </p:nvSpPr>
        <p:spPr>
          <a:xfrm>
            <a:off x="1608450" y="2791619"/>
            <a:ext cx="59271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CONCLUSION</a:t>
            </a:r>
            <a:endParaRPr/>
          </a:p>
        </p:txBody>
      </p:sp>
      <p:sp>
        <p:nvSpPr>
          <p:cNvPr id="3115" name="Google Shape;3115;p62"/>
          <p:cNvSpPr txBox="1">
            <a:spLocks noGrp="1"/>
          </p:cNvSpPr>
          <p:nvPr>
            <p:ph type="title" idx="2"/>
          </p:nvPr>
        </p:nvSpPr>
        <p:spPr>
          <a:xfrm>
            <a:off x="3118800" y="1210729"/>
            <a:ext cx="2906400" cy="15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04</a:t>
            </a:r>
            <a:endParaRPr/>
          </a:p>
        </p:txBody>
      </p:sp>
      <p:sp>
        <p:nvSpPr>
          <p:cNvPr id="3116" name="Google Shape;3116;p62"/>
          <p:cNvSpPr txBox="1">
            <a:spLocks noGrp="1"/>
          </p:cNvSpPr>
          <p:nvPr>
            <p:ph type="subTitle" idx="1"/>
          </p:nvPr>
        </p:nvSpPr>
        <p:spPr>
          <a:xfrm>
            <a:off x="2137050" y="3496540"/>
            <a:ext cx="4869900" cy="477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you can use a subtitle if you need it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20"/>
        <p:cNvGrpSpPr/>
        <p:nvPr/>
      </p:nvGrpSpPr>
      <p:grpSpPr>
        <a:xfrm>
          <a:off x="0" y="0"/>
          <a:ext cx="0" cy="0"/>
          <a:chOff x="0" y="0"/>
          <a:chExt cx="0" cy="0"/>
        </a:xfrm>
      </p:grpSpPr>
      <p:sp>
        <p:nvSpPr>
          <p:cNvPr id="3121" name="Google Shape;3121;p63"/>
          <p:cNvSpPr txBox="1">
            <a:spLocks noGrp="1"/>
          </p:cNvSpPr>
          <p:nvPr>
            <p:ph type="title"/>
          </p:nvPr>
        </p:nvSpPr>
        <p:spPr>
          <a:xfrm>
            <a:off x="1633450" y="1088800"/>
            <a:ext cx="5877000" cy="1089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4,498,300</a:t>
            </a:r>
            <a:endParaRPr/>
          </a:p>
        </p:txBody>
      </p:sp>
      <p:sp>
        <p:nvSpPr>
          <p:cNvPr id="3122" name="Google Shape;3122;p63"/>
          <p:cNvSpPr txBox="1">
            <a:spLocks noGrp="1"/>
          </p:cNvSpPr>
          <p:nvPr>
            <p:ph type="body" idx="1"/>
          </p:nvPr>
        </p:nvSpPr>
        <p:spPr>
          <a:xfrm>
            <a:off x="1633450" y="2178700"/>
            <a:ext cx="5877000" cy="370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Big numbers catch your audience’s attention</a:t>
            </a:r>
            <a:endParaRPr/>
          </a:p>
        </p:txBody>
      </p:sp>
      <p:grpSp>
        <p:nvGrpSpPr>
          <p:cNvPr id="3123" name="Google Shape;3123;p63"/>
          <p:cNvGrpSpPr/>
          <p:nvPr/>
        </p:nvGrpSpPr>
        <p:grpSpPr>
          <a:xfrm rot="-899786">
            <a:off x="2796703" y="1873636"/>
            <a:ext cx="9927198" cy="4769190"/>
            <a:chOff x="222150" y="1139550"/>
            <a:chExt cx="7137400" cy="3428925"/>
          </a:xfrm>
        </p:grpSpPr>
        <p:sp>
          <p:nvSpPr>
            <p:cNvPr id="3124" name="Google Shape;3124;p63"/>
            <p:cNvSpPr/>
            <p:nvPr/>
          </p:nvSpPr>
          <p:spPr>
            <a:xfrm>
              <a:off x="2792925" y="2233775"/>
              <a:ext cx="4566625" cy="2334700"/>
            </a:xfrm>
            <a:custGeom>
              <a:avLst/>
              <a:gdLst/>
              <a:ahLst/>
              <a:cxnLst/>
              <a:rect l="l" t="t" r="r" b="b"/>
              <a:pathLst>
                <a:path w="182665" h="93388" extrusionOk="0">
                  <a:moveTo>
                    <a:pt x="4926" y="1"/>
                  </a:moveTo>
                  <a:lnTo>
                    <a:pt x="0" y="10593"/>
                  </a:lnTo>
                  <a:lnTo>
                    <a:pt x="177739" y="93387"/>
                  </a:lnTo>
                  <a:lnTo>
                    <a:pt x="182665" y="82795"/>
                  </a:lnTo>
                  <a:lnTo>
                    <a:pt x="4926" y="1"/>
                  </a:lnTo>
                  <a:close/>
                </a:path>
              </a:pathLst>
            </a:custGeom>
            <a:solidFill>
              <a:srgbClr val="FEFF97">
                <a:alpha val="78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63"/>
            <p:cNvSpPr/>
            <p:nvPr/>
          </p:nvSpPr>
          <p:spPr>
            <a:xfrm>
              <a:off x="2547250" y="2178475"/>
              <a:ext cx="837825" cy="478550"/>
            </a:xfrm>
            <a:custGeom>
              <a:avLst/>
              <a:gdLst/>
              <a:ahLst/>
              <a:cxnLst/>
              <a:rect l="l" t="t" r="r" b="b"/>
              <a:pathLst>
                <a:path w="33513" h="19142" extrusionOk="0">
                  <a:moveTo>
                    <a:pt x="7719" y="1"/>
                  </a:moveTo>
                  <a:cubicBezTo>
                    <a:pt x="4698" y="1"/>
                    <a:pt x="2458" y="840"/>
                    <a:pt x="1660" y="2545"/>
                  </a:cubicBezTo>
                  <a:cubicBezTo>
                    <a:pt x="1" y="6143"/>
                    <a:pt x="5386" y="12192"/>
                    <a:pt x="13732" y="16072"/>
                  </a:cubicBezTo>
                  <a:cubicBezTo>
                    <a:pt x="18106" y="18111"/>
                    <a:pt x="22416" y="19142"/>
                    <a:pt x="25766" y="19142"/>
                  </a:cubicBezTo>
                  <a:cubicBezTo>
                    <a:pt x="28788" y="19142"/>
                    <a:pt x="31029" y="18302"/>
                    <a:pt x="31828" y="16608"/>
                  </a:cubicBezTo>
                  <a:cubicBezTo>
                    <a:pt x="33512" y="13009"/>
                    <a:pt x="28101" y="6960"/>
                    <a:pt x="19781" y="3081"/>
                  </a:cubicBezTo>
                  <a:cubicBezTo>
                    <a:pt x="15401" y="1038"/>
                    <a:pt x="11077" y="1"/>
                    <a:pt x="771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63"/>
            <p:cNvSpPr/>
            <p:nvPr/>
          </p:nvSpPr>
          <p:spPr>
            <a:xfrm>
              <a:off x="2586175" y="2239250"/>
              <a:ext cx="537275" cy="253250"/>
            </a:xfrm>
            <a:custGeom>
              <a:avLst/>
              <a:gdLst/>
              <a:ahLst/>
              <a:cxnLst/>
              <a:rect l="l" t="t" r="r" b="b"/>
              <a:pathLst>
                <a:path w="21491" h="10130" extrusionOk="0">
                  <a:moveTo>
                    <a:pt x="1442" y="0"/>
                  </a:moveTo>
                  <a:cubicBezTo>
                    <a:pt x="948" y="0"/>
                    <a:pt x="466" y="21"/>
                    <a:pt x="1" y="63"/>
                  </a:cubicBezTo>
                  <a:cubicBezTo>
                    <a:pt x="1966" y="2870"/>
                    <a:pt x="5335" y="5627"/>
                    <a:pt x="9572" y="7592"/>
                  </a:cubicBezTo>
                  <a:cubicBezTo>
                    <a:pt x="13254" y="9289"/>
                    <a:pt x="16917" y="10130"/>
                    <a:pt x="20050" y="10130"/>
                  </a:cubicBezTo>
                  <a:cubicBezTo>
                    <a:pt x="20544" y="10130"/>
                    <a:pt x="21025" y="10109"/>
                    <a:pt x="21491" y="10067"/>
                  </a:cubicBezTo>
                  <a:cubicBezTo>
                    <a:pt x="19526" y="7260"/>
                    <a:pt x="16157" y="4504"/>
                    <a:pt x="11920" y="2538"/>
                  </a:cubicBezTo>
                  <a:cubicBezTo>
                    <a:pt x="8260" y="841"/>
                    <a:pt x="4581" y="0"/>
                    <a:pt x="144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63"/>
            <p:cNvSpPr/>
            <p:nvPr/>
          </p:nvSpPr>
          <p:spPr>
            <a:xfrm>
              <a:off x="222150" y="1154800"/>
              <a:ext cx="2404250" cy="1241725"/>
            </a:xfrm>
            <a:custGeom>
              <a:avLst/>
              <a:gdLst/>
              <a:ahLst/>
              <a:cxnLst/>
              <a:rect l="l" t="t" r="r" b="b"/>
              <a:pathLst>
                <a:path w="96170" h="49669" extrusionOk="0">
                  <a:moveTo>
                    <a:pt x="28252" y="1"/>
                  </a:moveTo>
                  <a:cubicBezTo>
                    <a:pt x="23286" y="1"/>
                    <a:pt x="18484" y="1286"/>
                    <a:pt x="14694" y="1286"/>
                  </a:cubicBezTo>
                  <a:cubicBezTo>
                    <a:pt x="14516" y="1286"/>
                    <a:pt x="14340" y="1284"/>
                    <a:pt x="14166" y="1278"/>
                  </a:cubicBezTo>
                  <a:cubicBezTo>
                    <a:pt x="11632" y="1180"/>
                    <a:pt x="9135" y="892"/>
                    <a:pt x="7017" y="892"/>
                  </a:cubicBezTo>
                  <a:cubicBezTo>
                    <a:pt x="4164" y="892"/>
                    <a:pt x="1998" y="1414"/>
                    <a:pt x="1354" y="3626"/>
                  </a:cubicBezTo>
                  <a:cubicBezTo>
                    <a:pt x="1" y="8271"/>
                    <a:pt x="9853" y="13835"/>
                    <a:pt x="21644" y="19322"/>
                  </a:cubicBezTo>
                  <a:lnTo>
                    <a:pt x="38361" y="27106"/>
                  </a:lnTo>
                  <a:lnTo>
                    <a:pt x="35171" y="23303"/>
                  </a:lnTo>
                  <a:cubicBezTo>
                    <a:pt x="34439" y="22421"/>
                    <a:pt x="35141" y="21230"/>
                    <a:pt x="36129" y="21230"/>
                  </a:cubicBezTo>
                  <a:cubicBezTo>
                    <a:pt x="36312" y="21230"/>
                    <a:pt x="36506" y="21272"/>
                    <a:pt x="36702" y="21364"/>
                  </a:cubicBezTo>
                  <a:lnTo>
                    <a:pt x="77870" y="40557"/>
                  </a:lnTo>
                  <a:cubicBezTo>
                    <a:pt x="78814" y="40990"/>
                    <a:pt x="79401" y="41986"/>
                    <a:pt x="79299" y="43032"/>
                  </a:cubicBezTo>
                  <a:lnTo>
                    <a:pt x="78993" y="46044"/>
                  </a:lnTo>
                  <a:lnTo>
                    <a:pt x="86752" y="49668"/>
                  </a:lnTo>
                  <a:lnTo>
                    <a:pt x="96170" y="29403"/>
                  </a:lnTo>
                  <a:lnTo>
                    <a:pt x="36651" y="1686"/>
                  </a:lnTo>
                  <a:cubicBezTo>
                    <a:pt x="33901" y="409"/>
                    <a:pt x="31050" y="1"/>
                    <a:pt x="282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63"/>
            <p:cNvSpPr/>
            <p:nvPr/>
          </p:nvSpPr>
          <p:spPr>
            <a:xfrm>
              <a:off x="661775" y="1155475"/>
              <a:ext cx="440300" cy="233550"/>
            </a:xfrm>
            <a:custGeom>
              <a:avLst/>
              <a:gdLst/>
              <a:ahLst/>
              <a:cxnLst/>
              <a:rect l="l" t="t" r="r" b="b"/>
              <a:pathLst>
                <a:path w="17612" h="9342" extrusionOk="0">
                  <a:moveTo>
                    <a:pt x="9495" y="0"/>
                  </a:moveTo>
                  <a:cubicBezTo>
                    <a:pt x="6126" y="128"/>
                    <a:pt x="2885" y="740"/>
                    <a:pt x="1" y="1072"/>
                  </a:cubicBezTo>
                  <a:cubicBezTo>
                    <a:pt x="5795" y="5998"/>
                    <a:pt x="14294" y="9341"/>
                    <a:pt x="14294" y="9341"/>
                  </a:cubicBezTo>
                  <a:lnTo>
                    <a:pt x="17611" y="4518"/>
                  </a:lnTo>
                  <a:cubicBezTo>
                    <a:pt x="17611" y="4518"/>
                    <a:pt x="15161" y="3497"/>
                    <a:pt x="9495" y="0"/>
                  </a:cubicBezTo>
                  <a:close/>
                </a:path>
              </a:pathLst>
            </a:custGeom>
            <a:solidFill>
              <a:srgbClr val="91AD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63"/>
            <p:cNvSpPr/>
            <p:nvPr/>
          </p:nvSpPr>
          <p:spPr>
            <a:xfrm>
              <a:off x="1151350" y="1357700"/>
              <a:ext cx="120450" cy="103625"/>
            </a:xfrm>
            <a:custGeom>
              <a:avLst/>
              <a:gdLst/>
              <a:ahLst/>
              <a:cxnLst/>
              <a:rect l="l" t="t" r="r" b="b"/>
              <a:pathLst>
                <a:path w="4818" h="4145" extrusionOk="0">
                  <a:moveTo>
                    <a:pt x="2466" y="1"/>
                  </a:moveTo>
                  <a:cubicBezTo>
                    <a:pt x="1117" y="1"/>
                    <a:pt x="1" y="1358"/>
                    <a:pt x="504" y="2784"/>
                  </a:cubicBezTo>
                  <a:cubicBezTo>
                    <a:pt x="835" y="3684"/>
                    <a:pt x="1647" y="4144"/>
                    <a:pt x="2458" y="4144"/>
                  </a:cubicBezTo>
                  <a:cubicBezTo>
                    <a:pt x="3211" y="4144"/>
                    <a:pt x="3964" y="3748"/>
                    <a:pt x="4333" y="2937"/>
                  </a:cubicBezTo>
                  <a:cubicBezTo>
                    <a:pt x="4817" y="1916"/>
                    <a:pt x="4384" y="691"/>
                    <a:pt x="3363" y="206"/>
                  </a:cubicBezTo>
                  <a:cubicBezTo>
                    <a:pt x="3062" y="65"/>
                    <a:pt x="2758" y="1"/>
                    <a:pt x="2466" y="1"/>
                  </a:cubicBezTo>
                  <a:close/>
                </a:path>
              </a:pathLst>
            </a:custGeom>
            <a:solidFill>
              <a:srgbClr val="91AD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63"/>
            <p:cNvSpPr/>
            <p:nvPr/>
          </p:nvSpPr>
          <p:spPr>
            <a:xfrm>
              <a:off x="1339700" y="1445750"/>
              <a:ext cx="120975" cy="103625"/>
            </a:xfrm>
            <a:custGeom>
              <a:avLst/>
              <a:gdLst/>
              <a:ahLst/>
              <a:cxnLst/>
              <a:rect l="l" t="t" r="r" b="b"/>
              <a:pathLst>
                <a:path w="4839" h="4145" extrusionOk="0">
                  <a:moveTo>
                    <a:pt x="2461" y="1"/>
                  </a:moveTo>
                  <a:cubicBezTo>
                    <a:pt x="1113" y="1"/>
                    <a:pt x="1" y="1358"/>
                    <a:pt x="525" y="2784"/>
                  </a:cubicBezTo>
                  <a:cubicBezTo>
                    <a:pt x="856" y="3684"/>
                    <a:pt x="1667" y="4145"/>
                    <a:pt x="2479" y="4145"/>
                  </a:cubicBezTo>
                  <a:cubicBezTo>
                    <a:pt x="3232" y="4145"/>
                    <a:pt x="3985" y="3748"/>
                    <a:pt x="4353" y="2937"/>
                  </a:cubicBezTo>
                  <a:cubicBezTo>
                    <a:pt x="4838" y="1890"/>
                    <a:pt x="4379" y="665"/>
                    <a:pt x="3358" y="206"/>
                  </a:cubicBezTo>
                  <a:cubicBezTo>
                    <a:pt x="3057" y="65"/>
                    <a:pt x="2754" y="1"/>
                    <a:pt x="2461" y="1"/>
                  </a:cubicBezTo>
                  <a:close/>
                </a:path>
              </a:pathLst>
            </a:custGeom>
            <a:solidFill>
              <a:srgbClr val="91AD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63"/>
            <p:cNvSpPr/>
            <p:nvPr/>
          </p:nvSpPr>
          <p:spPr>
            <a:xfrm>
              <a:off x="1528575" y="1533175"/>
              <a:ext cx="120325" cy="103700"/>
            </a:xfrm>
            <a:custGeom>
              <a:avLst/>
              <a:gdLst/>
              <a:ahLst/>
              <a:cxnLst/>
              <a:rect l="l" t="t" r="r" b="b"/>
              <a:pathLst>
                <a:path w="4813" h="4148" extrusionOk="0">
                  <a:moveTo>
                    <a:pt x="2446" y="0"/>
                  </a:moveTo>
                  <a:cubicBezTo>
                    <a:pt x="1113" y="0"/>
                    <a:pt x="0" y="1357"/>
                    <a:pt x="524" y="2783"/>
                  </a:cubicBezTo>
                  <a:cubicBezTo>
                    <a:pt x="857" y="3687"/>
                    <a:pt x="1666" y="4148"/>
                    <a:pt x="2478" y="4148"/>
                  </a:cubicBezTo>
                  <a:cubicBezTo>
                    <a:pt x="3225" y="4148"/>
                    <a:pt x="3974" y="3757"/>
                    <a:pt x="4353" y="2962"/>
                  </a:cubicBezTo>
                  <a:cubicBezTo>
                    <a:pt x="4812" y="1915"/>
                    <a:pt x="4378" y="690"/>
                    <a:pt x="3332" y="205"/>
                  </a:cubicBezTo>
                  <a:cubicBezTo>
                    <a:pt x="3036" y="64"/>
                    <a:pt x="2736" y="0"/>
                    <a:pt x="2446" y="0"/>
                  </a:cubicBezTo>
                  <a:close/>
                </a:path>
              </a:pathLst>
            </a:custGeom>
            <a:solidFill>
              <a:srgbClr val="91AD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63"/>
            <p:cNvSpPr/>
            <p:nvPr/>
          </p:nvSpPr>
          <p:spPr>
            <a:xfrm>
              <a:off x="1717425" y="1621225"/>
              <a:ext cx="120325" cy="103400"/>
            </a:xfrm>
            <a:custGeom>
              <a:avLst/>
              <a:gdLst/>
              <a:ahLst/>
              <a:cxnLst/>
              <a:rect l="l" t="t" r="r" b="b"/>
              <a:pathLst>
                <a:path w="4813" h="4136" extrusionOk="0">
                  <a:moveTo>
                    <a:pt x="2447" y="0"/>
                  </a:moveTo>
                  <a:cubicBezTo>
                    <a:pt x="1113" y="0"/>
                    <a:pt x="1" y="1357"/>
                    <a:pt x="525" y="2783"/>
                  </a:cubicBezTo>
                  <a:cubicBezTo>
                    <a:pt x="857" y="3674"/>
                    <a:pt x="1667" y="4135"/>
                    <a:pt x="2475" y="4135"/>
                  </a:cubicBezTo>
                  <a:cubicBezTo>
                    <a:pt x="3219" y="4135"/>
                    <a:pt x="3961" y="3744"/>
                    <a:pt x="4328" y="2936"/>
                  </a:cubicBezTo>
                  <a:cubicBezTo>
                    <a:pt x="4813" y="1916"/>
                    <a:pt x="4379" y="665"/>
                    <a:pt x="3333" y="206"/>
                  </a:cubicBezTo>
                  <a:cubicBezTo>
                    <a:pt x="3037" y="64"/>
                    <a:pt x="2737" y="0"/>
                    <a:pt x="2447" y="0"/>
                  </a:cubicBezTo>
                  <a:close/>
                </a:path>
              </a:pathLst>
            </a:custGeom>
            <a:solidFill>
              <a:srgbClr val="91AD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63"/>
            <p:cNvSpPr/>
            <p:nvPr/>
          </p:nvSpPr>
          <p:spPr>
            <a:xfrm>
              <a:off x="1906150" y="1708875"/>
              <a:ext cx="120475" cy="103475"/>
            </a:xfrm>
            <a:custGeom>
              <a:avLst/>
              <a:gdLst/>
              <a:ahLst/>
              <a:cxnLst/>
              <a:rect l="l" t="t" r="r" b="b"/>
              <a:pathLst>
                <a:path w="4819" h="4139" extrusionOk="0">
                  <a:moveTo>
                    <a:pt x="2455" y="0"/>
                  </a:moveTo>
                  <a:cubicBezTo>
                    <a:pt x="1108" y="0"/>
                    <a:pt x="1" y="1344"/>
                    <a:pt x="505" y="2774"/>
                  </a:cubicBezTo>
                  <a:cubicBezTo>
                    <a:pt x="838" y="3678"/>
                    <a:pt x="1647" y="4138"/>
                    <a:pt x="2459" y="4138"/>
                  </a:cubicBezTo>
                  <a:cubicBezTo>
                    <a:pt x="3206" y="4138"/>
                    <a:pt x="3954" y="3748"/>
                    <a:pt x="4334" y="2953"/>
                  </a:cubicBezTo>
                  <a:cubicBezTo>
                    <a:pt x="4819" y="1906"/>
                    <a:pt x="4385" y="681"/>
                    <a:pt x="3338" y="196"/>
                  </a:cubicBezTo>
                  <a:cubicBezTo>
                    <a:pt x="3042" y="61"/>
                    <a:pt x="2743" y="0"/>
                    <a:pt x="2455" y="0"/>
                  </a:cubicBezTo>
                  <a:close/>
                </a:path>
              </a:pathLst>
            </a:custGeom>
            <a:solidFill>
              <a:srgbClr val="91AD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63"/>
            <p:cNvSpPr/>
            <p:nvPr/>
          </p:nvSpPr>
          <p:spPr>
            <a:xfrm>
              <a:off x="2244825" y="1504750"/>
              <a:ext cx="577475" cy="385150"/>
            </a:xfrm>
            <a:custGeom>
              <a:avLst/>
              <a:gdLst/>
              <a:ahLst/>
              <a:cxnLst/>
              <a:rect l="l" t="t" r="r" b="b"/>
              <a:pathLst>
                <a:path w="23099" h="15406" extrusionOk="0">
                  <a:moveTo>
                    <a:pt x="15453" y="0"/>
                  </a:moveTo>
                  <a:cubicBezTo>
                    <a:pt x="14420" y="0"/>
                    <a:pt x="13391" y="277"/>
                    <a:pt x="12481" y="832"/>
                  </a:cubicBezTo>
                  <a:lnTo>
                    <a:pt x="0" y="8310"/>
                  </a:lnTo>
                  <a:lnTo>
                    <a:pt x="15263" y="15405"/>
                  </a:lnTo>
                  <a:lnTo>
                    <a:pt x="22613" y="4533"/>
                  </a:lnTo>
                  <a:cubicBezTo>
                    <a:pt x="23098" y="3818"/>
                    <a:pt x="22817" y="2823"/>
                    <a:pt x="22026" y="2440"/>
                  </a:cubicBezTo>
                  <a:lnTo>
                    <a:pt x="17866" y="526"/>
                  </a:lnTo>
                  <a:cubicBezTo>
                    <a:pt x="17097" y="175"/>
                    <a:pt x="16274" y="0"/>
                    <a:pt x="154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63"/>
            <p:cNvSpPr/>
            <p:nvPr/>
          </p:nvSpPr>
          <p:spPr>
            <a:xfrm>
              <a:off x="2244825" y="1504750"/>
              <a:ext cx="575550" cy="225625"/>
            </a:xfrm>
            <a:custGeom>
              <a:avLst/>
              <a:gdLst/>
              <a:ahLst/>
              <a:cxnLst/>
              <a:rect l="l" t="t" r="r" b="b"/>
              <a:pathLst>
                <a:path w="23022" h="9025" extrusionOk="0">
                  <a:moveTo>
                    <a:pt x="15468" y="0"/>
                  </a:moveTo>
                  <a:cubicBezTo>
                    <a:pt x="14428" y="0"/>
                    <a:pt x="13391" y="277"/>
                    <a:pt x="12481" y="832"/>
                  </a:cubicBezTo>
                  <a:lnTo>
                    <a:pt x="0" y="8310"/>
                  </a:lnTo>
                  <a:lnTo>
                    <a:pt x="1532" y="9025"/>
                  </a:lnTo>
                  <a:lnTo>
                    <a:pt x="12787" y="2261"/>
                  </a:lnTo>
                  <a:cubicBezTo>
                    <a:pt x="13690" y="1711"/>
                    <a:pt x="14710" y="1434"/>
                    <a:pt x="15735" y="1434"/>
                  </a:cubicBezTo>
                  <a:cubicBezTo>
                    <a:pt x="16564" y="1434"/>
                    <a:pt x="17396" y="1615"/>
                    <a:pt x="18172" y="1981"/>
                  </a:cubicBezTo>
                  <a:lnTo>
                    <a:pt x="22332" y="3920"/>
                  </a:lnTo>
                  <a:cubicBezTo>
                    <a:pt x="22486" y="3997"/>
                    <a:pt x="22639" y="4099"/>
                    <a:pt x="22766" y="4227"/>
                  </a:cubicBezTo>
                  <a:cubicBezTo>
                    <a:pt x="23022" y="3537"/>
                    <a:pt x="22690" y="2772"/>
                    <a:pt x="22026" y="2440"/>
                  </a:cubicBezTo>
                  <a:lnTo>
                    <a:pt x="17892" y="526"/>
                  </a:lnTo>
                  <a:cubicBezTo>
                    <a:pt x="17123" y="175"/>
                    <a:pt x="16294" y="0"/>
                    <a:pt x="1546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63"/>
            <p:cNvSpPr/>
            <p:nvPr/>
          </p:nvSpPr>
          <p:spPr>
            <a:xfrm>
              <a:off x="241300" y="1176975"/>
              <a:ext cx="195275" cy="233750"/>
            </a:xfrm>
            <a:custGeom>
              <a:avLst/>
              <a:gdLst/>
              <a:ahLst/>
              <a:cxnLst/>
              <a:rect l="l" t="t" r="r" b="b"/>
              <a:pathLst>
                <a:path w="7811" h="9350" extrusionOk="0">
                  <a:moveTo>
                    <a:pt x="6225" y="1"/>
                  </a:moveTo>
                  <a:cubicBezTo>
                    <a:pt x="3370" y="1"/>
                    <a:pt x="1230" y="525"/>
                    <a:pt x="588" y="2739"/>
                  </a:cubicBezTo>
                  <a:cubicBezTo>
                    <a:pt x="1" y="4781"/>
                    <a:pt x="1583" y="7026"/>
                    <a:pt x="4569" y="9349"/>
                  </a:cubicBezTo>
                  <a:cubicBezTo>
                    <a:pt x="5360" y="8456"/>
                    <a:pt x="5998" y="7460"/>
                    <a:pt x="6483" y="6388"/>
                  </a:cubicBezTo>
                  <a:cubicBezTo>
                    <a:pt x="7453" y="4423"/>
                    <a:pt x="7811" y="2203"/>
                    <a:pt x="7581" y="33"/>
                  </a:cubicBezTo>
                  <a:cubicBezTo>
                    <a:pt x="7114" y="13"/>
                    <a:pt x="6661" y="1"/>
                    <a:pt x="6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sp>
          <p:nvSpPr>
            <p:cNvPr id="3137" name="Google Shape;3137;p63"/>
            <p:cNvSpPr/>
            <p:nvPr/>
          </p:nvSpPr>
          <p:spPr>
            <a:xfrm>
              <a:off x="355525" y="1314350"/>
              <a:ext cx="825675" cy="518125"/>
            </a:xfrm>
            <a:custGeom>
              <a:avLst/>
              <a:gdLst/>
              <a:ahLst/>
              <a:cxnLst/>
              <a:rect l="l" t="t" r="r" b="b"/>
              <a:pathLst>
                <a:path w="33027" h="20725" extrusionOk="0">
                  <a:moveTo>
                    <a:pt x="2348" y="0"/>
                  </a:moveTo>
                  <a:lnTo>
                    <a:pt x="2297" y="26"/>
                  </a:lnTo>
                  <a:cubicBezTo>
                    <a:pt x="2170" y="332"/>
                    <a:pt x="2042" y="613"/>
                    <a:pt x="1914" y="919"/>
                  </a:cubicBezTo>
                  <a:cubicBezTo>
                    <a:pt x="1404" y="1991"/>
                    <a:pt x="766" y="2986"/>
                    <a:pt x="0" y="3880"/>
                  </a:cubicBezTo>
                  <a:cubicBezTo>
                    <a:pt x="3752" y="6815"/>
                    <a:pt x="9724" y="9903"/>
                    <a:pt x="16309" y="12966"/>
                  </a:cubicBezTo>
                  <a:lnTo>
                    <a:pt x="33026" y="20724"/>
                  </a:lnTo>
                  <a:lnTo>
                    <a:pt x="29836" y="16947"/>
                  </a:lnTo>
                  <a:cubicBezTo>
                    <a:pt x="29759" y="16819"/>
                    <a:pt x="29683" y="16717"/>
                    <a:pt x="29632" y="16590"/>
                  </a:cubicBezTo>
                  <a:lnTo>
                    <a:pt x="20929" y="12532"/>
                  </a:lnTo>
                  <a:lnTo>
                    <a:pt x="22409" y="9341"/>
                  </a:lnTo>
                  <a:lnTo>
                    <a:pt x="234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63"/>
            <p:cNvSpPr/>
            <p:nvPr/>
          </p:nvSpPr>
          <p:spPr>
            <a:xfrm>
              <a:off x="2196975" y="2244625"/>
              <a:ext cx="218225" cy="151250"/>
            </a:xfrm>
            <a:custGeom>
              <a:avLst/>
              <a:gdLst/>
              <a:ahLst/>
              <a:cxnLst/>
              <a:rect l="l" t="t" r="r" b="b"/>
              <a:pathLst>
                <a:path w="8729" h="6050" extrusionOk="0">
                  <a:moveTo>
                    <a:pt x="255" y="1"/>
                  </a:moveTo>
                  <a:lnTo>
                    <a:pt x="0" y="2451"/>
                  </a:lnTo>
                  <a:lnTo>
                    <a:pt x="7759" y="6050"/>
                  </a:lnTo>
                  <a:lnTo>
                    <a:pt x="8729" y="3957"/>
                  </a:lnTo>
                  <a:lnTo>
                    <a:pt x="25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63"/>
            <p:cNvSpPr/>
            <p:nvPr/>
          </p:nvSpPr>
          <p:spPr>
            <a:xfrm>
              <a:off x="2437525" y="2091500"/>
              <a:ext cx="412850" cy="432625"/>
            </a:xfrm>
            <a:custGeom>
              <a:avLst/>
              <a:gdLst/>
              <a:ahLst/>
              <a:cxnLst/>
              <a:rect l="l" t="t" r="r" b="b"/>
              <a:pathLst>
                <a:path w="16514" h="17305" extrusionOk="0">
                  <a:moveTo>
                    <a:pt x="3803" y="0"/>
                  </a:moveTo>
                  <a:lnTo>
                    <a:pt x="1889" y="4084"/>
                  </a:lnTo>
                  <a:lnTo>
                    <a:pt x="0" y="8168"/>
                  </a:lnTo>
                  <a:lnTo>
                    <a:pt x="8882" y="17305"/>
                  </a:lnTo>
                  <a:lnTo>
                    <a:pt x="12685" y="9112"/>
                  </a:lnTo>
                  <a:lnTo>
                    <a:pt x="16513" y="945"/>
                  </a:lnTo>
                  <a:lnTo>
                    <a:pt x="380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63"/>
            <p:cNvSpPr/>
            <p:nvPr/>
          </p:nvSpPr>
          <p:spPr>
            <a:xfrm>
              <a:off x="834700" y="1207150"/>
              <a:ext cx="199750" cy="119350"/>
            </a:xfrm>
            <a:custGeom>
              <a:avLst/>
              <a:gdLst/>
              <a:ahLst/>
              <a:cxnLst/>
              <a:rect l="l" t="t" r="r" b="b"/>
              <a:pathLst>
                <a:path w="7990" h="4774" extrusionOk="0">
                  <a:moveTo>
                    <a:pt x="6049" y="0"/>
                  </a:moveTo>
                  <a:cubicBezTo>
                    <a:pt x="4033" y="1225"/>
                    <a:pt x="2017" y="2451"/>
                    <a:pt x="1" y="3701"/>
                  </a:cubicBezTo>
                  <a:cubicBezTo>
                    <a:pt x="715" y="4084"/>
                    <a:pt x="1353" y="4441"/>
                    <a:pt x="1991" y="4773"/>
                  </a:cubicBezTo>
                  <a:cubicBezTo>
                    <a:pt x="3982" y="3522"/>
                    <a:pt x="5973" y="2297"/>
                    <a:pt x="7989" y="1098"/>
                  </a:cubicBezTo>
                  <a:cubicBezTo>
                    <a:pt x="7428" y="766"/>
                    <a:pt x="6790" y="409"/>
                    <a:pt x="6049" y="0"/>
                  </a:cubicBezTo>
                  <a:close/>
                </a:path>
              </a:pathLst>
            </a:custGeom>
            <a:solidFill>
              <a:srgbClr val="B6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63"/>
            <p:cNvSpPr/>
            <p:nvPr/>
          </p:nvSpPr>
          <p:spPr>
            <a:xfrm>
              <a:off x="1162675" y="1362200"/>
              <a:ext cx="101475" cy="95100"/>
            </a:xfrm>
            <a:custGeom>
              <a:avLst/>
              <a:gdLst/>
              <a:ahLst/>
              <a:cxnLst/>
              <a:rect l="l" t="t" r="r" b="b"/>
              <a:pathLst>
                <a:path w="4059" h="3804" extrusionOk="0">
                  <a:moveTo>
                    <a:pt x="2859" y="0"/>
                  </a:moveTo>
                  <a:cubicBezTo>
                    <a:pt x="1914" y="792"/>
                    <a:pt x="944" y="1532"/>
                    <a:pt x="0" y="2297"/>
                  </a:cubicBezTo>
                  <a:cubicBezTo>
                    <a:pt x="102" y="2935"/>
                    <a:pt x="536" y="3497"/>
                    <a:pt x="1149" y="3778"/>
                  </a:cubicBezTo>
                  <a:lnTo>
                    <a:pt x="1225" y="3803"/>
                  </a:lnTo>
                  <a:cubicBezTo>
                    <a:pt x="2170" y="3063"/>
                    <a:pt x="3114" y="2323"/>
                    <a:pt x="4058" y="1557"/>
                  </a:cubicBezTo>
                  <a:cubicBezTo>
                    <a:pt x="3956" y="894"/>
                    <a:pt x="3522" y="307"/>
                    <a:pt x="2910" y="26"/>
                  </a:cubicBezTo>
                  <a:lnTo>
                    <a:pt x="2859" y="0"/>
                  </a:lnTo>
                  <a:close/>
                </a:path>
              </a:pathLst>
            </a:custGeom>
            <a:solidFill>
              <a:srgbClr val="B6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63"/>
            <p:cNvSpPr/>
            <p:nvPr/>
          </p:nvSpPr>
          <p:spPr>
            <a:xfrm>
              <a:off x="1351525" y="1450875"/>
              <a:ext cx="101475" cy="95100"/>
            </a:xfrm>
            <a:custGeom>
              <a:avLst/>
              <a:gdLst/>
              <a:ahLst/>
              <a:cxnLst/>
              <a:rect l="l" t="t" r="r" b="b"/>
              <a:pathLst>
                <a:path w="4059" h="3804" extrusionOk="0">
                  <a:moveTo>
                    <a:pt x="2936" y="1"/>
                  </a:moveTo>
                  <a:cubicBezTo>
                    <a:pt x="1940" y="792"/>
                    <a:pt x="971" y="1558"/>
                    <a:pt x="1" y="2349"/>
                  </a:cubicBezTo>
                  <a:cubicBezTo>
                    <a:pt x="128" y="2962"/>
                    <a:pt x="562" y="3472"/>
                    <a:pt x="1124" y="3727"/>
                  </a:cubicBezTo>
                  <a:lnTo>
                    <a:pt x="1302" y="3804"/>
                  </a:lnTo>
                  <a:cubicBezTo>
                    <a:pt x="2221" y="3064"/>
                    <a:pt x="3140" y="2349"/>
                    <a:pt x="4059" y="1609"/>
                  </a:cubicBezTo>
                  <a:cubicBezTo>
                    <a:pt x="3982" y="920"/>
                    <a:pt x="3548" y="307"/>
                    <a:pt x="2936" y="1"/>
                  </a:cubicBezTo>
                  <a:close/>
                </a:path>
              </a:pathLst>
            </a:custGeom>
            <a:solidFill>
              <a:srgbClr val="B6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63"/>
            <p:cNvSpPr/>
            <p:nvPr/>
          </p:nvSpPr>
          <p:spPr>
            <a:xfrm>
              <a:off x="1539750" y="1538300"/>
              <a:ext cx="101475" cy="95100"/>
            </a:xfrm>
            <a:custGeom>
              <a:avLst/>
              <a:gdLst/>
              <a:ahLst/>
              <a:cxnLst/>
              <a:rect l="l" t="t" r="r" b="b"/>
              <a:pathLst>
                <a:path w="4059" h="3804" extrusionOk="0">
                  <a:moveTo>
                    <a:pt x="2910" y="0"/>
                  </a:moveTo>
                  <a:cubicBezTo>
                    <a:pt x="1941" y="792"/>
                    <a:pt x="971" y="1557"/>
                    <a:pt x="1" y="2323"/>
                  </a:cubicBezTo>
                  <a:cubicBezTo>
                    <a:pt x="129" y="2936"/>
                    <a:pt x="562" y="3472"/>
                    <a:pt x="1149" y="3752"/>
                  </a:cubicBezTo>
                  <a:lnTo>
                    <a:pt x="1277" y="3803"/>
                  </a:lnTo>
                  <a:cubicBezTo>
                    <a:pt x="2196" y="3063"/>
                    <a:pt x="3140" y="2323"/>
                    <a:pt x="4059" y="1557"/>
                  </a:cubicBezTo>
                  <a:cubicBezTo>
                    <a:pt x="3957" y="868"/>
                    <a:pt x="3523" y="281"/>
                    <a:pt x="2910" y="0"/>
                  </a:cubicBezTo>
                  <a:close/>
                </a:path>
              </a:pathLst>
            </a:custGeom>
            <a:solidFill>
              <a:srgbClr val="B6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63"/>
            <p:cNvSpPr/>
            <p:nvPr/>
          </p:nvSpPr>
          <p:spPr>
            <a:xfrm>
              <a:off x="1728625" y="1627000"/>
              <a:ext cx="102125" cy="95075"/>
            </a:xfrm>
            <a:custGeom>
              <a:avLst/>
              <a:gdLst/>
              <a:ahLst/>
              <a:cxnLst/>
              <a:rect l="l" t="t" r="r" b="b"/>
              <a:pathLst>
                <a:path w="4085" h="3803" extrusionOk="0">
                  <a:moveTo>
                    <a:pt x="2936" y="0"/>
                  </a:moveTo>
                  <a:cubicBezTo>
                    <a:pt x="1966" y="766"/>
                    <a:pt x="996" y="1557"/>
                    <a:pt x="1" y="2323"/>
                  </a:cubicBezTo>
                  <a:cubicBezTo>
                    <a:pt x="154" y="2935"/>
                    <a:pt x="562" y="3446"/>
                    <a:pt x="1149" y="3726"/>
                  </a:cubicBezTo>
                  <a:lnTo>
                    <a:pt x="1328" y="3803"/>
                  </a:lnTo>
                  <a:cubicBezTo>
                    <a:pt x="2247" y="3063"/>
                    <a:pt x="3165" y="2323"/>
                    <a:pt x="4084" y="1582"/>
                  </a:cubicBezTo>
                  <a:cubicBezTo>
                    <a:pt x="3982" y="893"/>
                    <a:pt x="3574" y="306"/>
                    <a:pt x="2936" y="0"/>
                  </a:cubicBezTo>
                  <a:close/>
                </a:path>
              </a:pathLst>
            </a:custGeom>
            <a:solidFill>
              <a:srgbClr val="B6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63"/>
            <p:cNvSpPr/>
            <p:nvPr/>
          </p:nvSpPr>
          <p:spPr>
            <a:xfrm>
              <a:off x="1916850" y="1713775"/>
              <a:ext cx="101475" cy="95075"/>
            </a:xfrm>
            <a:custGeom>
              <a:avLst/>
              <a:gdLst/>
              <a:ahLst/>
              <a:cxnLst/>
              <a:rect l="l" t="t" r="r" b="b"/>
              <a:pathLst>
                <a:path w="4059" h="3803" extrusionOk="0">
                  <a:moveTo>
                    <a:pt x="2859" y="0"/>
                  </a:moveTo>
                  <a:cubicBezTo>
                    <a:pt x="1915" y="766"/>
                    <a:pt x="945" y="1531"/>
                    <a:pt x="1" y="2272"/>
                  </a:cubicBezTo>
                  <a:cubicBezTo>
                    <a:pt x="103" y="2935"/>
                    <a:pt x="537" y="3497"/>
                    <a:pt x="1149" y="3777"/>
                  </a:cubicBezTo>
                  <a:lnTo>
                    <a:pt x="1226" y="3803"/>
                  </a:lnTo>
                  <a:cubicBezTo>
                    <a:pt x="2170" y="3063"/>
                    <a:pt x="3140" y="2297"/>
                    <a:pt x="4059" y="1531"/>
                  </a:cubicBezTo>
                  <a:cubicBezTo>
                    <a:pt x="3957" y="868"/>
                    <a:pt x="3523" y="281"/>
                    <a:pt x="2910" y="0"/>
                  </a:cubicBezTo>
                  <a:close/>
                </a:path>
              </a:pathLst>
            </a:custGeom>
            <a:solidFill>
              <a:srgbClr val="B6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63"/>
            <p:cNvSpPr/>
            <p:nvPr/>
          </p:nvSpPr>
          <p:spPr>
            <a:xfrm>
              <a:off x="223234" y="1184614"/>
              <a:ext cx="2253675" cy="1217450"/>
            </a:xfrm>
            <a:custGeom>
              <a:avLst/>
              <a:gdLst/>
              <a:ahLst/>
              <a:cxnLst/>
              <a:rect l="l" t="t" r="r" b="b"/>
              <a:pathLst>
                <a:path w="90147" h="48698" extrusionOk="0">
                  <a:moveTo>
                    <a:pt x="5437" y="0"/>
                  </a:moveTo>
                  <a:cubicBezTo>
                    <a:pt x="3395" y="179"/>
                    <a:pt x="1890" y="868"/>
                    <a:pt x="1354" y="2655"/>
                  </a:cubicBezTo>
                  <a:cubicBezTo>
                    <a:pt x="1" y="7300"/>
                    <a:pt x="9853" y="12864"/>
                    <a:pt x="21644" y="18351"/>
                  </a:cubicBezTo>
                  <a:lnTo>
                    <a:pt x="38361" y="26135"/>
                  </a:lnTo>
                  <a:lnTo>
                    <a:pt x="35171" y="22332"/>
                  </a:lnTo>
                  <a:cubicBezTo>
                    <a:pt x="34439" y="21450"/>
                    <a:pt x="35141" y="20259"/>
                    <a:pt x="36129" y="20259"/>
                  </a:cubicBezTo>
                  <a:cubicBezTo>
                    <a:pt x="36312" y="20259"/>
                    <a:pt x="36506" y="20301"/>
                    <a:pt x="36702" y="20393"/>
                  </a:cubicBezTo>
                  <a:lnTo>
                    <a:pt x="77870" y="39586"/>
                  </a:lnTo>
                  <a:cubicBezTo>
                    <a:pt x="78814" y="40019"/>
                    <a:pt x="79401" y="41015"/>
                    <a:pt x="79299" y="42061"/>
                  </a:cubicBezTo>
                  <a:lnTo>
                    <a:pt x="78993" y="45073"/>
                  </a:lnTo>
                  <a:lnTo>
                    <a:pt x="86752" y="48697"/>
                  </a:lnTo>
                  <a:lnTo>
                    <a:pt x="90146" y="41398"/>
                  </a:lnTo>
                  <a:lnTo>
                    <a:pt x="36779" y="17151"/>
                  </a:lnTo>
                  <a:cubicBezTo>
                    <a:pt x="36779" y="17151"/>
                    <a:pt x="19908" y="10056"/>
                    <a:pt x="5437" y="0"/>
                  </a:cubicBezTo>
                  <a:close/>
                </a:path>
              </a:pathLst>
            </a:custGeom>
            <a:solidFill>
              <a:srgbClr val="000000">
                <a:alpha val="31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sp>
          <p:nvSpPr>
            <p:cNvPr id="3147" name="Google Shape;3147;p63"/>
            <p:cNvSpPr/>
            <p:nvPr/>
          </p:nvSpPr>
          <p:spPr>
            <a:xfrm>
              <a:off x="1083550" y="1685800"/>
              <a:ext cx="1123650" cy="921000"/>
            </a:xfrm>
            <a:custGeom>
              <a:avLst/>
              <a:gdLst/>
              <a:ahLst/>
              <a:cxnLst/>
              <a:rect l="l" t="t" r="r" b="b"/>
              <a:pathLst>
                <a:path w="44946" h="36840" extrusionOk="0">
                  <a:moveTo>
                    <a:pt x="1693" y="1"/>
                  </a:moveTo>
                  <a:cubicBezTo>
                    <a:pt x="701" y="1"/>
                    <a:pt x="0" y="1201"/>
                    <a:pt x="715" y="2089"/>
                  </a:cubicBezTo>
                  <a:lnTo>
                    <a:pt x="18504" y="23298"/>
                  </a:lnTo>
                  <a:cubicBezTo>
                    <a:pt x="21643" y="27050"/>
                    <a:pt x="25548" y="30062"/>
                    <a:pt x="29989" y="32129"/>
                  </a:cubicBezTo>
                  <a:lnTo>
                    <a:pt x="39535" y="36570"/>
                  </a:lnTo>
                  <a:cubicBezTo>
                    <a:pt x="39931" y="36754"/>
                    <a:pt x="40342" y="36839"/>
                    <a:pt x="40744" y="36839"/>
                  </a:cubicBezTo>
                  <a:cubicBezTo>
                    <a:pt x="42181" y="36839"/>
                    <a:pt x="43504" y="35751"/>
                    <a:pt x="43644" y="34196"/>
                  </a:cubicBezTo>
                  <a:lnTo>
                    <a:pt x="44843" y="21792"/>
                  </a:lnTo>
                  <a:cubicBezTo>
                    <a:pt x="44945" y="20746"/>
                    <a:pt x="44358" y="19750"/>
                    <a:pt x="43414" y="19291"/>
                  </a:cubicBezTo>
                  <a:lnTo>
                    <a:pt x="2246" y="124"/>
                  </a:lnTo>
                  <a:cubicBezTo>
                    <a:pt x="2057" y="39"/>
                    <a:pt x="1871" y="1"/>
                    <a:pt x="16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63"/>
            <p:cNvSpPr/>
            <p:nvPr/>
          </p:nvSpPr>
          <p:spPr>
            <a:xfrm>
              <a:off x="1083875" y="1685550"/>
              <a:ext cx="1088875" cy="921300"/>
            </a:xfrm>
            <a:custGeom>
              <a:avLst/>
              <a:gdLst/>
              <a:ahLst/>
              <a:cxnLst/>
              <a:rect l="l" t="t" r="r" b="b"/>
              <a:pathLst>
                <a:path w="43555" h="36852" extrusionOk="0">
                  <a:moveTo>
                    <a:pt x="1685" y="0"/>
                  </a:moveTo>
                  <a:cubicBezTo>
                    <a:pt x="649" y="0"/>
                    <a:pt x="0" y="1208"/>
                    <a:pt x="702" y="2073"/>
                  </a:cubicBezTo>
                  <a:lnTo>
                    <a:pt x="18491" y="23308"/>
                  </a:lnTo>
                  <a:cubicBezTo>
                    <a:pt x="21630" y="27060"/>
                    <a:pt x="25535" y="30072"/>
                    <a:pt x="29976" y="32139"/>
                  </a:cubicBezTo>
                  <a:lnTo>
                    <a:pt x="39522" y="36580"/>
                  </a:lnTo>
                  <a:cubicBezTo>
                    <a:pt x="39918" y="36765"/>
                    <a:pt x="40332" y="36852"/>
                    <a:pt x="40738" y="36852"/>
                  </a:cubicBezTo>
                  <a:cubicBezTo>
                    <a:pt x="42009" y="36852"/>
                    <a:pt x="43206" y="36006"/>
                    <a:pt x="43554" y="34691"/>
                  </a:cubicBezTo>
                  <a:lnTo>
                    <a:pt x="43554" y="34691"/>
                  </a:lnTo>
                  <a:cubicBezTo>
                    <a:pt x="43122" y="34934"/>
                    <a:pt x="42647" y="35056"/>
                    <a:pt x="42170" y="35056"/>
                  </a:cubicBezTo>
                  <a:cubicBezTo>
                    <a:pt x="41746" y="35056"/>
                    <a:pt x="41322" y="34960"/>
                    <a:pt x="40925" y="34768"/>
                  </a:cubicBezTo>
                  <a:lnTo>
                    <a:pt x="31380" y="30327"/>
                  </a:lnTo>
                  <a:cubicBezTo>
                    <a:pt x="26965" y="28259"/>
                    <a:pt x="23034" y="25273"/>
                    <a:pt x="19895" y="21522"/>
                  </a:cubicBezTo>
                  <a:lnTo>
                    <a:pt x="2131" y="287"/>
                  </a:lnTo>
                  <a:cubicBezTo>
                    <a:pt x="2055" y="210"/>
                    <a:pt x="2004" y="108"/>
                    <a:pt x="1978" y="32"/>
                  </a:cubicBezTo>
                  <a:cubicBezTo>
                    <a:pt x="1878" y="10"/>
                    <a:pt x="1780" y="0"/>
                    <a:pt x="16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63"/>
            <p:cNvSpPr/>
            <p:nvPr/>
          </p:nvSpPr>
          <p:spPr>
            <a:xfrm>
              <a:off x="2494300" y="2134875"/>
              <a:ext cx="320325" cy="150625"/>
            </a:xfrm>
            <a:custGeom>
              <a:avLst/>
              <a:gdLst/>
              <a:ahLst/>
              <a:cxnLst/>
              <a:rect l="l" t="t" r="r" b="b"/>
              <a:pathLst>
                <a:path w="12813" h="6025" extrusionOk="0">
                  <a:moveTo>
                    <a:pt x="741" y="1"/>
                  </a:moveTo>
                  <a:lnTo>
                    <a:pt x="1" y="1558"/>
                  </a:lnTo>
                  <a:lnTo>
                    <a:pt x="11052" y="6024"/>
                  </a:lnTo>
                  <a:lnTo>
                    <a:pt x="12813" y="2247"/>
                  </a:lnTo>
                  <a:lnTo>
                    <a:pt x="741" y="1"/>
                  </a:lnTo>
                  <a:close/>
                </a:path>
              </a:pathLst>
            </a:custGeom>
            <a:solidFill>
              <a:srgbClr val="FFFFFF">
                <a:alpha val="35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63"/>
            <p:cNvSpPr/>
            <p:nvPr/>
          </p:nvSpPr>
          <p:spPr>
            <a:xfrm>
              <a:off x="238125" y="1139550"/>
              <a:ext cx="3125250" cy="1500925"/>
            </a:xfrm>
            <a:custGeom>
              <a:avLst/>
              <a:gdLst/>
              <a:ahLst/>
              <a:cxnLst/>
              <a:rect l="l" t="t" r="r" b="b"/>
              <a:pathLst>
                <a:path w="125010" h="60037" extrusionOk="0">
                  <a:moveTo>
                    <a:pt x="1174" y="6073"/>
                  </a:moveTo>
                  <a:lnTo>
                    <a:pt x="1174" y="6073"/>
                  </a:lnTo>
                  <a:cubicBezTo>
                    <a:pt x="1455" y="6533"/>
                    <a:pt x="1710" y="6992"/>
                    <a:pt x="1914" y="7477"/>
                  </a:cubicBezTo>
                  <a:lnTo>
                    <a:pt x="1787" y="7349"/>
                  </a:lnTo>
                  <a:cubicBezTo>
                    <a:pt x="1557" y="6941"/>
                    <a:pt x="1353" y="6507"/>
                    <a:pt x="1174" y="6073"/>
                  </a:cubicBezTo>
                  <a:close/>
                  <a:moveTo>
                    <a:pt x="26722" y="943"/>
                  </a:moveTo>
                  <a:cubicBezTo>
                    <a:pt x="28483" y="2194"/>
                    <a:pt x="30321" y="3317"/>
                    <a:pt x="32260" y="4261"/>
                  </a:cubicBezTo>
                  <a:cubicBezTo>
                    <a:pt x="31035" y="5665"/>
                    <a:pt x="29810" y="7094"/>
                    <a:pt x="28636" y="8549"/>
                  </a:cubicBezTo>
                  <a:cubicBezTo>
                    <a:pt x="28611" y="8575"/>
                    <a:pt x="28611" y="8600"/>
                    <a:pt x="28611" y="8626"/>
                  </a:cubicBezTo>
                  <a:cubicBezTo>
                    <a:pt x="24757" y="6788"/>
                    <a:pt x="20980" y="4746"/>
                    <a:pt x="17687" y="2015"/>
                  </a:cubicBezTo>
                  <a:cubicBezTo>
                    <a:pt x="20495" y="1658"/>
                    <a:pt x="23302" y="1096"/>
                    <a:pt x="26135" y="969"/>
                  </a:cubicBezTo>
                  <a:cubicBezTo>
                    <a:pt x="26339" y="969"/>
                    <a:pt x="26543" y="969"/>
                    <a:pt x="26722" y="943"/>
                  </a:cubicBezTo>
                  <a:close/>
                  <a:moveTo>
                    <a:pt x="32567" y="4414"/>
                  </a:moveTo>
                  <a:lnTo>
                    <a:pt x="32847" y="4542"/>
                  </a:lnTo>
                  <a:cubicBezTo>
                    <a:pt x="31546" y="5895"/>
                    <a:pt x="30346" y="7349"/>
                    <a:pt x="29249" y="8881"/>
                  </a:cubicBezTo>
                  <a:lnTo>
                    <a:pt x="29249" y="8906"/>
                  </a:lnTo>
                  <a:lnTo>
                    <a:pt x="28891" y="8753"/>
                  </a:lnTo>
                  <a:cubicBezTo>
                    <a:pt x="30091" y="7273"/>
                    <a:pt x="31316" y="5844"/>
                    <a:pt x="32567" y="4414"/>
                  </a:cubicBezTo>
                  <a:close/>
                  <a:moveTo>
                    <a:pt x="33128" y="4695"/>
                  </a:moveTo>
                  <a:cubicBezTo>
                    <a:pt x="33511" y="4874"/>
                    <a:pt x="33894" y="5052"/>
                    <a:pt x="34302" y="5206"/>
                  </a:cubicBezTo>
                  <a:cubicBezTo>
                    <a:pt x="33256" y="6762"/>
                    <a:pt x="32184" y="8268"/>
                    <a:pt x="31086" y="9774"/>
                  </a:cubicBezTo>
                  <a:lnTo>
                    <a:pt x="29504" y="9034"/>
                  </a:lnTo>
                  <a:cubicBezTo>
                    <a:pt x="30627" y="7503"/>
                    <a:pt x="31827" y="6048"/>
                    <a:pt x="33128" y="4695"/>
                  </a:cubicBezTo>
                  <a:close/>
                  <a:moveTo>
                    <a:pt x="7172" y="11995"/>
                  </a:moveTo>
                  <a:cubicBezTo>
                    <a:pt x="7708" y="12377"/>
                    <a:pt x="8193" y="12862"/>
                    <a:pt x="8525" y="13449"/>
                  </a:cubicBezTo>
                  <a:cubicBezTo>
                    <a:pt x="7989" y="13118"/>
                    <a:pt x="7453" y="12760"/>
                    <a:pt x="6942" y="12403"/>
                  </a:cubicBezTo>
                  <a:lnTo>
                    <a:pt x="6942" y="12403"/>
                  </a:lnTo>
                  <a:cubicBezTo>
                    <a:pt x="6956" y="12407"/>
                    <a:pt x="6970" y="12410"/>
                    <a:pt x="6985" y="12410"/>
                  </a:cubicBezTo>
                  <a:cubicBezTo>
                    <a:pt x="7052" y="12410"/>
                    <a:pt x="7121" y="12364"/>
                    <a:pt x="7121" y="12301"/>
                  </a:cubicBezTo>
                  <a:cubicBezTo>
                    <a:pt x="7146" y="12199"/>
                    <a:pt x="7146" y="12097"/>
                    <a:pt x="7172" y="11995"/>
                  </a:cubicBezTo>
                  <a:close/>
                  <a:moveTo>
                    <a:pt x="94433" y="14802"/>
                  </a:moveTo>
                  <a:cubicBezTo>
                    <a:pt x="94433" y="14828"/>
                    <a:pt x="94433" y="14879"/>
                    <a:pt x="94459" y="14904"/>
                  </a:cubicBezTo>
                  <a:cubicBezTo>
                    <a:pt x="94663" y="15236"/>
                    <a:pt x="94842" y="15619"/>
                    <a:pt x="94969" y="16027"/>
                  </a:cubicBezTo>
                  <a:cubicBezTo>
                    <a:pt x="94842" y="16053"/>
                    <a:pt x="94714" y="16078"/>
                    <a:pt x="94612" y="16104"/>
                  </a:cubicBezTo>
                  <a:lnTo>
                    <a:pt x="94612" y="16078"/>
                  </a:lnTo>
                  <a:cubicBezTo>
                    <a:pt x="94433" y="15695"/>
                    <a:pt x="94280" y="15338"/>
                    <a:pt x="94101" y="14955"/>
                  </a:cubicBezTo>
                  <a:lnTo>
                    <a:pt x="94153" y="14930"/>
                  </a:lnTo>
                  <a:cubicBezTo>
                    <a:pt x="94229" y="14879"/>
                    <a:pt x="94331" y="14853"/>
                    <a:pt x="94433" y="14802"/>
                  </a:cubicBezTo>
                  <a:close/>
                  <a:moveTo>
                    <a:pt x="14420" y="16002"/>
                  </a:moveTo>
                  <a:cubicBezTo>
                    <a:pt x="14931" y="16359"/>
                    <a:pt x="15339" y="16818"/>
                    <a:pt x="15671" y="17329"/>
                  </a:cubicBezTo>
                  <a:cubicBezTo>
                    <a:pt x="15237" y="17099"/>
                    <a:pt x="14778" y="16895"/>
                    <a:pt x="14344" y="16665"/>
                  </a:cubicBezTo>
                  <a:cubicBezTo>
                    <a:pt x="14395" y="16461"/>
                    <a:pt x="14420" y="16231"/>
                    <a:pt x="14420" y="16002"/>
                  </a:cubicBezTo>
                  <a:close/>
                  <a:moveTo>
                    <a:pt x="102141" y="17303"/>
                  </a:moveTo>
                  <a:cubicBezTo>
                    <a:pt x="102243" y="17456"/>
                    <a:pt x="102320" y="17609"/>
                    <a:pt x="102371" y="17788"/>
                  </a:cubicBezTo>
                  <a:cubicBezTo>
                    <a:pt x="102269" y="17865"/>
                    <a:pt x="102167" y="17967"/>
                    <a:pt x="102039" y="18069"/>
                  </a:cubicBezTo>
                  <a:cubicBezTo>
                    <a:pt x="101886" y="17992"/>
                    <a:pt x="101733" y="17916"/>
                    <a:pt x="101580" y="17839"/>
                  </a:cubicBezTo>
                  <a:cubicBezTo>
                    <a:pt x="101758" y="17660"/>
                    <a:pt x="101937" y="17482"/>
                    <a:pt x="102141" y="17303"/>
                  </a:cubicBezTo>
                  <a:close/>
                  <a:moveTo>
                    <a:pt x="102422" y="18145"/>
                  </a:moveTo>
                  <a:lnTo>
                    <a:pt x="102422" y="18299"/>
                  </a:lnTo>
                  <a:lnTo>
                    <a:pt x="102345" y="18248"/>
                  </a:lnTo>
                  <a:lnTo>
                    <a:pt x="102422" y="18145"/>
                  </a:lnTo>
                  <a:close/>
                  <a:moveTo>
                    <a:pt x="20597" y="19677"/>
                  </a:moveTo>
                  <a:lnTo>
                    <a:pt x="20597" y="19677"/>
                  </a:lnTo>
                  <a:cubicBezTo>
                    <a:pt x="21337" y="19804"/>
                    <a:pt x="22026" y="20111"/>
                    <a:pt x="22613" y="20570"/>
                  </a:cubicBezTo>
                  <a:cubicBezTo>
                    <a:pt x="21924" y="20264"/>
                    <a:pt x="21260" y="19958"/>
                    <a:pt x="20597" y="19677"/>
                  </a:cubicBezTo>
                  <a:close/>
                  <a:moveTo>
                    <a:pt x="102116" y="18477"/>
                  </a:moveTo>
                  <a:lnTo>
                    <a:pt x="102396" y="18630"/>
                  </a:lnTo>
                  <a:cubicBezTo>
                    <a:pt x="102269" y="19396"/>
                    <a:pt x="101758" y="20162"/>
                    <a:pt x="101248" y="20851"/>
                  </a:cubicBezTo>
                  <a:cubicBezTo>
                    <a:pt x="101120" y="20876"/>
                    <a:pt x="100967" y="20927"/>
                    <a:pt x="100839" y="20953"/>
                  </a:cubicBezTo>
                  <a:cubicBezTo>
                    <a:pt x="101044" y="20034"/>
                    <a:pt x="101477" y="19192"/>
                    <a:pt x="102116" y="18477"/>
                  </a:cubicBezTo>
                  <a:close/>
                  <a:moveTo>
                    <a:pt x="17713" y="16563"/>
                  </a:moveTo>
                  <a:cubicBezTo>
                    <a:pt x="19193" y="16563"/>
                    <a:pt x="20571" y="17405"/>
                    <a:pt x="21260" y="18707"/>
                  </a:cubicBezTo>
                  <a:cubicBezTo>
                    <a:pt x="21293" y="18756"/>
                    <a:pt x="21347" y="18785"/>
                    <a:pt x="21402" y="18785"/>
                  </a:cubicBezTo>
                  <a:cubicBezTo>
                    <a:pt x="21433" y="18785"/>
                    <a:pt x="21463" y="18776"/>
                    <a:pt x="21490" y="18758"/>
                  </a:cubicBezTo>
                  <a:cubicBezTo>
                    <a:pt x="21490" y="18809"/>
                    <a:pt x="21515" y="18860"/>
                    <a:pt x="21567" y="18886"/>
                  </a:cubicBezTo>
                  <a:cubicBezTo>
                    <a:pt x="22511" y="19473"/>
                    <a:pt x="23328" y="20238"/>
                    <a:pt x="23940" y="21157"/>
                  </a:cubicBezTo>
                  <a:lnTo>
                    <a:pt x="23302" y="20851"/>
                  </a:lnTo>
                  <a:cubicBezTo>
                    <a:pt x="23302" y="20800"/>
                    <a:pt x="23302" y="20723"/>
                    <a:pt x="23251" y="20698"/>
                  </a:cubicBezTo>
                  <a:cubicBezTo>
                    <a:pt x="22307" y="19779"/>
                    <a:pt x="21082" y="19268"/>
                    <a:pt x="19780" y="19268"/>
                  </a:cubicBezTo>
                  <a:lnTo>
                    <a:pt x="19729" y="19268"/>
                  </a:lnTo>
                  <a:lnTo>
                    <a:pt x="18836" y="18860"/>
                  </a:lnTo>
                  <a:cubicBezTo>
                    <a:pt x="19103" y="18818"/>
                    <a:pt x="19370" y="18799"/>
                    <a:pt x="19636" y="18799"/>
                  </a:cubicBezTo>
                  <a:cubicBezTo>
                    <a:pt x="19854" y="18799"/>
                    <a:pt x="20072" y="18812"/>
                    <a:pt x="20290" y="18835"/>
                  </a:cubicBezTo>
                  <a:cubicBezTo>
                    <a:pt x="20341" y="18835"/>
                    <a:pt x="20392" y="18809"/>
                    <a:pt x="20418" y="18758"/>
                  </a:cubicBezTo>
                  <a:cubicBezTo>
                    <a:pt x="20444" y="18784"/>
                    <a:pt x="20474" y="18795"/>
                    <a:pt x="20505" y="18795"/>
                  </a:cubicBezTo>
                  <a:cubicBezTo>
                    <a:pt x="20623" y="18795"/>
                    <a:pt x="20744" y="18625"/>
                    <a:pt x="20622" y="18503"/>
                  </a:cubicBezTo>
                  <a:cubicBezTo>
                    <a:pt x="20444" y="18299"/>
                    <a:pt x="20265" y="18069"/>
                    <a:pt x="20112" y="17839"/>
                  </a:cubicBezTo>
                  <a:cubicBezTo>
                    <a:pt x="20074" y="17786"/>
                    <a:pt x="20022" y="17764"/>
                    <a:pt x="19972" y="17764"/>
                  </a:cubicBezTo>
                  <a:cubicBezTo>
                    <a:pt x="19853" y="17764"/>
                    <a:pt x="19741" y="17885"/>
                    <a:pt x="19831" y="17992"/>
                  </a:cubicBezTo>
                  <a:cubicBezTo>
                    <a:pt x="19933" y="18145"/>
                    <a:pt x="20086" y="18324"/>
                    <a:pt x="20214" y="18503"/>
                  </a:cubicBezTo>
                  <a:cubicBezTo>
                    <a:pt x="20044" y="18486"/>
                    <a:pt x="19871" y="18477"/>
                    <a:pt x="19697" y="18477"/>
                  </a:cubicBezTo>
                  <a:cubicBezTo>
                    <a:pt x="19349" y="18477"/>
                    <a:pt x="18997" y="18511"/>
                    <a:pt x="18657" y="18579"/>
                  </a:cubicBezTo>
                  <a:cubicBezTo>
                    <a:pt x="18555" y="18171"/>
                    <a:pt x="18402" y="17788"/>
                    <a:pt x="18223" y="17431"/>
                  </a:cubicBezTo>
                  <a:cubicBezTo>
                    <a:pt x="18266" y="17427"/>
                    <a:pt x="18309" y="17424"/>
                    <a:pt x="18352" y="17424"/>
                  </a:cubicBezTo>
                  <a:cubicBezTo>
                    <a:pt x="18570" y="17424"/>
                    <a:pt x="18797" y="17478"/>
                    <a:pt x="18989" y="17584"/>
                  </a:cubicBezTo>
                  <a:cubicBezTo>
                    <a:pt x="19013" y="17593"/>
                    <a:pt x="19036" y="17597"/>
                    <a:pt x="19058" y="17597"/>
                  </a:cubicBezTo>
                  <a:cubicBezTo>
                    <a:pt x="19224" y="17597"/>
                    <a:pt x="19325" y="17371"/>
                    <a:pt x="19167" y="17303"/>
                  </a:cubicBezTo>
                  <a:cubicBezTo>
                    <a:pt x="18911" y="17175"/>
                    <a:pt x="18636" y="17118"/>
                    <a:pt x="18359" y="17118"/>
                  </a:cubicBezTo>
                  <a:cubicBezTo>
                    <a:pt x="18305" y="17118"/>
                    <a:pt x="18251" y="17120"/>
                    <a:pt x="18198" y="17125"/>
                  </a:cubicBezTo>
                  <a:cubicBezTo>
                    <a:pt x="18147" y="17125"/>
                    <a:pt x="18121" y="17150"/>
                    <a:pt x="18095" y="17176"/>
                  </a:cubicBezTo>
                  <a:cubicBezTo>
                    <a:pt x="17968" y="16946"/>
                    <a:pt x="17840" y="16742"/>
                    <a:pt x="17713" y="16563"/>
                  </a:cubicBezTo>
                  <a:close/>
                  <a:moveTo>
                    <a:pt x="89201" y="17635"/>
                  </a:moveTo>
                  <a:cubicBezTo>
                    <a:pt x="89303" y="17992"/>
                    <a:pt x="89405" y="18324"/>
                    <a:pt x="89507" y="18681"/>
                  </a:cubicBezTo>
                  <a:cubicBezTo>
                    <a:pt x="89507" y="18758"/>
                    <a:pt x="89584" y="18783"/>
                    <a:pt x="89661" y="18783"/>
                  </a:cubicBezTo>
                  <a:cubicBezTo>
                    <a:pt x="88435" y="19447"/>
                    <a:pt x="87236" y="20136"/>
                    <a:pt x="86036" y="20851"/>
                  </a:cubicBezTo>
                  <a:lnTo>
                    <a:pt x="86036" y="20825"/>
                  </a:lnTo>
                  <a:lnTo>
                    <a:pt x="85322" y="20111"/>
                  </a:lnTo>
                  <a:cubicBezTo>
                    <a:pt x="85286" y="20075"/>
                    <a:pt x="85246" y="20060"/>
                    <a:pt x="85208" y="20060"/>
                  </a:cubicBezTo>
                  <a:cubicBezTo>
                    <a:pt x="85083" y="20060"/>
                    <a:pt x="84975" y="20223"/>
                    <a:pt x="85092" y="20340"/>
                  </a:cubicBezTo>
                  <a:lnTo>
                    <a:pt x="85781" y="21029"/>
                  </a:lnTo>
                  <a:cubicBezTo>
                    <a:pt x="85322" y="21310"/>
                    <a:pt x="84862" y="21591"/>
                    <a:pt x="84403" y="21872"/>
                  </a:cubicBezTo>
                  <a:cubicBezTo>
                    <a:pt x="84403" y="21846"/>
                    <a:pt x="84403" y="21846"/>
                    <a:pt x="84403" y="21821"/>
                  </a:cubicBezTo>
                  <a:cubicBezTo>
                    <a:pt x="84199" y="21489"/>
                    <a:pt x="84046" y="21132"/>
                    <a:pt x="83969" y="20749"/>
                  </a:cubicBezTo>
                  <a:lnTo>
                    <a:pt x="85705" y="19677"/>
                  </a:lnTo>
                  <a:lnTo>
                    <a:pt x="85883" y="19855"/>
                  </a:lnTo>
                  <a:cubicBezTo>
                    <a:pt x="85919" y="19891"/>
                    <a:pt x="85959" y="19906"/>
                    <a:pt x="85997" y="19906"/>
                  </a:cubicBezTo>
                  <a:cubicBezTo>
                    <a:pt x="86122" y="19906"/>
                    <a:pt x="86230" y="19743"/>
                    <a:pt x="86113" y="19626"/>
                  </a:cubicBezTo>
                  <a:lnTo>
                    <a:pt x="85985" y="19524"/>
                  </a:lnTo>
                  <a:cubicBezTo>
                    <a:pt x="86802" y="19013"/>
                    <a:pt x="87644" y="18528"/>
                    <a:pt x="88487" y="18043"/>
                  </a:cubicBezTo>
                  <a:lnTo>
                    <a:pt x="89201" y="17635"/>
                  </a:lnTo>
                  <a:close/>
                  <a:moveTo>
                    <a:pt x="83688" y="20927"/>
                  </a:moveTo>
                  <a:cubicBezTo>
                    <a:pt x="83765" y="21285"/>
                    <a:pt x="83892" y="21642"/>
                    <a:pt x="84097" y="21999"/>
                  </a:cubicBezTo>
                  <a:cubicBezTo>
                    <a:pt x="84097" y="21999"/>
                    <a:pt x="84122" y="22025"/>
                    <a:pt x="84122" y="22025"/>
                  </a:cubicBezTo>
                  <a:lnTo>
                    <a:pt x="83612" y="22357"/>
                  </a:lnTo>
                  <a:cubicBezTo>
                    <a:pt x="83408" y="22025"/>
                    <a:pt x="83254" y="21642"/>
                    <a:pt x="83127" y="21259"/>
                  </a:cubicBezTo>
                  <a:lnTo>
                    <a:pt x="83688" y="20927"/>
                  </a:lnTo>
                  <a:close/>
                  <a:moveTo>
                    <a:pt x="82846" y="21438"/>
                  </a:moveTo>
                  <a:cubicBezTo>
                    <a:pt x="82974" y="21821"/>
                    <a:pt x="83127" y="22203"/>
                    <a:pt x="83331" y="22535"/>
                  </a:cubicBezTo>
                  <a:lnTo>
                    <a:pt x="83076" y="22714"/>
                  </a:lnTo>
                  <a:cubicBezTo>
                    <a:pt x="82846" y="22382"/>
                    <a:pt x="82667" y="22025"/>
                    <a:pt x="82540" y="21642"/>
                  </a:cubicBezTo>
                  <a:lnTo>
                    <a:pt x="82846" y="21438"/>
                  </a:lnTo>
                  <a:close/>
                  <a:moveTo>
                    <a:pt x="30091" y="21948"/>
                  </a:moveTo>
                  <a:lnTo>
                    <a:pt x="30959" y="22331"/>
                  </a:lnTo>
                  <a:cubicBezTo>
                    <a:pt x="30627" y="22459"/>
                    <a:pt x="30346" y="22612"/>
                    <a:pt x="30091" y="22842"/>
                  </a:cubicBezTo>
                  <a:cubicBezTo>
                    <a:pt x="30066" y="22535"/>
                    <a:pt x="30066" y="22229"/>
                    <a:pt x="30091" y="21948"/>
                  </a:cubicBezTo>
                  <a:close/>
                  <a:moveTo>
                    <a:pt x="6330" y="1900"/>
                  </a:moveTo>
                  <a:cubicBezTo>
                    <a:pt x="6770" y="1900"/>
                    <a:pt x="7210" y="1913"/>
                    <a:pt x="7657" y="1939"/>
                  </a:cubicBezTo>
                  <a:cubicBezTo>
                    <a:pt x="7963" y="3623"/>
                    <a:pt x="7708" y="5359"/>
                    <a:pt x="6942" y="6890"/>
                  </a:cubicBezTo>
                  <a:cubicBezTo>
                    <a:pt x="6891" y="6967"/>
                    <a:pt x="6917" y="7069"/>
                    <a:pt x="6993" y="7120"/>
                  </a:cubicBezTo>
                  <a:cubicBezTo>
                    <a:pt x="13578" y="10310"/>
                    <a:pt x="20214" y="13398"/>
                    <a:pt x="26901" y="16410"/>
                  </a:cubicBezTo>
                  <a:lnTo>
                    <a:pt x="25548" y="19753"/>
                  </a:lnTo>
                  <a:cubicBezTo>
                    <a:pt x="25523" y="19830"/>
                    <a:pt x="25574" y="19906"/>
                    <a:pt x="25625" y="19932"/>
                  </a:cubicBezTo>
                  <a:lnTo>
                    <a:pt x="28100" y="21055"/>
                  </a:lnTo>
                  <a:cubicBezTo>
                    <a:pt x="28024" y="21719"/>
                    <a:pt x="28100" y="22382"/>
                    <a:pt x="28356" y="23020"/>
                  </a:cubicBezTo>
                  <a:lnTo>
                    <a:pt x="27922" y="22842"/>
                  </a:lnTo>
                  <a:cubicBezTo>
                    <a:pt x="27794" y="22484"/>
                    <a:pt x="27641" y="22178"/>
                    <a:pt x="27411" y="21872"/>
                  </a:cubicBezTo>
                  <a:cubicBezTo>
                    <a:pt x="27382" y="21836"/>
                    <a:pt x="27346" y="21821"/>
                    <a:pt x="27311" y="21821"/>
                  </a:cubicBezTo>
                  <a:cubicBezTo>
                    <a:pt x="27196" y="21821"/>
                    <a:pt x="27084" y="21984"/>
                    <a:pt x="27181" y="22101"/>
                  </a:cubicBezTo>
                  <a:cubicBezTo>
                    <a:pt x="27309" y="22280"/>
                    <a:pt x="27411" y="22484"/>
                    <a:pt x="27488" y="22688"/>
                  </a:cubicBezTo>
                  <a:cubicBezTo>
                    <a:pt x="26671" y="22331"/>
                    <a:pt x="25854" y="21999"/>
                    <a:pt x="25038" y="21642"/>
                  </a:cubicBezTo>
                  <a:cubicBezTo>
                    <a:pt x="25114" y="21489"/>
                    <a:pt x="25216" y="21336"/>
                    <a:pt x="25369" y="21234"/>
                  </a:cubicBezTo>
                  <a:cubicBezTo>
                    <a:pt x="25495" y="21150"/>
                    <a:pt x="25414" y="20946"/>
                    <a:pt x="25283" y="20946"/>
                  </a:cubicBezTo>
                  <a:cubicBezTo>
                    <a:pt x="25254" y="20946"/>
                    <a:pt x="25223" y="20956"/>
                    <a:pt x="25191" y="20978"/>
                  </a:cubicBezTo>
                  <a:cubicBezTo>
                    <a:pt x="25012" y="21106"/>
                    <a:pt x="24859" y="21285"/>
                    <a:pt x="24757" y="21514"/>
                  </a:cubicBezTo>
                  <a:lnTo>
                    <a:pt x="24451" y="21387"/>
                  </a:lnTo>
                  <a:lnTo>
                    <a:pt x="24374" y="21285"/>
                  </a:lnTo>
                  <a:cubicBezTo>
                    <a:pt x="24400" y="21259"/>
                    <a:pt x="24400" y="21234"/>
                    <a:pt x="24400" y="21208"/>
                  </a:cubicBezTo>
                  <a:cubicBezTo>
                    <a:pt x="24425" y="20876"/>
                    <a:pt x="24604" y="20596"/>
                    <a:pt x="24884" y="20417"/>
                  </a:cubicBezTo>
                  <a:cubicBezTo>
                    <a:pt x="25036" y="20330"/>
                    <a:pt x="24930" y="20114"/>
                    <a:pt x="24801" y="20114"/>
                  </a:cubicBezTo>
                  <a:cubicBezTo>
                    <a:pt x="24778" y="20114"/>
                    <a:pt x="24754" y="20121"/>
                    <a:pt x="24731" y="20136"/>
                  </a:cubicBezTo>
                  <a:cubicBezTo>
                    <a:pt x="24451" y="20315"/>
                    <a:pt x="24246" y="20596"/>
                    <a:pt x="24170" y="20902"/>
                  </a:cubicBezTo>
                  <a:cubicBezTo>
                    <a:pt x="24042" y="20749"/>
                    <a:pt x="23940" y="20570"/>
                    <a:pt x="23787" y="20417"/>
                  </a:cubicBezTo>
                  <a:cubicBezTo>
                    <a:pt x="23813" y="20417"/>
                    <a:pt x="23813" y="20391"/>
                    <a:pt x="23813" y="20391"/>
                  </a:cubicBezTo>
                  <a:lnTo>
                    <a:pt x="23991" y="19983"/>
                  </a:lnTo>
                  <a:cubicBezTo>
                    <a:pt x="24044" y="19861"/>
                    <a:pt x="23940" y="19750"/>
                    <a:pt x="23837" y="19750"/>
                  </a:cubicBezTo>
                  <a:cubicBezTo>
                    <a:pt x="23790" y="19750"/>
                    <a:pt x="23743" y="19774"/>
                    <a:pt x="23710" y="19830"/>
                  </a:cubicBezTo>
                  <a:lnTo>
                    <a:pt x="23583" y="20162"/>
                  </a:lnTo>
                  <a:cubicBezTo>
                    <a:pt x="23047" y="19549"/>
                    <a:pt x="22409" y="19039"/>
                    <a:pt x="21720" y="18630"/>
                  </a:cubicBezTo>
                  <a:cubicBezTo>
                    <a:pt x="21694" y="18605"/>
                    <a:pt x="21669" y="18592"/>
                    <a:pt x="21643" y="18592"/>
                  </a:cubicBezTo>
                  <a:cubicBezTo>
                    <a:pt x="21618" y="18592"/>
                    <a:pt x="21592" y="18605"/>
                    <a:pt x="21567" y="18630"/>
                  </a:cubicBezTo>
                  <a:cubicBezTo>
                    <a:pt x="21567" y="18579"/>
                    <a:pt x="21541" y="18554"/>
                    <a:pt x="21541" y="18528"/>
                  </a:cubicBezTo>
                  <a:cubicBezTo>
                    <a:pt x="20775" y="17099"/>
                    <a:pt x="19269" y="16206"/>
                    <a:pt x="17636" y="16206"/>
                  </a:cubicBezTo>
                  <a:cubicBezTo>
                    <a:pt x="17585" y="16206"/>
                    <a:pt x="17559" y="16231"/>
                    <a:pt x="17534" y="16282"/>
                  </a:cubicBezTo>
                  <a:cubicBezTo>
                    <a:pt x="17432" y="16129"/>
                    <a:pt x="17330" y="16002"/>
                    <a:pt x="17202" y="15874"/>
                  </a:cubicBezTo>
                  <a:cubicBezTo>
                    <a:pt x="17177" y="15836"/>
                    <a:pt x="17142" y="15820"/>
                    <a:pt x="17107" y="15820"/>
                  </a:cubicBezTo>
                  <a:cubicBezTo>
                    <a:pt x="16997" y="15820"/>
                    <a:pt x="16876" y="15969"/>
                    <a:pt x="16972" y="16104"/>
                  </a:cubicBezTo>
                  <a:cubicBezTo>
                    <a:pt x="17611" y="16818"/>
                    <a:pt x="18070" y="17686"/>
                    <a:pt x="18351" y="18605"/>
                  </a:cubicBezTo>
                  <a:lnTo>
                    <a:pt x="17559" y="18248"/>
                  </a:lnTo>
                  <a:cubicBezTo>
                    <a:pt x="17381" y="17712"/>
                    <a:pt x="17126" y="17176"/>
                    <a:pt x="16794" y="16716"/>
                  </a:cubicBezTo>
                  <a:cubicBezTo>
                    <a:pt x="16764" y="16671"/>
                    <a:pt x="16719" y="16653"/>
                    <a:pt x="16672" y="16653"/>
                  </a:cubicBezTo>
                  <a:cubicBezTo>
                    <a:pt x="16560" y="16653"/>
                    <a:pt x="16441" y="16761"/>
                    <a:pt x="16513" y="16869"/>
                  </a:cubicBezTo>
                  <a:cubicBezTo>
                    <a:pt x="16768" y="17252"/>
                    <a:pt x="16998" y="17635"/>
                    <a:pt x="17151" y="18043"/>
                  </a:cubicBezTo>
                  <a:cubicBezTo>
                    <a:pt x="16845" y="17890"/>
                    <a:pt x="16513" y="17712"/>
                    <a:pt x="16207" y="17584"/>
                  </a:cubicBezTo>
                  <a:cubicBezTo>
                    <a:pt x="15798" y="16793"/>
                    <a:pt x="15186" y="16129"/>
                    <a:pt x="14446" y="15644"/>
                  </a:cubicBezTo>
                  <a:lnTo>
                    <a:pt x="14446" y="15287"/>
                  </a:lnTo>
                  <a:cubicBezTo>
                    <a:pt x="14446" y="15185"/>
                    <a:pt x="14369" y="15134"/>
                    <a:pt x="14293" y="15134"/>
                  </a:cubicBezTo>
                  <a:cubicBezTo>
                    <a:pt x="14216" y="15134"/>
                    <a:pt x="14139" y="15185"/>
                    <a:pt x="14139" y="15287"/>
                  </a:cubicBezTo>
                  <a:cubicBezTo>
                    <a:pt x="14139" y="15695"/>
                    <a:pt x="14114" y="16104"/>
                    <a:pt x="14063" y="16512"/>
                  </a:cubicBezTo>
                  <a:lnTo>
                    <a:pt x="13348" y="16155"/>
                  </a:lnTo>
                  <a:cubicBezTo>
                    <a:pt x="13501" y="15108"/>
                    <a:pt x="13425" y="14062"/>
                    <a:pt x="13093" y="13092"/>
                  </a:cubicBezTo>
                  <a:cubicBezTo>
                    <a:pt x="13062" y="13008"/>
                    <a:pt x="12992" y="12972"/>
                    <a:pt x="12924" y="12972"/>
                  </a:cubicBezTo>
                  <a:cubicBezTo>
                    <a:pt x="12826" y="12972"/>
                    <a:pt x="12731" y="13048"/>
                    <a:pt x="12761" y="13169"/>
                  </a:cubicBezTo>
                  <a:cubicBezTo>
                    <a:pt x="13068" y="14062"/>
                    <a:pt x="13170" y="15032"/>
                    <a:pt x="13042" y="15976"/>
                  </a:cubicBezTo>
                  <a:lnTo>
                    <a:pt x="12429" y="15670"/>
                  </a:lnTo>
                  <a:cubicBezTo>
                    <a:pt x="12429" y="15644"/>
                    <a:pt x="12455" y="15644"/>
                    <a:pt x="12455" y="15619"/>
                  </a:cubicBezTo>
                  <a:cubicBezTo>
                    <a:pt x="12710" y="14802"/>
                    <a:pt x="12532" y="13705"/>
                    <a:pt x="12302" y="12913"/>
                  </a:cubicBezTo>
                  <a:cubicBezTo>
                    <a:pt x="12271" y="12830"/>
                    <a:pt x="12201" y="12793"/>
                    <a:pt x="12133" y="12793"/>
                  </a:cubicBezTo>
                  <a:cubicBezTo>
                    <a:pt x="12034" y="12793"/>
                    <a:pt x="11940" y="12869"/>
                    <a:pt x="11970" y="12990"/>
                  </a:cubicBezTo>
                  <a:cubicBezTo>
                    <a:pt x="12021" y="13194"/>
                    <a:pt x="12072" y="13398"/>
                    <a:pt x="12123" y="13602"/>
                  </a:cubicBezTo>
                  <a:cubicBezTo>
                    <a:pt x="11587" y="13628"/>
                    <a:pt x="11077" y="13883"/>
                    <a:pt x="10745" y="14292"/>
                  </a:cubicBezTo>
                  <a:lnTo>
                    <a:pt x="10388" y="13756"/>
                  </a:lnTo>
                  <a:cubicBezTo>
                    <a:pt x="10439" y="13756"/>
                    <a:pt x="10464" y="13730"/>
                    <a:pt x="10515" y="13679"/>
                  </a:cubicBezTo>
                  <a:cubicBezTo>
                    <a:pt x="10566" y="13602"/>
                    <a:pt x="10643" y="13551"/>
                    <a:pt x="10719" y="13500"/>
                  </a:cubicBezTo>
                  <a:cubicBezTo>
                    <a:pt x="10903" y="13455"/>
                    <a:pt x="10839" y="13183"/>
                    <a:pt x="10695" y="13183"/>
                  </a:cubicBezTo>
                  <a:cubicBezTo>
                    <a:pt x="10679" y="13183"/>
                    <a:pt x="10661" y="13186"/>
                    <a:pt x="10643" y="13194"/>
                  </a:cubicBezTo>
                  <a:cubicBezTo>
                    <a:pt x="10490" y="13245"/>
                    <a:pt x="10337" y="13373"/>
                    <a:pt x="10235" y="13500"/>
                  </a:cubicBezTo>
                  <a:lnTo>
                    <a:pt x="9903" y="13015"/>
                  </a:lnTo>
                  <a:lnTo>
                    <a:pt x="9903" y="13015"/>
                  </a:lnTo>
                  <a:cubicBezTo>
                    <a:pt x="9928" y="13041"/>
                    <a:pt x="9960" y="13054"/>
                    <a:pt x="9992" y="13054"/>
                  </a:cubicBezTo>
                  <a:cubicBezTo>
                    <a:pt x="10024" y="13054"/>
                    <a:pt x="10056" y="13041"/>
                    <a:pt x="10081" y="13015"/>
                  </a:cubicBezTo>
                  <a:cubicBezTo>
                    <a:pt x="10286" y="12811"/>
                    <a:pt x="10541" y="12684"/>
                    <a:pt x="10822" y="12633"/>
                  </a:cubicBezTo>
                  <a:cubicBezTo>
                    <a:pt x="11018" y="12584"/>
                    <a:pt x="10931" y="12299"/>
                    <a:pt x="10743" y="12299"/>
                  </a:cubicBezTo>
                  <a:cubicBezTo>
                    <a:pt x="10736" y="12299"/>
                    <a:pt x="10728" y="12300"/>
                    <a:pt x="10719" y="12301"/>
                  </a:cubicBezTo>
                  <a:cubicBezTo>
                    <a:pt x="10413" y="12377"/>
                    <a:pt x="10107" y="12530"/>
                    <a:pt x="9877" y="12760"/>
                  </a:cubicBezTo>
                  <a:cubicBezTo>
                    <a:pt x="9826" y="12786"/>
                    <a:pt x="9826" y="12837"/>
                    <a:pt x="9826" y="12888"/>
                  </a:cubicBezTo>
                  <a:lnTo>
                    <a:pt x="9648" y="12633"/>
                  </a:lnTo>
                  <a:cubicBezTo>
                    <a:pt x="9617" y="12579"/>
                    <a:pt x="9571" y="12558"/>
                    <a:pt x="9524" y="12558"/>
                  </a:cubicBezTo>
                  <a:cubicBezTo>
                    <a:pt x="9412" y="12558"/>
                    <a:pt x="9295" y="12678"/>
                    <a:pt x="9367" y="12786"/>
                  </a:cubicBezTo>
                  <a:lnTo>
                    <a:pt x="10592" y="14623"/>
                  </a:lnTo>
                  <a:cubicBezTo>
                    <a:pt x="10630" y="14662"/>
                    <a:pt x="10688" y="14681"/>
                    <a:pt x="10748" y="14681"/>
                  </a:cubicBezTo>
                  <a:cubicBezTo>
                    <a:pt x="10809" y="14681"/>
                    <a:pt x="10873" y="14662"/>
                    <a:pt x="10924" y="14623"/>
                  </a:cubicBezTo>
                  <a:cubicBezTo>
                    <a:pt x="11179" y="14215"/>
                    <a:pt x="11638" y="13960"/>
                    <a:pt x="12123" y="13934"/>
                  </a:cubicBezTo>
                  <a:lnTo>
                    <a:pt x="12174" y="13934"/>
                  </a:lnTo>
                  <a:cubicBezTo>
                    <a:pt x="12200" y="14087"/>
                    <a:pt x="12225" y="14240"/>
                    <a:pt x="12225" y="14394"/>
                  </a:cubicBezTo>
                  <a:cubicBezTo>
                    <a:pt x="12225" y="14598"/>
                    <a:pt x="12200" y="14802"/>
                    <a:pt x="12174" y="15032"/>
                  </a:cubicBezTo>
                  <a:cubicBezTo>
                    <a:pt x="12072" y="14942"/>
                    <a:pt x="11945" y="14898"/>
                    <a:pt x="11817" y="14898"/>
                  </a:cubicBezTo>
                  <a:cubicBezTo>
                    <a:pt x="11689" y="14898"/>
                    <a:pt x="11562" y="14942"/>
                    <a:pt x="11460" y="15032"/>
                  </a:cubicBezTo>
                  <a:cubicBezTo>
                    <a:pt x="11434" y="15057"/>
                    <a:pt x="11409" y="15083"/>
                    <a:pt x="11383" y="15108"/>
                  </a:cubicBezTo>
                  <a:cubicBezTo>
                    <a:pt x="10515" y="14623"/>
                    <a:pt x="9622" y="14113"/>
                    <a:pt x="8754" y="13577"/>
                  </a:cubicBezTo>
                  <a:cubicBezTo>
                    <a:pt x="8831" y="13551"/>
                    <a:pt x="8882" y="13449"/>
                    <a:pt x="8831" y="13347"/>
                  </a:cubicBezTo>
                  <a:cubicBezTo>
                    <a:pt x="8448" y="12633"/>
                    <a:pt x="7861" y="12046"/>
                    <a:pt x="7172" y="11612"/>
                  </a:cubicBezTo>
                  <a:cubicBezTo>
                    <a:pt x="7146" y="11408"/>
                    <a:pt x="7121" y="11203"/>
                    <a:pt x="7070" y="10999"/>
                  </a:cubicBezTo>
                  <a:cubicBezTo>
                    <a:pt x="7060" y="10930"/>
                    <a:pt x="7008" y="10899"/>
                    <a:pt x="6949" y="10899"/>
                  </a:cubicBezTo>
                  <a:cubicBezTo>
                    <a:pt x="6857" y="10899"/>
                    <a:pt x="6748" y="10976"/>
                    <a:pt x="6763" y="11101"/>
                  </a:cubicBezTo>
                  <a:cubicBezTo>
                    <a:pt x="6840" y="11459"/>
                    <a:pt x="6866" y="11841"/>
                    <a:pt x="6789" y="12199"/>
                  </a:cubicBezTo>
                  <a:cubicBezTo>
                    <a:pt x="6789" y="12250"/>
                    <a:pt x="6789" y="12301"/>
                    <a:pt x="6815" y="12326"/>
                  </a:cubicBezTo>
                  <a:cubicBezTo>
                    <a:pt x="6687" y="12224"/>
                    <a:pt x="6534" y="12122"/>
                    <a:pt x="6381" y="12020"/>
                  </a:cubicBezTo>
                  <a:cubicBezTo>
                    <a:pt x="6406" y="11714"/>
                    <a:pt x="6406" y="11408"/>
                    <a:pt x="6381" y="11101"/>
                  </a:cubicBezTo>
                  <a:lnTo>
                    <a:pt x="6381" y="9059"/>
                  </a:lnTo>
                  <a:cubicBezTo>
                    <a:pt x="6381" y="8945"/>
                    <a:pt x="6298" y="8887"/>
                    <a:pt x="6215" y="8887"/>
                  </a:cubicBezTo>
                  <a:cubicBezTo>
                    <a:pt x="6132" y="8887"/>
                    <a:pt x="6049" y="8945"/>
                    <a:pt x="6049" y="9059"/>
                  </a:cubicBezTo>
                  <a:lnTo>
                    <a:pt x="6049" y="10642"/>
                  </a:lnTo>
                  <a:lnTo>
                    <a:pt x="6049" y="11790"/>
                  </a:lnTo>
                  <a:lnTo>
                    <a:pt x="5615" y="11433"/>
                  </a:lnTo>
                  <a:cubicBezTo>
                    <a:pt x="5819" y="10514"/>
                    <a:pt x="5794" y="9544"/>
                    <a:pt x="5538" y="8626"/>
                  </a:cubicBezTo>
                  <a:cubicBezTo>
                    <a:pt x="5508" y="8533"/>
                    <a:pt x="5440" y="8494"/>
                    <a:pt x="5373" y="8494"/>
                  </a:cubicBezTo>
                  <a:cubicBezTo>
                    <a:pt x="5273" y="8494"/>
                    <a:pt x="5176" y="8580"/>
                    <a:pt x="5207" y="8702"/>
                  </a:cubicBezTo>
                  <a:cubicBezTo>
                    <a:pt x="5436" y="9519"/>
                    <a:pt x="5487" y="10361"/>
                    <a:pt x="5334" y="11203"/>
                  </a:cubicBezTo>
                  <a:cubicBezTo>
                    <a:pt x="4696" y="10693"/>
                    <a:pt x="4109" y="10157"/>
                    <a:pt x="3548" y="9570"/>
                  </a:cubicBezTo>
                  <a:lnTo>
                    <a:pt x="3548" y="9570"/>
                  </a:lnTo>
                  <a:cubicBezTo>
                    <a:pt x="4084" y="9825"/>
                    <a:pt x="4569" y="10157"/>
                    <a:pt x="5002" y="10540"/>
                  </a:cubicBezTo>
                  <a:cubicBezTo>
                    <a:pt x="5034" y="10566"/>
                    <a:pt x="5069" y="10577"/>
                    <a:pt x="5103" y="10577"/>
                  </a:cubicBezTo>
                  <a:cubicBezTo>
                    <a:pt x="5234" y="10577"/>
                    <a:pt x="5354" y="10411"/>
                    <a:pt x="5232" y="10310"/>
                  </a:cubicBezTo>
                  <a:cubicBezTo>
                    <a:pt x="4696" y="9851"/>
                    <a:pt x="4109" y="9442"/>
                    <a:pt x="3471" y="9162"/>
                  </a:cubicBezTo>
                  <a:cubicBezTo>
                    <a:pt x="3420" y="8932"/>
                    <a:pt x="3369" y="8677"/>
                    <a:pt x="3318" y="8447"/>
                  </a:cubicBezTo>
                  <a:lnTo>
                    <a:pt x="3318" y="8447"/>
                  </a:lnTo>
                  <a:lnTo>
                    <a:pt x="4466" y="9059"/>
                  </a:lnTo>
                  <a:cubicBezTo>
                    <a:pt x="4488" y="9068"/>
                    <a:pt x="4509" y="9073"/>
                    <a:pt x="4529" y="9073"/>
                  </a:cubicBezTo>
                  <a:cubicBezTo>
                    <a:pt x="4682" y="9073"/>
                    <a:pt x="4800" y="8846"/>
                    <a:pt x="4620" y="8779"/>
                  </a:cubicBezTo>
                  <a:lnTo>
                    <a:pt x="3343" y="8141"/>
                  </a:lnTo>
                  <a:cubicBezTo>
                    <a:pt x="3331" y="8128"/>
                    <a:pt x="3312" y="8121"/>
                    <a:pt x="3289" y="8121"/>
                  </a:cubicBezTo>
                  <a:cubicBezTo>
                    <a:pt x="3267" y="8121"/>
                    <a:pt x="3241" y="8128"/>
                    <a:pt x="3216" y="8141"/>
                  </a:cubicBezTo>
                  <a:cubicBezTo>
                    <a:pt x="3139" y="7885"/>
                    <a:pt x="3088" y="7656"/>
                    <a:pt x="2986" y="7400"/>
                  </a:cubicBezTo>
                  <a:lnTo>
                    <a:pt x="2986" y="7400"/>
                  </a:lnTo>
                  <a:cubicBezTo>
                    <a:pt x="3292" y="7579"/>
                    <a:pt x="3573" y="7783"/>
                    <a:pt x="3803" y="8064"/>
                  </a:cubicBezTo>
                  <a:cubicBezTo>
                    <a:pt x="3833" y="8100"/>
                    <a:pt x="3868" y="8115"/>
                    <a:pt x="3903" y="8115"/>
                  </a:cubicBezTo>
                  <a:cubicBezTo>
                    <a:pt x="4018" y="8115"/>
                    <a:pt x="4131" y="7952"/>
                    <a:pt x="4033" y="7834"/>
                  </a:cubicBezTo>
                  <a:cubicBezTo>
                    <a:pt x="3854" y="7605"/>
                    <a:pt x="3624" y="7426"/>
                    <a:pt x="3394" y="7247"/>
                  </a:cubicBezTo>
                  <a:cubicBezTo>
                    <a:pt x="3701" y="6967"/>
                    <a:pt x="3905" y="6558"/>
                    <a:pt x="3930" y="6124"/>
                  </a:cubicBezTo>
                  <a:cubicBezTo>
                    <a:pt x="3930" y="6022"/>
                    <a:pt x="3848" y="5971"/>
                    <a:pt x="3765" y="5971"/>
                  </a:cubicBezTo>
                  <a:cubicBezTo>
                    <a:pt x="3682" y="5971"/>
                    <a:pt x="3599" y="6022"/>
                    <a:pt x="3599" y="6124"/>
                  </a:cubicBezTo>
                  <a:cubicBezTo>
                    <a:pt x="3573" y="6482"/>
                    <a:pt x="3394" y="6839"/>
                    <a:pt x="3088" y="7094"/>
                  </a:cubicBezTo>
                  <a:cubicBezTo>
                    <a:pt x="3068" y="7087"/>
                    <a:pt x="3049" y="7084"/>
                    <a:pt x="3032" y="7084"/>
                  </a:cubicBezTo>
                  <a:cubicBezTo>
                    <a:pt x="2984" y="7084"/>
                    <a:pt x="2947" y="7108"/>
                    <a:pt x="2910" y="7145"/>
                  </a:cubicBezTo>
                  <a:cubicBezTo>
                    <a:pt x="2859" y="6967"/>
                    <a:pt x="2782" y="6788"/>
                    <a:pt x="2705" y="6635"/>
                  </a:cubicBezTo>
                  <a:lnTo>
                    <a:pt x="2705" y="6635"/>
                  </a:lnTo>
                  <a:cubicBezTo>
                    <a:pt x="2737" y="6667"/>
                    <a:pt x="2778" y="6681"/>
                    <a:pt x="2819" y="6681"/>
                  </a:cubicBezTo>
                  <a:cubicBezTo>
                    <a:pt x="2875" y="6681"/>
                    <a:pt x="2931" y="6654"/>
                    <a:pt x="2961" y="6609"/>
                  </a:cubicBezTo>
                  <a:lnTo>
                    <a:pt x="3190" y="6201"/>
                  </a:lnTo>
                  <a:cubicBezTo>
                    <a:pt x="3243" y="6078"/>
                    <a:pt x="3151" y="5979"/>
                    <a:pt x="3047" y="5979"/>
                  </a:cubicBezTo>
                  <a:cubicBezTo>
                    <a:pt x="2999" y="5979"/>
                    <a:pt x="2949" y="6000"/>
                    <a:pt x="2910" y="6048"/>
                  </a:cubicBezTo>
                  <a:lnTo>
                    <a:pt x="2680" y="6431"/>
                  </a:lnTo>
                  <a:cubicBezTo>
                    <a:pt x="2654" y="6456"/>
                    <a:pt x="2654" y="6507"/>
                    <a:pt x="2654" y="6533"/>
                  </a:cubicBezTo>
                  <a:cubicBezTo>
                    <a:pt x="2631" y="6510"/>
                    <a:pt x="2603" y="6500"/>
                    <a:pt x="2574" y="6500"/>
                  </a:cubicBezTo>
                  <a:cubicBezTo>
                    <a:pt x="2474" y="6500"/>
                    <a:pt x="2365" y="6618"/>
                    <a:pt x="2425" y="6737"/>
                  </a:cubicBezTo>
                  <a:cubicBezTo>
                    <a:pt x="2731" y="7503"/>
                    <a:pt x="2986" y="8294"/>
                    <a:pt x="3139" y="9110"/>
                  </a:cubicBezTo>
                  <a:cubicBezTo>
                    <a:pt x="2961" y="8906"/>
                    <a:pt x="2782" y="8677"/>
                    <a:pt x="2603" y="8472"/>
                  </a:cubicBezTo>
                  <a:cubicBezTo>
                    <a:pt x="2246" y="7324"/>
                    <a:pt x="1710" y="6226"/>
                    <a:pt x="1021" y="5231"/>
                  </a:cubicBezTo>
                  <a:cubicBezTo>
                    <a:pt x="1021" y="5206"/>
                    <a:pt x="995" y="5206"/>
                    <a:pt x="995" y="5180"/>
                  </a:cubicBezTo>
                  <a:cubicBezTo>
                    <a:pt x="970" y="4976"/>
                    <a:pt x="970" y="4772"/>
                    <a:pt x="995" y="4568"/>
                  </a:cubicBezTo>
                  <a:lnTo>
                    <a:pt x="1684" y="5486"/>
                  </a:lnTo>
                  <a:cubicBezTo>
                    <a:pt x="1722" y="5539"/>
                    <a:pt x="1774" y="5561"/>
                    <a:pt x="1824" y="5561"/>
                  </a:cubicBezTo>
                  <a:cubicBezTo>
                    <a:pt x="1943" y="5561"/>
                    <a:pt x="2055" y="5441"/>
                    <a:pt x="1965" y="5333"/>
                  </a:cubicBezTo>
                  <a:lnTo>
                    <a:pt x="1046" y="4159"/>
                  </a:lnTo>
                  <a:cubicBezTo>
                    <a:pt x="1072" y="4006"/>
                    <a:pt x="1123" y="3878"/>
                    <a:pt x="1174" y="3725"/>
                  </a:cubicBezTo>
                  <a:cubicBezTo>
                    <a:pt x="1812" y="2143"/>
                    <a:pt x="3497" y="2015"/>
                    <a:pt x="5002" y="1939"/>
                  </a:cubicBezTo>
                  <a:cubicBezTo>
                    <a:pt x="5449" y="1913"/>
                    <a:pt x="5889" y="1900"/>
                    <a:pt x="6330" y="1900"/>
                  </a:cubicBezTo>
                  <a:close/>
                  <a:moveTo>
                    <a:pt x="82259" y="21821"/>
                  </a:moveTo>
                  <a:cubicBezTo>
                    <a:pt x="82387" y="22178"/>
                    <a:pt x="82591" y="22561"/>
                    <a:pt x="82795" y="22893"/>
                  </a:cubicBezTo>
                  <a:cubicBezTo>
                    <a:pt x="82591" y="23020"/>
                    <a:pt x="82387" y="23148"/>
                    <a:pt x="82157" y="23301"/>
                  </a:cubicBezTo>
                  <a:lnTo>
                    <a:pt x="80881" y="22688"/>
                  </a:lnTo>
                  <a:lnTo>
                    <a:pt x="82259" y="21821"/>
                  </a:lnTo>
                  <a:close/>
                  <a:moveTo>
                    <a:pt x="28407" y="21183"/>
                  </a:moveTo>
                  <a:lnTo>
                    <a:pt x="28891" y="21412"/>
                  </a:lnTo>
                  <a:cubicBezTo>
                    <a:pt x="28866" y="22050"/>
                    <a:pt x="28917" y="22688"/>
                    <a:pt x="29096" y="23326"/>
                  </a:cubicBezTo>
                  <a:lnTo>
                    <a:pt x="28687" y="23148"/>
                  </a:lnTo>
                  <a:cubicBezTo>
                    <a:pt x="28713" y="23122"/>
                    <a:pt x="28713" y="23071"/>
                    <a:pt x="28687" y="23020"/>
                  </a:cubicBezTo>
                  <a:cubicBezTo>
                    <a:pt x="28458" y="22433"/>
                    <a:pt x="28356" y="21821"/>
                    <a:pt x="28407" y="21183"/>
                  </a:cubicBezTo>
                  <a:close/>
                  <a:moveTo>
                    <a:pt x="29223" y="21565"/>
                  </a:moveTo>
                  <a:lnTo>
                    <a:pt x="29759" y="21795"/>
                  </a:lnTo>
                  <a:cubicBezTo>
                    <a:pt x="29708" y="22433"/>
                    <a:pt x="29759" y="23046"/>
                    <a:pt x="29912" y="23658"/>
                  </a:cubicBezTo>
                  <a:lnTo>
                    <a:pt x="29453" y="23480"/>
                  </a:lnTo>
                  <a:cubicBezTo>
                    <a:pt x="29274" y="22842"/>
                    <a:pt x="29198" y="22203"/>
                    <a:pt x="29223" y="21565"/>
                  </a:cubicBezTo>
                  <a:close/>
                  <a:moveTo>
                    <a:pt x="31393" y="22510"/>
                  </a:moveTo>
                  <a:lnTo>
                    <a:pt x="32975" y="23250"/>
                  </a:lnTo>
                  <a:cubicBezTo>
                    <a:pt x="32337" y="23429"/>
                    <a:pt x="31750" y="23709"/>
                    <a:pt x="31189" y="24067"/>
                  </a:cubicBezTo>
                  <a:cubicBezTo>
                    <a:pt x="31163" y="24092"/>
                    <a:pt x="31137" y="24118"/>
                    <a:pt x="31137" y="24143"/>
                  </a:cubicBezTo>
                  <a:lnTo>
                    <a:pt x="30423" y="23862"/>
                  </a:lnTo>
                  <a:cubicBezTo>
                    <a:pt x="30627" y="23684"/>
                    <a:pt x="30882" y="23556"/>
                    <a:pt x="31163" y="23480"/>
                  </a:cubicBezTo>
                  <a:cubicBezTo>
                    <a:pt x="31309" y="23407"/>
                    <a:pt x="31269" y="23172"/>
                    <a:pt x="31111" y="23172"/>
                  </a:cubicBezTo>
                  <a:cubicBezTo>
                    <a:pt x="31103" y="23172"/>
                    <a:pt x="31095" y="23172"/>
                    <a:pt x="31086" y="23173"/>
                  </a:cubicBezTo>
                  <a:cubicBezTo>
                    <a:pt x="30780" y="23250"/>
                    <a:pt x="30474" y="23403"/>
                    <a:pt x="30244" y="23607"/>
                  </a:cubicBezTo>
                  <a:cubicBezTo>
                    <a:pt x="30219" y="23454"/>
                    <a:pt x="30168" y="23326"/>
                    <a:pt x="30142" y="23173"/>
                  </a:cubicBezTo>
                  <a:cubicBezTo>
                    <a:pt x="30168" y="23173"/>
                    <a:pt x="30193" y="23148"/>
                    <a:pt x="30193" y="23148"/>
                  </a:cubicBezTo>
                  <a:cubicBezTo>
                    <a:pt x="30550" y="22842"/>
                    <a:pt x="30959" y="22637"/>
                    <a:pt x="31393" y="22510"/>
                  </a:cubicBezTo>
                  <a:close/>
                  <a:moveTo>
                    <a:pt x="33434" y="23454"/>
                  </a:moveTo>
                  <a:lnTo>
                    <a:pt x="33868" y="23633"/>
                  </a:lnTo>
                  <a:lnTo>
                    <a:pt x="33230" y="23888"/>
                  </a:lnTo>
                  <a:cubicBezTo>
                    <a:pt x="33179" y="23888"/>
                    <a:pt x="33128" y="23913"/>
                    <a:pt x="33103" y="23965"/>
                  </a:cubicBezTo>
                  <a:lnTo>
                    <a:pt x="32031" y="24373"/>
                  </a:lnTo>
                  <a:cubicBezTo>
                    <a:pt x="31980" y="24398"/>
                    <a:pt x="31954" y="24424"/>
                    <a:pt x="31929" y="24475"/>
                  </a:cubicBezTo>
                  <a:lnTo>
                    <a:pt x="31469" y="24271"/>
                  </a:lnTo>
                  <a:cubicBezTo>
                    <a:pt x="32056" y="23913"/>
                    <a:pt x="32745" y="23607"/>
                    <a:pt x="33434" y="23454"/>
                  </a:cubicBezTo>
                  <a:close/>
                  <a:moveTo>
                    <a:pt x="33077" y="24296"/>
                  </a:moveTo>
                  <a:cubicBezTo>
                    <a:pt x="33128" y="24552"/>
                    <a:pt x="33205" y="24807"/>
                    <a:pt x="33307" y="25036"/>
                  </a:cubicBezTo>
                  <a:lnTo>
                    <a:pt x="32286" y="24628"/>
                  </a:lnTo>
                  <a:lnTo>
                    <a:pt x="33077" y="24296"/>
                  </a:lnTo>
                  <a:close/>
                  <a:moveTo>
                    <a:pt x="34251" y="23837"/>
                  </a:moveTo>
                  <a:cubicBezTo>
                    <a:pt x="34506" y="24577"/>
                    <a:pt x="34889" y="25266"/>
                    <a:pt x="35374" y="25879"/>
                  </a:cubicBezTo>
                  <a:lnTo>
                    <a:pt x="33639" y="25164"/>
                  </a:lnTo>
                  <a:cubicBezTo>
                    <a:pt x="33664" y="25113"/>
                    <a:pt x="33664" y="25062"/>
                    <a:pt x="33639" y="25011"/>
                  </a:cubicBezTo>
                  <a:cubicBezTo>
                    <a:pt x="33511" y="24756"/>
                    <a:pt x="33434" y="24475"/>
                    <a:pt x="33383" y="24194"/>
                  </a:cubicBezTo>
                  <a:lnTo>
                    <a:pt x="33792" y="24016"/>
                  </a:lnTo>
                  <a:lnTo>
                    <a:pt x="33919" y="24424"/>
                  </a:lnTo>
                  <a:cubicBezTo>
                    <a:pt x="33940" y="24506"/>
                    <a:pt x="34001" y="24542"/>
                    <a:pt x="34064" y="24542"/>
                  </a:cubicBezTo>
                  <a:cubicBezTo>
                    <a:pt x="34158" y="24542"/>
                    <a:pt x="34256" y="24460"/>
                    <a:pt x="34226" y="24322"/>
                  </a:cubicBezTo>
                  <a:lnTo>
                    <a:pt x="34098" y="23888"/>
                  </a:lnTo>
                  <a:lnTo>
                    <a:pt x="34251" y="23837"/>
                  </a:lnTo>
                  <a:close/>
                  <a:moveTo>
                    <a:pt x="87364" y="25751"/>
                  </a:moveTo>
                  <a:cubicBezTo>
                    <a:pt x="88665" y="25751"/>
                    <a:pt x="89916" y="26313"/>
                    <a:pt x="90809" y="27257"/>
                  </a:cubicBezTo>
                  <a:cubicBezTo>
                    <a:pt x="90784" y="27308"/>
                    <a:pt x="90784" y="27333"/>
                    <a:pt x="90758" y="27385"/>
                  </a:cubicBezTo>
                  <a:lnTo>
                    <a:pt x="87364" y="25751"/>
                  </a:lnTo>
                  <a:close/>
                  <a:moveTo>
                    <a:pt x="96104" y="26779"/>
                  </a:moveTo>
                  <a:cubicBezTo>
                    <a:pt x="96447" y="26779"/>
                    <a:pt x="96793" y="26810"/>
                    <a:pt x="97139" y="26874"/>
                  </a:cubicBezTo>
                  <a:lnTo>
                    <a:pt x="96883" y="27257"/>
                  </a:lnTo>
                  <a:cubicBezTo>
                    <a:pt x="96807" y="27231"/>
                    <a:pt x="96724" y="27219"/>
                    <a:pt x="96644" y="27219"/>
                  </a:cubicBezTo>
                  <a:cubicBezTo>
                    <a:pt x="96564" y="27219"/>
                    <a:pt x="96488" y="27231"/>
                    <a:pt x="96424" y="27257"/>
                  </a:cubicBezTo>
                  <a:cubicBezTo>
                    <a:pt x="96211" y="27304"/>
                    <a:pt x="96262" y="27594"/>
                    <a:pt x="96454" y="27594"/>
                  </a:cubicBezTo>
                  <a:cubicBezTo>
                    <a:pt x="96469" y="27594"/>
                    <a:pt x="96484" y="27592"/>
                    <a:pt x="96501" y="27589"/>
                  </a:cubicBezTo>
                  <a:cubicBezTo>
                    <a:pt x="96526" y="27576"/>
                    <a:pt x="96558" y="27570"/>
                    <a:pt x="96590" y="27570"/>
                  </a:cubicBezTo>
                  <a:cubicBezTo>
                    <a:pt x="96622" y="27570"/>
                    <a:pt x="96654" y="27576"/>
                    <a:pt x="96679" y="27589"/>
                  </a:cubicBezTo>
                  <a:lnTo>
                    <a:pt x="96322" y="28125"/>
                  </a:lnTo>
                  <a:cubicBezTo>
                    <a:pt x="96264" y="28121"/>
                    <a:pt x="96205" y="28120"/>
                    <a:pt x="96147" y="28120"/>
                  </a:cubicBezTo>
                  <a:cubicBezTo>
                    <a:pt x="95746" y="28120"/>
                    <a:pt x="95348" y="28195"/>
                    <a:pt x="94969" y="28329"/>
                  </a:cubicBezTo>
                  <a:cubicBezTo>
                    <a:pt x="94893" y="28150"/>
                    <a:pt x="94791" y="27972"/>
                    <a:pt x="94714" y="27818"/>
                  </a:cubicBezTo>
                  <a:cubicBezTo>
                    <a:pt x="94740" y="27818"/>
                    <a:pt x="94791" y="27793"/>
                    <a:pt x="94816" y="27767"/>
                  </a:cubicBezTo>
                  <a:cubicBezTo>
                    <a:pt x="94842" y="27742"/>
                    <a:pt x="94918" y="27742"/>
                    <a:pt x="94969" y="27742"/>
                  </a:cubicBezTo>
                  <a:cubicBezTo>
                    <a:pt x="94977" y="27743"/>
                    <a:pt x="94985" y="27743"/>
                    <a:pt x="94993" y="27743"/>
                  </a:cubicBezTo>
                  <a:cubicBezTo>
                    <a:pt x="95179" y="27743"/>
                    <a:pt x="95242" y="27459"/>
                    <a:pt x="95046" y="27410"/>
                  </a:cubicBezTo>
                  <a:cubicBezTo>
                    <a:pt x="95006" y="27404"/>
                    <a:pt x="94967" y="27401"/>
                    <a:pt x="94929" y="27401"/>
                  </a:cubicBezTo>
                  <a:cubicBezTo>
                    <a:pt x="94798" y="27401"/>
                    <a:pt x="94680" y="27439"/>
                    <a:pt x="94561" y="27538"/>
                  </a:cubicBezTo>
                  <a:cubicBezTo>
                    <a:pt x="94484" y="27385"/>
                    <a:pt x="94382" y="27206"/>
                    <a:pt x="94280" y="27078"/>
                  </a:cubicBezTo>
                  <a:cubicBezTo>
                    <a:pt x="94872" y="26881"/>
                    <a:pt x="95484" y="26779"/>
                    <a:pt x="96104" y="26779"/>
                  </a:cubicBezTo>
                  <a:close/>
                  <a:moveTo>
                    <a:pt x="95709" y="14623"/>
                  </a:moveTo>
                  <a:cubicBezTo>
                    <a:pt x="96271" y="14674"/>
                    <a:pt x="96807" y="14802"/>
                    <a:pt x="97343" y="15032"/>
                  </a:cubicBezTo>
                  <a:cubicBezTo>
                    <a:pt x="98083" y="15312"/>
                    <a:pt x="98823" y="15644"/>
                    <a:pt x="99563" y="15950"/>
                  </a:cubicBezTo>
                  <a:cubicBezTo>
                    <a:pt x="100227" y="16206"/>
                    <a:pt x="101350" y="16461"/>
                    <a:pt x="101860" y="16946"/>
                  </a:cubicBezTo>
                  <a:lnTo>
                    <a:pt x="101962" y="17048"/>
                  </a:lnTo>
                  <a:cubicBezTo>
                    <a:pt x="101733" y="17252"/>
                    <a:pt x="101503" y="17456"/>
                    <a:pt x="101324" y="17686"/>
                  </a:cubicBezTo>
                  <a:cubicBezTo>
                    <a:pt x="100584" y="17329"/>
                    <a:pt x="99844" y="17022"/>
                    <a:pt x="99053" y="16767"/>
                  </a:cubicBezTo>
                  <a:cubicBezTo>
                    <a:pt x="99039" y="16763"/>
                    <a:pt x="99026" y="16761"/>
                    <a:pt x="99013" y="16761"/>
                  </a:cubicBezTo>
                  <a:cubicBezTo>
                    <a:pt x="98860" y="16761"/>
                    <a:pt x="98788" y="17028"/>
                    <a:pt x="98976" y="17099"/>
                  </a:cubicBezTo>
                  <a:cubicBezTo>
                    <a:pt x="99691" y="17329"/>
                    <a:pt x="100406" y="17609"/>
                    <a:pt x="101095" y="17941"/>
                  </a:cubicBezTo>
                  <a:cubicBezTo>
                    <a:pt x="100993" y="18069"/>
                    <a:pt x="100890" y="18196"/>
                    <a:pt x="100788" y="18350"/>
                  </a:cubicBezTo>
                  <a:cubicBezTo>
                    <a:pt x="100696" y="18442"/>
                    <a:pt x="100818" y="18562"/>
                    <a:pt x="100931" y="18562"/>
                  </a:cubicBezTo>
                  <a:cubicBezTo>
                    <a:pt x="100974" y="18562"/>
                    <a:pt x="101016" y="18545"/>
                    <a:pt x="101044" y="18503"/>
                  </a:cubicBezTo>
                  <a:cubicBezTo>
                    <a:pt x="101171" y="18350"/>
                    <a:pt x="101248" y="18222"/>
                    <a:pt x="101375" y="18094"/>
                  </a:cubicBezTo>
                  <a:lnTo>
                    <a:pt x="101835" y="18324"/>
                  </a:lnTo>
                  <a:cubicBezTo>
                    <a:pt x="101171" y="19064"/>
                    <a:pt x="100737" y="19958"/>
                    <a:pt x="100508" y="20927"/>
                  </a:cubicBezTo>
                  <a:cubicBezTo>
                    <a:pt x="100508" y="20978"/>
                    <a:pt x="100508" y="21029"/>
                    <a:pt x="100559" y="21055"/>
                  </a:cubicBezTo>
                  <a:cubicBezTo>
                    <a:pt x="100431" y="21106"/>
                    <a:pt x="100303" y="21132"/>
                    <a:pt x="100176" y="21183"/>
                  </a:cubicBezTo>
                  <a:cubicBezTo>
                    <a:pt x="100201" y="20902"/>
                    <a:pt x="100252" y="20596"/>
                    <a:pt x="100278" y="20315"/>
                  </a:cubicBezTo>
                  <a:cubicBezTo>
                    <a:pt x="100278" y="20213"/>
                    <a:pt x="100201" y="20162"/>
                    <a:pt x="100122" y="20162"/>
                  </a:cubicBezTo>
                  <a:cubicBezTo>
                    <a:pt x="100042" y="20162"/>
                    <a:pt x="99959" y="20213"/>
                    <a:pt x="99946" y="20315"/>
                  </a:cubicBezTo>
                  <a:cubicBezTo>
                    <a:pt x="99921" y="20647"/>
                    <a:pt x="99895" y="20953"/>
                    <a:pt x="99844" y="21285"/>
                  </a:cubicBezTo>
                  <a:lnTo>
                    <a:pt x="99844" y="21310"/>
                  </a:lnTo>
                  <a:cubicBezTo>
                    <a:pt x="99589" y="21412"/>
                    <a:pt x="99308" y="21540"/>
                    <a:pt x="99053" y="21693"/>
                  </a:cubicBezTo>
                  <a:cubicBezTo>
                    <a:pt x="98901" y="21758"/>
                    <a:pt x="98989" y="21970"/>
                    <a:pt x="99128" y="21970"/>
                  </a:cubicBezTo>
                  <a:cubicBezTo>
                    <a:pt x="99153" y="21970"/>
                    <a:pt x="99179" y="21964"/>
                    <a:pt x="99206" y="21948"/>
                  </a:cubicBezTo>
                  <a:cubicBezTo>
                    <a:pt x="99767" y="21668"/>
                    <a:pt x="100355" y="21438"/>
                    <a:pt x="100967" y="21285"/>
                  </a:cubicBezTo>
                  <a:lnTo>
                    <a:pt x="100967" y="21285"/>
                  </a:lnTo>
                  <a:cubicBezTo>
                    <a:pt x="100737" y="21540"/>
                    <a:pt x="100559" y="21795"/>
                    <a:pt x="100406" y="22025"/>
                  </a:cubicBezTo>
                  <a:lnTo>
                    <a:pt x="100278" y="22203"/>
                  </a:lnTo>
                  <a:cubicBezTo>
                    <a:pt x="99819" y="22331"/>
                    <a:pt x="99385" y="22535"/>
                    <a:pt x="98976" y="22816"/>
                  </a:cubicBezTo>
                  <a:cubicBezTo>
                    <a:pt x="98848" y="22923"/>
                    <a:pt x="98935" y="23120"/>
                    <a:pt x="99072" y="23120"/>
                  </a:cubicBezTo>
                  <a:cubicBezTo>
                    <a:pt x="99098" y="23120"/>
                    <a:pt x="99126" y="23113"/>
                    <a:pt x="99155" y="23097"/>
                  </a:cubicBezTo>
                  <a:cubicBezTo>
                    <a:pt x="99410" y="22918"/>
                    <a:pt x="99691" y="22765"/>
                    <a:pt x="99997" y="22637"/>
                  </a:cubicBezTo>
                  <a:lnTo>
                    <a:pt x="99997" y="22637"/>
                  </a:lnTo>
                  <a:lnTo>
                    <a:pt x="99283" y="23709"/>
                  </a:lnTo>
                  <a:cubicBezTo>
                    <a:pt x="98568" y="24143"/>
                    <a:pt x="97955" y="24679"/>
                    <a:pt x="97445" y="25317"/>
                  </a:cubicBezTo>
                  <a:cubicBezTo>
                    <a:pt x="97349" y="25452"/>
                    <a:pt x="97455" y="25601"/>
                    <a:pt x="97568" y="25601"/>
                  </a:cubicBezTo>
                  <a:cubicBezTo>
                    <a:pt x="97605" y="25601"/>
                    <a:pt x="97643" y="25585"/>
                    <a:pt x="97675" y="25547"/>
                  </a:cubicBezTo>
                  <a:cubicBezTo>
                    <a:pt x="98006" y="25139"/>
                    <a:pt x="98364" y="24756"/>
                    <a:pt x="98798" y="24449"/>
                  </a:cubicBezTo>
                  <a:lnTo>
                    <a:pt x="98798" y="24449"/>
                  </a:lnTo>
                  <a:lnTo>
                    <a:pt x="97930" y="25726"/>
                  </a:lnTo>
                  <a:cubicBezTo>
                    <a:pt x="97662" y="25611"/>
                    <a:pt x="97394" y="25553"/>
                    <a:pt x="97126" y="25553"/>
                  </a:cubicBezTo>
                  <a:cubicBezTo>
                    <a:pt x="97037" y="25553"/>
                    <a:pt x="96947" y="25560"/>
                    <a:pt x="96858" y="25572"/>
                  </a:cubicBezTo>
                  <a:cubicBezTo>
                    <a:pt x="97113" y="25011"/>
                    <a:pt x="97470" y="24500"/>
                    <a:pt x="97879" y="24067"/>
                  </a:cubicBezTo>
                  <a:cubicBezTo>
                    <a:pt x="98000" y="23965"/>
                    <a:pt x="97881" y="23800"/>
                    <a:pt x="97749" y="23800"/>
                  </a:cubicBezTo>
                  <a:cubicBezTo>
                    <a:pt x="97715" y="23800"/>
                    <a:pt x="97681" y="23811"/>
                    <a:pt x="97649" y="23837"/>
                  </a:cubicBezTo>
                  <a:cubicBezTo>
                    <a:pt x="97164" y="24347"/>
                    <a:pt x="96781" y="24934"/>
                    <a:pt x="96501" y="25572"/>
                  </a:cubicBezTo>
                  <a:cubicBezTo>
                    <a:pt x="96501" y="25598"/>
                    <a:pt x="96501" y="25623"/>
                    <a:pt x="96501" y="25649"/>
                  </a:cubicBezTo>
                  <a:cubicBezTo>
                    <a:pt x="96410" y="25740"/>
                    <a:pt x="96481" y="25912"/>
                    <a:pt x="96606" y="25912"/>
                  </a:cubicBezTo>
                  <a:cubicBezTo>
                    <a:pt x="96621" y="25912"/>
                    <a:pt x="96637" y="25910"/>
                    <a:pt x="96654" y="25904"/>
                  </a:cubicBezTo>
                  <a:cubicBezTo>
                    <a:pt x="96788" y="25876"/>
                    <a:pt x="96925" y="25861"/>
                    <a:pt x="97064" y="25861"/>
                  </a:cubicBezTo>
                  <a:cubicBezTo>
                    <a:pt x="97295" y="25861"/>
                    <a:pt x="97528" y="25901"/>
                    <a:pt x="97751" y="25981"/>
                  </a:cubicBezTo>
                  <a:lnTo>
                    <a:pt x="97317" y="26619"/>
                  </a:lnTo>
                  <a:cubicBezTo>
                    <a:pt x="96912" y="26530"/>
                    <a:pt x="96502" y="26487"/>
                    <a:pt x="96094" y="26487"/>
                  </a:cubicBezTo>
                  <a:cubicBezTo>
                    <a:pt x="95448" y="26487"/>
                    <a:pt x="94803" y="26594"/>
                    <a:pt x="94178" y="26797"/>
                  </a:cubicBezTo>
                  <a:cubicBezTo>
                    <a:pt x="94153" y="26797"/>
                    <a:pt x="94127" y="26823"/>
                    <a:pt x="94101" y="26849"/>
                  </a:cubicBezTo>
                  <a:cubicBezTo>
                    <a:pt x="93999" y="26721"/>
                    <a:pt x="93897" y="26593"/>
                    <a:pt x="93795" y="26466"/>
                  </a:cubicBezTo>
                  <a:lnTo>
                    <a:pt x="94969" y="26108"/>
                  </a:lnTo>
                  <a:cubicBezTo>
                    <a:pt x="95158" y="26061"/>
                    <a:pt x="95107" y="25796"/>
                    <a:pt x="94937" y="25796"/>
                  </a:cubicBezTo>
                  <a:cubicBezTo>
                    <a:pt x="94923" y="25796"/>
                    <a:pt x="94908" y="25798"/>
                    <a:pt x="94893" y="25802"/>
                  </a:cubicBezTo>
                  <a:lnTo>
                    <a:pt x="94612" y="25879"/>
                  </a:lnTo>
                  <a:cubicBezTo>
                    <a:pt x="94612" y="25828"/>
                    <a:pt x="94586" y="25777"/>
                    <a:pt x="94535" y="25751"/>
                  </a:cubicBezTo>
                  <a:lnTo>
                    <a:pt x="94306" y="25623"/>
                  </a:lnTo>
                  <a:cubicBezTo>
                    <a:pt x="94484" y="25241"/>
                    <a:pt x="94740" y="24934"/>
                    <a:pt x="95046" y="24654"/>
                  </a:cubicBezTo>
                  <a:cubicBezTo>
                    <a:pt x="95167" y="24552"/>
                    <a:pt x="95048" y="24387"/>
                    <a:pt x="94916" y="24387"/>
                  </a:cubicBezTo>
                  <a:cubicBezTo>
                    <a:pt x="94882" y="24387"/>
                    <a:pt x="94848" y="24398"/>
                    <a:pt x="94816" y="24424"/>
                  </a:cubicBezTo>
                  <a:cubicBezTo>
                    <a:pt x="94484" y="24705"/>
                    <a:pt x="94204" y="25062"/>
                    <a:pt x="94025" y="25470"/>
                  </a:cubicBezTo>
                  <a:lnTo>
                    <a:pt x="93719" y="25292"/>
                  </a:lnTo>
                  <a:cubicBezTo>
                    <a:pt x="93690" y="25275"/>
                    <a:pt x="93662" y="25268"/>
                    <a:pt x="93636" y="25268"/>
                  </a:cubicBezTo>
                  <a:cubicBezTo>
                    <a:pt x="93499" y="25268"/>
                    <a:pt x="93415" y="25465"/>
                    <a:pt x="93566" y="25572"/>
                  </a:cubicBezTo>
                  <a:lnTo>
                    <a:pt x="94280" y="25981"/>
                  </a:lnTo>
                  <a:lnTo>
                    <a:pt x="93770" y="26134"/>
                  </a:lnTo>
                  <a:cubicBezTo>
                    <a:pt x="93770" y="26108"/>
                    <a:pt x="93744" y="26108"/>
                    <a:pt x="93719" y="26083"/>
                  </a:cubicBezTo>
                  <a:cubicBezTo>
                    <a:pt x="93194" y="25935"/>
                    <a:pt x="92658" y="25861"/>
                    <a:pt x="92119" y="25861"/>
                  </a:cubicBezTo>
                  <a:cubicBezTo>
                    <a:pt x="91819" y="25861"/>
                    <a:pt x="91518" y="25884"/>
                    <a:pt x="91217" y="25930"/>
                  </a:cubicBezTo>
                  <a:cubicBezTo>
                    <a:pt x="91166" y="25930"/>
                    <a:pt x="91115" y="25981"/>
                    <a:pt x="91115" y="26032"/>
                  </a:cubicBezTo>
                  <a:cubicBezTo>
                    <a:pt x="91013" y="25955"/>
                    <a:pt x="90937" y="25879"/>
                    <a:pt x="90860" y="25802"/>
                  </a:cubicBezTo>
                  <a:cubicBezTo>
                    <a:pt x="91243" y="25572"/>
                    <a:pt x="91702" y="25470"/>
                    <a:pt x="92136" y="25445"/>
                  </a:cubicBezTo>
                  <a:cubicBezTo>
                    <a:pt x="92238" y="25445"/>
                    <a:pt x="92315" y="25343"/>
                    <a:pt x="92289" y="25241"/>
                  </a:cubicBezTo>
                  <a:lnTo>
                    <a:pt x="92289" y="25241"/>
                  </a:lnTo>
                  <a:cubicBezTo>
                    <a:pt x="92311" y="25252"/>
                    <a:pt x="92334" y="25257"/>
                    <a:pt x="92357" y="25257"/>
                  </a:cubicBezTo>
                  <a:cubicBezTo>
                    <a:pt x="92440" y="25257"/>
                    <a:pt x="92519" y="25188"/>
                    <a:pt x="92519" y="25088"/>
                  </a:cubicBezTo>
                  <a:cubicBezTo>
                    <a:pt x="92545" y="24781"/>
                    <a:pt x="92698" y="24500"/>
                    <a:pt x="92953" y="24322"/>
                  </a:cubicBezTo>
                  <a:cubicBezTo>
                    <a:pt x="93100" y="24217"/>
                    <a:pt x="93005" y="24009"/>
                    <a:pt x="92882" y="24009"/>
                  </a:cubicBezTo>
                  <a:cubicBezTo>
                    <a:pt x="92855" y="24009"/>
                    <a:pt x="92827" y="24018"/>
                    <a:pt x="92800" y="24041"/>
                  </a:cubicBezTo>
                  <a:cubicBezTo>
                    <a:pt x="92443" y="24271"/>
                    <a:pt x="92213" y="24654"/>
                    <a:pt x="92213" y="25088"/>
                  </a:cubicBezTo>
                  <a:cubicBezTo>
                    <a:pt x="92187" y="25113"/>
                    <a:pt x="92187" y="25113"/>
                    <a:pt x="92213" y="25139"/>
                  </a:cubicBezTo>
                  <a:lnTo>
                    <a:pt x="92136" y="25139"/>
                  </a:lnTo>
                  <a:cubicBezTo>
                    <a:pt x="91626" y="25139"/>
                    <a:pt x="91141" y="25292"/>
                    <a:pt x="90681" y="25521"/>
                  </a:cubicBezTo>
                  <a:cubicBezTo>
                    <a:pt x="90656" y="25547"/>
                    <a:pt x="90630" y="25598"/>
                    <a:pt x="90630" y="25649"/>
                  </a:cubicBezTo>
                  <a:cubicBezTo>
                    <a:pt x="90477" y="25547"/>
                    <a:pt x="90299" y="25445"/>
                    <a:pt x="90146" y="25368"/>
                  </a:cubicBezTo>
                  <a:cubicBezTo>
                    <a:pt x="90120" y="25359"/>
                    <a:pt x="90094" y="25354"/>
                    <a:pt x="90071" y="25354"/>
                  </a:cubicBezTo>
                  <a:cubicBezTo>
                    <a:pt x="89908" y="25354"/>
                    <a:pt x="89811" y="25560"/>
                    <a:pt x="89967" y="25649"/>
                  </a:cubicBezTo>
                  <a:cubicBezTo>
                    <a:pt x="90452" y="25853"/>
                    <a:pt x="90860" y="26185"/>
                    <a:pt x="91166" y="26593"/>
                  </a:cubicBezTo>
                  <a:cubicBezTo>
                    <a:pt x="91197" y="26646"/>
                    <a:pt x="91243" y="26668"/>
                    <a:pt x="91289" y="26668"/>
                  </a:cubicBezTo>
                  <a:cubicBezTo>
                    <a:pt x="91399" y="26668"/>
                    <a:pt x="91511" y="26548"/>
                    <a:pt x="91422" y="26440"/>
                  </a:cubicBezTo>
                  <a:cubicBezTo>
                    <a:pt x="91396" y="26364"/>
                    <a:pt x="91320" y="26313"/>
                    <a:pt x="91268" y="26236"/>
                  </a:cubicBezTo>
                  <a:lnTo>
                    <a:pt x="91294" y="26236"/>
                  </a:lnTo>
                  <a:cubicBezTo>
                    <a:pt x="91533" y="26207"/>
                    <a:pt x="91776" y="26193"/>
                    <a:pt x="92019" y="26193"/>
                  </a:cubicBezTo>
                  <a:cubicBezTo>
                    <a:pt x="92423" y="26193"/>
                    <a:pt x="92825" y="26233"/>
                    <a:pt x="93208" y="26313"/>
                  </a:cubicBezTo>
                  <a:cubicBezTo>
                    <a:pt x="94050" y="27180"/>
                    <a:pt x="94663" y="28252"/>
                    <a:pt x="94995" y="29401"/>
                  </a:cubicBezTo>
                  <a:lnTo>
                    <a:pt x="94459" y="29146"/>
                  </a:lnTo>
                  <a:cubicBezTo>
                    <a:pt x="94357" y="28839"/>
                    <a:pt x="94255" y="28533"/>
                    <a:pt x="94153" y="28252"/>
                  </a:cubicBezTo>
                  <a:cubicBezTo>
                    <a:pt x="94121" y="28169"/>
                    <a:pt x="94051" y="28132"/>
                    <a:pt x="93983" y="28132"/>
                  </a:cubicBezTo>
                  <a:cubicBezTo>
                    <a:pt x="93885" y="28132"/>
                    <a:pt x="93791" y="28208"/>
                    <a:pt x="93821" y="28329"/>
                  </a:cubicBezTo>
                  <a:lnTo>
                    <a:pt x="94050" y="28967"/>
                  </a:lnTo>
                  <a:lnTo>
                    <a:pt x="93285" y="28584"/>
                  </a:lnTo>
                  <a:cubicBezTo>
                    <a:pt x="93310" y="28559"/>
                    <a:pt x="93310" y="28533"/>
                    <a:pt x="93310" y="28482"/>
                  </a:cubicBezTo>
                  <a:cubicBezTo>
                    <a:pt x="93208" y="27997"/>
                    <a:pt x="92953" y="27563"/>
                    <a:pt x="92519" y="27257"/>
                  </a:cubicBezTo>
                  <a:cubicBezTo>
                    <a:pt x="92495" y="27241"/>
                    <a:pt x="92470" y="27233"/>
                    <a:pt x="92447" y="27233"/>
                  </a:cubicBezTo>
                  <a:cubicBezTo>
                    <a:pt x="92325" y="27233"/>
                    <a:pt x="92237" y="27430"/>
                    <a:pt x="92366" y="27538"/>
                  </a:cubicBezTo>
                  <a:cubicBezTo>
                    <a:pt x="92672" y="27767"/>
                    <a:pt x="92876" y="28074"/>
                    <a:pt x="92953" y="28431"/>
                  </a:cubicBezTo>
                  <a:lnTo>
                    <a:pt x="92162" y="28074"/>
                  </a:lnTo>
                  <a:cubicBezTo>
                    <a:pt x="92187" y="28023"/>
                    <a:pt x="92213" y="27946"/>
                    <a:pt x="92238" y="27895"/>
                  </a:cubicBezTo>
                  <a:cubicBezTo>
                    <a:pt x="92308" y="27773"/>
                    <a:pt x="92199" y="27662"/>
                    <a:pt x="92090" y="27662"/>
                  </a:cubicBezTo>
                  <a:cubicBezTo>
                    <a:pt x="92040" y="27662"/>
                    <a:pt x="91990" y="27686"/>
                    <a:pt x="91958" y="27742"/>
                  </a:cubicBezTo>
                  <a:lnTo>
                    <a:pt x="91881" y="27895"/>
                  </a:lnTo>
                  <a:cubicBezTo>
                    <a:pt x="91881" y="27920"/>
                    <a:pt x="91881" y="27920"/>
                    <a:pt x="91881" y="27946"/>
                  </a:cubicBezTo>
                  <a:lnTo>
                    <a:pt x="91575" y="27767"/>
                  </a:lnTo>
                  <a:cubicBezTo>
                    <a:pt x="91804" y="27436"/>
                    <a:pt x="92034" y="27129"/>
                    <a:pt x="92264" y="26823"/>
                  </a:cubicBezTo>
                  <a:cubicBezTo>
                    <a:pt x="92354" y="26715"/>
                    <a:pt x="92240" y="26606"/>
                    <a:pt x="92121" y="26606"/>
                  </a:cubicBezTo>
                  <a:cubicBezTo>
                    <a:pt x="92071" y="26606"/>
                    <a:pt x="92020" y="26625"/>
                    <a:pt x="91983" y="26670"/>
                  </a:cubicBezTo>
                  <a:lnTo>
                    <a:pt x="91268" y="27640"/>
                  </a:lnTo>
                  <a:lnTo>
                    <a:pt x="91039" y="27512"/>
                  </a:lnTo>
                  <a:cubicBezTo>
                    <a:pt x="91090" y="27308"/>
                    <a:pt x="91192" y="27104"/>
                    <a:pt x="91371" y="26951"/>
                  </a:cubicBezTo>
                  <a:cubicBezTo>
                    <a:pt x="91492" y="26849"/>
                    <a:pt x="91372" y="26684"/>
                    <a:pt x="91241" y="26684"/>
                  </a:cubicBezTo>
                  <a:cubicBezTo>
                    <a:pt x="91207" y="26684"/>
                    <a:pt x="91172" y="26695"/>
                    <a:pt x="91141" y="26721"/>
                  </a:cubicBezTo>
                  <a:cubicBezTo>
                    <a:pt x="91064" y="26797"/>
                    <a:pt x="90988" y="26874"/>
                    <a:pt x="90937" y="26951"/>
                  </a:cubicBezTo>
                  <a:cubicBezTo>
                    <a:pt x="89992" y="25981"/>
                    <a:pt x="88691" y="25445"/>
                    <a:pt x="87338" y="25445"/>
                  </a:cubicBezTo>
                  <a:cubicBezTo>
                    <a:pt x="87210" y="25445"/>
                    <a:pt x="87134" y="25598"/>
                    <a:pt x="87236" y="25700"/>
                  </a:cubicBezTo>
                  <a:lnTo>
                    <a:pt x="86292" y="25266"/>
                  </a:lnTo>
                  <a:cubicBezTo>
                    <a:pt x="86644" y="25149"/>
                    <a:pt x="87007" y="25087"/>
                    <a:pt x="87374" y="25087"/>
                  </a:cubicBezTo>
                  <a:cubicBezTo>
                    <a:pt x="87565" y="25087"/>
                    <a:pt x="87758" y="25104"/>
                    <a:pt x="87951" y="25139"/>
                  </a:cubicBezTo>
                  <a:cubicBezTo>
                    <a:pt x="87966" y="25142"/>
                    <a:pt x="87981" y="25144"/>
                    <a:pt x="87995" y="25144"/>
                  </a:cubicBezTo>
                  <a:cubicBezTo>
                    <a:pt x="88165" y="25144"/>
                    <a:pt x="88216" y="24879"/>
                    <a:pt x="88027" y="24832"/>
                  </a:cubicBezTo>
                  <a:cubicBezTo>
                    <a:pt x="87790" y="24787"/>
                    <a:pt x="87550" y="24764"/>
                    <a:pt x="87310" y="24764"/>
                  </a:cubicBezTo>
                  <a:cubicBezTo>
                    <a:pt x="86878" y="24764"/>
                    <a:pt x="86447" y="24838"/>
                    <a:pt x="86036" y="24985"/>
                  </a:cubicBezTo>
                  <a:cubicBezTo>
                    <a:pt x="85985" y="25011"/>
                    <a:pt x="85960" y="25036"/>
                    <a:pt x="85934" y="25088"/>
                  </a:cubicBezTo>
                  <a:lnTo>
                    <a:pt x="84250" y="24271"/>
                  </a:lnTo>
                  <a:cubicBezTo>
                    <a:pt x="84275" y="24271"/>
                    <a:pt x="84301" y="24271"/>
                    <a:pt x="84326" y="24245"/>
                  </a:cubicBezTo>
                  <a:cubicBezTo>
                    <a:pt x="84535" y="24151"/>
                    <a:pt x="84757" y="24098"/>
                    <a:pt x="84993" y="24098"/>
                  </a:cubicBezTo>
                  <a:cubicBezTo>
                    <a:pt x="85075" y="24098"/>
                    <a:pt x="85159" y="24104"/>
                    <a:pt x="85245" y="24118"/>
                  </a:cubicBezTo>
                  <a:cubicBezTo>
                    <a:pt x="85252" y="24119"/>
                    <a:pt x="85259" y="24119"/>
                    <a:pt x="85266" y="24119"/>
                  </a:cubicBezTo>
                  <a:cubicBezTo>
                    <a:pt x="85432" y="24119"/>
                    <a:pt x="85518" y="23836"/>
                    <a:pt x="85322" y="23811"/>
                  </a:cubicBezTo>
                  <a:cubicBezTo>
                    <a:pt x="85199" y="23788"/>
                    <a:pt x="85077" y="23777"/>
                    <a:pt x="84956" y="23777"/>
                  </a:cubicBezTo>
                  <a:cubicBezTo>
                    <a:pt x="84673" y="23777"/>
                    <a:pt x="84398" y="23839"/>
                    <a:pt x="84148" y="23965"/>
                  </a:cubicBezTo>
                  <a:cubicBezTo>
                    <a:pt x="84071" y="24016"/>
                    <a:pt x="84046" y="24118"/>
                    <a:pt x="84122" y="24194"/>
                  </a:cubicBezTo>
                  <a:lnTo>
                    <a:pt x="82514" y="23429"/>
                  </a:lnTo>
                  <a:lnTo>
                    <a:pt x="83025" y="23122"/>
                  </a:lnTo>
                  <a:cubicBezTo>
                    <a:pt x="83038" y="23126"/>
                    <a:pt x="83051" y="23127"/>
                    <a:pt x="83064" y="23127"/>
                  </a:cubicBezTo>
                  <a:cubicBezTo>
                    <a:pt x="83146" y="23127"/>
                    <a:pt x="83207" y="23058"/>
                    <a:pt x="83229" y="22969"/>
                  </a:cubicBezTo>
                  <a:cubicBezTo>
                    <a:pt x="85602" y="21438"/>
                    <a:pt x="88027" y="20009"/>
                    <a:pt x="90528" y="18681"/>
                  </a:cubicBezTo>
                  <a:cubicBezTo>
                    <a:pt x="90680" y="18595"/>
                    <a:pt x="90592" y="18379"/>
                    <a:pt x="90453" y="18379"/>
                  </a:cubicBezTo>
                  <a:cubicBezTo>
                    <a:pt x="90428" y="18379"/>
                    <a:pt x="90402" y="18385"/>
                    <a:pt x="90375" y="18401"/>
                  </a:cubicBezTo>
                  <a:lnTo>
                    <a:pt x="89788" y="18707"/>
                  </a:lnTo>
                  <a:cubicBezTo>
                    <a:pt x="89814" y="18681"/>
                    <a:pt x="89814" y="18630"/>
                    <a:pt x="89814" y="18605"/>
                  </a:cubicBezTo>
                  <a:cubicBezTo>
                    <a:pt x="89712" y="18222"/>
                    <a:pt x="89584" y="17839"/>
                    <a:pt x="89482" y="17482"/>
                  </a:cubicBezTo>
                  <a:cubicBezTo>
                    <a:pt x="90375" y="16971"/>
                    <a:pt x="91243" y="16486"/>
                    <a:pt x="92136" y="16002"/>
                  </a:cubicBezTo>
                  <a:lnTo>
                    <a:pt x="92111" y="16002"/>
                  </a:lnTo>
                  <a:cubicBezTo>
                    <a:pt x="92672" y="15695"/>
                    <a:pt x="93234" y="15363"/>
                    <a:pt x="93821" y="15083"/>
                  </a:cubicBezTo>
                  <a:lnTo>
                    <a:pt x="93821" y="15083"/>
                  </a:lnTo>
                  <a:cubicBezTo>
                    <a:pt x="93795" y="15108"/>
                    <a:pt x="93795" y="15108"/>
                    <a:pt x="93821" y="15134"/>
                  </a:cubicBezTo>
                  <a:lnTo>
                    <a:pt x="94306" y="16180"/>
                  </a:lnTo>
                  <a:cubicBezTo>
                    <a:pt x="93591" y="16410"/>
                    <a:pt x="92927" y="16767"/>
                    <a:pt x="92340" y="17227"/>
                  </a:cubicBezTo>
                  <a:cubicBezTo>
                    <a:pt x="92219" y="17328"/>
                    <a:pt x="92339" y="17494"/>
                    <a:pt x="92470" y="17494"/>
                  </a:cubicBezTo>
                  <a:cubicBezTo>
                    <a:pt x="92504" y="17494"/>
                    <a:pt x="92539" y="17483"/>
                    <a:pt x="92570" y="17456"/>
                  </a:cubicBezTo>
                  <a:cubicBezTo>
                    <a:pt x="93310" y="16844"/>
                    <a:pt x="94178" y="16461"/>
                    <a:pt x="95122" y="16308"/>
                  </a:cubicBezTo>
                  <a:lnTo>
                    <a:pt x="95224" y="16308"/>
                  </a:lnTo>
                  <a:cubicBezTo>
                    <a:pt x="95500" y="16268"/>
                    <a:pt x="95775" y="16248"/>
                    <a:pt x="96049" y="16248"/>
                  </a:cubicBezTo>
                  <a:cubicBezTo>
                    <a:pt x="96486" y="16248"/>
                    <a:pt x="96919" y="16300"/>
                    <a:pt x="97343" y="16410"/>
                  </a:cubicBezTo>
                  <a:cubicBezTo>
                    <a:pt x="97358" y="16414"/>
                    <a:pt x="97373" y="16416"/>
                    <a:pt x="97387" y="16416"/>
                  </a:cubicBezTo>
                  <a:cubicBezTo>
                    <a:pt x="97557" y="16416"/>
                    <a:pt x="97608" y="16151"/>
                    <a:pt x="97419" y="16104"/>
                  </a:cubicBezTo>
                  <a:cubicBezTo>
                    <a:pt x="96960" y="15968"/>
                    <a:pt x="96478" y="15911"/>
                    <a:pt x="95996" y="15911"/>
                  </a:cubicBezTo>
                  <a:cubicBezTo>
                    <a:pt x="95755" y="15911"/>
                    <a:pt x="95514" y="15925"/>
                    <a:pt x="95276" y="15950"/>
                  </a:cubicBezTo>
                  <a:cubicBezTo>
                    <a:pt x="95148" y="15517"/>
                    <a:pt x="94944" y="15108"/>
                    <a:pt x="94714" y="14725"/>
                  </a:cubicBezTo>
                  <a:cubicBezTo>
                    <a:pt x="94944" y="14649"/>
                    <a:pt x="95173" y="14623"/>
                    <a:pt x="95403" y="14623"/>
                  </a:cubicBezTo>
                  <a:lnTo>
                    <a:pt x="95403" y="14802"/>
                  </a:lnTo>
                  <a:cubicBezTo>
                    <a:pt x="95403" y="14904"/>
                    <a:pt x="95480" y="14955"/>
                    <a:pt x="95556" y="14955"/>
                  </a:cubicBezTo>
                  <a:cubicBezTo>
                    <a:pt x="95633" y="14955"/>
                    <a:pt x="95709" y="14904"/>
                    <a:pt x="95709" y="14802"/>
                  </a:cubicBezTo>
                  <a:lnTo>
                    <a:pt x="95709" y="14623"/>
                  </a:lnTo>
                  <a:close/>
                  <a:moveTo>
                    <a:pt x="96092" y="28405"/>
                  </a:moveTo>
                  <a:lnTo>
                    <a:pt x="95378" y="29477"/>
                  </a:lnTo>
                  <a:cubicBezTo>
                    <a:pt x="95301" y="29171"/>
                    <a:pt x="95199" y="28890"/>
                    <a:pt x="95071" y="28610"/>
                  </a:cubicBezTo>
                  <a:cubicBezTo>
                    <a:pt x="95403" y="28482"/>
                    <a:pt x="95735" y="28431"/>
                    <a:pt x="96092" y="28405"/>
                  </a:cubicBezTo>
                  <a:close/>
                  <a:moveTo>
                    <a:pt x="77920" y="41294"/>
                  </a:moveTo>
                  <a:lnTo>
                    <a:pt x="79120" y="41983"/>
                  </a:lnTo>
                  <a:cubicBezTo>
                    <a:pt x="79375" y="42672"/>
                    <a:pt x="79452" y="43413"/>
                    <a:pt x="79324" y="44127"/>
                  </a:cubicBezTo>
                  <a:cubicBezTo>
                    <a:pt x="79324" y="44153"/>
                    <a:pt x="79324" y="44204"/>
                    <a:pt x="79349" y="44229"/>
                  </a:cubicBezTo>
                  <a:lnTo>
                    <a:pt x="79196" y="44153"/>
                  </a:lnTo>
                  <a:cubicBezTo>
                    <a:pt x="79171" y="43668"/>
                    <a:pt x="79069" y="43208"/>
                    <a:pt x="78890" y="42749"/>
                  </a:cubicBezTo>
                  <a:lnTo>
                    <a:pt x="78865" y="42723"/>
                  </a:lnTo>
                  <a:cubicBezTo>
                    <a:pt x="78635" y="42213"/>
                    <a:pt x="78303" y="41728"/>
                    <a:pt x="77920" y="41294"/>
                  </a:cubicBezTo>
                  <a:close/>
                  <a:moveTo>
                    <a:pt x="92060" y="38257"/>
                  </a:moveTo>
                  <a:lnTo>
                    <a:pt x="103749" y="39355"/>
                  </a:lnTo>
                  <a:lnTo>
                    <a:pt x="103264" y="40324"/>
                  </a:lnTo>
                  <a:cubicBezTo>
                    <a:pt x="101248" y="40095"/>
                    <a:pt x="99257" y="39814"/>
                    <a:pt x="97266" y="39482"/>
                  </a:cubicBezTo>
                  <a:cubicBezTo>
                    <a:pt x="97258" y="39481"/>
                    <a:pt x="97250" y="39481"/>
                    <a:pt x="97242" y="39481"/>
                  </a:cubicBezTo>
                  <a:cubicBezTo>
                    <a:pt x="97054" y="39481"/>
                    <a:pt x="96969" y="39765"/>
                    <a:pt x="97190" y="39814"/>
                  </a:cubicBezTo>
                  <a:cubicBezTo>
                    <a:pt x="99155" y="40120"/>
                    <a:pt x="101120" y="40401"/>
                    <a:pt x="103111" y="40631"/>
                  </a:cubicBezTo>
                  <a:cubicBezTo>
                    <a:pt x="102652" y="41549"/>
                    <a:pt x="102192" y="42494"/>
                    <a:pt x="101733" y="43438"/>
                  </a:cubicBezTo>
                  <a:cubicBezTo>
                    <a:pt x="100176" y="42826"/>
                    <a:pt x="98593" y="42315"/>
                    <a:pt x="96960" y="41932"/>
                  </a:cubicBezTo>
                  <a:cubicBezTo>
                    <a:pt x="96944" y="41928"/>
                    <a:pt x="96930" y="41927"/>
                    <a:pt x="96916" y="41927"/>
                  </a:cubicBezTo>
                  <a:cubicBezTo>
                    <a:pt x="96746" y="41927"/>
                    <a:pt x="96695" y="42193"/>
                    <a:pt x="96883" y="42264"/>
                  </a:cubicBezTo>
                  <a:cubicBezTo>
                    <a:pt x="98491" y="42647"/>
                    <a:pt x="100074" y="43132"/>
                    <a:pt x="101605" y="43744"/>
                  </a:cubicBezTo>
                  <a:cubicBezTo>
                    <a:pt x="101426" y="44127"/>
                    <a:pt x="101248" y="44485"/>
                    <a:pt x="101095" y="44842"/>
                  </a:cubicBezTo>
                  <a:lnTo>
                    <a:pt x="100712" y="44714"/>
                  </a:lnTo>
                  <a:cubicBezTo>
                    <a:pt x="100696" y="44710"/>
                    <a:pt x="100681" y="44709"/>
                    <a:pt x="100667" y="44709"/>
                  </a:cubicBezTo>
                  <a:cubicBezTo>
                    <a:pt x="100498" y="44709"/>
                    <a:pt x="100447" y="44975"/>
                    <a:pt x="100635" y="45046"/>
                  </a:cubicBezTo>
                  <a:lnTo>
                    <a:pt x="100942" y="45148"/>
                  </a:lnTo>
                  <a:cubicBezTo>
                    <a:pt x="100737" y="45633"/>
                    <a:pt x="100508" y="46118"/>
                    <a:pt x="100303" y="46577"/>
                  </a:cubicBezTo>
                  <a:cubicBezTo>
                    <a:pt x="97011" y="44969"/>
                    <a:pt x="93693" y="43413"/>
                    <a:pt x="90350" y="41907"/>
                  </a:cubicBezTo>
                  <a:lnTo>
                    <a:pt x="90656" y="41269"/>
                  </a:lnTo>
                  <a:cubicBezTo>
                    <a:pt x="91371" y="41473"/>
                    <a:pt x="92085" y="41728"/>
                    <a:pt x="92774" y="42034"/>
                  </a:cubicBezTo>
                  <a:cubicBezTo>
                    <a:pt x="92795" y="42043"/>
                    <a:pt x="92817" y="42047"/>
                    <a:pt x="92837" y="42047"/>
                  </a:cubicBezTo>
                  <a:cubicBezTo>
                    <a:pt x="92990" y="42047"/>
                    <a:pt x="93108" y="41821"/>
                    <a:pt x="92927" y="41754"/>
                  </a:cubicBezTo>
                  <a:cubicBezTo>
                    <a:pt x="92238" y="41447"/>
                    <a:pt x="91498" y="41192"/>
                    <a:pt x="90784" y="40962"/>
                  </a:cubicBezTo>
                  <a:cubicBezTo>
                    <a:pt x="90809" y="40886"/>
                    <a:pt x="90860" y="40809"/>
                    <a:pt x="90886" y="40733"/>
                  </a:cubicBezTo>
                  <a:cubicBezTo>
                    <a:pt x="91804" y="40911"/>
                    <a:pt x="92723" y="41141"/>
                    <a:pt x="93617" y="41396"/>
                  </a:cubicBezTo>
                  <a:cubicBezTo>
                    <a:pt x="93632" y="41400"/>
                    <a:pt x="93647" y="41402"/>
                    <a:pt x="93661" y="41402"/>
                  </a:cubicBezTo>
                  <a:cubicBezTo>
                    <a:pt x="93831" y="41402"/>
                    <a:pt x="93882" y="41137"/>
                    <a:pt x="93693" y="41090"/>
                  </a:cubicBezTo>
                  <a:cubicBezTo>
                    <a:pt x="92825" y="40809"/>
                    <a:pt x="91932" y="40605"/>
                    <a:pt x="91013" y="40452"/>
                  </a:cubicBezTo>
                  <a:cubicBezTo>
                    <a:pt x="91166" y="40120"/>
                    <a:pt x="91345" y="39788"/>
                    <a:pt x="91473" y="39457"/>
                  </a:cubicBezTo>
                  <a:lnTo>
                    <a:pt x="94663" y="39763"/>
                  </a:lnTo>
                  <a:cubicBezTo>
                    <a:pt x="94671" y="39764"/>
                    <a:pt x="94679" y="39764"/>
                    <a:pt x="94686" y="39764"/>
                  </a:cubicBezTo>
                  <a:cubicBezTo>
                    <a:pt x="94867" y="39764"/>
                    <a:pt x="94859" y="39481"/>
                    <a:pt x="94663" y="39457"/>
                  </a:cubicBezTo>
                  <a:lnTo>
                    <a:pt x="91626" y="39125"/>
                  </a:lnTo>
                  <a:cubicBezTo>
                    <a:pt x="91779" y="38844"/>
                    <a:pt x="91907" y="38538"/>
                    <a:pt x="92060" y="38257"/>
                  </a:cubicBezTo>
                  <a:close/>
                  <a:moveTo>
                    <a:pt x="27284" y="918"/>
                  </a:moveTo>
                  <a:lnTo>
                    <a:pt x="27284" y="918"/>
                  </a:lnTo>
                  <a:cubicBezTo>
                    <a:pt x="31750" y="943"/>
                    <a:pt x="35936" y="2475"/>
                    <a:pt x="39968" y="4312"/>
                  </a:cubicBezTo>
                  <a:cubicBezTo>
                    <a:pt x="48518" y="8217"/>
                    <a:pt x="56966" y="12377"/>
                    <a:pt x="65465" y="16435"/>
                  </a:cubicBezTo>
                  <a:lnTo>
                    <a:pt x="94765" y="30371"/>
                  </a:lnTo>
                  <a:cubicBezTo>
                    <a:pt x="92774" y="34378"/>
                    <a:pt x="90860" y="38436"/>
                    <a:pt x="89023" y="42494"/>
                  </a:cubicBezTo>
                  <a:cubicBezTo>
                    <a:pt x="88640" y="42341"/>
                    <a:pt x="88282" y="42136"/>
                    <a:pt x="87951" y="41881"/>
                  </a:cubicBezTo>
                  <a:cubicBezTo>
                    <a:pt x="87926" y="41865"/>
                    <a:pt x="87901" y="41858"/>
                    <a:pt x="87878" y="41858"/>
                  </a:cubicBezTo>
                  <a:cubicBezTo>
                    <a:pt x="87756" y="41858"/>
                    <a:pt x="87669" y="42055"/>
                    <a:pt x="87797" y="42162"/>
                  </a:cubicBezTo>
                  <a:cubicBezTo>
                    <a:pt x="88129" y="42417"/>
                    <a:pt x="88512" y="42621"/>
                    <a:pt x="88895" y="42800"/>
                  </a:cubicBezTo>
                  <a:cubicBezTo>
                    <a:pt x="88589" y="43515"/>
                    <a:pt x="88231" y="44229"/>
                    <a:pt x="87925" y="44944"/>
                  </a:cubicBezTo>
                  <a:lnTo>
                    <a:pt x="87874" y="44944"/>
                  </a:lnTo>
                  <a:cubicBezTo>
                    <a:pt x="86496" y="44969"/>
                    <a:pt x="85220" y="45556"/>
                    <a:pt x="84301" y="46577"/>
                  </a:cubicBezTo>
                  <a:cubicBezTo>
                    <a:pt x="84275" y="46603"/>
                    <a:pt x="84275" y="46628"/>
                    <a:pt x="84250" y="46654"/>
                  </a:cubicBezTo>
                  <a:lnTo>
                    <a:pt x="83918" y="46501"/>
                  </a:lnTo>
                  <a:lnTo>
                    <a:pt x="83944" y="46475"/>
                  </a:lnTo>
                  <a:cubicBezTo>
                    <a:pt x="84301" y="45914"/>
                    <a:pt x="84786" y="45454"/>
                    <a:pt x="85398" y="45174"/>
                  </a:cubicBezTo>
                  <a:cubicBezTo>
                    <a:pt x="85554" y="45085"/>
                    <a:pt x="85457" y="44879"/>
                    <a:pt x="85295" y="44879"/>
                  </a:cubicBezTo>
                  <a:cubicBezTo>
                    <a:pt x="85271" y="44879"/>
                    <a:pt x="85246" y="44883"/>
                    <a:pt x="85220" y="44893"/>
                  </a:cubicBezTo>
                  <a:cubicBezTo>
                    <a:pt x="84939" y="45046"/>
                    <a:pt x="84684" y="45225"/>
                    <a:pt x="84454" y="45429"/>
                  </a:cubicBezTo>
                  <a:lnTo>
                    <a:pt x="83305" y="44485"/>
                  </a:lnTo>
                  <a:cubicBezTo>
                    <a:pt x="83274" y="44458"/>
                    <a:pt x="83239" y="44447"/>
                    <a:pt x="83205" y="44447"/>
                  </a:cubicBezTo>
                  <a:cubicBezTo>
                    <a:pt x="83074" y="44447"/>
                    <a:pt x="82954" y="44613"/>
                    <a:pt x="83076" y="44714"/>
                  </a:cubicBezTo>
                  <a:lnTo>
                    <a:pt x="84224" y="45633"/>
                  </a:lnTo>
                  <a:cubicBezTo>
                    <a:pt x="83995" y="45837"/>
                    <a:pt x="83816" y="46067"/>
                    <a:pt x="83663" y="46322"/>
                  </a:cubicBezTo>
                  <a:cubicBezTo>
                    <a:pt x="83663" y="46322"/>
                    <a:pt x="83637" y="46348"/>
                    <a:pt x="83637" y="46348"/>
                  </a:cubicBezTo>
                  <a:cubicBezTo>
                    <a:pt x="82259" y="45684"/>
                    <a:pt x="80906" y="45020"/>
                    <a:pt x="79528" y="44331"/>
                  </a:cubicBezTo>
                  <a:cubicBezTo>
                    <a:pt x="79579" y="44331"/>
                    <a:pt x="79630" y="44280"/>
                    <a:pt x="79656" y="44229"/>
                  </a:cubicBezTo>
                  <a:cubicBezTo>
                    <a:pt x="79758" y="43566"/>
                    <a:pt x="79732" y="42902"/>
                    <a:pt x="79554" y="42239"/>
                  </a:cubicBezTo>
                  <a:lnTo>
                    <a:pt x="79554" y="42239"/>
                  </a:lnTo>
                  <a:lnTo>
                    <a:pt x="79885" y="42443"/>
                  </a:lnTo>
                  <a:cubicBezTo>
                    <a:pt x="79914" y="42459"/>
                    <a:pt x="79943" y="42466"/>
                    <a:pt x="79970" y="42466"/>
                  </a:cubicBezTo>
                  <a:cubicBezTo>
                    <a:pt x="80112" y="42466"/>
                    <a:pt x="80210" y="42269"/>
                    <a:pt x="80039" y="42162"/>
                  </a:cubicBezTo>
                  <a:lnTo>
                    <a:pt x="79375" y="41779"/>
                  </a:lnTo>
                  <a:cubicBezTo>
                    <a:pt x="79349" y="41728"/>
                    <a:pt x="79298" y="41703"/>
                    <a:pt x="79222" y="41703"/>
                  </a:cubicBezTo>
                  <a:lnTo>
                    <a:pt x="77129" y="40477"/>
                  </a:lnTo>
                  <a:cubicBezTo>
                    <a:pt x="77104" y="40465"/>
                    <a:pt x="77078" y="40458"/>
                    <a:pt x="77056" y="40458"/>
                  </a:cubicBezTo>
                  <a:cubicBezTo>
                    <a:pt x="77033" y="40458"/>
                    <a:pt x="77014" y="40465"/>
                    <a:pt x="77001" y="40477"/>
                  </a:cubicBezTo>
                  <a:cubicBezTo>
                    <a:pt x="76695" y="40273"/>
                    <a:pt x="76414" y="40069"/>
                    <a:pt x="76108" y="39890"/>
                  </a:cubicBezTo>
                  <a:cubicBezTo>
                    <a:pt x="74475" y="38921"/>
                    <a:pt x="72663" y="38283"/>
                    <a:pt x="70953" y="37542"/>
                  </a:cubicBezTo>
                  <a:cubicBezTo>
                    <a:pt x="68783" y="36624"/>
                    <a:pt x="66639" y="35679"/>
                    <a:pt x="64495" y="34735"/>
                  </a:cubicBezTo>
                  <a:cubicBezTo>
                    <a:pt x="54873" y="30473"/>
                    <a:pt x="45379" y="25930"/>
                    <a:pt x="36012" y="21132"/>
                  </a:cubicBezTo>
                  <a:cubicBezTo>
                    <a:pt x="35936" y="21098"/>
                    <a:pt x="35856" y="21080"/>
                    <a:pt x="35780" y="21080"/>
                  </a:cubicBezTo>
                  <a:cubicBezTo>
                    <a:pt x="35627" y="21080"/>
                    <a:pt x="35485" y="21149"/>
                    <a:pt x="35400" y="21285"/>
                  </a:cubicBezTo>
                  <a:cubicBezTo>
                    <a:pt x="35298" y="21285"/>
                    <a:pt x="35221" y="21310"/>
                    <a:pt x="35170" y="21361"/>
                  </a:cubicBezTo>
                  <a:cubicBezTo>
                    <a:pt x="34328" y="21974"/>
                    <a:pt x="34073" y="22688"/>
                    <a:pt x="34175" y="23454"/>
                  </a:cubicBezTo>
                  <a:lnTo>
                    <a:pt x="31546" y="22280"/>
                  </a:lnTo>
                  <a:cubicBezTo>
                    <a:pt x="31520" y="22255"/>
                    <a:pt x="31469" y="22229"/>
                    <a:pt x="31444" y="22229"/>
                  </a:cubicBezTo>
                  <a:lnTo>
                    <a:pt x="30117" y="21642"/>
                  </a:lnTo>
                  <a:cubicBezTo>
                    <a:pt x="30132" y="21532"/>
                    <a:pt x="30061" y="21480"/>
                    <a:pt x="29986" y="21480"/>
                  </a:cubicBezTo>
                  <a:cubicBezTo>
                    <a:pt x="29939" y="21480"/>
                    <a:pt x="29891" y="21501"/>
                    <a:pt x="29861" y="21540"/>
                  </a:cubicBezTo>
                  <a:lnTo>
                    <a:pt x="29223" y="21234"/>
                  </a:lnTo>
                  <a:cubicBezTo>
                    <a:pt x="29202" y="21171"/>
                    <a:pt x="29147" y="21125"/>
                    <a:pt x="29085" y="21125"/>
                  </a:cubicBezTo>
                  <a:cubicBezTo>
                    <a:pt x="29072" y="21125"/>
                    <a:pt x="29058" y="21127"/>
                    <a:pt x="29045" y="21132"/>
                  </a:cubicBezTo>
                  <a:lnTo>
                    <a:pt x="28483" y="20876"/>
                  </a:lnTo>
                  <a:lnTo>
                    <a:pt x="27054" y="20238"/>
                  </a:lnTo>
                  <a:cubicBezTo>
                    <a:pt x="26824" y="20136"/>
                    <a:pt x="26569" y="20034"/>
                    <a:pt x="26365" y="19906"/>
                  </a:cubicBezTo>
                  <a:cubicBezTo>
                    <a:pt x="25956" y="19677"/>
                    <a:pt x="25956" y="19728"/>
                    <a:pt x="26084" y="19268"/>
                  </a:cubicBezTo>
                  <a:cubicBezTo>
                    <a:pt x="26339" y="18248"/>
                    <a:pt x="26875" y="17227"/>
                    <a:pt x="27258" y="16257"/>
                  </a:cubicBezTo>
                  <a:cubicBezTo>
                    <a:pt x="27314" y="16145"/>
                    <a:pt x="27220" y="16074"/>
                    <a:pt x="27125" y="16074"/>
                  </a:cubicBezTo>
                  <a:cubicBezTo>
                    <a:pt x="27090" y="16074"/>
                    <a:pt x="27056" y="16083"/>
                    <a:pt x="27028" y="16104"/>
                  </a:cubicBezTo>
                  <a:cubicBezTo>
                    <a:pt x="20392" y="13118"/>
                    <a:pt x="13808" y="10055"/>
                    <a:pt x="7274" y="6890"/>
                  </a:cubicBezTo>
                  <a:cubicBezTo>
                    <a:pt x="8014" y="5359"/>
                    <a:pt x="8269" y="3649"/>
                    <a:pt x="7989" y="1964"/>
                  </a:cubicBezTo>
                  <a:lnTo>
                    <a:pt x="7989" y="1964"/>
                  </a:lnTo>
                  <a:cubicBezTo>
                    <a:pt x="9418" y="2066"/>
                    <a:pt x="10847" y="2219"/>
                    <a:pt x="12276" y="2296"/>
                  </a:cubicBezTo>
                  <a:cubicBezTo>
                    <a:pt x="12658" y="2308"/>
                    <a:pt x="13040" y="2314"/>
                    <a:pt x="13422" y="2314"/>
                  </a:cubicBezTo>
                  <a:cubicBezTo>
                    <a:pt x="14699" y="2314"/>
                    <a:pt x="15976" y="2243"/>
                    <a:pt x="17253" y="2066"/>
                  </a:cubicBezTo>
                  <a:cubicBezTo>
                    <a:pt x="21362" y="5486"/>
                    <a:pt x="26161" y="7885"/>
                    <a:pt x="31010" y="10106"/>
                  </a:cubicBezTo>
                  <a:cubicBezTo>
                    <a:pt x="31023" y="10110"/>
                    <a:pt x="31038" y="10113"/>
                    <a:pt x="31053" y="10113"/>
                  </a:cubicBezTo>
                  <a:cubicBezTo>
                    <a:pt x="31121" y="10113"/>
                    <a:pt x="31198" y="10067"/>
                    <a:pt x="31240" y="10004"/>
                  </a:cubicBezTo>
                  <a:cubicBezTo>
                    <a:pt x="31291" y="10004"/>
                    <a:pt x="31316" y="9978"/>
                    <a:pt x="31367" y="9927"/>
                  </a:cubicBezTo>
                  <a:cubicBezTo>
                    <a:pt x="32465" y="8421"/>
                    <a:pt x="33537" y="6890"/>
                    <a:pt x="34583" y="5359"/>
                  </a:cubicBezTo>
                  <a:cubicBezTo>
                    <a:pt x="34634" y="5282"/>
                    <a:pt x="34609" y="5180"/>
                    <a:pt x="34532" y="5129"/>
                  </a:cubicBezTo>
                  <a:cubicBezTo>
                    <a:pt x="34583" y="5078"/>
                    <a:pt x="34557" y="4976"/>
                    <a:pt x="34455" y="4925"/>
                  </a:cubicBezTo>
                  <a:cubicBezTo>
                    <a:pt x="31929" y="3853"/>
                    <a:pt x="29530" y="2500"/>
                    <a:pt x="27284" y="918"/>
                  </a:cubicBezTo>
                  <a:close/>
                  <a:moveTo>
                    <a:pt x="79222" y="44510"/>
                  </a:moveTo>
                  <a:lnTo>
                    <a:pt x="79605" y="44714"/>
                  </a:lnTo>
                  <a:cubicBezTo>
                    <a:pt x="79605" y="44714"/>
                    <a:pt x="79605" y="44740"/>
                    <a:pt x="79605" y="44740"/>
                  </a:cubicBezTo>
                  <a:cubicBezTo>
                    <a:pt x="79707" y="45148"/>
                    <a:pt x="79732" y="45582"/>
                    <a:pt x="79707" y="46016"/>
                  </a:cubicBezTo>
                  <a:cubicBezTo>
                    <a:pt x="79681" y="46322"/>
                    <a:pt x="79630" y="46654"/>
                    <a:pt x="79554" y="46960"/>
                  </a:cubicBezTo>
                  <a:lnTo>
                    <a:pt x="78992" y="46756"/>
                  </a:lnTo>
                  <a:cubicBezTo>
                    <a:pt x="79120" y="46016"/>
                    <a:pt x="79196" y="45276"/>
                    <a:pt x="79222" y="44510"/>
                  </a:cubicBezTo>
                  <a:close/>
                  <a:moveTo>
                    <a:pt x="79962" y="44867"/>
                  </a:moveTo>
                  <a:lnTo>
                    <a:pt x="80345" y="45046"/>
                  </a:lnTo>
                  <a:cubicBezTo>
                    <a:pt x="80370" y="45786"/>
                    <a:pt x="80319" y="46501"/>
                    <a:pt x="80217" y="47215"/>
                  </a:cubicBezTo>
                  <a:lnTo>
                    <a:pt x="79860" y="47062"/>
                  </a:lnTo>
                  <a:cubicBezTo>
                    <a:pt x="79911" y="46833"/>
                    <a:pt x="79962" y="46577"/>
                    <a:pt x="79988" y="46322"/>
                  </a:cubicBezTo>
                  <a:cubicBezTo>
                    <a:pt x="80039" y="45837"/>
                    <a:pt x="80039" y="45352"/>
                    <a:pt x="79936" y="44893"/>
                  </a:cubicBezTo>
                  <a:lnTo>
                    <a:pt x="79962" y="44867"/>
                  </a:lnTo>
                  <a:close/>
                  <a:moveTo>
                    <a:pt x="82769" y="46271"/>
                  </a:moveTo>
                  <a:lnTo>
                    <a:pt x="84097" y="46935"/>
                  </a:lnTo>
                  <a:cubicBezTo>
                    <a:pt x="83867" y="46986"/>
                    <a:pt x="83637" y="47062"/>
                    <a:pt x="83433" y="47215"/>
                  </a:cubicBezTo>
                  <a:cubicBezTo>
                    <a:pt x="83408" y="47215"/>
                    <a:pt x="83408" y="47215"/>
                    <a:pt x="83408" y="47241"/>
                  </a:cubicBezTo>
                  <a:cubicBezTo>
                    <a:pt x="83203" y="46909"/>
                    <a:pt x="82999" y="46577"/>
                    <a:pt x="82769" y="46271"/>
                  </a:cubicBezTo>
                  <a:close/>
                  <a:moveTo>
                    <a:pt x="80600" y="46603"/>
                  </a:moveTo>
                  <a:cubicBezTo>
                    <a:pt x="80600" y="46603"/>
                    <a:pt x="80600" y="46628"/>
                    <a:pt x="80626" y="46628"/>
                  </a:cubicBezTo>
                  <a:cubicBezTo>
                    <a:pt x="80932" y="46935"/>
                    <a:pt x="81187" y="47292"/>
                    <a:pt x="81391" y="47675"/>
                  </a:cubicBezTo>
                  <a:lnTo>
                    <a:pt x="80498" y="47343"/>
                  </a:lnTo>
                  <a:cubicBezTo>
                    <a:pt x="80549" y="47113"/>
                    <a:pt x="80575" y="46858"/>
                    <a:pt x="80600" y="46628"/>
                  </a:cubicBezTo>
                  <a:lnTo>
                    <a:pt x="80600" y="46603"/>
                  </a:lnTo>
                  <a:close/>
                  <a:moveTo>
                    <a:pt x="87797" y="45250"/>
                  </a:moveTo>
                  <a:cubicBezTo>
                    <a:pt x="87670" y="45531"/>
                    <a:pt x="87542" y="45837"/>
                    <a:pt x="87389" y="46143"/>
                  </a:cubicBezTo>
                  <a:cubicBezTo>
                    <a:pt x="87313" y="46143"/>
                    <a:pt x="87261" y="46271"/>
                    <a:pt x="87287" y="46348"/>
                  </a:cubicBezTo>
                  <a:lnTo>
                    <a:pt x="86649" y="47802"/>
                  </a:lnTo>
                  <a:lnTo>
                    <a:pt x="86445" y="47700"/>
                  </a:lnTo>
                  <a:lnTo>
                    <a:pt x="86470" y="47675"/>
                  </a:lnTo>
                  <a:cubicBezTo>
                    <a:pt x="86568" y="47557"/>
                    <a:pt x="86456" y="47395"/>
                    <a:pt x="86340" y="47395"/>
                  </a:cubicBezTo>
                  <a:cubicBezTo>
                    <a:pt x="86305" y="47395"/>
                    <a:pt x="86270" y="47410"/>
                    <a:pt x="86241" y="47445"/>
                  </a:cubicBezTo>
                  <a:lnTo>
                    <a:pt x="86164" y="47547"/>
                  </a:lnTo>
                  <a:cubicBezTo>
                    <a:pt x="85883" y="47420"/>
                    <a:pt x="85602" y="47292"/>
                    <a:pt x="85322" y="47164"/>
                  </a:cubicBezTo>
                  <a:cubicBezTo>
                    <a:pt x="85373" y="47139"/>
                    <a:pt x="85398" y="47113"/>
                    <a:pt x="85424" y="47088"/>
                  </a:cubicBezTo>
                  <a:lnTo>
                    <a:pt x="85628" y="46782"/>
                  </a:lnTo>
                  <a:cubicBezTo>
                    <a:pt x="85719" y="46654"/>
                    <a:pt x="85603" y="46540"/>
                    <a:pt x="85491" y="46540"/>
                  </a:cubicBezTo>
                  <a:cubicBezTo>
                    <a:pt x="85446" y="46540"/>
                    <a:pt x="85402" y="46559"/>
                    <a:pt x="85373" y="46603"/>
                  </a:cubicBezTo>
                  <a:lnTo>
                    <a:pt x="85143" y="46935"/>
                  </a:lnTo>
                  <a:cubicBezTo>
                    <a:pt x="85118" y="46960"/>
                    <a:pt x="85118" y="47011"/>
                    <a:pt x="85118" y="47062"/>
                  </a:cubicBezTo>
                  <a:lnTo>
                    <a:pt x="84556" y="46782"/>
                  </a:lnTo>
                  <a:cubicBezTo>
                    <a:pt x="85373" y="45837"/>
                    <a:pt x="86547" y="45301"/>
                    <a:pt x="87797" y="45250"/>
                  </a:cubicBezTo>
                  <a:close/>
                  <a:moveTo>
                    <a:pt x="55563" y="47266"/>
                  </a:moveTo>
                  <a:lnTo>
                    <a:pt x="55563" y="47266"/>
                  </a:lnTo>
                  <a:cubicBezTo>
                    <a:pt x="55460" y="47471"/>
                    <a:pt x="55358" y="47700"/>
                    <a:pt x="55307" y="47905"/>
                  </a:cubicBezTo>
                  <a:cubicBezTo>
                    <a:pt x="55129" y="47751"/>
                    <a:pt x="54950" y="47573"/>
                    <a:pt x="54797" y="47369"/>
                  </a:cubicBezTo>
                  <a:lnTo>
                    <a:pt x="55563" y="47266"/>
                  </a:lnTo>
                  <a:close/>
                  <a:moveTo>
                    <a:pt x="84582" y="47190"/>
                  </a:moveTo>
                  <a:cubicBezTo>
                    <a:pt x="84301" y="47573"/>
                    <a:pt x="84122" y="48032"/>
                    <a:pt x="84020" y="48492"/>
                  </a:cubicBezTo>
                  <a:lnTo>
                    <a:pt x="83995" y="48466"/>
                  </a:lnTo>
                  <a:cubicBezTo>
                    <a:pt x="83867" y="48160"/>
                    <a:pt x="83714" y="47828"/>
                    <a:pt x="83535" y="47522"/>
                  </a:cubicBezTo>
                  <a:cubicBezTo>
                    <a:pt x="83561" y="47522"/>
                    <a:pt x="83586" y="47522"/>
                    <a:pt x="83586" y="47496"/>
                  </a:cubicBezTo>
                  <a:cubicBezTo>
                    <a:pt x="83867" y="47292"/>
                    <a:pt x="84224" y="47190"/>
                    <a:pt x="84582" y="47190"/>
                  </a:cubicBezTo>
                  <a:close/>
                  <a:moveTo>
                    <a:pt x="80779" y="45301"/>
                  </a:moveTo>
                  <a:lnTo>
                    <a:pt x="82131" y="45965"/>
                  </a:lnTo>
                  <a:cubicBezTo>
                    <a:pt x="82131" y="45965"/>
                    <a:pt x="82131" y="45990"/>
                    <a:pt x="82157" y="46016"/>
                  </a:cubicBezTo>
                  <a:cubicBezTo>
                    <a:pt x="82821" y="46756"/>
                    <a:pt x="83331" y="47624"/>
                    <a:pt x="83688" y="48568"/>
                  </a:cubicBezTo>
                  <a:lnTo>
                    <a:pt x="83254" y="48389"/>
                  </a:lnTo>
                  <a:lnTo>
                    <a:pt x="83280" y="48389"/>
                  </a:lnTo>
                  <a:cubicBezTo>
                    <a:pt x="83076" y="48109"/>
                    <a:pt x="82923" y="47828"/>
                    <a:pt x="82795" y="47547"/>
                  </a:cubicBezTo>
                  <a:cubicBezTo>
                    <a:pt x="82765" y="47467"/>
                    <a:pt x="82700" y="47434"/>
                    <a:pt x="82637" y="47434"/>
                  </a:cubicBezTo>
                  <a:cubicBezTo>
                    <a:pt x="82538" y="47434"/>
                    <a:pt x="82442" y="47515"/>
                    <a:pt x="82489" y="47624"/>
                  </a:cubicBezTo>
                  <a:cubicBezTo>
                    <a:pt x="82565" y="47828"/>
                    <a:pt x="82667" y="48032"/>
                    <a:pt x="82769" y="48211"/>
                  </a:cubicBezTo>
                  <a:lnTo>
                    <a:pt x="81825" y="47853"/>
                  </a:lnTo>
                  <a:cubicBezTo>
                    <a:pt x="81825" y="47828"/>
                    <a:pt x="81825" y="47828"/>
                    <a:pt x="81825" y="47828"/>
                  </a:cubicBezTo>
                  <a:cubicBezTo>
                    <a:pt x="81595" y="47292"/>
                    <a:pt x="81264" y="46833"/>
                    <a:pt x="80855" y="46424"/>
                  </a:cubicBezTo>
                  <a:cubicBezTo>
                    <a:pt x="80823" y="46392"/>
                    <a:pt x="80787" y="46378"/>
                    <a:pt x="80751" y="46378"/>
                  </a:cubicBezTo>
                  <a:cubicBezTo>
                    <a:pt x="80702" y="46378"/>
                    <a:pt x="80655" y="46405"/>
                    <a:pt x="80626" y="46450"/>
                  </a:cubicBezTo>
                  <a:cubicBezTo>
                    <a:pt x="80626" y="46169"/>
                    <a:pt x="80651" y="45888"/>
                    <a:pt x="80651" y="45633"/>
                  </a:cubicBezTo>
                  <a:cubicBezTo>
                    <a:pt x="80932" y="45914"/>
                    <a:pt x="81187" y="46220"/>
                    <a:pt x="81417" y="46526"/>
                  </a:cubicBezTo>
                  <a:cubicBezTo>
                    <a:pt x="81447" y="46579"/>
                    <a:pt x="81493" y="46601"/>
                    <a:pt x="81540" y="46601"/>
                  </a:cubicBezTo>
                  <a:cubicBezTo>
                    <a:pt x="81650" y="46601"/>
                    <a:pt x="81762" y="46481"/>
                    <a:pt x="81672" y="46373"/>
                  </a:cubicBezTo>
                  <a:cubicBezTo>
                    <a:pt x="81417" y="45990"/>
                    <a:pt x="81111" y="45633"/>
                    <a:pt x="80779" y="45301"/>
                  </a:cubicBezTo>
                  <a:close/>
                  <a:moveTo>
                    <a:pt x="56481" y="46577"/>
                  </a:moveTo>
                  <a:lnTo>
                    <a:pt x="56813" y="46884"/>
                  </a:lnTo>
                  <a:cubicBezTo>
                    <a:pt x="56748" y="46991"/>
                    <a:pt x="56848" y="47099"/>
                    <a:pt x="56973" y="47099"/>
                  </a:cubicBezTo>
                  <a:cubicBezTo>
                    <a:pt x="56995" y="47099"/>
                    <a:pt x="57019" y="47096"/>
                    <a:pt x="57043" y="47088"/>
                  </a:cubicBezTo>
                  <a:lnTo>
                    <a:pt x="57298" y="47292"/>
                  </a:lnTo>
                  <a:cubicBezTo>
                    <a:pt x="57273" y="47317"/>
                    <a:pt x="57247" y="47343"/>
                    <a:pt x="57221" y="47369"/>
                  </a:cubicBezTo>
                  <a:cubicBezTo>
                    <a:pt x="56864" y="47879"/>
                    <a:pt x="56609" y="48466"/>
                    <a:pt x="56456" y="49079"/>
                  </a:cubicBezTo>
                  <a:cubicBezTo>
                    <a:pt x="56328" y="48976"/>
                    <a:pt x="56201" y="48849"/>
                    <a:pt x="56073" y="48721"/>
                  </a:cubicBezTo>
                  <a:cubicBezTo>
                    <a:pt x="56098" y="48568"/>
                    <a:pt x="56124" y="48440"/>
                    <a:pt x="56201" y="48313"/>
                  </a:cubicBezTo>
                  <a:cubicBezTo>
                    <a:pt x="56273" y="48187"/>
                    <a:pt x="56154" y="48060"/>
                    <a:pt x="56041" y="48060"/>
                  </a:cubicBezTo>
                  <a:cubicBezTo>
                    <a:pt x="55995" y="48060"/>
                    <a:pt x="55950" y="48082"/>
                    <a:pt x="55920" y="48134"/>
                  </a:cubicBezTo>
                  <a:cubicBezTo>
                    <a:pt x="55869" y="48236"/>
                    <a:pt x="55843" y="48364"/>
                    <a:pt x="55792" y="48466"/>
                  </a:cubicBezTo>
                  <a:cubicBezTo>
                    <a:pt x="55741" y="48364"/>
                    <a:pt x="55639" y="48287"/>
                    <a:pt x="55563" y="48185"/>
                  </a:cubicBezTo>
                  <a:cubicBezTo>
                    <a:pt x="55716" y="47573"/>
                    <a:pt x="56022" y="47011"/>
                    <a:pt x="56481" y="46577"/>
                  </a:cubicBezTo>
                  <a:close/>
                  <a:moveTo>
                    <a:pt x="84913" y="47317"/>
                  </a:moveTo>
                  <a:lnTo>
                    <a:pt x="85985" y="47828"/>
                  </a:lnTo>
                  <a:cubicBezTo>
                    <a:pt x="85705" y="48211"/>
                    <a:pt x="85500" y="48619"/>
                    <a:pt x="85373" y="49053"/>
                  </a:cubicBezTo>
                  <a:cubicBezTo>
                    <a:pt x="85347" y="49104"/>
                    <a:pt x="85347" y="49181"/>
                    <a:pt x="85398" y="49232"/>
                  </a:cubicBezTo>
                  <a:lnTo>
                    <a:pt x="84888" y="49027"/>
                  </a:lnTo>
                  <a:lnTo>
                    <a:pt x="85092" y="48543"/>
                  </a:lnTo>
                  <a:cubicBezTo>
                    <a:pt x="85162" y="48421"/>
                    <a:pt x="85053" y="48298"/>
                    <a:pt x="84952" y="48298"/>
                  </a:cubicBezTo>
                  <a:cubicBezTo>
                    <a:pt x="84906" y="48298"/>
                    <a:pt x="84861" y="48325"/>
                    <a:pt x="84837" y="48389"/>
                  </a:cubicBezTo>
                  <a:lnTo>
                    <a:pt x="84607" y="48925"/>
                  </a:lnTo>
                  <a:lnTo>
                    <a:pt x="84275" y="48798"/>
                  </a:lnTo>
                  <a:cubicBezTo>
                    <a:pt x="84377" y="48262"/>
                    <a:pt x="84582" y="47751"/>
                    <a:pt x="84913" y="47317"/>
                  </a:cubicBezTo>
                  <a:close/>
                  <a:moveTo>
                    <a:pt x="86241" y="47956"/>
                  </a:moveTo>
                  <a:lnTo>
                    <a:pt x="86521" y="48083"/>
                  </a:lnTo>
                  <a:cubicBezTo>
                    <a:pt x="86343" y="48543"/>
                    <a:pt x="86138" y="48976"/>
                    <a:pt x="85934" y="49410"/>
                  </a:cubicBezTo>
                  <a:lnTo>
                    <a:pt x="85475" y="49232"/>
                  </a:lnTo>
                  <a:lnTo>
                    <a:pt x="85475" y="49232"/>
                  </a:lnTo>
                  <a:cubicBezTo>
                    <a:pt x="85488" y="49236"/>
                    <a:pt x="85502" y="49238"/>
                    <a:pt x="85515" y="49238"/>
                  </a:cubicBezTo>
                  <a:cubicBezTo>
                    <a:pt x="85577" y="49238"/>
                    <a:pt x="85633" y="49193"/>
                    <a:pt x="85654" y="49130"/>
                  </a:cubicBezTo>
                  <a:cubicBezTo>
                    <a:pt x="85807" y="48696"/>
                    <a:pt x="85985" y="48313"/>
                    <a:pt x="86241" y="47956"/>
                  </a:cubicBezTo>
                  <a:close/>
                  <a:moveTo>
                    <a:pt x="57502" y="47471"/>
                  </a:moveTo>
                  <a:cubicBezTo>
                    <a:pt x="57885" y="47802"/>
                    <a:pt x="58242" y="48083"/>
                    <a:pt x="58625" y="48364"/>
                  </a:cubicBezTo>
                  <a:cubicBezTo>
                    <a:pt x="58574" y="48568"/>
                    <a:pt x="58498" y="48772"/>
                    <a:pt x="58447" y="48951"/>
                  </a:cubicBezTo>
                  <a:cubicBezTo>
                    <a:pt x="58191" y="48594"/>
                    <a:pt x="57885" y="48236"/>
                    <a:pt x="57579" y="47930"/>
                  </a:cubicBezTo>
                  <a:cubicBezTo>
                    <a:pt x="57543" y="47894"/>
                    <a:pt x="57503" y="47880"/>
                    <a:pt x="57465" y="47880"/>
                  </a:cubicBezTo>
                  <a:cubicBezTo>
                    <a:pt x="57340" y="47880"/>
                    <a:pt x="57232" y="48042"/>
                    <a:pt x="57349" y="48160"/>
                  </a:cubicBezTo>
                  <a:cubicBezTo>
                    <a:pt x="58217" y="48976"/>
                    <a:pt x="58880" y="50048"/>
                    <a:pt x="59212" y="51197"/>
                  </a:cubicBezTo>
                  <a:cubicBezTo>
                    <a:pt x="59034" y="51095"/>
                    <a:pt x="58880" y="50993"/>
                    <a:pt x="58702" y="50891"/>
                  </a:cubicBezTo>
                  <a:cubicBezTo>
                    <a:pt x="58727" y="50865"/>
                    <a:pt x="58727" y="50814"/>
                    <a:pt x="58702" y="50789"/>
                  </a:cubicBezTo>
                  <a:lnTo>
                    <a:pt x="58472" y="50304"/>
                  </a:lnTo>
                  <a:cubicBezTo>
                    <a:pt x="58440" y="50247"/>
                    <a:pt x="58390" y="50224"/>
                    <a:pt x="58340" y="50224"/>
                  </a:cubicBezTo>
                  <a:cubicBezTo>
                    <a:pt x="58231" y="50224"/>
                    <a:pt x="58121" y="50334"/>
                    <a:pt x="58191" y="50457"/>
                  </a:cubicBezTo>
                  <a:lnTo>
                    <a:pt x="58242" y="50533"/>
                  </a:lnTo>
                  <a:cubicBezTo>
                    <a:pt x="57706" y="50150"/>
                    <a:pt x="57196" y="49742"/>
                    <a:pt x="56711" y="49308"/>
                  </a:cubicBezTo>
                  <a:cubicBezTo>
                    <a:pt x="56737" y="49283"/>
                    <a:pt x="56762" y="49257"/>
                    <a:pt x="56788" y="49232"/>
                  </a:cubicBezTo>
                  <a:cubicBezTo>
                    <a:pt x="56813" y="49053"/>
                    <a:pt x="56864" y="48900"/>
                    <a:pt x="56941" y="48721"/>
                  </a:cubicBezTo>
                  <a:cubicBezTo>
                    <a:pt x="56941" y="48747"/>
                    <a:pt x="56966" y="48772"/>
                    <a:pt x="56966" y="48772"/>
                  </a:cubicBezTo>
                  <a:cubicBezTo>
                    <a:pt x="57119" y="48874"/>
                    <a:pt x="57247" y="49027"/>
                    <a:pt x="57324" y="49181"/>
                  </a:cubicBezTo>
                  <a:cubicBezTo>
                    <a:pt x="57356" y="49237"/>
                    <a:pt x="57406" y="49260"/>
                    <a:pt x="57456" y="49260"/>
                  </a:cubicBezTo>
                  <a:cubicBezTo>
                    <a:pt x="57565" y="49260"/>
                    <a:pt x="57674" y="49150"/>
                    <a:pt x="57604" y="49027"/>
                  </a:cubicBezTo>
                  <a:cubicBezTo>
                    <a:pt x="57477" y="48823"/>
                    <a:pt x="57298" y="48645"/>
                    <a:pt x="57119" y="48492"/>
                  </a:cubicBezTo>
                  <a:cubicBezTo>
                    <a:pt x="57068" y="48466"/>
                    <a:pt x="57043" y="48466"/>
                    <a:pt x="57017" y="48466"/>
                  </a:cubicBezTo>
                  <a:cubicBezTo>
                    <a:pt x="57145" y="48134"/>
                    <a:pt x="57298" y="47802"/>
                    <a:pt x="57502" y="47496"/>
                  </a:cubicBezTo>
                  <a:cubicBezTo>
                    <a:pt x="57502" y="47496"/>
                    <a:pt x="57502" y="47496"/>
                    <a:pt x="57502" y="47471"/>
                  </a:cubicBezTo>
                  <a:close/>
                  <a:moveTo>
                    <a:pt x="90222" y="42162"/>
                  </a:moveTo>
                  <a:cubicBezTo>
                    <a:pt x="93566" y="43668"/>
                    <a:pt x="96883" y="45225"/>
                    <a:pt x="100176" y="46833"/>
                  </a:cubicBezTo>
                  <a:cubicBezTo>
                    <a:pt x="99997" y="47215"/>
                    <a:pt x="99819" y="47598"/>
                    <a:pt x="99640" y="47981"/>
                  </a:cubicBezTo>
                  <a:cubicBezTo>
                    <a:pt x="97649" y="46935"/>
                    <a:pt x="95658" y="45888"/>
                    <a:pt x="93719" y="44791"/>
                  </a:cubicBezTo>
                  <a:cubicBezTo>
                    <a:pt x="93682" y="44768"/>
                    <a:pt x="93647" y="44758"/>
                    <a:pt x="93615" y="44758"/>
                  </a:cubicBezTo>
                  <a:cubicBezTo>
                    <a:pt x="93470" y="44758"/>
                    <a:pt x="93393" y="44962"/>
                    <a:pt x="93540" y="45046"/>
                  </a:cubicBezTo>
                  <a:cubicBezTo>
                    <a:pt x="95505" y="46169"/>
                    <a:pt x="97496" y="47241"/>
                    <a:pt x="99512" y="48262"/>
                  </a:cubicBezTo>
                  <a:cubicBezTo>
                    <a:pt x="99283" y="48772"/>
                    <a:pt x="99053" y="49308"/>
                    <a:pt x="98823" y="49819"/>
                  </a:cubicBezTo>
                  <a:cubicBezTo>
                    <a:pt x="97675" y="49079"/>
                    <a:pt x="96501" y="48338"/>
                    <a:pt x="95378" y="47547"/>
                  </a:cubicBezTo>
                  <a:cubicBezTo>
                    <a:pt x="95346" y="47524"/>
                    <a:pt x="95315" y="47515"/>
                    <a:pt x="95286" y="47515"/>
                  </a:cubicBezTo>
                  <a:cubicBezTo>
                    <a:pt x="95154" y="47515"/>
                    <a:pt x="95073" y="47723"/>
                    <a:pt x="95199" y="47828"/>
                  </a:cubicBezTo>
                  <a:cubicBezTo>
                    <a:pt x="96347" y="48619"/>
                    <a:pt x="97522" y="49385"/>
                    <a:pt x="98696" y="50099"/>
                  </a:cubicBezTo>
                  <a:cubicBezTo>
                    <a:pt x="98491" y="50610"/>
                    <a:pt x="98262" y="51120"/>
                    <a:pt x="98032" y="51631"/>
                  </a:cubicBezTo>
                  <a:cubicBezTo>
                    <a:pt x="96475" y="50610"/>
                    <a:pt x="95020" y="49410"/>
                    <a:pt x="93719" y="48083"/>
                  </a:cubicBezTo>
                  <a:cubicBezTo>
                    <a:pt x="93683" y="48048"/>
                    <a:pt x="93643" y="48033"/>
                    <a:pt x="93605" y="48033"/>
                  </a:cubicBezTo>
                  <a:cubicBezTo>
                    <a:pt x="93479" y="48033"/>
                    <a:pt x="93371" y="48195"/>
                    <a:pt x="93489" y="48313"/>
                  </a:cubicBezTo>
                  <a:cubicBezTo>
                    <a:pt x="94842" y="49666"/>
                    <a:pt x="96322" y="50865"/>
                    <a:pt x="97904" y="51937"/>
                  </a:cubicBezTo>
                  <a:cubicBezTo>
                    <a:pt x="97726" y="52396"/>
                    <a:pt x="97522" y="52856"/>
                    <a:pt x="97317" y="53315"/>
                  </a:cubicBezTo>
                  <a:cubicBezTo>
                    <a:pt x="94280" y="50840"/>
                    <a:pt x="91447" y="48134"/>
                    <a:pt x="88818" y="45199"/>
                  </a:cubicBezTo>
                  <a:cubicBezTo>
                    <a:pt x="88920" y="45020"/>
                    <a:pt x="88997" y="44842"/>
                    <a:pt x="89074" y="44638"/>
                  </a:cubicBezTo>
                  <a:lnTo>
                    <a:pt x="90911" y="46322"/>
                  </a:lnTo>
                  <a:cubicBezTo>
                    <a:pt x="90947" y="46358"/>
                    <a:pt x="90986" y="46373"/>
                    <a:pt x="91025" y="46373"/>
                  </a:cubicBezTo>
                  <a:cubicBezTo>
                    <a:pt x="91150" y="46373"/>
                    <a:pt x="91258" y="46210"/>
                    <a:pt x="91141" y="46092"/>
                  </a:cubicBezTo>
                  <a:lnTo>
                    <a:pt x="89329" y="44433"/>
                  </a:lnTo>
                  <a:cubicBezTo>
                    <a:pt x="89303" y="44382"/>
                    <a:pt x="89252" y="44382"/>
                    <a:pt x="89227" y="44382"/>
                  </a:cubicBezTo>
                  <a:lnTo>
                    <a:pt x="89482" y="43795"/>
                  </a:lnTo>
                  <a:cubicBezTo>
                    <a:pt x="90503" y="44459"/>
                    <a:pt x="91498" y="45174"/>
                    <a:pt x="92468" y="45888"/>
                  </a:cubicBezTo>
                  <a:cubicBezTo>
                    <a:pt x="92496" y="45911"/>
                    <a:pt x="92523" y="45921"/>
                    <a:pt x="92549" y="45921"/>
                  </a:cubicBezTo>
                  <a:cubicBezTo>
                    <a:pt x="92666" y="45921"/>
                    <a:pt x="92747" y="45717"/>
                    <a:pt x="92621" y="45633"/>
                  </a:cubicBezTo>
                  <a:cubicBezTo>
                    <a:pt x="91651" y="44893"/>
                    <a:pt x="90630" y="44178"/>
                    <a:pt x="89635" y="43489"/>
                  </a:cubicBezTo>
                  <a:lnTo>
                    <a:pt x="89916" y="42851"/>
                  </a:lnTo>
                  <a:cubicBezTo>
                    <a:pt x="90350" y="43234"/>
                    <a:pt x="90835" y="43566"/>
                    <a:pt x="91345" y="43821"/>
                  </a:cubicBezTo>
                  <a:cubicBezTo>
                    <a:pt x="91372" y="43836"/>
                    <a:pt x="91399" y="43843"/>
                    <a:pt x="91425" y="43843"/>
                  </a:cubicBezTo>
                  <a:cubicBezTo>
                    <a:pt x="91569" y="43843"/>
                    <a:pt x="91672" y="43631"/>
                    <a:pt x="91498" y="43566"/>
                  </a:cubicBezTo>
                  <a:cubicBezTo>
                    <a:pt x="90988" y="43285"/>
                    <a:pt x="90477" y="42953"/>
                    <a:pt x="90043" y="42545"/>
                  </a:cubicBezTo>
                  <a:cubicBezTo>
                    <a:pt x="90120" y="42417"/>
                    <a:pt x="90171" y="42290"/>
                    <a:pt x="90222" y="42162"/>
                  </a:cubicBezTo>
                  <a:close/>
                  <a:moveTo>
                    <a:pt x="88691" y="45531"/>
                  </a:moveTo>
                  <a:cubicBezTo>
                    <a:pt x="91320" y="48440"/>
                    <a:pt x="94153" y="51120"/>
                    <a:pt x="97190" y="53596"/>
                  </a:cubicBezTo>
                  <a:lnTo>
                    <a:pt x="96705" y="54796"/>
                  </a:lnTo>
                  <a:cubicBezTo>
                    <a:pt x="93872" y="51988"/>
                    <a:pt x="91090" y="49130"/>
                    <a:pt x="88384" y="46195"/>
                  </a:cubicBezTo>
                  <a:cubicBezTo>
                    <a:pt x="88487" y="45990"/>
                    <a:pt x="88589" y="45761"/>
                    <a:pt x="88691" y="45531"/>
                  </a:cubicBezTo>
                  <a:close/>
                  <a:moveTo>
                    <a:pt x="74168" y="56352"/>
                  </a:moveTo>
                  <a:lnTo>
                    <a:pt x="74168" y="56352"/>
                  </a:lnTo>
                  <a:cubicBezTo>
                    <a:pt x="74373" y="56429"/>
                    <a:pt x="74577" y="56531"/>
                    <a:pt x="74781" y="56633"/>
                  </a:cubicBezTo>
                  <a:lnTo>
                    <a:pt x="74398" y="57118"/>
                  </a:lnTo>
                  <a:cubicBezTo>
                    <a:pt x="74347" y="56863"/>
                    <a:pt x="74271" y="56608"/>
                    <a:pt x="74168" y="56352"/>
                  </a:cubicBezTo>
                  <a:close/>
                  <a:moveTo>
                    <a:pt x="35604" y="22076"/>
                  </a:moveTo>
                  <a:cubicBezTo>
                    <a:pt x="38462" y="25292"/>
                    <a:pt x="41219" y="28584"/>
                    <a:pt x="43848" y="31979"/>
                  </a:cubicBezTo>
                  <a:cubicBezTo>
                    <a:pt x="43877" y="32014"/>
                    <a:pt x="43913" y="32029"/>
                    <a:pt x="43947" y="32029"/>
                  </a:cubicBezTo>
                  <a:cubicBezTo>
                    <a:pt x="44063" y="32029"/>
                    <a:pt x="44175" y="31866"/>
                    <a:pt x="44077" y="31749"/>
                  </a:cubicBezTo>
                  <a:cubicBezTo>
                    <a:pt x="41602" y="28533"/>
                    <a:pt x="39024" y="25394"/>
                    <a:pt x="36293" y="22331"/>
                  </a:cubicBezTo>
                  <a:lnTo>
                    <a:pt x="36293" y="22331"/>
                  </a:lnTo>
                  <a:cubicBezTo>
                    <a:pt x="42954" y="25726"/>
                    <a:pt x="49667" y="28992"/>
                    <a:pt x="56481" y="32106"/>
                  </a:cubicBezTo>
                  <a:cubicBezTo>
                    <a:pt x="60003" y="33740"/>
                    <a:pt x="63526" y="35322"/>
                    <a:pt x="67099" y="36879"/>
                  </a:cubicBezTo>
                  <a:cubicBezTo>
                    <a:pt x="70110" y="38206"/>
                    <a:pt x="73658" y="39201"/>
                    <a:pt x="76338" y="41141"/>
                  </a:cubicBezTo>
                  <a:cubicBezTo>
                    <a:pt x="78278" y="42545"/>
                    <a:pt x="78380" y="44306"/>
                    <a:pt x="78073" y="46526"/>
                  </a:cubicBezTo>
                  <a:cubicBezTo>
                    <a:pt x="77793" y="48415"/>
                    <a:pt x="77537" y="50329"/>
                    <a:pt x="77257" y="52218"/>
                  </a:cubicBezTo>
                  <a:cubicBezTo>
                    <a:pt x="77129" y="53188"/>
                    <a:pt x="77129" y="55255"/>
                    <a:pt x="76568" y="56633"/>
                  </a:cubicBezTo>
                  <a:cubicBezTo>
                    <a:pt x="76414" y="56684"/>
                    <a:pt x="76261" y="56710"/>
                    <a:pt x="76083" y="56710"/>
                  </a:cubicBezTo>
                  <a:cubicBezTo>
                    <a:pt x="76067" y="56630"/>
                    <a:pt x="76001" y="56590"/>
                    <a:pt x="75935" y="56590"/>
                  </a:cubicBezTo>
                  <a:cubicBezTo>
                    <a:pt x="75896" y="56590"/>
                    <a:pt x="75856" y="56604"/>
                    <a:pt x="75827" y="56633"/>
                  </a:cubicBezTo>
                  <a:cubicBezTo>
                    <a:pt x="75827" y="56633"/>
                    <a:pt x="75802" y="56659"/>
                    <a:pt x="75802" y="56659"/>
                  </a:cubicBezTo>
                  <a:cubicBezTo>
                    <a:pt x="75598" y="56608"/>
                    <a:pt x="75393" y="56557"/>
                    <a:pt x="75215" y="56480"/>
                  </a:cubicBezTo>
                  <a:cubicBezTo>
                    <a:pt x="75196" y="56405"/>
                    <a:pt x="75136" y="56358"/>
                    <a:pt x="75066" y="56358"/>
                  </a:cubicBezTo>
                  <a:cubicBezTo>
                    <a:pt x="75040" y="56358"/>
                    <a:pt x="75012" y="56364"/>
                    <a:pt x="74985" y="56378"/>
                  </a:cubicBezTo>
                  <a:lnTo>
                    <a:pt x="74577" y="56174"/>
                  </a:lnTo>
                  <a:lnTo>
                    <a:pt x="72739" y="55332"/>
                  </a:lnTo>
                  <a:lnTo>
                    <a:pt x="69192" y="53673"/>
                  </a:lnTo>
                  <a:lnTo>
                    <a:pt x="61969" y="50304"/>
                  </a:lnTo>
                  <a:cubicBezTo>
                    <a:pt x="61943" y="50294"/>
                    <a:pt x="61918" y="50289"/>
                    <a:pt x="61894" y="50289"/>
                  </a:cubicBezTo>
                  <a:cubicBezTo>
                    <a:pt x="61731" y="50289"/>
                    <a:pt x="61634" y="50495"/>
                    <a:pt x="61790" y="50584"/>
                  </a:cubicBezTo>
                  <a:lnTo>
                    <a:pt x="62836" y="51069"/>
                  </a:lnTo>
                  <a:lnTo>
                    <a:pt x="62071" y="52524"/>
                  </a:lnTo>
                  <a:cubicBezTo>
                    <a:pt x="62001" y="52646"/>
                    <a:pt x="62111" y="52757"/>
                    <a:pt x="62219" y="52757"/>
                  </a:cubicBezTo>
                  <a:cubicBezTo>
                    <a:pt x="62269" y="52757"/>
                    <a:pt x="62319" y="52733"/>
                    <a:pt x="62351" y="52677"/>
                  </a:cubicBezTo>
                  <a:lnTo>
                    <a:pt x="63117" y="51197"/>
                  </a:lnTo>
                  <a:lnTo>
                    <a:pt x="69881" y="54336"/>
                  </a:lnTo>
                  <a:lnTo>
                    <a:pt x="72458" y="55561"/>
                  </a:lnTo>
                  <a:cubicBezTo>
                    <a:pt x="72509" y="56225"/>
                    <a:pt x="72535" y="56888"/>
                    <a:pt x="72484" y="57577"/>
                  </a:cubicBezTo>
                  <a:cubicBezTo>
                    <a:pt x="71565" y="57246"/>
                    <a:pt x="70672" y="56812"/>
                    <a:pt x="70034" y="56557"/>
                  </a:cubicBezTo>
                  <a:cubicBezTo>
                    <a:pt x="68758" y="56021"/>
                    <a:pt x="67482" y="55459"/>
                    <a:pt x="66231" y="54872"/>
                  </a:cubicBezTo>
                  <a:cubicBezTo>
                    <a:pt x="66256" y="54668"/>
                    <a:pt x="66359" y="54489"/>
                    <a:pt x="66512" y="54336"/>
                  </a:cubicBezTo>
                  <a:cubicBezTo>
                    <a:pt x="66613" y="54235"/>
                    <a:pt x="66505" y="54069"/>
                    <a:pt x="66380" y="54069"/>
                  </a:cubicBezTo>
                  <a:cubicBezTo>
                    <a:pt x="66347" y="54069"/>
                    <a:pt x="66313" y="54080"/>
                    <a:pt x="66282" y="54106"/>
                  </a:cubicBezTo>
                  <a:cubicBezTo>
                    <a:pt x="66103" y="54285"/>
                    <a:pt x="65976" y="54515"/>
                    <a:pt x="65925" y="54745"/>
                  </a:cubicBezTo>
                  <a:lnTo>
                    <a:pt x="65669" y="54642"/>
                  </a:lnTo>
                  <a:cubicBezTo>
                    <a:pt x="65695" y="54336"/>
                    <a:pt x="65823" y="54081"/>
                    <a:pt x="66027" y="53877"/>
                  </a:cubicBezTo>
                  <a:cubicBezTo>
                    <a:pt x="66125" y="53759"/>
                    <a:pt x="66027" y="53597"/>
                    <a:pt x="65907" y="53597"/>
                  </a:cubicBezTo>
                  <a:cubicBezTo>
                    <a:pt x="65871" y="53597"/>
                    <a:pt x="65833" y="53611"/>
                    <a:pt x="65797" y="53647"/>
                  </a:cubicBezTo>
                  <a:cubicBezTo>
                    <a:pt x="65567" y="53877"/>
                    <a:pt x="65414" y="54183"/>
                    <a:pt x="65363" y="54489"/>
                  </a:cubicBezTo>
                  <a:cubicBezTo>
                    <a:pt x="64572" y="54106"/>
                    <a:pt x="63781" y="53698"/>
                    <a:pt x="62964" y="53290"/>
                  </a:cubicBezTo>
                  <a:lnTo>
                    <a:pt x="63143" y="52652"/>
                  </a:lnTo>
                  <a:cubicBezTo>
                    <a:pt x="63188" y="52531"/>
                    <a:pt x="63100" y="52455"/>
                    <a:pt x="63004" y="52455"/>
                  </a:cubicBezTo>
                  <a:cubicBezTo>
                    <a:pt x="62938" y="52455"/>
                    <a:pt x="62868" y="52492"/>
                    <a:pt x="62836" y="52575"/>
                  </a:cubicBezTo>
                  <a:cubicBezTo>
                    <a:pt x="62760" y="52779"/>
                    <a:pt x="62734" y="52958"/>
                    <a:pt x="62658" y="53137"/>
                  </a:cubicBezTo>
                  <a:cubicBezTo>
                    <a:pt x="61790" y="52677"/>
                    <a:pt x="60897" y="52192"/>
                    <a:pt x="60029" y="51707"/>
                  </a:cubicBezTo>
                  <a:lnTo>
                    <a:pt x="59518" y="51427"/>
                  </a:lnTo>
                  <a:cubicBezTo>
                    <a:pt x="59544" y="51401"/>
                    <a:pt x="59570" y="51350"/>
                    <a:pt x="59544" y="51299"/>
                  </a:cubicBezTo>
                  <a:cubicBezTo>
                    <a:pt x="59442" y="50865"/>
                    <a:pt x="59289" y="50457"/>
                    <a:pt x="59085" y="50048"/>
                  </a:cubicBezTo>
                  <a:cubicBezTo>
                    <a:pt x="59136" y="50023"/>
                    <a:pt x="59161" y="49997"/>
                    <a:pt x="59161" y="49946"/>
                  </a:cubicBezTo>
                  <a:cubicBezTo>
                    <a:pt x="59212" y="49768"/>
                    <a:pt x="59263" y="49563"/>
                    <a:pt x="59314" y="49385"/>
                  </a:cubicBezTo>
                  <a:cubicBezTo>
                    <a:pt x="59345" y="49263"/>
                    <a:pt x="59248" y="49177"/>
                    <a:pt x="59148" y="49177"/>
                  </a:cubicBezTo>
                  <a:cubicBezTo>
                    <a:pt x="59081" y="49177"/>
                    <a:pt x="59013" y="49216"/>
                    <a:pt x="58983" y="49308"/>
                  </a:cubicBezTo>
                  <a:lnTo>
                    <a:pt x="58880" y="49691"/>
                  </a:lnTo>
                  <a:cubicBezTo>
                    <a:pt x="58804" y="49512"/>
                    <a:pt x="58676" y="49334"/>
                    <a:pt x="58574" y="49181"/>
                  </a:cubicBezTo>
                  <a:cubicBezTo>
                    <a:pt x="58651" y="49181"/>
                    <a:pt x="58727" y="49130"/>
                    <a:pt x="58753" y="49079"/>
                  </a:cubicBezTo>
                  <a:cubicBezTo>
                    <a:pt x="58778" y="48900"/>
                    <a:pt x="58829" y="48747"/>
                    <a:pt x="58880" y="48568"/>
                  </a:cubicBezTo>
                  <a:cubicBezTo>
                    <a:pt x="59034" y="48696"/>
                    <a:pt x="59187" y="48798"/>
                    <a:pt x="59340" y="48900"/>
                  </a:cubicBezTo>
                  <a:cubicBezTo>
                    <a:pt x="59364" y="48916"/>
                    <a:pt x="59389" y="48923"/>
                    <a:pt x="59412" y="48923"/>
                  </a:cubicBezTo>
                  <a:cubicBezTo>
                    <a:pt x="59534" y="48923"/>
                    <a:pt x="59622" y="48726"/>
                    <a:pt x="59493" y="48619"/>
                  </a:cubicBezTo>
                  <a:cubicBezTo>
                    <a:pt x="59340" y="48492"/>
                    <a:pt x="59161" y="48364"/>
                    <a:pt x="58983" y="48262"/>
                  </a:cubicBezTo>
                  <a:cubicBezTo>
                    <a:pt x="59003" y="48157"/>
                    <a:pt x="58921" y="48070"/>
                    <a:pt x="58821" y="48070"/>
                  </a:cubicBezTo>
                  <a:cubicBezTo>
                    <a:pt x="58799" y="48070"/>
                    <a:pt x="58776" y="48074"/>
                    <a:pt x="58753" y="48083"/>
                  </a:cubicBezTo>
                  <a:cubicBezTo>
                    <a:pt x="58268" y="47726"/>
                    <a:pt x="57808" y="47343"/>
                    <a:pt x="57324" y="46935"/>
                  </a:cubicBezTo>
                  <a:cubicBezTo>
                    <a:pt x="57475" y="46848"/>
                    <a:pt x="57388" y="46632"/>
                    <a:pt x="57232" y="46632"/>
                  </a:cubicBezTo>
                  <a:cubicBezTo>
                    <a:pt x="57205" y="46632"/>
                    <a:pt x="57175" y="46639"/>
                    <a:pt x="57145" y="46654"/>
                  </a:cubicBezTo>
                  <a:lnTo>
                    <a:pt x="57043" y="46705"/>
                  </a:lnTo>
                  <a:cubicBezTo>
                    <a:pt x="56558" y="46271"/>
                    <a:pt x="56098" y="45812"/>
                    <a:pt x="55614" y="45352"/>
                  </a:cubicBezTo>
                  <a:lnTo>
                    <a:pt x="55614" y="45327"/>
                  </a:lnTo>
                  <a:cubicBezTo>
                    <a:pt x="55657" y="45219"/>
                    <a:pt x="55572" y="45111"/>
                    <a:pt x="55468" y="45111"/>
                  </a:cubicBezTo>
                  <a:cubicBezTo>
                    <a:pt x="55449" y="45111"/>
                    <a:pt x="55429" y="45115"/>
                    <a:pt x="55409" y="45123"/>
                  </a:cubicBezTo>
                  <a:cubicBezTo>
                    <a:pt x="54771" y="44485"/>
                    <a:pt x="54159" y="43795"/>
                    <a:pt x="53623" y="43081"/>
                  </a:cubicBezTo>
                  <a:cubicBezTo>
                    <a:pt x="53590" y="43035"/>
                    <a:pt x="53550" y="43016"/>
                    <a:pt x="53511" y="43016"/>
                  </a:cubicBezTo>
                  <a:cubicBezTo>
                    <a:pt x="53400" y="43016"/>
                    <a:pt x="53298" y="43171"/>
                    <a:pt x="53393" y="43285"/>
                  </a:cubicBezTo>
                  <a:cubicBezTo>
                    <a:pt x="53980" y="44051"/>
                    <a:pt x="54593" y="44765"/>
                    <a:pt x="55256" y="45429"/>
                  </a:cubicBezTo>
                  <a:cubicBezTo>
                    <a:pt x="55154" y="45761"/>
                    <a:pt x="55078" y="46041"/>
                    <a:pt x="54975" y="46348"/>
                  </a:cubicBezTo>
                  <a:cubicBezTo>
                    <a:pt x="54945" y="46468"/>
                    <a:pt x="55040" y="46544"/>
                    <a:pt x="55138" y="46544"/>
                  </a:cubicBezTo>
                  <a:cubicBezTo>
                    <a:pt x="55206" y="46544"/>
                    <a:pt x="55276" y="46508"/>
                    <a:pt x="55307" y="46424"/>
                  </a:cubicBezTo>
                  <a:cubicBezTo>
                    <a:pt x="55358" y="46220"/>
                    <a:pt x="55460" y="45939"/>
                    <a:pt x="55511" y="45684"/>
                  </a:cubicBezTo>
                  <a:cubicBezTo>
                    <a:pt x="55741" y="45914"/>
                    <a:pt x="55971" y="46143"/>
                    <a:pt x="56201" y="46373"/>
                  </a:cubicBezTo>
                  <a:cubicBezTo>
                    <a:pt x="56022" y="46526"/>
                    <a:pt x="55869" y="46730"/>
                    <a:pt x="55716" y="46935"/>
                  </a:cubicBezTo>
                  <a:lnTo>
                    <a:pt x="55665" y="46935"/>
                  </a:lnTo>
                  <a:lnTo>
                    <a:pt x="54491" y="47113"/>
                  </a:lnTo>
                  <a:lnTo>
                    <a:pt x="54210" y="46807"/>
                  </a:lnTo>
                  <a:cubicBezTo>
                    <a:pt x="54315" y="46744"/>
                    <a:pt x="54437" y="46698"/>
                    <a:pt x="54562" y="46698"/>
                  </a:cubicBezTo>
                  <a:cubicBezTo>
                    <a:pt x="54589" y="46698"/>
                    <a:pt x="54617" y="46700"/>
                    <a:pt x="54644" y="46705"/>
                  </a:cubicBezTo>
                  <a:cubicBezTo>
                    <a:pt x="54652" y="46706"/>
                    <a:pt x="54660" y="46706"/>
                    <a:pt x="54668" y="46706"/>
                  </a:cubicBezTo>
                  <a:cubicBezTo>
                    <a:pt x="54854" y="46706"/>
                    <a:pt x="54916" y="46423"/>
                    <a:pt x="54720" y="46399"/>
                  </a:cubicBezTo>
                  <a:cubicBezTo>
                    <a:pt x="54656" y="46386"/>
                    <a:pt x="54593" y="46380"/>
                    <a:pt x="54530" y="46380"/>
                  </a:cubicBezTo>
                  <a:cubicBezTo>
                    <a:pt x="54341" y="46380"/>
                    <a:pt x="54159" y="46437"/>
                    <a:pt x="54006" y="46552"/>
                  </a:cubicBezTo>
                  <a:cubicBezTo>
                    <a:pt x="53597" y="46092"/>
                    <a:pt x="53189" y="45607"/>
                    <a:pt x="52806" y="45148"/>
                  </a:cubicBezTo>
                  <a:cubicBezTo>
                    <a:pt x="52832" y="45123"/>
                    <a:pt x="52832" y="45097"/>
                    <a:pt x="52832" y="45072"/>
                  </a:cubicBezTo>
                  <a:cubicBezTo>
                    <a:pt x="52883" y="44918"/>
                    <a:pt x="52959" y="44765"/>
                    <a:pt x="53087" y="44689"/>
                  </a:cubicBezTo>
                  <a:cubicBezTo>
                    <a:pt x="53237" y="44582"/>
                    <a:pt x="53135" y="44384"/>
                    <a:pt x="53008" y="44384"/>
                  </a:cubicBezTo>
                  <a:cubicBezTo>
                    <a:pt x="52983" y="44384"/>
                    <a:pt x="52958" y="44392"/>
                    <a:pt x="52934" y="44408"/>
                  </a:cubicBezTo>
                  <a:cubicBezTo>
                    <a:pt x="52781" y="44510"/>
                    <a:pt x="52653" y="44689"/>
                    <a:pt x="52576" y="44867"/>
                  </a:cubicBezTo>
                  <a:lnTo>
                    <a:pt x="52372" y="44638"/>
                  </a:lnTo>
                  <a:cubicBezTo>
                    <a:pt x="52449" y="44357"/>
                    <a:pt x="52627" y="44127"/>
                    <a:pt x="52857" y="43974"/>
                  </a:cubicBezTo>
                  <a:cubicBezTo>
                    <a:pt x="53007" y="43867"/>
                    <a:pt x="52905" y="43670"/>
                    <a:pt x="52778" y="43670"/>
                  </a:cubicBezTo>
                  <a:cubicBezTo>
                    <a:pt x="52754" y="43670"/>
                    <a:pt x="52729" y="43677"/>
                    <a:pt x="52704" y="43693"/>
                  </a:cubicBezTo>
                  <a:cubicBezTo>
                    <a:pt x="52449" y="43846"/>
                    <a:pt x="52270" y="44076"/>
                    <a:pt x="52142" y="44331"/>
                  </a:cubicBezTo>
                  <a:cubicBezTo>
                    <a:pt x="52091" y="44280"/>
                    <a:pt x="52040" y="44204"/>
                    <a:pt x="51989" y="44153"/>
                  </a:cubicBezTo>
                  <a:lnTo>
                    <a:pt x="45992" y="37006"/>
                  </a:lnTo>
                  <a:cubicBezTo>
                    <a:pt x="46017" y="36981"/>
                    <a:pt x="46043" y="36955"/>
                    <a:pt x="46068" y="36930"/>
                  </a:cubicBezTo>
                  <a:cubicBezTo>
                    <a:pt x="46119" y="36777"/>
                    <a:pt x="46170" y="36649"/>
                    <a:pt x="46221" y="36522"/>
                  </a:cubicBezTo>
                  <a:cubicBezTo>
                    <a:pt x="46266" y="36401"/>
                    <a:pt x="46178" y="36325"/>
                    <a:pt x="46082" y="36325"/>
                  </a:cubicBezTo>
                  <a:cubicBezTo>
                    <a:pt x="46016" y="36325"/>
                    <a:pt x="45946" y="36361"/>
                    <a:pt x="45915" y="36445"/>
                  </a:cubicBezTo>
                  <a:lnTo>
                    <a:pt x="45787" y="36751"/>
                  </a:lnTo>
                  <a:lnTo>
                    <a:pt x="45583" y="36522"/>
                  </a:lnTo>
                  <a:cubicBezTo>
                    <a:pt x="45736" y="36343"/>
                    <a:pt x="45838" y="36164"/>
                    <a:pt x="45889" y="35960"/>
                  </a:cubicBezTo>
                  <a:cubicBezTo>
                    <a:pt x="45936" y="35835"/>
                    <a:pt x="45830" y="35758"/>
                    <a:pt x="45729" y="35758"/>
                  </a:cubicBezTo>
                  <a:cubicBezTo>
                    <a:pt x="45665" y="35758"/>
                    <a:pt x="45603" y="35789"/>
                    <a:pt x="45583" y="35858"/>
                  </a:cubicBezTo>
                  <a:cubicBezTo>
                    <a:pt x="45532" y="36011"/>
                    <a:pt x="45456" y="36139"/>
                    <a:pt x="45353" y="36266"/>
                  </a:cubicBezTo>
                  <a:lnTo>
                    <a:pt x="43439" y="33969"/>
                  </a:lnTo>
                  <a:lnTo>
                    <a:pt x="42495" y="32846"/>
                  </a:lnTo>
                  <a:cubicBezTo>
                    <a:pt x="42546" y="32744"/>
                    <a:pt x="42597" y="32642"/>
                    <a:pt x="42674" y="32566"/>
                  </a:cubicBezTo>
                  <a:cubicBezTo>
                    <a:pt x="42728" y="32438"/>
                    <a:pt x="42614" y="32324"/>
                    <a:pt x="42508" y="32324"/>
                  </a:cubicBezTo>
                  <a:cubicBezTo>
                    <a:pt x="42464" y="32324"/>
                    <a:pt x="42422" y="32343"/>
                    <a:pt x="42393" y="32387"/>
                  </a:cubicBezTo>
                  <a:cubicBezTo>
                    <a:pt x="42342" y="32463"/>
                    <a:pt x="42316" y="32515"/>
                    <a:pt x="42265" y="32591"/>
                  </a:cubicBezTo>
                  <a:lnTo>
                    <a:pt x="38947" y="28635"/>
                  </a:lnTo>
                  <a:cubicBezTo>
                    <a:pt x="38692" y="28303"/>
                    <a:pt x="38080" y="27716"/>
                    <a:pt x="37442" y="26976"/>
                  </a:cubicBezTo>
                  <a:cubicBezTo>
                    <a:pt x="37416" y="26797"/>
                    <a:pt x="37288" y="26644"/>
                    <a:pt x="37135" y="26593"/>
                  </a:cubicBezTo>
                  <a:lnTo>
                    <a:pt x="37059" y="26542"/>
                  </a:lnTo>
                  <a:cubicBezTo>
                    <a:pt x="35680" y="24960"/>
                    <a:pt x="34328" y="22995"/>
                    <a:pt x="35553" y="22127"/>
                  </a:cubicBezTo>
                  <a:lnTo>
                    <a:pt x="35604" y="22076"/>
                  </a:lnTo>
                  <a:close/>
                  <a:moveTo>
                    <a:pt x="75904" y="57016"/>
                  </a:moveTo>
                  <a:cubicBezTo>
                    <a:pt x="75993" y="57029"/>
                    <a:pt x="76076" y="57035"/>
                    <a:pt x="76159" y="57035"/>
                  </a:cubicBezTo>
                  <a:cubicBezTo>
                    <a:pt x="76242" y="57035"/>
                    <a:pt x="76325" y="57029"/>
                    <a:pt x="76414" y="57016"/>
                  </a:cubicBezTo>
                  <a:lnTo>
                    <a:pt x="76414" y="57016"/>
                  </a:lnTo>
                  <a:cubicBezTo>
                    <a:pt x="76210" y="57424"/>
                    <a:pt x="75878" y="57731"/>
                    <a:pt x="75470" y="57909"/>
                  </a:cubicBezTo>
                  <a:cubicBezTo>
                    <a:pt x="75393" y="57935"/>
                    <a:pt x="75317" y="57960"/>
                    <a:pt x="75215" y="57986"/>
                  </a:cubicBezTo>
                  <a:cubicBezTo>
                    <a:pt x="75393" y="57629"/>
                    <a:pt x="75649" y="57297"/>
                    <a:pt x="75904" y="57016"/>
                  </a:cubicBezTo>
                  <a:close/>
                  <a:moveTo>
                    <a:pt x="72765" y="55689"/>
                  </a:moveTo>
                  <a:lnTo>
                    <a:pt x="73096" y="55842"/>
                  </a:lnTo>
                  <a:cubicBezTo>
                    <a:pt x="73071" y="55893"/>
                    <a:pt x="73045" y="55944"/>
                    <a:pt x="73071" y="55995"/>
                  </a:cubicBezTo>
                  <a:lnTo>
                    <a:pt x="73173" y="56480"/>
                  </a:lnTo>
                  <a:cubicBezTo>
                    <a:pt x="73183" y="56549"/>
                    <a:pt x="73235" y="56580"/>
                    <a:pt x="73294" y="56580"/>
                  </a:cubicBezTo>
                  <a:cubicBezTo>
                    <a:pt x="73386" y="56580"/>
                    <a:pt x="73495" y="56503"/>
                    <a:pt x="73479" y="56378"/>
                  </a:cubicBezTo>
                  <a:lnTo>
                    <a:pt x="73428" y="55970"/>
                  </a:lnTo>
                  <a:lnTo>
                    <a:pt x="73428" y="55970"/>
                  </a:lnTo>
                  <a:lnTo>
                    <a:pt x="73786" y="56148"/>
                  </a:lnTo>
                  <a:cubicBezTo>
                    <a:pt x="73786" y="56174"/>
                    <a:pt x="73786" y="56199"/>
                    <a:pt x="73786" y="56225"/>
                  </a:cubicBezTo>
                  <a:cubicBezTo>
                    <a:pt x="74015" y="56786"/>
                    <a:pt x="74168" y="57399"/>
                    <a:pt x="74194" y="58011"/>
                  </a:cubicBezTo>
                  <a:cubicBezTo>
                    <a:pt x="74041" y="58011"/>
                    <a:pt x="73862" y="57960"/>
                    <a:pt x="73735" y="57935"/>
                  </a:cubicBezTo>
                  <a:cubicBezTo>
                    <a:pt x="73735" y="57833"/>
                    <a:pt x="73709" y="57756"/>
                    <a:pt x="73709" y="57654"/>
                  </a:cubicBezTo>
                  <a:cubicBezTo>
                    <a:pt x="73690" y="57576"/>
                    <a:pt x="73633" y="57543"/>
                    <a:pt x="73572" y="57543"/>
                  </a:cubicBezTo>
                  <a:cubicBezTo>
                    <a:pt x="73472" y="57543"/>
                    <a:pt x="73361" y="57630"/>
                    <a:pt x="73377" y="57756"/>
                  </a:cubicBezTo>
                  <a:lnTo>
                    <a:pt x="73377" y="57858"/>
                  </a:lnTo>
                  <a:cubicBezTo>
                    <a:pt x="73173" y="57807"/>
                    <a:pt x="72969" y="57731"/>
                    <a:pt x="72765" y="57680"/>
                  </a:cubicBezTo>
                  <a:cubicBezTo>
                    <a:pt x="72816" y="57016"/>
                    <a:pt x="72816" y="56352"/>
                    <a:pt x="72765" y="55689"/>
                  </a:cubicBezTo>
                  <a:close/>
                  <a:moveTo>
                    <a:pt x="75062" y="56761"/>
                  </a:moveTo>
                  <a:cubicBezTo>
                    <a:pt x="75215" y="56837"/>
                    <a:pt x="75393" y="56888"/>
                    <a:pt x="75547" y="56939"/>
                  </a:cubicBezTo>
                  <a:cubicBezTo>
                    <a:pt x="75266" y="57271"/>
                    <a:pt x="75011" y="57629"/>
                    <a:pt x="74832" y="58037"/>
                  </a:cubicBezTo>
                  <a:lnTo>
                    <a:pt x="74500" y="58037"/>
                  </a:lnTo>
                  <a:cubicBezTo>
                    <a:pt x="74500" y="57807"/>
                    <a:pt x="74475" y="57577"/>
                    <a:pt x="74449" y="57373"/>
                  </a:cubicBezTo>
                  <a:lnTo>
                    <a:pt x="74449" y="57373"/>
                  </a:lnTo>
                  <a:cubicBezTo>
                    <a:pt x="74469" y="57393"/>
                    <a:pt x="74492" y="57401"/>
                    <a:pt x="74516" y="57401"/>
                  </a:cubicBezTo>
                  <a:cubicBezTo>
                    <a:pt x="74555" y="57401"/>
                    <a:pt x="74596" y="57379"/>
                    <a:pt x="74628" y="57348"/>
                  </a:cubicBezTo>
                  <a:cubicBezTo>
                    <a:pt x="74781" y="57144"/>
                    <a:pt x="74934" y="56965"/>
                    <a:pt x="75062" y="56761"/>
                  </a:cubicBezTo>
                  <a:close/>
                  <a:moveTo>
                    <a:pt x="104370" y="43267"/>
                  </a:moveTo>
                  <a:cubicBezTo>
                    <a:pt x="113394" y="43267"/>
                    <a:pt x="120108" y="50410"/>
                    <a:pt x="123733" y="58216"/>
                  </a:cubicBezTo>
                  <a:cubicBezTo>
                    <a:pt x="120821" y="58701"/>
                    <a:pt x="117745" y="59087"/>
                    <a:pt x="114712" y="59087"/>
                  </a:cubicBezTo>
                  <a:cubicBezTo>
                    <a:pt x="113120" y="59087"/>
                    <a:pt x="111540" y="58981"/>
                    <a:pt x="110002" y="58726"/>
                  </a:cubicBezTo>
                  <a:cubicBezTo>
                    <a:pt x="105408" y="57935"/>
                    <a:pt x="102167" y="54974"/>
                    <a:pt x="99002" y="51784"/>
                  </a:cubicBezTo>
                  <a:lnTo>
                    <a:pt x="99180" y="51350"/>
                  </a:lnTo>
                  <a:cubicBezTo>
                    <a:pt x="100074" y="52371"/>
                    <a:pt x="101069" y="53341"/>
                    <a:pt x="102141" y="54183"/>
                  </a:cubicBezTo>
                  <a:cubicBezTo>
                    <a:pt x="102170" y="54202"/>
                    <a:pt x="102202" y="54211"/>
                    <a:pt x="102233" y="54211"/>
                  </a:cubicBezTo>
                  <a:cubicBezTo>
                    <a:pt x="102367" y="54211"/>
                    <a:pt x="102495" y="54057"/>
                    <a:pt x="102371" y="53953"/>
                  </a:cubicBezTo>
                  <a:cubicBezTo>
                    <a:pt x="101273" y="53086"/>
                    <a:pt x="100252" y="52090"/>
                    <a:pt x="99334" y="51018"/>
                  </a:cubicBezTo>
                  <a:cubicBezTo>
                    <a:pt x="99410" y="50865"/>
                    <a:pt x="99487" y="50686"/>
                    <a:pt x="99563" y="50533"/>
                  </a:cubicBezTo>
                  <a:cubicBezTo>
                    <a:pt x="99614" y="50482"/>
                    <a:pt x="99614" y="50431"/>
                    <a:pt x="99614" y="50380"/>
                  </a:cubicBezTo>
                  <a:lnTo>
                    <a:pt x="99946" y="49615"/>
                  </a:lnTo>
                  <a:cubicBezTo>
                    <a:pt x="101375" y="50661"/>
                    <a:pt x="102881" y="51554"/>
                    <a:pt x="104464" y="52320"/>
                  </a:cubicBezTo>
                  <a:cubicBezTo>
                    <a:pt x="104490" y="52335"/>
                    <a:pt x="104517" y="52342"/>
                    <a:pt x="104543" y="52342"/>
                  </a:cubicBezTo>
                  <a:cubicBezTo>
                    <a:pt x="104688" y="52342"/>
                    <a:pt x="104794" y="52126"/>
                    <a:pt x="104642" y="52039"/>
                  </a:cubicBezTo>
                  <a:cubicBezTo>
                    <a:pt x="103034" y="51273"/>
                    <a:pt x="101503" y="50355"/>
                    <a:pt x="100074" y="49334"/>
                  </a:cubicBezTo>
                  <a:cubicBezTo>
                    <a:pt x="100329" y="48798"/>
                    <a:pt x="100559" y="48236"/>
                    <a:pt x="100814" y="47700"/>
                  </a:cubicBezTo>
                  <a:lnTo>
                    <a:pt x="101477" y="48032"/>
                  </a:lnTo>
                  <a:cubicBezTo>
                    <a:pt x="101502" y="48041"/>
                    <a:pt x="101525" y="48045"/>
                    <a:pt x="101547" y="48045"/>
                  </a:cubicBezTo>
                  <a:cubicBezTo>
                    <a:pt x="101713" y="48045"/>
                    <a:pt x="101814" y="47819"/>
                    <a:pt x="101656" y="47751"/>
                  </a:cubicBezTo>
                  <a:lnTo>
                    <a:pt x="100942" y="47420"/>
                  </a:lnTo>
                  <a:cubicBezTo>
                    <a:pt x="101044" y="47190"/>
                    <a:pt x="101146" y="46960"/>
                    <a:pt x="101248" y="46730"/>
                  </a:cubicBezTo>
                  <a:cubicBezTo>
                    <a:pt x="101886" y="46909"/>
                    <a:pt x="102498" y="47139"/>
                    <a:pt x="103085" y="47445"/>
                  </a:cubicBezTo>
                  <a:cubicBezTo>
                    <a:pt x="103108" y="47455"/>
                    <a:pt x="103130" y="47459"/>
                    <a:pt x="103152" y="47459"/>
                  </a:cubicBezTo>
                  <a:cubicBezTo>
                    <a:pt x="103298" y="47459"/>
                    <a:pt x="103394" y="47253"/>
                    <a:pt x="103239" y="47164"/>
                  </a:cubicBezTo>
                  <a:cubicBezTo>
                    <a:pt x="102652" y="46858"/>
                    <a:pt x="102039" y="46628"/>
                    <a:pt x="101401" y="46424"/>
                  </a:cubicBezTo>
                  <a:cubicBezTo>
                    <a:pt x="101580" y="46041"/>
                    <a:pt x="101758" y="45633"/>
                    <a:pt x="101937" y="45250"/>
                  </a:cubicBezTo>
                  <a:cubicBezTo>
                    <a:pt x="103519" y="45531"/>
                    <a:pt x="105025" y="46092"/>
                    <a:pt x="106403" y="46858"/>
                  </a:cubicBezTo>
                  <a:cubicBezTo>
                    <a:pt x="106440" y="46881"/>
                    <a:pt x="106474" y="46891"/>
                    <a:pt x="106506" y="46891"/>
                  </a:cubicBezTo>
                  <a:cubicBezTo>
                    <a:pt x="106652" y="46891"/>
                    <a:pt x="106729" y="46682"/>
                    <a:pt x="106582" y="46577"/>
                  </a:cubicBezTo>
                  <a:cubicBezTo>
                    <a:pt x="105178" y="45812"/>
                    <a:pt x="103647" y="45250"/>
                    <a:pt x="102065" y="44944"/>
                  </a:cubicBezTo>
                  <a:lnTo>
                    <a:pt x="102473" y="44076"/>
                  </a:lnTo>
                  <a:cubicBezTo>
                    <a:pt x="103109" y="44005"/>
                    <a:pt x="103745" y="43970"/>
                    <a:pt x="104378" y="43970"/>
                  </a:cubicBezTo>
                  <a:cubicBezTo>
                    <a:pt x="107177" y="43970"/>
                    <a:pt x="109929" y="44654"/>
                    <a:pt x="112427" y="45965"/>
                  </a:cubicBezTo>
                  <a:cubicBezTo>
                    <a:pt x="112453" y="45980"/>
                    <a:pt x="112480" y="45987"/>
                    <a:pt x="112504" y="45987"/>
                  </a:cubicBezTo>
                  <a:cubicBezTo>
                    <a:pt x="112644" y="45987"/>
                    <a:pt x="112732" y="45771"/>
                    <a:pt x="112580" y="45684"/>
                  </a:cubicBezTo>
                  <a:cubicBezTo>
                    <a:pt x="110067" y="44354"/>
                    <a:pt x="107256" y="43652"/>
                    <a:pt x="104409" y="43652"/>
                  </a:cubicBezTo>
                  <a:cubicBezTo>
                    <a:pt x="103816" y="43652"/>
                    <a:pt x="103221" y="43683"/>
                    <a:pt x="102626" y="43744"/>
                  </a:cubicBezTo>
                  <a:cubicBezTo>
                    <a:pt x="102703" y="43617"/>
                    <a:pt x="102779" y="43464"/>
                    <a:pt x="102830" y="43336"/>
                  </a:cubicBezTo>
                  <a:cubicBezTo>
                    <a:pt x="103351" y="43290"/>
                    <a:pt x="103864" y="43267"/>
                    <a:pt x="104370" y="43267"/>
                  </a:cubicBezTo>
                  <a:close/>
                  <a:moveTo>
                    <a:pt x="26961" y="1"/>
                  </a:moveTo>
                  <a:cubicBezTo>
                    <a:pt x="26093" y="1"/>
                    <a:pt x="25214" y="49"/>
                    <a:pt x="24323" y="152"/>
                  </a:cubicBezTo>
                  <a:cubicBezTo>
                    <a:pt x="21720" y="458"/>
                    <a:pt x="19142" y="1045"/>
                    <a:pt x="16513" y="1275"/>
                  </a:cubicBezTo>
                  <a:cubicBezTo>
                    <a:pt x="15757" y="1343"/>
                    <a:pt x="15005" y="1371"/>
                    <a:pt x="14255" y="1371"/>
                  </a:cubicBezTo>
                  <a:cubicBezTo>
                    <a:pt x="12476" y="1371"/>
                    <a:pt x="10711" y="1215"/>
                    <a:pt x="8933" y="1071"/>
                  </a:cubicBezTo>
                  <a:cubicBezTo>
                    <a:pt x="8049" y="1006"/>
                    <a:pt x="6954" y="911"/>
                    <a:pt x="5838" y="911"/>
                  </a:cubicBezTo>
                  <a:cubicBezTo>
                    <a:pt x="2990" y="911"/>
                    <a:pt x="0" y="1530"/>
                    <a:pt x="0" y="4848"/>
                  </a:cubicBezTo>
                  <a:cubicBezTo>
                    <a:pt x="0" y="8626"/>
                    <a:pt x="4390" y="11714"/>
                    <a:pt x="7146" y="13628"/>
                  </a:cubicBezTo>
                  <a:cubicBezTo>
                    <a:pt x="11587" y="16665"/>
                    <a:pt x="16615" y="18886"/>
                    <a:pt x="21541" y="21080"/>
                  </a:cubicBezTo>
                  <a:cubicBezTo>
                    <a:pt x="26543" y="23301"/>
                    <a:pt x="31622" y="25368"/>
                    <a:pt x="36701" y="27436"/>
                  </a:cubicBezTo>
                  <a:cubicBezTo>
                    <a:pt x="37008" y="27793"/>
                    <a:pt x="37314" y="28099"/>
                    <a:pt x="37518" y="28380"/>
                  </a:cubicBezTo>
                  <a:lnTo>
                    <a:pt x="46910" y="39508"/>
                  </a:lnTo>
                  <a:cubicBezTo>
                    <a:pt x="49794" y="42979"/>
                    <a:pt x="52525" y="46858"/>
                    <a:pt x="55843" y="49921"/>
                  </a:cubicBezTo>
                  <a:cubicBezTo>
                    <a:pt x="58829" y="52652"/>
                    <a:pt x="62887" y="54336"/>
                    <a:pt x="66512" y="56021"/>
                  </a:cubicBezTo>
                  <a:cubicBezTo>
                    <a:pt x="68222" y="56812"/>
                    <a:pt x="69932" y="57552"/>
                    <a:pt x="71693" y="58190"/>
                  </a:cubicBezTo>
                  <a:cubicBezTo>
                    <a:pt x="72634" y="58521"/>
                    <a:pt x="73766" y="58972"/>
                    <a:pt x="74836" y="58972"/>
                  </a:cubicBezTo>
                  <a:cubicBezTo>
                    <a:pt x="75333" y="58972"/>
                    <a:pt x="75816" y="58875"/>
                    <a:pt x="76261" y="58624"/>
                  </a:cubicBezTo>
                  <a:cubicBezTo>
                    <a:pt x="77512" y="57935"/>
                    <a:pt x="77639" y="56429"/>
                    <a:pt x="77818" y="55178"/>
                  </a:cubicBezTo>
                  <a:cubicBezTo>
                    <a:pt x="78150" y="52779"/>
                    <a:pt x="78482" y="50380"/>
                    <a:pt x="78814" y="47981"/>
                  </a:cubicBezTo>
                  <a:cubicBezTo>
                    <a:pt x="78814" y="47905"/>
                    <a:pt x="78839" y="47802"/>
                    <a:pt x="78865" y="47726"/>
                  </a:cubicBezTo>
                  <a:lnTo>
                    <a:pt x="86087" y="50482"/>
                  </a:lnTo>
                  <a:cubicBezTo>
                    <a:pt x="86134" y="50500"/>
                    <a:pt x="86182" y="50508"/>
                    <a:pt x="86230" y="50508"/>
                  </a:cubicBezTo>
                  <a:cubicBezTo>
                    <a:pt x="86390" y="50508"/>
                    <a:pt x="86545" y="50416"/>
                    <a:pt x="86623" y="50278"/>
                  </a:cubicBezTo>
                  <a:cubicBezTo>
                    <a:pt x="87057" y="49232"/>
                    <a:pt x="87517" y="48211"/>
                    <a:pt x="87976" y="47164"/>
                  </a:cubicBezTo>
                  <a:cubicBezTo>
                    <a:pt x="90784" y="50176"/>
                    <a:pt x="93617" y="53111"/>
                    <a:pt x="96526" y="55995"/>
                  </a:cubicBezTo>
                  <a:cubicBezTo>
                    <a:pt x="96632" y="56091"/>
                    <a:pt x="96760" y="56137"/>
                    <a:pt x="96883" y="56137"/>
                  </a:cubicBezTo>
                  <a:cubicBezTo>
                    <a:pt x="97087" y="56137"/>
                    <a:pt x="97279" y="56013"/>
                    <a:pt x="97343" y="55791"/>
                  </a:cubicBezTo>
                  <a:cubicBezTo>
                    <a:pt x="97751" y="54770"/>
                    <a:pt x="98185" y="53749"/>
                    <a:pt x="98619" y="52728"/>
                  </a:cubicBezTo>
                  <a:cubicBezTo>
                    <a:pt x="101809" y="55919"/>
                    <a:pt x="105127" y="58854"/>
                    <a:pt x="109747" y="59645"/>
                  </a:cubicBezTo>
                  <a:cubicBezTo>
                    <a:pt x="111383" y="59920"/>
                    <a:pt x="113058" y="60036"/>
                    <a:pt x="114743" y="60036"/>
                  </a:cubicBezTo>
                  <a:cubicBezTo>
                    <a:pt x="118050" y="60036"/>
                    <a:pt x="121397" y="59590"/>
                    <a:pt x="124575" y="59032"/>
                  </a:cubicBezTo>
                  <a:cubicBezTo>
                    <a:pt x="124882" y="58956"/>
                    <a:pt x="125009" y="58598"/>
                    <a:pt x="124856" y="58343"/>
                  </a:cubicBezTo>
                  <a:cubicBezTo>
                    <a:pt x="121171" y="50040"/>
                    <a:pt x="114011" y="42305"/>
                    <a:pt x="104468" y="42305"/>
                  </a:cubicBezTo>
                  <a:cubicBezTo>
                    <a:pt x="104096" y="42305"/>
                    <a:pt x="103720" y="42317"/>
                    <a:pt x="103341" y="42341"/>
                  </a:cubicBezTo>
                  <a:cubicBezTo>
                    <a:pt x="103851" y="41269"/>
                    <a:pt x="104362" y="40222"/>
                    <a:pt x="104898" y="39176"/>
                  </a:cubicBezTo>
                  <a:cubicBezTo>
                    <a:pt x="105051" y="38870"/>
                    <a:pt x="104846" y="38487"/>
                    <a:pt x="104464" y="38461"/>
                  </a:cubicBezTo>
                  <a:lnTo>
                    <a:pt x="92468" y="37338"/>
                  </a:lnTo>
                  <a:cubicBezTo>
                    <a:pt x="93514" y="35118"/>
                    <a:pt x="94586" y="32897"/>
                    <a:pt x="95658" y="30702"/>
                  </a:cubicBezTo>
                  <a:cubicBezTo>
                    <a:pt x="95709" y="30677"/>
                    <a:pt x="95735" y="30626"/>
                    <a:pt x="95760" y="30575"/>
                  </a:cubicBezTo>
                  <a:cubicBezTo>
                    <a:pt x="98134" y="27155"/>
                    <a:pt x="100482" y="23709"/>
                    <a:pt x="102728" y="20213"/>
                  </a:cubicBezTo>
                  <a:cubicBezTo>
                    <a:pt x="103366" y="19217"/>
                    <a:pt x="104055" y="18069"/>
                    <a:pt x="103290" y="16971"/>
                  </a:cubicBezTo>
                  <a:cubicBezTo>
                    <a:pt x="102549" y="15899"/>
                    <a:pt x="100942" y="15491"/>
                    <a:pt x="99793" y="15032"/>
                  </a:cubicBezTo>
                  <a:cubicBezTo>
                    <a:pt x="98500" y="14491"/>
                    <a:pt x="96990" y="13582"/>
                    <a:pt x="95523" y="13582"/>
                  </a:cubicBezTo>
                  <a:cubicBezTo>
                    <a:pt x="95397" y="13582"/>
                    <a:pt x="95272" y="13588"/>
                    <a:pt x="95148" y="13602"/>
                  </a:cubicBezTo>
                  <a:cubicBezTo>
                    <a:pt x="93566" y="13781"/>
                    <a:pt x="91958" y="15006"/>
                    <a:pt x="90579" y="15772"/>
                  </a:cubicBezTo>
                  <a:cubicBezTo>
                    <a:pt x="86930" y="17788"/>
                    <a:pt x="83357" y="19932"/>
                    <a:pt x="79860" y="22203"/>
                  </a:cubicBezTo>
                  <a:lnTo>
                    <a:pt x="66512" y="15848"/>
                  </a:lnTo>
                  <a:lnTo>
                    <a:pt x="51964" y="8932"/>
                  </a:lnTo>
                  <a:cubicBezTo>
                    <a:pt x="47370" y="6762"/>
                    <a:pt x="42852" y="4440"/>
                    <a:pt x="38182" y="2500"/>
                  </a:cubicBezTo>
                  <a:cubicBezTo>
                    <a:pt x="34511" y="978"/>
                    <a:pt x="30840" y="1"/>
                    <a:pt x="26961"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63"/>
            <p:cNvSpPr/>
            <p:nvPr/>
          </p:nvSpPr>
          <p:spPr>
            <a:xfrm>
              <a:off x="1374600" y="1979200"/>
              <a:ext cx="163025" cy="195250"/>
            </a:xfrm>
            <a:custGeom>
              <a:avLst/>
              <a:gdLst/>
              <a:ahLst/>
              <a:cxnLst/>
              <a:rect l="l" t="t" r="r" b="b"/>
              <a:pathLst>
                <a:path w="6521" h="7810" extrusionOk="0">
                  <a:moveTo>
                    <a:pt x="229" y="1"/>
                  </a:moveTo>
                  <a:cubicBezTo>
                    <a:pt x="113" y="1"/>
                    <a:pt x="1" y="164"/>
                    <a:pt x="99" y="281"/>
                  </a:cubicBezTo>
                  <a:cubicBezTo>
                    <a:pt x="2064" y="2808"/>
                    <a:pt x="4106" y="5309"/>
                    <a:pt x="6199" y="7759"/>
                  </a:cubicBezTo>
                  <a:cubicBezTo>
                    <a:pt x="6228" y="7795"/>
                    <a:pt x="6263" y="7810"/>
                    <a:pt x="6298" y="7810"/>
                  </a:cubicBezTo>
                  <a:cubicBezTo>
                    <a:pt x="6412" y="7810"/>
                    <a:pt x="6520" y="7647"/>
                    <a:pt x="6403" y="7530"/>
                  </a:cubicBezTo>
                  <a:cubicBezTo>
                    <a:pt x="4335" y="5079"/>
                    <a:pt x="2294" y="2604"/>
                    <a:pt x="328" y="51"/>
                  </a:cubicBezTo>
                  <a:cubicBezTo>
                    <a:pt x="299" y="16"/>
                    <a:pt x="264" y="1"/>
                    <a:pt x="229"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63"/>
            <p:cNvSpPr/>
            <p:nvPr/>
          </p:nvSpPr>
          <p:spPr>
            <a:xfrm>
              <a:off x="1552525" y="2191675"/>
              <a:ext cx="7675" cy="9600"/>
            </a:xfrm>
            <a:custGeom>
              <a:avLst/>
              <a:gdLst/>
              <a:ahLst/>
              <a:cxnLst/>
              <a:rect l="l" t="t" r="r" b="b"/>
              <a:pathLst>
                <a:path w="307" h="384" extrusionOk="0">
                  <a:moveTo>
                    <a:pt x="154" y="0"/>
                  </a:moveTo>
                  <a:cubicBezTo>
                    <a:pt x="77" y="0"/>
                    <a:pt x="0" y="51"/>
                    <a:pt x="0" y="154"/>
                  </a:cubicBezTo>
                  <a:lnTo>
                    <a:pt x="0" y="230"/>
                  </a:lnTo>
                  <a:cubicBezTo>
                    <a:pt x="0" y="332"/>
                    <a:pt x="77" y="383"/>
                    <a:pt x="154" y="383"/>
                  </a:cubicBezTo>
                  <a:cubicBezTo>
                    <a:pt x="230" y="383"/>
                    <a:pt x="307" y="332"/>
                    <a:pt x="307" y="230"/>
                  </a:cubicBezTo>
                  <a:lnTo>
                    <a:pt x="307" y="154"/>
                  </a:lnTo>
                  <a:cubicBezTo>
                    <a:pt x="307" y="51"/>
                    <a:pt x="230" y="0"/>
                    <a:pt x="154"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63"/>
            <p:cNvSpPr/>
            <p:nvPr/>
          </p:nvSpPr>
          <p:spPr>
            <a:xfrm>
              <a:off x="1748400" y="2372875"/>
              <a:ext cx="12800" cy="8325"/>
            </a:xfrm>
            <a:custGeom>
              <a:avLst/>
              <a:gdLst/>
              <a:ahLst/>
              <a:cxnLst/>
              <a:rect l="l" t="t" r="r" b="b"/>
              <a:pathLst>
                <a:path w="512" h="333" extrusionOk="0">
                  <a:moveTo>
                    <a:pt x="205" y="1"/>
                  </a:moveTo>
                  <a:cubicBezTo>
                    <a:pt x="1" y="1"/>
                    <a:pt x="1" y="333"/>
                    <a:pt x="205" y="333"/>
                  </a:cubicBezTo>
                  <a:lnTo>
                    <a:pt x="282" y="333"/>
                  </a:lnTo>
                  <a:cubicBezTo>
                    <a:pt x="486" y="333"/>
                    <a:pt x="511" y="1"/>
                    <a:pt x="307"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63"/>
            <p:cNvSpPr/>
            <p:nvPr/>
          </p:nvSpPr>
          <p:spPr>
            <a:xfrm>
              <a:off x="2503875" y="1589350"/>
              <a:ext cx="12775" cy="8325"/>
            </a:xfrm>
            <a:custGeom>
              <a:avLst/>
              <a:gdLst/>
              <a:ahLst/>
              <a:cxnLst/>
              <a:rect l="l" t="t" r="r" b="b"/>
              <a:pathLst>
                <a:path w="511" h="333" extrusionOk="0">
                  <a:moveTo>
                    <a:pt x="205" y="0"/>
                  </a:moveTo>
                  <a:cubicBezTo>
                    <a:pt x="0" y="0"/>
                    <a:pt x="26" y="332"/>
                    <a:pt x="230" y="332"/>
                  </a:cubicBezTo>
                  <a:lnTo>
                    <a:pt x="307" y="332"/>
                  </a:lnTo>
                  <a:cubicBezTo>
                    <a:pt x="511" y="332"/>
                    <a:pt x="511" y="0"/>
                    <a:pt x="307"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63"/>
            <p:cNvSpPr/>
            <p:nvPr/>
          </p:nvSpPr>
          <p:spPr>
            <a:xfrm>
              <a:off x="2681250" y="1545325"/>
              <a:ext cx="12800" cy="8325"/>
            </a:xfrm>
            <a:custGeom>
              <a:avLst/>
              <a:gdLst/>
              <a:ahLst/>
              <a:cxnLst/>
              <a:rect l="l" t="t" r="r" b="b"/>
              <a:pathLst>
                <a:path w="512" h="333" extrusionOk="0">
                  <a:moveTo>
                    <a:pt x="230" y="0"/>
                  </a:moveTo>
                  <a:cubicBezTo>
                    <a:pt x="1" y="0"/>
                    <a:pt x="1" y="332"/>
                    <a:pt x="230" y="332"/>
                  </a:cubicBezTo>
                  <a:lnTo>
                    <a:pt x="307" y="332"/>
                  </a:lnTo>
                  <a:cubicBezTo>
                    <a:pt x="511" y="332"/>
                    <a:pt x="511" y="0"/>
                    <a:pt x="307"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63"/>
            <p:cNvSpPr/>
            <p:nvPr/>
          </p:nvSpPr>
          <p:spPr>
            <a:xfrm>
              <a:off x="2635325" y="2125325"/>
              <a:ext cx="7675" cy="10225"/>
            </a:xfrm>
            <a:custGeom>
              <a:avLst/>
              <a:gdLst/>
              <a:ahLst/>
              <a:cxnLst/>
              <a:rect l="l" t="t" r="r" b="b"/>
              <a:pathLst>
                <a:path w="307" h="409" extrusionOk="0">
                  <a:moveTo>
                    <a:pt x="153" y="0"/>
                  </a:moveTo>
                  <a:cubicBezTo>
                    <a:pt x="77" y="0"/>
                    <a:pt x="0" y="51"/>
                    <a:pt x="0" y="153"/>
                  </a:cubicBezTo>
                  <a:lnTo>
                    <a:pt x="0" y="255"/>
                  </a:lnTo>
                  <a:cubicBezTo>
                    <a:pt x="0" y="357"/>
                    <a:pt x="77" y="408"/>
                    <a:pt x="153" y="408"/>
                  </a:cubicBezTo>
                  <a:cubicBezTo>
                    <a:pt x="230" y="408"/>
                    <a:pt x="306" y="357"/>
                    <a:pt x="306" y="255"/>
                  </a:cubicBezTo>
                  <a:lnTo>
                    <a:pt x="306" y="153"/>
                  </a:lnTo>
                  <a:cubicBezTo>
                    <a:pt x="306" y="51"/>
                    <a:pt x="230" y="0"/>
                    <a:pt x="153"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63"/>
            <p:cNvSpPr/>
            <p:nvPr/>
          </p:nvSpPr>
          <p:spPr>
            <a:xfrm>
              <a:off x="2862475" y="2446900"/>
              <a:ext cx="12125" cy="7675"/>
            </a:xfrm>
            <a:custGeom>
              <a:avLst/>
              <a:gdLst/>
              <a:ahLst/>
              <a:cxnLst/>
              <a:rect l="l" t="t" r="r" b="b"/>
              <a:pathLst>
                <a:path w="485" h="307" extrusionOk="0">
                  <a:moveTo>
                    <a:pt x="204" y="0"/>
                  </a:moveTo>
                  <a:cubicBezTo>
                    <a:pt x="0" y="0"/>
                    <a:pt x="0" y="307"/>
                    <a:pt x="204" y="307"/>
                  </a:cubicBezTo>
                  <a:lnTo>
                    <a:pt x="281" y="307"/>
                  </a:lnTo>
                  <a:cubicBezTo>
                    <a:pt x="485" y="307"/>
                    <a:pt x="485" y="0"/>
                    <a:pt x="281"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63"/>
            <p:cNvSpPr/>
            <p:nvPr/>
          </p:nvSpPr>
          <p:spPr>
            <a:xfrm>
              <a:off x="2910325" y="2312275"/>
              <a:ext cx="12150" cy="8300"/>
            </a:xfrm>
            <a:custGeom>
              <a:avLst/>
              <a:gdLst/>
              <a:ahLst/>
              <a:cxnLst/>
              <a:rect l="l" t="t" r="r" b="b"/>
              <a:pathLst>
                <a:path w="486" h="332" extrusionOk="0">
                  <a:moveTo>
                    <a:pt x="204" y="0"/>
                  </a:moveTo>
                  <a:cubicBezTo>
                    <a:pt x="0" y="0"/>
                    <a:pt x="0" y="332"/>
                    <a:pt x="204" y="332"/>
                  </a:cubicBezTo>
                  <a:lnTo>
                    <a:pt x="281" y="332"/>
                  </a:lnTo>
                  <a:cubicBezTo>
                    <a:pt x="485" y="332"/>
                    <a:pt x="485" y="0"/>
                    <a:pt x="281"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63"/>
            <p:cNvSpPr/>
            <p:nvPr/>
          </p:nvSpPr>
          <p:spPr>
            <a:xfrm>
              <a:off x="2926325" y="2319550"/>
              <a:ext cx="12475" cy="8675"/>
            </a:xfrm>
            <a:custGeom>
              <a:avLst/>
              <a:gdLst/>
              <a:ahLst/>
              <a:cxnLst/>
              <a:rect l="l" t="t" r="r" b="b"/>
              <a:pathLst>
                <a:path w="499" h="347" extrusionOk="0">
                  <a:moveTo>
                    <a:pt x="226" y="1"/>
                  </a:moveTo>
                  <a:cubicBezTo>
                    <a:pt x="103" y="1"/>
                    <a:pt x="1" y="151"/>
                    <a:pt x="100" y="271"/>
                  </a:cubicBezTo>
                  <a:lnTo>
                    <a:pt x="151" y="296"/>
                  </a:lnTo>
                  <a:cubicBezTo>
                    <a:pt x="187" y="332"/>
                    <a:pt x="228" y="347"/>
                    <a:pt x="266" y="347"/>
                  </a:cubicBezTo>
                  <a:cubicBezTo>
                    <a:pt x="391" y="347"/>
                    <a:pt x="498" y="190"/>
                    <a:pt x="381" y="92"/>
                  </a:cubicBezTo>
                  <a:lnTo>
                    <a:pt x="330" y="41"/>
                  </a:lnTo>
                  <a:cubicBezTo>
                    <a:pt x="296" y="13"/>
                    <a:pt x="260" y="1"/>
                    <a:pt x="22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63"/>
            <p:cNvSpPr/>
            <p:nvPr/>
          </p:nvSpPr>
          <p:spPr>
            <a:xfrm>
              <a:off x="2943525" y="2328300"/>
              <a:ext cx="106400" cy="72350"/>
            </a:xfrm>
            <a:custGeom>
              <a:avLst/>
              <a:gdLst/>
              <a:ahLst/>
              <a:cxnLst/>
              <a:rect l="l" t="t" r="r" b="b"/>
              <a:pathLst>
                <a:path w="4256" h="2894" extrusionOk="0">
                  <a:moveTo>
                    <a:pt x="228" y="1"/>
                  </a:moveTo>
                  <a:cubicBezTo>
                    <a:pt x="89" y="1"/>
                    <a:pt x="1" y="217"/>
                    <a:pt x="153" y="303"/>
                  </a:cubicBezTo>
                  <a:cubicBezTo>
                    <a:pt x="1480" y="1018"/>
                    <a:pt x="2730" y="1886"/>
                    <a:pt x="3904" y="2856"/>
                  </a:cubicBezTo>
                  <a:cubicBezTo>
                    <a:pt x="3936" y="2882"/>
                    <a:pt x="3971" y="2893"/>
                    <a:pt x="4005" y="2893"/>
                  </a:cubicBezTo>
                  <a:cubicBezTo>
                    <a:pt x="4136" y="2893"/>
                    <a:pt x="4256" y="2727"/>
                    <a:pt x="4134" y="2626"/>
                  </a:cubicBezTo>
                  <a:cubicBezTo>
                    <a:pt x="2935" y="1631"/>
                    <a:pt x="1658" y="763"/>
                    <a:pt x="306" y="23"/>
                  </a:cubicBezTo>
                  <a:cubicBezTo>
                    <a:pt x="279" y="7"/>
                    <a:pt x="253" y="1"/>
                    <a:pt x="228"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63"/>
            <p:cNvSpPr/>
            <p:nvPr/>
          </p:nvSpPr>
          <p:spPr>
            <a:xfrm>
              <a:off x="3049625" y="2403150"/>
              <a:ext cx="12325" cy="9300"/>
            </a:xfrm>
            <a:custGeom>
              <a:avLst/>
              <a:gdLst/>
              <a:ahLst/>
              <a:cxnLst/>
              <a:rect l="l" t="t" r="r" b="b"/>
              <a:pathLst>
                <a:path w="493" h="372" extrusionOk="0">
                  <a:moveTo>
                    <a:pt x="220" y="0"/>
                  </a:moveTo>
                  <a:cubicBezTo>
                    <a:pt x="98" y="0"/>
                    <a:pt x="0" y="151"/>
                    <a:pt x="120" y="270"/>
                  </a:cubicBezTo>
                  <a:lnTo>
                    <a:pt x="171" y="321"/>
                  </a:lnTo>
                  <a:cubicBezTo>
                    <a:pt x="200" y="357"/>
                    <a:pt x="236" y="372"/>
                    <a:pt x="270" y="372"/>
                  </a:cubicBezTo>
                  <a:cubicBezTo>
                    <a:pt x="385" y="372"/>
                    <a:pt x="493" y="209"/>
                    <a:pt x="375" y="91"/>
                  </a:cubicBezTo>
                  <a:lnTo>
                    <a:pt x="324" y="40"/>
                  </a:lnTo>
                  <a:cubicBezTo>
                    <a:pt x="290" y="12"/>
                    <a:pt x="254" y="0"/>
                    <a:pt x="220"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63"/>
            <p:cNvSpPr/>
            <p:nvPr/>
          </p:nvSpPr>
          <p:spPr>
            <a:xfrm>
              <a:off x="2896850" y="2423000"/>
              <a:ext cx="231700" cy="71475"/>
            </a:xfrm>
            <a:custGeom>
              <a:avLst/>
              <a:gdLst/>
              <a:ahLst/>
              <a:cxnLst/>
              <a:rect l="l" t="t" r="r" b="b"/>
              <a:pathLst>
                <a:path w="9268" h="2859" extrusionOk="0">
                  <a:moveTo>
                    <a:pt x="7151" y="0"/>
                  </a:moveTo>
                  <a:cubicBezTo>
                    <a:pt x="7020" y="0"/>
                    <a:pt x="6900" y="166"/>
                    <a:pt x="7022" y="267"/>
                  </a:cubicBezTo>
                  <a:cubicBezTo>
                    <a:pt x="7711" y="905"/>
                    <a:pt x="8349" y="1645"/>
                    <a:pt x="8885" y="2437"/>
                  </a:cubicBezTo>
                  <a:cubicBezTo>
                    <a:pt x="8262" y="2496"/>
                    <a:pt x="7638" y="2526"/>
                    <a:pt x="7017" y="2526"/>
                  </a:cubicBezTo>
                  <a:cubicBezTo>
                    <a:pt x="4711" y="2526"/>
                    <a:pt x="2429" y="2118"/>
                    <a:pt x="259" y="1314"/>
                  </a:cubicBezTo>
                  <a:cubicBezTo>
                    <a:pt x="239" y="1305"/>
                    <a:pt x="220" y="1301"/>
                    <a:pt x="203" y="1301"/>
                  </a:cubicBezTo>
                  <a:cubicBezTo>
                    <a:pt x="61" y="1301"/>
                    <a:pt x="0" y="1552"/>
                    <a:pt x="182" y="1620"/>
                  </a:cubicBezTo>
                  <a:cubicBezTo>
                    <a:pt x="2355" y="2442"/>
                    <a:pt x="4662" y="2859"/>
                    <a:pt x="6978" y="2859"/>
                  </a:cubicBezTo>
                  <a:cubicBezTo>
                    <a:pt x="7682" y="2859"/>
                    <a:pt x="8387" y="2820"/>
                    <a:pt x="9089" y="2743"/>
                  </a:cubicBezTo>
                  <a:cubicBezTo>
                    <a:pt x="9166" y="2743"/>
                    <a:pt x="9242" y="2666"/>
                    <a:pt x="9242" y="2564"/>
                  </a:cubicBezTo>
                  <a:cubicBezTo>
                    <a:pt x="9268" y="2513"/>
                    <a:pt x="9268" y="2462"/>
                    <a:pt x="9242" y="2411"/>
                  </a:cubicBezTo>
                  <a:cubicBezTo>
                    <a:pt x="8681" y="1543"/>
                    <a:pt x="8017" y="752"/>
                    <a:pt x="7252" y="38"/>
                  </a:cubicBezTo>
                  <a:cubicBezTo>
                    <a:pt x="7220" y="11"/>
                    <a:pt x="7185" y="0"/>
                    <a:pt x="7151"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63"/>
            <p:cNvSpPr/>
            <p:nvPr/>
          </p:nvSpPr>
          <p:spPr>
            <a:xfrm>
              <a:off x="1151175" y="1350975"/>
              <a:ext cx="122550" cy="113250"/>
            </a:xfrm>
            <a:custGeom>
              <a:avLst/>
              <a:gdLst/>
              <a:ahLst/>
              <a:cxnLst/>
              <a:rect l="l" t="t" r="r" b="b"/>
              <a:pathLst>
                <a:path w="4902" h="4530" extrusionOk="0">
                  <a:moveTo>
                    <a:pt x="2521" y="334"/>
                  </a:moveTo>
                  <a:cubicBezTo>
                    <a:pt x="3101" y="334"/>
                    <a:pt x="3685" y="622"/>
                    <a:pt x="4033" y="1189"/>
                  </a:cubicBezTo>
                  <a:cubicBezTo>
                    <a:pt x="4595" y="2006"/>
                    <a:pt x="4442" y="3129"/>
                    <a:pt x="3676" y="3767"/>
                  </a:cubicBezTo>
                  <a:cubicBezTo>
                    <a:pt x="3324" y="4074"/>
                    <a:pt x="2891" y="4224"/>
                    <a:pt x="2460" y="4224"/>
                  </a:cubicBezTo>
                  <a:cubicBezTo>
                    <a:pt x="1923" y="4224"/>
                    <a:pt x="1390" y="3991"/>
                    <a:pt x="1022" y="3538"/>
                  </a:cubicBezTo>
                  <a:cubicBezTo>
                    <a:pt x="511" y="2925"/>
                    <a:pt x="588" y="1930"/>
                    <a:pt x="996" y="1215"/>
                  </a:cubicBezTo>
                  <a:cubicBezTo>
                    <a:pt x="996" y="1189"/>
                    <a:pt x="1022" y="1189"/>
                    <a:pt x="1047" y="1164"/>
                  </a:cubicBezTo>
                  <a:cubicBezTo>
                    <a:pt x="1388" y="609"/>
                    <a:pt x="1953" y="334"/>
                    <a:pt x="2521" y="334"/>
                  </a:cubicBezTo>
                  <a:close/>
                  <a:moveTo>
                    <a:pt x="2515" y="0"/>
                  </a:moveTo>
                  <a:cubicBezTo>
                    <a:pt x="2094" y="0"/>
                    <a:pt x="1669" y="132"/>
                    <a:pt x="1302" y="398"/>
                  </a:cubicBezTo>
                  <a:cubicBezTo>
                    <a:pt x="1251" y="398"/>
                    <a:pt x="1226" y="424"/>
                    <a:pt x="1175" y="449"/>
                  </a:cubicBezTo>
                  <a:cubicBezTo>
                    <a:pt x="281" y="1241"/>
                    <a:pt x="1" y="2899"/>
                    <a:pt x="843" y="3818"/>
                  </a:cubicBezTo>
                  <a:cubicBezTo>
                    <a:pt x="1280" y="4294"/>
                    <a:pt x="1872" y="4530"/>
                    <a:pt x="2463" y="4530"/>
                  </a:cubicBezTo>
                  <a:cubicBezTo>
                    <a:pt x="3046" y="4530"/>
                    <a:pt x="3628" y="4300"/>
                    <a:pt x="4059" y="3844"/>
                  </a:cubicBezTo>
                  <a:cubicBezTo>
                    <a:pt x="4901" y="2951"/>
                    <a:pt x="4901" y="1521"/>
                    <a:pt x="4008" y="653"/>
                  </a:cubicBezTo>
                  <a:cubicBezTo>
                    <a:pt x="3604" y="221"/>
                    <a:pt x="3062" y="0"/>
                    <a:pt x="2515"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63"/>
            <p:cNvSpPr/>
            <p:nvPr/>
          </p:nvSpPr>
          <p:spPr>
            <a:xfrm>
              <a:off x="1340675" y="1441025"/>
              <a:ext cx="120625" cy="111850"/>
            </a:xfrm>
            <a:custGeom>
              <a:avLst/>
              <a:gdLst/>
              <a:ahLst/>
              <a:cxnLst/>
              <a:rect l="l" t="t" r="r" b="b"/>
              <a:pathLst>
                <a:path w="4825" h="4474" extrusionOk="0">
                  <a:moveTo>
                    <a:pt x="2421" y="338"/>
                  </a:moveTo>
                  <a:cubicBezTo>
                    <a:pt x="2993" y="338"/>
                    <a:pt x="3566" y="608"/>
                    <a:pt x="3931" y="1135"/>
                  </a:cubicBezTo>
                  <a:cubicBezTo>
                    <a:pt x="4467" y="1926"/>
                    <a:pt x="4365" y="2973"/>
                    <a:pt x="3727" y="3687"/>
                  </a:cubicBezTo>
                  <a:cubicBezTo>
                    <a:pt x="3399" y="4005"/>
                    <a:pt x="2989" y="4146"/>
                    <a:pt x="2573" y="4146"/>
                  </a:cubicBezTo>
                  <a:cubicBezTo>
                    <a:pt x="1955" y="4146"/>
                    <a:pt x="1327" y="3834"/>
                    <a:pt x="945" y="3330"/>
                  </a:cubicBezTo>
                  <a:cubicBezTo>
                    <a:pt x="460" y="2615"/>
                    <a:pt x="460" y="1697"/>
                    <a:pt x="971" y="1033"/>
                  </a:cubicBezTo>
                  <a:cubicBezTo>
                    <a:pt x="996" y="1033"/>
                    <a:pt x="1022" y="1007"/>
                    <a:pt x="1047" y="982"/>
                  </a:cubicBezTo>
                  <a:cubicBezTo>
                    <a:pt x="1407" y="550"/>
                    <a:pt x="1914" y="338"/>
                    <a:pt x="2421" y="338"/>
                  </a:cubicBezTo>
                  <a:close/>
                  <a:moveTo>
                    <a:pt x="2450" y="0"/>
                  </a:moveTo>
                  <a:cubicBezTo>
                    <a:pt x="2053" y="0"/>
                    <a:pt x="1654" y="113"/>
                    <a:pt x="1303" y="344"/>
                  </a:cubicBezTo>
                  <a:cubicBezTo>
                    <a:pt x="1288" y="336"/>
                    <a:pt x="1273" y="333"/>
                    <a:pt x="1258" y="333"/>
                  </a:cubicBezTo>
                  <a:cubicBezTo>
                    <a:pt x="1222" y="333"/>
                    <a:pt x="1186" y="351"/>
                    <a:pt x="1149" y="369"/>
                  </a:cubicBezTo>
                  <a:cubicBezTo>
                    <a:pt x="180" y="1135"/>
                    <a:pt x="1" y="2539"/>
                    <a:pt x="716" y="3534"/>
                  </a:cubicBezTo>
                  <a:cubicBezTo>
                    <a:pt x="1148" y="4130"/>
                    <a:pt x="1858" y="4474"/>
                    <a:pt x="2563" y="4474"/>
                  </a:cubicBezTo>
                  <a:cubicBezTo>
                    <a:pt x="3065" y="4474"/>
                    <a:pt x="3564" y="4299"/>
                    <a:pt x="3957" y="3917"/>
                  </a:cubicBezTo>
                  <a:cubicBezTo>
                    <a:pt x="4774" y="3049"/>
                    <a:pt x="4825" y="1697"/>
                    <a:pt x="4084" y="778"/>
                  </a:cubicBezTo>
                  <a:cubicBezTo>
                    <a:pt x="3667" y="267"/>
                    <a:pt x="3061" y="0"/>
                    <a:pt x="2450"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63"/>
            <p:cNvSpPr/>
            <p:nvPr/>
          </p:nvSpPr>
          <p:spPr>
            <a:xfrm>
              <a:off x="1529550" y="1529550"/>
              <a:ext cx="125075" cy="110350"/>
            </a:xfrm>
            <a:custGeom>
              <a:avLst/>
              <a:gdLst/>
              <a:ahLst/>
              <a:cxnLst/>
              <a:rect l="l" t="t" r="r" b="b"/>
              <a:pathLst>
                <a:path w="5003" h="4414" extrusionOk="0">
                  <a:moveTo>
                    <a:pt x="2369" y="328"/>
                  </a:moveTo>
                  <a:cubicBezTo>
                    <a:pt x="2948" y="328"/>
                    <a:pt x="3553" y="559"/>
                    <a:pt x="3906" y="938"/>
                  </a:cubicBezTo>
                  <a:cubicBezTo>
                    <a:pt x="4620" y="1703"/>
                    <a:pt x="4569" y="2903"/>
                    <a:pt x="3803" y="3617"/>
                  </a:cubicBezTo>
                  <a:cubicBezTo>
                    <a:pt x="3433" y="3936"/>
                    <a:pt x="2974" y="4096"/>
                    <a:pt x="2518" y="4096"/>
                  </a:cubicBezTo>
                  <a:cubicBezTo>
                    <a:pt x="2062" y="4096"/>
                    <a:pt x="1608" y="3936"/>
                    <a:pt x="1251" y="3617"/>
                  </a:cubicBezTo>
                  <a:cubicBezTo>
                    <a:pt x="537" y="2979"/>
                    <a:pt x="383" y="1933"/>
                    <a:pt x="868" y="1116"/>
                  </a:cubicBezTo>
                  <a:lnTo>
                    <a:pt x="894" y="1116"/>
                  </a:lnTo>
                  <a:cubicBezTo>
                    <a:pt x="945" y="1116"/>
                    <a:pt x="996" y="1091"/>
                    <a:pt x="1021" y="1040"/>
                  </a:cubicBezTo>
                  <a:cubicBezTo>
                    <a:pt x="1284" y="540"/>
                    <a:pt x="1815" y="328"/>
                    <a:pt x="2369" y="328"/>
                  </a:cubicBezTo>
                  <a:close/>
                  <a:moveTo>
                    <a:pt x="2398" y="1"/>
                  </a:moveTo>
                  <a:cubicBezTo>
                    <a:pt x="1884" y="1"/>
                    <a:pt x="1380" y="157"/>
                    <a:pt x="1021" y="504"/>
                  </a:cubicBezTo>
                  <a:cubicBezTo>
                    <a:pt x="1015" y="497"/>
                    <a:pt x="1006" y="494"/>
                    <a:pt x="996" y="494"/>
                  </a:cubicBezTo>
                  <a:cubicBezTo>
                    <a:pt x="970" y="494"/>
                    <a:pt x="938" y="517"/>
                    <a:pt x="919" y="555"/>
                  </a:cubicBezTo>
                  <a:cubicBezTo>
                    <a:pt x="103" y="1473"/>
                    <a:pt x="1" y="2903"/>
                    <a:pt x="945" y="3796"/>
                  </a:cubicBezTo>
                  <a:cubicBezTo>
                    <a:pt x="1382" y="4209"/>
                    <a:pt x="1940" y="4413"/>
                    <a:pt x="2498" y="4413"/>
                  </a:cubicBezTo>
                  <a:cubicBezTo>
                    <a:pt x="3114" y="4413"/>
                    <a:pt x="3731" y="4164"/>
                    <a:pt x="4186" y="3668"/>
                  </a:cubicBezTo>
                  <a:cubicBezTo>
                    <a:pt x="5003" y="2750"/>
                    <a:pt x="4901" y="1346"/>
                    <a:pt x="3982" y="555"/>
                  </a:cubicBezTo>
                  <a:cubicBezTo>
                    <a:pt x="3575" y="202"/>
                    <a:pt x="2981" y="1"/>
                    <a:pt x="2398"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63"/>
            <p:cNvSpPr/>
            <p:nvPr/>
          </p:nvSpPr>
          <p:spPr>
            <a:xfrm>
              <a:off x="1716500" y="1616775"/>
              <a:ext cx="126375" cy="115250"/>
            </a:xfrm>
            <a:custGeom>
              <a:avLst/>
              <a:gdLst/>
              <a:ahLst/>
              <a:cxnLst/>
              <a:rect l="l" t="t" r="r" b="b"/>
              <a:pathLst>
                <a:path w="5055" h="4610" extrusionOk="0">
                  <a:moveTo>
                    <a:pt x="2613" y="321"/>
                  </a:moveTo>
                  <a:cubicBezTo>
                    <a:pt x="2884" y="321"/>
                    <a:pt x="3157" y="379"/>
                    <a:pt x="3421" y="511"/>
                  </a:cubicBezTo>
                  <a:cubicBezTo>
                    <a:pt x="4493" y="1047"/>
                    <a:pt x="4697" y="2247"/>
                    <a:pt x="4110" y="3217"/>
                  </a:cubicBezTo>
                  <a:cubicBezTo>
                    <a:pt x="3713" y="3872"/>
                    <a:pt x="3060" y="4294"/>
                    <a:pt x="2371" y="4294"/>
                  </a:cubicBezTo>
                  <a:cubicBezTo>
                    <a:pt x="2040" y="4294"/>
                    <a:pt x="1701" y="4197"/>
                    <a:pt x="1379" y="3982"/>
                  </a:cubicBezTo>
                  <a:cubicBezTo>
                    <a:pt x="383" y="3293"/>
                    <a:pt x="332" y="1991"/>
                    <a:pt x="945" y="1073"/>
                  </a:cubicBezTo>
                  <a:cubicBezTo>
                    <a:pt x="1389" y="629"/>
                    <a:pt x="1994" y="321"/>
                    <a:pt x="2613" y="321"/>
                  </a:cubicBezTo>
                  <a:close/>
                  <a:moveTo>
                    <a:pt x="2640" y="1"/>
                  </a:moveTo>
                  <a:cubicBezTo>
                    <a:pt x="2066" y="1"/>
                    <a:pt x="1489" y="220"/>
                    <a:pt x="1022" y="588"/>
                  </a:cubicBezTo>
                  <a:cubicBezTo>
                    <a:pt x="971" y="588"/>
                    <a:pt x="919" y="613"/>
                    <a:pt x="894" y="639"/>
                  </a:cubicBezTo>
                  <a:cubicBezTo>
                    <a:pt x="843" y="715"/>
                    <a:pt x="792" y="792"/>
                    <a:pt x="741" y="869"/>
                  </a:cubicBezTo>
                  <a:cubicBezTo>
                    <a:pt x="690" y="945"/>
                    <a:pt x="639" y="971"/>
                    <a:pt x="588" y="1022"/>
                  </a:cubicBezTo>
                  <a:cubicBezTo>
                    <a:pt x="562" y="1047"/>
                    <a:pt x="537" y="1098"/>
                    <a:pt x="562" y="1149"/>
                  </a:cubicBezTo>
                  <a:cubicBezTo>
                    <a:pt x="1" y="2094"/>
                    <a:pt x="179" y="3268"/>
                    <a:pt x="945" y="4033"/>
                  </a:cubicBezTo>
                  <a:cubicBezTo>
                    <a:pt x="1366" y="4420"/>
                    <a:pt x="1894" y="4609"/>
                    <a:pt x="2418" y="4609"/>
                  </a:cubicBezTo>
                  <a:cubicBezTo>
                    <a:pt x="3068" y="4609"/>
                    <a:pt x="3711" y="4318"/>
                    <a:pt x="4135" y="3753"/>
                  </a:cubicBezTo>
                  <a:cubicBezTo>
                    <a:pt x="4952" y="2732"/>
                    <a:pt x="5054" y="1328"/>
                    <a:pt x="3957" y="460"/>
                  </a:cubicBezTo>
                  <a:cubicBezTo>
                    <a:pt x="3559" y="142"/>
                    <a:pt x="3100" y="1"/>
                    <a:pt x="2640"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63"/>
            <p:cNvSpPr/>
            <p:nvPr/>
          </p:nvSpPr>
          <p:spPr>
            <a:xfrm>
              <a:off x="1907925" y="1704600"/>
              <a:ext cx="123175" cy="110175"/>
            </a:xfrm>
            <a:custGeom>
              <a:avLst/>
              <a:gdLst/>
              <a:ahLst/>
              <a:cxnLst/>
              <a:rect l="l" t="t" r="r" b="b"/>
              <a:pathLst>
                <a:path w="4927" h="4407" extrusionOk="0">
                  <a:moveTo>
                    <a:pt x="2323" y="295"/>
                  </a:moveTo>
                  <a:cubicBezTo>
                    <a:pt x="2768" y="295"/>
                    <a:pt x="3229" y="459"/>
                    <a:pt x="3599" y="776"/>
                  </a:cubicBezTo>
                  <a:cubicBezTo>
                    <a:pt x="4441" y="1465"/>
                    <a:pt x="4518" y="2741"/>
                    <a:pt x="3778" y="3532"/>
                  </a:cubicBezTo>
                  <a:cubicBezTo>
                    <a:pt x="3413" y="3897"/>
                    <a:pt x="2931" y="4086"/>
                    <a:pt x="2447" y="4086"/>
                  </a:cubicBezTo>
                  <a:cubicBezTo>
                    <a:pt x="2085" y="4086"/>
                    <a:pt x="1721" y="3980"/>
                    <a:pt x="1404" y="3762"/>
                  </a:cubicBezTo>
                  <a:cubicBezTo>
                    <a:pt x="638" y="3251"/>
                    <a:pt x="332" y="2230"/>
                    <a:pt x="741" y="1388"/>
                  </a:cubicBezTo>
                  <a:cubicBezTo>
                    <a:pt x="766" y="1388"/>
                    <a:pt x="817" y="1337"/>
                    <a:pt x="843" y="1311"/>
                  </a:cubicBezTo>
                  <a:cubicBezTo>
                    <a:pt x="1097" y="623"/>
                    <a:pt x="1693" y="295"/>
                    <a:pt x="2323" y="295"/>
                  </a:cubicBezTo>
                  <a:close/>
                  <a:moveTo>
                    <a:pt x="2382" y="1"/>
                  </a:moveTo>
                  <a:cubicBezTo>
                    <a:pt x="1862" y="1"/>
                    <a:pt x="1341" y="201"/>
                    <a:pt x="945" y="597"/>
                  </a:cubicBezTo>
                  <a:cubicBezTo>
                    <a:pt x="919" y="597"/>
                    <a:pt x="868" y="597"/>
                    <a:pt x="843" y="648"/>
                  </a:cubicBezTo>
                  <a:cubicBezTo>
                    <a:pt x="26" y="1592"/>
                    <a:pt x="0" y="3047"/>
                    <a:pt x="1047" y="3889"/>
                  </a:cubicBezTo>
                  <a:cubicBezTo>
                    <a:pt x="1461" y="4236"/>
                    <a:pt x="1964" y="4406"/>
                    <a:pt x="2462" y="4406"/>
                  </a:cubicBezTo>
                  <a:cubicBezTo>
                    <a:pt x="3100" y="4406"/>
                    <a:pt x="3731" y="4127"/>
                    <a:pt x="4161" y="3583"/>
                  </a:cubicBezTo>
                  <a:cubicBezTo>
                    <a:pt x="4926" y="2537"/>
                    <a:pt x="4646" y="1082"/>
                    <a:pt x="3574" y="393"/>
                  </a:cubicBezTo>
                  <a:cubicBezTo>
                    <a:pt x="3221" y="131"/>
                    <a:pt x="2802" y="1"/>
                    <a:pt x="2382"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63"/>
            <p:cNvSpPr/>
            <p:nvPr/>
          </p:nvSpPr>
          <p:spPr>
            <a:xfrm>
              <a:off x="319150" y="1266475"/>
              <a:ext cx="12150" cy="7700"/>
            </a:xfrm>
            <a:custGeom>
              <a:avLst/>
              <a:gdLst/>
              <a:ahLst/>
              <a:cxnLst/>
              <a:rect l="l" t="t" r="r" b="b"/>
              <a:pathLst>
                <a:path w="486" h="308" extrusionOk="0">
                  <a:moveTo>
                    <a:pt x="230" y="1"/>
                  </a:moveTo>
                  <a:cubicBezTo>
                    <a:pt x="0" y="1"/>
                    <a:pt x="0" y="307"/>
                    <a:pt x="230" y="307"/>
                  </a:cubicBezTo>
                  <a:lnTo>
                    <a:pt x="281" y="307"/>
                  </a:lnTo>
                  <a:cubicBezTo>
                    <a:pt x="485" y="307"/>
                    <a:pt x="485" y="1"/>
                    <a:pt x="281"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63"/>
            <p:cNvSpPr/>
            <p:nvPr/>
          </p:nvSpPr>
          <p:spPr>
            <a:xfrm>
              <a:off x="413575" y="1371925"/>
              <a:ext cx="8325" cy="10075"/>
            </a:xfrm>
            <a:custGeom>
              <a:avLst/>
              <a:gdLst/>
              <a:ahLst/>
              <a:cxnLst/>
              <a:rect l="l" t="t" r="r" b="b"/>
              <a:pathLst>
                <a:path w="333" h="403" extrusionOk="0">
                  <a:moveTo>
                    <a:pt x="167" y="1"/>
                  </a:moveTo>
                  <a:cubicBezTo>
                    <a:pt x="84" y="1"/>
                    <a:pt x="1" y="58"/>
                    <a:pt x="1" y="173"/>
                  </a:cubicBezTo>
                  <a:lnTo>
                    <a:pt x="1" y="249"/>
                  </a:lnTo>
                  <a:cubicBezTo>
                    <a:pt x="1" y="351"/>
                    <a:pt x="84" y="403"/>
                    <a:pt x="167" y="403"/>
                  </a:cubicBezTo>
                  <a:cubicBezTo>
                    <a:pt x="250" y="403"/>
                    <a:pt x="332" y="351"/>
                    <a:pt x="332" y="249"/>
                  </a:cubicBezTo>
                  <a:lnTo>
                    <a:pt x="332" y="173"/>
                  </a:lnTo>
                  <a:cubicBezTo>
                    <a:pt x="332" y="58"/>
                    <a:pt x="250" y="1"/>
                    <a:pt x="167"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63"/>
            <p:cNvSpPr/>
            <p:nvPr/>
          </p:nvSpPr>
          <p:spPr>
            <a:xfrm>
              <a:off x="412875" y="1401200"/>
              <a:ext cx="40775" cy="32775"/>
            </a:xfrm>
            <a:custGeom>
              <a:avLst/>
              <a:gdLst/>
              <a:ahLst/>
              <a:cxnLst/>
              <a:rect l="l" t="t" r="r" b="b"/>
              <a:pathLst>
                <a:path w="1631" h="1311" extrusionOk="0">
                  <a:moveTo>
                    <a:pt x="232" y="1"/>
                  </a:moveTo>
                  <a:cubicBezTo>
                    <a:pt x="92" y="1"/>
                    <a:pt x="1" y="217"/>
                    <a:pt x="131" y="303"/>
                  </a:cubicBezTo>
                  <a:cubicBezTo>
                    <a:pt x="565" y="584"/>
                    <a:pt x="948" y="890"/>
                    <a:pt x="1279" y="1273"/>
                  </a:cubicBezTo>
                  <a:cubicBezTo>
                    <a:pt x="1311" y="1300"/>
                    <a:pt x="1346" y="1311"/>
                    <a:pt x="1380" y="1311"/>
                  </a:cubicBezTo>
                  <a:cubicBezTo>
                    <a:pt x="1511" y="1311"/>
                    <a:pt x="1631" y="1145"/>
                    <a:pt x="1509" y="1044"/>
                  </a:cubicBezTo>
                  <a:cubicBezTo>
                    <a:pt x="1152" y="661"/>
                    <a:pt x="743" y="303"/>
                    <a:pt x="309" y="23"/>
                  </a:cubicBezTo>
                  <a:cubicBezTo>
                    <a:pt x="283" y="7"/>
                    <a:pt x="256" y="1"/>
                    <a:pt x="232"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63"/>
            <p:cNvSpPr/>
            <p:nvPr/>
          </p:nvSpPr>
          <p:spPr>
            <a:xfrm>
              <a:off x="459525" y="1435725"/>
              <a:ext cx="8325" cy="10075"/>
            </a:xfrm>
            <a:custGeom>
              <a:avLst/>
              <a:gdLst/>
              <a:ahLst/>
              <a:cxnLst/>
              <a:rect l="l" t="t" r="r" b="b"/>
              <a:pathLst>
                <a:path w="333" h="403" extrusionOk="0">
                  <a:moveTo>
                    <a:pt x="166" y="1"/>
                  </a:moveTo>
                  <a:cubicBezTo>
                    <a:pt x="83" y="1"/>
                    <a:pt x="0" y="58"/>
                    <a:pt x="0" y="173"/>
                  </a:cubicBezTo>
                  <a:lnTo>
                    <a:pt x="0" y="250"/>
                  </a:lnTo>
                  <a:cubicBezTo>
                    <a:pt x="0" y="352"/>
                    <a:pt x="83" y="403"/>
                    <a:pt x="166" y="403"/>
                  </a:cubicBezTo>
                  <a:cubicBezTo>
                    <a:pt x="249" y="403"/>
                    <a:pt x="332" y="352"/>
                    <a:pt x="332" y="250"/>
                  </a:cubicBezTo>
                  <a:lnTo>
                    <a:pt x="332" y="173"/>
                  </a:lnTo>
                  <a:cubicBezTo>
                    <a:pt x="332" y="58"/>
                    <a:pt x="249" y="1"/>
                    <a:pt x="16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63"/>
            <p:cNvSpPr/>
            <p:nvPr/>
          </p:nvSpPr>
          <p:spPr>
            <a:xfrm>
              <a:off x="521400" y="1459825"/>
              <a:ext cx="8325" cy="10075"/>
            </a:xfrm>
            <a:custGeom>
              <a:avLst/>
              <a:gdLst/>
              <a:ahLst/>
              <a:cxnLst/>
              <a:rect l="l" t="t" r="r" b="b"/>
              <a:pathLst>
                <a:path w="333" h="403" extrusionOk="0">
                  <a:moveTo>
                    <a:pt x="167" y="0"/>
                  </a:moveTo>
                  <a:cubicBezTo>
                    <a:pt x="84" y="0"/>
                    <a:pt x="1" y="51"/>
                    <a:pt x="1" y="153"/>
                  </a:cubicBezTo>
                  <a:lnTo>
                    <a:pt x="1" y="230"/>
                  </a:lnTo>
                  <a:cubicBezTo>
                    <a:pt x="1" y="345"/>
                    <a:pt x="84" y="402"/>
                    <a:pt x="167" y="402"/>
                  </a:cubicBezTo>
                  <a:cubicBezTo>
                    <a:pt x="250" y="402"/>
                    <a:pt x="333" y="345"/>
                    <a:pt x="333" y="230"/>
                  </a:cubicBezTo>
                  <a:lnTo>
                    <a:pt x="333" y="153"/>
                  </a:lnTo>
                  <a:cubicBezTo>
                    <a:pt x="333" y="51"/>
                    <a:pt x="250" y="0"/>
                    <a:pt x="167"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63"/>
            <p:cNvSpPr/>
            <p:nvPr/>
          </p:nvSpPr>
          <p:spPr>
            <a:xfrm>
              <a:off x="578725" y="1466375"/>
              <a:ext cx="57725" cy="43600"/>
            </a:xfrm>
            <a:custGeom>
              <a:avLst/>
              <a:gdLst/>
              <a:ahLst/>
              <a:cxnLst/>
              <a:rect l="l" t="t" r="r" b="b"/>
              <a:pathLst>
                <a:path w="2309" h="1744" extrusionOk="0">
                  <a:moveTo>
                    <a:pt x="188" y="1"/>
                  </a:moveTo>
                  <a:cubicBezTo>
                    <a:pt x="95" y="1"/>
                    <a:pt x="0" y="77"/>
                    <a:pt x="31" y="198"/>
                  </a:cubicBezTo>
                  <a:cubicBezTo>
                    <a:pt x="82" y="376"/>
                    <a:pt x="158" y="555"/>
                    <a:pt x="209" y="734"/>
                  </a:cubicBezTo>
                  <a:cubicBezTo>
                    <a:pt x="237" y="804"/>
                    <a:pt x="304" y="843"/>
                    <a:pt x="371" y="843"/>
                  </a:cubicBezTo>
                  <a:cubicBezTo>
                    <a:pt x="426" y="843"/>
                    <a:pt x="481" y="817"/>
                    <a:pt x="515" y="759"/>
                  </a:cubicBezTo>
                  <a:cubicBezTo>
                    <a:pt x="515" y="836"/>
                    <a:pt x="541" y="887"/>
                    <a:pt x="592" y="912"/>
                  </a:cubicBezTo>
                  <a:lnTo>
                    <a:pt x="2021" y="1729"/>
                  </a:lnTo>
                  <a:cubicBezTo>
                    <a:pt x="2041" y="1739"/>
                    <a:pt x="2060" y="1743"/>
                    <a:pt x="2079" y="1743"/>
                  </a:cubicBezTo>
                  <a:cubicBezTo>
                    <a:pt x="2208" y="1743"/>
                    <a:pt x="2308" y="1537"/>
                    <a:pt x="2174" y="1448"/>
                  </a:cubicBezTo>
                  <a:lnTo>
                    <a:pt x="745" y="657"/>
                  </a:lnTo>
                  <a:cubicBezTo>
                    <a:pt x="718" y="639"/>
                    <a:pt x="688" y="630"/>
                    <a:pt x="659" y="630"/>
                  </a:cubicBezTo>
                  <a:cubicBezTo>
                    <a:pt x="606" y="630"/>
                    <a:pt x="557" y="659"/>
                    <a:pt x="541" y="708"/>
                  </a:cubicBezTo>
                  <a:cubicBezTo>
                    <a:pt x="541" y="683"/>
                    <a:pt x="541" y="683"/>
                    <a:pt x="541" y="657"/>
                  </a:cubicBezTo>
                  <a:lnTo>
                    <a:pt x="337" y="121"/>
                  </a:lnTo>
                  <a:cubicBezTo>
                    <a:pt x="316" y="37"/>
                    <a:pt x="252" y="1"/>
                    <a:pt x="188"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63"/>
            <p:cNvSpPr/>
            <p:nvPr/>
          </p:nvSpPr>
          <p:spPr>
            <a:xfrm>
              <a:off x="586400" y="1500650"/>
              <a:ext cx="49150" cy="37650"/>
            </a:xfrm>
            <a:custGeom>
              <a:avLst/>
              <a:gdLst/>
              <a:ahLst/>
              <a:cxnLst/>
              <a:rect l="l" t="t" r="r" b="b"/>
              <a:pathLst>
                <a:path w="1966" h="1506" extrusionOk="0">
                  <a:moveTo>
                    <a:pt x="189" y="0"/>
                  </a:moveTo>
                  <a:cubicBezTo>
                    <a:pt x="97" y="0"/>
                    <a:pt x="1" y="73"/>
                    <a:pt x="30" y="205"/>
                  </a:cubicBezTo>
                  <a:lnTo>
                    <a:pt x="30" y="281"/>
                  </a:lnTo>
                  <a:cubicBezTo>
                    <a:pt x="30" y="370"/>
                    <a:pt x="107" y="439"/>
                    <a:pt x="177" y="439"/>
                  </a:cubicBezTo>
                  <a:cubicBezTo>
                    <a:pt x="188" y="439"/>
                    <a:pt x="198" y="438"/>
                    <a:pt x="208" y="435"/>
                  </a:cubicBezTo>
                  <a:cubicBezTo>
                    <a:pt x="770" y="639"/>
                    <a:pt x="1255" y="996"/>
                    <a:pt x="1638" y="1455"/>
                  </a:cubicBezTo>
                  <a:cubicBezTo>
                    <a:pt x="1667" y="1491"/>
                    <a:pt x="1703" y="1506"/>
                    <a:pt x="1737" y="1506"/>
                  </a:cubicBezTo>
                  <a:cubicBezTo>
                    <a:pt x="1853" y="1506"/>
                    <a:pt x="1965" y="1343"/>
                    <a:pt x="1867" y="1226"/>
                  </a:cubicBezTo>
                  <a:cubicBezTo>
                    <a:pt x="1459" y="741"/>
                    <a:pt x="923" y="384"/>
                    <a:pt x="336" y="128"/>
                  </a:cubicBezTo>
                  <a:cubicBezTo>
                    <a:pt x="325" y="41"/>
                    <a:pt x="258" y="0"/>
                    <a:pt x="189"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63"/>
            <p:cNvSpPr/>
            <p:nvPr/>
          </p:nvSpPr>
          <p:spPr>
            <a:xfrm>
              <a:off x="864850" y="1649025"/>
              <a:ext cx="38300" cy="43975"/>
            </a:xfrm>
            <a:custGeom>
              <a:avLst/>
              <a:gdLst/>
              <a:ahLst/>
              <a:cxnLst/>
              <a:rect l="l" t="t" r="r" b="b"/>
              <a:pathLst>
                <a:path w="1532" h="1759" extrusionOk="0">
                  <a:moveTo>
                    <a:pt x="251" y="1"/>
                  </a:moveTo>
                  <a:cubicBezTo>
                    <a:pt x="120" y="1"/>
                    <a:pt x="0" y="166"/>
                    <a:pt x="122" y="268"/>
                  </a:cubicBezTo>
                  <a:cubicBezTo>
                    <a:pt x="581" y="625"/>
                    <a:pt x="938" y="1110"/>
                    <a:pt x="1168" y="1646"/>
                  </a:cubicBezTo>
                  <a:cubicBezTo>
                    <a:pt x="1198" y="1726"/>
                    <a:pt x="1263" y="1759"/>
                    <a:pt x="1328" y="1759"/>
                  </a:cubicBezTo>
                  <a:cubicBezTo>
                    <a:pt x="1429" y="1759"/>
                    <a:pt x="1531" y="1678"/>
                    <a:pt x="1500" y="1569"/>
                  </a:cubicBezTo>
                  <a:cubicBezTo>
                    <a:pt x="1245" y="957"/>
                    <a:pt x="862" y="446"/>
                    <a:pt x="351" y="38"/>
                  </a:cubicBezTo>
                  <a:cubicBezTo>
                    <a:pt x="320" y="12"/>
                    <a:pt x="285" y="1"/>
                    <a:pt x="251"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63"/>
            <p:cNvSpPr/>
            <p:nvPr/>
          </p:nvSpPr>
          <p:spPr>
            <a:xfrm>
              <a:off x="892800" y="1654900"/>
              <a:ext cx="22800" cy="22250"/>
            </a:xfrm>
            <a:custGeom>
              <a:avLst/>
              <a:gdLst/>
              <a:ahLst/>
              <a:cxnLst/>
              <a:rect l="l" t="t" r="r" b="b"/>
              <a:pathLst>
                <a:path w="912" h="890" extrusionOk="0">
                  <a:moveTo>
                    <a:pt x="214" y="0"/>
                  </a:moveTo>
                  <a:cubicBezTo>
                    <a:pt x="82" y="0"/>
                    <a:pt x="1" y="208"/>
                    <a:pt x="127" y="313"/>
                  </a:cubicBezTo>
                  <a:cubicBezTo>
                    <a:pt x="305" y="441"/>
                    <a:pt x="459" y="620"/>
                    <a:pt x="561" y="798"/>
                  </a:cubicBezTo>
                  <a:cubicBezTo>
                    <a:pt x="593" y="863"/>
                    <a:pt x="643" y="889"/>
                    <a:pt x="694" y="889"/>
                  </a:cubicBezTo>
                  <a:cubicBezTo>
                    <a:pt x="802" y="889"/>
                    <a:pt x="911" y="767"/>
                    <a:pt x="841" y="645"/>
                  </a:cubicBezTo>
                  <a:cubicBezTo>
                    <a:pt x="714" y="415"/>
                    <a:pt x="510" y="186"/>
                    <a:pt x="305" y="33"/>
                  </a:cubicBezTo>
                  <a:cubicBezTo>
                    <a:pt x="274" y="10"/>
                    <a:pt x="243" y="0"/>
                    <a:pt x="214"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63"/>
            <p:cNvSpPr/>
            <p:nvPr/>
          </p:nvSpPr>
          <p:spPr>
            <a:xfrm>
              <a:off x="1912875" y="2506925"/>
              <a:ext cx="11550" cy="13650"/>
            </a:xfrm>
            <a:custGeom>
              <a:avLst/>
              <a:gdLst/>
              <a:ahLst/>
              <a:cxnLst/>
              <a:rect l="l" t="t" r="r" b="b"/>
              <a:pathLst>
                <a:path w="462" h="546" extrusionOk="0">
                  <a:moveTo>
                    <a:pt x="266" y="0"/>
                  </a:moveTo>
                  <a:cubicBezTo>
                    <a:pt x="203" y="0"/>
                    <a:pt x="138" y="31"/>
                    <a:pt x="109" y="101"/>
                  </a:cubicBezTo>
                  <a:cubicBezTo>
                    <a:pt x="83" y="177"/>
                    <a:pt x="58" y="279"/>
                    <a:pt x="32" y="356"/>
                  </a:cubicBezTo>
                  <a:cubicBezTo>
                    <a:pt x="1" y="465"/>
                    <a:pt x="103" y="545"/>
                    <a:pt x="198" y="545"/>
                  </a:cubicBezTo>
                  <a:cubicBezTo>
                    <a:pt x="260" y="545"/>
                    <a:pt x="318" y="512"/>
                    <a:pt x="338" y="432"/>
                  </a:cubicBezTo>
                  <a:lnTo>
                    <a:pt x="415" y="203"/>
                  </a:lnTo>
                  <a:cubicBezTo>
                    <a:pt x="462" y="78"/>
                    <a:pt x="365" y="0"/>
                    <a:pt x="266"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63"/>
            <p:cNvSpPr/>
            <p:nvPr/>
          </p:nvSpPr>
          <p:spPr>
            <a:xfrm>
              <a:off x="2105125" y="2475050"/>
              <a:ext cx="33775" cy="19650"/>
            </a:xfrm>
            <a:custGeom>
              <a:avLst/>
              <a:gdLst/>
              <a:ahLst/>
              <a:cxnLst/>
              <a:rect l="l" t="t" r="r" b="b"/>
              <a:pathLst>
                <a:path w="1351" h="786" extrusionOk="0">
                  <a:moveTo>
                    <a:pt x="228" y="1"/>
                  </a:moveTo>
                  <a:cubicBezTo>
                    <a:pt x="88" y="1"/>
                    <a:pt x="0" y="217"/>
                    <a:pt x="152" y="304"/>
                  </a:cubicBezTo>
                  <a:lnTo>
                    <a:pt x="1020" y="763"/>
                  </a:lnTo>
                  <a:cubicBezTo>
                    <a:pt x="1047" y="778"/>
                    <a:pt x="1074" y="785"/>
                    <a:pt x="1099" y="785"/>
                  </a:cubicBezTo>
                  <a:cubicBezTo>
                    <a:pt x="1244" y="785"/>
                    <a:pt x="1350" y="573"/>
                    <a:pt x="1198" y="508"/>
                  </a:cubicBezTo>
                  <a:lnTo>
                    <a:pt x="305" y="23"/>
                  </a:lnTo>
                  <a:cubicBezTo>
                    <a:pt x="278" y="8"/>
                    <a:pt x="252" y="1"/>
                    <a:pt x="228"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63"/>
            <p:cNvSpPr/>
            <p:nvPr/>
          </p:nvSpPr>
          <p:spPr>
            <a:xfrm>
              <a:off x="2113000" y="2456475"/>
              <a:ext cx="15450" cy="12125"/>
            </a:xfrm>
            <a:custGeom>
              <a:avLst/>
              <a:gdLst/>
              <a:ahLst/>
              <a:cxnLst/>
              <a:rect l="l" t="t" r="r" b="b"/>
              <a:pathLst>
                <a:path w="618" h="485" extrusionOk="0">
                  <a:moveTo>
                    <a:pt x="234" y="1"/>
                  </a:moveTo>
                  <a:cubicBezTo>
                    <a:pt x="108" y="1"/>
                    <a:pt x="0" y="163"/>
                    <a:pt x="118" y="281"/>
                  </a:cubicBezTo>
                  <a:cubicBezTo>
                    <a:pt x="169" y="332"/>
                    <a:pt x="220" y="383"/>
                    <a:pt x="271" y="434"/>
                  </a:cubicBezTo>
                  <a:cubicBezTo>
                    <a:pt x="307" y="470"/>
                    <a:pt x="347" y="485"/>
                    <a:pt x="386" y="485"/>
                  </a:cubicBezTo>
                  <a:cubicBezTo>
                    <a:pt x="511" y="485"/>
                    <a:pt x="618" y="328"/>
                    <a:pt x="501" y="230"/>
                  </a:cubicBezTo>
                  <a:lnTo>
                    <a:pt x="347" y="51"/>
                  </a:lnTo>
                  <a:cubicBezTo>
                    <a:pt x="312" y="16"/>
                    <a:pt x="272" y="1"/>
                    <a:pt x="234"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63"/>
            <p:cNvSpPr/>
            <p:nvPr/>
          </p:nvSpPr>
          <p:spPr>
            <a:xfrm>
              <a:off x="2114800" y="2315150"/>
              <a:ext cx="30350" cy="23600"/>
            </a:xfrm>
            <a:custGeom>
              <a:avLst/>
              <a:gdLst/>
              <a:ahLst/>
              <a:cxnLst/>
              <a:rect l="l" t="t" r="r" b="b"/>
              <a:pathLst>
                <a:path w="1214" h="944" extrusionOk="0">
                  <a:moveTo>
                    <a:pt x="252" y="1"/>
                  </a:moveTo>
                  <a:cubicBezTo>
                    <a:pt x="121" y="1"/>
                    <a:pt x="1" y="167"/>
                    <a:pt x="122" y="268"/>
                  </a:cubicBezTo>
                  <a:lnTo>
                    <a:pt x="862" y="906"/>
                  </a:lnTo>
                  <a:cubicBezTo>
                    <a:pt x="894" y="932"/>
                    <a:pt x="929" y="943"/>
                    <a:pt x="963" y="943"/>
                  </a:cubicBezTo>
                  <a:cubicBezTo>
                    <a:pt x="1094" y="943"/>
                    <a:pt x="1214" y="778"/>
                    <a:pt x="1092" y="676"/>
                  </a:cubicBezTo>
                  <a:lnTo>
                    <a:pt x="352" y="38"/>
                  </a:lnTo>
                  <a:cubicBezTo>
                    <a:pt x="321" y="12"/>
                    <a:pt x="286" y="1"/>
                    <a:pt x="252"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63"/>
            <p:cNvSpPr/>
            <p:nvPr/>
          </p:nvSpPr>
          <p:spPr>
            <a:xfrm>
              <a:off x="1504300" y="2050375"/>
              <a:ext cx="21925" cy="15275"/>
            </a:xfrm>
            <a:custGeom>
              <a:avLst/>
              <a:gdLst/>
              <a:ahLst/>
              <a:cxnLst/>
              <a:rect l="l" t="t" r="r" b="b"/>
              <a:pathLst>
                <a:path w="877" h="611" extrusionOk="0">
                  <a:moveTo>
                    <a:pt x="260" y="0"/>
                  </a:moveTo>
                  <a:cubicBezTo>
                    <a:pt x="117" y="0"/>
                    <a:pt x="1" y="166"/>
                    <a:pt x="143" y="267"/>
                  </a:cubicBezTo>
                  <a:lnTo>
                    <a:pt x="526" y="573"/>
                  </a:lnTo>
                  <a:cubicBezTo>
                    <a:pt x="557" y="600"/>
                    <a:pt x="592" y="611"/>
                    <a:pt x="626" y="611"/>
                  </a:cubicBezTo>
                  <a:cubicBezTo>
                    <a:pt x="757" y="611"/>
                    <a:pt x="877" y="445"/>
                    <a:pt x="755" y="344"/>
                  </a:cubicBezTo>
                  <a:lnTo>
                    <a:pt x="372" y="37"/>
                  </a:lnTo>
                  <a:cubicBezTo>
                    <a:pt x="336" y="11"/>
                    <a:pt x="297" y="0"/>
                    <a:pt x="260"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63"/>
            <p:cNvSpPr/>
            <p:nvPr/>
          </p:nvSpPr>
          <p:spPr>
            <a:xfrm>
              <a:off x="1701825" y="2030250"/>
              <a:ext cx="8325" cy="9600"/>
            </a:xfrm>
            <a:custGeom>
              <a:avLst/>
              <a:gdLst/>
              <a:ahLst/>
              <a:cxnLst/>
              <a:rect l="l" t="t" r="r" b="b"/>
              <a:pathLst>
                <a:path w="333" h="384" extrusionOk="0">
                  <a:moveTo>
                    <a:pt x="167" y="0"/>
                  </a:moveTo>
                  <a:cubicBezTo>
                    <a:pt x="84" y="0"/>
                    <a:pt x="1" y="51"/>
                    <a:pt x="1" y="153"/>
                  </a:cubicBezTo>
                  <a:lnTo>
                    <a:pt x="1" y="230"/>
                  </a:lnTo>
                  <a:cubicBezTo>
                    <a:pt x="1" y="332"/>
                    <a:pt x="84" y="383"/>
                    <a:pt x="167" y="383"/>
                  </a:cubicBezTo>
                  <a:cubicBezTo>
                    <a:pt x="249" y="383"/>
                    <a:pt x="332" y="332"/>
                    <a:pt x="332" y="230"/>
                  </a:cubicBezTo>
                  <a:lnTo>
                    <a:pt x="332" y="153"/>
                  </a:lnTo>
                  <a:cubicBezTo>
                    <a:pt x="332" y="51"/>
                    <a:pt x="249" y="0"/>
                    <a:pt x="167"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63"/>
            <p:cNvSpPr/>
            <p:nvPr/>
          </p:nvSpPr>
          <p:spPr>
            <a:xfrm>
              <a:off x="2285025" y="2312900"/>
              <a:ext cx="12775" cy="8325"/>
            </a:xfrm>
            <a:custGeom>
              <a:avLst/>
              <a:gdLst/>
              <a:ahLst/>
              <a:cxnLst/>
              <a:rect l="l" t="t" r="r" b="b"/>
              <a:pathLst>
                <a:path w="511" h="333" extrusionOk="0">
                  <a:moveTo>
                    <a:pt x="204" y="1"/>
                  </a:moveTo>
                  <a:cubicBezTo>
                    <a:pt x="0" y="1"/>
                    <a:pt x="0" y="332"/>
                    <a:pt x="204" y="332"/>
                  </a:cubicBezTo>
                  <a:lnTo>
                    <a:pt x="281" y="332"/>
                  </a:lnTo>
                  <a:cubicBezTo>
                    <a:pt x="511" y="332"/>
                    <a:pt x="511" y="1"/>
                    <a:pt x="281"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63"/>
            <p:cNvSpPr/>
            <p:nvPr/>
          </p:nvSpPr>
          <p:spPr>
            <a:xfrm>
              <a:off x="2395400" y="2149100"/>
              <a:ext cx="12275" cy="42600"/>
            </a:xfrm>
            <a:custGeom>
              <a:avLst/>
              <a:gdLst/>
              <a:ahLst/>
              <a:cxnLst/>
              <a:rect l="l" t="t" r="r" b="b"/>
              <a:pathLst>
                <a:path w="491" h="1704" extrusionOk="0">
                  <a:moveTo>
                    <a:pt x="303" y="1"/>
                  </a:moveTo>
                  <a:cubicBezTo>
                    <a:pt x="238" y="1"/>
                    <a:pt x="175" y="37"/>
                    <a:pt x="154" y="121"/>
                  </a:cubicBezTo>
                  <a:cubicBezTo>
                    <a:pt x="52" y="580"/>
                    <a:pt x="1" y="1065"/>
                    <a:pt x="1" y="1550"/>
                  </a:cubicBezTo>
                  <a:cubicBezTo>
                    <a:pt x="1" y="1652"/>
                    <a:pt x="84" y="1703"/>
                    <a:pt x="166" y="1703"/>
                  </a:cubicBezTo>
                  <a:cubicBezTo>
                    <a:pt x="249" y="1703"/>
                    <a:pt x="332" y="1652"/>
                    <a:pt x="332" y="1550"/>
                  </a:cubicBezTo>
                  <a:cubicBezTo>
                    <a:pt x="332" y="1091"/>
                    <a:pt x="383" y="631"/>
                    <a:pt x="460" y="198"/>
                  </a:cubicBezTo>
                  <a:cubicBezTo>
                    <a:pt x="490" y="77"/>
                    <a:pt x="396" y="1"/>
                    <a:pt x="303"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63"/>
            <p:cNvSpPr/>
            <p:nvPr/>
          </p:nvSpPr>
          <p:spPr>
            <a:xfrm>
              <a:off x="2373950" y="2149100"/>
              <a:ext cx="12025" cy="21175"/>
            </a:xfrm>
            <a:custGeom>
              <a:avLst/>
              <a:gdLst/>
              <a:ahLst/>
              <a:cxnLst/>
              <a:rect l="l" t="t" r="r" b="b"/>
              <a:pathLst>
                <a:path w="481" h="847" extrusionOk="0">
                  <a:moveTo>
                    <a:pt x="288" y="1"/>
                  </a:moveTo>
                  <a:cubicBezTo>
                    <a:pt x="220" y="1"/>
                    <a:pt x="150" y="37"/>
                    <a:pt x="118" y="121"/>
                  </a:cubicBezTo>
                  <a:lnTo>
                    <a:pt x="16" y="657"/>
                  </a:lnTo>
                  <a:cubicBezTo>
                    <a:pt x="1" y="766"/>
                    <a:pt x="108" y="846"/>
                    <a:pt x="207" y="846"/>
                  </a:cubicBezTo>
                  <a:cubicBezTo>
                    <a:pt x="269" y="846"/>
                    <a:pt x="328" y="813"/>
                    <a:pt x="348" y="734"/>
                  </a:cubicBezTo>
                  <a:lnTo>
                    <a:pt x="450" y="198"/>
                  </a:lnTo>
                  <a:cubicBezTo>
                    <a:pt x="480" y="77"/>
                    <a:pt x="386" y="1"/>
                    <a:pt x="288"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63"/>
            <p:cNvSpPr/>
            <p:nvPr/>
          </p:nvSpPr>
          <p:spPr>
            <a:xfrm>
              <a:off x="2359025" y="2146375"/>
              <a:ext cx="7700" cy="10700"/>
            </a:xfrm>
            <a:custGeom>
              <a:avLst/>
              <a:gdLst/>
              <a:ahLst/>
              <a:cxnLst/>
              <a:rect l="l" t="t" r="r" b="b"/>
              <a:pathLst>
                <a:path w="308" h="428" extrusionOk="0">
                  <a:moveTo>
                    <a:pt x="154" y="0"/>
                  </a:moveTo>
                  <a:cubicBezTo>
                    <a:pt x="77" y="0"/>
                    <a:pt x="1" y="51"/>
                    <a:pt x="1" y="153"/>
                  </a:cubicBezTo>
                  <a:lnTo>
                    <a:pt x="1" y="256"/>
                  </a:lnTo>
                  <a:cubicBezTo>
                    <a:pt x="1" y="370"/>
                    <a:pt x="77" y="428"/>
                    <a:pt x="154" y="428"/>
                  </a:cubicBezTo>
                  <a:cubicBezTo>
                    <a:pt x="231" y="428"/>
                    <a:pt x="307" y="370"/>
                    <a:pt x="307" y="256"/>
                  </a:cubicBezTo>
                  <a:lnTo>
                    <a:pt x="307" y="153"/>
                  </a:lnTo>
                  <a:cubicBezTo>
                    <a:pt x="307" y="51"/>
                    <a:pt x="231" y="0"/>
                    <a:pt x="154"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63"/>
            <p:cNvSpPr/>
            <p:nvPr/>
          </p:nvSpPr>
          <p:spPr>
            <a:xfrm>
              <a:off x="2109475" y="2040750"/>
              <a:ext cx="123850" cy="64725"/>
            </a:xfrm>
            <a:custGeom>
              <a:avLst/>
              <a:gdLst/>
              <a:ahLst/>
              <a:cxnLst/>
              <a:rect l="l" t="t" r="r" b="b"/>
              <a:pathLst>
                <a:path w="4954" h="2589" extrusionOk="0">
                  <a:moveTo>
                    <a:pt x="243" y="0"/>
                  </a:moveTo>
                  <a:cubicBezTo>
                    <a:pt x="98" y="0"/>
                    <a:pt x="1" y="206"/>
                    <a:pt x="157" y="295"/>
                  </a:cubicBezTo>
                  <a:cubicBezTo>
                    <a:pt x="1662" y="1009"/>
                    <a:pt x="3168" y="1775"/>
                    <a:pt x="4649" y="2566"/>
                  </a:cubicBezTo>
                  <a:cubicBezTo>
                    <a:pt x="4675" y="2582"/>
                    <a:pt x="4702" y="2588"/>
                    <a:pt x="4726" y="2588"/>
                  </a:cubicBezTo>
                  <a:cubicBezTo>
                    <a:pt x="4866" y="2588"/>
                    <a:pt x="4954" y="2372"/>
                    <a:pt x="4802" y="2286"/>
                  </a:cubicBezTo>
                  <a:cubicBezTo>
                    <a:pt x="3321" y="1494"/>
                    <a:pt x="1816" y="729"/>
                    <a:pt x="310" y="14"/>
                  </a:cubicBezTo>
                  <a:cubicBezTo>
                    <a:pt x="287" y="4"/>
                    <a:pt x="265" y="0"/>
                    <a:pt x="243"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63"/>
            <p:cNvSpPr/>
            <p:nvPr/>
          </p:nvSpPr>
          <p:spPr>
            <a:xfrm>
              <a:off x="2245450" y="2106800"/>
              <a:ext cx="13425" cy="7700"/>
            </a:xfrm>
            <a:custGeom>
              <a:avLst/>
              <a:gdLst/>
              <a:ahLst/>
              <a:cxnLst/>
              <a:rect l="l" t="t" r="r" b="b"/>
              <a:pathLst>
                <a:path w="537" h="308" extrusionOk="0">
                  <a:moveTo>
                    <a:pt x="231" y="1"/>
                  </a:moveTo>
                  <a:cubicBezTo>
                    <a:pt x="1" y="1"/>
                    <a:pt x="1" y="307"/>
                    <a:pt x="231" y="307"/>
                  </a:cubicBezTo>
                  <a:lnTo>
                    <a:pt x="333" y="307"/>
                  </a:lnTo>
                  <a:cubicBezTo>
                    <a:pt x="537" y="307"/>
                    <a:pt x="537" y="1"/>
                    <a:pt x="333"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63"/>
            <p:cNvSpPr/>
            <p:nvPr/>
          </p:nvSpPr>
          <p:spPr>
            <a:xfrm>
              <a:off x="2083400" y="2029600"/>
              <a:ext cx="13425" cy="7675"/>
            </a:xfrm>
            <a:custGeom>
              <a:avLst/>
              <a:gdLst/>
              <a:ahLst/>
              <a:cxnLst/>
              <a:rect l="l" t="t" r="r" b="b"/>
              <a:pathLst>
                <a:path w="537" h="307" extrusionOk="0">
                  <a:moveTo>
                    <a:pt x="204" y="1"/>
                  </a:moveTo>
                  <a:cubicBezTo>
                    <a:pt x="0" y="1"/>
                    <a:pt x="0" y="307"/>
                    <a:pt x="204" y="307"/>
                  </a:cubicBezTo>
                  <a:lnTo>
                    <a:pt x="306" y="307"/>
                  </a:lnTo>
                  <a:cubicBezTo>
                    <a:pt x="536" y="307"/>
                    <a:pt x="536" y="1"/>
                    <a:pt x="30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63"/>
            <p:cNvSpPr/>
            <p:nvPr/>
          </p:nvSpPr>
          <p:spPr>
            <a:xfrm>
              <a:off x="2553900" y="1804375"/>
              <a:ext cx="23125" cy="20425"/>
            </a:xfrm>
            <a:custGeom>
              <a:avLst/>
              <a:gdLst/>
              <a:ahLst/>
              <a:cxnLst/>
              <a:rect l="l" t="t" r="r" b="b"/>
              <a:pathLst>
                <a:path w="925" h="817" extrusionOk="0">
                  <a:moveTo>
                    <a:pt x="234" y="1"/>
                  </a:moveTo>
                  <a:cubicBezTo>
                    <a:pt x="108" y="1"/>
                    <a:pt x="0" y="164"/>
                    <a:pt x="118" y="281"/>
                  </a:cubicBezTo>
                  <a:lnTo>
                    <a:pt x="603" y="766"/>
                  </a:lnTo>
                  <a:cubicBezTo>
                    <a:pt x="632" y="802"/>
                    <a:pt x="668" y="816"/>
                    <a:pt x="702" y="816"/>
                  </a:cubicBezTo>
                  <a:cubicBezTo>
                    <a:pt x="816" y="816"/>
                    <a:pt x="924" y="654"/>
                    <a:pt x="807" y="536"/>
                  </a:cubicBezTo>
                  <a:cubicBezTo>
                    <a:pt x="679" y="383"/>
                    <a:pt x="501" y="230"/>
                    <a:pt x="348" y="51"/>
                  </a:cubicBezTo>
                  <a:cubicBezTo>
                    <a:pt x="312" y="16"/>
                    <a:pt x="272" y="1"/>
                    <a:pt x="234"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63"/>
            <p:cNvSpPr/>
            <p:nvPr/>
          </p:nvSpPr>
          <p:spPr>
            <a:xfrm>
              <a:off x="2623800" y="1724625"/>
              <a:ext cx="44625" cy="60075"/>
            </a:xfrm>
            <a:custGeom>
              <a:avLst/>
              <a:gdLst/>
              <a:ahLst/>
              <a:cxnLst/>
              <a:rect l="l" t="t" r="r" b="b"/>
              <a:pathLst>
                <a:path w="1785" h="2403" extrusionOk="0">
                  <a:moveTo>
                    <a:pt x="1567" y="1"/>
                  </a:moveTo>
                  <a:cubicBezTo>
                    <a:pt x="1530" y="1"/>
                    <a:pt x="1492" y="15"/>
                    <a:pt x="1456" y="51"/>
                  </a:cubicBezTo>
                  <a:cubicBezTo>
                    <a:pt x="869" y="664"/>
                    <a:pt x="410" y="1378"/>
                    <a:pt x="53" y="2169"/>
                  </a:cubicBezTo>
                  <a:cubicBezTo>
                    <a:pt x="0" y="2292"/>
                    <a:pt x="115" y="2402"/>
                    <a:pt x="218" y="2402"/>
                  </a:cubicBezTo>
                  <a:cubicBezTo>
                    <a:pt x="265" y="2402"/>
                    <a:pt x="309" y="2379"/>
                    <a:pt x="333" y="2323"/>
                  </a:cubicBezTo>
                  <a:cubicBezTo>
                    <a:pt x="665" y="1557"/>
                    <a:pt x="1125" y="868"/>
                    <a:pt x="1686" y="281"/>
                  </a:cubicBezTo>
                  <a:cubicBezTo>
                    <a:pt x="1784" y="163"/>
                    <a:pt x="1687" y="1"/>
                    <a:pt x="1567"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63"/>
            <p:cNvSpPr/>
            <p:nvPr/>
          </p:nvSpPr>
          <p:spPr>
            <a:xfrm>
              <a:off x="2669400" y="1706750"/>
              <a:ext cx="15450" cy="12150"/>
            </a:xfrm>
            <a:custGeom>
              <a:avLst/>
              <a:gdLst/>
              <a:ahLst/>
              <a:cxnLst/>
              <a:rect l="l" t="t" r="r" b="b"/>
              <a:pathLst>
                <a:path w="618" h="486" extrusionOk="0">
                  <a:moveTo>
                    <a:pt x="384" y="1"/>
                  </a:moveTo>
                  <a:cubicBezTo>
                    <a:pt x="346" y="1"/>
                    <a:pt x="306" y="16"/>
                    <a:pt x="271" y="51"/>
                  </a:cubicBezTo>
                  <a:lnTo>
                    <a:pt x="117" y="230"/>
                  </a:lnTo>
                  <a:cubicBezTo>
                    <a:pt x="0" y="328"/>
                    <a:pt x="107" y="485"/>
                    <a:pt x="232" y="485"/>
                  </a:cubicBezTo>
                  <a:cubicBezTo>
                    <a:pt x="271" y="485"/>
                    <a:pt x="311" y="470"/>
                    <a:pt x="347" y="434"/>
                  </a:cubicBezTo>
                  <a:lnTo>
                    <a:pt x="500" y="281"/>
                  </a:lnTo>
                  <a:cubicBezTo>
                    <a:pt x="618" y="164"/>
                    <a:pt x="510" y="1"/>
                    <a:pt x="384"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63"/>
            <p:cNvSpPr/>
            <p:nvPr/>
          </p:nvSpPr>
          <p:spPr>
            <a:xfrm>
              <a:off x="2617450" y="1738650"/>
              <a:ext cx="12775" cy="8325"/>
            </a:xfrm>
            <a:custGeom>
              <a:avLst/>
              <a:gdLst/>
              <a:ahLst/>
              <a:cxnLst/>
              <a:rect l="l" t="t" r="r" b="b"/>
              <a:pathLst>
                <a:path w="511" h="333" extrusionOk="0">
                  <a:moveTo>
                    <a:pt x="230" y="1"/>
                  </a:moveTo>
                  <a:cubicBezTo>
                    <a:pt x="0" y="1"/>
                    <a:pt x="0" y="332"/>
                    <a:pt x="230" y="332"/>
                  </a:cubicBezTo>
                  <a:lnTo>
                    <a:pt x="307" y="332"/>
                  </a:lnTo>
                  <a:cubicBezTo>
                    <a:pt x="511" y="332"/>
                    <a:pt x="511" y="26"/>
                    <a:pt x="307"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63"/>
            <p:cNvSpPr/>
            <p:nvPr/>
          </p:nvSpPr>
          <p:spPr>
            <a:xfrm>
              <a:off x="2566675" y="1731275"/>
              <a:ext cx="34650" cy="45500"/>
            </a:xfrm>
            <a:custGeom>
              <a:avLst/>
              <a:gdLst/>
              <a:ahLst/>
              <a:cxnLst/>
              <a:rect l="l" t="t" r="r" b="b"/>
              <a:pathLst>
                <a:path w="1386" h="1820" extrusionOk="0">
                  <a:moveTo>
                    <a:pt x="1144" y="0"/>
                  </a:moveTo>
                  <a:cubicBezTo>
                    <a:pt x="1107" y="0"/>
                    <a:pt x="1070" y="12"/>
                    <a:pt x="1036" y="40"/>
                  </a:cubicBezTo>
                  <a:cubicBezTo>
                    <a:pt x="551" y="449"/>
                    <a:pt x="194" y="1010"/>
                    <a:pt x="15" y="1623"/>
                  </a:cubicBezTo>
                  <a:cubicBezTo>
                    <a:pt x="0" y="1743"/>
                    <a:pt x="92" y="1819"/>
                    <a:pt x="185" y="1819"/>
                  </a:cubicBezTo>
                  <a:cubicBezTo>
                    <a:pt x="250" y="1819"/>
                    <a:pt x="316" y="1783"/>
                    <a:pt x="347" y="1699"/>
                  </a:cubicBezTo>
                  <a:cubicBezTo>
                    <a:pt x="475" y="1138"/>
                    <a:pt x="806" y="627"/>
                    <a:pt x="1266" y="270"/>
                  </a:cubicBezTo>
                  <a:cubicBezTo>
                    <a:pt x="1385" y="151"/>
                    <a:pt x="1272" y="0"/>
                    <a:pt x="1144"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63"/>
            <p:cNvSpPr/>
            <p:nvPr/>
          </p:nvSpPr>
          <p:spPr>
            <a:xfrm>
              <a:off x="2624175" y="1707325"/>
              <a:ext cx="49250" cy="12350"/>
            </a:xfrm>
            <a:custGeom>
              <a:avLst/>
              <a:gdLst/>
              <a:ahLst/>
              <a:cxnLst/>
              <a:rect l="l" t="t" r="r" b="b"/>
              <a:pathLst>
                <a:path w="1970" h="494" extrusionOk="0">
                  <a:moveTo>
                    <a:pt x="1197" y="1"/>
                  </a:moveTo>
                  <a:cubicBezTo>
                    <a:pt x="846" y="1"/>
                    <a:pt x="495" y="57"/>
                    <a:pt x="165" y="156"/>
                  </a:cubicBezTo>
                  <a:cubicBezTo>
                    <a:pt x="0" y="227"/>
                    <a:pt x="53" y="494"/>
                    <a:pt x="203" y="494"/>
                  </a:cubicBezTo>
                  <a:cubicBezTo>
                    <a:pt x="215" y="494"/>
                    <a:pt x="228" y="492"/>
                    <a:pt x="242" y="488"/>
                  </a:cubicBezTo>
                  <a:cubicBezTo>
                    <a:pt x="539" y="389"/>
                    <a:pt x="856" y="333"/>
                    <a:pt x="1168" y="333"/>
                  </a:cubicBezTo>
                  <a:cubicBezTo>
                    <a:pt x="1339" y="333"/>
                    <a:pt x="1508" y="350"/>
                    <a:pt x="1671" y="386"/>
                  </a:cubicBezTo>
                  <a:cubicBezTo>
                    <a:pt x="1679" y="387"/>
                    <a:pt x="1687" y="387"/>
                    <a:pt x="1695" y="387"/>
                  </a:cubicBezTo>
                  <a:cubicBezTo>
                    <a:pt x="1883" y="387"/>
                    <a:pt x="1969" y="103"/>
                    <a:pt x="1773" y="54"/>
                  </a:cubicBezTo>
                  <a:cubicBezTo>
                    <a:pt x="1583" y="18"/>
                    <a:pt x="1390" y="1"/>
                    <a:pt x="1197"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63"/>
            <p:cNvSpPr/>
            <p:nvPr/>
          </p:nvSpPr>
          <p:spPr>
            <a:xfrm>
              <a:off x="2599425" y="1648975"/>
              <a:ext cx="108350" cy="58150"/>
            </a:xfrm>
            <a:custGeom>
              <a:avLst/>
              <a:gdLst/>
              <a:ahLst/>
              <a:cxnLst/>
              <a:rect l="l" t="t" r="r" b="b"/>
              <a:pathLst>
                <a:path w="4334" h="2326" extrusionOk="0">
                  <a:moveTo>
                    <a:pt x="3334" y="0"/>
                  </a:moveTo>
                  <a:cubicBezTo>
                    <a:pt x="3295" y="0"/>
                    <a:pt x="3256" y="19"/>
                    <a:pt x="3223" y="65"/>
                  </a:cubicBezTo>
                  <a:cubicBezTo>
                    <a:pt x="2840" y="474"/>
                    <a:pt x="2610" y="984"/>
                    <a:pt x="2482" y="1546"/>
                  </a:cubicBezTo>
                  <a:cubicBezTo>
                    <a:pt x="2381" y="1539"/>
                    <a:pt x="2280" y="1536"/>
                    <a:pt x="2179" y="1536"/>
                  </a:cubicBezTo>
                  <a:cubicBezTo>
                    <a:pt x="1465" y="1536"/>
                    <a:pt x="760" y="1695"/>
                    <a:pt x="134" y="2031"/>
                  </a:cubicBezTo>
                  <a:cubicBezTo>
                    <a:pt x="1" y="2120"/>
                    <a:pt x="100" y="2326"/>
                    <a:pt x="247" y="2326"/>
                  </a:cubicBezTo>
                  <a:cubicBezTo>
                    <a:pt x="268" y="2326"/>
                    <a:pt x="290" y="2321"/>
                    <a:pt x="313" y="2311"/>
                  </a:cubicBezTo>
                  <a:cubicBezTo>
                    <a:pt x="892" y="1998"/>
                    <a:pt x="1529" y="1839"/>
                    <a:pt x="2170" y="1839"/>
                  </a:cubicBezTo>
                  <a:cubicBezTo>
                    <a:pt x="2575" y="1839"/>
                    <a:pt x="2981" y="1902"/>
                    <a:pt x="3376" y="2031"/>
                  </a:cubicBezTo>
                  <a:cubicBezTo>
                    <a:pt x="3391" y="2035"/>
                    <a:pt x="3406" y="2036"/>
                    <a:pt x="3420" y="2036"/>
                  </a:cubicBezTo>
                  <a:cubicBezTo>
                    <a:pt x="3590" y="2036"/>
                    <a:pt x="3641" y="1770"/>
                    <a:pt x="3452" y="1699"/>
                  </a:cubicBezTo>
                  <a:lnTo>
                    <a:pt x="3401" y="1699"/>
                  </a:lnTo>
                  <a:lnTo>
                    <a:pt x="4244" y="601"/>
                  </a:lnTo>
                  <a:cubicBezTo>
                    <a:pt x="4333" y="494"/>
                    <a:pt x="4221" y="374"/>
                    <a:pt x="4103" y="374"/>
                  </a:cubicBezTo>
                  <a:cubicBezTo>
                    <a:pt x="4052" y="374"/>
                    <a:pt x="4001" y="395"/>
                    <a:pt x="3963" y="448"/>
                  </a:cubicBezTo>
                  <a:lnTo>
                    <a:pt x="3095" y="1571"/>
                  </a:lnTo>
                  <a:cubicBezTo>
                    <a:pt x="3095" y="1597"/>
                    <a:pt x="3070" y="1597"/>
                    <a:pt x="3070" y="1622"/>
                  </a:cubicBezTo>
                  <a:lnTo>
                    <a:pt x="2789" y="1571"/>
                  </a:lnTo>
                  <a:cubicBezTo>
                    <a:pt x="2916" y="1112"/>
                    <a:pt x="3121" y="652"/>
                    <a:pt x="3427" y="270"/>
                  </a:cubicBezTo>
                  <a:cubicBezTo>
                    <a:pt x="3540" y="156"/>
                    <a:pt x="3443" y="0"/>
                    <a:pt x="3334"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63"/>
            <p:cNvSpPr/>
            <p:nvPr/>
          </p:nvSpPr>
          <p:spPr>
            <a:xfrm>
              <a:off x="2715200" y="1607800"/>
              <a:ext cx="36900" cy="16575"/>
            </a:xfrm>
            <a:custGeom>
              <a:avLst/>
              <a:gdLst/>
              <a:ahLst/>
              <a:cxnLst/>
              <a:rect l="l" t="t" r="r" b="b"/>
              <a:pathLst>
                <a:path w="1476" h="663" extrusionOk="0">
                  <a:moveTo>
                    <a:pt x="1295" y="1"/>
                  </a:moveTo>
                  <a:cubicBezTo>
                    <a:pt x="1287" y="1"/>
                    <a:pt x="1280" y="1"/>
                    <a:pt x="1272" y="2"/>
                  </a:cubicBezTo>
                  <a:cubicBezTo>
                    <a:pt x="863" y="28"/>
                    <a:pt x="506" y="156"/>
                    <a:pt x="174" y="334"/>
                  </a:cubicBezTo>
                  <a:cubicBezTo>
                    <a:pt x="0" y="443"/>
                    <a:pt x="104" y="662"/>
                    <a:pt x="249" y="662"/>
                  </a:cubicBezTo>
                  <a:cubicBezTo>
                    <a:pt x="274" y="662"/>
                    <a:pt x="301" y="656"/>
                    <a:pt x="327" y="640"/>
                  </a:cubicBezTo>
                  <a:cubicBezTo>
                    <a:pt x="608" y="462"/>
                    <a:pt x="940" y="334"/>
                    <a:pt x="1272" y="309"/>
                  </a:cubicBezTo>
                  <a:cubicBezTo>
                    <a:pt x="1468" y="284"/>
                    <a:pt x="1475" y="1"/>
                    <a:pt x="1295"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63"/>
            <p:cNvSpPr/>
            <p:nvPr/>
          </p:nvSpPr>
          <p:spPr>
            <a:xfrm>
              <a:off x="2611075" y="1639400"/>
              <a:ext cx="26300" cy="13475"/>
            </a:xfrm>
            <a:custGeom>
              <a:avLst/>
              <a:gdLst/>
              <a:ahLst/>
              <a:cxnLst/>
              <a:rect l="l" t="t" r="r" b="b"/>
              <a:pathLst>
                <a:path w="1052" h="539" extrusionOk="0">
                  <a:moveTo>
                    <a:pt x="265" y="0"/>
                  </a:moveTo>
                  <a:cubicBezTo>
                    <a:pt x="114" y="0"/>
                    <a:pt x="1" y="206"/>
                    <a:pt x="179" y="295"/>
                  </a:cubicBezTo>
                  <a:lnTo>
                    <a:pt x="740" y="525"/>
                  </a:lnTo>
                  <a:cubicBezTo>
                    <a:pt x="761" y="534"/>
                    <a:pt x="782" y="538"/>
                    <a:pt x="802" y="538"/>
                  </a:cubicBezTo>
                  <a:cubicBezTo>
                    <a:pt x="951" y="538"/>
                    <a:pt x="1051" y="312"/>
                    <a:pt x="893" y="244"/>
                  </a:cubicBezTo>
                  <a:lnTo>
                    <a:pt x="332" y="15"/>
                  </a:lnTo>
                  <a:cubicBezTo>
                    <a:pt x="309" y="5"/>
                    <a:pt x="287" y="0"/>
                    <a:pt x="265"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63"/>
            <p:cNvSpPr/>
            <p:nvPr/>
          </p:nvSpPr>
          <p:spPr>
            <a:xfrm>
              <a:off x="2627050" y="1625800"/>
              <a:ext cx="15900" cy="9425"/>
            </a:xfrm>
            <a:custGeom>
              <a:avLst/>
              <a:gdLst/>
              <a:ahLst/>
              <a:cxnLst/>
              <a:rect l="l" t="t" r="r" b="b"/>
              <a:pathLst>
                <a:path w="636" h="377" extrusionOk="0">
                  <a:moveTo>
                    <a:pt x="236" y="0"/>
                  </a:moveTo>
                  <a:cubicBezTo>
                    <a:pt x="107" y="0"/>
                    <a:pt x="1" y="213"/>
                    <a:pt x="152" y="278"/>
                  </a:cubicBezTo>
                  <a:lnTo>
                    <a:pt x="306" y="354"/>
                  </a:lnTo>
                  <a:cubicBezTo>
                    <a:pt x="332" y="370"/>
                    <a:pt x="359" y="376"/>
                    <a:pt x="385" y="376"/>
                  </a:cubicBezTo>
                  <a:cubicBezTo>
                    <a:pt x="530" y="376"/>
                    <a:pt x="636" y="164"/>
                    <a:pt x="484" y="99"/>
                  </a:cubicBezTo>
                  <a:lnTo>
                    <a:pt x="306" y="23"/>
                  </a:lnTo>
                  <a:cubicBezTo>
                    <a:pt x="282" y="7"/>
                    <a:pt x="259" y="0"/>
                    <a:pt x="236"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63"/>
            <p:cNvSpPr/>
            <p:nvPr/>
          </p:nvSpPr>
          <p:spPr>
            <a:xfrm>
              <a:off x="2472225" y="1657000"/>
              <a:ext cx="12925" cy="10200"/>
            </a:xfrm>
            <a:custGeom>
              <a:avLst/>
              <a:gdLst/>
              <a:ahLst/>
              <a:cxnLst/>
              <a:rect l="l" t="t" r="r" b="b"/>
              <a:pathLst>
                <a:path w="517" h="408" extrusionOk="0">
                  <a:moveTo>
                    <a:pt x="304" y="0"/>
                  </a:moveTo>
                  <a:cubicBezTo>
                    <a:pt x="268" y="0"/>
                    <a:pt x="230" y="15"/>
                    <a:pt x="194" y="51"/>
                  </a:cubicBezTo>
                  <a:lnTo>
                    <a:pt x="118" y="127"/>
                  </a:lnTo>
                  <a:cubicBezTo>
                    <a:pt x="0" y="245"/>
                    <a:pt x="93" y="407"/>
                    <a:pt x="212" y="407"/>
                  </a:cubicBezTo>
                  <a:cubicBezTo>
                    <a:pt x="248" y="407"/>
                    <a:pt x="287" y="393"/>
                    <a:pt x="322" y="357"/>
                  </a:cubicBezTo>
                  <a:lnTo>
                    <a:pt x="399" y="280"/>
                  </a:lnTo>
                  <a:cubicBezTo>
                    <a:pt x="516" y="163"/>
                    <a:pt x="423" y="0"/>
                    <a:pt x="304"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63"/>
            <p:cNvSpPr/>
            <p:nvPr/>
          </p:nvSpPr>
          <p:spPr>
            <a:xfrm>
              <a:off x="2461225" y="1919875"/>
              <a:ext cx="21925" cy="35100"/>
            </a:xfrm>
            <a:custGeom>
              <a:avLst/>
              <a:gdLst/>
              <a:ahLst/>
              <a:cxnLst/>
              <a:rect l="l" t="t" r="r" b="b"/>
              <a:pathLst>
                <a:path w="877" h="1404" extrusionOk="0">
                  <a:moveTo>
                    <a:pt x="228" y="0"/>
                  </a:moveTo>
                  <a:cubicBezTo>
                    <a:pt x="113" y="0"/>
                    <a:pt x="1" y="163"/>
                    <a:pt x="99" y="281"/>
                  </a:cubicBezTo>
                  <a:cubicBezTo>
                    <a:pt x="354" y="536"/>
                    <a:pt x="507" y="868"/>
                    <a:pt x="558" y="1250"/>
                  </a:cubicBezTo>
                  <a:cubicBezTo>
                    <a:pt x="558" y="1353"/>
                    <a:pt x="641" y="1404"/>
                    <a:pt x="721" y="1404"/>
                  </a:cubicBezTo>
                  <a:cubicBezTo>
                    <a:pt x="800" y="1404"/>
                    <a:pt x="877" y="1353"/>
                    <a:pt x="864" y="1250"/>
                  </a:cubicBezTo>
                  <a:cubicBezTo>
                    <a:pt x="839" y="791"/>
                    <a:pt x="634" y="383"/>
                    <a:pt x="328" y="51"/>
                  </a:cubicBezTo>
                  <a:cubicBezTo>
                    <a:pt x="299" y="15"/>
                    <a:pt x="263" y="0"/>
                    <a:pt x="228"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63"/>
            <p:cNvSpPr/>
            <p:nvPr/>
          </p:nvSpPr>
          <p:spPr>
            <a:xfrm>
              <a:off x="2584150" y="2192675"/>
              <a:ext cx="110050" cy="47175"/>
            </a:xfrm>
            <a:custGeom>
              <a:avLst/>
              <a:gdLst/>
              <a:ahLst/>
              <a:cxnLst/>
              <a:rect l="l" t="t" r="r" b="b"/>
              <a:pathLst>
                <a:path w="4402" h="1887" extrusionOk="0">
                  <a:moveTo>
                    <a:pt x="220" y="0"/>
                  </a:moveTo>
                  <a:cubicBezTo>
                    <a:pt x="44" y="0"/>
                    <a:pt x="1" y="272"/>
                    <a:pt x="184" y="318"/>
                  </a:cubicBezTo>
                  <a:lnTo>
                    <a:pt x="4140" y="1875"/>
                  </a:lnTo>
                  <a:cubicBezTo>
                    <a:pt x="4162" y="1883"/>
                    <a:pt x="4183" y="1887"/>
                    <a:pt x="4202" y="1887"/>
                  </a:cubicBezTo>
                  <a:cubicBezTo>
                    <a:pt x="4358" y="1887"/>
                    <a:pt x="4401" y="1634"/>
                    <a:pt x="4242" y="1543"/>
                  </a:cubicBezTo>
                  <a:lnTo>
                    <a:pt x="286" y="11"/>
                  </a:lnTo>
                  <a:cubicBezTo>
                    <a:pt x="262" y="4"/>
                    <a:pt x="240" y="0"/>
                    <a:pt x="220"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63"/>
            <p:cNvSpPr/>
            <p:nvPr/>
          </p:nvSpPr>
          <p:spPr>
            <a:xfrm>
              <a:off x="2841575" y="2523300"/>
              <a:ext cx="179150" cy="70375"/>
            </a:xfrm>
            <a:custGeom>
              <a:avLst/>
              <a:gdLst/>
              <a:ahLst/>
              <a:cxnLst/>
              <a:rect l="l" t="t" r="r" b="b"/>
              <a:pathLst>
                <a:path w="7166" h="2815" extrusionOk="0">
                  <a:moveTo>
                    <a:pt x="209" y="0"/>
                  </a:moveTo>
                  <a:cubicBezTo>
                    <a:pt x="77" y="0"/>
                    <a:pt x="0" y="208"/>
                    <a:pt x="147" y="313"/>
                  </a:cubicBezTo>
                  <a:cubicBezTo>
                    <a:pt x="2163" y="1717"/>
                    <a:pt x="4511" y="2585"/>
                    <a:pt x="6961" y="2815"/>
                  </a:cubicBezTo>
                  <a:cubicBezTo>
                    <a:pt x="7166" y="2815"/>
                    <a:pt x="7166" y="2508"/>
                    <a:pt x="6961" y="2483"/>
                  </a:cubicBezTo>
                  <a:cubicBezTo>
                    <a:pt x="4562" y="2253"/>
                    <a:pt x="2265" y="1411"/>
                    <a:pt x="300" y="33"/>
                  </a:cubicBezTo>
                  <a:cubicBezTo>
                    <a:pt x="268" y="10"/>
                    <a:pt x="237" y="0"/>
                    <a:pt x="209"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63"/>
            <p:cNvSpPr/>
            <p:nvPr/>
          </p:nvSpPr>
          <p:spPr>
            <a:xfrm>
              <a:off x="3060650" y="2291700"/>
              <a:ext cx="64025" cy="43300"/>
            </a:xfrm>
            <a:custGeom>
              <a:avLst/>
              <a:gdLst/>
              <a:ahLst/>
              <a:cxnLst/>
              <a:rect l="l" t="t" r="r" b="b"/>
              <a:pathLst>
                <a:path w="2561" h="1732" extrusionOk="0">
                  <a:moveTo>
                    <a:pt x="221" y="1"/>
                  </a:moveTo>
                  <a:cubicBezTo>
                    <a:pt x="52" y="1"/>
                    <a:pt x="1" y="267"/>
                    <a:pt x="189" y="338"/>
                  </a:cubicBezTo>
                  <a:cubicBezTo>
                    <a:pt x="929" y="644"/>
                    <a:pt x="1644" y="1104"/>
                    <a:pt x="2231" y="1691"/>
                  </a:cubicBezTo>
                  <a:cubicBezTo>
                    <a:pt x="2265" y="1719"/>
                    <a:pt x="2301" y="1731"/>
                    <a:pt x="2336" y="1731"/>
                  </a:cubicBezTo>
                  <a:cubicBezTo>
                    <a:pt x="2458" y="1731"/>
                    <a:pt x="2560" y="1581"/>
                    <a:pt x="2461" y="1461"/>
                  </a:cubicBezTo>
                  <a:cubicBezTo>
                    <a:pt x="1823" y="849"/>
                    <a:pt x="1083" y="338"/>
                    <a:pt x="266" y="6"/>
                  </a:cubicBezTo>
                  <a:cubicBezTo>
                    <a:pt x="250" y="3"/>
                    <a:pt x="235" y="1"/>
                    <a:pt x="221"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63"/>
            <p:cNvSpPr/>
            <p:nvPr/>
          </p:nvSpPr>
          <p:spPr>
            <a:xfrm>
              <a:off x="3182350" y="2393575"/>
              <a:ext cx="44825" cy="46000"/>
            </a:xfrm>
            <a:custGeom>
              <a:avLst/>
              <a:gdLst/>
              <a:ahLst/>
              <a:cxnLst/>
              <a:rect l="l" t="t" r="r" b="b"/>
              <a:pathLst>
                <a:path w="1793" h="1840" extrusionOk="0">
                  <a:moveTo>
                    <a:pt x="242" y="0"/>
                  </a:moveTo>
                  <a:cubicBezTo>
                    <a:pt x="113" y="0"/>
                    <a:pt x="0" y="151"/>
                    <a:pt x="119" y="270"/>
                  </a:cubicBezTo>
                  <a:cubicBezTo>
                    <a:pt x="604" y="730"/>
                    <a:pt x="1038" y="1240"/>
                    <a:pt x="1447" y="1776"/>
                  </a:cubicBezTo>
                  <a:cubicBezTo>
                    <a:pt x="1477" y="1821"/>
                    <a:pt x="1522" y="1839"/>
                    <a:pt x="1568" y="1839"/>
                  </a:cubicBezTo>
                  <a:cubicBezTo>
                    <a:pt x="1678" y="1839"/>
                    <a:pt x="1792" y="1731"/>
                    <a:pt x="1702" y="1623"/>
                  </a:cubicBezTo>
                  <a:cubicBezTo>
                    <a:pt x="1294" y="1061"/>
                    <a:pt x="860" y="525"/>
                    <a:pt x="349" y="41"/>
                  </a:cubicBezTo>
                  <a:cubicBezTo>
                    <a:pt x="315" y="12"/>
                    <a:pt x="278" y="0"/>
                    <a:pt x="242"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63"/>
            <p:cNvSpPr/>
            <p:nvPr/>
          </p:nvSpPr>
          <p:spPr>
            <a:xfrm>
              <a:off x="2791575" y="2338475"/>
              <a:ext cx="107675" cy="39600"/>
            </a:xfrm>
            <a:custGeom>
              <a:avLst/>
              <a:gdLst/>
              <a:ahLst/>
              <a:cxnLst/>
              <a:rect l="l" t="t" r="r" b="b"/>
              <a:pathLst>
                <a:path w="4307" h="1584" extrusionOk="0">
                  <a:moveTo>
                    <a:pt x="2345" y="1"/>
                  </a:moveTo>
                  <a:cubicBezTo>
                    <a:pt x="2208" y="1"/>
                    <a:pt x="2125" y="198"/>
                    <a:pt x="2275" y="305"/>
                  </a:cubicBezTo>
                  <a:cubicBezTo>
                    <a:pt x="2708" y="560"/>
                    <a:pt x="3117" y="841"/>
                    <a:pt x="3500" y="1147"/>
                  </a:cubicBezTo>
                  <a:cubicBezTo>
                    <a:pt x="2402" y="917"/>
                    <a:pt x="1330" y="560"/>
                    <a:pt x="309" y="101"/>
                  </a:cubicBezTo>
                  <a:cubicBezTo>
                    <a:pt x="287" y="91"/>
                    <a:pt x="264" y="87"/>
                    <a:pt x="243" y="87"/>
                  </a:cubicBezTo>
                  <a:cubicBezTo>
                    <a:pt x="97" y="87"/>
                    <a:pt x="0" y="292"/>
                    <a:pt x="156" y="381"/>
                  </a:cubicBezTo>
                  <a:cubicBezTo>
                    <a:pt x="1407" y="943"/>
                    <a:pt x="2708" y="1351"/>
                    <a:pt x="4036" y="1581"/>
                  </a:cubicBezTo>
                  <a:cubicBezTo>
                    <a:pt x="4047" y="1583"/>
                    <a:pt x="4058" y="1584"/>
                    <a:pt x="4069" y="1584"/>
                  </a:cubicBezTo>
                  <a:cubicBezTo>
                    <a:pt x="4206" y="1584"/>
                    <a:pt x="4307" y="1444"/>
                    <a:pt x="4189" y="1326"/>
                  </a:cubicBezTo>
                  <a:cubicBezTo>
                    <a:pt x="3653" y="815"/>
                    <a:pt x="3066" y="381"/>
                    <a:pt x="2428" y="24"/>
                  </a:cubicBezTo>
                  <a:cubicBezTo>
                    <a:pt x="2399" y="8"/>
                    <a:pt x="2371" y="1"/>
                    <a:pt x="2345"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63"/>
            <p:cNvSpPr/>
            <p:nvPr/>
          </p:nvSpPr>
          <p:spPr>
            <a:xfrm>
              <a:off x="987825" y="1593550"/>
              <a:ext cx="13325" cy="39800"/>
            </a:xfrm>
            <a:custGeom>
              <a:avLst/>
              <a:gdLst/>
              <a:ahLst/>
              <a:cxnLst/>
              <a:rect l="l" t="t" r="r" b="b"/>
              <a:pathLst>
                <a:path w="533" h="1592" extrusionOk="0">
                  <a:moveTo>
                    <a:pt x="338" y="0"/>
                  </a:moveTo>
                  <a:cubicBezTo>
                    <a:pt x="274" y="0"/>
                    <a:pt x="210" y="33"/>
                    <a:pt x="180" y="113"/>
                  </a:cubicBezTo>
                  <a:cubicBezTo>
                    <a:pt x="1" y="547"/>
                    <a:pt x="1" y="1032"/>
                    <a:pt x="129" y="1491"/>
                  </a:cubicBezTo>
                  <a:cubicBezTo>
                    <a:pt x="158" y="1560"/>
                    <a:pt x="222" y="1591"/>
                    <a:pt x="287" y="1591"/>
                  </a:cubicBezTo>
                  <a:cubicBezTo>
                    <a:pt x="389" y="1591"/>
                    <a:pt x="492" y="1514"/>
                    <a:pt x="460" y="1389"/>
                  </a:cubicBezTo>
                  <a:cubicBezTo>
                    <a:pt x="333" y="1006"/>
                    <a:pt x="333" y="572"/>
                    <a:pt x="486" y="190"/>
                  </a:cubicBezTo>
                  <a:cubicBezTo>
                    <a:pt x="533" y="81"/>
                    <a:pt x="437" y="0"/>
                    <a:pt x="338"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63"/>
            <p:cNvSpPr/>
            <p:nvPr/>
          </p:nvSpPr>
          <p:spPr>
            <a:xfrm>
              <a:off x="1010800" y="1606575"/>
              <a:ext cx="8325" cy="18525"/>
            </a:xfrm>
            <a:custGeom>
              <a:avLst/>
              <a:gdLst/>
              <a:ahLst/>
              <a:cxnLst/>
              <a:rect l="l" t="t" r="r" b="b"/>
              <a:pathLst>
                <a:path w="333" h="741" extrusionOk="0">
                  <a:moveTo>
                    <a:pt x="167" y="0"/>
                  </a:moveTo>
                  <a:cubicBezTo>
                    <a:pt x="84" y="0"/>
                    <a:pt x="1" y="51"/>
                    <a:pt x="1" y="154"/>
                  </a:cubicBezTo>
                  <a:lnTo>
                    <a:pt x="1" y="587"/>
                  </a:lnTo>
                  <a:cubicBezTo>
                    <a:pt x="1" y="689"/>
                    <a:pt x="84" y="741"/>
                    <a:pt x="167" y="741"/>
                  </a:cubicBezTo>
                  <a:cubicBezTo>
                    <a:pt x="250" y="741"/>
                    <a:pt x="333" y="689"/>
                    <a:pt x="333" y="587"/>
                  </a:cubicBezTo>
                  <a:lnTo>
                    <a:pt x="333" y="154"/>
                  </a:lnTo>
                  <a:cubicBezTo>
                    <a:pt x="333" y="51"/>
                    <a:pt x="250" y="0"/>
                    <a:pt x="167"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63"/>
            <p:cNvSpPr/>
            <p:nvPr/>
          </p:nvSpPr>
          <p:spPr>
            <a:xfrm>
              <a:off x="1053050" y="1553625"/>
              <a:ext cx="17650" cy="26125"/>
            </a:xfrm>
            <a:custGeom>
              <a:avLst/>
              <a:gdLst/>
              <a:ahLst/>
              <a:cxnLst/>
              <a:rect l="l" t="t" r="r" b="b"/>
              <a:pathLst>
                <a:path w="706" h="1045" extrusionOk="0">
                  <a:moveTo>
                    <a:pt x="191" y="0"/>
                  </a:moveTo>
                  <a:cubicBezTo>
                    <a:pt x="93" y="0"/>
                    <a:pt x="0" y="71"/>
                    <a:pt x="46" y="179"/>
                  </a:cubicBezTo>
                  <a:cubicBezTo>
                    <a:pt x="148" y="434"/>
                    <a:pt x="250" y="689"/>
                    <a:pt x="327" y="944"/>
                  </a:cubicBezTo>
                  <a:cubicBezTo>
                    <a:pt x="357" y="1014"/>
                    <a:pt x="425" y="1044"/>
                    <a:pt x="492" y="1044"/>
                  </a:cubicBezTo>
                  <a:cubicBezTo>
                    <a:pt x="599" y="1044"/>
                    <a:pt x="706" y="967"/>
                    <a:pt x="659" y="842"/>
                  </a:cubicBezTo>
                  <a:lnTo>
                    <a:pt x="353" y="102"/>
                  </a:lnTo>
                  <a:cubicBezTo>
                    <a:pt x="322" y="31"/>
                    <a:pt x="255" y="0"/>
                    <a:pt x="191"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63"/>
            <p:cNvSpPr/>
            <p:nvPr/>
          </p:nvSpPr>
          <p:spPr>
            <a:xfrm>
              <a:off x="1079725" y="1567000"/>
              <a:ext cx="8300" cy="18550"/>
            </a:xfrm>
            <a:custGeom>
              <a:avLst/>
              <a:gdLst/>
              <a:ahLst/>
              <a:cxnLst/>
              <a:rect l="l" t="t" r="r" b="b"/>
              <a:pathLst>
                <a:path w="332" h="742" extrusionOk="0">
                  <a:moveTo>
                    <a:pt x="166" y="1"/>
                  </a:moveTo>
                  <a:cubicBezTo>
                    <a:pt x="83" y="1"/>
                    <a:pt x="0" y="52"/>
                    <a:pt x="0" y="154"/>
                  </a:cubicBezTo>
                  <a:lnTo>
                    <a:pt x="0" y="588"/>
                  </a:lnTo>
                  <a:cubicBezTo>
                    <a:pt x="0" y="690"/>
                    <a:pt x="83" y="741"/>
                    <a:pt x="166" y="741"/>
                  </a:cubicBezTo>
                  <a:cubicBezTo>
                    <a:pt x="249" y="741"/>
                    <a:pt x="332" y="690"/>
                    <a:pt x="332" y="588"/>
                  </a:cubicBezTo>
                  <a:lnTo>
                    <a:pt x="332" y="154"/>
                  </a:lnTo>
                  <a:cubicBezTo>
                    <a:pt x="332" y="52"/>
                    <a:pt x="249" y="1"/>
                    <a:pt x="16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63"/>
            <p:cNvSpPr/>
            <p:nvPr/>
          </p:nvSpPr>
          <p:spPr>
            <a:xfrm>
              <a:off x="639975" y="1338125"/>
              <a:ext cx="12375" cy="18800"/>
            </a:xfrm>
            <a:custGeom>
              <a:avLst/>
              <a:gdLst/>
              <a:ahLst/>
              <a:cxnLst/>
              <a:rect l="l" t="t" r="r" b="b"/>
              <a:pathLst>
                <a:path w="495" h="752" extrusionOk="0">
                  <a:moveTo>
                    <a:pt x="204" y="1"/>
                  </a:moveTo>
                  <a:cubicBezTo>
                    <a:pt x="104" y="1"/>
                    <a:pt x="1" y="77"/>
                    <a:pt x="31" y="198"/>
                  </a:cubicBezTo>
                  <a:cubicBezTo>
                    <a:pt x="82" y="351"/>
                    <a:pt x="107" y="504"/>
                    <a:pt x="158" y="632"/>
                  </a:cubicBezTo>
                  <a:cubicBezTo>
                    <a:pt x="179" y="715"/>
                    <a:pt x="243" y="752"/>
                    <a:pt x="307" y="752"/>
                  </a:cubicBezTo>
                  <a:cubicBezTo>
                    <a:pt x="400" y="752"/>
                    <a:pt x="495" y="676"/>
                    <a:pt x="465" y="555"/>
                  </a:cubicBezTo>
                  <a:cubicBezTo>
                    <a:pt x="439" y="402"/>
                    <a:pt x="388" y="274"/>
                    <a:pt x="362" y="121"/>
                  </a:cubicBezTo>
                  <a:cubicBezTo>
                    <a:pt x="342" y="37"/>
                    <a:pt x="274" y="1"/>
                    <a:pt x="204"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63"/>
            <p:cNvSpPr/>
            <p:nvPr/>
          </p:nvSpPr>
          <p:spPr>
            <a:xfrm>
              <a:off x="668175" y="1356600"/>
              <a:ext cx="7675" cy="10725"/>
            </a:xfrm>
            <a:custGeom>
              <a:avLst/>
              <a:gdLst/>
              <a:ahLst/>
              <a:cxnLst/>
              <a:rect l="l" t="t" r="r" b="b"/>
              <a:pathLst>
                <a:path w="307" h="429" extrusionOk="0">
                  <a:moveTo>
                    <a:pt x="153" y="1"/>
                  </a:moveTo>
                  <a:cubicBezTo>
                    <a:pt x="77" y="1"/>
                    <a:pt x="0" y="58"/>
                    <a:pt x="0" y="173"/>
                  </a:cubicBezTo>
                  <a:lnTo>
                    <a:pt x="0" y="275"/>
                  </a:lnTo>
                  <a:cubicBezTo>
                    <a:pt x="0" y="377"/>
                    <a:pt x="77" y="428"/>
                    <a:pt x="153" y="428"/>
                  </a:cubicBezTo>
                  <a:cubicBezTo>
                    <a:pt x="230" y="428"/>
                    <a:pt x="306" y="377"/>
                    <a:pt x="306" y="275"/>
                  </a:cubicBezTo>
                  <a:lnTo>
                    <a:pt x="306" y="173"/>
                  </a:lnTo>
                  <a:cubicBezTo>
                    <a:pt x="306" y="58"/>
                    <a:pt x="230" y="1"/>
                    <a:pt x="153"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63"/>
            <p:cNvSpPr/>
            <p:nvPr/>
          </p:nvSpPr>
          <p:spPr>
            <a:xfrm>
              <a:off x="1404500" y="1710575"/>
              <a:ext cx="7675" cy="10225"/>
            </a:xfrm>
            <a:custGeom>
              <a:avLst/>
              <a:gdLst/>
              <a:ahLst/>
              <a:cxnLst/>
              <a:rect l="l" t="t" r="r" b="b"/>
              <a:pathLst>
                <a:path w="307" h="409" extrusionOk="0">
                  <a:moveTo>
                    <a:pt x="153" y="1"/>
                  </a:moveTo>
                  <a:cubicBezTo>
                    <a:pt x="77" y="1"/>
                    <a:pt x="0" y="52"/>
                    <a:pt x="0" y="154"/>
                  </a:cubicBezTo>
                  <a:lnTo>
                    <a:pt x="0" y="256"/>
                  </a:lnTo>
                  <a:cubicBezTo>
                    <a:pt x="0" y="358"/>
                    <a:pt x="77" y="409"/>
                    <a:pt x="153" y="409"/>
                  </a:cubicBezTo>
                  <a:cubicBezTo>
                    <a:pt x="230" y="409"/>
                    <a:pt x="306" y="358"/>
                    <a:pt x="306" y="256"/>
                  </a:cubicBezTo>
                  <a:lnTo>
                    <a:pt x="306" y="154"/>
                  </a:lnTo>
                  <a:cubicBezTo>
                    <a:pt x="306" y="52"/>
                    <a:pt x="230" y="1"/>
                    <a:pt x="153"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63"/>
            <p:cNvSpPr/>
            <p:nvPr/>
          </p:nvSpPr>
          <p:spPr>
            <a:xfrm>
              <a:off x="1597425" y="2283100"/>
              <a:ext cx="11375" cy="16025"/>
            </a:xfrm>
            <a:custGeom>
              <a:avLst/>
              <a:gdLst/>
              <a:ahLst/>
              <a:cxnLst/>
              <a:rect l="l" t="t" r="r" b="b"/>
              <a:pathLst>
                <a:path w="455" h="641" extrusionOk="0">
                  <a:moveTo>
                    <a:pt x="268" y="1"/>
                  </a:moveTo>
                  <a:cubicBezTo>
                    <a:pt x="203" y="1"/>
                    <a:pt x="139" y="37"/>
                    <a:pt x="119" y="121"/>
                  </a:cubicBezTo>
                  <a:cubicBezTo>
                    <a:pt x="68" y="223"/>
                    <a:pt x="42" y="325"/>
                    <a:pt x="16" y="427"/>
                  </a:cubicBezTo>
                  <a:cubicBezTo>
                    <a:pt x="1" y="553"/>
                    <a:pt x="112" y="640"/>
                    <a:pt x="211" y="640"/>
                  </a:cubicBezTo>
                  <a:cubicBezTo>
                    <a:pt x="272" y="640"/>
                    <a:pt x="329" y="607"/>
                    <a:pt x="348" y="529"/>
                  </a:cubicBezTo>
                  <a:cubicBezTo>
                    <a:pt x="374" y="401"/>
                    <a:pt x="399" y="299"/>
                    <a:pt x="425" y="197"/>
                  </a:cubicBezTo>
                  <a:cubicBezTo>
                    <a:pt x="455" y="77"/>
                    <a:pt x="360" y="1"/>
                    <a:pt x="268"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63"/>
            <p:cNvSpPr/>
            <p:nvPr/>
          </p:nvSpPr>
          <p:spPr>
            <a:xfrm>
              <a:off x="2243800" y="2218025"/>
              <a:ext cx="12000" cy="23900"/>
            </a:xfrm>
            <a:custGeom>
              <a:avLst/>
              <a:gdLst/>
              <a:ahLst/>
              <a:cxnLst/>
              <a:rect l="l" t="t" r="r" b="b"/>
              <a:pathLst>
                <a:path w="480" h="956" extrusionOk="0">
                  <a:moveTo>
                    <a:pt x="197" y="0"/>
                  </a:moveTo>
                  <a:cubicBezTo>
                    <a:pt x="101" y="0"/>
                    <a:pt x="1" y="76"/>
                    <a:pt x="16" y="197"/>
                  </a:cubicBezTo>
                  <a:lnTo>
                    <a:pt x="118" y="835"/>
                  </a:lnTo>
                  <a:cubicBezTo>
                    <a:pt x="139" y="919"/>
                    <a:pt x="207" y="955"/>
                    <a:pt x="276" y="955"/>
                  </a:cubicBezTo>
                  <a:cubicBezTo>
                    <a:pt x="376" y="955"/>
                    <a:pt x="480" y="879"/>
                    <a:pt x="450" y="758"/>
                  </a:cubicBezTo>
                  <a:cubicBezTo>
                    <a:pt x="424" y="554"/>
                    <a:pt x="373" y="325"/>
                    <a:pt x="348" y="120"/>
                  </a:cubicBezTo>
                  <a:cubicBezTo>
                    <a:pt x="327" y="37"/>
                    <a:pt x="263" y="0"/>
                    <a:pt x="197" y="0"/>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63"/>
            <p:cNvSpPr/>
            <p:nvPr/>
          </p:nvSpPr>
          <p:spPr>
            <a:xfrm>
              <a:off x="2383925" y="2252925"/>
              <a:ext cx="12775" cy="7675"/>
            </a:xfrm>
            <a:custGeom>
              <a:avLst/>
              <a:gdLst/>
              <a:ahLst/>
              <a:cxnLst/>
              <a:rect l="l" t="t" r="r" b="b"/>
              <a:pathLst>
                <a:path w="511" h="307" extrusionOk="0">
                  <a:moveTo>
                    <a:pt x="204" y="1"/>
                  </a:moveTo>
                  <a:cubicBezTo>
                    <a:pt x="0" y="1"/>
                    <a:pt x="0" y="307"/>
                    <a:pt x="204" y="307"/>
                  </a:cubicBezTo>
                  <a:lnTo>
                    <a:pt x="306" y="307"/>
                  </a:lnTo>
                  <a:cubicBezTo>
                    <a:pt x="511" y="307"/>
                    <a:pt x="511" y="1"/>
                    <a:pt x="30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63"/>
            <p:cNvSpPr/>
            <p:nvPr/>
          </p:nvSpPr>
          <p:spPr>
            <a:xfrm>
              <a:off x="2418400" y="2243050"/>
              <a:ext cx="24950" cy="10450"/>
            </a:xfrm>
            <a:custGeom>
              <a:avLst/>
              <a:gdLst/>
              <a:ahLst/>
              <a:cxnLst/>
              <a:rect l="l" t="t" r="r" b="b"/>
              <a:pathLst>
                <a:path w="998" h="418" extrusionOk="0">
                  <a:moveTo>
                    <a:pt x="546" y="1"/>
                  </a:moveTo>
                  <a:cubicBezTo>
                    <a:pt x="408" y="1"/>
                    <a:pt x="271" y="40"/>
                    <a:pt x="153" y="115"/>
                  </a:cubicBezTo>
                  <a:cubicBezTo>
                    <a:pt x="1" y="202"/>
                    <a:pt x="107" y="418"/>
                    <a:pt x="236" y="418"/>
                  </a:cubicBezTo>
                  <a:cubicBezTo>
                    <a:pt x="259" y="418"/>
                    <a:pt x="283" y="411"/>
                    <a:pt x="306" y="396"/>
                  </a:cubicBezTo>
                  <a:cubicBezTo>
                    <a:pt x="388" y="346"/>
                    <a:pt x="470" y="318"/>
                    <a:pt x="553" y="318"/>
                  </a:cubicBezTo>
                  <a:cubicBezTo>
                    <a:pt x="598" y="318"/>
                    <a:pt x="643" y="326"/>
                    <a:pt x="689" y="345"/>
                  </a:cubicBezTo>
                  <a:cubicBezTo>
                    <a:pt x="711" y="354"/>
                    <a:pt x="734" y="359"/>
                    <a:pt x="755" y="359"/>
                  </a:cubicBezTo>
                  <a:cubicBezTo>
                    <a:pt x="901" y="359"/>
                    <a:pt x="998" y="153"/>
                    <a:pt x="842" y="64"/>
                  </a:cubicBezTo>
                  <a:cubicBezTo>
                    <a:pt x="746" y="21"/>
                    <a:pt x="645" y="1"/>
                    <a:pt x="54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63"/>
            <p:cNvSpPr/>
            <p:nvPr/>
          </p:nvSpPr>
          <p:spPr>
            <a:xfrm>
              <a:off x="2394125" y="2292475"/>
              <a:ext cx="14075" cy="8325"/>
            </a:xfrm>
            <a:custGeom>
              <a:avLst/>
              <a:gdLst/>
              <a:ahLst/>
              <a:cxnLst/>
              <a:rect l="l" t="t" r="r" b="b"/>
              <a:pathLst>
                <a:path w="563" h="333" extrusionOk="0">
                  <a:moveTo>
                    <a:pt x="230" y="1"/>
                  </a:moveTo>
                  <a:cubicBezTo>
                    <a:pt x="1" y="1"/>
                    <a:pt x="1" y="333"/>
                    <a:pt x="230" y="333"/>
                  </a:cubicBezTo>
                  <a:lnTo>
                    <a:pt x="332" y="333"/>
                  </a:lnTo>
                  <a:cubicBezTo>
                    <a:pt x="537" y="333"/>
                    <a:pt x="562" y="1"/>
                    <a:pt x="332"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63"/>
            <p:cNvSpPr/>
            <p:nvPr/>
          </p:nvSpPr>
          <p:spPr>
            <a:xfrm>
              <a:off x="2325275" y="2234050"/>
              <a:ext cx="16350" cy="13525"/>
            </a:xfrm>
            <a:custGeom>
              <a:avLst/>
              <a:gdLst/>
              <a:ahLst/>
              <a:cxnLst/>
              <a:rect l="l" t="t" r="r" b="b"/>
              <a:pathLst>
                <a:path w="654" h="541" extrusionOk="0">
                  <a:moveTo>
                    <a:pt x="225" y="1"/>
                  </a:moveTo>
                  <a:cubicBezTo>
                    <a:pt x="103" y="1"/>
                    <a:pt x="1" y="151"/>
                    <a:pt x="100" y="271"/>
                  </a:cubicBezTo>
                  <a:cubicBezTo>
                    <a:pt x="177" y="347"/>
                    <a:pt x="253" y="424"/>
                    <a:pt x="330" y="500"/>
                  </a:cubicBezTo>
                  <a:cubicBezTo>
                    <a:pt x="364" y="528"/>
                    <a:pt x="400" y="540"/>
                    <a:pt x="434" y="540"/>
                  </a:cubicBezTo>
                  <a:cubicBezTo>
                    <a:pt x="556" y="540"/>
                    <a:pt x="653" y="390"/>
                    <a:pt x="534" y="271"/>
                  </a:cubicBezTo>
                  <a:cubicBezTo>
                    <a:pt x="483" y="194"/>
                    <a:pt x="406" y="117"/>
                    <a:pt x="330" y="41"/>
                  </a:cubicBezTo>
                  <a:cubicBezTo>
                    <a:pt x="296" y="13"/>
                    <a:pt x="260" y="1"/>
                    <a:pt x="225"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63"/>
            <p:cNvSpPr/>
            <p:nvPr/>
          </p:nvSpPr>
          <p:spPr>
            <a:xfrm>
              <a:off x="3139425" y="2649875"/>
              <a:ext cx="117500" cy="62175"/>
            </a:xfrm>
            <a:custGeom>
              <a:avLst/>
              <a:gdLst/>
              <a:ahLst/>
              <a:cxnLst/>
              <a:rect l="l" t="t" r="r" b="b"/>
              <a:pathLst>
                <a:path w="4700" h="2487" extrusionOk="0">
                  <a:moveTo>
                    <a:pt x="228" y="1"/>
                  </a:moveTo>
                  <a:cubicBezTo>
                    <a:pt x="88" y="1"/>
                    <a:pt x="0" y="217"/>
                    <a:pt x="152" y="304"/>
                  </a:cubicBezTo>
                  <a:lnTo>
                    <a:pt x="4389" y="2473"/>
                  </a:lnTo>
                  <a:cubicBezTo>
                    <a:pt x="4410" y="2482"/>
                    <a:pt x="4431" y="2486"/>
                    <a:pt x="4450" y="2486"/>
                  </a:cubicBezTo>
                  <a:cubicBezTo>
                    <a:pt x="4599" y="2486"/>
                    <a:pt x="4699" y="2260"/>
                    <a:pt x="4542" y="2192"/>
                  </a:cubicBezTo>
                  <a:lnTo>
                    <a:pt x="305" y="23"/>
                  </a:lnTo>
                  <a:cubicBezTo>
                    <a:pt x="278" y="8"/>
                    <a:pt x="252" y="1"/>
                    <a:pt x="2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63"/>
            <p:cNvSpPr/>
            <p:nvPr/>
          </p:nvSpPr>
          <p:spPr>
            <a:xfrm>
              <a:off x="3326900" y="2737500"/>
              <a:ext cx="552125" cy="266775"/>
            </a:xfrm>
            <a:custGeom>
              <a:avLst/>
              <a:gdLst/>
              <a:ahLst/>
              <a:cxnLst/>
              <a:rect l="l" t="t" r="r" b="b"/>
              <a:pathLst>
                <a:path w="22085" h="10671" extrusionOk="0">
                  <a:moveTo>
                    <a:pt x="243" y="0"/>
                  </a:moveTo>
                  <a:cubicBezTo>
                    <a:pt x="97" y="0"/>
                    <a:pt x="1" y="206"/>
                    <a:pt x="157" y="295"/>
                  </a:cubicBezTo>
                  <a:cubicBezTo>
                    <a:pt x="7277" y="3919"/>
                    <a:pt x="14475" y="7365"/>
                    <a:pt x="21774" y="10657"/>
                  </a:cubicBezTo>
                  <a:cubicBezTo>
                    <a:pt x="21795" y="10666"/>
                    <a:pt x="21816" y="10670"/>
                    <a:pt x="21836" y="10670"/>
                  </a:cubicBezTo>
                  <a:cubicBezTo>
                    <a:pt x="21984" y="10670"/>
                    <a:pt x="22085" y="10444"/>
                    <a:pt x="21927" y="10377"/>
                  </a:cubicBezTo>
                  <a:cubicBezTo>
                    <a:pt x="14653" y="7084"/>
                    <a:pt x="7431" y="3639"/>
                    <a:pt x="310" y="15"/>
                  </a:cubicBezTo>
                  <a:cubicBezTo>
                    <a:pt x="287" y="5"/>
                    <a:pt x="265" y="0"/>
                    <a:pt x="2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63"/>
            <p:cNvSpPr/>
            <p:nvPr/>
          </p:nvSpPr>
          <p:spPr>
            <a:xfrm>
              <a:off x="3955500" y="3033350"/>
              <a:ext cx="617075" cy="296350"/>
            </a:xfrm>
            <a:custGeom>
              <a:avLst/>
              <a:gdLst/>
              <a:ahLst/>
              <a:cxnLst/>
              <a:rect l="l" t="t" r="r" b="b"/>
              <a:pathLst>
                <a:path w="24683" h="11854" extrusionOk="0">
                  <a:moveTo>
                    <a:pt x="228" y="1"/>
                  </a:moveTo>
                  <a:cubicBezTo>
                    <a:pt x="88" y="1"/>
                    <a:pt x="0" y="217"/>
                    <a:pt x="152" y="304"/>
                  </a:cubicBezTo>
                  <a:cubicBezTo>
                    <a:pt x="8090" y="4413"/>
                    <a:pt x="16155" y="8267"/>
                    <a:pt x="24348" y="11840"/>
                  </a:cubicBezTo>
                  <a:cubicBezTo>
                    <a:pt x="24374" y="11850"/>
                    <a:pt x="24399" y="11854"/>
                    <a:pt x="24422" y="11854"/>
                  </a:cubicBezTo>
                  <a:cubicBezTo>
                    <a:pt x="24585" y="11854"/>
                    <a:pt x="24682" y="11648"/>
                    <a:pt x="24526" y="11559"/>
                  </a:cubicBezTo>
                  <a:cubicBezTo>
                    <a:pt x="16308" y="7986"/>
                    <a:pt x="8243" y="4132"/>
                    <a:pt x="305" y="23"/>
                  </a:cubicBezTo>
                  <a:cubicBezTo>
                    <a:pt x="279" y="8"/>
                    <a:pt x="252" y="1"/>
                    <a:pt x="2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63"/>
            <p:cNvSpPr/>
            <p:nvPr/>
          </p:nvSpPr>
          <p:spPr>
            <a:xfrm>
              <a:off x="4583950" y="3326775"/>
              <a:ext cx="8325" cy="10725"/>
            </a:xfrm>
            <a:custGeom>
              <a:avLst/>
              <a:gdLst/>
              <a:ahLst/>
              <a:cxnLst/>
              <a:rect l="l" t="t" r="r" b="b"/>
              <a:pathLst>
                <a:path w="333" h="429" extrusionOk="0">
                  <a:moveTo>
                    <a:pt x="167" y="1"/>
                  </a:moveTo>
                  <a:cubicBezTo>
                    <a:pt x="84" y="1"/>
                    <a:pt x="1" y="52"/>
                    <a:pt x="1" y="154"/>
                  </a:cubicBezTo>
                  <a:lnTo>
                    <a:pt x="1" y="256"/>
                  </a:lnTo>
                  <a:cubicBezTo>
                    <a:pt x="1" y="371"/>
                    <a:pt x="84" y="428"/>
                    <a:pt x="167" y="428"/>
                  </a:cubicBezTo>
                  <a:cubicBezTo>
                    <a:pt x="250" y="428"/>
                    <a:pt x="333" y="371"/>
                    <a:pt x="333" y="256"/>
                  </a:cubicBezTo>
                  <a:lnTo>
                    <a:pt x="333" y="154"/>
                  </a:lnTo>
                  <a:cubicBezTo>
                    <a:pt x="333" y="52"/>
                    <a:pt x="250" y="1"/>
                    <a:pt x="1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63"/>
            <p:cNvSpPr/>
            <p:nvPr/>
          </p:nvSpPr>
          <p:spPr>
            <a:xfrm>
              <a:off x="4643875" y="3358125"/>
              <a:ext cx="66600" cy="37900"/>
            </a:xfrm>
            <a:custGeom>
              <a:avLst/>
              <a:gdLst/>
              <a:ahLst/>
              <a:cxnLst/>
              <a:rect l="l" t="t" r="r" b="b"/>
              <a:pathLst>
                <a:path w="2664" h="1516" extrusionOk="0">
                  <a:moveTo>
                    <a:pt x="232" y="1"/>
                  </a:moveTo>
                  <a:cubicBezTo>
                    <a:pt x="92" y="1"/>
                    <a:pt x="0" y="217"/>
                    <a:pt x="131" y="304"/>
                  </a:cubicBezTo>
                  <a:cubicBezTo>
                    <a:pt x="845" y="763"/>
                    <a:pt x="1611" y="1171"/>
                    <a:pt x="2402" y="1503"/>
                  </a:cubicBezTo>
                  <a:cubicBezTo>
                    <a:pt x="2424" y="1512"/>
                    <a:pt x="2445" y="1515"/>
                    <a:pt x="2464" y="1515"/>
                  </a:cubicBezTo>
                  <a:cubicBezTo>
                    <a:pt x="2620" y="1515"/>
                    <a:pt x="2663" y="1265"/>
                    <a:pt x="2504" y="1197"/>
                  </a:cubicBezTo>
                  <a:cubicBezTo>
                    <a:pt x="1738" y="865"/>
                    <a:pt x="998" y="482"/>
                    <a:pt x="309" y="23"/>
                  </a:cubicBezTo>
                  <a:cubicBezTo>
                    <a:pt x="282" y="8"/>
                    <a:pt x="256" y="1"/>
                    <a:pt x="2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63"/>
            <p:cNvSpPr/>
            <p:nvPr/>
          </p:nvSpPr>
          <p:spPr>
            <a:xfrm>
              <a:off x="3239450" y="2377025"/>
              <a:ext cx="494025" cy="238675"/>
            </a:xfrm>
            <a:custGeom>
              <a:avLst/>
              <a:gdLst/>
              <a:ahLst/>
              <a:cxnLst/>
              <a:rect l="l" t="t" r="r" b="b"/>
              <a:pathLst>
                <a:path w="19761" h="9547" extrusionOk="0">
                  <a:moveTo>
                    <a:pt x="274" y="0"/>
                  </a:moveTo>
                  <a:cubicBezTo>
                    <a:pt x="121" y="0"/>
                    <a:pt x="0" y="227"/>
                    <a:pt x="158" y="294"/>
                  </a:cubicBezTo>
                  <a:lnTo>
                    <a:pt x="19428" y="9533"/>
                  </a:lnTo>
                  <a:cubicBezTo>
                    <a:pt x="19449" y="9542"/>
                    <a:pt x="19470" y="9546"/>
                    <a:pt x="19490" y="9546"/>
                  </a:cubicBezTo>
                  <a:cubicBezTo>
                    <a:pt x="19643" y="9546"/>
                    <a:pt x="19761" y="9320"/>
                    <a:pt x="19581" y="9253"/>
                  </a:cubicBezTo>
                  <a:lnTo>
                    <a:pt x="337" y="13"/>
                  </a:lnTo>
                  <a:cubicBezTo>
                    <a:pt x="316" y="4"/>
                    <a:pt x="294" y="0"/>
                    <a:pt x="2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63"/>
            <p:cNvSpPr/>
            <p:nvPr/>
          </p:nvSpPr>
          <p:spPr>
            <a:xfrm>
              <a:off x="3741600" y="2617575"/>
              <a:ext cx="70925" cy="36625"/>
            </a:xfrm>
            <a:custGeom>
              <a:avLst/>
              <a:gdLst/>
              <a:ahLst/>
              <a:cxnLst/>
              <a:rect l="l" t="t" r="r" b="b"/>
              <a:pathLst>
                <a:path w="2837" h="1465" extrusionOk="0">
                  <a:moveTo>
                    <a:pt x="267" y="0"/>
                  </a:moveTo>
                  <a:cubicBezTo>
                    <a:pt x="101" y="0"/>
                    <a:pt x="1" y="227"/>
                    <a:pt x="158" y="294"/>
                  </a:cubicBezTo>
                  <a:cubicBezTo>
                    <a:pt x="975" y="626"/>
                    <a:pt x="1741" y="1009"/>
                    <a:pt x="2506" y="1443"/>
                  </a:cubicBezTo>
                  <a:cubicBezTo>
                    <a:pt x="2533" y="1458"/>
                    <a:pt x="2560" y="1465"/>
                    <a:pt x="2585" y="1465"/>
                  </a:cubicBezTo>
                  <a:cubicBezTo>
                    <a:pt x="2730" y="1465"/>
                    <a:pt x="2837" y="1249"/>
                    <a:pt x="2685" y="1162"/>
                  </a:cubicBezTo>
                  <a:cubicBezTo>
                    <a:pt x="1919" y="728"/>
                    <a:pt x="1128" y="345"/>
                    <a:pt x="337" y="13"/>
                  </a:cubicBezTo>
                  <a:cubicBezTo>
                    <a:pt x="313" y="4"/>
                    <a:pt x="289" y="0"/>
                    <a:pt x="2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63"/>
            <p:cNvSpPr/>
            <p:nvPr/>
          </p:nvSpPr>
          <p:spPr>
            <a:xfrm>
              <a:off x="3851450" y="2672775"/>
              <a:ext cx="12800" cy="8325"/>
            </a:xfrm>
            <a:custGeom>
              <a:avLst/>
              <a:gdLst/>
              <a:ahLst/>
              <a:cxnLst/>
              <a:rect l="l" t="t" r="r" b="b"/>
              <a:pathLst>
                <a:path w="512" h="333" extrusionOk="0">
                  <a:moveTo>
                    <a:pt x="205" y="0"/>
                  </a:moveTo>
                  <a:cubicBezTo>
                    <a:pt x="1" y="0"/>
                    <a:pt x="1" y="332"/>
                    <a:pt x="205" y="332"/>
                  </a:cubicBezTo>
                  <a:lnTo>
                    <a:pt x="307" y="332"/>
                  </a:lnTo>
                  <a:cubicBezTo>
                    <a:pt x="511" y="332"/>
                    <a:pt x="511" y="0"/>
                    <a:pt x="3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63"/>
            <p:cNvSpPr/>
            <p:nvPr/>
          </p:nvSpPr>
          <p:spPr>
            <a:xfrm>
              <a:off x="3880100" y="2682025"/>
              <a:ext cx="418625" cy="195500"/>
            </a:xfrm>
            <a:custGeom>
              <a:avLst/>
              <a:gdLst/>
              <a:ahLst/>
              <a:cxnLst/>
              <a:rect l="l" t="t" r="r" b="b"/>
              <a:pathLst>
                <a:path w="16745" h="7820" extrusionOk="0">
                  <a:moveTo>
                    <a:pt x="203" y="1"/>
                  </a:moveTo>
                  <a:cubicBezTo>
                    <a:pt x="61" y="1"/>
                    <a:pt x="0" y="251"/>
                    <a:pt x="182" y="319"/>
                  </a:cubicBezTo>
                  <a:cubicBezTo>
                    <a:pt x="5695" y="2616"/>
                    <a:pt x="11106" y="5092"/>
                    <a:pt x="16414" y="7797"/>
                  </a:cubicBezTo>
                  <a:cubicBezTo>
                    <a:pt x="16445" y="7813"/>
                    <a:pt x="16475" y="7820"/>
                    <a:pt x="16502" y="7820"/>
                  </a:cubicBezTo>
                  <a:cubicBezTo>
                    <a:pt x="16657" y="7820"/>
                    <a:pt x="16745" y="7607"/>
                    <a:pt x="16593" y="7542"/>
                  </a:cubicBezTo>
                  <a:cubicBezTo>
                    <a:pt x="11233" y="4811"/>
                    <a:pt x="5797" y="2310"/>
                    <a:pt x="259" y="13"/>
                  </a:cubicBezTo>
                  <a:cubicBezTo>
                    <a:pt x="239" y="5"/>
                    <a:pt x="220" y="1"/>
                    <a:pt x="2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63"/>
            <p:cNvSpPr/>
            <p:nvPr/>
          </p:nvSpPr>
          <p:spPr>
            <a:xfrm>
              <a:off x="4354100" y="2898350"/>
              <a:ext cx="146350" cy="77425"/>
            </a:xfrm>
            <a:custGeom>
              <a:avLst/>
              <a:gdLst/>
              <a:ahLst/>
              <a:cxnLst/>
              <a:rect l="l" t="t" r="r" b="b"/>
              <a:pathLst>
                <a:path w="5854" h="3097" extrusionOk="0">
                  <a:moveTo>
                    <a:pt x="200" y="0"/>
                  </a:moveTo>
                  <a:cubicBezTo>
                    <a:pt x="44" y="0"/>
                    <a:pt x="1" y="250"/>
                    <a:pt x="160" y="318"/>
                  </a:cubicBezTo>
                  <a:cubicBezTo>
                    <a:pt x="2023" y="1110"/>
                    <a:pt x="3835" y="2028"/>
                    <a:pt x="5545" y="3075"/>
                  </a:cubicBezTo>
                  <a:cubicBezTo>
                    <a:pt x="5572" y="3090"/>
                    <a:pt x="5598" y="3097"/>
                    <a:pt x="5623" y="3097"/>
                  </a:cubicBezTo>
                  <a:cubicBezTo>
                    <a:pt x="5763" y="3097"/>
                    <a:pt x="5854" y="2881"/>
                    <a:pt x="5724" y="2794"/>
                  </a:cubicBezTo>
                  <a:cubicBezTo>
                    <a:pt x="3963" y="1748"/>
                    <a:pt x="2151" y="803"/>
                    <a:pt x="262" y="12"/>
                  </a:cubicBezTo>
                  <a:cubicBezTo>
                    <a:pt x="240" y="4"/>
                    <a:pt x="219" y="0"/>
                    <a:pt x="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63"/>
            <p:cNvSpPr/>
            <p:nvPr/>
          </p:nvSpPr>
          <p:spPr>
            <a:xfrm>
              <a:off x="4576425" y="3005275"/>
              <a:ext cx="115500" cy="57075"/>
            </a:xfrm>
            <a:custGeom>
              <a:avLst/>
              <a:gdLst/>
              <a:ahLst/>
              <a:cxnLst/>
              <a:rect l="l" t="t" r="r" b="b"/>
              <a:pathLst>
                <a:path w="4620" h="2283" extrusionOk="0">
                  <a:moveTo>
                    <a:pt x="264" y="1"/>
                  </a:moveTo>
                  <a:cubicBezTo>
                    <a:pt x="104" y="1"/>
                    <a:pt x="1" y="217"/>
                    <a:pt x="174" y="304"/>
                  </a:cubicBezTo>
                  <a:lnTo>
                    <a:pt x="4283" y="2269"/>
                  </a:lnTo>
                  <a:cubicBezTo>
                    <a:pt x="4307" y="2278"/>
                    <a:pt x="4331" y="2282"/>
                    <a:pt x="4353" y="2282"/>
                  </a:cubicBezTo>
                  <a:cubicBezTo>
                    <a:pt x="4519" y="2282"/>
                    <a:pt x="4620" y="2056"/>
                    <a:pt x="4462" y="1988"/>
                  </a:cubicBezTo>
                  <a:lnTo>
                    <a:pt x="353" y="23"/>
                  </a:lnTo>
                  <a:cubicBezTo>
                    <a:pt x="322" y="8"/>
                    <a:pt x="292" y="1"/>
                    <a:pt x="2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63"/>
            <p:cNvSpPr/>
            <p:nvPr/>
          </p:nvSpPr>
          <p:spPr>
            <a:xfrm>
              <a:off x="3394450" y="2619500"/>
              <a:ext cx="133400" cy="64700"/>
            </a:xfrm>
            <a:custGeom>
              <a:avLst/>
              <a:gdLst/>
              <a:ahLst/>
              <a:cxnLst/>
              <a:rect l="l" t="t" r="r" b="b"/>
              <a:pathLst>
                <a:path w="5336" h="2588" extrusionOk="0">
                  <a:moveTo>
                    <a:pt x="182" y="1"/>
                  </a:moveTo>
                  <a:cubicBezTo>
                    <a:pt x="44" y="1"/>
                    <a:pt x="1" y="251"/>
                    <a:pt x="160" y="319"/>
                  </a:cubicBezTo>
                  <a:cubicBezTo>
                    <a:pt x="1819" y="983"/>
                    <a:pt x="3427" y="1723"/>
                    <a:pt x="5009" y="2565"/>
                  </a:cubicBezTo>
                  <a:cubicBezTo>
                    <a:pt x="5036" y="2580"/>
                    <a:pt x="5063" y="2587"/>
                    <a:pt x="5088" y="2587"/>
                  </a:cubicBezTo>
                  <a:cubicBezTo>
                    <a:pt x="5233" y="2587"/>
                    <a:pt x="5336" y="2371"/>
                    <a:pt x="5162" y="2284"/>
                  </a:cubicBezTo>
                  <a:cubicBezTo>
                    <a:pt x="3580" y="1442"/>
                    <a:pt x="1921" y="677"/>
                    <a:pt x="237" y="13"/>
                  </a:cubicBezTo>
                  <a:cubicBezTo>
                    <a:pt x="217" y="5"/>
                    <a:pt x="199" y="1"/>
                    <a:pt x="1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63"/>
            <p:cNvSpPr/>
            <p:nvPr/>
          </p:nvSpPr>
          <p:spPr>
            <a:xfrm>
              <a:off x="3598550" y="2712150"/>
              <a:ext cx="147625" cy="74125"/>
            </a:xfrm>
            <a:custGeom>
              <a:avLst/>
              <a:gdLst/>
              <a:ahLst/>
              <a:cxnLst/>
              <a:rect l="l" t="t" r="r" b="b"/>
              <a:pathLst>
                <a:path w="5905" h="2965" extrusionOk="0">
                  <a:moveTo>
                    <a:pt x="269" y="1"/>
                  </a:moveTo>
                  <a:cubicBezTo>
                    <a:pt x="113" y="1"/>
                    <a:pt x="1" y="219"/>
                    <a:pt x="163" y="288"/>
                  </a:cubicBezTo>
                  <a:lnTo>
                    <a:pt x="5574" y="2943"/>
                  </a:lnTo>
                  <a:cubicBezTo>
                    <a:pt x="5601" y="2958"/>
                    <a:pt x="5627" y="2965"/>
                    <a:pt x="5653" y="2965"/>
                  </a:cubicBezTo>
                  <a:cubicBezTo>
                    <a:pt x="5798" y="2965"/>
                    <a:pt x="5905" y="2749"/>
                    <a:pt x="5753" y="2662"/>
                  </a:cubicBezTo>
                  <a:lnTo>
                    <a:pt x="316" y="8"/>
                  </a:lnTo>
                  <a:cubicBezTo>
                    <a:pt x="300" y="3"/>
                    <a:pt x="284" y="1"/>
                    <a:pt x="2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63"/>
            <p:cNvSpPr/>
            <p:nvPr/>
          </p:nvSpPr>
          <p:spPr>
            <a:xfrm>
              <a:off x="3878200" y="2780875"/>
              <a:ext cx="191025" cy="91925"/>
            </a:xfrm>
            <a:custGeom>
              <a:avLst/>
              <a:gdLst/>
              <a:ahLst/>
              <a:cxnLst/>
              <a:rect l="l" t="t" r="r" b="b"/>
              <a:pathLst>
                <a:path w="7641" h="3677" extrusionOk="0">
                  <a:moveTo>
                    <a:pt x="243" y="1"/>
                  </a:moveTo>
                  <a:cubicBezTo>
                    <a:pt x="97" y="1"/>
                    <a:pt x="0" y="207"/>
                    <a:pt x="156" y="296"/>
                  </a:cubicBezTo>
                  <a:cubicBezTo>
                    <a:pt x="2504" y="1521"/>
                    <a:pt x="4929" y="2644"/>
                    <a:pt x="7404" y="3665"/>
                  </a:cubicBezTo>
                  <a:cubicBezTo>
                    <a:pt x="7424" y="3673"/>
                    <a:pt x="7442" y="3677"/>
                    <a:pt x="7459" y="3677"/>
                  </a:cubicBezTo>
                  <a:cubicBezTo>
                    <a:pt x="7597" y="3677"/>
                    <a:pt x="7640" y="3427"/>
                    <a:pt x="7481" y="3359"/>
                  </a:cubicBezTo>
                  <a:cubicBezTo>
                    <a:pt x="5031" y="2338"/>
                    <a:pt x="2657" y="1240"/>
                    <a:pt x="309" y="15"/>
                  </a:cubicBezTo>
                  <a:cubicBezTo>
                    <a:pt x="286" y="5"/>
                    <a:pt x="264"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63"/>
            <p:cNvSpPr/>
            <p:nvPr/>
          </p:nvSpPr>
          <p:spPr>
            <a:xfrm>
              <a:off x="3820050" y="2909825"/>
              <a:ext cx="50000" cy="24925"/>
            </a:xfrm>
            <a:custGeom>
              <a:avLst/>
              <a:gdLst/>
              <a:ahLst/>
              <a:cxnLst/>
              <a:rect l="l" t="t" r="r" b="b"/>
              <a:pathLst>
                <a:path w="2000" h="997" extrusionOk="0">
                  <a:moveTo>
                    <a:pt x="174" y="0"/>
                  </a:moveTo>
                  <a:cubicBezTo>
                    <a:pt x="23" y="0"/>
                    <a:pt x="1" y="248"/>
                    <a:pt x="160" y="293"/>
                  </a:cubicBezTo>
                  <a:cubicBezTo>
                    <a:pt x="695" y="472"/>
                    <a:pt x="1206" y="702"/>
                    <a:pt x="1691" y="982"/>
                  </a:cubicBezTo>
                  <a:cubicBezTo>
                    <a:pt x="1714" y="992"/>
                    <a:pt x="1736" y="997"/>
                    <a:pt x="1757" y="997"/>
                  </a:cubicBezTo>
                  <a:cubicBezTo>
                    <a:pt x="1903" y="997"/>
                    <a:pt x="2000" y="791"/>
                    <a:pt x="1844" y="702"/>
                  </a:cubicBezTo>
                  <a:cubicBezTo>
                    <a:pt x="1334" y="421"/>
                    <a:pt x="798" y="191"/>
                    <a:pt x="236" y="13"/>
                  </a:cubicBezTo>
                  <a:cubicBezTo>
                    <a:pt x="214" y="4"/>
                    <a:pt x="193" y="0"/>
                    <a:pt x="1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63"/>
            <p:cNvSpPr/>
            <p:nvPr/>
          </p:nvSpPr>
          <p:spPr>
            <a:xfrm>
              <a:off x="3295025" y="2656500"/>
              <a:ext cx="81825" cy="42175"/>
            </a:xfrm>
            <a:custGeom>
              <a:avLst/>
              <a:gdLst/>
              <a:ahLst/>
              <a:cxnLst/>
              <a:rect l="l" t="t" r="r" b="b"/>
              <a:pathLst>
                <a:path w="3273" h="1687" extrusionOk="0">
                  <a:moveTo>
                    <a:pt x="271" y="0"/>
                  </a:moveTo>
                  <a:cubicBezTo>
                    <a:pt x="119" y="0"/>
                    <a:pt x="1" y="226"/>
                    <a:pt x="181" y="294"/>
                  </a:cubicBezTo>
                  <a:lnTo>
                    <a:pt x="2937" y="1672"/>
                  </a:lnTo>
                  <a:cubicBezTo>
                    <a:pt x="2960" y="1682"/>
                    <a:pt x="2983" y="1686"/>
                    <a:pt x="3005" y="1686"/>
                  </a:cubicBezTo>
                  <a:cubicBezTo>
                    <a:pt x="3156" y="1686"/>
                    <a:pt x="3272" y="1481"/>
                    <a:pt x="3116" y="1391"/>
                  </a:cubicBezTo>
                  <a:lnTo>
                    <a:pt x="334" y="13"/>
                  </a:lnTo>
                  <a:cubicBezTo>
                    <a:pt x="313" y="4"/>
                    <a:pt x="292" y="0"/>
                    <a:pt x="2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63"/>
            <p:cNvSpPr/>
            <p:nvPr/>
          </p:nvSpPr>
          <p:spPr>
            <a:xfrm>
              <a:off x="3319200" y="2473375"/>
              <a:ext cx="22575" cy="13425"/>
            </a:xfrm>
            <a:custGeom>
              <a:avLst/>
              <a:gdLst/>
              <a:ahLst/>
              <a:cxnLst/>
              <a:rect l="l" t="t" r="r" b="b"/>
              <a:pathLst>
                <a:path w="903" h="537" extrusionOk="0">
                  <a:moveTo>
                    <a:pt x="250" y="0"/>
                  </a:moveTo>
                  <a:cubicBezTo>
                    <a:pt x="101" y="0"/>
                    <a:pt x="1" y="227"/>
                    <a:pt x="158" y="294"/>
                  </a:cubicBezTo>
                  <a:lnTo>
                    <a:pt x="592" y="524"/>
                  </a:lnTo>
                  <a:cubicBezTo>
                    <a:pt x="613" y="533"/>
                    <a:pt x="634" y="537"/>
                    <a:pt x="654" y="537"/>
                  </a:cubicBezTo>
                  <a:cubicBezTo>
                    <a:pt x="802" y="537"/>
                    <a:pt x="903" y="311"/>
                    <a:pt x="745" y="243"/>
                  </a:cubicBezTo>
                  <a:lnTo>
                    <a:pt x="311" y="13"/>
                  </a:lnTo>
                  <a:cubicBezTo>
                    <a:pt x="290" y="4"/>
                    <a:pt x="270" y="0"/>
                    <a:pt x="2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63"/>
            <p:cNvSpPr/>
            <p:nvPr/>
          </p:nvSpPr>
          <p:spPr>
            <a:xfrm>
              <a:off x="4180625" y="3005475"/>
              <a:ext cx="168525" cy="79425"/>
            </a:xfrm>
            <a:custGeom>
              <a:avLst/>
              <a:gdLst/>
              <a:ahLst/>
              <a:cxnLst/>
              <a:rect l="l" t="t" r="r" b="b"/>
              <a:pathLst>
                <a:path w="6741" h="3177" extrusionOk="0">
                  <a:moveTo>
                    <a:pt x="244" y="1"/>
                  </a:moveTo>
                  <a:cubicBezTo>
                    <a:pt x="98" y="1"/>
                    <a:pt x="1" y="207"/>
                    <a:pt x="157" y="296"/>
                  </a:cubicBezTo>
                  <a:cubicBezTo>
                    <a:pt x="2250" y="1215"/>
                    <a:pt x="4342" y="2159"/>
                    <a:pt x="6435" y="3154"/>
                  </a:cubicBezTo>
                  <a:cubicBezTo>
                    <a:pt x="6462" y="3170"/>
                    <a:pt x="6488" y="3176"/>
                    <a:pt x="6513" y="3176"/>
                  </a:cubicBezTo>
                  <a:cubicBezTo>
                    <a:pt x="6652" y="3176"/>
                    <a:pt x="6740" y="2960"/>
                    <a:pt x="6588" y="2873"/>
                  </a:cubicBezTo>
                  <a:cubicBezTo>
                    <a:pt x="4521" y="1904"/>
                    <a:pt x="2428" y="934"/>
                    <a:pt x="310" y="15"/>
                  </a:cubicBezTo>
                  <a:cubicBezTo>
                    <a:pt x="287" y="5"/>
                    <a:pt x="265" y="1"/>
                    <a:pt x="2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63"/>
            <p:cNvSpPr/>
            <p:nvPr/>
          </p:nvSpPr>
          <p:spPr>
            <a:xfrm>
              <a:off x="4377875" y="3095800"/>
              <a:ext cx="12775" cy="7675"/>
            </a:xfrm>
            <a:custGeom>
              <a:avLst/>
              <a:gdLst/>
              <a:ahLst/>
              <a:cxnLst/>
              <a:rect l="l" t="t" r="r" b="b"/>
              <a:pathLst>
                <a:path w="511" h="307" extrusionOk="0">
                  <a:moveTo>
                    <a:pt x="204" y="1"/>
                  </a:moveTo>
                  <a:cubicBezTo>
                    <a:pt x="0" y="1"/>
                    <a:pt x="0" y="307"/>
                    <a:pt x="204" y="307"/>
                  </a:cubicBezTo>
                  <a:lnTo>
                    <a:pt x="306" y="307"/>
                  </a:lnTo>
                  <a:cubicBezTo>
                    <a:pt x="510" y="307"/>
                    <a:pt x="510" y="1"/>
                    <a:pt x="3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63"/>
            <p:cNvSpPr/>
            <p:nvPr/>
          </p:nvSpPr>
          <p:spPr>
            <a:xfrm>
              <a:off x="4523225" y="3161825"/>
              <a:ext cx="140000" cy="69600"/>
            </a:xfrm>
            <a:custGeom>
              <a:avLst/>
              <a:gdLst/>
              <a:ahLst/>
              <a:cxnLst/>
              <a:rect l="l" t="t" r="r" b="b"/>
              <a:pathLst>
                <a:path w="5600" h="2784" extrusionOk="0">
                  <a:moveTo>
                    <a:pt x="274" y="1"/>
                  </a:moveTo>
                  <a:cubicBezTo>
                    <a:pt x="121" y="1"/>
                    <a:pt x="1" y="227"/>
                    <a:pt x="158" y="295"/>
                  </a:cubicBezTo>
                  <a:lnTo>
                    <a:pt x="5263" y="2770"/>
                  </a:lnTo>
                  <a:cubicBezTo>
                    <a:pt x="5287" y="2779"/>
                    <a:pt x="5310" y="2783"/>
                    <a:pt x="5333" y="2783"/>
                  </a:cubicBezTo>
                  <a:cubicBezTo>
                    <a:pt x="5499" y="2783"/>
                    <a:pt x="5599" y="2557"/>
                    <a:pt x="5441" y="2490"/>
                  </a:cubicBezTo>
                  <a:lnTo>
                    <a:pt x="337" y="14"/>
                  </a:lnTo>
                  <a:cubicBezTo>
                    <a:pt x="316" y="5"/>
                    <a:pt x="295" y="1"/>
                    <a:pt x="2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63"/>
            <p:cNvSpPr/>
            <p:nvPr/>
          </p:nvSpPr>
          <p:spPr>
            <a:xfrm>
              <a:off x="4430750" y="3024025"/>
              <a:ext cx="70250" cy="34075"/>
            </a:xfrm>
            <a:custGeom>
              <a:avLst/>
              <a:gdLst/>
              <a:ahLst/>
              <a:cxnLst/>
              <a:rect l="l" t="t" r="r" b="b"/>
              <a:pathLst>
                <a:path w="2810" h="1363" extrusionOk="0">
                  <a:moveTo>
                    <a:pt x="203" y="1"/>
                  </a:moveTo>
                  <a:cubicBezTo>
                    <a:pt x="61" y="1"/>
                    <a:pt x="0" y="251"/>
                    <a:pt x="182" y="319"/>
                  </a:cubicBezTo>
                  <a:cubicBezTo>
                    <a:pt x="973" y="600"/>
                    <a:pt x="1764" y="932"/>
                    <a:pt x="2505" y="1340"/>
                  </a:cubicBezTo>
                  <a:cubicBezTo>
                    <a:pt x="2531" y="1356"/>
                    <a:pt x="2558" y="1362"/>
                    <a:pt x="2582" y="1362"/>
                  </a:cubicBezTo>
                  <a:cubicBezTo>
                    <a:pt x="2722" y="1362"/>
                    <a:pt x="2810" y="1146"/>
                    <a:pt x="2658" y="1060"/>
                  </a:cubicBezTo>
                  <a:cubicBezTo>
                    <a:pt x="1892" y="626"/>
                    <a:pt x="1101" y="294"/>
                    <a:pt x="259" y="13"/>
                  </a:cubicBezTo>
                  <a:cubicBezTo>
                    <a:pt x="239" y="5"/>
                    <a:pt x="220" y="1"/>
                    <a:pt x="2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63"/>
            <p:cNvSpPr/>
            <p:nvPr/>
          </p:nvSpPr>
          <p:spPr>
            <a:xfrm>
              <a:off x="4523975" y="3063900"/>
              <a:ext cx="13425" cy="7675"/>
            </a:xfrm>
            <a:custGeom>
              <a:avLst/>
              <a:gdLst/>
              <a:ahLst/>
              <a:cxnLst/>
              <a:rect l="l" t="t" r="r" b="b"/>
              <a:pathLst>
                <a:path w="537" h="307" extrusionOk="0">
                  <a:moveTo>
                    <a:pt x="205" y="0"/>
                  </a:moveTo>
                  <a:cubicBezTo>
                    <a:pt x="1" y="0"/>
                    <a:pt x="1" y="307"/>
                    <a:pt x="205" y="307"/>
                  </a:cubicBezTo>
                  <a:lnTo>
                    <a:pt x="307" y="307"/>
                  </a:lnTo>
                  <a:cubicBezTo>
                    <a:pt x="537" y="307"/>
                    <a:pt x="537" y="0"/>
                    <a:pt x="3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63"/>
            <p:cNvSpPr/>
            <p:nvPr/>
          </p:nvSpPr>
          <p:spPr>
            <a:xfrm>
              <a:off x="4382975" y="3007750"/>
              <a:ext cx="13425" cy="8325"/>
            </a:xfrm>
            <a:custGeom>
              <a:avLst/>
              <a:gdLst/>
              <a:ahLst/>
              <a:cxnLst/>
              <a:rect l="l" t="t" r="r" b="b"/>
              <a:pathLst>
                <a:path w="537" h="333" extrusionOk="0">
                  <a:moveTo>
                    <a:pt x="230" y="1"/>
                  </a:moveTo>
                  <a:cubicBezTo>
                    <a:pt x="0" y="1"/>
                    <a:pt x="0" y="332"/>
                    <a:pt x="230" y="332"/>
                  </a:cubicBezTo>
                  <a:lnTo>
                    <a:pt x="332" y="332"/>
                  </a:lnTo>
                  <a:cubicBezTo>
                    <a:pt x="536" y="332"/>
                    <a:pt x="536" y="1"/>
                    <a:pt x="3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63"/>
            <p:cNvSpPr/>
            <p:nvPr/>
          </p:nvSpPr>
          <p:spPr>
            <a:xfrm>
              <a:off x="4333825" y="2981100"/>
              <a:ext cx="8325" cy="10725"/>
            </a:xfrm>
            <a:custGeom>
              <a:avLst/>
              <a:gdLst/>
              <a:ahLst/>
              <a:cxnLst/>
              <a:rect l="l" t="t" r="r" b="b"/>
              <a:pathLst>
                <a:path w="333" h="429" extrusionOk="0">
                  <a:moveTo>
                    <a:pt x="167" y="1"/>
                  </a:moveTo>
                  <a:cubicBezTo>
                    <a:pt x="84" y="1"/>
                    <a:pt x="1" y="58"/>
                    <a:pt x="1" y="173"/>
                  </a:cubicBezTo>
                  <a:lnTo>
                    <a:pt x="1" y="275"/>
                  </a:lnTo>
                  <a:cubicBezTo>
                    <a:pt x="1" y="377"/>
                    <a:pt x="84" y="428"/>
                    <a:pt x="167" y="428"/>
                  </a:cubicBezTo>
                  <a:cubicBezTo>
                    <a:pt x="250" y="428"/>
                    <a:pt x="333" y="377"/>
                    <a:pt x="333" y="275"/>
                  </a:cubicBezTo>
                  <a:lnTo>
                    <a:pt x="333" y="173"/>
                  </a:lnTo>
                  <a:cubicBezTo>
                    <a:pt x="333" y="58"/>
                    <a:pt x="250" y="1"/>
                    <a:pt x="1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63"/>
            <p:cNvSpPr/>
            <p:nvPr/>
          </p:nvSpPr>
          <p:spPr>
            <a:xfrm>
              <a:off x="3747800" y="2704525"/>
              <a:ext cx="26775" cy="13725"/>
            </a:xfrm>
            <a:custGeom>
              <a:avLst/>
              <a:gdLst/>
              <a:ahLst/>
              <a:cxnLst/>
              <a:rect l="l" t="t" r="r" b="b"/>
              <a:pathLst>
                <a:path w="1071" h="549" extrusionOk="0">
                  <a:moveTo>
                    <a:pt x="223" y="1"/>
                  </a:moveTo>
                  <a:cubicBezTo>
                    <a:pt x="53" y="1"/>
                    <a:pt x="0" y="267"/>
                    <a:pt x="165" y="338"/>
                  </a:cubicBezTo>
                  <a:lnTo>
                    <a:pt x="804" y="542"/>
                  </a:lnTo>
                  <a:cubicBezTo>
                    <a:pt x="819" y="546"/>
                    <a:pt x="834" y="548"/>
                    <a:pt x="848" y="548"/>
                  </a:cubicBezTo>
                  <a:cubicBezTo>
                    <a:pt x="1018" y="548"/>
                    <a:pt x="1071" y="281"/>
                    <a:pt x="906" y="211"/>
                  </a:cubicBezTo>
                  <a:lnTo>
                    <a:pt x="268" y="6"/>
                  </a:lnTo>
                  <a:cubicBezTo>
                    <a:pt x="252" y="3"/>
                    <a:pt x="237" y="1"/>
                    <a:pt x="2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63"/>
            <p:cNvSpPr/>
            <p:nvPr/>
          </p:nvSpPr>
          <p:spPr>
            <a:xfrm>
              <a:off x="3572475" y="2779025"/>
              <a:ext cx="48125" cy="24225"/>
            </a:xfrm>
            <a:custGeom>
              <a:avLst/>
              <a:gdLst/>
              <a:ahLst/>
              <a:cxnLst/>
              <a:rect l="l" t="t" r="r" b="b"/>
              <a:pathLst>
                <a:path w="1925" h="969" extrusionOk="0">
                  <a:moveTo>
                    <a:pt x="182" y="0"/>
                  </a:moveTo>
                  <a:cubicBezTo>
                    <a:pt x="44" y="0"/>
                    <a:pt x="1" y="253"/>
                    <a:pt x="160" y="344"/>
                  </a:cubicBezTo>
                  <a:lnTo>
                    <a:pt x="1666" y="957"/>
                  </a:lnTo>
                  <a:cubicBezTo>
                    <a:pt x="1685" y="965"/>
                    <a:pt x="1704" y="969"/>
                    <a:pt x="1721" y="969"/>
                  </a:cubicBezTo>
                  <a:cubicBezTo>
                    <a:pt x="1863" y="969"/>
                    <a:pt x="1924" y="716"/>
                    <a:pt x="1742" y="625"/>
                  </a:cubicBezTo>
                  <a:lnTo>
                    <a:pt x="236" y="13"/>
                  </a:lnTo>
                  <a:cubicBezTo>
                    <a:pt x="217" y="4"/>
                    <a:pt x="199" y="0"/>
                    <a:pt x="1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63"/>
            <p:cNvSpPr/>
            <p:nvPr/>
          </p:nvSpPr>
          <p:spPr>
            <a:xfrm>
              <a:off x="4388425" y="3177975"/>
              <a:ext cx="43025" cy="21125"/>
            </a:xfrm>
            <a:custGeom>
              <a:avLst/>
              <a:gdLst/>
              <a:ahLst/>
              <a:cxnLst/>
              <a:rect l="l" t="t" r="r" b="b"/>
              <a:pathLst>
                <a:path w="1721" h="845" extrusionOk="0">
                  <a:moveTo>
                    <a:pt x="223" y="0"/>
                  </a:moveTo>
                  <a:cubicBezTo>
                    <a:pt x="53" y="0"/>
                    <a:pt x="0" y="265"/>
                    <a:pt x="165" y="312"/>
                  </a:cubicBezTo>
                  <a:cubicBezTo>
                    <a:pt x="624" y="414"/>
                    <a:pt x="1033" y="593"/>
                    <a:pt x="1416" y="823"/>
                  </a:cubicBezTo>
                  <a:cubicBezTo>
                    <a:pt x="1442" y="838"/>
                    <a:pt x="1469" y="845"/>
                    <a:pt x="1493" y="845"/>
                  </a:cubicBezTo>
                  <a:cubicBezTo>
                    <a:pt x="1633" y="845"/>
                    <a:pt x="1721" y="629"/>
                    <a:pt x="1569" y="542"/>
                  </a:cubicBezTo>
                  <a:cubicBezTo>
                    <a:pt x="1160" y="287"/>
                    <a:pt x="727" y="108"/>
                    <a:pt x="267" y="6"/>
                  </a:cubicBezTo>
                  <a:cubicBezTo>
                    <a:pt x="252" y="2"/>
                    <a:pt x="237" y="0"/>
                    <a:pt x="2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63"/>
            <p:cNvSpPr/>
            <p:nvPr/>
          </p:nvSpPr>
          <p:spPr>
            <a:xfrm>
              <a:off x="4541775" y="3247300"/>
              <a:ext cx="110400" cy="58400"/>
            </a:xfrm>
            <a:custGeom>
              <a:avLst/>
              <a:gdLst/>
              <a:ahLst/>
              <a:cxnLst/>
              <a:rect l="l" t="t" r="r" b="b"/>
              <a:pathLst>
                <a:path w="4416" h="2336" extrusionOk="0">
                  <a:moveTo>
                    <a:pt x="268" y="1"/>
                  </a:moveTo>
                  <a:cubicBezTo>
                    <a:pt x="117" y="1"/>
                    <a:pt x="1" y="207"/>
                    <a:pt x="156" y="296"/>
                  </a:cubicBezTo>
                  <a:lnTo>
                    <a:pt x="4087" y="2312"/>
                  </a:lnTo>
                  <a:cubicBezTo>
                    <a:pt x="4120" y="2328"/>
                    <a:pt x="4152" y="2336"/>
                    <a:pt x="4181" y="2336"/>
                  </a:cubicBezTo>
                  <a:cubicBezTo>
                    <a:pt x="4332" y="2336"/>
                    <a:pt x="4415" y="2142"/>
                    <a:pt x="4266" y="2057"/>
                  </a:cubicBezTo>
                  <a:lnTo>
                    <a:pt x="335" y="15"/>
                  </a:lnTo>
                  <a:cubicBezTo>
                    <a:pt x="312" y="5"/>
                    <a:pt x="290"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63"/>
            <p:cNvSpPr/>
            <p:nvPr/>
          </p:nvSpPr>
          <p:spPr>
            <a:xfrm>
              <a:off x="4688800" y="3308275"/>
              <a:ext cx="13225" cy="7725"/>
            </a:xfrm>
            <a:custGeom>
              <a:avLst/>
              <a:gdLst/>
              <a:ahLst/>
              <a:cxnLst/>
              <a:rect l="l" t="t" r="r" b="b"/>
              <a:pathLst>
                <a:path w="529" h="309" extrusionOk="0">
                  <a:moveTo>
                    <a:pt x="197" y="1"/>
                  </a:moveTo>
                  <a:cubicBezTo>
                    <a:pt x="0" y="1"/>
                    <a:pt x="16" y="308"/>
                    <a:pt x="200" y="308"/>
                  </a:cubicBezTo>
                  <a:cubicBezTo>
                    <a:pt x="207" y="308"/>
                    <a:pt x="215" y="308"/>
                    <a:pt x="222" y="307"/>
                  </a:cubicBezTo>
                  <a:lnTo>
                    <a:pt x="324" y="307"/>
                  </a:lnTo>
                  <a:cubicBezTo>
                    <a:pt x="528" y="307"/>
                    <a:pt x="528" y="1"/>
                    <a:pt x="3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63"/>
            <p:cNvSpPr/>
            <p:nvPr/>
          </p:nvSpPr>
          <p:spPr>
            <a:xfrm>
              <a:off x="4052475" y="3002925"/>
              <a:ext cx="28175" cy="16025"/>
            </a:xfrm>
            <a:custGeom>
              <a:avLst/>
              <a:gdLst/>
              <a:ahLst/>
              <a:cxnLst/>
              <a:rect l="l" t="t" r="r" b="b"/>
              <a:pathLst>
                <a:path w="1127" h="641" extrusionOk="0">
                  <a:moveTo>
                    <a:pt x="264" y="1"/>
                  </a:moveTo>
                  <a:cubicBezTo>
                    <a:pt x="113" y="1"/>
                    <a:pt x="0" y="207"/>
                    <a:pt x="178" y="296"/>
                  </a:cubicBezTo>
                  <a:lnTo>
                    <a:pt x="816" y="627"/>
                  </a:lnTo>
                  <a:cubicBezTo>
                    <a:pt x="837" y="636"/>
                    <a:pt x="858" y="641"/>
                    <a:pt x="878" y="641"/>
                  </a:cubicBezTo>
                  <a:cubicBezTo>
                    <a:pt x="1026" y="641"/>
                    <a:pt x="1127" y="414"/>
                    <a:pt x="969" y="347"/>
                  </a:cubicBezTo>
                  <a:lnTo>
                    <a:pt x="331" y="15"/>
                  </a:lnTo>
                  <a:cubicBezTo>
                    <a:pt x="309" y="5"/>
                    <a:pt x="286" y="1"/>
                    <a:pt x="2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63"/>
            <p:cNvSpPr/>
            <p:nvPr/>
          </p:nvSpPr>
          <p:spPr>
            <a:xfrm>
              <a:off x="1266725" y="1798700"/>
              <a:ext cx="503450" cy="547350"/>
            </a:xfrm>
            <a:custGeom>
              <a:avLst/>
              <a:gdLst/>
              <a:ahLst/>
              <a:cxnLst/>
              <a:rect l="l" t="t" r="r" b="b"/>
              <a:pathLst>
                <a:path w="20138" h="21894" extrusionOk="0">
                  <a:moveTo>
                    <a:pt x="688" y="1"/>
                  </a:moveTo>
                  <a:cubicBezTo>
                    <a:pt x="335" y="1"/>
                    <a:pt x="1" y="344"/>
                    <a:pt x="254" y="687"/>
                  </a:cubicBezTo>
                  <a:cubicBezTo>
                    <a:pt x="3316" y="4643"/>
                    <a:pt x="6481" y="8522"/>
                    <a:pt x="9697" y="12376"/>
                  </a:cubicBezTo>
                  <a:cubicBezTo>
                    <a:pt x="11279" y="14265"/>
                    <a:pt x="12836" y="16153"/>
                    <a:pt x="14470" y="18016"/>
                  </a:cubicBezTo>
                  <a:cubicBezTo>
                    <a:pt x="15822" y="19573"/>
                    <a:pt x="17252" y="21003"/>
                    <a:pt x="19166" y="21845"/>
                  </a:cubicBezTo>
                  <a:cubicBezTo>
                    <a:pt x="19240" y="21879"/>
                    <a:pt x="19313" y="21894"/>
                    <a:pt x="19382" y="21894"/>
                  </a:cubicBezTo>
                  <a:cubicBezTo>
                    <a:pt x="19837" y="21894"/>
                    <a:pt x="20138" y="21249"/>
                    <a:pt x="19651" y="21028"/>
                  </a:cubicBezTo>
                  <a:cubicBezTo>
                    <a:pt x="17660" y="20135"/>
                    <a:pt x="16205" y="18603"/>
                    <a:pt x="14801" y="16944"/>
                  </a:cubicBezTo>
                  <a:cubicBezTo>
                    <a:pt x="13321" y="15209"/>
                    <a:pt x="11841" y="13448"/>
                    <a:pt x="10360" y="11687"/>
                  </a:cubicBezTo>
                  <a:cubicBezTo>
                    <a:pt x="7221" y="7910"/>
                    <a:pt x="4107" y="4107"/>
                    <a:pt x="1096" y="202"/>
                  </a:cubicBezTo>
                  <a:cubicBezTo>
                    <a:pt x="984" y="60"/>
                    <a:pt x="834" y="1"/>
                    <a:pt x="6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63"/>
            <p:cNvSpPr/>
            <p:nvPr/>
          </p:nvSpPr>
          <p:spPr>
            <a:xfrm>
              <a:off x="755100" y="1189075"/>
              <a:ext cx="103700" cy="36150"/>
            </a:xfrm>
            <a:custGeom>
              <a:avLst/>
              <a:gdLst/>
              <a:ahLst/>
              <a:cxnLst/>
              <a:rect l="l" t="t" r="r" b="b"/>
              <a:pathLst>
                <a:path w="4148" h="1446" extrusionOk="0">
                  <a:moveTo>
                    <a:pt x="3406" y="1"/>
                  </a:moveTo>
                  <a:cubicBezTo>
                    <a:pt x="3375" y="1"/>
                    <a:pt x="3344" y="3"/>
                    <a:pt x="3312" y="9"/>
                  </a:cubicBezTo>
                  <a:lnTo>
                    <a:pt x="581" y="519"/>
                  </a:lnTo>
                  <a:cubicBezTo>
                    <a:pt x="1" y="616"/>
                    <a:pt x="200" y="1446"/>
                    <a:pt x="743" y="1446"/>
                  </a:cubicBezTo>
                  <a:cubicBezTo>
                    <a:pt x="773" y="1446"/>
                    <a:pt x="804" y="1443"/>
                    <a:pt x="836" y="1438"/>
                  </a:cubicBezTo>
                  <a:lnTo>
                    <a:pt x="3567" y="928"/>
                  </a:lnTo>
                  <a:cubicBezTo>
                    <a:pt x="4148" y="831"/>
                    <a:pt x="3949"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63"/>
            <p:cNvSpPr/>
            <p:nvPr/>
          </p:nvSpPr>
          <p:spPr>
            <a:xfrm>
              <a:off x="1185625" y="1377250"/>
              <a:ext cx="42150" cy="35650"/>
            </a:xfrm>
            <a:custGeom>
              <a:avLst/>
              <a:gdLst/>
              <a:ahLst/>
              <a:cxnLst/>
              <a:rect l="l" t="t" r="r" b="b"/>
              <a:pathLst>
                <a:path w="1686" h="1426" extrusionOk="0">
                  <a:moveTo>
                    <a:pt x="1161" y="0"/>
                  </a:moveTo>
                  <a:cubicBezTo>
                    <a:pt x="1086" y="0"/>
                    <a:pt x="1012" y="20"/>
                    <a:pt x="945" y="62"/>
                  </a:cubicBezTo>
                  <a:lnTo>
                    <a:pt x="307" y="547"/>
                  </a:lnTo>
                  <a:cubicBezTo>
                    <a:pt x="77" y="674"/>
                    <a:pt x="1" y="955"/>
                    <a:pt x="129" y="1185"/>
                  </a:cubicBezTo>
                  <a:cubicBezTo>
                    <a:pt x="215" y="1340"/>
                    <a:pt x="370" y="1425"/>
                    <a:pt x="533" y="1425"/>
                  </a:cubicBezTo>
                  <a:cubicBezTo>
                    <a:pt x="612" y="1425"/>
                    <a:pt x="692" y="1405"/>
                    <a:pt x="767" y="1364"/>
                  </a:cubicBezTo>
                  <a:lnTo>
                    <a:pt x="1405" y="879"/>
                  </a:lnTo>
                  <a:cubicBezTo>
                    <a:pt x="1609" y="751"/>
                    <a:pt x="1685" y="470"/>
                    <a:pt x="1558" y="241"/>
                  </a:cubicBezTo>
                  <a:cubicBezTo>
                    <a:pt x="1472" y="86"/>
                    <a:pt x="1316" y="0"/>
                    <a:pt x="11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63"/>
            <p:cNvSpPr/>
            <p:nvPr/>
          </p:nvSpPr>
          <p:spPr>
            <a:xfrm>
              <a:off x="1370025" y="1458050"/>
              <a:ext cx="45975" cy="31650"/>
            </a:xfrm>
            <a:custGeom>
              <a:avLst/>
              <a:gdLst/>
              <a:ahLst/>
              <a:cxnLst/>
              <a:rect l="l" t="t" r="r" b="b"/>
              <a:pathLst>
                <a:path w="1839" h="1266" extrusionOk="0">
                  <a:moveTo>
                    <a:pt x="1325" y="0"/>
                  </a:moveTo>
                  <a:cubicBezTo>
                    <a:pt x="1283" y="0"/>
                    <a:pt x="1241" y="7"/>
                    <a:pt x="1200" y="20"/>
                  </a:cubicBezTo>
                  <a:lnTo>
                    <a:pt x="384" y="352"/>
                  </a:lnTo>
                  <a:cubicBezTo>
                    <a:pt x="154" y="403"/>
                    <a:pt x="1" y="684"/>
                    <a:pt x="52" y="939"/>
                  </a:cubicBezTo>
                  <a:cubicBezTo>
                    <a:pt x="115" y="1128"/>
                    <a:pt x="299" y="1265"/>
                    <a:pt x="504" y="1265"/>
                  </a:cubicBezTo>
                  <a:cubicBezTo>
                    <a:pt x="549" y="1265"/>
                    <a:pt x="594" y="1259"/>
                    <a:pt x="639" y="1245"/>
                  </a:cubicBezTo>
                  <a:lnTo>
                    <a:pt x="1456" y="939"/>
                  </a:lnTo>
                  <a:cubicBezTo>
                    <a:pt x="1685" y="862"/>
                    <a:pt x="1839" y="582"/>
                    <a:pt x="1788" y="352"/>
                  </a:cubicBezTo>
                  <a:cubicBezTo>
                    <a:pt x="1724" y="141"/>
                    <a:pt x="1522" y="0"/>
                    <a:pt x="13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63"/>
            <p:cNvSpPr/>
            <p:nvPr/>
          </p:nvSpPr>
          <p:spPr>
            <a:xfrm>
              <a:off x="1557700" y="1545525"/>
              <a:ext cx="50475" cy="28475"/>
            </a:xfrm>
            <a:custGeom>
              <a:avLst/>
              <a:gdLst/>
              <a:ahLst/>
              <a:cxnLst/>
              <a:rect l="l" t="t" r="r" b="b"/>
              <a:pathLst>
                <a:path w="2019" h="1139" extrusionOk="0">
                  <a:moveTo>
                    <a:pt x="1331" y="1"/>
                  </a:moveTo>
                  <a:cubicBezTo>
                    <a:pt x="1289" y="1"/>
                    <a:pt x="1244" y="6"/>
                    <a:pt x="1197" y="18"/>
                  </a:cubicBezTo>
                  <a:lnTo>
                    <a:pt x="559" y="196"/>
                  </a:lnTo>
                  <a:cubicBezTo>
                    <a:pt x="0" y="359"/>
                    <a:pt x="164" y="1138"/>
                    <a:pt x="661" y="1138"/>
                  </a:cubicBezTo>
                  <a:cubicBezTo>
                    <a:pt x="709" y="1138"/>
                    <a:pt x="760" y="1131"/>
                    <a:pt x="814" y="1115"/>
                  </a:cubicBezTo>
                  <a:lnTo>
                    <a:pt x="1452" y="962"/>
                  </a:lnTo>
                  <a:cubicBezTo>
                    <a:pt x="2018" y="797"/>
                    <a:pt x="1844" y="1"/>
                    <a:pt x="13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63"/>
            <p:cNvSpPr/>
            <p:nvPr/>
          </p:nvSpPr>
          <p:spPr>
            <a:xfrm>
              <a:off x="1749675" y="1637200"/>
              <a:ext cx="43425" cy="24275"/>
            </a:xfrm>
            <a:custGeom>
              <a:avLst/>
              <a:gdLst/>
              <a:ahLst/>
              <a:cxnLst/>
              <a:rect l="l" t="t" r="r" b="b"/>
              <a:pathLst>
                <a:path w="1737" h="971" extrusionOk="0">
                  <a:moveTo>
                    <a:pt x="639" y="0"/>
                  </a:moveTo>
                  <a:cubicBezTo>
                    <a:pt x="1" y="0"/>
                    <a:pt x="1" y="970"/>
                    <a:pt x="639" y="970"/>
                  </a:cubicBezTo>
                  <a:lnTo>
                    <a:pt x="1124" y="970"/>
                  </a:lnTo>
                  <a:cubicBezTo>
                    <a:pt x="1736" y="970"/>
                    <a:pt x="1736" y="0"/>
                    <a:pt x="11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63"/>
            <p:cNvSpPr/>
            <p:nvPr/>
          </p:nvSpPr>
          <p:spPr>
            <a:xfrm>
              <a:off x="1946925" y="1728200"/>
              <a:ext cx="42700" cy="28250"/>
            </a:xfrm>
            <a:custGeom>
              <a:avLst/>
              <a:gdLst/>
              <a:ahLst/>
              <a:cxnLst/>
              <a:rect l="l" t="t" r="r" b="b"/>
              <a:pathLst>
                <a:path w="1708" h="1130" extrusionOk="0">
                  <a:moveTo>
                    <a:pt x="1169" y="0"/>
                  </a:moveTo>
                  <a:cubicBezTo>
                    <a:pt x="1136" y="0"/>
                    <a:pt x="1102" y="4"/>
                    <a:pt x="1069" y="10"/>
                  </a:cubicBezTo>
                  <a:lnTo>
                    <a:pt x="584" y="163"/>
                  </a:lnTo>
                  <a:cubicBezTo>
                    <a:pt x="1" y="327"/>
                    <a:pt x="186" y="1130"/>
                    <a:pt x="690" y="1130"/>
                  </a:cubicBezTo>
                  <a:cubicBezTo>
                    <a:pt x="737" y="1130"/>
                    <a:pt x="787" y="1123"/>
                    <a:pt x="840" y="1108"/>
                  </a:cubicBezTo>
                  <a:lnTo>
                    <a:pt x="1324" y="929"/>
                  </a:lnTo>
                  <a:cubicBezTo>
                    <a:pt x="1580" y="852"/>
                    <a:pt x="1707" y="597"/>
                    <a:pt x="1656" y="342"/>
                  </a:cubicBezTo>
                  <a:cubicBezTo>
                    <a:pt x="1590" y="142"/>
                    <a:pt x="1388" y="0"/>
                    <a:pt x="11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63"/>
            <p:cNvSpPr/>
            <p:nvPr/>
          </p:nvSpPr>
          <p:spPr>
            <a:xfrm>
              <a:off x="1078225" y="1213800"/>
              <a:ext cx="1325450" cy="631575"/>
            </a:xfrm>
            <a:custGeom>
              <a:avLst/>
              <a:gdLst/>
              <a:ahLst/>
              <a:cxnLst/>
              <a:rect l="l" t="t" r="r" b="b"/>
              <a:pathLst>
                <a:path w="53018" h="25263" extrusionOk="0">
                  <a:moveTo>
                    <a:pt x="780" y="0"/>
                  </a:moveTo>
                  <a:cubicBezTo>
                    <a:pt x="315" y="0"/>
                    <a:pt x="1" y="659"/>
                    <a:pt x="494" y="883"/>
                  </a:cubicBezTo>
                  <a:cubicBezTo>
                    <a:pt x="17926" y="8463"/>
                    <a:pt x="35103" y="16554"/>
                    <a:pt x="52050" y="25206"/>
                  </a:cubicBezTo>
                  <a:cubicBezTo>
                    <a:pt x="52128" y="25245"/>
                    <a:pt x="52205" y="25262"/>
                    <a:pt x="52278" y="25262"/>
                  </a:cubicBezTo>
                  <a:cubicBezTo>
                    <a:pt x="52726" y="25262"/>
                    <a:pt x="53018" y="24605"/>
                    <a:pt x="52534" y="24363"/>
                  </a:cubicBezTo>
                  <a:cubicBezTo>
                    <a:pt x="35613" y="15737"/>
                    <a:pt x="18411" y="7621"/>
                    <a:pt x="979" y="41"/>
                  </a:cubicBezTo>
                  <a:cubicBezTo>
                    <a:pt x="911" y="13"/>
                    <a:pt x="844" y="0"/>
                    <a:pt x="7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63"/>
            <p:cNvSpPr/>
            <p:nvPr/>
          </p:nvSpPr>
          <p:spPr>
            <a:xfrm>
              <a:off x="703275" y="1382450"/>
              <a:ext cx="148000" cy="77525"/>
            </a:xfrm>
            <a:custGeom>
              <a:avLst/>
              <a:gdLst/>
              <a:ahLst/>
              <a:cxnLst/>
              <a:rect l="l" t="t" r="r" b="b"/>
              <a:pathLst>
                <a:path w="5920" h="3101" extrusionOk="0">
                  <a:moveTo>
                    <a:pt x="720" y="0"/>
                  </a:moveTo>
                  <a:cubicBezTo>
                    <a:pt x="290" y="0"/>
                    <a:pt x="0" y="634"/>
                    <a:pt x="459" y="875"/>
                  </a:cubicBezTo>
                  <a:lnTo>
                    <a:pt x="4977" y="3044"/>
                  </a:lnTo>
                  <a:cubicBezTo>
                    <a:pt x="5052" y="3083"/>
                    <a:pt x="5126" y="3101"/>
                    <a:pt x="5196" y="3101"/>
                  </a:cubicBezTo>
                  <a:cubicBezTo>
                    <a:pt x="5628" y="3101"/>
                    <a:pt x="5919" y="2447"/>
                    <a:pt x="5436" y="2227"/>
                  </a:cubicBezTo>
                  <a:lnTo>
                    <a:pt x="944" y="58"/>
                  </a:lnTo>
                  <a:cubicBezTo>
                    <a:pt x="868" y="18"/>
                    <a:pt x="792" y="0"/>
                    <a:pt x="7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63"/>
            <p:cNvSpPr/>
            <p:nvPr/>
          </p:nvSpPr>
          <p:spPr>
            <a:xfrm>
              <a:off x="372375" y="1330900"/>
              <a:ext cx="272475" cy="147900"/>
            </a:xfrm>
            <a:custGeom>
              <a:avLst/>
              <a:gdLst/>
              <a:ahLst/>
              <a:cxnLst/>
              <a:rect l="l" t="t" r="r" b="b"/>
              <a:pathLst>
                <a:path w="10899" h="5916" extrusionOk="0">
                  <a:moveTo>
                    <a:pt x="680" y="1"/>
                  </a:moveTo>
                  <a:cubicBezTo>
                    <a:pt x="267" y="1"/>
                    <a:pt x="1" y="617"/>
                    <a:pt x="449" y="895"/>
                  </a:cubicBezTo>
                  <a:cubicBezTo>
                    <a:pt x="3537" y="2835"/>
                    <a:pt x="6779" y="4494"/>
                    <a:pt x="10148" y="5872"/>
                  </a:cubicBezTo>
                  <a:cubicBezTo>
                    <a:pt x="10214" y="5902"/>
                    <a:pt x="10275" y="5915"/>
                    <a:pt x="10332" y="5915"/>
                  </a:cubicBezTo>
                  <a:cubicBezTo>
                    <a:pt x="10758" y="5915"/>
                    <a:pt x="10899" y="5156"/>
                    <a:pt x="10403" y="4953"/>
                  </a:cubicBezTo>
                  <a:cubicBezTo>
                    <a:pt x="7111" y="3600"/>
                    <a:pt x="3946" y="1967"/>
                    <a:pt x="934" y="78"/>
                  </a:cubicBezTo>
                  <a:cubicBezTo>
                    <a:pt x="846" y="24"/>
                    <a:pt x="760" y="1"/>
                    <a:pt x="6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63"/>
            <p:cNvSpPr/>
            <p:nvPr/>
          </p:nvSpPr>
          <p:spPr>
            <a:xfrm>
              <a:off x="2354675" y="1575225"/>
              <a:ext cx="257550" cy="143775"/>
            </a:xfrm>
            <a:custGeom>
              <a:avLst/>
              <a:gdLst/>
              <a:ahLst/>
              <a:cxnLst/>
              <a:rect l="l" t="t" r="r" b="b"/>
              <a:pathLst>
                <a:path w="10302" h="5751" extrusionOk="0">
                  <a:moveTo>
                    <a:pt x="9677" y="1"/>
                  </a:moveTo>
                  <a:cubicBezTo>
                    <a:pt x="9626" y="1"/>
                    <a:pt x="9573" y="10"/>
                    <a:pt x="9516" y="29"/>
                  </a:cubicBezTo>
                  <a:cubicBezTo>
                    <a:pt x="7934" y="540"/>
                    <a:pt x="6402" y="1254"/>
                    <a:pt x="4948" y="2148"/>
                  </a:cubicBezTo>
                  <a:cubicBezTo>
                    <a:pt x="3493" y="3066"/>
                    <a:pt x="2166" y="4189"/>
                    <a:pt x="507" y="4776"/>
                  </a:cubicBezTo>
                  <a:cubicBezTo>
                    <a:pt x="1" y="4983"/>
                    <a:pt x="158" y="5750"/>
                    <a:pt x="605" y="5750"/>
                  </a:cubicBezTo>
                  <a:cubicBezTo>
                    <a:pt x="654" y="5750"/>
                    <a:pt x="706" y="5741"/>
                    <a:pt x="762" y="5721"/>
                  </a:cubicBezTo>
                  <a:cubicBezTo>
                    <a:pt x="2166" y="5185"/>
                    <a:pt x="3340" y="4368"/>
                    <a:pt x="4565" y="3551"/>
                  </a:cubicBezTo>
                  <a:cubicBezTo>
                    <a:pt x="6173" y="2454"/>
                    <a:pt x="7934" y="1561"/>
                    <a:pt x="9771" y="948"/>
                  </a:cubicBezTo>
                  <a:cubicBezTo>
                    <a:pt x="10302" y="787"/>
                    <a:pt x="10145" y="1"/>
                    <a:pt x="9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63"/>
            <p:cNvSpPr/>
            <p:nvPr/>
          </p:nvSpPr>
          <p:spPr>
            <a:xfrm>
              <a:off x="2644875" y="1577700"/>
              <a:ext cx="28750" cy="26500"/>
            </a:xfrm>
            <a:custGeom>
              <a:avLst/>
              <a:gdLst/>
              <a:ahLst/>
              <a:cxnLst/>
              <a:rect l="l" t="t" r="r" b="b"/>
              <a:pathLst>
                <a:path w="1150" h="1060" extrusionOk="0">
                  <a:moveTo>
                    <a:pt x="515" y="0"/>
                  </a:moveTo>
                  <a:cubicBezTo>
                    <a:pt x="390" y="0"/>
                    <a:pt x="269" y="45"/>
                    <a:pt x="180" y="134"/>
                  </a:cubicBezTo>
                  <a:cubicBezTo>
                    <a:pt x="1" y="313"/>
                    <a:pt x="1" y="619"/>
                    <a:pt x="180" y="798"/>
                  </a:cubicBezTo>
                  <a:lnTo>
                    <a:pt x="282" y="926"/>
                  </a:lnTo>
                  <a:cubicBezTo>
                    <a:pt x="384" y="1015"/>
                    <a:pt x="505" y="1060"/>
                    <a:pt x="626" y="1060"/>
                  </a:cubicBezTo>
                  <a:cubicBezTo>
                    <a:pt x="747" y="1060"/>
                    <a:pt x="869" y="1015"/>
                    <a:pt x="971" y="926"/>
                  </a:cubicBezTo>
                  <a:cubicBezTo>
                    <a:pt x="1149" y="722"/>
                    <a:pt x="1149" y="415"/>
                    <a:pt x="971" y="237"/>
                  </a:cubicBezTo>
                  <a:lnTo>
                    <a:pt x="869" y="134"/>
                  </a:lnTo>
                  <a:cubicBezTo>
                    <a:pt x="767" y="45"/>
                    <a:pt x="639" y="0"/>
                    <a:pt x="5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65"/>
        <p:cNvGrpSpPr/>
        <p:nvPr/>
      </p:nvGrpSpPr>
      <p:grpSpPr>
        <a:xfrm>
          <a:off x="0" y="0"/>
          <a:ext cx="0" cy="0"/>
          <a:chOff x="0" y="0"/>
          <a:chExt cx="0" cy="0"/>
        </a:xfrm>
      </p:grpSpPr>
      <p:sp>
        <p:nvSpPr>
          <p:cNvPr id="3266" name="Google Shape;3266;p64"/>
          <p:cNvSpPr txBox="1">
            <a:spLocks noGrp="1"/>
          </p:cNvSpPr>
          <p:nvPr>
            <p:ph type="title"/>
          </p:nvPr>
        </p:nvSpPr>
        <p:spPr>
          <a:xfrm>
            <a:off x="2553775" y="539500"/>
            <a:ext cx="5877000" cy="915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333,000.00</a:t>
            </a:r>
            <a:endParaRPr/>
          </a:p>
        </p:txBody>
      </p:sp>
      <p:sp>
        <p:nvSpPr>
          <p:cNvPr id="3267" name="Google Shape;3267;p64"/>
          <p:cNvSpPr txBox="1">
            <a:spLocks noGrp="1"/>
          </p:cNvSpPr>
          <p:nvPr>
            <p:ph type="subTitle" idx="1"/>
          </p:nvPr>
        </p:nvSpPr>
        <p:spPr>
          <a:xfrm>
            <a:off x="2553775" y="1454325"/>
            <a:ext cx="5877000" cy="3654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earths is the Sun’s mass</a:t>
            </a:r>
            <a:endParaRPr/>
          </a:p>
        </p:txBody>
      </p:sp>
      <p:sp>
        <p:nvSpPr>
          <p:cNvPr id="3268" name="Google Shape;3268;p64"/>
          <p:cNvSpPr txBox="1">
            <a:spLocks noGrp="1"/>
          </p:cNvSpPr>
          <p:nvPr>
            <p:ph type="title" idx="2"/>
          </p:nvPr>
        </p:nvSpPr>
        <p:spPr>
          <a:xfrm>
            <a:off x="2553775" y="1931655"/>
            <a:ext cx="5877000" cy="915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24h 37m 23s</a:t>
            </a:r>
            <a:endParaRPr/>
          </a:p>
        </p:txBody>
      </p:sp>
      <p:sp>
        <p:nvSpPr>
          <p:cNvPr id="3269" name="Google Shape;3269;p64"/>
          <p:cNvSpPr txBox="1">
            <a:spLocks noGrp="1"/>
          </p:cNvSpPr>
          <p:nvPr>
            <p:ph type="subTitle" idx="3"/>
          </p:nvPr>
        </p:nvSpPr>
        <p:spPr>
          <a:xfrm>
            <a:off x="2553775" y="2846480"/>
            <a:ext cx="5877000" cy="3654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is Jupiter’s rotation period</a:t>
            </a:r>
            <a:endParaRPr/>
          </a:p>
        </p:txBody>
      </p:sp>
      <p:sp>
        <p:nvSpPr>
          <p:cNvPr id="3270" name="Google Shape;3270;p64"/>
          <p:cNvSpPr txBox="1">
            <a:spLocks noGrp="1"/>
          </p:cNvSpPr>
          <p:nvPr>
            <p:ph type="title" idx="4"/>
          </p:nvPr>
        </p:nvSpPr>
        <p:spPr>
          <a:xfrm>
            <a:off x="2553775" y="3323809"/>
            <a:ext cx="5877000" cy="915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386,000 km</a:t>
            </a:r>
            <a:endParaRPr/>
          </a:p>
        </p:txBody>
      </p:sp>
      <p:sp>
        <p:nvSpPr>
          <p:cNvPr id="3271" name="Google Shape;3271;p64"/>
          <p:cNvSpPr txBox="1">
            <a:spLocks noGrp="1"/>
          </p:cNvSpPr>
          <p:nvPr>
            <p:ph type="subTitle" idx="5"/>
          </p:nvPr>
        </p:nvSpPr>
        <p:spPr>
          <a:xfrm>
            <a:off x="2553775" y="4238634"/>
            <a:ext cx="5877000" cy="3654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is the distance between Earth and the Moon</a:t>
            </a:r>
            <a:endParaRPr/>
          </a:p>
        </p:txBody>
      </p:sp>
      <p:sp>
        <p:nvSpPr>
          <p:cNvPr id="3272" name="Google Shape;3272;p64"/>
          <p:cNvSpPr/>
          <p:nvPr/>
        </p:nvSpPr>
        <p:spPr>
          <a:xfrm>
            <a:off x="1382501" y="3480124"/>
            <a:ext cx="543713" cy="518041"/>
          </a:xfrm>
          <a:custGeom>
            <a:avLst/>
            <a:gdLst/>
            <a:ahLst/>
            <a:cxnLst/>
            <a:rect l="l" t="t" r="r" b="b"/>
            <a:pathLst>
              <a:path w="30392" h="28957" extrusionOk="0">
                <a:moveTo>
                  <a:pt x="18733" y="1"/>
                </a:moveTo>
                <a:cubicBezTo>
                  <a:pt x="18672" y="1"/>
                  <a:pt x="18607" y="14"/>
                  <a:pt x="18546" y="45"/>
                </a:cubicBezTo>
                <a:cubicBezTo>
                  <a:pt x="13577" y="2263"/>
                  <a:pt x="9229" y="5680"/>
                  <a:pt x="5857" y="9939"/>
                </a:cubicBezTo>
                <a:cubicBezTo>
                  <a:pt x="4126" y="12069"/>
                  <a:pt x="2706" y="14376"/>
                  <a:pt x="1642" y="16905"/>
                </a:cubicBezTo>
                <a:cubicBezTo>
                  <a:pt x="621" y="19301"/>
                  <a:pt x="0" y="22229"/>
                  <a:pt x="1065" y="24713"/>
                </a:cubicBezTo>
                <a:cubicBezTo>
                  <a:pt x="2041" y="26888"/>
                  <a:pt x="4037" y="28396"/>
                  <a:pt x="6345" y="28795"/>
                </a:cubicBezTo>
                <a:cubicBezTo>
                  <a:pt x="6972" y="28903"/>
                  <a:pt x="7602" y="28956"/>
                  <a:pt x="8229" y="28956"/>
                </a:cubicBezTo>
                <a:cubicBezTo>
                  <a:pt x="10176" y="28956"/>
                  <a:pt x="12098" y="28448"/>
                  <a:pt x="13843" y="27509"/>
                </a:cubicBezTo>
                <a:cubicBezTo>
                  <a:pt x="16327" y="26133"/>
                  <a:pt x="18635" y="24403"/>
                  <a:pt x="20675" y="22451"/>
                </a:cubicBezTo>
                <a:cubicBezTo>
                  <a:pt x="22761" y="20632"/>
                  <a:pt x="24580" y="18591"/>
                  <a:pt x="26221" y="16328"/>
                </a:cubicBezTo>
                <a:cubicBezTo>
                  <a:pt x="27774" y="14198"/>
                  <a:pt x="28972" y="11847"/>
                  <a:pt x="29726" y="9318"/>
                </a:cubicBezTo>
                <a:cubicBezTo>
                  <a:pt x="30126" y="7987"/>
                  <a:pt x="30348" y="6656"/>
                  <a:pt x="30392" y="5280"/>
                </a:cubicBezTo>
                <a:cubicBezTo>
                  <a:pt x="30392" y="3905"/>
                  <a:pt x="29416" y="3284"/>
                  <a:pt x="28262" y="2796"/>
                </a:cubicBezTo>
                <a:cubicBezTo>
                  <a:pt x="27192" y="2369"/>
                  <a:pt x="26135" y="2181"/>
                  <a:pt x="25101" y="2181"/>
                </a:cubicBezTo>
                <a:cubicBezTo>
                  <a:pt x="20648" y="2181"/>
                  <a:pt x="16601" y="5672"/>
                  <a:pt x="13577" y="8697"/>
                </a:cubicBezTo>
                <a:cubicBezTo>
                  <a:pt x="11624" y="10649"/>
                  <a:pt x="9539" y="12690"/>
                  <a:pt x="8474" y="15263"/>
                </a:cubicBezTo>
                <a:cubicBezTo>
                  <a:pt x="7720" y="17038"/>
                  <a:pt x="6921" y="20720"/>
                  <a:pt x="9672" y="21164"/>
                </a:cubicBezTo>
                <a:cubicBezTo>
                  <a:pt x="9844" y="21192"/>
                  <a:pt x="10017" y="21204"/>
                  <a:pt x="10190" y="21204"/>
                </a:cubicBezTo>
                <a:cubicBezTo>
                  <a:pt x="11137" y="21204"/>
                  <a:pt x="12100" y="20829"/>
                  <a:pt x="13000" y="20454"/>
                </a:cubicBezTo>
                <a:cubicBezTo>
                  <a:pt x="14198" y="19966"/>
                  <a:pt x="15351" y="19345"/>
                  <a:pt x="16416" y="18635"/>
                </a:cubicBezTo>
                <a:cubicBezTo>
                  <a:pt x="18679" y="17171"/>
                  <a:pt x="20631" y="15352"/>
                  <a:pt x="22228" y="13222"/>
                </a:cubicBezTo>
                <a:cubicBezTo>
                  <a:pt x="22983" y="12157"/>
                  <a:pt x="23692" y="11048"/>
                  <a:pt x="24269" y="9895"/>
                </a:cubicBezTo>
                <a:cubicBezTo>
                  <a:pt x="24669" y="9096"/>
                  <a:pt x="25023" y="8031"/>
                  <a:pt x="24580" y="7188"/>
                </a:cubicBezTo>
                <a:cubicBezTo>
                  <a:pt x="24330" y="6746"/>
                  <a:pt x="23964" y="6596"/>
                  <a:pt x="23564" y="6596"/>
                </a:cubicBezTo>
                <a:cubicBezTo>
                  <a:pt x="23040" y="6596"/>
                  <a:pt x="22459" y="6854"/>
                  <a:pt x="22006" y="7055"/>
                </a:cubicBezTo>
                <a:cubicBezTo>
                  <a:pt x="20720" y="7587"/>
                  <a:pt x="19478" y="8253"/>
                  <a:pt x="18280" y="9007"/>
                </a:cubicBezTo>
                <a:cubicBezTo>
                  <a:pt x="17082" y="9806"/>
                  <a:pt x="15972" y="10649"/>
                  <a:pt x="14908" y="11581"/>
                </a:cubicBezTo>
                <a:cubicBezTo>
                  <a:pt x="14020" y="12424"/>
                  <a:pt x="12822" y="13400"/>
                  <a:pt x="12334" y="14598"/>
                </a:cubicBezTo>
                <a:cubicBezTo>
                  <a:pt x="11891" y="15751"/>
                  <a:pt x="12600" y="16505"/>
                  <a:pt x="13754" y="16638"/>
                </a:cubicBezTo>
                <a:cubicBezTo>
                  <a:pt x="13885" y="16649"/>
                  <a:pt x="14016" y="16654"/>
                  <a:pt x="14147" y="16654"/>
                </a:cubicBezTo>
                <a:cubicBezTo>
                  <a:pt x="16264" y="16654"/>
                  <a:pt x="18237" y="15317"/>
                  <a:pt x="18989" y="13311"/>
                </a:cubicBezTo>
                <a:cubicBezTo>
                  <a:pt x="19060" y="13077"/>
                  <a:pt x="18895" y="12966"/>
                  <a:pt x="18704" y="12966"/>
                </a:cubicBezTo>
                <a:cubicBezTo>
                  <a:pt x="18534" y="12966"/>
                  <a:pt x="18342" y="13055"/>
                  <a:pt x="18280" y="13222"/>
                </a:cubicBezTo>
                <a:cubicBezTo>
                  <a:pt x="17925" y="14287"/>
                  <a:pt x="17126" y="15174"/>
                  <a:pt x="16106" y="15662"/>
                </a:cubicBezTo>
                <a:cubicBezTo>
                  <a:pt x="15724" y="15853"/>
                  <a:pt x="14938" y="16074"/>
                  <a:pt x="14244" y="16074"/>
                </a:cubicBezTo>
                <a:cubicBezTo>
                  <a:pt x="13486" y="16074"/>
                  <a:pt x="12840" y="15810"/>
                  <a:pt x="12955" y="14953"/>
                </a:cubicBezTo>
                <a:cubicBezTo>
                  <a:pt x="13133" y="14376"/>
                  <a:pt x="13443" y="13799"/>
                  <a:pt x="13932" y="13400"/>
                </a:cubicBezTo>
                <a:cubicBezTo>
                  <a:pt x="14420" y="12912"/>
                  <a:pt x="14908" y="12379"/>
                  <a:pt x="15440" y="11935"/>
                </a:cubicBezTo>
                <a:cubicBezTo>
                  <a:pt x="16327" y="11092"/>
                  <a:pt x="17303" y="10338"/>
                  <a:pt x="18324" y="9673"/>
                </a:cubicBezTo>
                <a:cubicBezTo>
                  <a:pt x="19344" y="8963"/>
                  <a:pt x="20409" y="8386"/>
                  <a:pt x="21518" y="7854"/>
                </a:cubicBezTo>
                <a:cubicBezTo>
                  <a:pt x="22051" y="7543"/>
                  <a:pt x="22583" y="7277"/>
                  <a:pt x="23160" y="7144"/>
                </a:cubicBezTo>
                <a:cubicBezTo>
                  <a:pt x="23199" y="7139"/>
                  <a:pt x="23236" y="7137"/>
                  <a:pt x="23272" y="7137"/>
                </a:cubicBezTo>
                <a:cubicBezTo>
                  <a:pt x="23928" y="7137"/>
                  <a:pt x="24045" y="7881"/>
                  <a:pt x="24003" y="8386"/>
                </a:cubicBezTo>
                <a:cubicBezTo>
                  <a:pt x="23914" y="9451"/>
                  <a:pt x="23249" y="10427"/>
                  <a:pt x="22716" y="11270"/>
                </a:cubicBezTo>
                <a:cubicBezTo>
                  <a:pt x="22095" y="12290"/>
                  <a:pt x="21430" y="13222"/>
                  <a:pt x="20631" y="14110"/>
                </a:cubicBezTo>
                <a:cubicBezTo>
                  <a:pt x="19167" y="15840"/>
                  <a:pt x="17437" y="17304"/>
                  <a:pt x="15484" y="18502"/>
                </a:cubicBezTo>
                <a:cubicBezTo>
                  <a:pt x="14464" y="19167"/>
                  <a:pt x="13443" y="19700"/>
                  <a:pt x="12379" y="20144"/>
                </a:cubicBezTo>
                <a:cubicBezTo>
                  <a:pt x="11776" y="20379"/>
                  <a:pt x="11004" y="20661"/>
                  <a:pt x="10299" y="20661"/>
                </a:cubicBezTo>
                <a:cubicBezTo>
                  <a:pt x="9809" y="20661"/>
                  <a:pt x="9352" y="20525"/>
                  <a:pt x="9007" y="20144"/>
                </a:cubicBezTo>
                <a:cubicBezTo>
                  <a:pt x="8164" y="19167"/>
                  <a:pt x="8474" y="17570"/>
                  <a:pt x="8785" y="16505"/>
                </a:cubicBezTo>
                <a:cubicBezTo>
                  <a:pt x="9140" y="15307"/>
                  <a:pt x="9672" y="14198"/>
                  <a:pt x="10426" y="13178"/>
                </a:cubicBezTo>
                <a:cubicBezTo>
                  <a:pt x="11891" y="11270"/>
                  <a:pt x="13532" y="9451"/>
                  <a:pt x="15307" y="7854"/>
                </a:cubicBezTo>
                <a:cubicBezTo>
                  <a:pt x="17215" y="5990"/>
                  <a:pt x="19344" y="4215"/>
                  <a:pt x="21918" y="3372"/>
                </a:cubicBezTo>
                <a:cubicBezTo>
                  <a:pt x="22956" y="3013"/>
                  <a:pt x="24066" y="2833"/>
                  <a:pt x="25183" y="2833"/>
                </a:cubicBezTo>
                <a:cubicBezTo>
                  <a:pt x="25307" y="2833"/>
                  <a:pt x="25432" y="2836"/>
                  <a:pt x="25556" y="2840"/>
                </a:cubicBezTo>
                <a:cubicBezTo>
                  <a:pt x="26843" y="2884"/>
                  <a:pt x="28085" y="3284"/>
                  <a:pt x="29105" y="4038"/>
                </a:cubicBezTo>
                <a:cubicBezTo>
                  <a:pt x="30037" y="4881"/>
                  <a:pt x="29549" y="6656"/>
                  <a:pt x="29372" y="7721"/>
                </a:cubicBezTo>
                <a:cubicBezTo>
                  <a:pt x="29150" y="8874"/>
                  <a:pt x="28795" y="10028"/>
                  <a:pt x="28351" y="11137"/>
                </a:cubicBezTo>
                <a:cubicBezTo>
                  <a:pt x="27464" y="13311"/>
                  <a:pt x="26266" y="15352"/>
                  <a:pt x="24802" y="17215"/>
                </a:cubicBezTo>
                <a:cubicBezTo>
                  <a:pt x="23338" y="19079"/>
                  <a:pt x="21740" y="20765"/>
                  <a:pt x="19966" y="22362"/>
                </a:cubicBezTo>
                <a:cubicBezTo>
                  <a:pt x="18146" y="24048"/>
                  <a:pt x="16150" y="25512"/>
                  <a:pt x="14020" y="26799"/>
                </a:cubicBezTo>
                <a:cubicBezTo>
                  <a:pt x="12267" y="27769"/>
                  <a:pt x="10326" y="28425"/>
                  <a:pt x="8329" y="28425"/>
                </a:cubicBezTo>
                <a:cubicBezTo>
                  <a:pt x="7950" y="28425"/>
                  <a:pt x="7569" y="28401"/>
                  <a:pt x="7188" y="28352"/>
                </a:cubicBezTo>
                <a:cubicBezTo>
                  <a:pt x="4969" y="28041"/>
                  <a:pt x="2884" y="26799"/>
                  <a:pt x="1908" y="24713"/>
                </a:cubicBezTo>
                <a:cubicBezTo>
                  <a:pt x="843" y="22495"/>
                  <a:pt x="1287" y="19877"/>
                  <a:pt x="2130" y="17615"/>
                </a:cubicBezTo>
                <a:cubicBezTo>
                  <a:pt x="2973" y="15441"/>
                  <a:pt x="4082" y="13355"/>
                  <a:pt x="5502" y="11447"/>
                </a:cubicBezTo>
                <a:cubicBezTo>
                  <a:pt x="8208" y="7632"/>
                  <a:pt x="11713" y="4437"/>
                  <a:pt x="15795" y="2041"/>
                </a:cubicBezTo>
                <a:cubicBezTo>
                  <a:pt x="16771" y="1465"/>
                  <a:pt x="17792" y="932"/>
                  <a:pt x="18856" y="489"/>
                </a:cubicBezTo>
                <a:cubicBezTo>
                  <a:pt x="19260" y="305"/>
                  <a:pt x="19027" y="1"/>
                  <a:pt x="18733"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3" name="Google Shape;3273;p64"/>
          <p:cNvGrpSpPr/>
          <p:nvPr/>
        </p:nvGrpSpPr>
        <p:grpSpPr>
          <a:xfrm flipH="1">
            <a:off x="506309" y="1039495"/>
            <a:ext cx="2357959" cy="1410008"/>
            <a:chOff x="1186065" y="489079"/>
            <a:chExt cx="6771853" cy="4049419"/>
          </a:xfrm>
        </p:grpSpPr>
        <p:sp>
          <p:nvSpPr>
            <p:cNvPr id="3274" name="Google Shape;3274;p64"/>
            <p:cNvSpPr/>
            <p:nvPr/>
          </p:nvSpPr>
          <p:spPr>
            <a:xfrm>
              <a:off x="2263761" y="505698"/>
              <a:ext cx="4572358" cy="4011138"/>
            </a:xfrm>
            <a:custGeom>
              <a:avLst/>
              <a:gdLst/>
              <a:ahLst/>
              <a:cxnLst/>
              <a:rect l="l" t="t" r="r" b="b"/>
              <a:pathLst>
                <a:path w="64379" h="56477" extrusionOk="0">
                  <a:moveTo>
                    <a:pt x="32163" y="0"/>
                  </a:moveTo>
                  <a:cubicBezTo>
                    <a:pt x="27096" y="0"/>
                    <a:pt x="21968" y="1368"/>
                    <a:pt x="17349" y="4235"/>
                  </a:cubicBezTo>
                  <a:cubicBezTo>
                    <a:pt x="4083" y="12443"/>
                    <a:pt x="1" y="29880"/>
                    <a:pt x="8209" y="43102"/>
                  </a:cubicBezTo>
                  <a:cubicBezTo>
                    <a:pt x="13549" y="51733"/>
                    <a:pt x="22778" y="56476"/>
                    <a:pt x="32228" y="56476"/>
                  </a:cubicBezTo>
                  <a:cubicBezTo>
                    <a:pt x="37302" y="56476"/>
                    <a:pt x="42441" y="55109"/>
                    <a:pt x="47075" y="52241"/>
                  </a:cubicBezTo>
                  <a:cubicBezTo>
                    <a:pt x="60297" y="44033"/>
                    <a:pt x="64379" y="26641"/>
                    <a:pt x="56171" y="13375"/>
                  </a:cubicBezTo>
                  <a:cubicBezTo>
                    <a:pt x="50830" y="4744"/>
                    <a:pt x="41601" y="0"/>
                    <a:pt x="32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64"/>
            <p:cNvSpPr/>
            <p:nvPr/>
          </p:nvSpPr>
          <p:spPr>
            <a:xfrm>
              <a:off x="3435987" y="636308"/>
              <a:ext cx="2101911" cy="211505"/>
            </a:xfrm>
            <a:custGeom>
              <a:avLst/>
              <a:gdLst/>
              <a:ahLst/>
              <a:cxnLst/>
              <a:rect l="l" t="t" r="r" b="b"/>
              <a:pathLst>
                <a:path w="29595" h="2978" extrusionOk="0">
                  <a:moveTo>
                    <a:pt x="25601" y="0"/>
                  </a:moveTo>
                  <a:cubicBezTo>
                    <a:pt x="21963" y="400"/>
                    <a:pt x="18280" y="710"/>
                    <a:pt x="14509" y="799"/>
                  </a:cubicBezTo>
                  <a:cubicBezTo>
                    <a:pt x="10782" y="932"/>
                    <a:pt x="6878" y="1154"/>
                    <a:pt x="2929" y="1243"/>
                  </a:cubicBezTo>
                  <a:cubicBezTo>
                    <a:pt x="2840" y="1287"/>
                    <a:pt x="2751" y="1331"/>
                    <a:pt x="2663" y="1376"/>
                  </a:cubicBezTo>
                  <a:cubicBezTo>
                    <a:pt x="1775" y="1864"/>
                    <a:pt x="844" y="2396"/>
                    <a:pt x="1" y="2973"/>
                  </a:cubicBezTo>
                  <a:cubicBezTo>
                    <a:pt x="372" y="2976"/>
                    <a:pt x="744" y="2978"/>
                    <a:pt x="1116" y="2978"/>
                  </a:cubicBezTo>
                  <a:cubicBezTo>
                    <a:pt x="5668" y="2978"/>
                    <a:pt x="10202" y="2741"/>
                    <a:pt x="14509" y="2618"/>
                  </a:cubicBezTo>
                  <a:cubicBezTo>
                    <a:pt x="19434" y="2529"/>
                    <a:pt x="24536" y="2352"/>
                    <a:pt x="29594" y="1864"/>
                  </a:cubicBezTo>
                  <a:cubicBezTo>
                    <a:pt x="28307" y="1154"/>
                    <a:pt x="26976" y="533"/>
                    <a:pt x="2560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64"/>
            <p:cNvSpPr/>
            <p:nvPr/>
          </p:nvSpPr>
          <p:spPr>
            <a:xfrm>
              <a:off x="2604101" y="2700293"/>
              <a:ext cx="3938979" cy="934869"/>
            </a:xfrm>
            <a:custGeom>
              <a:avLst/>
              <a:gdLst/>
              <a:ahLst/>
              <a:cxnLst/>
              <a:rect l="l" t="t" r="r" b="b"/>
              <a:pathLst>
                <a:path w="55461" h="13163" extrusionOk="0">
                  <a:moveTo>
                    <a:pt x="55460" y="0"/>
                  </a:moveTo>
                  <a:lnTo>
                    <a:pt x="55460" y="0"/>
                  </a:lnTo>
                  <a:cubicBezTo>
                    <a:pt x="52088" y="400"/>
                    <a:pt x="48716" y="755"/>
                    <a:pt x="45300" y="1110"/>
                  </a:cubicBezTo>
                  <a:cubicBezTo>
                    <a:pt x="35495" y="2086"/>
                    <a:pt x="25689" y="2840"/>
                    <a:pt x="15840" y="3195"/>
                  </a:cubicBezTo>
                  <a:cubicBezTo>
                    <a:pt x="10560" y="3372"/>
                    <a:pt x="5280" y="3772"/>
                    <a:pt x="0" y="4215"/>
                  </a:cubicBezTo>
                  <a:cubicBezTo>
                    <a:pt x="533" y="6256"/>
                    <a:pt x="1287" y="8297"/>
                    <a:pt x="2219" y="10205"/>
                  </a:cubicBezTo>
                  <a:cubicBezTo>
                    <a:pt x="5990" y="10826"/>
                    <a:pt x="9761" y="11314"/>
                    <a:pt x="13577" y="11669"/>
                  </a:cubicBezTo>
                  <a:cubicBezTo>
                    <a:pt x="23338" y="12512"/>
                    <a:pt x="33188" y="13000"/>
                    <a:pt x="42993" y="13133"/>
                  </a:cubicBezTo>
                  <a:cubicBezTo>
                    <a:pt x="44077" y="13152"/>
                    <a:pt x="45162" y="13162"/>
                    <a:pt x="46243" y="13162"/>
                  </a:cubicBezTo>
                  <a:cubicBezTo>
                    <a:pt x="47772" y="13162"/>
                    <a:pt x="49294" y="13141"/>
                    <a:pt x="50802" y="13089"/>
                  </a:cubicBezTo>
                  <a:cubicBezTo>
                    <a:pt x="53419" y="9185"/>
                    <a:pt x="55017" y="4659"/>
                    <a:pt x="5546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64"/>
            <p:cNvSpPr/>
            <p:nvPr/>
          </p:nvSpPr>
          <p:spPr>
            <a:xfrm>
              <a:off x="2607226" y="1367343"/>
              <a:ext cx="3901195" cy="764486"/>
            </a:xfrm>
            <a:custGeom>
              <a:avLst/>
              <a:gdLst/>
              <a:ahLst/>
              <a:cxnLst/>
              <a:rect l="l" t="t" r="r" b="b"/>
              <a:pathLst>
                <a:path w="54929" h="10764" extrusionOk="0">
                  <a:moveTo>
                    <a:pt x="50492" y="1"/>
                  </a:moveTo>
                  <a:cubicBezTo>
                    <a:pt x="44236" y="755"/>
                    <a:pt x="37980" y="1465"/>
                    <a:pt x="31724" y="2308"/>
                  </a:cubicBezTo>
                  <a:cubicBezTo>
                    <a:pt x="21741" y="3639"/>
                    <a:pt x="11625" y="4437"/>
                    <a:pt x="1554" y="4659"/>
                  </a:cubicBezTo>
                  <a:cubicBezTo>
                    <a:pt x="888" y="6123"/>
                    <a:pt x="400" y="7588"/>
                    <a:pt x="1" y="9096"/>
                  </a:cubicBezTo>
                  <a:cubicBezTo>
                    <a:pt x="10072" y="10338"/>
                    <a:pt x="20366" y="10294"/>
                    <a:pt x="30570" y="10649"/>
                  </a:cubicBezTo>
                  <a:cubicBezTo>
                    <a:pt x="32848" y="10728"/>
                    <a:pt x="35118" y="10764"/>
                    <a:pt x="37383" y="10764"/>
                  </a:cubicBezTo>
                  <a:cubicBezTo>
                    <a:pt x="42753" y="10764"/>
                    <a:pt x="48097" y="10562"/>
                    <a:pt x="53464" y="10250"/>
                  </a:cubicBezTo>
                  <a:lnTo>
                    <a:pt x="54928" y="10161"/>
                  </a:lnTo>
                  <a:cubicBezTo>
                    <a:pt x="54174" y="6523"/>
                    <a:pt x="52666" y="3062"/>
                    <a:pt x="5049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64"/>
            <p:cNvSpPr/>
            <p:nvPr/>
          </p:nvSpPr>
          <p:spPr>
            <a:xfrm>
              <a:off x="2547354" y="2467126"/>
              <a:ext cx="4008297" cy="245241"/>
            </a:xfrm>
            <a:custGeom>
              <a:avLst/>
              <a:gdLst/>
              <a:ahLst/>
              <a:cxnLst/>
              <a:rect l="l" t="t" r="r" b="b"/>
              <a:pathLst>
                <a:path w="56437" h="3453" extrusionOk="0">
                  <a:moveTo>
                    <a:pt x="1" y="0"/>
                  </a:moveTo>
                  <a:lnTo>
                    <a:pt x="1" y="1553"/>
                  </a:lnTo>
                  <a:cubicBezTo>
                    <a:pt x="9229" y="2529"/>
                    <a:pt x="18591" y="3017"/>
                    <a:pt x="27864" y="3328"/>
                  </a:cubicBezTo>
                  <a:cubicBezTo>
                    <a:pt x="30636" y="3405"/>
                    <a:pt x="33407" y="3452"/>
                    <a:pt x="36177" y="3452"/>
                  </a:cubicBezTo>
                  <a:cubicBezTo>
                    <a:pt x="42939" y="3452"/>
                    <a:pt x="49688" y="3170"/>
                    <a:pt x="56393" y="2352"/>
                  </a:cubicBezTo>
                  <a:cubicBezTo>
                    <a:pt x="56437" y="1642"/>
                    <a:pt x="56437" y="887"/>
                    <a:pt x="56437" y="178"/>
                  </a:cubicBezTo>
                  <a:lnTo>
                    <a:pt x="56437" y="178"/>
                  </a:lnTo>
                  <a:cubicBezTo>
                    <a:pt x="49326" y="911"/>
                    <a:pt x="42214" y="1278"/>
                    <a:pt x="35103" y="1278"/>
                  </a:cubicBezTo>
                  <a:cubicBezTo>
                    <a:pt x="32320" y="1278"/>
                    <a:pt x="29537" y="1222"/>
                    <a:pt x="26755" y="1109"/>
                  </a:cubicBezTo>
                  <a:cubicBezTo>
                    <a:pt x="17881" y="799"/>
                    <a:pt x="8919" y="533"/>
                    <a:pt x="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64"/>
            <p:cNvSpPr/>
            <p:nvPr/>
          </p:nvSpPr>
          <p:spPr>
            <a:xfrm>
              <a:off x="2881372" y="1074304"/>
              <a:ext cx="3289833" cy="366334"/>
            </a:xfrm>
            <a:custGeom>
              <a:avLst/>
              <a:gdLst/>
              <a:ahLst/>
              <a:cxnLst/>
              <a:rect l="l" t="t" r="r" b="b"/>
              <a:pathLst>
                <a:path w="46321" h="5158" extrusionOk="0">
                  <a:moveTo>
                    <a:pt x="43126" y="0"/>
                  </a:moveTo>
                  <a:cubicBezTo>
                    <a:pt x="37270" y="710"/>
                    <a:pt x="31413" y="1420"/>
                    <a:pt x="25512" y="1864"/>
                  </a:cubicBezTo>
                  <a:cubicBezTo>
                    <a:pt x="19130" y="2358"/>
                    <a:pt x="12776" y="2571"/>
                    <a:pt x="6450" y="2571"/>
                  </a:cubicBezTo>
                  <a:cubicBezTo>
                    <a:pt x="4816" y="2571"/>
                    <a:pt x="3184" y="2557"/>
                    <a:pt x="1554" y="2529"/>
                  </a:cubicBezTo>
                  <a:cubicBezTo>
                    <a:pt x="977" y="3195"/>
                    <a:pt x="444" y="3905"/>
                    <a:pt x="1" y="4659"/>
                  </a:cubicBezTo>
                  <a:cubicBezTo>
                    <a:pt x="5132" y="4981"/>
                    <a:pt x="10280" y="5157"/>
                    <a:pt x="15435" y="5157"/>
                  </a:cubicBezTo>
                  <a:cubicBezTo>
                    <a:pt x="18792" y="5157"/>
                    <a:pt x="22152" y="5083"/>
                    <a:pt x="25512" y="4925"/>
                  </a:cubicBezTo>
                  <a:cubicBezTo>
                    <a:pt x="32389" y="4703"/>
                    <a:pt x="39355" y="4260"/>
                    <a:pt x="46321" y="3683"/>
                  </a:cubicBezTo>
                  <a:cubicBezTo>
                    <a:pt x="45389" y="2352"/>
                    <a:pt x="44324" y="1110"/>
                    <a:pt x="43126"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64"/>
            <p:cNvSpPr/>
            <p:nvPr/>
          </p:nvSpPr>
          <p:spPr>
            <a:xfrm>
              <a:off x="3086201" y="3806327"/>
              <a:ext cx="2993669" cy="646021"/>
            </a:xfrm>
            <a:custGeom>
              <a:avLst/>
              <a:gdLst/>
              <a:ahLst/>
              <a:cxnLst/>
              <a:rect l="l" t="t" r="r" b="b"/>
              <a:pathLst>
                <a:path w="42151" h="9096" extrusionOk="0">
                  <a:moveTo>
                    <a:pt x="42150" y="0"/>
                  </a:moveTo>
                  <a:lnTo>
                    <a:pt x="42150" y="0"/>
                  </a:lnTo>
                  <a:cubicBezTo>
                    <a:pt x="32186" y="744"/>
                    <a:pt x="22253" y="1207"/>
                    <a:pt x="12220" y="1207"/>
                  </a:cubicBezTo>
                  <a:cubicBezTo>
                    <a:pt x="10281" y="1207"/>
                    <a:pt x="8337" y="1190"/>
                    <a:pt x="6390" y="1154"/>
                  </a:cubicBezTo>
                  <a:cubicBezTo>
                    <a:pt x="4260" y="1110"/>
                    <a:pt x="2130" y="1065"/>
                    <a:pt x="1" y="1065"/>
                  </a:cubicBezTo>
                  <a:cubicBezTo>
                    <a:pt x="3639" y="4970"/>
                    <a:pt x="8342" y="7765"/>
                    <a:pt x="13533" y="9096"/>
                  </a:cubicBezTo>
                  <a:cubicBezTo>
                    <a:pt x="21342" y="7898"/>
                    <a:pt x="29150" y="6478"/>
                    <a:pt x="36915" y="4837"/>
                  </a:cubicBezTo>
                  <a:cubicBezTo>
                    <a:pt x="38867" y="3461"/>
                    <a:pt x="40642" y="1820"/>
                    <a:pt x="4215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64"/>
            <p:cNvSpPr/>
            <p:nvPr/>
          </p:nvSpPr>
          <p:spPr>
            <a:xfrm>
              <a:off x="4595572" y="510243"/>
              <a:ext cx="1960079" cy="4008297"/>
            </a:xfrm>
            <a:custGeom>
              <a:avLst/>
              <a:gdLst/>
              <a:ahLst/>
              <a:cxnLst/>
              <a:rect l="l" t="t" r="r" b="b"/>
              <a:pathLst>
                <a:path w="27598" h="56437" extrusionOk="0">
                  <a:moveTo>
                    <a:pt x="312" y="1"/>
                  </a:moveTo>
                  <a:cubicBezTo>
                    <a:pt x="5458" y="7410"/>
                    <a:pt x="6079" y="19389"/>
                    <a:pt x="5991" y="27376"/>
                  </a:cubicBezTo>
                  <a:cubicBezTo>
                    <a:pt x="5858" y="37358"/>
                    <a:pt x="3817" y="47208"/>
                    <a:pt x="1" y="56437"/>
                  </a:cubicBezTo>
                  <a:cubicBezTo>
                    <a:pt x="15264" y="56037"/>
                    <a:pt x="27420" y="43614"/>
                    <a:pt x="27509" y="28352"/>
                  </a:cubicBezTo>
                  <a:cubicBezTo>
                    <a:pt x="27598" y="13089"/>
                    <a:pt x="15530" y="533"/>
                    <a:pt x="31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64"/>
            <p:cNvSpPr/>
            <p:nvPr/>
          </p:nvSpPr>
          <p:spPr>
            <a:xfrm>
              <a:off x="4623981" y="541777"/>
              <a:ext cx="2000988" cy="3973638"/>
            </a:xfrm>
            <a:custGeom>
              <a:avLst/>
              <a:gdLst/>
              <a:ahLst/>
              <a:cxnLst/>
              <a:rect l="l" t="t" r="r" b="b"/>
              <a:pathLst>
                <a:path w="28174" h="55949" extrusionOk="0">
                  <a:moveTo>
                    <a:pt x="4127" y="0"/>
                  </a:moveTo>
                  <a:cubicBezTo>
                    <a:pt x="8031" y="2662"/>
                    <a:pt x="11713" y="5546"/>
                    <a:pt x="14154" y="9850"/>
                  </a:cubicBezTo>
                  <a:cubicBezTo>
                    <a:pt x="17304" y="15618"/>
                    <a:pt x="18857" y="22140"/>
                    <a:pt x="18679" y="28751"/>
                  </a:cubicBezTo>
                  <a:cubicBezTo>
                    <a:pt x="18546" y="34918"/>
                    <a:pt x="17038" y="40863"/>
                    <a:pt x="13266" y="45877"/>
                  </a:cubicBezTo>
                  <a:cubicBezTo>
                    <a:pt x="9761" y="50535"/>
                    <a:pt x="4881" y="53064"/>
                    <a:pt x="0" y="55948"/>
                  </a:cubicBezTo>
                  <a:cubicBezTo>
                    <a:pt x="14420" y="55416"/>
                    <a:pt x="26089" y="44146"/>
                    <a:pt x="27154" y="29816"/>
                  </a:cubicBezTo>
                  <a:cubicBezTo>
                    <a:pt x="28174" y="15485"/>
                    <a:pt x="18280" y="2618"/>
                    <a:pt x="4127"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64"/>
            <p:cNvSpPr/>
            <p:nvPr/>
          </p:nvSpPr>
          <p:spPr>
            <a:xfrm>
              <a:off x="1220724" y="671536"/>
              <a:ext cx="6737194" cy="3681877"/>
            </a:xfrm>
            <a:custGeom>
              <a:avLst/>
              <a:gdLst/>
              <a:ahLst/>
              <a:cxnLst/>
              <a:rect l="l" t="t" r="r" b="b"/>
              <a:pathLst>
                <a:path w="94860" h="51841" extrusionOk="0">
                  <a:moveTo>
                    <a:pt x="84175" y="1"/>
                  </a:moveTo>
                  <a:cubicBezTo>
                    <a:pt x="79341" y="1"/>
                    <a:pt x="72571" y="1420"/>
                    <a:pt x="64734" y="4074"/>
                  </a:cubicBezTo>
                  <a:cubicBezTo>
                    <a:pt x="65311" y="4562"/>
                    <a:pt x="65932" y="5095"/>
                    <a:pt x="66464" y="5627"/>
                  </a:cubicBezTo>
                  <a:cubicBezTo>
                    <a:pt x="69838" y="4798"/>
                    <a:pt x="72782" y="4365"/>
                    <a:pt x="75128" y="4365"/>
                  </a:cubicBezTo>
                  <a:cubicBezTo>
                    <a:pt x="78058" y="4365"/>
                    <a:pt x="80056" y="5041"/>
                    <a:pt x="80795" y="6470"/>
                  </a:cubicBezTo>
                  <a:cubicBezTo>
                    <a:pt x="83368" y="11395"/>
                    <a:pt x="69925" y="23463"/>
                    <a:pt x="50758" y="33446"/>
                  </a:cubicBezTo>
                  <a:cubicBezTo>
                    <a:pt x="37157" y="40498"/>
                    <a:pt x="24360" y="44579"/>
                    <a:pt x="17156" y="44579"/>
                  </a:cubicBezTo>
                  <a:cubicBezTo>
                    <a:pt x="14207" y="44579"/>
                    <a:pt x="12195" y="43896"/>
                    <a:pt x="11448" y="42453"/>
                  </a:cubicBezTo>
                  <a:cubicBezTo>
                    <a:pt x="10117" y="39879"/>
                    <a:pt x="13089" y="35398"/>
                    <a:pt x="19035" y="30251"/>
                  </a:cubicBezTo>
                  <a:cubicBezTo>
                    <a:pt x="18902" y="29497"/>
                    <a:pt x="18813" y="28743"/>
                    <a:pt x="18769" y="27944"/>
                  </a:cubicBezTo>
                  <a:cubicBezTo>
                    <a:pt x="6834" y="36729"/>
                    <a:pt x="1" y="44893"/>
                    <a:pt x="2219" y="49108"/>
                  </a:cubicBezTo>
                  <a:cubicBezTo>
                    <a:pt x="3185" y="50962"/>
                    <a:pt x="5780" y="51841"/>
                    <a:pt x="9581" y="51841"/>
                  </a:cubicBezTo>
                  <a:cubicBezTo>
                    <a:pt x="18875" y="51841"/>
                    <a:pt x="35378" y="46584"/>
                    <a:pt x="52888" y="37483"/>
                  </a:cubicBezTo>
                  <a:cubicBezTo>
                    <a:pt x="77556" y="24661"/>
                    <a:pt x="94860" y="9088"/>
                    <a:pt x="91576" y="2743"/>
                  </a:cubicBezTo>
                  <a:cubicBezTo>
                    <a:pt x="90598" y="884"/>
                    <a:pt x="87989" y="1"/>
                    <a:pt x="84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64"/>
            <p:cNvSpPr/>
            <p:nvPr/>
          </p:nvSpPr>
          <p:spPr>
            <a:xfrm>
              <a:off x="3454879" y="2640421"/>
              <a:ext cx="3094521" cy="1780463"/>
            </a:xfrm>
            <a:custGeom>
              <a:avLst/>
              <a:gdLst/>
              <a:ahLst/>
              <a:cxnLst/>
              <a:rect l="l" t="t" r="r" b="b"/>
              <a:pathLst>
                <a:path w="43571" h="25069" extrusionOk="0">
                  <a:moveTo>
                    <a:pt x="43570" y="0"/>
                  </a:moveTo>
                  <a:lnTo>
                    <a:pt x="43570" y="0"/>
                  </a:lnTo>
                  <a:cubicBezTo>
                    <a:pt x="37492" y="4615"/>
                    <a:pt x="31014" y="8696"/>
                    <a:pt x="24226" y="12157"/>
                  </a:cubicBezTo>
                  <a:cubicBezTo>
                    <a:pt x="15396" y="16771"/>
                    <a:pt x="6878" y="20099"/>
                    <a:pt x="1" y="21874"/>
                  </a:cubicBezTo>
                  <a:cubicBezTo>
                    <a:pt x="2086" y="23205"/>
                    <a:pt x="4304" y="24314"/>
                    <a:pt x="6656" y="25068"/>
                  </a:cubicBezTo>
                  <a:cubicBezTo>
                    <a:pt x="13400" y="22495"/>
                    <a:pt x="20011" y="19567"/>
                    <a:pt x="26400" y="16239"/>
                  </a:cubicBezTo>
                  <a:cubicBezTo>
                    <a:pt x="31813" y="13399"/>
                    <a:pt x="37092" y="10338"/>
                    <a:pt x="42239" y="6966"/>
                  </a:cubicBezTo>
                  <a:cubicBezTo>
                    <a:pt x="42993" y="4703"/>
                    <a:pt x="43437" y="2352"/>
                    <a:pt x="4357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64"/>
            <p:cNvSpPr/>
            <p:nvPr/>
          </p:nvSpPr>
          <p:spPr>
            <a:xfrm>
              <a:off x="4850968" y="4348725"/>
              <a:ext cx="64844" cy="64915"/>
            </a:xfrm>
            <a:custGeom>
              <a:avLst/>
              <a:gdLst/>
              <a:ahLst/>
              <a:cxnLst/>
              <a:rect l="l" t="t" r="r" b="b"/>
              <a:pathLst>
                <a:path w="913" h="914" extrusionOk="0">
                  <a:moveTo>
                    <a:pt x="396" y="1"/>
                  </a:moveTo>
                  <a:cubicBezTo>
                    <a:pt x="154" y="1"/>
                    <a:pt x="1" y="376"/>
                    <a:pt x="265" y="527"/>
                  </a:cubicBezTo>
                  <a:cubicBezTo>
                    <a:pt x="309" y="572"/>
                    <a:pt x="309" y="616"/>
                    <a:pt x="354" y="705"/>
                  </a:cubicBezTo>
                  <a:cubicBezTo>
                    <a:pt x="372" y="850"/>
                    <a:pt x="472" y="913"/>
                    <a:pt x="581" y="913"/>
                  </a:cubicBezTo>
                  <a:cubicBezTo>
                    <a:pt x="737" y="913"/>
                    <a:pt x="912" y="781"/>
                    <a:pt x="886" y="572"/>
                  </a:cubicBezTo>
                  <a:cubicBezTo>
                    <a:pt x="842" y="350"/>
                    <a:pt x="709" y="172"/>
                    <a:pt x="531" y="39"/>
                  </a:cubicBezTo>
                  <a:cubicBezTo>
                    <a:pt x="485" y="13"/>
                    <a:pt x="439" y="1"/>
                    <a:pt x="39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86" name="Google Shape;3286;p64"/>
            <p:cNvGrpSpPr/>
            <p:nvPr/>
          </p:nvGrpSpPr>
          <p:grpSpPr>
            <a:xfrm>
              <a:off x="1186065" y="489079"/>
              <a:ext cx="6623771" cy="4049419"/>
              <a:chOff x="1186065" y="489079"/>
              <a:chExt cx="6623771" cy="4049419"/>
            </a:xfrm>
          </p:grpSpPr>
          <p:sp>
            <p:nvSpPr>
              <p:cNvPr id="3287" name="Google Shape;3287;p64"/>
              <p:cNvSpPr/>
              <p:nvPr/>
            </p:nvSpPr>
            <p:spPr>
              <a:xfrm>
                <a:off x="6168010" y="1402002"/>
                <a:ext cx="129261" cy="126136"/>
              </a:xfrm>
              <a:custGeom>
                <a:avLst/>
                <a:gdLst/>
                <a:ahLst/>
                <a:cxnLst/>
                <a:rect l="l" t="t" r="r" b="b"/>
                <a:pathLst>
                  <a:path w="1820" h="1776" extrusionOk="0">
                    <a:moveTo>
                      <a:pt x="711" y="1"/>
                    </a:moveTo>
                    <a:cubicBezTo>
                      <a:pt x="489" y="89"/>
                      <a:pt x="267" y="178"/>
                      <a:pt x="1" y="223"/>
                    </a:cubicBezTo>
                    <a:cubicBezTo>
                      <a:pt x="622" y="755"/>
                      <a:pt x="1199" y="1243"/>
                      <a:pt x="1775" y="1775"/>
                    </a:cubicBezTo>
                    <a:lnTo>
                      <a:pt x="1820" y="1775"/>
                    </a:lnTo>
                    <a:cubicBezTo>
                      <a:pt x="1465" y="1154"/>
                      <a:pt x="1110" y="578"/>
                      <a:pt x="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64"/>
              <p:cNvSpPr/>
              <p:nvPr/>
            </p:nvSpPr>
            <p:spPr>
              <a:xfrm>
                <a:off x="1186065" y="489079"/>
                <a:ext cx="6623771" cy="4049419"/>
              </a:xfrm>
              <a:custGeom>
                <a:avLst/>
                <a:gdLst/>
                <a:ahLst/>
                <a:cxnLst/>
                <a:rect l="l" t="t" r="r" b="b"/>
                <a:pathLst>
                  <a:path w="93263" h="57016" extrusionOk="0">
                    <a:moveTo>
                      <a:pt x="69126" y="11169"/>
                    </a:moveTo>
                    <a:cubicBezTo>
                      <a:pt x="69392" y="11524"/>
                      <a:pt x="69659" y="11834"/>
                      <a:pt x="69880" y="12145"/>
                    </a:cubicBezTo>
                    <a:cubicBezTo>
                      <a:pt x="69747" y="12278"/>
                      <a:pt x="69614" y="12367"/>
                      <a:pt x="69525" y="12544"/>
                    </a:cubicBezTo>
                    <a:cubicBezTo>
                      <a:pt x="69259" y="12100"/>
                      <a:pt x="69126" y="11657"/>
                      <a:pt x="69126" y="11169"/>
                    </a:cubicBezTo>
                    <a:close/>
                    <a:moveTo>
                      <a:pt x="71034" y="13786"/>
                    </a:moveTo>
                    <a:cubicBezTo>
                      <a:pt x="71256" y="14141"/>
                      <a:pt x="71478" y="14496"/>
                      <a:pt x="71655" y="14851"/>
                    </a:cubicBezTo>
                    <a:cubicBezTo>
                      <a:pt x="71300" y="14629"/>
                      <a:pt x="70901" y="14452"/>
                      <a:pt x="70502" y="14363"/>
                    </a:cubicBezTo>
                    <a:cubicBezTo>
                      <a:pt x="70635" y="14230"/>
                      <a:pt x="70812" y="14053"/>
                      <a:pt x="70945" y="13920"/>
                    </a:cubicBezTo>
                    <a:cubicBezTo>
                      <a:pt x="70990" y="13875"/>
                      <a:pt x="70990" y="13831"/>
                      <a:pt x="71034" y="13786"/>
                    </a:cubicBezTo>
                    <a:close/>
                    <a:moveTo>
                      <a:pt x="75792" y="6910"/>
                    </a:moveTo>
                    <a:cubicBezTo>
                      <a:pt x="76615" y="6910"/>
                      <a:pt x="77424" y="6992"/>
                      <a:pt x="78177" y="7220"/>
                    </a:cubicBezTo>
                    <a:cubicBezTo>
                      <a:pt x="80396" y="7930"/>
                      <a:pt x="81638" y="9793"/>
                      <a:pt x="80884" y="12056"/>
                    </a:cubicBezTo>
                    <a:cubicBezTo>
                      <a:pt x="80307" y="13831"/>
                      <a:pt x="78931" y="15472"/>
                      <a:pt x="77689" y="16803"/>
                    </a:cubicBezTo>
                    <a:cubicBezTo>
                      <a:pt x="76713" y="17913"/>
                      <a:pt x="75648" y="18977"/>
                      <a:pt x="74539" y="19998"/>
                    </a:cubicBezTo>
                    <a:cubicBezTo>
                      <a:pt x="73075" y="15561"/>
                      <a:pt x="70590" y="11568"/>
                      <a:pt x="67218" y="8329"/>
                    </a:cubicBezTo>
                    <a:cubicBezTo>
                      <a:pt x="68816" y="7841"/>
                      <a:pt x="70413" y="7531"/>
                      <a:pt x="72054" y="7264"/>
                    </a:cubicBezTo>
                    <a:cubicBezTo>
                      <a:pt x="73236" y="7103"/>
                      <a:pt x="74531" y="6910"/>
                      <a:pt x="75792" y="6910"/>
                    </a:cubicBezTo>
                    <a:close/>
                    <a:moveTo>
                      <a:pt x="73652" y="19066"/>
                    </a:moveTo>
                    <a:cubicBezTo>
                      <a:pt x="73785" y="19510"/>
                      <a:pt x="73962" y="19954"/>
                      <a:pt x="74095" y="20397"/>
                    </a:cubicBezTo>
                    <a:cubicBezTo>
                      <a:pt x="73252" y="21196"/>
                      <a:pt x="72321" y="21950"/>
                      <a:pt x="71389" y="22704"/>
                    </a:cubicBezTo>
                    <a:cubicBezTo>
                      <a:pt x="71522" y="22039"/>
                      <a:pt x="71744" y="21373"/>
                      <a:pt x="72054" y="20797"/>
                    </a:cubicBezTo>
                    <a:cubicBezTo>
                      <a:pt x="72321" y="20309"/>
                      <a:pt x="72986" y="19332"/>
                      <a:pt x="73563" y="19066"/>
                    </a:cubicBezTo>
                    <a:close/>
                    <a:moveTo>
                      <a:pt x="69254" y="20486"/>
                    </a:moveTo>
                    <a:cubicBezTo>
                      <a:pt x="69437" y="20486"/>
                      <a:pt x="69614" y="20530"/>
                      <a:pt x="69747" y="20663"/>
                    </a:cubicBezTo>
                    <a:cubicBezTo>
                      <a:pt x="69799" y="20715"/>
                      <a:pt x="69851" y="20737"/>
                      <a:pt x="69903" y="20737"/>
                    </a:cubicBezTo>
                    <a:cubicBezTo>
                      <a:pt x="69940" y="20737"/>
                      <a:pt x="69977" y="20726"/>
                      <a:pt x="70014" y="20708"/>
                    </a:cubicBezTo>
                    <a:lnTo>
                      <a:pt x="70014" y="20708"/>
                    </a:lnTo>
                    <a:cubicBezTo>
                      <a:pt x="69880" y="21018"/>
                      <a:pt x="69792" y="21373"/>
                      <a:pt x="69747" y="21684"/>
                    </a:cubicBezTo>
                    <a:cubicBezTo>
                      <a:pt x="69614" y="22128"/>
                      <a:pt x="69570" y="22616"/>
                      <a:pt x="69525" y="23059"/>
                    </a:cubicBezTo>
                    <a:cubicBezTo>
                      <a:pt x="69126" y="22261"/>
                      <a:pt x="68860" y="21418"/>
                      <a:pt x="68727" y="20575"/>
                    </a:cubicBezTo>
                    <a:cubicBezTo>
                      <a:pt x="68882" y="20530"/>
                      <a:pt x="69071" y="20486"/>
                      <a:pt x="69254" y="20486"/>
                    </a:cubicBezTo>
                    <a:close/>
                    <a:moveTo>
                      <a:pt x="71433" y="29581"/>
                    </a:moveTo>
                    <a:lnTo>
                      <a:pt x="71433" y="29581"/>
                    </a:lnTo>
                    <a:cubicBezTo>
                      <a:pt x="71300" y="29803"/>
                      <a:pt x="71211" y="30025"/>
                      <a:pt x="71123" y="30247"/>
                    </a:cubicBezTo>
                    <a:cubicBezTo>
                      <a:pt x="70990" y="30158"/>
                      <a:pt x="70945" y="30025"/>
                      <a:pt x="70901" y="29892"/>
                    </a:cubicBezTo>
                    <a:lnTo>
                      <a:pt x="71433" y="29581"/>
                    </a:lnTo>
                    <a:close/>
                    <a:moveTo>
                      <a:pt x="70457" y="30247"/>
                    </a:moveTo>
                    <a:cubicBezTo>
                      <a:pt x="70457" y="30291"/>
                      <a:pt x="70457" y="30291"/>
                      <a:pt x="70502" y="30336"/>
                    </a:cubicBezTo>
                    <a:lnTo>
                      <a:pt x="70413" y="30336"/>
                    </a:lnTo>
                    <a:cubicBezTo>
                      <a:pt x="69659" y="31001"/>
                      <a:pt x="68949" y="31711"/>
                      <a:pt x="68328" y="32465"/>
                    </a:cubicBezTo>
                    <a:cubicBezTo>
                      <a:pt x="68150" y="32288"/>
                      <a:pt x="68017" y="32110"/>
                      <a:pt x="67884" y="31933"/>
                    </a:cubicBezTo>
                    <a:cubicBezTo>
                      <a:pt x="68727" y="31356"/>
                      <a:pt x="69614" y="30824"/>
                      <a:pt x="70457" y="30247"/>
                    </a:cubicBezTo>
                    <a:close/>
                    <a:moveTo>
                      <a:pt x="74938" y="27052"/>
                    </a:moveTo>
                    <a:lnTo>
                      <a:pt x="74938" y="27052"/>
                    </a:lnTo>
                    <a:cubicBezTo>
                      <a:pt x="74450" y="27762"/>
                      <a:pt x="74007" y="28561"/>
                      <a:pt x="73696" y="29404"/>
                    </a:cubicBezTo>
                    <a:cubicBezTo>
                      <a:pt x="73574" y="29617"/>
                      <a:pt x="73765" y="29809"/>
                      <a:pt x="73954" y="29809"/>
                    </a:cubicBezTo>
                    <a:cubicBezTo>
                      <a:pt x="74041" y="29809"/>
                      <a:pt x="74128" y="29768"/>
                      <a:pt x="74184" y="29670"/>
                    </a:cubicBezTo>
                    <a:cubicBezTo>
                      <a:pt x="74450" y="28960"/>
                      <a:pt x="74850" y="28295"/>
                      <a:pt x="75249" y="27674"/>
                    </a:cubicBezTo>
                    <a:lnTo>
                      <a:pt x="75249" y="27674"/>
                    </a:lnTo>
                    <a:cubicBezTo>
                      <a:pt x="75338" y="30513"/>
                      <a:pt x="74983" y="33308"/>
                      <a:pt x="74273" y="36059"/>
                    </a:cubicBezTo>
                    <a:cubicBezTo>
                      <a:pt x="74051" y="34728"/>
                      <a:pt x="74184" y="33353"/>
                      <a:pt x="74539" y="32110"/>
                    </a:cubicBezTo>
                    <a:cubicBezTo>
                      <a:pt x="74621" y="31893"/>
                      <a:pt x="74452" y="31759"/>
                      <a:pt x="74279" y="31759"/>
                    </a:cubicBezTo>
                    <a:cubicBezTo>
                      <a:pt x="74170" y="31759"/>
                      <a:pt x="74058" y="31813"/>
                      <a:pt x="74007" y="31933"/>
                    </a:cubicBezTo>
                    <a:cubicBezTo>
                      <a:pt x="73430" y="33708"/>
                      <a:pt x="73607" y="35438"/>
                      <a:pt x="73829" y="37213"/>
                    </a:cubicBezTo>
                    <a:cubicBezTo>
                      <a:pt x="73829" y="37257"/>
                      <a:pt x="73829" y="37301"/>
                      <a:pt x="73874" y="37301"/>
                    </a:cubicBezTo>
                    <a:lnTo>
                      <a:pt x="73652" y="37923"/>
                    </a:lnTo>
                    <a:lnTo>
                      <a:pt x="73519" y="37923"/>
                    </a:lnTo>
                    <a:cubicBezTo>
                      <a:pt x="73563" y="37878"/>
                      <a:pt x="73563" y="37834"/>
                      <a:pt x="73519" y="37790"/>
                    </a:cubicBezTo>
                    <a:cubicBezTo>
                      <a:pt x="73075" y="36769"/>
                      <a:pt x="72853" y="35660"/>
                      <a:pt x="72942" y="34551"/>
                    </a:cubicBezTo>
                    <a:cubicBezTo>
                      <a:pt x="72942" y="34357"/>
                      <a:pt x="72806" y="34268"/>
                      <a:pt x="72666" y="34268"/>
                    </a:cubicBezTo>
                    <a:cubicBezTo>
                      <a:pt x="72518" y="34268"/>
                      <a:pt x="72365" y="34368"/>
                      <a:pt x="72365" y="34551"/>
                    </a:cubicBezTo>
                    <a:cubicBezTo>
                      <a:pt x="72321" y="35749"/>
                      <a:pt x="72542" y="36991"/>
                      <a:pt x="73075" y="38100"/>
                    </a:cubicBezTo>
                    <a:lnTo>
                      <a:pt x="72454" y="38366"/>
                    </a:lnTo>
                    <a:cubicBezTo>
                      <a:pt x="70812" y="34861"/>
                      <a:pt x="72099" y="31046"/>
                      <a:pt x="73874" y="27807"/>
                    </a:cubicBezTo>
                    <a:cubicBezTo>
                      <a:pt x="74228" y="27541"/>
                      <a:pt x="74583" y="27274"/>
                      <a:pt x="74938" y="27052"/>
                    </a:cubicBezTo>
                    <a:close/>
                    <a:moveTo>
                      <a:pt x="70368" y="37479"/>
                    </a:moveTo>
                    <a:cubicBezTo>
                      <a:pt x="70546" y="38056"/>
                      <a:pt x="70768" y="38588"/>
                      <a:pt x="71034" y="39121"/>
                    </a:cubicBezTo>
                    <a:cubicBezTo>
                      <a:pt x="70546" y="39431"/>
                      <a:pt x="70058" y="39742"/>
                      <a:pt x="69525" y="40052"/>
                    </a:cubicBezTo>
                    <a:cubicBezTo>
                      <a:pt x="69481" y="39121"/>
                      <a:pt x="69792" y="38189"/>
                      <a:pt x="70368" y="37479"/>
                    </a:cubicBezTo>
                    <a:close/>
                    <a:moveTo>
                      <a:pt x="47491" y="640"/>
                    </a:moveTo>
                    <a:cubicBezTo>
                      <a:pt x="52129" y="640"/>
                      <a:pt x="56786" y="1802"/>
                      <a:pt x="61007" y="4247"/>
                    </a:cubicBezTo>
                    <a:cubicBezTo>
                      <a:pt x="62338" y="5002"/>
                      <a:pt x="63580" y="5889"/>
                      <a:pt x="64778" y="6821"/>
                    </a:cubicBezTo>
                    <a:cubicBezTo>
                      <a:pt x="64822" y="6865"/>
                      <a:pt x="64822" y="6909"/>
                      <a:pt x="64867" y="6909"/>
                    </a:cubicBezTo>
                    <a:cubicBezTo>
                      <a:pt x="65044" y="7087"/>
                      <a:pt x="65266" y="7220"/>
                      <a:pt x="65444" y="7353"/>
                    </a:cubicBezTo>
                    <a:cubicBezTo>
                      <a:pt x="65177" y="7841"/>
                      <a:pt x="65044" y="8418"/>
                      <a:pt x="65044" y="8950"/>
                    </a:cubicBezTo>
                    <a:cubicBezTo>
                      <a:pt x="65044" y="9128"/>
                      <a:pt x="65177" y="9217"/>
                      <a:pt x="65311" y="9217"/>
                    </a:cubicBezTo>
                    <a:cubicBezTo>
                      <a:pt x="65444" y="9217"/>
                      <a:pt x="65577" y="9128"/>
                      <a:pt x="65577" y="8950"/>
                    </a:cubicBezTo>
                    <a:cubicBezTo>
                      <a:pt x="65621" y="8551"/>
                      <a:pt x="65710" y="8107"/>
                      <a:pt x="65887" y="7752"/>
                    </a:cubicBezTo>
                    <a:cubicBezTo>
                      <a:pt x="66109" y="7974"/>
                      <a:pt x="66375" y="8196"/>
                      <a:pt x="66597" y="8418"/>
                    </a:cubicBezTo>
                    <a:cubicBezTo>
                      <a:pt x="66597" y="8462"/>
                      <a:pt x="66597" y="8462"/>
                      <a:pt x="66597" y="8462"/>
                    </a:cubicBezTo>
                    <a:cubicBezTo>
                      <a:pt x="66153" y="9838"/>
                      <a:pt x="66153" y="11302"/>
                      <a:pt x="66597" y="12633"/>
                    </a:cubicBezTo>
                    <a:cubicBezTo>
                      <a:pt x="66331" y="12500"/>
                      <a:pt x="66065" y="12367"/>
                      <a:pt x="65843" y="12234"/>
                    </a:cubicBezTo>
                    <a:cubicBezTo>
                      <a:pt x="65976" y="12145"/>
                      <a:pt x="66020" y="11923"/>
                      <a:pt x="65887" y="11790"/>
                    </a:cubicBezTo>
                    <a:cubicBezTo>
                      <a:pt x="65754" y="11657"/>
                      <a:pt x="65665" y="11391"/>
                      <a:pt x="65710" y="11169"/>
                    </a:cubicBezTo>
                    <a:cubicBezTo>
                      <a:pt x="65736" y="10959"/>
                      <a:pt x="65561" y="10827"/>
                      <a:pt x="65395" y="10827"/>
                    </a:cubicBezTo>
                    <a:cubicBezTo>
                      <a:pt x="65280" y="10827"/>
                      <a:pt x="65169" y="10890"/>
                      <a:pt x="65133" y="11036"/>
                    </a:cubicBezTo>
                    <a:cubicBezTo>
                      <a:pt x="65089" y="11302"/>
                      <a:pt x="65133" y="11612"/>
                      <a:pt x="65266" y="11923"/>
                    </a:cubicBezTo>
                    <a:cubicBezTo>
                      <a:pt x="65089" y="11790"/>
                      <a:pt x="64911" y="11657"/>
                      <a:pt x="64734" y="11524"/>
                    </a:cubicBezTo>
                    <a:cubicBezTo>
                      <a:pt x="64674" y="11474"/>
                      <a:pt x="64608" y="11453"/>
                      <a:pt x="64545" y="11453"/>
                    </a:cubicBezTo>
                    <a:cubicBezTo>
                      <a:pt x="64323" y="11453"/>
                      <a:pt x="64128" y="11706"/>
                      <a:pt x="64334" y="11879"/>
                    </a:cubicBezTo>
                    <a:cubicBezTo>
                      <a:pt x="65488" y="12810"/>
                      <a:pt x="66863" y="13476"/>
                      <a:pt x="68328" y="13786"/>
                    </a:cubicBezTo>
                    <a:cubicBezTo>
                      <a:pt x="68351" y="13793"/>
                      <a:pt x="68374" y="13796"/>
                      <a:pt x="68396" y="13796"/>
                    </a:cubicBezTo>
                    <a:cubicBezTo>
                      <a:pt x="68662" y="13796"/>
                      <a:pt x="68788" y="13336"/>
                      <a:pt x="68461" y="13254"/>
                    </a:cubicBezTo>
                    <a:cubicBezTo>
                      <a:pt x="67973" y="13121"/>
                      <a:pt x="67529" y="12988"/>
                      <a:pt x="67085" y="12810"/>
                    </a:cubicBezTo>
                    <a:cubicBezTo>
                      <a:pt x="67130" y="12766"/>
                      <a:pt x="67174" y="12633"/>
                      <a:pt x="67130" y="12544"/>
                    </a:cubicBezTo>
                    <a:cubicBezTo>
                      <a:pt x="66686" y="11346"/>
                      <a:pt x="66686" y="10060"/>
                      <a:pt x="67085" y="8817"/>
                    </a:cubicBezTo>
                    <a:lnTo>
                      <a:pt x="67085" y="8817"/>
                    </a:lnTo>
                    <a:cubicBezTo>
                      <a:pt x="67263" y="9039"/>
                      <a:pt x="67440" y="9217"/>
                      <a:pt x="67618" y="9394"/>
                    </a:cubicBezTo>
                    <a:lnTo>
                      <a:pt x="67573" y="9438"/>
                    </a:lnTo>
                    <a:cubicBezTo>
                      <a:pt x="67440" y="9882"/>
                      <a:pt x="67396" y="10326"/>
                      <a:pt x="67529" y="10769"/>
                    </a:cubicBezTo>
                    <a:cubicBezTo>
                      <a:pt x="67547" y="10915"/>
                      <a:pt x="67654" y="10978"/>
                      <a:pt x="67769" y="10978"/>
                    </a:cubicBezTo>
                    <a:cubicBezTo>
                      <a:pt x="67934" y="10978"/>
                      <a:pt x="68114" y="10846"/>
                      <a:pt x="68061" y="10636"/>
                    </a:cubicBezTo>
                    <a:cubicBezTo>
                      <a:pt x="68017" y="10370"/>
                      <a:pt x="68017" y="10104"/>
                      <a:pt x="68061" y="9838"/>
                    </a:cubicBezTo>
                    <a:cubicBezTo>
                      <a:pt x="68283" y="10104"/>
                      <a:pt x="68461" y="10326"/>
                      <a:pt x="68682" y="10548"/>
                    </a:cubicBezTo>
                    <a:cubicBezTo>
                      <a:pt x="68505" y="11346"/>
                      <a:pt x="68682" y="12145"/>
                      <a:pt x="69126" y="12855"/>
                    </a:cubicBezTo>
                    <a:cubicBezTo>
                      <a:pt x="69171" y="12855"/>
                      <a:pt x="69171" y="12899"/>
                      <a:pt x="69215" y="12899"/>
                    </a:cubicBezTo>
                    <a:cubicBezTo>
                      <a:pt x="68949" y="13210"/>
                      <a:pt x="68727" y="13520"/>
                      <a:pt x="68505" y="13875"/>
                    </a:cubicBezTo>
                    <a:cubicBezTo>
                      <a:pt x="68380" y="14062"/>
                      <a:pt x="68584" y="14271"/>
                      <a:pt x="68778" y="14271"/>
                    </a:cubicBezTo>
                    <a:cubicBezTo>
                      <a:pt x="68860" y="14271"/>
                      <a:pt x="68940" y="14234"/>
                      <a:pt x="68993" y="14141"/>
                    </a:cubicBezTo>
                    <a:cubicBezTo>
                      <a:pt x="69171" y="13831"/>
                      <a:pt x="69392" y="13565"/>
                      <a:pt x="69614" y="13298"/>
                    </a:cubicBezTo>
                    <a:cubicBezTo>
                      <a:pt x="69703" y="13165"/>
                      <a:pt x="69792" y="13077"/>
                      <a:pt x="69925" y="12943"/>
                    </a:cubicBezTo>
                    <a:cubicBezTo>
                      <a:pt x="70014" y="12855"/>
                      <a:pt x="70102" y="12766"/>
                      <a:pt x="70147" y="12677"/>
                    </a:cubicBezTo>
                    <a:lnTo>
                      <a:pt x="70235" y="12677"/>
                    </a:lnTo>
                    <a:cubicBezTo>
                      <a:pt x="70413" y="12943"/>
                      <a:pt x="70635" y="13210"/>
                      <a:pt x="70812" y="13476"/>
                    </a:cubicBezTo>
                    <a:cubicBezTo>
                      <a:pt x="70786" y="13463"/>
                      <a:pt x="70760" y="13457"/>
                      <a:pt x="70735" y="13457"/>
                    </a:cubicBezTo>
                    <a:cubicBezTo>
                      <a:pt x="70675" y="13457"/>
                      <a:pt x="70622" y="13489"/>
                      <a:pt x="70590" y="13520"/>
                    </a:cubicBezTo>
                    <a:cubicBezTo>
                      <a:pt x="69836" y="14230"/>
                      <a:pt x="69259" y="15073"/>
                      <a:pt x="68904" y="16005"/>
                    </a:cubicBezTo>
                    <a:cubicBezTo>
                      <a:pt x="68823" y="16222"/>
                      <a:pt x="68991" y="16356"/>
                      <a:pt x="69174" y="16356"/>
                    </a:cubicBezTo>
                    <a:cubicBezTo>
                      <a:pt x="69290" y="16356"/>
                      <a:pt x="69412" y="16303"/>
                      <a:pt x="69481" y="16182"/>
                    </a:cubicBezTo>
                    <a:cubicBezTo>
                      <a:pt x="69481" y="16094"/>
                      <a:pt x="69570" y="15960"/>
                      <a:pt x="69614" y="15872"/>
                    </a:cubicBezTo>
                    <a:cubicBezTo>
                      <a:pt x="69636" y="15894"/>
                      <a:pt x="69659" y="15905"/>
                      <a:pt x="69686" y="15905"/>
                    </a:cubicBezTo>
                    <a:cubicBezTo>
                      <a:pt x="69714" y="15905"/>
                      <a:pt x="69747" y="15894"/>
                      <a:pt x="69792" y="15872"/>
                    </a:cubicBezTo>
                    <a:cubicBezTo>
                      <a:pt x="69822" y="15864"/>
                      <a:pt x="69854" y="15860"/>
                      <a:pt x="69886" y="15860"/>
                    </a:cubicBezTo>
                    <a:cubicBezTo>
                      <a:pt x="70043" y="15860"/>
                      <a:pt x="70214" y="15947"/>
                      <a:pt x="70324" y="16094"/>
                    </a:cubicBezTo>
                    <a:cubicBezTo>
                      <a:pt x="70376" y="16155"/>
                      <a:pt x="70437" y="16181"/>
                      <a:pt x="70497" y="16181"/>
                    </a:cubicBezTo>
                    <a:cubicBezTo>
                      <a:pt x="70698" y="16181"/>
                      <a:pt x="70894" y="15899"/>
                      <a:pt x="70723" y="15694"/>
                    </a:cubicBezTo>
                    <a:cubicBezTo>
                      <a:pt x="70530" y="15462"/>
                      <a:pt x="70268" y="15331"/>
                      <a:pt x="69999" y="15331"/>
                    </a:cubicBezTo>
                    <a:cubicBezTo>
                      <a:pt x="69959" y="15331"/>
                      <a:pt x="69920" y="15334"/>
                      <a:pt x="69880" y="15339"/>
                    </a:cubicBezTo>
                    <a:cubicBezTo>
                      <a:pt x="69969" y="15162"/>
                      <a:pt x="70058" y="15029"/>
                      <a:pt x="70147" y="14851"/>
                    </a:cubicBezTo>
                    <a:cubicBezTo>
                      <a:pt x="70945" y="14940"/>
                      <a:pt x="71611" y="15384"/>
                      <a:pt x="72054" y="16005"/>
                    </a:cubicBezTo>
                    <a:cubicBezTo>
                      <a:pt x="72143" y="16094"/>
                      <a:pt x="72232" y="16138"/>
                      <a:pt x="72365" y="16138"/>
                    </a:cubicBezTo>
                    <a:cubicBezTo>
                      <a:pt x="72542" y="16493"/>
                      <a:pt x="72720" y="16848"/>
                      <a:pt x="72897" y="17247"/>
                    </a:cubicBezTo>
                    <a:lnTo>
                      <a:pt x="72853" y="17247"/>
                    </a:lnTo>
                    <a:cubicBezTo>
                      <a:pt x="72853" y="17247"/>
                      <a:pt x="72853" y="17203"/>
                      <a:pt x="72853" y="17158"/>
                    </a:cubicBezTo>
                    <a:lnTo>
                      <a:pt x="72542" y="16759"/>
                    </a:lnTo>
                    <a:cubicBezTo>
                      <a:pt x="72491" y="16681"/>
                      <a:pt x="72412" y="16649"/>
                      <a:pt x="72331" y="16649"/>
                    </a:cubicBezTo>
                    <a:cubicBezTo>
                      <a:pt x="72136" y="16649"/>
                      <a:pt x="71929" y="16837"/>
                      <a:pt x="72054" y="17025"/>
                    </a:cubicBezTo>
                    <a:lnTo>
                      <a:pt x="72365" y="17469"/>
                    </a:lnTo>
                    <a:cubicBezTo>
                      <a:pt x="72409" y="17513"/>
                      <a:pt x="72498" y="17558"/>
                      <a:pt x="72587" y="17558"/>
                    </a:cubicBezTo>
                    <a:cubicBezTo>
                      <a:pt x="72498" y="17646"/>
                      <a:pt x="72409" y="17735"/>
                      <a:pt x="72321" y="17824"/>
                    </a:cubicBezTo>
                    <a:cubicBezTo>
                      <a:pt x="72116" y="18028"/>
                      <a:pt x="72304" y="18311"/>
                      <a:pt x="72523" y="18311"/>
                    </a:cubicBezTo>
                    <a:cubicBezTo>
                      <a:pt x="72589" y="18311"/>
                      <a:pt x="72658" y="18285"/>
                      <a:pt x="72720" y="18223"/>
                    </a:cubicBezTo>
                    <a:lnTo>
                      <a:pt x="73164" y="17780"/>
                    </a:lnTo>
                    <a:lnTo>
                      <a:pt x="73430" y="18489"/>
                    </a:lnTo>
                    <a:cubicBezTo>
                      <a:pt x="72764" y="18756"/>
                      <a:pt x="72099" y="19687"/>
                      <a:pt x="71744" y="20264"/>
                    </a:cubicBezTo>
                    <a:cubicBezTo>
                      <a:pt x="71211" y="21107"/>
                      <a:pt x="70901" y="22039"/>
                      <a:pt x="70812" y="23059"/>
                    </a:cubicBezTo>
                    <a:cubicBezTo>
                      <a:pt x="70812" y="23059"/>
                      <a:pt x="70812" y="23104"/>
                      <a:pt x="70812" y="23148"/>
                    </a:cubicBezTo>
                    <a:lnTo>
                      <a:pt x="70147" y="23681"/>
                    </a:lnTo>
                    <a:cubicBezTo>
                      <a:pt x="70058" y="23059"/>
                      <a:pt x="70102" y="22394"/>
                      <a:pt x="70280" y="21773"/>
                    </a:cubicBezTo>
                    <a:cubicBezTo>
                      <a:pt x="70413" y="21063"/>
                      <a:pt x="70723" y="20353"/>
                      <a:pt x="71167" y="19776"/>
                    </a:cubicBezTo>
                    <a:cubicBezTo>
                      <a:pt x="71371" y="19572"/>
                      <a:pt x="71184" y="19289"/>
                      <a:pt x="70965" y="19289"/>
                    </a:cubicBezTo>
                    <a:cubicBezTo>
                      <a:pt x="70899" y="19289"/>
                      <a:pt x="70830" y="19315"/>
                      <a:pt x="70768" y="19377"/>
                    </a:cubicBezTo>
                    <a:cubicBezTo>
                      <a:pt x="70546" y="19643"/>
                      <a:pt x="70368" y="19954"/>
                      <a:pt x="70191" y="20309"/>
                    </a:cubicBezTo>
                    <a:cubicBezTo>
                      <a:pt x="70191" y="20264"/>
                      <a:pt x="70147" y="20264"/>
                      <a:pt x="70147" y="20220"/>
                    </a:cubicBezTo>
                    <a:cubicBezTo>
                      <a:pt x="69869" y="20004"/>
                      <a:pt x="69507" y="19874"/>
                      <a:pt x="69147" y="19874"/>
                    </a:cubicBezTo>
                    <a:cubicBezTo>
                      <a:pt x="68989" y="19874"/>
                      <a:pt x="68832" y="19899"/>
                      <a:pt x="68682" y="19954"/>
                    </a:cubicBezTo>
                    <a:lnTo>
                      <a:pt x="68682" y="19244"/>
                    </a:lnTo>
                    <a:cubicBezTo>
                      <a:pt x="68747" y="19231"/>
                      <a:pt x="68812" y="19225"/>
                      <a:pt x="68877" y="19225"/>
                    </a:cubicBezTo>
                    <a:cubicBezTo>
                      <a:pt x="69034" y="19225"/>
                      <a:pt x="69191" y="19257"/>
                      <a:pt x="69348" y="19288"/>
                    </a:cubicBezTo>
                    <a:cubicBezTo>
                      <a:pt x="69375" y="19295"/>
                      <a:pt x="69401" y="19298"/>
                      <a:pt x="69425" y="19298"/>
                    </a:cubicBezTo>
                    <a:cubicBezTo>
                      <a:pt x="69720" y="19298"/>
                      <a:pt x="69809" y="18834"/>
                      <a:pt x="69481" y="18711"/>
                    </a:cubicBezTo>
                    <a:cubicBezTo>
                      <a:pt x="69293" y="18680"/>
                      <a:pt x="69082" y="18649"/>
                      <a:pt x="68866" y="18649"/>
                    </a:cubicBezTo>
                    <a:cubicBezTo>
                      <a:pt x="68776" y="18649"/>
                      <a:pt x="68685" y="18654"/>
                      <a:pt x="68594" y="18667"/>
                    </a:cubicBezTo>
                    <a:cubicBezTo>
                      <a:pt x="68539" y="18626"/>
                      <a:pt x="68475" y="18606"/>
                      <a:pt x="68413" y="18606"/>
                    </a:cubicBezTo>
                    <a:cubicBezTo>
                      <a:pt x="68273" y="18606"/>
                      <a:pt x="68136" y="18705"/>
                      <a:pt x="68106" y="18889"/>
                    </a:cubicBezTo>
                    <a:cubicBezTo>
                      <a:pt x="68017" y="20309"/>
                      <a:pt x="68328" y="21728"/>
                      <a:pt x="68949" y="23015"/>
                    </a:cubicBezTo>
                    <a:cubicBezTo>
                      <a:pt x="68771" y="23104"/>
                      <a:pt x="68682" y="23326"/>
                      <a:pt x="68860" y="23459"/>
                    </a:cubicBezTo>
                    <a:cubicBezTo>
                      <a:pt x="69082" y="23636"/>
                      <a:pt x="69304" y="23858"/>
                      <a:pt x="69481" y="24124"/>
                    </a:cubicBezTo>
                    <a:cubicBezTo>
                      <a:pt x="69481" y="24124"/>
                      <a:pt x="69481" y="24169"/>
                      <a:pt x="69525" y="24169"/>
                    </a:cubicBezTo>
                    <a:lnTo>
                      <a:pt x="68416" y="25012"/>
                    </a:lnTo>
                    <a:cubicBezTo>
                      <a:pt x="68372" y="24967"/>
                      <a:pt x="68328" y="24923"/>
                      <a:pt x="68283" y="24923"/>
                    </a:cubicBezTo>
                    <a:lnTo>
                      <a:pt x="67085" y="24124"/>
                    </a:lnTo>
                    <a:cubicBezTo>
                      <a:pt x="67039" y="24098"/>
                      <a:pt x="66993" y="24086"/>
                      <a:pt x="66950" y="24086"/>
                    </a:cubicBezTo>
                    <a:cubicBezTo>
                      <a:pt x="66708" y="24086"/>
                      <a:pt x="66555" y="24461"/>
                      <a:pt x="66819" y="24612"/>
                    </a:cubicBezTo>
                    <a:lnTo>
                      <a:pt x="67973" y="25322"/>
                    </a:lnTo>
                    <a:cubicBezTo>
                      <a:pt x="65799" y="26919"/>
                      <a:pt x="63536" y="28384"/>
                      <a:pt x="61317" y="29759"/>
                    </a:cubicBezTo>
                    <a:cubicBezTo>
                      <a:pt x="55461" y="33353"/>
                      <a:pt x="49427" y="36592"/>
                      <a:pt x="43171" y="39431"/>
                    </a:cubicBezTo>
                    <a:cubicBezTo>
                      <a:pt x="37492" y="42093"/>
                      <a:pt x="31591" y="44578"/>
                      <a:pt x="25379" y="45820"/>
                    </a:cubicBezTo>
                    <a:cubicBezTo>
                      <a:pt x="17127" y="35349"/>
                      <a:pt x="17482" y="19421"/>
                      <a:pt x="26755" y="9571"/>
                    </a:cubicBezTo>
                    <a:cubicBezTo>
                      <a:pt x="32251" y="3799"/>
                      <a:pt x="39844" y="640"/>
                      <a:pt x="47491" y="640"/>
                    </a:cubicBezTo>
                    <a:close/>
                    <a:moveTo>
                      <a:pt x="19390" y="33663"/>
                    </a:moveTo>
                    <a:cubicBezTo>
                      <a:pt x="20188" y="38144"/>
                      <a:pt x="22007" y="42404"/>
                      <a:pt x="24758" y="46042"/>
                    </a:cubicBezTo>
                    <a:cubicBezTo>
                      <a:pt x="24137" y="46131"/>
                      <a:pt x="23471" y="46264"/>
                      <a:pt x="22806" y="46353"/>
                    </a:cubicBezTo>
                    <a:cubicBezTo>
                      <a:pt x="21551" y="46544"/>
                      <a:pt x="19563" y="46866"/>
                      <a:pt x="17637" y="46866"/>
                    </a:cubicBezTo>
                    <a:cubicBezTo>
                      <a:pt x="14659" y="46866"/>
                      <a:pt x="11826" y="46097"/>
                      <a:pt x="12069" y="42892"/>
                    </a:cubicBezTo>
                    <a:cubicBezTo>
                      <a:pt x="12202" y="40762"/>
                      <a:pt x="13799" y="38987"/>
                      <a:pt x="15175" y="37523"/>
                    </a:cubicBezTo>
                    <a:cubicBezTo>
                      <a:pt x="16461" y="36104"/>
                      <a:pt x="17881" y="34817"/>
                      <a:pt x="19390" y="33663"/>
                    </a:cubicBezTo>
                    <a:close/>
                    <a:moveTo>
                      <a:pt x="71211" y="43247"/>
                    </a:moveTo>
                    <a:lnTo>
                      <a:pt x="71211" y="43247"/>
                    </a:lnTo>
                    <a:cubicBezTo>
                      <a:pt x="69836" y="45510"/>
                      <a:pt x="68150" y="47550"/>
                      <a:pt x="66198" y="49281"/>
                    </a:cubicBezTo>
                    <a:cubicBezTo>
                      <a:pt x="65799" y="49680"/>
                      <a:pt x="65399" y="49991"/>
                      <a:pt x="64956" y="50346"/>
                    </a:cubicBezTo>
                    <a:cubicBezTo>
                      <a:pt x="65444" y="48748"/>
                      <a:pt x="66730" y="47284"/>
                      <a:pt x="67839" y="46086"/>
                    </a:cubicBezTo>
                    <a:cubicBezTo>
                      <a:pt x="68860" y="45022"/>
                      <a:pt x="69969" y="44090"/>
                      <a:pt x="71211" y="43247"/>
                    </a:cubicBezTo>
                    <a:close/>
                    <a:moveTo>
                      <a:pt x="84923" y="2878"/>
                    </a:moveTo>
                    <a:cubicBezTo>
                      <a:pt x="86673" y="2878"/>
                      <a:pt x="88456" y="3045"/>
                      <a:pt x="89979" y="3626"/>
                    </a:cubicBezTo>
                    <a:cubicBezTo>
                      <a:pt x="93218" y="5002"/>
                      <a:pt x="92020" y="9128"/>
                      <a:pt x="90689" y="11435"/>
                    </a:cubicBezTo>
                    <a:cubicBezTo>
                      <a:pt x="89402" y="13653"/>
                      <a:pt x="87494" y="15517"/>
                      <a:pt x="85675" y="17336"/>
                    </a:cubicBezTo>
                    <a:cubicBezTo>
                      <a:pt x="83901" y="19022"/>
                      <a:pt x="82126" y="20663"/>
                      <a:pt x="80218" y="22261"/>
                    </a:cubicBezTo>
                    <a:cubicBezTo>
                      <a:pt x="76269" y="25544"/>
                      <a:pt x="72054" y="28605"/>
                      <a:pt x="67706" y="31356"/>
                    </a:cubicBezTo>
                    <a:cubicBezTo>
                      <a:pt x="59232" y="36725"/>
                      <a:pt x="50270" y="41161"/>
                      <a:pt x="41130" y="45199"/>
                    </a:cubicBezTo>
                    <a:cubicBezTo>
                      <a:pt x="31280" y="49503"/>
                      <a:pt x="20632" y="54117"/>
                      <a:pt x="9673" y="54516"/>
                    </a:cubicBezTo>
                    <a:cubicBezTo>
                      <a:pt x="9489" y="54522"/>
                      <a:pt x="9302" y="54526"/>
                      <a:pt x="9112" y="54526"/>
                    </a:cubicBezTo>
                    <a:cubicBezTo>
                      <a:pt x="6551" y="54526"/>
                      <a:pt x="3533" y="53912"/>
                      <a:pt x="2707" y="51144"/>
                    </a:cubicBezTo>
                    <a:cubicBezTo>
                      <a:pt x="1864" y="48172"/>
                      <a:pt x="3772" y="45022"/>
                      <a:pt x="5636" y="42803"/>
                    </a:cubicBezTo>
                    <a:cubicBezTo>
                      <a:pt x="9496" y="38233"/>
                      <a:pt x="14287" y="34284"/>
                      <a:pt x="18990" y="30602"/>
                    </a:cubicBezTo>
                    <a:cubicBezTo>
                      <a:pt x="18990" y="30868"/>
                      <a:pt x="19035" y="31090"/>
                      <a:pt x="19035" y="31312"/>
                    </a:cubicBezTo>
                    <a:cubicBezTo>
                      <a:pt x="16018" y="33575"/>
                      <a:pt x="13222" y="36104"/>
                      <a:pt x="10738" y="38899"/>
                    </a:cubicBezTo>
                    <a:cubicBezTo>
                      <a:pt x="10534" y="39103"/>
                      <a:pt x="10721" y="39386"/>
                      <a:pt x="10940" y="39386"/>
                    </a:cubicBezTo>
                    <a:cubicBezTo>
                      <a:pt x="11006" y="39386"/>
                      <a:pt x="11075" y="39360"/>
                      <a:pt x="11137" y="39298"/>
                    </a:cubicBezTo>
                    <a:cubicBezTo>
                      <a:pt x="13533" y="36592"/>
                      <a:pt x="16240" y="34151"/>
                      <a:pt x="19123" y="31977"/>
                    </a:cubicBezTo>
                    <a:cubicBezTo>
                      <a:pt x="19168" y="32332"/>
                      <a:pt x="19212" y="32732"/>
                      <a:pt x="19301" y="33087"/>
                    </a:cubicBezTo>
                    <a:cubicBezTo>
                      <a:pt x="16550" y="35127"/>
                      <a:pt x="13444" y="37790"/>
                      <a:pt x="12025" y="40940"/>
                    </a:cubicBezTo>
                    <a:cubicBezTo>
                      <a:pt x="10827" y="43646"/>
                      <a:pt x="11847" y="46663"/>
                      <a:pt x="14953" y="47151"/>
                    </a:cubicBezTo>
                    <a:cubicBezTo>
                      <a:pt x="15946" y="47331"/>
                      <a:pt x="16974" y="47407"/>
                      <a:pt x="18017" y="47407"/>
                    </a:cubicBezTo>
                    <a:cubicBezTo>
                      <a:pt x="20842" y="47407"/>
                      <a:pt x="23775" y="46847"/>
                      <a:pt x="26400" y="46264"/>
                    </a:cubicBezTo>
                    <a:cubicBezTo>
                      <a:pt x="30482" y="45288"/>
                      <a:pt x="34519" y="43957"/>
                      <a:pt x="38379" y="42271"/>
                    </a:cubicBezTo>
                    <a:cubicBezTo>
                      <a:pt x="46099" y="39032"/>
                      <a:pt x="53597" y="35216"/>
                      <a:pt x="60741" y="30868"/>
                    </a:cubicBezTo>
                    <a:cubicBezTo>
                      <a:pt x="64157" y="28783"/>
                      <a:pt x="67440" y="26476"/>
                      <a:pt x="70590" y="24035"/>
                    </a:cubicBezTo>
                    <a:cubicBezTo>
                      <a:pt x="73785" y="21506"/>
                      <a:pt x="77024" y="18800"/>
                      <a:pt x="79508" y="15561"/>
                    </a:cubicBezTo>
                    <a:cubicBezTo>
                      <a:pt x="81505" y="12899"/>
                      <a:pt x="83102" y="9039"/>
                      <a:pt x="79375" y="7087"/>
                    </a:cubicBezTo>
                    <a:cubicBezTo>
                      <a:pt x="78300" y="6536"/>
                      <a:pt x="77123" y="6361"/>
                      <a:pt x="75928" y="6361"/>
                    </a:cubicBezTo>
                    <a:cubicBezTo>
                      <a:pt x="75199" y="6361"/>
                      <a:pt x="74463" y="6426"/>
                      <a:pt x="73740" y="6510"/>
                    </a:cubicBezTo>
                    <a:cubicBezTo>
                      <a:pt x="71389" y="6732"/>
                      <a:pt x="69082" y="7176"/>
                      <a:pt x="66775" y="7841"/>
                    </a:cubicBezTo>
                    <a:cubicBezTo>
                      <a:pt x="66642" y="7708"/>
                      <a:pt x="66508" y="7575"/>
                      <a:pt x="66331" y="7442"/>
                    </a:cubicBezTo>
                    <a:cubicBezTo>
                      <a:pt x="68993" y="6554"/>
                      <a:pt x="71699" y="5845"/>
                      <a:pt x="74450" y="5401"/>
                    </a:cubicBezTo>
                    <a:cubicBezTo>
                      <a:pt x="74791" y="5316"/>
                      <a:pt x="74682" y="4821"/>
                      <a:pt x="74359" y="4821"/>
                    </a:cubicBezTo>
                    <a:cubicBezTo>
                      <a:pt x="74345" y="4821"/>
                      <a:pt x="74331" y="4822"/>
                      <a:pt x="74317" y="4824"/>
                    </a:cubicBezTo>
                    <a:cubicBezTo>
                      <a:pt x="71522" y="5312"/>
                      <a:pt x="68771" y="6022"/>
                      <a:pt x="66065" y="6909"/>
                    </a:cubicBezTo>
                    <a:cubicBezTo>
                      <a:pt x="66020" y="6954"/>
                      <a:pt x="65932" y="6998"/>
                      <a:pt x="65932" y="7043"/>
                    </a:cubicBezTo>
                    <a:lnTo>
                      <a:pt x="65577" y="6732"/>
                    </a:lnTo>
                    <a:cubicBezTo>
                      <a:pt x="70857" y="4957"/>
                      <a:pt x="76269" y="3360"/>
                      <a:pt x="81860" y="3005"/>
                    </a:cubicBezTo>
                    <a:cubicBezTo>
                      <a:pt x="82827" y="2938"/>
                      <a:pt x="83869" y="2878"/>
                      <a:pt x="84923" y="2878"/>
                    </a:cubicBezTo>
                    <a:close/>
                    <a:moveTo>
                      <a:pt x="56570" y="53806"/>
                    </a:moveTo>
                    <a:lnTo>
                      <a:pt x="57812" y="54472"/>
                    </a:lnTo>
                    <a:cubicBezTo>
                      <a:pt x="57413" y="54649"/>
                      <a:pt x="57058" y="54782"/>
                      <a:pt x="56659" y="54916"/>
                    </a:cubicBezTo>
                    <a:cubicBezTo>
                      <a:pt x="56614" y="54561"/>
                      <a:pt x="56570" y="54161"/>
                      <a:pt x="56570" y="53806"/>
                    </a:cubicBezTo>
                    <a:close/>
                    <a:moveTo>
                      <a:pt x="72942" y="28561"/>
                    </a:moveTo>
                    <a:lnTo>
                      <a:pt x="72942" y="28561"/>
                    </a:lnTo>
                    <a:cubicBezTo>
                      <a:pt x="71345" y="31711"/>
                      <a:pt x="70413" y="35261"/>
                      <a:pt x="72010" y="38633"/>
                    </a:cubicBezTo>
                    <a:lnTo>
                      <a:pt x="71566" y="38899"/>
                    </a:lnTo>
                    <a:cubicBezTo>
                      <a:pt x="70901" y="37656"/>
                      <a:pt x="70590" y="36281"/>
                      <a:pt x="70679" y="34861"/>
                    </a:cubicBezTo>
                    <a:cubicBezTo>
                      <a:pt x="70679" y="34684"/>
                      <a:pt x="70535" y="34595"/>
                      <a:pt x="70391" y="34595"/>
                    </a:cubicBezTo>
                    <a:cubicBezTo>
                      <a:pt x="70246" y="34595"/>
                      <a:pt x="70102" y="34684"/>
                      <a:pt x="70102" y="34861"/>
                    </a:cubicBezTo>
                    <a:lnTo>
                      <a:pt x="70102" y="35127"/>
                    </a:lnTo>
                    <a:cubicBezTo>
                      <a:pt x="70014" y="35039"/>
                      <a:pt x="69925" y="35039"/>
                      <a:pt x="69836" y="35039"/>
                    </a:cubicBezTo>
                    <a:cubicBezTo>
                      <a:pt x="69703" y="35083"/>
                      <a:pt x="69570" y="35216"/>
                      <a:pt x="69525" y="35349"/>
                    </a:cubicBezTo>
                    <a:lnTo>
                      <a:pt x="69082" y="35882"/>
                    </a:lnTo>
                    <a:cubicBezTo>
                      <a:pt x="68960" y="36094"/>
                      <a:pt x="69130" y="36286"/>
                      <a:pt x="69320" y="36286"/>
                    </a:cubicBezTo>
                    <a:cubicBezTo>
                      <a:pt x="69408" y="36286"/>
                      <a:pt x="69500" y="36246"/>
                      <a:pt x="69570" y="36148"/>
                    </a:cubicBezTo>
                    <a:lnTo>
                      <a:pt x="69836" y="35837"/>
                    </a:lnTo>
                    <a:lnTo>
                      <a:pt x="69925" y="35660"/>
                    </a:lnTo>
                    <a:cubicBezTo>
                      <a:pt x="70014" y="35660"/>
                      <a:pt x="70058" y="35660"/>
                      <a:pt x="70102" y="35615"/>
                    </a:cubicBezTo>
                    <a:cubicBezTo>
                      <a:pt x="70147" y="36059"/>
                      <a:pt x="70191" y="36547"/>
                      <a:pt x="70280" y="36991"/>
                    </a:cubicBezTo>
                    <a:cubicBezTo>
                      <a:pt x="70243" y="36973"/>
                      <a:pt x="70199" y="36962"/>
                      <a:pt x="70156" y="36962"/>
                    </a:cubicBezTo>
                    <a:cubicBezTo>
                      <a:pt x="70096" y="36962"/>
                      <a:pt x="70040" y="36983"/>
                      <a:pt x="70014" y="37035"/>
                    </a:cubicBezTo>
                    <a:cubicBezTo>
                      <a:pt x="69259" y="37967"/>
                      <a:pt x="68904" y="39165"/>
                      <a:pt x="69037" y="40363"/>
                    </a:cubicBezTo>
                    <a:cubicBezTo>
                      <a:pt x="68904" y="40452"/>
                      <a:pt x="68816" y="40540"/>
                      <a:pt x="68682" y="40629"/>
                    </a:cubicBezTo>
                    <a:cubicBezTo>
                      <a:pt x="68464" y="40775"/>
                      <a:pt x="68604" y="41130"/>
                      <a:pt x="68833" y="41130"/>
                    </a:cubicBezTo>
                    <a:cubicBezTo>
                      <a:pt x="68883" y="41130"/>
                      <a:pt x="68937" y="41113"/>
                      <a:pt x="68993" y="41073"/>
                    </a:cubicBezTo>
                    <a:cubicBezTo>
                      <a:pt x="70368" y="40097"/>
                      <a:pt x="71877" y="39209"/>
                      <a:pt x="73474" y="38544"/>
                    </a:cubicBezTo>
                    <a:lnTo>
                      <a:pt x="73474" y="38544"/>
                    </a:lnTo>
                    <a:cubicBezTo>
                      <a:pt x="73297" y="38987"/>
                      <a:pt x="73119" y="39431"/>
                      <a:pt x="72897" y="39875"/>
                    </a:cubicBezTo>
                    <a:lnTo>
                      <a:pt x="72720" y="39875"/>
                    </a:lnTo>
                    <a:cubicBezTo>
                      <a:pt x="70590" y="40895"/>
                      <a:pt x="68638" y="42271"/>
                      <a:pt x="66952" y="43957"/>
                    </a:cubicBezTo>
                    <a:cubicBezTo>
                      <a:pt x="66779" y="44164"/>
                      <a:pt x="66984" y="44426"/>
                      <a:pt x="67188" y="44426"/>
                    </a:cubicBezTo>
                    <a:cubicBezTo>
                      <a:pt x="67245" y="44426"/>
                      <a:pt x="67303" y="44405"/>
                      <a:pt x="67351" y="44356"/>
                    </a:cubicBezTo>
                    <a:cubicBezTo>
                      <a:pt x="68904" y="42847"/>
                      <a:pt x="70679" y="41561"/>
                      <a:pt x="72587" y="40585"/>
                    </a:cubicBezTo>
                    <a:lnTo>
                      <a:pt x="72587" y="40585"/>
                    </a:lnTo>
                    <a:cubicBezTo>
                      <a:pt x="72365" y="41117"/>
                      <a:pt x="72099" y="41605"/>
                      <a:pt x="71833" y="42093"/>
                    </a:cubicBezTo>
                    <a:cubicBezTo>
                      <a:pt x="70102" y="43158"/>
                      <a:pt x="68505" y="44445"/>
                      <a:pt x="67174" y="45998"/>
                    </a:cubicBezTo>
                    <a:cubicBezTo>
                      <a:pt x="65932" y="47329"/>
                      <a:pt x="64601" y="48926"/>
                      <a:pt x="64290" y="50789"/>
                    </a:cubicBezTo>
                    <a:lnTo>
                      <a:pt x="64290" y="50834"/>
                    </a:lnTo>
                    <a:cubicBezTo>
                      <a:pt x="64024" y="51011"/>
                      <a:pt x="63758" y="51233"/>
                      <a:pt x="63447" y="51410"/>
                    </a:cubicBezTo>
                    <a:cubicBezTo>
                      <a:pt x="63758" y="49636"/>
                      <a:pt x="64468" y="47994"/>
                      <a:pt x="65577" y="46574"/>
                    </a:cubicBezTo>
                    <a:cubicBezTo>
                      <a:pt x="65734" y="46386"/>
                      <a:pt x="65536" y="46198"/>
                      <a:pt x="65328" y="46198"/>
                    </a:cubicBezTo>
                    <a:cubicBezTo>
                      <a:pt x="65241" y="46198"/>
                      <a:pt x="65154" y="46230"/>
                      <a:pt x="65089" y="46308"/>
                    </a:cubicBezTo>
                    <a:cubicBezTo>
                      <a:pt x="63846" y="47950"/>
                      <a:pt x="63092" y="49858"/>
                      <a:pt x="62826" y="51899"/>
                    </a:cubicBezTo>
                    <a:cubicBezTo>
                      <a:pt x="62648" y="52032"/>
                      <a:pt x="62427" y="52165"/>
                      <a:pt x="62249" y="52298"/>
                    </a:cubicBezTo>
                    <a:cubicBezTo>
                      <a:pt x="62648" y="48527"/>
                      <a:pt x="64468" y="45110"/>
                      <a:pt x="67307" y="42626"/>
                    </a:cubicBezTo>
                    <a:cubicBezTo>
                      <a:pt x="67485" y="42448"/>
                      <a:pt x="67396" y="42182"/>
                      <a:pt x="67130" y="42138"/>
                    </a:cubicBezTo>
                    <a:cubicBezTo>
                      <a:pt x="67174" y="42093"/>
                      <a:pt x="67174" y="42093"/>
                      <a:pt x="67130" y="42049"/>
                    </a:cubicBezTo>
                    <a:cubicBezTo>
                      <a:pt x="66775" y="39964"/>
                      <a:pt x="67174" y="37790"/>
                      <a:pt x="68194" y="35926"/>
                    </a:cubicBezTo>
                    <a:cubicBezTo>
                      <a:pt x="68316" y="35713"/>
                      <a:pt x="68125" y="35521"/>
                      <a:pt x="67936" y="35521"/>
                    </a:cubicBezTo>
                    <a:cubicBezTo>
                      <a:pt x="67849" y="35521"/>
                      <a:pt x="67762" y="35562"/>
                      <a:pt x="67706" y="35660"/>
                    </a:cubicBezTo>
                    <a:cubicBezTo>
                      <a:pt x="66642" y="37656"/>
                      <a:pt x="66242" y="39919"/>
                      <a:pt x="66597" y="42182"/>
                    </a:cubicBezTo>
                    <a:cubicBezTo>
                      <a:pt x="66642" y="42271"/>
                      <a:pt x="66686" y="42315"/>
                      <a:pt x="66775" y="42359"/>
                    </a:cubicBezTo>
                    <a:cubicBezTo>
                      <a:pt x="66420" y="42670"/>
                      <a:pt x="66109" y="42981"/>
                      <a:pt x="65799" y="43291"/>
                    </a:cubicBezTo>
                    <a:cubicBezTo>
                      <a:pt x="65577" y="40984"/>
                      <a:pt x="65887" y="38677"/>
                      <a:pt x="66642" y="36503"/>
                    </a:cubicBezTo>
                    <a:cubicBezTo>
                      <a:pt x="66723" y="36285"/>
                      <a:pt x="66555" y="36151"/>
                      <a:pt x="66382" y="36151"/>
                    </a:cubicBezTo>
                    <a:cubicBezTo>
                      <a:pt x="66272" y="36151"/>
                      <a:pt x="66161" y="36205"/>
                      <a:pt x="66109" y="36325"/>
                    </a:cubicBezTo>
                    <a:cubicBezTo>
                      <a:pt x="65266" y="38633"/>
                      <a:pt x="65000" y="41073"/>
                      <a:pt x="65266" y="43469"/>
                    </a:cubicBezTo>
                    <a:cubicBezTo>
                      <a:pt x="65266" y="43557"/>
                      <a:pt x="65355" y="43646"/>
                      <a:pt x="65444" y="43690"/>
                    </a:cubicBezTo>
                    <a:cubicBezTo>
                      <a:pt x="65222" y="43912"/>
                      <a:pt x="65044" y="44134"/>
                      <a:pt x="64867" y="44356"/>
                    </a:cubicBezTo>
                    <a:cubicBezTo>
                      <a:pt x="64601" y="43602"/>
                      <a:pt x="64512" y="42803"/>
                      <a:pt x="64645" y="42004"/>
                    </a:cubicBezTo>
                    <a:cubicBezTo>
                      <a:pt x="64672" y="41815"/>
                      <a:pt x="64485" y="41675"/>
                      <a:pt x="64314" y="41675"/>
                    </a:cubicBezTo>
                    <a:cubicBezTo>
                      <a:pt x="64205" y="41675"/>
                      <a:pt x="64103" y="41733"/>
                      <a:pt x="64068" y="41871"/>
                    </a:cubicBezTo>
                    <a:cubicBezTo>
                      <a:pt x="63935" y="42803"/>
                      <a:pt x="64024" y="43779"/>
                      <a:pt x="64379" y="44667"/>
                    </a:cubicBezTo>
                    <a:cubicBezTo>
                      <a:pt x="64379" y="44711"/>
                      <a:pt x="64423" y="44755"/>
                      <a:pt x="64512" y="44800"/>
                    </a:cubicBezTo>
                    <a:cubicBezTo>
                      <a:pt x="64113" y="45332"/>
                      <a:pt x="63802" y="45864"/>
                      <a:pt x="63491" y="46397"/>
                    </a:cubicBezTo>
                    <a:cubicBezTo>
                      <a:pt x="63536" y="46264"/>
                      <a:pt x="63491" y="46131"/>
                      <a:pt x="63403" y="46042"/>
                    </a:cubicBezTo>
                    <a:lnTo>
                      <a:pt x="62338" y="45288"/>
                    </a:lnTo>
                    <a:cubicBezTo>
                      <a:pt x="62295" y="45259"/>
                      <a:pt x="62253" y="45247"/>
                      <a:pt x="62212" y="45247"/>
                    </a:cubicBezTo>
                    <a:cubicBezTo>
                      <a:pt x="62000" y="45247"/>
                      <a:pt x="61848" y="45589"/>
                      <a:pt x="62072" y="45776"/>
                    </a:cubicBezTo>
                    <a:lnTo>
                      <a:pt x="63136" y="46574"/>
                    </a:lnTo>
                    <a:cubicBezTo>
                      <a:pt x="63187" y="46608"/>
                      <a:pt x="63238" y="46623"/>
                      <a:pt x="63287" y="46623"/>
                    </a:cubicBezTo>
                    <a:cubicBezTo>
                      <a:pt x="63365" y="46623"/>
                      <a:pt x="63437" y="46585"/>
                      <a:pt x="63491" y="46530"/>
                    </a:cubicBezTo>
                    <a:lnTo>
                      <a:pt x="63491" y="46530"/>
                    </a:lnTo>
                    <a:cubicBezTo>
                      <a:pt x="63403" y="46707"/>
                      <a:pt x="63314" y="46885"/>
                      <a:pt x="63225" y="47062"/>
                    </a:cubicBezTo>
                    <a:lnTo>
                      <a:pt x="63181" y="47062"/>
                    </a:lnTo>
                    <a:lnTo>
                      <a:pt x="61761" y="46264"/>
                    </a:lnTo>
                    <a:cubicBezTo>
                      <a:pt x="61718" y="46245"/>
                      <a:pt x="61677" y="46237"/>
                      <a:pt x="61639" y="46237"/>
                    </a:cubicBezTo>
                    <a:cubicBezTo>
                      <a:pt x="61399" y="46237"/>
                      <a:pt x="61265" y="46561"/>
                      <a:pt x="61495" y="46752"/>
                    </a:cubicBezTo>
                    <a:lnTo>
                      <a:pt x="62870" y="47550"/>
                    </a:lnTo>
                    <a:lnTo>
                      <a:pt x="62959" y="47550"/>
                    </a:lnTo>
                    <a:cubicBezTo>
                      <a:pt x="62826" y="47861"/>
                      <a:pt x="62737" y="48172"/>
                      <a:pt x="62604" y="48482"/>
                    </a:cubicBezTo>
                    <a:cubicBezTo>
                      <a:pt x="62604" y="48393"/>
                      <a:pt x="62604" y="48349"/>
                      <a:pt x="62560" y="48305"/>
                    </a:cubicBezTo>
                    <a:cubicBezTo>
                      <a:pt x="62205" y="47817"/>
                      <a:pt x="61805" y="47417"/>
                      <a:pt x="61273" y="47151"/>
                    </a:cubicBezTo>
                    <a:cubicBezTo>
                      <a:pt x="61227" y="47125"/>
                      <a:pt x="61181" y="47113"/>
                      <a:pt x="61138" y="47113"/>
                    </a:cubicBezTo>
                    <a:cubicBezTo>
                      <a:pt x="60896" y="47113"/>
                      <a:pt x="60743" y="47488"/>
                      <a:pt x="61007" y="47639"/>
                    </a:cubicBezTo>
                    <a:cubicBezTo>
                      <a:pt x="61406" y="47861"/>
                      <a:pt x="61805" y="48172"/>
                      <a:pt x="62072" y="48571"/>
                    </a:cubicBezTo>
                    <a:cubicBezTo>
                      <a:pt x="62130" y="48649"/>
                      <a:pt x="62222" y="48684"/>
                      <a:pt x="62315" y="48684"/>
                    </a:cubicBezTo>
                    <a:cubicBezTo>
                      <a:pt x="62434" y="48684"/>
                      <a:pt x="62554" y="48626"/>
                      <a:pt x="62604" y="48527"/>
                    </a:cubicBezTo>
                    <a:lnTo>
                      <a:pt x="62604" y="48527"/>
                    </a:lnTo>
                    <a:cubicBezTo>
                      <a:pt x="62205" y="49503"/>
                      <a:pt x="61939" y="50523"/>
                      <a:pt x="61805" y="51544"/>
                    </a:cubicBezTo>
                    <a:cubicBezTo>
                      <a:pt x="61761" y="51322"/>
                      <a:pt x="61717" y="51100"/>
                      <a:pt x="61672" y="50834"/>
                    </a:cubicBezTo>
                    <a:cubicBezTo>
                      <a:pt x="61655" y="50698"/>
                      <a:pt x="61567" y="50640"/>
                      <a:pt x="61467" y="50640"/>
                    </a:cubicBezTo>
                    <a:cubicBezTo>
                      <a:pt x="61305" y="50640"/>
                      <a:pt x="61112" y="50792"/>
                      <a:pt x="61140" y="51011"/>
                    </a:cubicBezTo>
                    <a:cubicBezTo>
                      <a:pt x="61140" y="51322"/>
                      <a:pt x="61229" y="51544"/>
                      <a:pt x="61273" y="51854"/>
                    </a:cubicBezTo>
                    <a:cubicBezTo>
                      <a:pt x="61051" y="51721"/>
                      <a:pt x="60829" y="51632"/>
                      <a:pt x="60652" y="51544"/>
                    </a:cubicBezTo>
                    <a:cubicBezTo>
                      <a:pt x="60696" y="51499"/>
                      <a:pt x="60696" y="51410"/>
                      <a:pt x="60696" y="51322"/>
                    </a:cubicBezTo>
                    <a:cubicBezTo>
                      <a:pt x="60563" y="50434"/>
                      <a:pt x="60297" y="49591"/>
                      <a:pt x="59898" y="48748"/>
                    </a:cubicBezTo>
                    <a:cubicBezTo>
                      <a:pt x="59856" y="48652"/>
                      <a:pt x="59781" y="48611"/>
                      <a:pt x="59701" y="48611"/>
                    </a:cubicBezTo>
                    <a:cubicBezTo>
                      <a:pt x="59522" y="48611"/>
                      <a:pt x="59318" y="48814"/>
                      <a:pt x="59410" y="49059"/>
                    </a:cubicBezTo>
                    <a:cubicBezTo>
                      <a:pt x="59765" y="49769"/>
                      <a:pt x="59986" y="50523"/>
                      <a:pt x="60119" y="51322"/>
                    </a:cubicBezTo>
                    <a:lnTo>
                      <a:pt x="59809" y="51189"/>
                    </a:lnTo>
                    <a:cubicBezTo>
                      <a:pt x="59676" y="50612"/>
                      <a:pt x="59498" y="50035"/>
                      <a:pt x="59276" y="49503"/>
                    </a:cubicBezTo>
                    <a:cubicBezTo>
                      <a:pt x="59224" y="49412"/>
                      <a:pt x="59146" y="49374"/>
                      <a:pt x="59065" y="49374"/>
                    </a:cubicBezTo>
                    <a:cubicBezTo>
                      <a:pt x="58870" y="49374"/>
                      <a:pt x="58663" y="49594"/>
                      <a:pt x="58788" y="49813"/>
                    </a:cubicBezTo>
                    <a:cubicBezTo>
                      <a:pt x="58966" y="50168"/>
                      <a:pt x="59099" y="50568"/>
                      <a:pt x="59188" y="50967"/>
                    </a:cubicBezTo>
                    <a:cubicBezTo>
                      <a:pt x="58744" y="50789"/>
                      <a:pt x="58300" y="50656"/>
                      <a:pt x="57857" y="50523"/>
                    </a:cubicBezTo>
                    <a:cubicBezTo>
                      <a:pt x="57830" y="50516"/>
                      <a:pt x="57804" y="50513"/>
                      <a:pt x="57780" y="50513"/>
                    </a:cubicBezTo>
                    <a:cubicBezTo>
                      <a:pt x="57484" y="50513"/>
                      <a:pt x="57396" y="50977"/>
                      <a:pt x="57724" y="51100"/>
                    </a:cubicBezTo>
                    <a:cubicBezTo>
                      <a:pt x="58300" y="51233"/>
                      <a:pt x="58833" y="51410"/>
                      <a:pt x="59410" y="51632"/>
                    </a:cubicBezTo>
                    <a:cubicBezTo>
                      <a:pt x="59443" y="51732"/>
                      <a:pt x="59526" y="51782"/>
                      <a:pt x="59622" y="51782"/>
                    </a:cubicBezTo>
                    <a:cubicBezTo>
                      <a:pt x="59654" y="51782"/>
                      <a:pt x="59687" y="51777"/>
                      <a:pt x="59720" y="51765"/>
                    </a:cubicBezTo>
                    <a:cubicBezTo>
                      <a:pt x="60341" y="52032"/>
                      <a:pt x="60962" y="52298"/>
                      <a:pt x="61584" y="52653"/>
                    </a:cubicBezTo>
                    <a:lnTo>
                      <a:pt x="61672" y="52653"/>
                    </a:lnTo>
                    <a:cubicBezTo>
                      <a:pt x="61450" y="52742"/>
                      <a:pt x="61273" y="52875"/>
                      <a:pt x="61051" y="53008"/>
                    </a:cubicBezTo>
                    <a:cubicBezTo>
                      <a:pt x="61096" y="52875"/>
                      <a:pt x="61051" y="52742"/>
                      <a:pt x="60918" y="52697"/>
                    </a:cubicBezTo>
                    <a:lnTo>
                      <a:pt x="60430" y="52475"/>
                    </a:lnTo>
                    <a:cubicBezTo>
                      <a:pt x="60393" y="52460"/>
                      <a:pt x="60357" y="52453"/>
                      <a:pt x="60323" y="52453"/>
                    </a:cubicBezTo>
                    <a:cubicBezTo>
                      <a:pt x="60065" y="52453"/>
                      <a:pt x="59890" y="52846"/>
                      <a:pt x="60164" y="52963"/>
                    </a:cubicBezTo>
                    <a:lnTo>
                      <a:pt x="60652" y="53185"/>
                    </a:lnTo>
                    <a:cubicBezTo>
                      <a:pt x="59898" y="53585"/>
                      <a:pt x="59099" y="53984"/>
                      <a:pt x="58256" y="54339"/>
                    </a:cubicBezTo>
                    <a:cubicBezTo>
                      <a:pt x="58300" y="54206"/>
                      <a:pt x="58212" y="54117"/>
                      <a:pt x="58123" y="54073"/>
                    </a:cubicBezTo>
                    <a:lnTo>
                      <a:pt x="56570" y="53185"/>
                    </a:lnTo>
                    <a:cubicBezTo>
                      <a:pt x="56570" y="53008"/>
                      <a:pt x="56570" y="52875"/>
                      <a:pt x="56614" y="52697"/>
                    </a:cubicBezTo>
                    <a:cubicBezTo>
                      <a:pt x="57324" y="53052"/>
                      <a:pt x="57990" y="53451"/>
                      <a:pt x="58655" y="53939"/>
                    </a:cubicBezTo>
                    <a:cubicBezTo>
                      <a:pt x="58710" y="53985"/>
                      <a:pt x="58771" y="54004"/>
                      <a:pt x="58830" y="54004"/>
                    </a:cubicBezTo>
                    <a:cubicBezTo>
                      <a:pt x="59058" y="54004"/>
                      <a:pt x="59266" y="53716"/>
                      <a:pt x="59055" y="53540"/>
                    </a:cubicBezTo>
                    <a:cubicBezTo>
                      <a:pt x="58300" y="53008"/>
                      <a:pt x="57546" y="52520"/>
                      <a:pt x="56703" y="52120"/>
                    </a:cubicBezTo>
                    <a:cubicBezTo>
                      <a:pt x="56703" y="52032"/>
                      <a:pt x="56747" y="51899"/>
                      <a:pt x="56792" y="51810"/>
                    </a:cubicBezTo>
                    <a:cubicBezTo>
                      <a:pt x="56792" y="51765"/>
                      <a:pt x="56792" y="51677"/>
                      <a:pt x="56792" y="51632"/>
                    </a:cubicBezTo>
                    <a:lnTo>
                      <a:pt x="58744" y="52298"/>
                    </a:lnTo>
                    <a:cubicBezTo>
                      <a:pt x="58783" y="52312"/>
                      <a:pt x="58819" y="52319"/>
                      <a:pt x="58852" y="52319"/>
                    </a:cubicBezTo>
                    <a:cubicBezTo>
                      <a:pt x="59122" y="52319"/>
                      <a:pt x="59193" y="51884"/>
                      <a:pt x="58877" y="51765"/>
                    </a:cubicBezTo>
                    <a:lnTo>
                      <a:pt x="56792" y="51056"/>
                    </a:lnTo>
                    <a:cubicBezTo>
                      <a:pt x="56756" y="51044"/>
                      <a:pt x="56722" y="51038"/>
                      <a:pt x="56691" y="51038"/>
                    </a:cubicBezTo>
                    <a:cubicBezTo>
                      <a:pt x="56494" y="51038"/>
                      <a:pt x="56405" y="51263"/>
                      <a:pt x="56481" y="51455"/>
                    </a:cubicBezTo>
                    <a:cubicBezTo>
                      <a:pt x="56393" y="51455"/>
                      <a:pt x="56259" y="51544"/>
                      <a:pt x="56259" y="51632"/>
                    </a:cubicBezTo>
                    <a:cubicBezTo>
                      <a:pt x="55993" y="52742"/>
                      <a:pt x="55949" y="53939"/>
                      <a:pt x="56126" y="55049"/>
                    </a:cubicBezTo>
                    <a:cubicBezTo>
                      <a:pt x="56082" y="55093"/>
                      <a:pt x="56082" y="55093"/>
                      <a:pt x="56126" y="55093"/>
                    </a:cubicBezTo>
                    <a:cubicBezTo>
                      <a:pt x="55550" y="55271"/>
                      <a:pt x="54973" y="55448"/>
                      <a:pt x="54352" y="55625"/>
                    </a:cubicBezTo>
                    <a:cubicBezTo>
                      <a:pt x="54263" y="54827"/>
                      <a:pt x="54263" y="54073"/>
                      <a:pt x="54440" y="53318"/>
                    </a:cubicBezTo>
                    <a:cubicBezTo>
                      <a:pt x="54493" y="53109"/>
                      <a:pt x="54328" y="52976"/>
                      <a:pt x="54167" y="52976"/>
                    </a:cubicBezTo>
                    <a:cubicBezTo>
                      <a:pt x="54055" y="52976"/>
                      <a:pt x="53944" y="53040"/>
                      <a:pt x="53908" y="53185"/>
                    </a:cubicBezTo>
                    <a:cubicBezTo>
                      <a:pt x="53775" y="53806"/>
                      <a:pt x="53686" y="54472"/>
                      <a:pt x="53730" y="55137"/>
                    </a:cubicBezTo>
                    <a:cubicBezTo>
                      <a:pt x="53553" y="54694"/>
                      <a:pt x="53287" y="54294"/>
                      <a:pt x="52976" y="53984"/>
                    </a:cubicBezTo>
                    <a:cubicBezTo>
                      <a:pt x="52914" y="53921"/>
                      <a:pt x="52844" y="53895"/>
                      <a:pt x="52777" y="53895"/>
                    </a:cubicBezTo>
                    <a:cubicBezTo>
                      <a:pt x="52559" y="53895"/>
                      <a:pt x="52373" y="54169"/>
                      <a:pt x="52577" y="54339"/>
                    </a:cubicBezTo>
                    <a:cubicBezTo>
                      <a:pt x="52932" y="54738"/>
                      <a:pt x="53242" y="55226"/>
                      <a:pt x="53376" y="55759"/>
                    </a:cubicBezTo>
                    <a:cubicBezTo>
                      <a:pt x="53420" y="55759"/>
                      <a:pt x="53420" y="55803"/>
                      <a:pt x="53420" y="55847"/>
                    </a:cubicBezTo>
                    <a:cubicBezTo>
                      <a:pt x="52887" y="55936"/>
                      <a:pt x="52355" y="56069"/>
                      <a:pt x="51823" y="56158"/>
                    </a:cubicBezTo>
                    <a:cubicBezTo>
                      <a:pt x="51823" y="56069"/>
                      <a:pt x="51823" y="55980"/>
                      <a:pt x="51778" y="55936"/>
                    </a:cubicBezTo>
                    <a:lnTo>
                      <a:pt x="51290" y="55004"/>
                    </a:lnTo>
                    <a:cubicBezTo>
                      <a:pt x="51234" y="54906"/>
                      <a:pt x="51148" y="54866"/>
                      <a:pt x="51061" y="54866"/>
                    </a:cubicBezTo>
                    <a:cubicBezTo>
                      <a:pt x="50871" y="54866"/>
                      <a:pt x="50681" y="55058"/>
                      <a:pt x="50802" y="55271"/>
                    </a:cubicBezTo>
                    <a:lnTo>
                      <a:pt x="51290" y="56202"/>
                    </a:lnTo>
                    <a:lnTo>
                      <a:pt x="50935" y="56247"/>
                    </a:lnTo>
                    <a:lnTo>
                      <a:pt x="50580" y="55448"/>
                    </a:lnTo>
                    <a:cubicBezTo>
                      <a:pt x="50524" y="55350"/>
                      <a:pt x="50438" y="55310"/>
                      <a:pt x="50351" y="55310"/>
                    </a:cubicBezTo>
                    <a:cubicBezTo>
                      <a:pt x="50161" y="55310"/>
                      <a:pt x="49971" y="55501"/>
                      <a:pt x="50092" y="55714"/>
                    </a:cubicBezTo>
                    <a:lnTo>
                      <a:pt x="50403" y="56335"/>
                    </a:lnTo>
                    <a:cubicBezTo>
                      <a:pt x="49440" y="56440"/>
                      <a:pt x="48485" y="56490"/>
                      <a:pt x="47533" y="56490"/>
                    </a:cubicBezTo>
                    <a:cubicBezTo>
                      <a:pt x="46073" y="56490"/>
                      <a:pt x="44622" y="56373"/>
                      <a:pt x="43171" y="56158"/>
                    </a:cubicBezTo>
                    <a:lnTo>
                      <a:pt x="43171" y="56114"/>
                    </a:lnTo>
                    <a:cubicBezTo>
                      <a:pt x="38379" y="55359"/>
                      <a:pt x="33854" y="53318"/>
                      <a:pt x="30082" y="50301"/>
                    </a:cubicBezTo>
                    <a:cubicBezTo>
                      <a:pt x="31990" y="49591"/>
                      <a:pt x="33898" y="48837"/>
                      <a:pt x="35806" y="48039"/>
                    </a:cubicBezTo>
                    <a:cubicBezTo>
                      <a:pt x="46321" y="43690"/>
                      <a:pt x="56659" y="38810"/>
                      <a:pt x="66375" y="32865"/>
                    </a:cubicBezTo>
                    <a:lnTo>
                      <a:pt x="67396" y="32199"/>
                    </a:lnTo>
                    <a:lnTo>
                      <a:pt x="67928" y="32865"/>
                    </a:lnTo>
                    <a:lnTo>
                      <a:pt x="67973" y="32865"/>
                    </a:lnTo>
                    <a:cubicBezTo>
                      <a:pt x="68017" y="32865"/>
                      <a:pt x="67884" y="32953"/>
                      <a:pt x="67884" y="32998"/>
                    </a:cubicBezTo>
                    <a:cubicBezTo>
                      <a:pt x="67714" y="33202"/>
                      <a:pt x="67909" y="33485"/>
                      <a:pt x="68090" y="33485"/>
                    </a:cubicBezTo>
                    <a:cubicBezTo>
                      <a:pt x="68144" y="33485"/>
                      <a:pt x="68198" y="33459"/>
                      <a:pt x="68239" y="33397"/>
                    </a:cubicBezTo>
                    <a:cubicBezTo>
                      <a:pt x="69037" y="32421"/>
                      <a:pt x="69880" y="31534"/>
                      <a:pt x="70812" y="30735"/>
                    </a:cubicBezTo>
                    <a:lnTo>
                      <a:pt x="70901" y="30735"/>
                    </a:lnTo>
                    <a:cubicBezTo>
                      <a:pt x="70679" y="31312"/>
                      <a:pt x="70546" y="31933"/>
                      <a:pt x="70413" y="32554"/>
                    </a:cubicBezTo>
                    <a:cubicBezTo>
                      <a:pt x="70387" y="32764"/>
                      <a:pt x="70562" y="32896"/>
                      <a:pt x="70728" y="32896"/>
                    </a:cubicBezTo>
                    <a:cubicBezTo>
                      <a:pt x="70843" y="32896"/>
                      <a:pt x="70953" y="32832"/>
                      <a:pt x="70990" y="32687"/>
                    </a:cubicBezTo>
                    <a:cubicBezTo>
                      <a:pt x="71211" y="31489"/>
                      <a:pt x="71611" y="30380"/>
                      <a:pt x="72188" y="29315"/>
                    </a:cubicBezTo>
                    <a:cubicBezTo>
                      <a:pt x="72232" y="29227"/>
                      <a:pt x="72232" y="29138"/>
                      <a:pt x="72188" y="29093"/>
                    </a:cubicBezTo>
                    <a:lnTo>
                      <a:pt x="72942" y="28561"/>
                    </a:lnTo>
                    <a:close/>
                    <a:moveTo>
                      <a:pt x="47278" y="0"/>
                    </a:moveTo>
                    <a:cubicBezTo>
                      <a:pt x="46591" y="0"/>
                      <a:pt x="45902" y="26"/>
                      <a:pt x="45212" y="77"/>
                    </a:cubicBezTo>
                    <a:cubicBezTo>
                      <a:pt x="31946" y="1186"/>
                      <a:pt x="20721" y="11524"/>
                      <a:pt x="19079" y="24834"/>
                    </a:cubicBezTo>
                    <a:cubicBezTo>
                      <a:pt x="18902" y="26520"/>
                      <a:pt x="18857" y="28250"/>
                      <a:pt x="18946" y="29936"/>
                    </a:cubicBezTo>
                    <a:lnTo>
                      <a:pt x="18857" y="29981"/>
                    </a:lnTo>
                    <a:cubicBezTo>
                      <a:pt x="14065" y="33752"/>
                      <a:pt x="9185" y="37745"/>
                      <a:pt x="5236" y="42404"/>
                    </a:cubicBezTo>
                    <a:cubicBezTo>
                      <a:pt x="2840" y="45288"/>
                      <a:pt x="1" y="50612"/>
                      <a:pt x="3816" y="53673"/>
                    </a:cubicBezTo>
                    <a:cubicBezTo>
                      <a:pt x="5272" y="54784"/>
                      <a:pt x="7189" y="55068"/>
                      <a:pt x="9028" y="55068"/>
                    </a:cubicBezTo>
                    <a:cubicBezTo>
                      <a:pt x="9320" y="55068"/>
                      <a:pt x="9609" y="55061"/>
                      <a:pt x="9895" y="55049"/>
                    </a:cubicBezTo>
                    <a:cubicBezTo>
                      <a:pt x="12734" y="54871"/>
                      <a:pt x="15530" y="54472"/>
                      <a:pt x="18325" y="53806"/>
                    </a:cubicBezTo>
                    <a:cubicBezTo>
                      <a:pt x="22096" y="52963"/>
                      <a:pt x="25867" y="51854"/>
                      <a:pt x="29506" y="50479"/>
                    </a:cubicBezTo>
                    <a:cubicBezTo>
                      <a:pt x="29550" y="50523"/>
                      <a:pt x="29550" y="50568"/>
                      <a:pt x="29594" y="50612"/>
                    </a:cubicBezTo>
                    <a:cubicBezTo>
                      <a:pt x="34742" y="54845"/>
                      <a:pt x="41105" y="57016"/>
                      <a:pt x="47515" y="57016"/>
                    </a:cubicBezTo>
                    <a:cubicBezTo>
                      <a:pt x="51989" y="57016"/>
                      <a:pt x="56486" y="55958"/>
                      <a:pt x="60608" y="53806"/>
                    </a:cubicBezTo>
                    <a:cubicBezTo>
                      <a:pt x="70679" y="48571"/>
                      <a:pt x="76624" y="37834"/>
                      <a:pt x="75781" y="26520"/>
                    </a:cubicBezTo>
                    <a:lnTo>
                      <a:pt x="75781" y="26476"/>
                    </a:lnTo>
                    <a:cubicBezTo>
                      <a:pt x="77157" y="25455"/>
                      <a:pt x="78532" y="24390"/>
                      <a:pt x="79908" y="23281"/>
                    </a:cubicBezTo>
                    <a:cubicBezTo>
                      <a:pt x="82082" y="21462"/>
                      <a:pt x="84211" y="19599"/>
                      <a:pt x="86252" y="17602"/>
                    </a:cubicBezTo>
                    <a:cubicBezTo>
                      <a:pt x="88116" y="15783"/>
                      <a:pt x="90023" y="13875"/>
                      <a:pt x="91266" y="11524"/>
                    </a:cubicBezTo>
                    <a:cubicBezTo>
                      <a:pt x="92331" y="9571"/>
                      <a:pt x="93262" y="6865"/>
                      <a:pt x="92064" y="4780"/>
                    </a:cubicBezTo>
                    <a:cubicBezTo>
                      <a:pt x="90866" y="2561"/>
                      <a:pt x="87672" y="2517"/>
                      <a:pt x="85498" y="2428"/>
                    </a:cubicBezTo>
                    <a:cubicBezTo>
                      <a:pt x="84969" y="2401"/>
                      <a:pt x="84441" y="2389"/>
                      <a:pt x="83914" y="2389"/>
                    </a:cubicBezTo>
                    <a:cubicBezTo>
                      <a:pt x="77452" y="2389"/>
                      <a:pt x="71116" y="4326"/>
                      <a:pt x="65044" y="6377"/>
                    </a:cubicBezTo>
                    <a:cubicBezTo>
                      <a:pt x="59991" y="2246"/>
                      <a:pt x="53741" y="0"/>
                      <a:pt x="472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64"/>
              <p:cNvSpPr/>
              <p:nvPr/>
            </p:nvSpPr>
            <p:spPr>
              <a:xfrm>
                <a:off x="1891958" y="3308459"/>
                <a:ext cx="37855" cy="44176"/>
              </a:xfrm>
              <a:custGeom>
                <a:avLst/>
                <a:gdLst/>
                <a:ahLst/>
                <a:cxnLst/>
                <a:rect l="l" t="t" r="r" b="b"/>
                <a:pathLst>
                  <a:path w="533" h="622" extrusionOk="0">
                    <a:moveTo>
                      <a:pt x="266" y="0"/>
                    </a:moveTo>
                    <a:cubicBezTo>
                      <a:pt x="133" y="0"/>
                      <a:pt x="0" y="89"/>
                      <a:pt x="0" y="267"/>
                    </a:cubicBezTo>
                    <a:lnTo>
                      <a:pt x="0" y="355"/>
                    </a:lnTo>
                    <a:cubicBezTo>
                      <a:pt x="0" y="533"/>
                      <a:pt x="133" y="622"/>
                      <a:pt x="266" y="622"/>
                    </a:cubicBezTo>
                    <a:cubicBezTo>
                      <a:pt x="400" y="622"/>
                      <a:pt x="533" y="533"/>
                      <a:pt x="533" y="355"/>
                    </a:cubicBezTo>
                    <a:lnTo>
                      <a:pt x="533" y="267"/>
                    </a:lnTo>
                    <a:cubicBezTo>
                      <a:pt x="533" y="89"/>
                      <a:pt x="400"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64"/>
              <p:cNvSpPr/>
              <p:nvPr/>
            </p:nvSpPr>
            <p:spPr>
              <a:xfrm>
                <a:off x="1677683" y="3475078"/>
                <a:ext cx="262854" cy="584089"/>
              </a:xfrm>
              <a:custGeom>
                <a:avLst/>
                <a:gdLst/>
                <a:ahLst/>
                <a:cxnLst/>
                <a:rect l="l" t="t" r="r" b="b"/>
                <a:pathLst>
                  <a:path w="3701" h="8224" extrusionOk="0">
                    <a:moveTo>
                      <a:pt x="1960" y="1"/>
                    </a:moveTo>
                    <a:cubicBezTo>
                      <a:pt x="1873" y="1"/>
                      <a:pt x="1787" y="41"/>
                      <a:pt x="1731" y="139"/>
                    </a:cubicBezTo>
                    <a:cubicBezTo>
                      <a:pt x="888" y="1692"/>
                      <a:pt x="0" y="3821"/>
                      <a:pt x="311" y="5641"/>
                    </a:cubicBezTo>
                    <a:cubicBezTo>
                      <a:pt x="621" y="7105"/>
                      <a:pt x="1908" y="7815"/>
                      <a:pt x="3195" y="8214"/>
                    </a:cubicBezTo>
                    <a:cubicBezTo>
                      <a:pt x="3222" y="8221"/>
                      <a:pt x="3248" y="8224"/>
                      <a:pt x="3273" y="8224"/>
                    </a:cubicBezTo>
                    <a:cubicBezTo>
                      <a:pt x="3574" y="8224"/>
                      <a:pt x="3700" y="7760"/>
                      <a:pt x="3372" y="7637"/>
                    </a:cubicBezTo>
                    <a:cubicBezTo>
                      <a:pt x="1642" y="7149"/>
                      <a:pt x="666" y="6173"/>
                      <a:pt x="888" y="4310"/>
                    </a:cubicBezTo>
                    <a:cubicBezTo>
                      <a:pt x="1109" y="2934"/>
                      <a:pt x="1553" y="1603"/>
                      <a:pt x="2219" y="405"/>
                    </a:cubicBezTo>
                    <a:cubicBezTo>
                      <a:pt x="2340" y="192"/>
                      <a:pt x="2150" y="1"/>
                      <a:pt x="19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64"/>
              <p:cNvSpPr/>
              <p:nvPr/>
            </p:nvSpPr>
            <p:spPr>
              <a:xfrm>
                <a:off x="1977043" y="4017477"/>
                <a:ext cx="59943" cy="37855"/>
              </a:xfrm>
              <a:custGeom>
                <a:avLst/>
                <a:gdLst/>
                <a:ahLst/>
                <a:cxnLst/>
                <a:rect l="l" t="t" r="r" b="b"/>
                <a:pathLst>
                  <a:path w="844" h="533" extrusionOk="0">
                    <a:moveTo>
                      <a:pt x="355" y="0"/>
                    </a:moveTo>
                    <a:cubicBezTo>
                      <a:pt x="0" y="0"/>
                      <a:pt x="0" y="533"/>
                      <a:pt x="355" y="533"/>
                    </a:cubicBezTo>
                    <a:lnTo>
                      <a:pt x="444" y="533"/>
                    </a:lnTo>
                    <a:cubicBezTo>
                      <a:pt x="843" y="533"/>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64"/>
              <p:cNvSpPr/>
              <p:nvPr/>
            </p:nvSpPr>
            <p:spPr>
              <a:xfrm>
                <a:off x="4056582" y="2423234"/>
                <a:ext cx="2023360" cy="1126417"/>
              </a:xfrm>
              <a:custGeom>
                <a:avLst/>
                <a:gdLst/>
                <a:ahLst/>
                <a:cxnLst/>
                <a:rect l="l" t="t" r="r" b="b"/>
                <a:pathLst>
                  <a:path w="28489" h="15860" extrusionOk="0">
                    <a:moveTo>
                      <a:pt x="28099" y="0"/>
                    </a:moveTo>
                    <a:cubicBezTo>
                      <a:pt x="28053" y="0"/>
                      <a:pt x="28005" y="13"/>
                      <a:pt x="27955" y="41"/>
                    </a:cubicBezTo>
                    <a:cubicBezTo>
                      <a:pt x="23651" y="3014"/>
                      <a:pt x="19436" y="6164"/>
                      <a:pt x="14733" y="8471"/>
                    </a:cubicBezTo>
                    <a:cubicBezTo>
                      <a:pt x="10030" y="10778"/>
                      <a:pt x="5105" y="13041"/>
                      <a:pt x="314" y="15348"/>
                    </a:cubicBezTo>
                    <a:cubicBezTo>
                      <a:pt x="1" y="15466"/>
                      <a:pt x="205" y="15859"/>
                      <a:pt x="471" y="15859"/>
                    </a:cubicBezTo>
                    <a:cubicBezTo>
                      <a:pt x="506" y="15859"/>
                      <a:pt x="543" y="15852"/>
                      <a:pt x="580" y="15836"/>
                    </a:cubicBezTo>
                    <a:cubicBezTo>
                      <a:pt x="5372" y="13529"/>
                      <a:pt x="10208" y="11266"/>
                      <a:pt x="14999" y="8915"/>
                    </a:cubicBezTo>
                    <a:cubicBezTo>
                      <a:pt x="19791" y="6608"/>
                      <a:pt x="23962" y="3458"/>
                      <a:pt x="28265" y="529"/>
                    </a:cubicBezTo>
                    <a:cubicBezTo>
                      <a:pt x="28489" y="343"/>
                      <a:pt x="28337" y="0"/>
                      <a:pt x="28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64"/>
              <p:cNvSpPr/>
              <p:nvPr/>
            </p:nvSpPr>
            <p:spPr>
              <a:xfrm>
                <a:off x="6212115" y="2296956"/>
                <a:ext cx="56818" cy="37855"/>
              </a:xfrm>
              <a:custGeom>
                <a:avLst/>
                <a:gdLst/>
                <a:ahLst/>
                <a:cxnLst/>
                <a:rect l="l" t="t" r="r" b="b"/>
                <a:pathLst>
                  <a:path w="800" h="533" extrusionOk="0">
                    <a:moveTo>
                      <a:pt x="356" y="0"/>
                    </a:moveTo>
                    <a:cubicBezTo>
                      <a:pt x="1" y="0"/>
                      <a:pt x="1" y="533"/>
                      <a:pt x="356"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64"/>
              <p:cNvSpPr/>
              <p:nvPr/>
            </p:nvSpPr>
            <p:spPr>
              <a:xfrm>
                <a:off x="6392512" y="1222102"/>
                <a:ext cx="897582" cy="975565"/>
              </a:xfrm>
              <a:custGeom>
                <a:avLst/>
                <a:gdLst/>
                <a:ahLst/>
                <a:cxnLst/>
                <a:rect l="l" t="t" r="r" b="b"/>
                <a:pathLst>
                  <a:path w="12638" h="13736" extrusionOk="0">
                    <a:moveTo>
                      <a:pt x="12274" y="1"/>
                    </a:moveTo>
                    <a:cubicBezTo>
                      <a:pt x="12193" y="1"/>
                      <a:pt x="12113" y="42"/>
                      <a:pt x="12058" y="138"/>
                    </a:cubicBezTo>
                    <a:cubicBezTo>
                      <a:pt x="9396" y="5551"/>
                      <a:pt x="4737" y="9499"/>
                      <a:pt x="212" y="13271"/>
                    </a:cubicBezTo>
                    <a:cubicBezTo>
                      <a:pt x="0" y="13447"/>
                      <a:pt x="181" y="13735"/>
                      <a:pt x="419" y="13735"/>
                    </a:cubicBezTo>
                    <a:cubicBezTo>
                      <a:pt x="481" y="13735"/>
                      <a:pt x="547" y="13716"/>
                      <a:pt x="611" y="13670"/>
                    </a:cubicBezTo>
                    <a:cubicBezTo>
                      <a:pt x="5181" y="9854"/>
                      <a:pt x="9839" y="5861"/>
                      <a:pt x="12546" y="448"/>
                    </a:cubicBezTo>
                    <a:cubicBezTo>
                      <a:pt x="12638" y="203"/>
                      <a:pt x="12455" y="1"/>
                      <a:pt x="122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64"/>
              <p:cNvSpPr/>
              <p:nvPr/>
            </p:nvSpPr>
            <p:spPr>
              <a:xfrm>
                <a:off x="7248830" y="1036520"/>
                <a:ext cx="37926" cy="46520"/>
              </a:xfrm>
              <a:custGeom>
                <a:avLst/>
                <a:gdLst/>
                <a:ahLst/>
                <a:cxnLst/>
                <a:rect l="l" t="t" r="r" b="b"/>
                <a:pathLst>
                  <a:path w="534" h="655" extrusionOk="0">
                    <a:moveTo>
                      <a:pt x="267" y="0"/>
                    </a:moveTo>
                    <a:cubicBezTo>
                      <a:pt x="134" y="0"/>
                      <a:pt x="1" y="89"/>
                      <a:pt x="1" y="266"/>
                    </a:cubicBezTo>
                    <a:lnTo>
                      <a:pt x="1" y="355"/>
                    </a:lnTo>
                    <a:cubicBezTo>
                      <a:pt x="1" y="555"/>
                      <a:pt x="134" y="654"/>
                      <a:pt x="267" y="654"/>
                    </a:cubicBezTo>
                    <a:cubicBezTo>
                      <a:pt x="400" y="654"/>
                      <a:pt x="533" y="555"/>
                      <a:pt x="533" y="355"/>
                    </a:cubicBezTo>
                    <a:lnTo>
                      <a:pt x="533" y="266"/>
                    </a:lnTo>
                    <a:cubicBezTo>
                      <a:pt x="533" y="89"/>
                      <a:pt x="400"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64"/>
              <p:cNvSpPr/>
              <p:nvPr/>
            </p:nvSpPr>
            <p:spPr>
              <a:xfrm>
                <a:off x="6527241" y="812728"/>
                <a:ext cx="56818" cy="41051"/>
              </a:xfrm>
              <a:custGeom>
                <a:avLst/>
                <a:gdLst/>
                <a:ahLst/>
                <a:cxnLst/>
                <a:rect l="l" t="t" r="r" b="b"/>
                <a:pathLst>
                  <a:path w="800" h="578" extrusionOk="0">
                    <a:moveTo>
                      <a:pt x="356" y="1"/>
                    </a:moveTo>
                    <a:cubicBezTo>
                      <a:pt x="1" y="1"/>
                      <a:pt x="1" y="578"/>
                      <a:pt x="356" y="578"/>
                    </a:cubicBezTo>
                    <a:lnTo>
                      <a:pt x="444" y="578"/>
                    </a:lnTo>
                    <a:cubicBezTo>
                      <a:pt x="799" y="578"/>
                      <a:pt x="799"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64"/>
              <p:cNvSpPr/>
              <p:nvPr/>
            </p:nvSpPr>
            <p:spPr>
              <a:xfrm>
                <a:off x="6599755" y="806478"/>
                <a:ext cx="56747" cy="40980"/>
              </a:xfrm>
              <a:custGeom>
                <a:avLst/>
                <a:gdLst/>
                <a:ahLst/>
                <a:cxnLst/>
                <a:rect l="l" t="t" r="r" b="b"/>
                <a:pathLst>
                  <a:path w="799" h="577" extrusionOk="0">
                    <a:moveTo>
                      <a:pt x="355" y="0"/>
                    </a:moveTo>
                    <a:cubicBezTo>
                      <a:pt x="0" y="0"/>
                      <a:pt x="0" y="577"/>
                      <a:pt x="355" y="577"/>
                    </a:cubicBezTo>
                    <a:lnTo>
                      <a:pt x="444" y="577"/>
                    </a:lnTo>
                    <a:cubicBezTo>
                      <a:pt x="799" y="577"/>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64"/>
              <p:cNvSpPr/>
              <p:nvPr/>
            </p:nvSpPr>
            <p:spPr>
              <a:xfrm>
                <a:off x="6777170" y="785172"/>
                <a:ext cx="284019" cy="53551"/>
              </a:xfrm>
              <a:custGeom>
                <a:avLst/>
                <a:gdLst/>
                <a:ahLst/>
                <a:cxnLst/>
                <a:rect l="l" t="t" r="r" b="b"/>
                <a:pathLst>
                  <a:path w="3999" h="754" extrusionOk="0">
                    <a:moveTo>
                      <a:pt x="2005" y="1"/>
                    </a:moveTo>
                    <a:cubicBezTo>
                      <a:pt x="1451" y="1"/>
                      <a:pt x="896" y="56"/>
                      <a:pt x="342" y="167"/>
                    </a:cubicBezTo>
                    <a:cubicBezTo>
                      <a:pt x="1" y="252"/>
                      <a:pt x="110" y="746"/>
                      <a:pt x="433" y="746"/>
                    </a:cubicBezTo>
                    <a:cubicBezTo>
                      <a:pt x="447" y="746"/>
                      <a:pt x="461" y="746"/>
                      <a:pt x="475" y="744"/>
                    </a:cubicBezTo>
                    <a:cubicBezTo>
                      <a:pt x="985" y="633"/>
                      <a:pt x="1495" y="577"/>
                      <a:pt x="2000" y="577"/>
                    </a:cubicBezTo>
                    <a:cubicBezTo>
                      <a:pt x="2505" y="577"/>
                      <a:pt x="3004" y="633"/>
                      <a:pt x="3492" y="744"/>
                    </a:cubicBezTo>
                    <a:cubicBezTo>
                      <a:pt x="3520" y="750"/>
                      <a:pt x="3547" y="753"/>
                      <a:pt x="3573" y="753"/>
                    </a:cubicBezTo>
                    <a:cubicBezTo>
                      <a:pt x="3907" y="753"/>
                      <a:pt x="3999" y="249"/>
                      <a:pt x="3669" y="167"/>
                    </a:cubicBezTo>
                    <a:cubicBezTo>
                      <a:pt x="3115" y="56"/>
                      <a:pt x="2560" y="1"/>
                      <a:pt x="2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64"/>
              <p:cNvSpPr/>
              <p:nvPr/>
            </p:nvSpPr>
            <p:spPr>
              <a:xfrm>
                <a:off x="5084064" y="4208385"/>
                <a:ext cx="56250" cy="92755"/>
              </a:xfrm>
              <a:custGeom>
                <a:avLst/>
                <a:gdLst/>
                <a:ahLst/>
                <a:cxnLst/>
                <a:rect l="l" t="t" r="r" b="b"/>
                <a:pathLst>
                  <a:path w="792" h="1306" extrusionOk="0">
                    <a:moveTo>
                      <a:pt x="443" y="0"/>
                    </a:moveTo>
                    <a:cubicBezTo>
                      <a:pt x="326" y="0"/>
                      <a:pt x="202" y="57"/>
                      <a:pt x="133" y="196"/>
                    </a:cubicBezTo>
                    <a:cubicBezTo>
                      <a:pt x="44" y="462"/>
                      <a:pt x="0" y="728"/>
                      <a:pt x="0" y="1039"/>
                    </a:cubicBezTo>
                    <a:cubicBezTo>
                      <a:pt x="0" y="1217"/>
                      <a:pt x="144" y="1305"/>
                      <a:pt x="288" y="1305"/>
                    </a:cubicBezTo>
                    <a:cubicBezTo>
                      <a:pt x="433" y="1305"/>
                      <a:pt x="577" y="1217"/>
                      <a:pt x="577" y="1039"/>
                    </a:cubicBezTo>
                    <a:cubicBezTo>
                      <a:pt x="577" y="773"/>
                      <a:pt x="621" y="551"/>
                      <a:pt x="710" y="329"/>
                    </a:cubicBezTo>
                    <a:cubicBezTo>
                      <a:pt x="791" y="140"/>
                      <a:pt x="625" y="0"/>
                      <a:pt x="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64"/>
              <p:cNvSpPr/>
              <p:nvPr/>
            </p:nvSpPr>
            <p:spPr>
              <a:xfrm>
                <a:off x="5389674" y="4187646"/>
                <a:ext cx="41051" cy="44176"/>
              </a:xfrm>
              <a:custGeom>
                <a:avLst/>
                <a:gdLst/>
                <a:ahLst/>
                <a:cxnLst/>
                <a:rect l="l" t="t" r="r" b="b"/>
                <a:pathLst>
                  <a:path w="578" h="622" extrusionOk="0">
                    <a:moveTo>
                      <a:pt x="289" y="0"/>
                    </a:moveTo>
                    <a:cubicBezTo>
                      <a:pt x="145" y="0"/>
                      <a:pt x="1" y="89"/>
                      <a:pt x="1" y="266"/>
                    </a:cubicBezTo>
                    <a:lnTo>
                      <a:pt x="1" y="355"/>
                    </a:lnTo>
                    <a:cubicBezTo>
                      <a:pt x="1" y="532"/>
                      <a:pt x="145" y="621"/>
                      <a:pt x="289" y="621"/>
                    </a:cubicBezTo>
                    <a:cubicBezTo>
                      <a:pt x="433" y="621"/>
                      <a:pt x="578" y="532"/>
                      <a:pt x="578" y="355"/>
                    </a:cubicBezTo>
                    <a:lnTo>
                      <a:pt x="578" y="266"/>
                    </a:lnTo>
                    <a:cubicBezTo>
                      <a:pt x="578" y="89"/>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64"/>
              <p:cNvSpPr/>
              <p:nvPr/>
            </p:nvSpPr>
            <p:spPr>
              <a:xfrm>
                <a:off x="5843437" y="3705475"/>
                <a:ext cx="41051" cy="44176"/>
              </a:xfrm>
              <a:custGeom>
                <a:avLst/>
                <a:gdLst/>
                <a:ahLst/>
                <a:cxnLst/>
                <a:rect l="l" t="t" r="r" b="b"/>
                <a:pathLst>
                  <a:path w="578" h="622" extrusionOk="0">
                    <a:moveTo>
                      <a:pt x="289" y="1"/>
                    </a:moveTo>
                    <a:cubicBezTo>
                      <a:pt x="145" y="1"/>
                      <a:pt x="1" y="89"/>
                      <a:pt x="1" y="267"/>
                    </a:cubicBezTo>
                    <a:lnTo>
                      <a:pt x="1" y="356"/>
                    </a:lnTo>
                    <a:cubicBezTo>
                      <a:pt x="1" y="533"/>
                      <a:pt x="145" y="622"/>
                      <a:pt x="289" y="622"/>
                    </a:cubicBezTo>
                    <a:cubicBezTo>
                      <a:pt x="433" y="622"/>
                      <a:pt x="577" y="533"/>
                      <a:pt x="577" y="356"/>
                    </a:cubicBezTo>
                    <a:lnTo>
                      <a:pt x="577" y="267"/>
                    </a:lnTo>
                    <a:cubicBezTo>
                      <a:pt x="577" y="89"/>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64"/>
              <p:cNvSpPr/>
              <p:nvPr/>
            </p:nvSpPr>
            <p:spPr>
              <a:xfrm>
                <a:off x="5488679" y="3882889"/>
                <a:ext cx="54261" cy="82386"/>
              </a:xfrm>
              <a:custGeom>
                <a:avLst/>
                <a:gdLst/>
                <a:ahLst/>
                <a:cxnLst/>
                <a:rect l="l" t="t" r="r" b="b"/>
                <a:pathLst>
                  <a:path w="764" h="1160" extrusionOk="0">
                    <a:moveTo>
                      <a:pt x="313" y="0"/>
                    </a:moveTo>
                    <a:cubicBezTo>
                      <a:pt x="160" y="0"/>
                      <a:pt x="0" y="133"/>
                      <a:pt x="27" y="342"/>
                    </a:cubicBezTo>
                    <a:cubicBezTo>
                      <a:pt x="71" y="564"/>
                      <a:pt x="115" y="742"/>
                      <a:pt x="160" y="963"/>
                    </a:cubicBezTo>
                    <a:cubicBezTo>
                      <a:pt x="194" y="1102"/>
                      <a:pt x="297" y="1159"/>
                      <a:pt x="406" y="1159"/>
                    </a:cubicBezTo>
                    <a:cubicBezTo>
                      <a:pt x="576" y="1159"/>
                      <a:pt x="763" y="1020"/>
                      <a:pt x="736" y="830"/>
                    </a:cubicBezTo>
                    <a:cubicBezTo>
                      <a:pt x="692" y="608"/>
                      <a:pt x="648" y="387"/>
                      <a:pt x="559" y="209"/>
                    </a:cubicBezTo>
                    <a:cubicBezTo>
                      <a:pt x="523" y="64"/>
                      <a:pt x="419"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64"/>
              <p:cNvSpPr/>
              <p:nvPr/>
            </p:nvSpPr>
            <p:spPr>
              <a:xfrm>
                <a:off x="6168791" y="2862651"/>
                <a:ext cx="59517" cy="44318"/>
              </a:xfrm>
              <a:custGeom>
                <a:avLst/>
                <a:gdLst/>
                <a:ahLst/>
                <a:cxnLst/>
                <a:rect l="l" t="t" r="r" b="b"/>
                <a:pathLst>
                  <a:path w="838" h="624" extrusionOk="0">
                    <a:moveTo>
                      <a:pt x="454" y="1"/>
                    </a:moveTo>
                    <a:cubicBezTo>
                      <a:pt x="236" y="1"/>
                      <a:pt x="0" y="289"/>
                      <a:pt x="211" y="465"/>
                    </a:cubicBezTo>
                    <a:lnTo>
                      <a:pt x="300" y="554"/>
                    </a:lnTo>
                    <a:cubicBezTo>
                      <a:pt x="349" y="603"/>
                      <a:pt x="404" y="624"/>
                      <a:pt x="459" y="624"/>
                    </a:cubicBezTo>
                    <a:cubicBezTo>
                      <a:pt x="653" y="624"/>
                      <a:pt x="838" y="362"/>
                      <a:pt x="700" y="155"/>
                    </a:cubicBezTo>
                    <a:lnTo>
                      <a:pt x="611" y="66"/>
                    </a:lnTo>
                    <a:cubicBezTo>
                      <a:pt x="565" y="20"/>
                      <a:pt x="510" y="1"/>
                      <a:pt x="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64"/>
              <p:cNvSpPr/>
              <p:nvPr/>
            </p:nvSpPr>
            <p:spPr>
              <a:xfrm>
                <a:off x="6335055" y="2852352"/>
                <a:ext cx="40980" cy="45738"/>
              </a:xfrm>
              <a:custGeom>
                <a:avLst/>
                <a:gdLst/>
                <a:ahLst/>
                <a:cxnLst/>
                <a:rect l="l" t="t" r="r" b="b"/>
                <a:pathLst>
                  <a:path w="577" h="644" extrusionOk="0">
                    <a:moveTo>
                      <a:pt x="289" y="0"/>
                    </a:moveTo>
                    <a:cubicBezTo>
                      <a:pt x="144" y="0"/>
                      <a:pt x="0" y="100"/>
                      <a:pt x="0" y="300"/>
                    </a:cubicBezTo>
                    <a:lnTo>
                      <a:pt x="0" y="344"/>
                    </a:lnTo>
                    <a:cubicBezTo>
                      <a:pt x="0" y="544"/>
                      <a:pt x="144" y="643"/>
                      <a:pt x="289" y="643"/>
                    </a:cubicBezTo>
                    <a:cubicBezTo>
                      <a:pt x="433" y="643"/>
                      <a:pt x="577" y="544"/>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64"/>
              <p:cNvSpPr/>
              <p:nvPr/>
            </p:nvSpPr>
            <p:spPr>
              <a:xfrm>
                <a:off x="6352100" y="2646955"/>
                <a:ext cx="84162" cy="140696"/>
              </a:xfrm>
              <a:custGeom>
                <a:avLst/>
                <a:gdLst/>
                <a:ahLst/>
                <a:cxnLst/>
                <a:rect l="l" t="t" r="r" b="b"/>
                <a:pathLst>
                  <a:path w="1185" h="1981" extrusionOk="0">
                    <a:moveTo>
                      <a:pt x="810" y="0"/>
                    </a:moveTo>
                    <a:cubicBezTo>
                      <a:pt x="732" y="0"/>
                      <a:pt x="656" y="38"/>
                      <a:pt x="603" y="130"/>
                    </a:cubicBezTo>
                    <a:cubicBezTo>
                      <a:pt x="337" y="618"/>
                      <a:pt x="159" y="1106"/>
                      <a:pt x="26" y="1639"/>
                    </a:cubicBezTo>
                    <a:cubicBezTo>
                      <a:pt x="0" y="1848"/>
                      <a:pt x="175" y="1981"/>
                      <a:pt x="341" y="1981"/>
                    </a:cubicBezTo>
                    <a:cubicBezTo>
                      <a:pt x="456" y="1981"/>
                      <a:pt x="567" y="1917"/>
                      <a:pt x="603" y="1772"/>
                    </a:cubicBezTo>
                    <a:cubicBezTo>
                      <a:pt x="692" y="1328"/>
                      <a:pt x="869" y="840"/>
                      <a:pt x="1091" y="396"/>
                    </a:cubicBezTo>
                    <a:cubicBezTo>
                      <a:pt x="1185" y="209"/>
                      <a:pt x="993" y="0"/>
                      <a:pt x="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64"/>
              <p:cNvSpPr/>
              <p:nvPr/>
            </p:nvSpPr>
            <p:spPr>
              <a:xfrm>
                <a:off x="6470494" y="2656188"/>
                <a:ext cx="41051" cy="44176"/>
              </a:xfrm>
              <a:custGeom>
                <a:avLst/>
                <a:gdLst/>
                <a:ahLst/>
                <a:cxnLst/>
                <a:rect l="l" t="t" r="r" b="b"/>
                <a:pathLst>
                  <a:path w="578" h="622" extrusionOk="0">
                    <a:moveTo>
                      <a:pt x="289" y="0"/>
                    </a:moveTo>
                    <a:cubicBezTo>
                      <a:pt x="145" y="0"/>
                      <a:pt x="1" y="89"/>
                      <a:pt x="1" y="266"/>
                    </a:cubicBezTo>
                    <a:lnTo>
                      <a:pt x="1" y="355"/>
                    </a:lnTo>
                    <a:cubicBezTo>
                      <a:pt x="1" y="533"/>
                      <a:pt x="145" y="621"/>
                      <a:pt x="289" y="621"/>
                    </a:cubicBezTo>
                    <a:cubicBezTo>
                      <a:pt x="434" y="621"/>
                      <a:pt x="578" y="533"/>
                      <a:pt x="578" y="355"/>
                    </a:cubicBezTo>
                    <a:lnTo>
                      <a:pt x="578" y="266"/>
                    </a:lnTo>
                    <a:cubicBezTo>
                      <a:pt x="578" y="89"/>
                      <a:pt x="434"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64"/>
              <p:cNvSpPr/>
              <p:nvPr/>
            </p:nvSpPr>
            <p:spPr>
              <a:xfrm>
                <a:off x="5982073" y="3181968"/>
                <a:ext cx="79474" cy="277840"/>
              </a:xfrm>
              <a:custGeom>
                <a:avLst/>
                <a:gdLst/>
                <a:ahLst/>
                <a:cxnLst/>
                <a:rect l="l" t="t" r="r" b="b"/>
                <a:pathLst>
                  <a:path w="1119" h="3912" extrusionOk="0">
                    <a:moveTo>
                      <a:pt x="758" y="1"/>
                    </a:moveTo>
                    <a:cubicBezTo>
                      <a:pt x="639" y="1"/>
                      <a:pt x="525" y="68"/>
                      <a:pt x="489" y="228"/>
                    </a:cubicBezTo>
                    <a:cubicBezTo>
                      <a:pt x="178" y="1249"/>
                      <a:pt x="178" y="2314"/>
                      <a:pt x="489" y="3334"/>
                    </a:cubicBezTo>
                    <a:lnTo>
                      <a:pt x="356" y="3334"/>
                    </a:lnTo>
                    <a:cubicBezTo>
                      <a:pt x="1" y="3334"/>
                      <a:pt x="1" y="3911"/>
                      <a:pt x="356" y="3911"/>
                    </a:cubicBezTo>
                    <a:lnTo>
                      <a:pt x="445" y="3911"/>
                    </a:lnTo>
                    <a:cubicBezTo>
                      <a:pt x="622" y="3911"/>
                      <a:pt x="755" y="3734"/>
                      <a:pt x="666" y="3556"/>
                    </a:cubicBezTo>
                    <a:lnTo>
                      <a:pt x="666" y="3556"/>
                    </a:lnTo>
                    <a:cubicBezTo>
                      <a:pt x="690" y="3561"/>
                      <a:pt x="712" y="3563"/>
                      <a:pt x="734" y="3563"/>
                    </a:cubicBezTo>
                    <a:cubicBezTo>
                      <a:pt x="923" y="3563"/>
                      <a:pt x="1061" y="3400"/>
                      <a:pt x="1021" y="3201"/>
                    </a:cubicBezTo>
                    <a:cubicBezTo>
                      <a:pt x="755" y="2269"/>
                      <a:pt x="755" y="1293"/>
                      <a:pt x="1066" y="362"/>
                    </a:cubicBezTo>
                    <a:cubicBezTo>
                      <a:pt x="1119" y="149"/>
                      <a:pt x="934" y="1"/>
                      <a:pt x="7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64"/>
              <p:cNvSpPr/>
              <p:nvPr/>
            </p:nvSpPr>
            <p:spPr>
              <a:xfrm>
                <a:off x="6025681" y="2939852"/>
                <a:ext cx="59233" cy="44673"/>
              </a:xfrm>
              <a:custGeom>
                <a:avLst/>
                <a:gdLst/>
                <a:ahLst/>
                <a:cxnLst/>
                <a:rect l="l" t="t" r="r" b="b"/>
                <a:pathLst>
                  <a:path w="834" h="629" extrusionOk="0">
                    <a:moveTo>
                      <a:pt x="427" y="0"/>
                    </a:moveTo>
                    <a:cubicBezTo>
                      <a:pt x="361" y="0"/>
                      <a:pt x="292" y="26"/>
                      <a:pt x="230" y="88"/>
                    </a:cubicBezTo>
                    <a:lnTo>
                      <a:pt x="141" y="177"/>
                    </a:lnTo>
                    <a:cubicBezTo>
                      <a:pt x="0" y="388"/>
                      <a:pt x="168" y="628"/>
                      <a:pt x="376" y="628"/>
                    </a:cubicBezTo>
                    <a:cubicBezTo>
                      <a:pt x="430" y="628"/>
                      <a:pt x="486" y="612"/>
                      <a:pt x="540" y="576"/>
                    </a:cubicBezTo>
                    <a:lnTo>
                      <a:pt x="629" y="487"/>
                    </a:lnTo>
                    <a:cubicBezTo>
                      <a:pt x="834" y="283"/>
                      <a:pt x="646" y="0"/>
                      <a:pt x="4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64"/>
              <p:cNvSpPr/>
              <p:nvPr/>
            </p:nvSpPr>
            <p:spPr>
              <a:xfrm>
                <a:off x="6083422" y="2812438"/>
                <a:ext cx="94105" cy="95809"/>
              </a:xfrm>
              <a:custGeom>
                <a:avLst/>
                <a:gdLst/>
                <a:ahLst/>
                <a:cxnLst/>
                <a:rect l="l" t="t" r="r" b="b"/>
                <a:pathLst>
                  <a:path w="1325" h="1349" extrusionOk="0">
                    <a:moveTo>
                      <a:pt x="1083" y="0"/>
                    </a:moveTo>
                    <a:cubicBezTo>
                      <a:pt x="1062" y="0"/>
                      <a:pt x="1040" y="6"/>
                      <a:pt x="1014" y="19"/>
                    </a:cubicBezTo>
                    <a:cubicBezTo>
                      <a:pt x="837" y="19"/>
                      <a:pt x="748" y="196"/>
                      <a:pt x="659" y="329"/>
                    </a:cubicBezTo>
                    <a:lnTo>
                      <a:pt x="171" y="862"/>
                    </a:lnTo>
                    <a:cubicBezTo>
                      <a:pt x="1" y="1066"/>
                      <a:pt x="197" y="1349"/>
                      <a:pt x="397" y="1349"/>
                    </a:cubicBezTo>
                    <a:cubicBezTo>
                      <a:pt x="458" y="1349"/>
                      <a:pt x="519" y="1323"/>
                      <a:pt x="570" y="1261"/>
                    </a:cubicBezTo>
                    <a:lnTo>
                      <a:pt x="925" y="862"/>
                    </a:lnTo>
                    <a:lnTo>
                      <a:pt x="1059" y="684"/>
                    </a:lnTo>
                    <a:lnTo>
                      <a:pt x="1103" y="595"/>
                    </a:lnTo>
                    <a:cubicBezTo>
                      <a:pt x="1192" y="551"/>
                      <a:pt x="1280" y="507"/>
                      <a:pt x="1325" y="418"/>
                    </a:cubicBezTo>
                    <a:cubicBezTo>
                      <a:pt x="1325" y="285"/>
                      <a:pt x="1325" y="152"/>
                      <a:pt x="1236" y="63"/>
                    </a:cubicBezTo>
                    <a:cubicBezTo>
                      <a:pt x="1173" y="32"/>
                      <a:pt x="1133" y="0"/>
                      <a:pt x="10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64"/>
              <p:cNvSpPr/>
              <p:nvPr/>
            </p:nvSpPr>
            <p:spPr>
              <a:xfrm>
                <a:off x="5887045" y="2115707"/>
                <a:ext cx="192045" cy="126065"/>
              </a:xfrm>
              <a:custGeom>
                <a:avLst/>
                <a:gdLst/>
                <a:ahLst/>
                <a:cxnLst/>
                <a:rect l="l" t="t" r="r" b="b"/>
                <a:pathLst>
                  <a:path w="2704" h="1775" extrusionOk="0">
                    <a:moveTo>
                      <a:pt x="463" y="0"/>
                    </a:moveTo>
                    <a:cubicBezTo>
                      <a:pt x="175" y="0"/>
                      <a:pt x="0" y="394"/>
                      <a:pt x="274" y="511"/>
                    </a:cubicBezTo>
                    <a:cubicBezTo>
                      <a:pt x="940" y="778"/>
                      <a:pt x="1561" y="1177"/>
                      <a:pt x="2138" y="1709"/>
                    </a:cubicBezTo>
                    <a:cubicBezTo>
                      <a:pt x="2183" y="1755"/>
                      <a:pt x="2236" y="1774"/>
                      <a:pt x="2290" y="1774"/>
                    </a:cubicBezTo>
                    <a:cubicBezTo>
                      <a:pt x="2496" y="1774"/>
                      <a:pt x="2704" y="1486"/>
                      <a:pt x="2492" y="1310"/>
                    </a:cubicBezTo>
                    <a:cubicBezTo>
                      <a:pt x="1960" y="778"/>
                      <a:pt x="1295" y="334"/>
                      <a:pt x="585" y="23"/>
                    </a:cubicBezTo>
                    <a:cubicBezTo>
                      <a:pt x="543" y="8"/>
                      <a:pt x="502"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64"/>
              <p:cNvSpPr/>
              <p:nvPr/>
            </p:nvSpPr>
            <p:spPr>
              <a:xfrm>
                <a:off x="6246774" y="1804131"/>
                <a:ext cx="41051" cy="42258"/>
              </a:xfrm>
              <a:custGeom>
                <a:avLst/>
                <a:gdLst/>
                <a:ahLst/>
                <a:cxnLst/>
                <a:rect l="l" t="t" r="r" b="b"/>
                <a:pathLst>
                  <a:path w="578" h="595" extrusionOk="0">
                    <a:moveTo>
                      <a:pt x="285" y="1"/>
                    </a:moveTo>
                    <a:cubicBezTo>
                      <a:pt x="142" y="1"/>
                      <a:pt x="1" y="101"/>
                      <a:pt x="1" y="284"/>
                    </a:cubicBezTo>
                    <a:lnTo>
                      <a:pt x="1" y="328"/>
                    </a:lnTo>
                    <a:cubicBezTo>
                      <a:pt x="1" y="506"/>
                      <a:pt x="145" y="595"/>
                      <a:pt x="289" y="595"/>
                    </a:cubicBezTo>
                    <a:cubicBezTo>
                      <a:pt x="433" y="595"/>
                      <a:pt x="578" y="506"/>
                      <a:pt x="578" y="328"/>
                    </a:cubicBezTo>
                    <a:lnTo>
                      <a:pt x="578" y="284"/>
                    </a:lnTo>
                    <a:cubicBezTo>
                      <a:pt x="556" y="90"/>
                      <a:pt x="420" y="1"/>
                      <a:pt x="2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64"/>
              <p:cNvSpPr/>
              <p:nvPr/>
            </p:nvSpPr>
            <p:spPr>
              <a:xfrm>
                <a:off x="6001036" y="1538294"/>
                <a:ext cx="40980" cy="43395"/>
              </a:xfrm>
              <a:custGeom>
                <a:avLst/>
                <a:gdLst/>
                <a:ahLst/>
                <a:cxnLst/>
                <a:rect l="l" t="t" r="r" b="b"/>
                <a:pathLst>
                  <a:path w="577" h="611" extrusionOk="0">
                    <a:moveTo>
                      <a:pt x="289" y="1"/>
                    </a:moveTo>
                    <a:cubicBezTo>
                      <a:pt x="144" y="1"/>
                      <a:pt x="0" y="100"/>
                      <a:pt x="0" y="300"/>
                    </a:cubicBezTo>
                    <a:lnTo>
                      <a:pt x="0" y="344"/>
                    </a:lnTo>
                    <a:cubicBezTo>
                      <a:pt x="0" y="522"/>
                      <a:pt x="144" y="611"/>
                      <a:pt x="289" y="611"/>
                    </a:cubicBezTo>
                    <a:cubicBezTo>
                      <a:pt x="433" y="611"/>
                      <a:pt x="577" y="522"/>
                      <a:pt x="577" y="344"/>
                    </a:cubicBezTo>
                    <a:lnTo>
                      <a:pt x="577" y="300"/>
                    </a:lnTo>
                    <a:cubicBezTo>
                      <a:pt x="577"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64"/>
              <p:cNvSpPr/>
              <p:nvPr/>
            </p:nvSpPr>
            <p:spPr>
              <a:xfrm>
                <a:off x="6038820" y="1729700"/>
                <a:ext cx="37855" cy="44247"/>
              </a:xfrm>
              <a:custGeom>
                <a:avLst/>
                <a:gdLst/>
                <a:ahLst/>
                <a:cxnLst/>
                <a:rect l="l" t="t" r="r" b="b"/>
                <a:pathLst>
                  <a:path w="533" h="623" extrusionOk="0">
                    <a:moveTo>
                      <a:pt x="267" y="1"/>
                    </a:moveTo>
                    <a:cubicBezTo>
                      <a:pt x="134" y="1"/>
                      <a:pt x="1" y="90"/>
                      <a:pt x="1" y="267"/>
                    </a:cubicBezTo>
                    <a:lnTo>
                      <a:pt x="1" y="356"/>
                    </a:lnTo>
                    <a:cubicBezTo>
                      <a:pt x="1" y="533"/>
                      <a:pt x="134" y="622"/>
                      <a:pt x="267" y="622"/>
                    </a:cubicBezTo>
                    <a:cubicBezTo>
                      <a:pt x="400" y="622"/>
                      <a:pt x="533" y="533"/>
                      <a:pt x="533" y="356"/>
                    </a:cubicBezTo>
                    <a:lnTo>
                      <a:pt x="533" y="267"/>
                    </a:lnTo>
                    <a:cubicBezTo>
                      <a:pt x="533" y="90"/>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64"/>
              <p:cNvSpPr/>
              <p:nvPr/>
            </p:nvSpPr>
            <p:spPr>
              <a:xfrm>
                <a:off x="6049757" y="1668976"/>
                <a:ext cx="237854" cy="124716"/>
              </a:xfrm>
              <a:custGeom>
                <a:avLst/>
                <a:gdLst/>
                <a:ahLst/>
                <a:cxnLst/>
                <a:rect l="l" t="t" r="r" b="b"/>
                <a:pathLst>
                  <a:path w="3349" h="1756" extrusionOk="0">
                    <a:moveTo>
                      <a:pt x="279" y="1"/>
                    </a:moveTo>
                    <a:cubicBezTo>
                      <a:pt x="138" y="1"/>
                      <a:pt x="1" y="113"/>
                      <a:pt x="24" y="324"/>
                    </a:cubicBezTo>
                    <a:lnTo>
                      <a:pt x="24" y="368"/>
                    </a:lnTo>
                    <a:cubicBezTo>
                      <a:pt x="24" y="522"/>
                      <a:pt x="124" y="643"/>
                      <a:pt x="267" y="643"/>
                    </a:cubicBezTo>
                    <a:cubicBezTo>
                      <a:pt x="289" y="643"/>
                      <a:pt x="311" y="640"/>
                      <a:pt x="335" y="634"/>
                    </a:cubicBezTo>
                    <a:cubicBezTo>
                      <a:pt x="379" y="767"/>
                      <a:pt x="512" y="812"/>
                      <a:pt x="645" y="812"/>
                    </a:cubicBezTo>
                    <a:cubicBezTo>
                      <a:pt x="735" y="798"/>
                      <a:pt x="822" y="791"/>
                      <a:pt x="909" y="791"/>
                    </a:cubicBezTo>
                    <a:cubicBezTo>
                      <a:pt x="1638" y="791"/>
                      <a:pt x="2269" y="1263"/>
                      <a:pt x="2864" y="1699"/>
                    </a:cubicBezTo>
                    <a:cubicBezTo>
                      <a:pt x="2911" y="1738"/>
                      <a:pt x="2958" y="1755"/>
                      <a:pt x="3003" y="1755"/>
                    </a:cubicBezTo>
                    <a:cubicBezTo>
                      <a:pt x="3208" y="1755"/>
                      <a:pt x="3349" y="1393"/>
                      <a:pt x="3130" y="1211"/>
                    </a:cubicBezTo>
                    <a:cubicBezTo>
                      <a:pt x="2455" y="735"/>
                      <a:pt x="1710" y="259"/>
                      <a:pt x="861" y="259"/>
                    </a:cubicBezTo>
                    <a:cubicBezTo>
                      <a:pt x="761" y="259"/>
                      <a:pt x="659" y="265"/>
                      <a:pt x="556" y="279"/>
                    </a:cubicBezTo>
                    <a:cubicBezTo>
                      <a:pt x="535" y="91"/>
                      <a:pt x="406" y="1"/>
                      <a:pt x="2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64"/>
              <p:cNvSpPr/>
              <p:nvPr/>
            </p:nvSpPr>
            <p:spPr>
              <a:xfrm>
                <a:off x="5729659" y="1500155"/>
                <a:ext cx="290695" cy="596660"/>
              </a:xfrm>
              <a:custGeom>
                <a:avLst/>
                <a:gdLst/>
                <a:ahLst/>
                <a:cxnLst/>
                <a:rect l="l" t="t" r="r" b="b"/>
                <a:pathLst>
                  <a:path w="4093" h="8401" extrusionOk="0">
                    <a:moveTo>
                      <a:pt x="348" y="0"/>
                    </a:moveTo>
                    <a:cubicBezTo>
                      <a:pt x="160" y="0"/>
                      <a:pt x="1" y="376"/>
                      <a:pt x="227" y="527"/>
                    </a:cubicBezTo>
                    <a:cubicBezTo>
                      <a:pt x="1159" y="1192"/>
                      <a:pt x="2135" y="1680"/>
                      <a:pt x="3244" y="1991"/>
                    </a:cubicBezTo>
                    <a:lnTo>
                      <a:pt x="3289" y="1991"/>
                    </a:lnTo>
                    <a:cubicBezTo>
                      <a:pt x="3200" y="2168"/>
                      <a:pt x="3156" y="2390"/>
                      <a:pt x="3067" y="2612"/>
                    </a:cubicBezTo>
                    <a:cubicBezTo>
                      <a:pt x="2446" y="2523"/>
                      <a:pt x="1825" y="2257"/>
                      <a:pt x="1292" y="1858"/>
                    </a:cubicBezTo>
                    <a:cubicBezTo>
                      <a:pt x="1237" y="1812"/>
                      <a:pt x="1177" y="1793"/>
                      <a:pt x="1118" y="1793"/>
                    </a:cubicBezTo>
                    <a:cubicBezTo>
                      <a:pt x="890" y="1793"/>
                      <a:pt x="681" y="2081"/>
                      <a:pt x="893" y="2257"/>
                    </a:cubicBezTo>
                    <a:cubicBezTo>
                      <a:pt x="1470" y="2701"/>
                      <a:pt x="2179" y="3011"/>
                      <a:pt x="2934" y="3144"/>
                    </a:cubicBezTo>
                    <a:cubicBezTo>
                      <a:pt x="2579" y="4608"/>
                      <a:pt x="2668" y="6161"/>
                      <a:pt x="3156" y="7581"/>
                    </a:cubicBezTo>
                    <a:cubicBezTo>
                      <a:pt x="2978" y="7492"/>
                      <a:pt x="2801" y="7404"/>
                      <a:pt x="2579" y="7315"/>
                    </a:cubicBezTo>
                    <a:cubicBezTo>
                      <a:pt x="2532" y="7288"/>
                      <a:pt x="2487" y="7277"/>
                      <a:pt x="2444" y="7277"/>
                    </a:cubicBezTo>
                    <a:cubicBezTo>
                      <a:pt x="2201" y="7277"/>
                      <a:pt x="2049" y="7652"/>
                      <a:pt x="2313" y="7803"/>
                    </a:cubicBezTo>
                    <a:cubicBezTo>
                      <a:pt x="2756" y="8025"/>
                      <a:pt x="3200" y="8202"/>
                      <a:pt x="3644" y="8380"/>
                    </a:cubicBezTo>
                    <a:cubicBezTo>
                      <a:pt x="3683" y="8394"/>
                      <a:pt x="3719" y="8401"/>
                      <a:pt x="3752" y="8401"/>
                    </a:cubicBezTo>
                    <a:cubicBezTo>
                      <a:pt x="4022" y="8401"/>
                      <a:pt x="4093" y="7966"/>
                      <a:pt x="3777" y="7847"/>
                    </a:cubicBezTo>
                    <a:lnTo>
                      <a:pt x="3688" y="7803"/>
                    </a:lnTo>
                    <a:cubicBezTo>
                      <a:pt x="3732" y="7714"/>
                      <a:pt x="3732" y="7670"/>
                      <a:pt x="3688" y="7581"/>
                    </a:cubicBezTo>
                    <a:cubicBezTo>
                      <a:pt x="3022" y="5718"/>
                      <a:pt x="3067" y="3632"/>
                      <a:pt x="3910" y="1813"/>
                    </a:cubicBezTo>
                    <a:cubicBezTo>
                      <a:pt x="4013" y="1607"/>
                      <a:pt x="3797" y="1401"/>
                      <a:pt x="3611" y="1401"/>
                    </a:cubicBezTo>
                    <a:cubicBezTo>
                      <a:pt x="3557" y="1401"/>
                      <a:pt x="3506" y="1418"/>
                      <a:pt x="3466" y="1458"/>
                    </a:cubicBezTo>
                    <a:cubicBezTo>
                      <a:pt x="3422" y="1458"/>
                      <a:pt x="3377" y="1414"/>
                      <a:pt x="3333" y="1414"/>
                    </a:cubicBezTo>
                    <a:cubicBezTo>
                      <a:pt x="2313" y="1103"/>
                      <a:pt x="1337" y="660"/>
                      <a:pt x="449" y="38"/>
                    </a:cubicBezTo>
                    <a:cubicBezTo>
                      <a:pt x="416" y="12"/>
                      <a:pt x="382" y="0"/>
                      <a:pt x="3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64"/>
              <p:cNvSpPr/>
              <p:nvPr/>
            </p:nvSpPr>
            <p:spPr>
              <a:xfrm>
                <a:off x="5670852" y="1353281"/>
                <a:ext cx="207173" cy="136576"/>
              </a:xfrm>
              <a:custGeom>
                <a:avLst/>
                <a:gdLst/>
                <a:ahLst/>
                <a:cxnLst/>
                <a:rect l="l" t="t" r="r" b="b"/>
                <a:pathLst>
                  <a:path w="2917" h="1923" extrusionOk="0">
                    <a:moveTo>
                      <a:pt x="420" y="1"/>
                    </a:moveTo>
                    <a:cubicBezTo>
                      <a:pt x="181" y="1"/>
                      <a:pt x="1" y="289"/>
                      <a:pt x="212" y="465"/>
                    </a:cubicBezTo>
                    <a:cubicBezTo>
                      <a:pt x="833" y="1042"/>
                      <a:pt x="1588" y="1530"/>
                      <a:pt x="2342" y="1885"/>
                    </a:cubicBezTo>
                    <a:cubicBezTo>
                      <a:pt x="2395" y="1911"/>
                      <a:pt x="2446" y="1923"/>
                      <a:pt x="2494" y="1923"/>
                    </a:cubicBezTo>
                    <a:cubicBezTo>
                      <a:pt x="2764" y="1923"/>
                      <a:pt x="2917" y="1547"/>
                      <a:pt x="2653" y="1397"/>
                    </a:cubicBezTo>
                    <a:cubicBezTo>
                      <a:pt x="1898" y="1086"/>
                      <a:pt x="1188" y="642"/>
                      <a:pt x="612" y="66"/>
                    </a:cubicBezTo>
                    <a:cubicBezTo>
                      <a:pt x="548" y="20"/>
                      <a:pt x="482" y="1"/>
                      <a:pt x="4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64"/>
              <p:cNvSpPr/>
              <p:nvPr/>
            </p:nvSpPr>
            <p:spPr>
              <a:xfrm>
                <a:off x="5874971" y="1468195"/>
                <a:ext cx="59943" cy="41051"/>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64"/>
              <p:cNvSpPr/>
              <p:nvPr/>
            </p:nvSpPr>
            <p:spPr>
              <a:xfrm>
                <a:off x="5964459" y="1493479"/>
                <a:ext cx="58025" cy="43182"/>
              </a:xfrm>
              <a:custGeom>
                <a:avLst/>
                <a:gdLst/>
                <a:ahLst/>
                <a:cxnLst/>
                <a:rect l="l" t="t" r="r" b="b"/>
                <a:pathLst>
                  <a:path w="817" h="608" extrusionOk="0">
                    <a:moveTo>
                      <a:pt x="387" y="0"/>
                    </a:moveTo>
                    <a:cubicBezTo>
                      <a:pt x="188" y="0"/>
                      <a:pt x="0" y="283"/>
                      <a:pt x="205" y="487"/>
                    </a:cubicBezTo>
                    <a:lnTo>
                      <a:pt x="249" y="532"/>
                    </a:lnTo>
                    <a:cubicBezTo>
                      <a:pt x="313" y="585"/>
                      <a:pt x="381" y="608"/>
                      <a:pt x="446" y="608"/>
                    </a:cubicBezTo>
                    <a:cubicBezTo>
                      <a:pt x="652" y="608"/>
                      <a:pt x="817" y="379"/>
                      <a:pt x="648" y="177"/>
                    </a:cubicBezTo>
                    <a:lnTo>
                      <a:pt x="559" y="88"/>
                    </a:lnTo>
                    <a:cubicBezTo>
                      <a:pt x="508" y="26"/>
                      <a:pt x="447"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64"/>
              <p:cNvSpPr/>
              <p:nvPr/>
            </p:nvSpPr>
            <p:spPr>
              <a:xfrm>
                <a:off x="5620213" y="1559672"/>
                <a:ext cx="149573" cy="254261"/>
              </a:xfrm>
              <a:custGeom>
                <a:avLst/>
                <a:gdLst/>
                <a:ahLst/>
                <a:cxnLst/>
                <a:rect l="l" t="t" r="r" b="b"/>
                <a:pathLst>
                  <a:path w="2106" h="3580" extrusionOk="0">
                    <a:moveTo>
                      <a:pt x="359" y="0"/>
                    </a:moveTo>
                    <a:cubicBezTo>
                      <a:pt x="170" y="0"/>
                      <a:pt x="1" y="283"/>
                      <a:pt x="171" y="487"/>
                    </a:cubicBezTo>
                    <a:cubicBezTo>
                      <a:pt x="837" y="1330"/>
                      <a:pt x="1280" y="2306"/>
                      <a:pt x="1502" y="3371"/>
                    </a:cubicBezTo>
                    <a:cubicBezTo>
                      <a:pt x="1538" y="3516"/>
                      <a:pt x="1649" y="3580"/>
                      <a:pt x="1764" y="3580"/>
                    </a:cubicBezTo>
                    <a:cubicBezTo>
                      <a:pt x="1930" y="3580"/>
                      <a:pt x="2105" y="3448"/>
                      <a:pt x="2079" y="3238"/>
                    </a:cubicBezTo>
                    <a:cubicBezTo>
                      <a:pt x="1813" y="2084"/>
                      <a:pt x="1280" y="1020"/>
                      <a:pt x="526" y="88"/>
                    </a:cubicBezTo>
                    <a:cubicBezTo>
                      <a:pt x="474" y="26"/>
                      <a:pt x="416" y="0"/>
                      <a:pt x="3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64"/>
              <p:cNvSpPr/>
              <p:nvPr/>
            </p:nvSpPr>
            <p:spPr>
              <a:xfrm>
                <a:off x="5739531" y="1855197"/>
                <a:ext cx="58878" cy="43395"/>
              </a:xfrm>
              <a:custGeom>
                <a:avLst/>
                <a:gdLst/>
                <a:ahLst/>
                <a:cxnLst/>
                <a:rect l="l" t="t" r="r" b="b"/>
                <a:pathLst>
                  <a:path w="829" h="611" extrusionOk="0">
                    <a:moveTo>
                      <a:pt x="385" y="1"/>
                    </a:moveTo>
                    <a:cubicBezTo>
                      <a:pt x="189" y="1"/>
                      <a:pt x="1" y="241"/>
                      <a:pt x="177" y="452"/>
                    </a:cubicBezTo>
                    <a:lnTo>
                      <a:pt x="221" y="541"/>
                    </a:lnTo>
                    <a:cubicBezTo>
                      <a:pt x="280" y="590"/>
                      <a:pt x="345" y="611"/>
                      <a:pt x="408" y="611"/>
                    </a:cubicBezTo>
                    <a:cubicBezTo>
                      <a:pt x="631" y="611"/>
                      <a:pt x="828" y="349"/>
                      <a:pt x="621" y="142"/>
                    </a:cubicBezTo>
                    <a:lnTo>
                      <a:pt x="532" y="53"/>
                    </a:lnTo>
                    <a:cubicBezTo>
                      <a:pt x="487" y="17"/>
                      <a:pt x="436" y="1"/>
                      <a:pt x="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64"/>
              <p:cNvSpPr/>
              <p:nvPr/>
            </p:nvSpPr>
            <p:spPr>
              <a:xfrm>
                <a:off x="5592869" y="1632257"/>
                <a:ext cx="121448" cy="221590"/>
              </a:xfrm>
              <a:custGeom>
                <a:avLst/>
                <a:gdLst/>
                <a:ahLst/>
                <a:cxnLst/>
                <a:rect l="l" t="t" r="r" b="b"/>
                <a:pathLst>
                  <a:path w="1710" h="3120" extrusionOk="0">
                    <a:moveTo>
                      <a:pt x="387" y="1"/>
                    </a:moveTo>
                    <a:cubicBezTo>
                      <a:pt x="195" y="1"/>
                      <a:pt x="1" y="210"/>
                      <a:pt x="157" y="397"/>
                    </a:cubicBezTo>
                    <a:cubicBezTo>
                      <a:pt x="645" y="1151"/>
                      <a:pt x="1000" y="1994"/>
                      <a:pt x="1133" y="2926"/>
                    </a:cubicBezTo>
                    <a:cubicBezTo>
                      <a:pt x="1167" y="3061"/>
                      <a:pt x="1259" y="3119"/>
                      <a:pt x="1360" y="3119"/>
                    </a:cubicBezTo>
                    <a:cubicBezTo>
                      <a:pt x="1523" y="3119"/>
                      <a:pt x="1710" y="2968"/>
                      <a:pt x="1710" y="2748"/>
                    </a:cubicBezTo>
                    <a:cubicBezTo>
                      <a:pt x="1532" y="1817"/>
                      <a:pt x="1177" y="929"/>
                      <a:pt x="600" y="131"/>
                    </a:cubicBezTo>
                    <a:cubicBezTo>
                      <a:pt x="548" y="38"/>
                      <a:pt x="467"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64"/>
              <p:cNvSpPr/>
              <p:nvPr/>
            </p:nvSpPr>
            <p:spPr>
              <a:xfrm>
                <a:off x="5490526" y="1022600"/>
                <a:ext cx="104758" cy="319601"/>
              </a:xfrm>
              <a:custGeom>
                <a:avLst/>
                <a:gdLst/>
                <a:ahLst/>
                <a:cxnLst/>
                <a:rect l="l" t="t" r="r" b="b"/>
                <a:pathLst>
                  <a:path w="1475" h="4500" extrusionOk="0">
                    <a:moveTo>
                      <a:pt x="1121" y="0"/>
                    </a:moveTo>
                    <a:cubicBezTo>
                      <a:pt x="1008" y="0"/>
                      <a:pt x="895" y="57"/>
                      <a:pt x="843" y="196"/>
                    </a:cubicBezTo>
                    <a:cubicBezTo>
                      <a:pt x="355" y="1483"/>
                      <a:pt x="45" y="2814"/>
                      <a:pt x="1" y="4234"/>
                    </a:cubicBezTo>
                    <a:cubicBezTo>
                      <a:pt x="1" y="4411"/>
                      <a:pt x="145" y="4500"/>
                      <a:pt x="289" y="4500"/>
                    </a:cubicBezTo>
                    <a:cubicBezTo>
                      <a:pt x="433" y="4500"/>
                      <a:pt x="577" y="4411"/>
                      <a:pt x="577" y="4234"/>
                    </a:cubicBezTo>
                    <a:cubicBezTo>
                      <a:pt x="622" y="2902"/>
                      <a:pt x="932" y="1571"/>
                      <a:pt x="1420" y="329"/>
                    </a:cubicBezTo>
                    <a:cubicBezTo>
                      <a:pt x="1474" y="140"/>
                      <a:pt x="1298" y="0"/>
                      <a:pt x="1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64"/>
              <p:cNvSpPr/>
              <p:nvPr/>
            </p:nvSpPr>
            <p:spPr>
              <a:xfrm>
                <a:off x="5455228" y="985668"/>
                <a:ext cx="70667" cy="130113"/>
              </a:xfrm>
              <a:custGeom>
                <a:avLst/>
                <a:gdLst/>
                <a:ahLst/>
                <a:cxnLst/>
                <a:rect l="l" t="t" r="r" b="b"/>
                <a:pathLst>
                  <a:path w="995" h="1832" extrusionOk="0">
                    <a:moveTo>
                      <a:pt x="662" y="0"/>
                    </a:moveTo>
                    <a:cubicBezTo>
                      <a:pt x="552" y="0"/>
                      <a:pt x="444" y="67"/>
                      <a:pt x="409" y="228"/>
                    </a:cubicBezTo>
                    <a:cubicBezTo>
                      <a:pt x="276" y="627"/>
                      <a:pt x="143" y="1071"/>
                      <a:pt x="54" y="1470"/>
                    </a:cubicBezTo>
                    <a:cubicBezTo>
                      <a:pt x="1" y="1682"/>
                      <a:pt x="170" y="1831"/>
                      <a:pt x="333" y="1831"/>
                    </a:cubicBezTo>
                    <a:cubicBezTo>
                      <a:pt x="443" y="1831"/>
                      <a:pt x="551" y="1764"/>
                      <a:pt x="586" y="1603"/>
                    </a:cubicBezTo>
                    <a:cubicBezTo>
                      <a:pt x="719" y="1204"/>
                      <a:pt x="852" y="805"/>
                      <a:pt x="941" y="361"/>
                    </a:cubicBezTo>
                    <a:cubicBezTo>
                      <a:pt x="994" y="149"/>
                      <a:pt x="825" y="0"/>
                      <a:pt x="6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64"/>
              <p:cNvSpPr/>
              <p:nvPr/>
            </p:nvSpPr>
            <p:spPr>
              <a:xfrm>
                <a:off x="5334419" y="869120"/>
                <a:ext cx="86008" cy="87003"/>
              </a:xfrm>
              <a:custGeom>
                <a:avLst/>
                <a:gdLst/>
                <a:ahLst/>
                <a:cxnLst/>
                <a:rect l="l" t="t" r="r" b="b"/>
                <a:pathLst>
                  <a:path w="1211" h="1225" extrusionOk="0">
                    <a:moveTo>
                      <a:pt x="831" y="0"/>
                    </a:moveTo>
                    <a:cubicBezTo>
                      <a:pt x="744" y="0"/>
                      <a:pt x="657" y="41"/>
                      <a:pt x="601" y="139"/>
                    </a:cubicBezTo>
                    <a:cubicBezTo>
                      <a:pt x="468" y="360"/>
                      <a:pt x="335" y="627"/>
                      <a:pt x="158" y="849"/>
                    </a:cubicBezTo>
                    <a:cubicBezTo>
                      <a:pt x="1" y="1037"/>
                      <a:pt x="199" y="1225"/>
                      <a:pt x="391" y="1225"/>
                    </a:cubicBezTo>
                    <a:cubicBezTo>
                      <a:pt x="471" y="1225"/>
                      <a:pt x="549" y="1193"/>
                      <a:pt x="601" y="1115"/>
                    </a:cubicBezTo>
                    <a:cubicBezTo>
                      <a:pt x="779" y="893"/>
                      <a:pt x="956" y="671"/>
                      <a:pt x="1089" y="405"/>
                    </a:cubicBezTo>
                    <a:cubicBezTo>
                      <a:pt x="1211" y="192"/>
                      <a:pt x="1020" y="0"/>
                      <a:pt x="8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64"/>
              <p:cNvSpPr/>
              <p:nvPr/>
            </p:nvSpPr>
            <p:spPr>
              <a:xfrm>
                <a:off x="5345569" y="813510"/>
                <a:ext cx="41051" cy="49716"/>
              </a:xfrm>
              <a:custGeom>
                <a:avLst/>
                <a:gdLst/>
                <a:ahLst/>
                <a:cxnLst/>
                <a:rect l="l" t="t" r="r" b="b"/>
                <a:pathLst>
                  <a:path w="578" h="700" extrusionOk="0">
                    <a:moveTo>
                      <a:pt x="289" y="1"/>
                    </a:moveTo>
                    <a:cubicBezTo>
                      <a:pt x="145" y="1"/>
                      <a:pt x="1" y="101"/>
                      <a:pt x="1" y="300"/>
                    </a:cubicBezTo>
                    <a:lnTo>
                      <a:pt x="1" y="434"/>
                    </a:lnTo>
                    <a:cubicBezTo>
                      <a:pt x="1" y="611"/>
                      <a:pt x="145" y="700"/>
                      <a:pt x="289" y="700"/>
                    </a:cubicBezTo>
                    <a:cubicBezTo>
                      <a:pt x="433" y="700"/>
                      <a:pt x="577" y="611"/>
                      <a:pt x="577" y="434"/>
                    </a:cubicBezTo>
                    <a:lnTo>
                      <a:pt x="577" y="300"/>
                    </a:lnTo>
                    <a:cubicBezTo>
                      <a:pt x="577" y="101"/>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64"/>
              <p:cNvSpPr/>
              <p:nvPr/>
            </p:nvSpPr>
            <p:spPr>
              <a:xfrm>
                <a:off x="5334916" y="2132397"/>
                <a:ext cx="254616" cy="166690"/>
              </a:xfrm>
              <a:custGeom>
                <a:avLst/>
                <a:gdLst/>
                <a:ahLst/>
                <a:cxnLst/>
                <a:rect l="l" t="t" r="r" b="b"/>
                <a:pathLst>
                  <a:path w="3585" h="2347" extrusionOk="0">
                    <a:moveTo>
                      <a:pt x="384" y="0"/>
                    </a:moveTo>
                    <a:cubicBezTo>
                      <a:pt x="89" y="0"/>
                      <a:pt x="0" y="464"/>
                      <a:pt x="328" y="587"/>
                    </a:cubicBezTo>
                    <a:cubicBezTo>
                      <a:pt x="1215" y="853"/>
                      <a:pt x="2058" y="1341"/>
                      <a:pt x="2724" y="2007"/>
                    </a:cubicBezTo>
                    <a:cubicBezTo>
                      <a:pt x="2724" y="2095"/>
                      <a:pt x="2768" y="2184"/>
                      <a:pt x="2901" y="2228"/>
                    </a:cubicBezTo>
                    <a:lnTo>
                      <a:pt x="3079" y="2317"/>
                    </a:lnTo>
                    <a:cubicBezTo>
                      <a:pt x="3119" y="2337"/>
                      <a:pt x="3159" y="2346"/>
                      <a:pt x="3198" y="2346"/>
                    </a:cubicBezTo>
                    <a:cubicBezTo>
                      <a:pt x="3415" y="2346"/>
                      <a:pt x="3585" y="2062"/>
                      <a:pt x="3434" y="1874"/>
                    </a:cubicBezTo>
                    <a:cubicBezTo>
                      <a:pt x="2591" y="1031"/>
                      <a:pt x="1570" y="365"/>
                      <a:pt x="461" y="10"/>
                    </a:cubicBezTo>
                    <a:cubicBezTo>
                      <a:pt x="434" y="3"/>
                      <a:pt x="408"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64"/>
              <p:cNvSpPr/>
              <p:nvPr/>
            </p:nvSpPr>
            <p:spPr>
              <a:xfrm>
                <a:off x="5379518" y="2074869"/>
                <a:ext cx="154829" cy="86363"/>
              </a:xfrm>
              <a:custGeom>
                <a:avLst/>
                <a:gdLst/>
                <a:ahLst/>
                <a:cxnLst/>
                <a:rect l="l" t="t" r="r" b="b"/>
                <a:pathLst>
                  <a:path w="2180" h="1216" extrusionOk="0">
                    <a:moveTo>
                      <a:pt x="346" y="0"/>
                    </a:moveTo>
                    <a:cubicBezTo>
                      <a:pt x="76" y="0"/>
                      <a:pt x="0" y="440"/>
                      <a:pt x="277" y="598"/>
                    </a:cubicBezTo>
                    <a:cubicBezTo>
                      <a:pt x="765" y="731"/>
                      <a:pt x="1209" y="953"/>
                      <a:pt x="1608" y="1175"/>
                    </a:cubicBezTo>
                    <a:cubicBezTo>
                      <a:pt x="1665" y="1203"/>
                      <a:pt x="1719" y="1216"/>
                      <a:pt x="1770" y="1216"/>
                    </a:cubicBezTo>
                    <a:cubicBezTo>
                      <a:pt x="2033" y="1216"/>
                      <a:pt x="2179" y="873"/>
                      <a:pt x="1918" y="687"/>
                    </a:cubicBezTo>
                    <a:cubicBezTo>
                      <a:pt x="1430" y="421"/>
                      <a:pt x="942" y="199"/>
                      <a:pt x="454" y="21"/>
                    </a:cubicBezTo>
                    <a:cubicBezTo>
                      <a:pt x="416" y="7"/>
                      <a:pt x="379"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64"/>
              <p:cNvSpPr/>
              <p:nvPr/>
            </p:nvSpPr>
            <p:spPr>
              <a:xfrm>
                <a:off x="5071422" y="2394683"/>
                <a:ext cx="70028" cy="189062"/>
              </a:xfrm>
              <a:custGeom>
                <a:avLst/>
                <a:gdLst/>
                <a:ahLst/>
                <a:cxnLst/>
                <a:rect l="l" t="t" r="r" b="b"/>
                <a:pathLst>
                  <a:path w="986" h="2662" extrusionOk="0">
                    <a:moveTo>
                      <a:pt x="649" y="0"/>
                    </a:moveTo>
                    <a:cubicBezTo>
                      <a:pt x="540" y="0"/>
                      <a:pt x="435" y="54"/>
                      <a:pt x="400" y="177"/>
                    </a:cubicBezTo>
                    <a:cubicBezTo>
                      <a:pt x="134" y="887"/>
                      <a:pt x="1" y="1641"/>
                      <a:pt x="1" y="2396"/>
                    </a:cubicBezTo>
                    <a:cubicBezTo>
                      <a:pt x="1" y="2573"/>
                      <a:pt x="145" y="2662"/>
                      <a:pt x="289" y="2662"/>
                    </a:cubicBezTo>
                    <a:cubicBezTo>
                      <a:pt x="433" y="2662"/>
                      <a:pt x="577" y="2573"/>
                      <a:pt x="577" y="2396"/>
                    </a:cubicBezTo>
                    <a:cubicBezTo>
                      <a:pt x="533" y="1686"/>
                      <a:pt x="666" y="976"/>
                      <a:pt x="932" y="310"/>
                    </a:cubicBezTo>
                    <a:cubicBezTo>
                      <a:pt x="986" y="123"/>
                      <a:pt x="814" y="0"/>
                      <a:pt x="6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64"/>
              <p:cNvSpPr/>
              <p:nvPr/>
            </p:nvSpPr>
            <p:spPr>
              <a:xfrm>
                <a:off x="5121848" y="2414428"/>
                <a:ext cx="66832" cy="236647"/>
              </a:xfrm>
              <a:custGeom>
                <a:avLst/>
                <a:gdLst/>
                <a:ahLst/>
                <a:cxnLst/>
                <a:rect l="l" t="t" r="r" b="b"/>
                <a:pathLst>
                  <a:path w="941" h="3332" extrusionOk="0">
                    <a:moveTo>
                      <a:pt x="614" y="1"/>
                    </a:moveTo>
                    <a:cubicBezTo>
                      <a:pt x="502" y="1"/>
                      <a:pt x="392" y="64"/>
                      <a:pt x="355" y="210"/>
                    </a:cubicBezTo>
                    <a:cubicBezTo>
                      <a:pt x="45" y="1141"/>
                      <a:pt x="0" y="2162"/>
                      <a:pt x="178" y="3138"/>
                    </a:cubicBezTo>
                    <a:cubicBezTo>
                      <a:pt x="195" y="3274"/>
                      <a:pt x="283" y="3331"/>
                      <a:pt x="383" y="3331"/>
                    </a:cubicBezTo>
                    <a:cubicBezTo>
                      <a:pt x="545" y="3331"/>
                      <a:pt x="738" y="3180"/>
                      <a:pt x="710" y="2960"/>
                    </a:cubicBezTo>
                    <a:cubicBezTo>
                      <a:pt x="577" y="2118"/>
                      <a:pt x="622" y="1230"/>
                      <a:pt x="888" y="343"/>
                    </a:cubicBezTo>
                    <a:cubicBezTo>
                      <a:pt x="940" y="133"/>
                      <a:pt x="776" y="1"/>
                      <a:pt x="6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64"/>
              <p:cNvSpPr/>
              <p:nvPr/>
            </p:nvSpPr>
            <p:spPr>
              <a:xfrm>
                <a:off x="5409844" y="3217124"/>
                <a:ext cx="160227" cy="229829"/>
              </a:xfrm>
              <a:custGeom>
                <a:avLst/>
                <a:gdLst/>
                <a:ahLst/>
                <a:cxnLst/>
                <a:rect l="l" t="t" r="r" b="b"/>
                <a:pathLst>
                  <a:path w="2256" h="3236" extrusionOk="0">
                    <a:moveTo>
                      <a:pt x="387" y="1"/>
                    </a:moveTo>
                    <a:cubicBezTo>
                      <a:pt x="188" y="1"/>
                      <a:pt x="0" y="283"/>
                      <a:pt x="205" y="488"/>
                    </a:cubicBezTo>
                    <a:cubicBezTo>
                      <a:pt x="826" y="1242"/>
                      <a:pt x="1358" y="2085"/>
                      <a:pt x="1669" y="3061"/>
                    </a:cubicBezTo>
                    <a:cubicBezTo>
                      <a:pt x="1703" y="3181"/>
                      <a:pt x="1804" y="3235"/>
                      <a:pt x="1910" y="3235"/>
                    </a:cubicBezTo>
                    <a:cubicBezTo>
                      <a:pt x="2077" y="3235"/>
                      <a:pt x="2256" y="3101"/>
                      <a:pt x="2201" y="2884"/>
                    </a:cubicBezTo>
                    <a:cubicBezTo>
                      <a:pt x="1846" y="1863"/>
                      <a:pt x="1314" y="887"/>
                      <a:pt x="560" y="88"/>
                    </a:cubicBezTo>
                    <a:cubicBezTo>
                      <a:pt x="508" y="27"/>
                      <a:pt x="447"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64"/>
              <p:cNvSpPr/>
              <p:nvPr/>
            </p:nvSpPr>
            <p:spPr>
              <a:xfrm>
                <a:off x="5456151" y="3174297"/>
                <a:ext cx="100142" cy="86861"/>
              </a:xfrm>
              <a:custGeom>
                <a:avLst/>
                <a:gdLst/>
                <a:ahLst/>
                <a:cxnLst/>
                <a:rect l="l" t="t" r="r" b="b"/>
                <a:pathLst>
                  <a:path w="1410" h="1223" extrusionOk="0">
                    <a:moveTo>
                      <a:pt x="409" y="1"/>
                    </a:moveTo>
                    <a:cubicBezTo>
                      <a:pt x="206" y="1"/>
                      <a:pt x="1" y="262"/>
                      <a:pt x="174" y="470"/>
                    </a:cubicBezTo>
                    <a:lnTo>
                      <a:pt x="839" y="1135"/>
                    </a:lnTo>
                    <a:cubicBezTo>
                      <a:pt x="891" y="1197"/>
                      <a:pt x="952" y="1223"/>
                      <a:pt x="1013" y="1223"/>
                    </a:cubicBezTo>
                    <a:cubicBezTo>
                      <a:pt x="1213" y="1223"/>
                      <a:pt x="1409" y="940"/>
                      <a:pt x="1239" y="736"/>
                    </a:cubicBezTo>
                    <a:cubicBezTo>
                      <a:pt x="973" y="470"/>
                      <a:pt x="795" y="292"/>
                      <a:pt x="573" y="70"/>
                    </a:cubicBezTo>
                    <a:cubicBezTo>
                      <a:pt x="524" y="21"/>
                      <a:pt x="467" y="1"/>
                      <a:pt x="40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64"/>
              <p:cNvSpPr/>
              <p:nvPr/>
            </p:nvSpPr>
            <p:spPr>
              <a:xfrm>
                <a:off x="5588963" y="3321953"/>
                <a:ext cx="59872" cy="61932"/>
              </a:xfrm>
              <a:custGeom>
                <a:avLst/>
                <a:gdLst/>
                <a:ahLst/>
                <a:cxnLst/>
                <a:rect l="l" t="t" r="r" b="b"/>
                <a:pathLst>
                  <a:path w="843" h="872" extrusionOk="0">
                    <a:moveTo>
                      <a:pt x="320" y="1"/>
                    </a:moveTo>
                    <a:cubicBezTo>
                      <a:pt x="154" y="1"/>
                      <a:pt x="0" y="133"/>
                      <a:pt x="79" y="343"/>
                    </a:cubicBezTo>
                    <a:cubicBezTo>
                      <a:pt x="123" y="432"/>
                      <a:pt x="167" y="609"/>
                      <a:pt x="212" y="698"/>
                    </a:cubicBezTo>
                    <a:cubicBezTo>
                      <a:pt x="263" y="818"/>
                      <a:pt x="375" y="872"/>
                      <a:pt x="487" y="872"/>
                    </a:cubicBezTo>
                    <a:cubicBezTo>
                      <a:pt x="664" y="872"/>
                      <a:pt x="843" y="738"/>
                      <a:pt x="789" y="520"/>
                    </a:cubicBezTo>
                    <a:cubicBezTo>
                      <a:pt x="700" y="432"/>
                      <a:pt x="655" y="298"/>
                      <a:pt x="611" y="210"/>
                    </a:cubicBezTo>
                    <a:cubicBezTo>
                      <a:pt x="557" y="64"/>
                      <a:pt x="435" y="1"/>
                      <a:pt x="3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64"/>
              <p:cNvSpPr/>
              <p:nvPr/>
            </p:nvSpPr>
            <p:spPr>
              <a:xfrm>
                <a:off x="5672628" y="2994468"/>
                <a:ext cx="104900" cy="194673"/>
              </a:xfrm>
              <a:custGeom>
                <a:avLst/>
                <a:gdLst/>
                <a:ahLst/>
                <a:cxnLst/>
                <a:rect l="l" t="t" r="r" b="b"/>
                <a:pathLst>
                  <a:path w="1477" h="2741" extrusionOk="0">
                    <a:moveTo>
                      <a:pt x="335" y="1"/>
                    </a:moveTo>
                    <a:cubicBezTo>
                      <a:pt x="171" y="1"/>
                      <a:pt x="1" y="144"/>
                      <a:pt x="54" y="384"/>
                    </a:cubicBezTo>
                    <a:cubicBezTo>
                      <a:pt x="232" y="1138"/>
                      <a:pt x="542" y="1892"/>
                      <a:pt x="897" y="2602"/>
                    </a:cubicBezTo>
                    <a:cubicBezTo>
                      <a:pt x="953" y="2700"/>
                      <a:pt x="1035" y="2741"/>
                      <a:pt x="1118" y="2741"/>
                    </a:cubicBezTo>
                    <a:cubicBezTo>
                      <a:pt x="1297" y="2741"/>
                      <a:pt x="1476" y="2549"/>
                      <a:pt x="1385" y="2336"/>
                    </a:cubicBezTo>
                    <a:cubicBezTo>
                      <a:pt x="1030" y="1626"/>
                      <a:pt x="764" y="961"/>
                      <a:pt x="587" y="206"/>
                    </a:cubicBezTo>
                    <a:cubicBezTo>
                      <a:pt x="551" y="64"/>
                      <a:pt x="445"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64"/>
              <p:cNvSpPr/>
              <p:nvPr/>
            </p:nvSpPr>
            <p:spPr>
              <a:xfrm>
                <a:off x="5751392" y="3031400"/>
                <a:ext cx="54900" cy="52486"/>
              </a:xfrm>
              <a:custGeom>
                <a:avLst/>
                <a:gdLst/>
                <a:ahLst/>
                <a:cxnLst/>
                <a:rect l="l" t="t" r="r" b="b"/>
                <a:pathLst>
                  <a:path w="773" h="739" extrusionOk="0">
                    <a:moveTo>
                      <a:pt x="356" y="0"/>
                    </a:moveTo>
                    <a:cubicBezTo>
                      <a:pt x="179" y="0"/>
                      <a:pt x="0" y="135"/>
                      <a:pt x="54" y="352"/>
                    </a:cubicBezTo>
                    <a:lnTo>
                      <a:pt x="143" y="529"/>
                    </a:lnTo>
                    <a:cubicBezTo>
                      <a:pt x="198" y="675"/>
                      <a:pt x="319" y="738"/>
                      <a:pt x="437" y="738"/>
                    </a:cubicBezTo>
                    <a:cubicBezTo>
                      <a:pt x="608" y="738"/>
                      <a:pt x="772" y="606"/>
                      <a:pt x="720" y="396"/>
                    </a:cubicBezTo>
                    <a:cubicBezTo>
                      <a:pt x="720" y="308"/>
                      <a:pt x="631" y="263"/>
                      <a:pt x="631" y="174"/>
                    </a:cubicBezTo>
                    <a:cubicBezTo>
                      <a:pt x="580" y="54"/>
                      <a:pt x="468"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64"/>
              <p:cNvSpPr/>
              <p:nvPr/>
            </p:nvSpPr>
            <p:spPr>
              <a:xfrm>
                <a:off x="5087189" y="3831540"/>
                <a:ext cx="59943" cy="41051"/>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64"/>
              <p:cNvSpPr/>
              <p:nvPr/>
            </p:nvSpPr>
            <p:spPr>
              <a:xfrm>
                <a:off x="5097132" y="3409382"/>
                <a:ext cx="257954" cy="397016"/>
              </a:xfrm>
              <a:custGeom>
                <a:avLst/>
                <a:gdLst/>
                <a:ahLst/>
                <a:cxnLst/>
                <a:rect l="l" t="t" r="r" b="b"/>
                <a:pathLst>
                  <a:path w="3632" h="5590" extrusionOk="0">
                    <a:moveTo>
                      <a:pt x="397" y="0"/>
                    </a:moveTo>
                    <a:cubicBezTo>
                      <a:pt x="196" y="0"/>
                      <a:pt x="1" y="283"/>
                      <a:pt x="171" y="487"/>
                    </a:cubicBezTo>
                    <a:cubicBezTo>
                      <a:pt x="526" y="842"/>
                      <a:pt x="925" y="1197"/>
                      <a:pt x="1280" y="1508"/>
                    </a:cubicBezTo>
                    <a:cubicBezTo>
                      <a:pt x="703" y="2706"/>
                      <a:pt x="304" y="3992"/>
                      <a:pt x="127" y="5323"/>
                    </a:cubicBezTo>
                    <a:cubicBezTo>
                      <a:pt x="104" y="5501"/>
                      <a:pt x="226" y="5589"/>
                      <a:pt x="360" y="5589"/>
                    </a:cubicBezTo>
                    <a:cubicBezTo>
                      <a:pt x="493" y="5589"/>
                      <a:pt x="637" y="5501"/>
                      <a:pt x="659" y="5323"/>
                    </a:cubicBezTo>
                    <a:cubicBezTo>
                      <a:pt x="836" y="4125"/>
                      <a:pt x="1191" y="2927"/>
                      <a:pt x="1768" y="1863"/>
                    </a:cubicBezTo>
                    <a:cubicBezTo>
                      <a:pt x="1857" y="1907"/>
                      <a:pt x="1946" y="1996"/>
                      <a:pt x="2079" y="2040"/>
                    </a:cubicBezTo>
                    <a:cubicBezTo>
                      <a:pt x="1591" y="2927"/>
                      <a:pt x="1280" y="3859"/>
                      <a:pt x="1147" y="4835"/>
                    </a:cubicBezTo>
                    <a:cubicBezTo>
                      <a:pt x="1125" y="5013"/>
                      <a:pt x="1258" y="5101"/>
                      <a:pt x="1402" y="5101"/>
                    </a:cubicBezTo>
                    <a:cubicBezTo>
                      <a:pt x="1546" y="5101"/>
                      <a:pt x="1702" y="5013"/>
                      <a:pt x="1724" y="4835"/>
                    </a:cubicBezTo>
                    <a:cubicBezTo>
                      <a:pt x="1813" y="3948"/>
                      <a:pt x="2079" y="3105"/>
                      <a:pt x="2522" y="2351"/>
                    </a:cubicBezTo>
                    <a:lnTo>
                      <a:pt x="2567" y="2351"/>
                    </a:lnTo>
                    <a:cubicBezTo>
                      <a:pt x="2789" y="2439"/>
                      <a:pt x="3055" y="2661"/>
                      <a:pt x="3277" y="2661"/>
                    </a:cubicBezTo>
                    <a:cubicBezTo>
                      <a:pt x="3619" y="2618"/>
                      <a:pt x="3631" y="2082"/>
                      <a:pt x="3315" y="2082"/>
                    </a:cubicBezTo>
                    <a:cubicBezTo>
                      <a:pt x="3303" y="2082"/>
                      <a:pt x="3290" y="2083"/>
                      <a:pt x="3277" y="2084"/>
                    </a:cubicBezTo>
                    <a:cubicBezTo>
                      <a:pt x="3144" y="2084"/>
                      <a:pt x="2789" y="1818"/>
                      <a:pt x="2700" y="1774"/>
                    </a:cubicBezTo>
                    <a:cubicBezTo>
                      <a:pt x="2434" y="1596"/>
                      <a:pt x="2168" y="1463"/>
                      <a:pt x="1946" y="1286"/>
                    </a:cubicBezTo>
                    <a:cubicBezTo>
                      <a:pt x="1458" y="931"/>
                      <a:pt x="1014" y="532"/>
                      <a:pt x="570" y="88"/>
                    </a:cubicBezTo>
                    <a:cubicBezTo>
                      <a:pt x="519" y="26"/>
                      <a:pt x="458" y="0"/>
                      <a:pt x="3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64"/>
              <p:cNvSpPr/>
              <p:nvPr/>
            </p:nvSpPr>
            <p:spPr>
              <a:xfrm>
                <a:off x="5141237" y="3365206"/>
                <a:ext cx="115341" cy="92329"/>
              </a:xfrm>
              <a:custGeom>
                <a:avLst/>
                <a:gdLst/>
                <a:ahLst/>
                <a:cxnLst/>
                <a:rect l="l" t="t" r="r" b="b"/>
                <a:pathLst>
                  <a:path w="1624" h="1300" extrusionOk="0">
                    <a:moveTo>
                      <a:pt x="397" y="1"/>
                    </a:moveTo>
                    <a:cubicBezTo>
                      <a:pt x="197" y="1"/>
                      <a:pt x="1" y="284"/>
                      <a:pt x="171" y="488"/>
                    </a:cubicBezTo>
                    <a:cubicBezTo>
                      <a:pt x="437" y="799"/>
                      <a:pt x="748" y="1065"/>
                      <a:pt x="1103" y="1242"/>
                    </a:cubicBezTo>
                    <a:cubicBezTo>
                      <a:pt x="1151" y="1282"/>
                      <a:pt x="1200" y="1299"/>
                      <a:pt x="1247" y="1299"/>
                    </a:cubicBezTo>
                    <a:cubicBezTo>
                      <a:pt x="1460" y="1299"/>
                      <a:pt x="1624" y="944"/>
                      <a:pt x="1369" y="799"/>
                    </a:cubicBezTo>
                    <a:cubicBezTo>
                      <a:pt x="1058" y="577"/>
                      <a:pt x="792" y="355"/>
                      <a:pt x="570" y="89"/>
                    </a:cubicBezTo>
                    <a:cubicBezTo>
                      <a:pt x="519" y="27"/>
                      <a:pt x="458" y="1"/>
                      <a:pt x="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64"/>
              <p:cNvSpPr/>
              <p:nvPr/>
            </p:nvSpPr>
            <p:spPr>
              <a:xfrm>
                <a:off x="5309064" y="3478629"/>
                <a:ext cx="105895" cy="57386"/>
              </a:xfrm>
              <a:custGeom>
                <a:avLst/>
                <a:gdLst/>
                <a:ahLst/>
                <a:cxnLst/>
                <a:rect l="l" t="t" r="r" b="b"/>
                <a:pathLst>
                  <a:path w="1491" h="808" extrusionOk="0">
                    <a:moveTo>
                      <a:pt x="404" y="1"/>
                    </a:moveTo>
                    <a:cubicBezTo>
                      <a:pt x="186" y="1"/>
                      <a:pt x="0" y="274"/>
                      <a:pt x="204" y="444"/>
                    </a:cubicBezTo>
                    <a:cubicBezTo>
                      <a:pt x="436" y="676"/>
                      <a:pt x="703" y="807"/>
                      <a:pt x="1003" y="807"/>
                    </a:cubicBezTo>
                    <a:cubicBezTo>
                      <a:pt x="1046" y="807"/>
                      <a:pt x="1091" y="804"/>
                      <a:pt x="1136" y="799"/>
                    </a:cubicBezTo>
                    <a:cubicBezTo>
                      <a:pt x="1491" y="799"/>
                      <a:pt x="1491" y="266"/>
                      <a:pt x="1136" y="266"/>
                    </a:cubicBezTo>
                    <a:cubicBezTo>
                      <a:pt x="958" y="266"/>
                      <a:pt x="736" y="222"/>
                      <a:pt x="603" y="89"/>
                    </a:cubicBezTo>
                    <a:cubicBezTo>
                      <a:pt x="541" y="26"/>
                      <a:pt x="471" y="1"/>
                      <a:pt x="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64"/>
              <p:cNvSpPr/>
              <p:nvPr/>
            </p:nvSpPr>
            <p:spPr>
              <a:xfrm>
                <a:off x="4719790" y="3627634"/>
                <a:ext cx="159517" cy="219886"/>
              </a:xfrm>
              <a:custGeom>
                <a:avLst/>
                <a:gdLst/>
                <a:ahLst/>
                <a:cxnLst/>
                <a:rect l="l" t="t" r="r" b="b"/>
                <a:pathLst>
                  <a:path w="2246" h="3096" extrusionOk="0">
                    <a:moveTo>
                      <a:pt x="341" y="1"/>
                    </a:moveTo>
                    <a:cubicBezTo>
                      <a:pt x="176" y="1"/>
                      <a:pt x="1" y="133"/>
                      <a:pt x="27" y="342"/>
                    </a:cubicBezTo>
                    <a:cubicBezTo>
                      <a:pt x="160" y="964"/>
                      <a:pt x="426" y="1585"/>
                      <a:pt x="825" y="2117"/>
                    </a:cubicBezTo>
                    <a:cubicBezTo>
                      <a:pt x="1040" y="2418"/>
                      <a:pt x="1464" y="3095"/>
                      <a:pt x="1894" y="3095"/>
                    </a:cubicBezTo>
                    <a:cubicBezTo>
                      <a:pt x="1908" y="3095"/>
                      <a:pt x="1921" y="3095"/>
                      <a:pt x="1935" y="3093"/>
                    </a:cubicBezTo>
                    <a:cubicBezTo>
                      <a:pt x="2068" y="3093"/>
                      <a:pt x="2156" y="3005"/>
                      <a:pt x="2201" y="2916"/>
                    </a:cubicBezTo>
                    <a:cubicBezTo>
                      <a:pt x="2245" y="2783"/>
                      <a:pt x="2201" y="2650"/>
                      <a:pt x="2112" y="2561"/>
                    </a:cubicBezTo>
                    <a:cubicBezTo>
                      <a:pt x="2081" y="2529"/>
                      <a:pt x="2027" y="2498"/>
                      <a:pt x="1967" y="2498"/>
                    </a:cubicBezTo>
                    <a:cubicBezTo>
                      <a:pt x="1942" y="2498"/>
                      <a:pt x="1916" y="2503"/>
                      <a:pt x="1890" y="2516"/>
                    </a:cubicBezTo>
                    <a:cubicBezTo>
                      <a:pt x="1757" y="2383"/>
                      <a:pt x="1668" y="2295"/>
                      <a:pt x="1580" y="2162"/>
                    </a:cubicBezTo>
                    <a:cubicBezTo>
                      <a:pt x="1402" y="1984"/>
                      <a:pt x="1225" y="1762"/>
                      <a:pt x="1092" y="1540"/>
                    </a:cubicBezTo>
                    <a:cubicBezTo>
                      <a:pt x="870" y="1097"/>
                      <a:pt x="692" y="653"/>
                      <a:pt x="603" y="209"/>
                    </a:cubicBezTo>
                    <a:cubicBezTo>
                      <a:pt x="567" y="64"/>
                      <a:pt x="457" y="1"/>
                      <a:pt x="3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64"/>
              <p:cNvSpPr/>
              <p:nvPr/>
            </p:nvSpPr>
            <p:spPr>
              <a:xfrm>
                <a:off x="4872985" y="3837932"/>
                <a:ext cx="58594" cy="41477"/>
              </a:xfrm>
              <a:custGeom>
                <a:avLst/>
                <a:gdLst/>
                <a:ahLst/>
                <a:cxnLst/>
                <a:rect l="l" t="t" r="r" b="b"/>
                <a:pathLst>
                  <a:path w="825" h="584" extrusionOk="0">
                    <a:moveTo>
                      <a:pt x="418" y="0"/>
                    </a:moveTo>
                    <a:cubicBezTo>
                      <a:pt x="352" y="0"/>
                      <a:pt x="283" y="26"/>
                      <a:pt x="221" y="88"/>
                    </a:cubicBezTo>
                    <a:lnTo>
                      <a:pt x="177" y="132"/>
                    </a:lnTo>
                    <a:cubicBezTo>
                      <a:pt x="0" y="344"/>
                      <a:pt x="189" y="584"/>
                      <a:pt x="385" y="584"/>
                    </a:cubicBezTo>
                    <a:cubicBezTo>
                      <a:pt x="435" y="584"/>
                      <a:pt x="486" y="568"/>
                      <a:pt x="532" y="532"/>
                    </a:cubicBezTo>
                    <a:lnTo>
                      <a:pt x="621" y="487"/>
                    </a:lnTo>
                    <a:cubicBezTo>
                      <a:pt x="825" y="283"/>
                      <a:pt x="637" y="0"/>
                      <a:pt x="4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64"/>
              <p:cNvSpPr/>
              <p:nvPr/>
            </p:nvSpPr>
            <p:spPr>
              <a:xfrm>
                <a:off x="4777815" y="3611867"/>
                <a:ext cx="99432" cy="103125"/>
              </a:xfrm>
              <a:custGeom>
                <a:avLst/>
                <a:gdLst/>
                <a:ahLst/>
                <a:cxnLst/>
                <a:rect l="l" t="t" r="r" b="b"/>
                <a:pathLst>
                  <a:path w="1400" h="1452" extrusionOk="0">
                    <a:moveTo>
                      <a:pt x="335" y="1"/>
                    </a:moveTo>
                    <a:cubicBezTo>
                      <a:pt x="165" y="1"/>
                      <a:pt x="0" y="133"/>
                      <a:pt x="53" y="343"/>
                    </a:cubicBezTo>
                    <a:cubicBezTo>
                      <a:pt x="230" y="742"/>
                      <a:pt x="452" y="1097"/>
                      <a:pt x="807" y="1363"/>
                    </a:cubicBezTo>
                    <a:cubicBezTo>
                      <a:pt x="870" y="1426"/>
                      <a:pt x="939" y="1451"/>
                      <a:pt x="1006" y="1451"/>
                    </a:cubicBezTo>
                    <a:cubicBezTo>
                      <a:pt x="1222" y="1451"/>
                      <a:pt x="1400" y="1178"/>
                      <a:pt x="1162" y="1008"/>
                    </a:cubicBezTo>
                    <a:cubicBezTo>
                      <a:pt x="940" y="786"/>
                      <a:pt x="763" y="520"/>
                      <a:pt x="629" y="210"/>
                    </a:cubicBezTo>
                    <a:cubicBezTo>
                      <a:pt x="575" y="64"/>
                      <a:pt x="454"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64"/>
              <p:cNvSpPr/>
              <p:nvPr/>
            </p:nvSpPr>
            <p:spPr>
              <a:xfrm>
                <a:off x="4557503" y="3664992"/>
                <a:ext cx="164204" cy="81747"/>
              </a:xfrm>
              <a:custGeom>
                <a:avLst/>
                <a:gdLst/>
                <a:ahLst/>
                <a:cxnLst/>
                <a:rect l="l" t="t" r="r" b="b"/>
                <a:pathLst>
                  <a:path w="2312" h="1151" extrusionOk="0">
                    <a:moveTo>
                      <a:pt x="402" y="0"/>
                    </a:moveTo>
                    <a:cubicBezTo>
                      <a:pt x="159" y="0"/>
                      <a:pt x="0" y="375"/>
                      <a:pt x="226" y="526"/>
                    </a:cubicBezTo>
                    <a:cubicBezTo>
                      <a:pt x="759" y="881"/>
                      <a:pt x="1336" y="1103"/>
                      <a:pt x="2001" y="1147"/>
                    </a:cubicBezTo>
                    <a:cubicBezTo>
                      <a:pt x="2014" y="1149"/>
                      <a:pt x="2025" y="1150"/>
                      <a:pt x="2037" y="1150"/>
                    </a:cubicBezTo>
                    <a:cubicBezTo>
                      <a:pt x="2311" y="1150"/>
                      <a:pt x="2299" y="658"/>
                      <a:pt x="2001" y="615"/>
                    </a:cubicBezTo>
                    <a:cubicBezTo>
                      <a:pt x="1469" y="526"/>
                      <a:pt x="936" y="349"/>
                      <a:pt x="537" y="38"/>
                    </a:cubicBezTo>
                    <a:cubicBezTo>
                      <a:pt x="490" y="12"/>
                      <a:pt x="445" y="0"/>
                      <a:pt x="4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64"/>
              <p:cNvSpPr/>
              <p:nvPr/>
            </p:nvSpPr>
            <p:spPr>
              <a:xfrm>
                <a:off x="4516737" y="3718330"/>
                <a:ext cx="134730" cy="75710"/>
              </a:xfrm>
              <a:custGeom>
                <a:avLst/>
                <a:gdLst/>
                <a:ahLst/>
                <a:cxnLst/>
                <a:rect l="l" t="t" r="r" b="b"/>
                <a:pathLst>
                  <a:path w="1897" h="1066" extrusionOk="0">
                    <a:moveTo>
                      <a:pt x="390" y="1"/>
                    </a:moveTo>
                    <a:cubicBezTo>
                      <a:pt x="152" y="1"/>
                      <a:pt x="0" y="343"/>
                      <a:pt x="224" y="530"/>
                    </a:cubicBezTo>
                    <a:cubicBezTo>
                      <a:pt x="623" y="796"/>
                      <a:pt x="1067" y="973"/>
                      <a:pt x="1510" y="1062"/>
                    </a:cubicBezTo>
                    <a:cubicBezTo>
                      <a:pt x="1525" y="1064"/>
                      <a:pt x="1539" y="1065"/>
                      <a:pt x="1553" y="1065"/>
                    </a:cubicBezTo>
                    <a:cubicBezTo>
                      <a:pt x="1828" y="1065"/>
                      <a:pt x="1897" y="659"/>
                      <a:pt x="1643" y="574"/>
                    </a:cubicBezTo>
                    <a:cubicBezTo>
                      <a:pt x="1244" y="441"/>
                      <a:pt x="845" y="263"/>
                      <a:pt x="534" y="42"/>
                    </a:cubicBezTo>
                    <a:cubicBezTo>
                      <a:pt x="484" y="13"/>
                      <a:pt x="436" y="1"/>
                      <a:pt x="3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64"/>
              <p:cNvSpPr/>
              <p:nvPr/>
            </p:nvSpPr>
            <p:spPr>
              <a:xfrm>
                <a:off x="4869576" y="2023236"/>
                <a:ext cx="220667" cy="239488"/>
              </a:xfrm>
              <a:custGeom>
                <a:avLst/>
                <a:gdLst/>
                <a:ahLst/>
                <a:cxnLst/>
                <a:rect l="l" t="t" r="r" b="b"/>
                <a:pathLst>
                  <a:path w="3107" h="3372" extrusionOk="0">
                    <a:moveTo>
                      <a:pt x="2669" y="0"/>
                    </a:moveTo>
                    <a:cubicBezTo>
                      <a:pt x="2625" y="0"/>
                      <a:pt x="2579" y="12"/>
                      <a:pt x="2532" y="39"/>
                    </a:cubicBezTo>
                    <a:cubicBezTo>
                      <a:pt x="1467" y="793"/>
                      <a:pt x="624" y="1769"/>
                      <a:pt x="92" y="2967"/>
                    </a:cubicBezTo>
                    <a:cubicBezTo>
                      <a:pt x="1" y="3180"/>
                      <a:pt x="180" y="3372"/>
                      <a:pt x="359" y="3372"/>
                    </a:cubicBezTo>
                    <a:cubicBezTo>
                      <a:pt x="442" y="3372"/>
                      <a:pt x="524" y="3331"/>
                      <a:pt x="580" y="3233"/>
                    </a:cubicBezTo>
                    <a:cubicBezTo>
                      <a:pt x="1068" y="2124"/>
                      <a:pt x="1822" y="1192"/>
                      <a:pt x="2843" y="527"/>
                    </a:cubicBezTo>
                    <a:cubicBezTo>
                      <a:pt x="3107" y="376"/>
                      <a:pt x="2922" y="0"/>
                      <a:pt x="2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64"/>
              <p:cNvSpPr/>
              <p:nvPr/>
            </p:nvSpPr>
            <p:spPr>
              <a:xfrm>
                <a:off x="5055655" y="1932185"/>
                <a:ext cx="41051" cy="43395"/>
              </a:xfrm>
              <a:custGeom>
                <a:avLst/>
                <a:gdLst/>
                <a:ahLst/>
                <a:cxnLst/>
                <a:rect l="l" t="t" r="r" b="b"/>
                <a:pathLst>
                  <a:path w="578" h="611" extrusionOk="0">
                    <a:moveTo>
                      <a:pt x="289" y="1"/>
                    </a:moveTo>
                    <a:cubicBezTo>
                      <a:pt x="145" y="1"/>
                      <a:pt x="1" y="100"/>
                      <a:pt x="1" y="300"/>
                    </a:cubicBezTo>
                    <a:lnTo>
                      <a:pt x="1" y="344"/>
                    </a:lnTo>
                    <a:cubicBezTo>
                      <a:pt x="1" y="522"/>
                      <a:pt x="145" y="611"/>
                      <a:pt x="289" y="611"/>
                    </a:cubicBezTo>
                    <a:cubicBezTo>
                      <a:pt x="433" y="611"/>
                      <a:pt x="578" y="522"/>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64"/>
              <p:cNvSpPr/>
              <p:nvPr/>
            </p:nvSpPr>
            <p:spPr>
              <a:xfrm>
                <a:off x="4832716" y="1716774"/>
                <a:ext cx="240127" cy="467044"/>
              </a:xfrm>
              <a:custGeom>
                <a:avLst/>
                <a:gdLst/>
                <a:ahLst/>
                <a:cxnLst/>
                <a:rect l="l" t="t" r="r" b="b"/>
                <a:pathLst>
                  <a:path w="3381" h="6576" extrusionOk="0">
                    <a:moveTo>
                      <a:pt x="2999" y="0"/>
                    </a:moveTo>
                    <a:cubicBezTo>
                      <a:pt x="2907" y="0"/>
                      <a:pt x="2810" y="41"/>
                      <a:pt x="2740" y="139"/>
                    </a:cubicBezTo>
                    <a:cubicBezTo>
                      <a:pt x="2031" y="1248"/>
                      <a:pt x="1321" y="2889"/>
                      <a:pt x="1720" y="4265"/>
                    </a:cubicBezTo>
                    <a:cubicBezTo>
                      <a:pt x="1631" y="4354"/>
                      <a:pt x="1542" y="4442"/>
                      <a:pt x="1454" y="4487"/>
                    </a:cubicBezTo>
                    <a:cubicBezTo>
                      <a:pt x="1321" y="4043"/>
                      <a:pt x="1276" y="3555"/>
                      <a:pt x="1321" y="3067"/>
                    </a:cubicBezTo>
                    <a:cubicBezTo>
                      <a:pt x="1365" y="2534"/>
                      <a:pt x="1454" y="2046"/>
                      <a:pt x="1631" y="1603"/>
                    </a:cubicBezTo>
                    <a:cubicBezTo>
                      <a:pt x="1684" y="1363"/>
                      <a:pt x="1498" y="1219"/>
                      <a:pt x="1321" y="1219"/>
                    </a:cubicBezTo>
                    <a:cubicBezTo>
                      <a:pt x="1204" y="1219"/>
                      <a:pt x="1090" y="1283"/>
                      <a:pt x="1054" y="1425"/>
                    </a:cubicBezTo>
                    <a:cubicBezTo>
                      <a:pt x="788" y="2401"/>
                      <a:pt x="433" y="3954"/>
                      <a:pt x="1010" y="4842"/>
                    </a:cubicBezTo>
                    <a:cubicBezTo>
                      <a:pt x="655" y="5241"/>
                      <a:pt x="345" y="5685"/>
                      <a:pt x="123" y="6128"/>
                    </a:cubicBezTo>
                    <a:cubicBezTo>
                      <a:pt x="0" y="6373"/>
                      <a:pt x="195" y="6576"/>
                      <a:pt x="371" y="6576"/>
                    </a:cubicBezTo>
                    <a:cubicBezTo>
                      <a:pt x="450" y="6576"/>
                      <a:pt x="525" y="6535"/>
                      <a:pt x="566" y="6439"/>
                    </a:cubicBezTo>
                    <a:cubicBezTo>
                      <a:pt x="921" y="5729"/>
                      <a:pt x="1409" y="5152"/>
                      <a:pt x="2031" y="4709"/>
                    </a:cubicBezTo>
                    <a:cubicBezTo>
                      <a:pt x="2119" y="4709"/>
                      <a:pt x="2208" y="4664"/>
                      <a:pt x="2252" y="4575"/>
                    </a:cubicBezTo>
                    <a:cubicBezTo>
                      <a:pt x="2430" y="4487"/>
                      <a:pt x="2607" y="4354"/>
                      <a:pt x="2785" y="4265"/>
                    </a:cubicBezTo>
                    <a:cubicBezTo>
                      <a:pt x="3049" y="4152"/>
                      <a:pt x="2864" y="3783"/>
                      <a:pt x="2613" y="3783"/>
                    </a:cubicBezTo>
                    <a:cubicBezTo>
                      <a:pt x="2568" y="3783"/>
                      <a:pt x="2521" y="3794"/>
                      <a:pt x="2474" y="3821"/>
                    </a:cubicBezTo>
                    <a:cubicBezTo>
                      <a:pt x="2385" y="3866"/>
                      <a:pt x="2297" y="3910"/>
                      <a:pt x="2208" y="3954"/>
                    </a:cubicBezTo>
                    <a:cubicBezTo>
                      <a:pt x="1942" y="2801"/>
                      <a:pt x="2652" y="1337"/>
                      <a:pt x="3228" y="405"/>
                    </a:cubicBezTo>
                    <a:cubicBezTo>
                      <a:pt x="3380" y="192"/>
                      <a:pt x="3199" y="0"/>
                      <a:pt x="2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64"/>
              <p:cNvSpPr/>
              <p:nvPr/>
            </p:nvSpPr>
            <p:spPr>
              <a:xfrm>
                <a:off x="5065101" y="1661163"/>
                <a:ext cx="41051" cy="43466"/>
              </a:xfrm>
              <a:custGeom>
                <a:avLst/>
                <a:gdLst/>
                <a:ahLst/>
                <a:cxnLst/>
                <a:rect l="l" t="t" r="r" b="b"/>
                <a:pathLst>
                  <a:path w="578" h="612" extrusionOk="0">
                    <a:moveTo>
                      <a:pt x="289" y="1"/>
                    </a:moveTo>
                    <a:cubicBezTo>
                      <a:pt x="145" y="1"/>
                      <a:pt x="1" y="101"/>
                      <a:pt x="1" y="300"/>
                    </a:cubicBezTo>
                    <a:lnTo>
                      <a:pt x="1" y="345"/>
                    </a:lnTo>
                    <a:cubicBezTo>
                      <a:pt x="1" y="522"/>
                      <a:pt x="145" y="611"/>
                      <a:pt x="289" y="611"/>
                    </a:cubicBezTo>
                    <a:cubicBezTo>
                      <a:pt x="433" y="611"/>
                      <a:pt x="578" y="522"/>
                      <a:pt x="578" y="345"/>
                    </a:cubicBezTo>
                    <a:lnTo>
                      <a:pt x="578" y="300"/>
                    </a:lnTo>
                    <a:cubicBezTo>
                      <a:pt x="578" y="101"/>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64"/>
              <p:cNvSpPr/>
              <p:nvPr/>
            </p:nvSpPr>
            <p:spPr>
              <a:xfrm>
                <a:off x="4976891" y="1650936"/>
                <a:ext cx="41051" cy="44176"/>
              </a:xfrm>
              <a:custGeom>
                <a:avLst/>
                <a:gdLst/>
                <a:ahLst/>
                <a:cxnLst/>
                <a:rect l="l" t="t" r="r" b="b"/>
                <a:pathLst>
                  <a:path w="578" h="622" extrusionOk="0">
                    <a:moveTo>
                      <a:pt x="289" y="1"/>
                    </a:moveTo>
                    <a:cubicBezTo>
                      <a:pt x="145" y="1"/>
                      <a:pt x="1" y="90"/>
                      <a:pt x="1" y="267"/>
                    </a:cubicBezTo>
                    <a:lnTo>
                      <a:pt x="1" y="356"/>
                    </a:lnTo>
                    <a:cubicBezTo>
                      <a:pt x="1" y="533"/>
                      <a:pt x="134" y="622"/>
                      <a:pt x="272" y="622"/>
                    </a:cubicBezTo>
                    <a:cubicBezTo>
                      <a:pt x="411" y="622"/>
                      <a:pt x="555" y="533"/>
                      <a:pt x="577" y="356"/>
                    </a:cubicBezTo>
                    <a:lnTo>
                      <a:pt x="577" y="267"/>
                    </a:lnTo>
                    <a:cubicBezTo>
                      <a:pt x="577" y="9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64"/>
              <p:cNvSpPr/>
              <p:nvPr/>
            </p:nvSpPr>
            <p:spPr>
              <a:xfrm>
                <a:off x="5100044" y="1306619"/>
                <a:ext cx="135440" cy="98366"/>
              </a:xfrm>
              <a:custGeom>
                <a:avLst/>
                <a:gdLst/>
                <a:ahLst/>
                <a:cxnLst/>
                <a:rect l="l" t="t" r="r" b="b"/>
                <a:pathLst>
                  <a:path w="1907" h="1385" extrusionOk="0">
                    <a:moveTo>
                      <a:pt x="329" y="0"/>
                    </a:moveTo>
                    <a:cubicBezTo>
                      <a:pt x="110" y="0"/>
                      <a:pt x="0" y="355"/>
                      <a:pt x="219" y="501"/>
                    </a:cubicBezTo>
                    <a:lnTo>
                      <a:pt x="1417" y="1344"/>
                    </a:lnTo>
                    <a:cubicBezTo>
                      <a:pt x="1459" y="1372"/>
                      <a:pt x="1502" y="1385"/>
                      <a:pt x="1542" y="1385"/>
                    </a:cubicBezTo>
                    <a:cubicBezTo>
                      <a:pt x="1755" y="1385"/>
                      <a:pt x="1906" y="1042"/>
                      <a:pt x="1683" y="856"/>
                    </a:cubicBezTo>
                    <a:lnTo>
                      <a:pt x="485" y="57"/>
                    </a:lnTo>
                    <a:cubicBezTo>
                      <a:pt x="429" y="17"/>
                      <a:pt x="376" y="0"/>
                      <a:pt x="3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64"/>
              <p:cNvSpPr/>
              <p:nvPr/>
            </p:nvSpPr>
            <p:spPr>
              <a:xfrm>
                <a:off x="5134632" y="1266988"/>
                <a:ext cx="91406" cy="58238"/>
              </a:xfrm>
              <a:custGeom>
                <a:avLst/>
                <a:gdLst/>
                <a:ahLst/>
                <a:cxnLst/>
                <a:rect l="l" t="t" r="r" b="b"/>
                <a:pathLst>
                  <a:path w="1287" h="820" extrusionOk="0">
                    <a:moveTo>
                      <a:pt x="423" y="0"/>
                    </a:moveTo>
                    <a:cubicBezTo>
                      <a:pt x="153" y="0"/>
                      <a:pt x="0" y="375"/>
                      <a:pt x="264" y="526"/>
                    </a:cubicBezTo>
                    <a:lnTo>
                      <a:pt x="752" y="793"/>
                    </a:lnTo>
                    <a:cubicBezTo>
                      <a:pt x="795" y="811"/>
                      <a:pt x="837" y="819"/>
                      <a:pt x="876" y="819"/>
                    </a:cubicBezTo>
                    <a:cubicBezTo>
                      <a:pt x="1125" y="819"/>
                      <a:pt x="1286" y="496"/>
                      <a:pt x="1018" y="304"/>
                    </a:cubicBezTo>
                    <a:lnTo>
                      <a:pt x="575" y="38"/>
                    </a:lnTo>
                    <a:cubicBezTo>
                      <a:pt x="522" y="12"/>
                      <a:pt x="470" y="0"/>
                      <a:pt x="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64"/>
              <p:cNvSpPr/>
              <p:nvPr/>
            </p:nvSpPr>
            <p:spPr>
              <a:xfrm>
                <a:off x="4782787" y="972032"/>
                <a:ext cx="142400" cy="255823"/>
              </a:xfrm>
              <a:custGeom>
                <a:avLst/>
                <a:gdLst/>
                <a:ahLst/>
                <a:cxnLst/>
                <a:rect l="l" t="t" r="r" b="b"/>
                <a:pathLst>
                  <a:path w="2005" h="3602" extrusionOk="0">
                    <a:moveTo>
                      <a:pt x="1593" y="0"/>
                    </a:moveTo>
                    <a:cubicBezTo>
                      <a:pt x="1508" y="0"/>
                      <a:pt x="1422" y="33"/>
                      <a:pt x="1358" y="109"/>
                    </a:cubicBezTo>
                    <a:cubicBezTo>
                      <a:pt x="693" y="1041"/>
                      <a:pt x="249" y="2106"/>
                      <a:pt x="27" y="3260"/>
                    </a:cubicBezTo>
                    <a:cubicBezTo>
                      <a:pt x="1" y="3469"/>
                      <a:pt x="176" y="3601"/>
                      <a:pt x="342" y="3601"/>
                    </a:cubicBezTo>
                    <a:cubicBezTo>
                      <a:pt x="457" y="3601"/>
                      <a:pt x="568" y="3538"/>
                      <a:pt x="604" y="3393"/>
                    </a:cubicBezTo>
                    <a:cubicBezTo>
                      <a:pt x="737" y="2328"/>
                      <a:pt x="1181" y="1307"/>
                      <a:pt x="1846" y="420"/>
                    </a:cubicBezTo>
                    <a:cubicBezTo>
                      <a:pt x="2004" y="199"/>
                      <a:pt x="1802" y="0"/>
                      <a:pt x="1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64"/>
              <p:cNvSpPr/>
              <p:nvPr/>
            </p:nvSpPr>
            <p:spPr>
              <a:xfrm>
                <a:off x="4907573" y="932472"/>
                <a:ext cx="56818" cy="41051"/>
              </a:xfrm>
              <a:custGeom>
                <a:avLst/>
                <a:gdLst/>
                <a:ahLst/>
                <a:cxnLst/>
                <a:rect l="l" t="t" r="r" b="b"/>
                <a:pathLst>
                  <a:path w="800" h="578" extrusionOk="0">
                    <a:moveTo>
                      <a:pt x="400" y="1"/>
                    </a:moveTo>
                    <a:cubicBezTo>
                      <a:pt x="0" y="1"/>
                      <a:pt x="0" y="578"/>
                      <a:pt x="400" y="578"/>
                    </a:cubicBezTo>
                    <a:lnTo>
                      <a:pt x="444" y="578"/>
                    </a:lnTo>
                    <a:cubicBezTo>
                      <a:pt x="799" y="578"/>
                      <a:pt x="799"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64"/>
              <p:cNvSpPr/>
              <p:nvPr/>
            </p:nvSpPr>
            <p:spPr>
              <a:xfrm>
                <a:off x="4740528" y="1084105"/>
                <a:ext cx="197158" cy="332030"/>
              </a:xfrm>
              <a:custGeom>
                <a:avLst/>
                <a:gdLst/>
                <a:ahLst/>
                <a:cxnLst/>
                <a:rect l="l" t="t" r="r" b="b"/>
                <a:pathLst>
                  <a:path w="2776" h="4675" extrusionOk="0">
                    <a:moveTo>
                      <a:pt x="2385" y="0"/>
                    </a:moveTo>
                    <a:cubicBezTo>
                      <a:pt x="2306" y="0"/>
                      <a:pt x="2227" y="38"/>
                      <a:pt x="2175" y="129"/>
                    </a:cubicBezTo>
                    <a:cubicBezTo>
                      <a:pt x="1554" y="1149"/>
                      <a:pt x="1154" y="2303"/>
                      <a:pt x="933" y="3456"/>
                    </a:cubicBezTo>
                    <a:cubicBezTo>
                      <a:pt x="711" y="3412"/>
                      <a:pt x="533" y="3412"/>
                      <a:pt x="356" y="3368"/>
                    </a:cubicBezTo>
                    <a:cubicBezTo>
                      <a:pt x="1" y="3368"/>
                      <a:pt x="1" y="3944"/>
                      <a:pt x="356" y="3944"/>
                    </a:cubicBezTo>
                    <a:cubicBezTo>
                      <a:pt x="977" y="3989"/>
                      <a:pt x="1554" y="4211"/>
                      <a:pt x="1997" y="4610"/>
                    </a:cubicBezTo>
                    <a:cubicBezTo>
                      <a:pt x="2061" y="4655"/>
                      <a:pt x="2127" y="4675"/>
                      <a:pt x="2189" y="4675"/>
                    </a:cubicBezTo>
                    <a:cubicBezTo>
                      <a:pt x="2428" y="4675"/>
                      <a:pt x="2608" y="4387"/>
                      <a:pt x="2397" y="4211"/>
                    </a:cubicBezTo>
                    <a:cubicBezTo>
                      <a:pt x="2131" y="3989"/>
                      <a:pt x="1820" y="3811"/>
                      <a:pt x="1465" y="3634"/>
                    </a:cubicBezTo>
                    <a:cubicBezTo>
                      <a:pt x="1643" y="2480"/>
                      <a:pt x="2042" y="1415"/>
                      <a:pt x="2619" y="439"/>
                    </a:cubicBezTo>
                    <a:cubicBezTo>
                      <a:pt x="2775" y="220"/>
                      <a:pt x="2577" y="0"/>
                      <a:pt x="2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64"/>
              <p:cNvSpPr/>
              <p:nvPr/>
            </p:nvSpPr>
            <p:spPr>
              <a:xfrm>
                <a:off x="4935911" y="1420894"/>
                <a:ext cx="37926" cy="44247"/>
              </a:xfrm>
              <a:custGeom>
                <a:avLst/>
                <a:gdLst/>
                <a:ahLst/>
                <a:cxnLst/>
                <a:rect l="l" t="t" r="r" b="b"/>
                <a:pathLst>
                  <a:path w="534" h="623" extrusionOk="0">
                    <a:moveTo>
                      <a:pt x="267" y="1"/>
                    </a:moveTo>
                    <a:cubicBezTo>
                      <a:pt x="134" y="1"/>
                      <a:pt x="1" y="90"/>
                      <a:pt x="1" y="267"/>
                    </a:cubicBezTo>
                    <a:lnTo>
                      <a:pt x="1" y="356"/>
                    </a:lnTo>
                    <a:cubicBezTo>
                      <a:pt x="1" y="533"/>
                      <a:pt x="134" y="622"/>
                      <a:pt x="267" y="622"/>
                    </a:cubicBezTo>
                    <a:cubicBezTo>
                      <a:pt x="400" y="622"/>
                      <a:pt x="533" y="533"/>
                      <a:pt x="533" y="356"/>
                    </a:cubicBezTo>
                    <a:lnTo>
                      <a:pt x="533" y="267"/>
                    </a:lnTo>
                    <a:cubicBezTo>
                      <a:pt x="533" y="90"/>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58"/>
        <p:cNvGrpSpPr/>
        <p:nvPr/>
      </p:nvGrpSpPr>
      <p:grpSpPr>
        <a:xfrm>
          <a:off x="0" y="0"/>
          <a:ext cx="0" cy="0"/>
          <a:chOff x="0" y="0"/>
          <a:chExt cx="0" cy="0"/>
        </a:xfrm>
      </p:grpSpPr>
      <p:sp>
        <p:nvSpPr>
          <p:cNvPr id="3359" name="Google Shape;3359;p65"/>
          <p:cNvSpPr/>
          <p:nvPr/>
        </p:nvSpPr>
        <p:spPr>
          <a:xfrm>
            <a:off x="4382963" y="2056875"/>
            <a:ext cx="378000" cy="378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65"/>
          <p:cNvSpPr/>
          <p:nvPr/>
        </p:nvSpPr>
        <p:spPr>
          <a:xfrm>
            <a:off x="6492638" y="3089875"/>
            <a:ext cx="378000" cy="378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65"/>
          <p:cNvSpPr/>
          <p:nvPr/>
        </p:nvSpPr>
        <p:spPr>
          <a:xfrm>
            <a:off x="7547438" y="3089875"/>
            <a:ext cx="378000" cy="378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65"/>
          <p:cNvSpPr/>
          <p:nvPr/>
        </p:nvSpPr>
        <p:spPr>
          <a:xfrm>
            <a:off x="3328250" y="4122875"/>
            <a:ext cx="378000" cy="378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65"/>
          <p:cNvSpPr/>
          <p:nvPr/>
        </p:nvSpPr>
        <p:spPr>
          <a:xfrm>
            <a:off x="1218488" y="3089875"/>
            <a:ext cx="378000" cy="378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6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CALENDAR</a:t>
            </a:r>
            <a:endParaRPr/>
          </a:p>
        </p:txBody>
      </p:sp>
      <p:graphicFrame>
        <p:nvGraphicFramePr>
          <p:cNvPr id="3365" name="Google Shape;3365;p65"/>
          <p:cNvGraphicFramePr/>
          <p:nvPr/>
        </p:nvGraphicFramePr>
        <p:xfrm>
          <a:off x="879938" y="1499925"/>
          <a:ext cx="3000000" cy="3000000"/>
        </p:xfrm>
        <a:graphic>
          <a:graphicData uri="http://schemas.openxmlformats.org/drawingml/2006/table">
            <a:tbl>
              <a:tblPr>
                <a:noFill/>
                <a:tableStyleId>{00C39941-2BB4-4929-9499-8568E143BFA6}</a:tableStyleId>
              </a:tblPr>
              <a:tblGrid>
                <a:gridCol w="1054875">
                  <a:extLst>
                    <a:ext uri="{9D8B030D-6E8A-4147-A177-3AD203B41FA5}">
                      <a16:colId xmlns:a16="http://schemas.microsoft.com/office/drawing/2014/main" val="20000"/>
                    </a:ext>
                  </a:extLst>
                </a:gridCol>
                <a:gridCol w="1054875">
                  <a:extLst>
                    <a:ext uri="{9D8B030D-6E8A-4147-A177-3AD203B41FA5}">
                      <a16:colId xmlns:a16="http://schemas.microsoft.com/office/drawing/2014/main" val="20001"/>
                    </a:ext>
                  </a:extLst>
                </a:gridCol>
                <a:gridCol w="1054875">
                  <a:extLst>
                    <a:ext uri="{9D8B030D-6E8A-4147-A177-3AD203B41FA5}">
                      <a16:colId xmlns:a16="http://schemas.microsoft.com/office/drawing/2014/main" val="20002"/>
                    </a:ext>
                  </a:extLst>
                </a:gridCol>
                <a:gridCol w="1054875">
                  <a:extLst>
                    <a:ext uri="{9D8B030D-6E8A-4147-A177-3AD203B41FA5}">
                      <a16:colId xmlns:a16="http://schemas.microsoft.com/office/drawing/2014/main" val="20003"/>
                    </a:ext>
                  </a:extLst>
                </a:gridCol>
                <a:gridCol w="1054875">
                  <a:extLst>
                    <a:ext uri="{9D8B030D-6E8A-4147-A177-3AD203B41FA5}">
                      <a16:colId xmlns:a16="http://schemas.microsoft.com/office/drawing/2014/main" val="20004"/>
                    </a:ext>
                  </a:extLst>
                </a:gridCol>
                <a:gridCol w="1054875">
                  <a:extLst>
                    <a:ext uri="{9D8B030D-6E8A-4147-A177-3AD203B41FA5}">
                      <a16:colId xmlns:a16="http://schemas.microsoft.com/office/drawing/2014/main" val="20005"/>
                    </a:ext>
                  </a:extLst>
                </a:gridCol>
                <a:gridCol w="1054875">
                  <a:extLst>
                    <a:ext uri="{9D8B030D-6E8A-4147-A177-3AD203B41FA5}">
                      <a16:colId xmlns:a16="http://schemas.microsoft.com/office/drawing/2014/main" val="20006"/>
                    </a:ext>
                  </a:extLst>
                </a:gridCol>
              </a:tblGrid>
              <a:tr h="443475">
                <a:tc>
                  <a:txBody>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SUN</a:t>
                      </a:r>
                      <a:endParaRPr sz="2000" b="1">
                        <a:solidFill>
                          <a:schemeClr val="accent3"/>
                        </a:solidFill>
                        <a:latin typeface="Orbitron"/>
                        <a:ea typeface="Orbitron"/>
                        <a:cs typeface="Orbitron"/>
                        <a:sym typeface="Orbitron"/>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MON</a:t>
                      </a:r>
                      <a:endParaRPr sz="20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TUE</a:t>
                      </a:r>
                      <a:endParaRPr sz="20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WED</a:t>
                      </a:r>
                      <a:endParaRPr sz="20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THU</a:t>
                      </a:r>
                      <a:endParaRPr sz="20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FRI</a:t>
                      </a:r>
                      <a:endParaRPr sz="20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2000" b="1">
                          <a:solidFill>
                            <a:schemeClr val="accent3"/>
                          </a:solidFill>
                          <a:latin typeface="Orbitron"/>
                          <a:ea typeface="Orbitron"/>
                          <a:cs typeface="Orbitron"/>
                          <a:sym typeface="Orbitron"/>
                        </a:rPr>
                        <a:t>SAT</a:t>
                      </a:r>
                      <a:endParaRPr sz="2000" b="1">
                        <a:solidFill>
                          <a:schemeClr val="accent3"/>
                        </a:solidFill>
                        <a:latin typeface="Orbitron"/>
                        <a:ea typeface="Orbitron"/>
                        <a:cs typeface="Orbitron"/>
                        <a:sym typeface="Orbitron"/>
                      </a:endParaRPr>
                    </a:p>
                  </a:txBody>
                  <a:tcPr marL="91425" marR="91425" marT="91425" marB="91425" anchor="ctr">
                    <a:lnL w="19050" cap="flat" cmpd="sng">
                      <a:solidFill>
                        <a:schemeClr val="accent3"/>
                      </a:solidFill>
                      <a:prstDash val="dot"/>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516500">
                <a:tc>
                  <a:txBody>
                    <a:bodyPr/>
                    <a:lstStyle/>
                    <a:p>
                      <a:pPr marL="0" lvl="0" indent="0" algn="ctr" rtl="0">
                        <a:spcBef>
                          <a:spcPts val="0"/>
                        </a:spcBef>
                        <a:spcAft>
                          <a:spcPts val="0"/>
                        </a:spcAft>
                        <a:buNone/>
                      </a:pPr>
                      <a:endParaRPr sz="1600">
                        <a:solidFill>
                          <a:schemeClr val="accent3"/>
                        </a:solidFill>
                        <a:latin typeface="Barlow"/>
                        <a:ea typeface="Barlow"/>
                        <a:cs typeface="Barlow"/>
                        <a:sym typeface="Barlow"/>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01</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lt1"/>
                          </a:solidFill>
                          <a:latin typeface="Barlow"/>
                          <a:ea typeface="Barlow"/>
                          <a:cs typeface="Barlow"/>
                          <a:sym typeface="Barlow"/>
                        </a:rPr>
                        <a:t>02</a:t>
                      </a:r>
                      <a:endParaRPr sz="1600">
                        <a:solidFill>
                          <a:schemeClr val="lt1"/>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03</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04</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05</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516500">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06</a:t>
                      </a:r>
                      <a:endParaRPr sz="1600">
                        <a:solidFill>
                          <a:schemeClr val="accent3"/>
                        </a:solidFill>
                        <a:latin typeface="Barlow"/>
                        <a:ea typeface="Barlow"/>
                        <a:cs typeface="Barlow"/>
                        <a:sym typeface="Barlow"/>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07</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08</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09</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10</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11</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12</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516500">
                <a:tc>
                  <a:txBody>
                    <a:bodyPr/>
                    <a:lstStyle/>
                    <a:p>
                      <a:pPr marL="0" lvl="0" indent="0" algn="ctr" rtl="0">
                        <a:spcBef>
                          <a:spcPts val="0"/>
                        </a:spcBef>
                        <a:spcAft>
                          <a:spcPts val="0"/>
                        </a:spcAft>
                        <a:buNone/>
                      </a:pPr>
                      <a:r>
                        <a:rPr lang="en" sz="1600">
                          <a:solidFill>
                            <a:schemeClr val="lt1"/>
                          </a:solidFill>
                          <a:latin typeface="Barlow"/>
                          <a:ea typeface="Barlow"/>
                          <a:cs typeface="Barlow"/>
                          <a:sym typeface="Barlow"/>
                        </a:rPr>
                        <a:t>13</a:t>
                      </a:r>
                      <a:endParaRPr sz="1600">
                        <a:solidFill>
                          <a:schemeClr val="lt1"/>
                        </a:solidFill>
                        <a:latin typeface="Barlow"/>
                        <a:ea typeface="Barlow"/>
                        <a:cs typeface="Barlow"/>
                        <a:sym typeface="Barlow"/>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14</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15</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16</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17</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lt1"/>
                          </a:solidFill>
                          <a:latin typeface="Barlow"/>
                          <a:ea typeface="Barlow"/>
                          <a:cs typeface="Barlow"/>
                          <a:sym typeface="Barlow"/>
                        </a:rPr>
                        <a:t>18</a:t>
                      </a:r>
                      <a:endParaRPr sz="1600">
                        <a:solidFill>
                          <a:schemeClr val="lt1"/>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lt1"/>
                          </a:solidFill>
                          <a:latin typeface="Barlow"/>
                          <a:ea typeface="Barlow"/>
                          <a:cs typeface="Barlow"/>
                          <a:sym typeface="Barlow"/>
                        </a:rPr>
                        <a:t>19</a:t>
                      </a:r>
                      <a:endParaRPr sz="1600">
                        <a:solidFill>
                          <a:schemeClr val="lt1"/>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516500">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20</a:t>
                      </a:r>
                      <a:endParaRPr sz="1600">
                        <a:solidFill>
                          <a:schemeClr val="accent3"/>
                        </a:solidFill>
                        <a:latin typeface="Barlow"/>
                        <a:ea typeface="Barlow"/>
                        <a:cs typeface="Barlow"/>
                        <a:sym typeface="Barlow"/>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21</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22</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23</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24</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25</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26</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r h="516500">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27</a:t>
                      </a:r>
                      <a:endParaRPr sz="1600">
                        <a:solidFill>
                          <a:schemeClr val="accent3"/>
                        </a:solidFill>
                        <a:latin typeface="Barlow"/>
                        <a:ea typeface="Barlow"/>
                        <a:cs typeface="Barlow"/>
                        <a:sym typeface="Barlow"/>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28</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lt1"/>
                          </a:solidFill>
                          <a:latin typeface="Barlow"/>
                          <a:ea typeface="Barlow"/>
                          <a:cs typeface="Barlow"/>
                          <a:sym typeface="Barlow"/>
                        </a:rPr>
                        <a:t>29</a:t>
                      </a:r>
                      <a:endParaRPr sz="1600">
                        <a:solidFill>
                          <a:schemeClr val="lt1"/>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30</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accent3"/>
                          </a:solidFill>
                          <a:latin typeface="Barlow"/>
                          <a:ea typeface="Barlow"/>
                          <a:cs typeface="Barlow"/>
                          <a:sym typeface="Barlow"/>
                        </a:rPr>
                        <a:t>31</a:t>
                      </a: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19050" cap="flat" cmpd="sng">
                      <a:solidFill>
                        <a:schemeClr val="accent3"/>
                      </a:solidFill>
                      <a:prstDash val="dot"/>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endParaRPr sz="1600">
                        <a:solidFill>
                          <a:schemeClr val="accent3"/>
                        </a:solidFill>
                        <a:latin typeface="Barlow"/>
                        <a:ea typeface="Barlow"/>
                        <a:cs typeface="Barlow"/>
                        <a:sym typeface="Barlow"/>
                      </a:endParaRPr>
                    </a:p>
                  </a:txBody>
                  <a:tcPr marL="91425" marR="91425" marT="91425" marB="91425" anchor="ctr">
                    <a:lnL w="19050" cap="flat" cmpd="sng">
                      <a:solidFill>
                        <a:schemeClr val="accent3"/>
                      </a:solidFill>
                      <a:prstDash val="dot"/>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369"/>
        <p:cNvGrpSpPr/>
        <p:nvPr/>
      </p:nvGrpSpPr>
      <p:grpSpPr>
        <a:xfrm>
          <a:off x="0" y="0"/>
          <a:ext cx="0" cy="0"/>
          <a:chOff x="0" y="0"/>
          <a:chExt cx="0" cy="0"/>
        </a:xfrm>
      </p:grpSpPr>
      <p:sp>
        <p:nvSpPr>
          <p:cNvPr id="3370" name="Google Shape;3370;p66"/>
          <p:cNvSpPr/>
          <p:nvPr/>
        </p:nvSpPr>
        <p:spPr>
          <a:xfrm>
            <a:off x="1332896" y="134713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66"/>
          <p:cNvSpPr/>
          <p:nvPr/>
        </p:nvSpPr>
        <p:spPr>
          <a:xfrm>
            <a:off x="1332896" y="347728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66"/>
          <p:cNvSpPr/>
          <p:nvPr/>
        </p:nvSpPr>
        <p:spPr>
          <a:xfrm>
            <a:off x="7191779" y="2412211"/>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66"/>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DON’T</a:t>
            </a:r>
            <a:r>
              <a:rPr lang="en"/>
              <a:t> FORGET</a:t>
            </a:r>
            <a:endParaRPr/>
          </a:p>
        </p:txBody>
      </p:sp>
      <p:sp>
        <p:nvSpPr>
          <p:cNvPr id="3374" name="Google Shape;3374;p66"/>
          <p:cNvSpPr txBox="1">
            <a:spLocks noGrp="1"/>
          </p:cNvSpPr>
          <p:nvPr>
            <p:ph type="title" idx="2"/>
          </p:nvPr>
        </p:nvSpPr>
        <p:spPr>
          <a:xfrm>
            <a:off x="2095050" y="1423475"/>
            <a:ext cx="4191900" cy="44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MARS</a:t>
            </a:r>
            <a:endParaRPr/>
          </a:p>
        </p:txBody>
      </p:sp>
      <p:sp>
        <p:nvSpPr>
          <p:cNvPr id="3375" name="Google Shape;3375;p66"/>
          <p:cNvSpPr txBox="1">
            <a:spLocks noGrp="1"/>
          </p:cNvSpPr>
          <p:nvPr>
            <p:ph type="subTitle" idx="1"/>
          </p:nvPr>
        </p:nvSpPr>
        <p:spPr>
          <a:xfrm>
            <a:off x="2095050" y="1783549"/>
            <a:ext cx="4191900" cy="53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 cold place. It’s full of iron oxide dust</a:t>
            </a:r>
            <a:endParaRPr/>
          </a:p>
        </p:txBody>
      </p:sp>
      <p:sp>
        <p:nvSpPr>
          <p:cNvPr id="3376" name="Google Shape;3376;p66"/>
          <p:cNvSpPr txBox="1">
            <a:spLocks noGrp="1"/>
          </p:cNvSpPr>
          <p:nvPr>
            <p:ph type="title" idx="3"/>
          </p:nvPr>
        </p:nvSpPr>
        <p:spPr>
          <a:xfrm>
            <a:off x="2857050" y="2488551"/>
            <a:ext cx="4191900" cy="449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a:t>
            </a:r>
            <a:endParaRPr/>
          </a:p>
        </p:txBody>
      </p:sp>
      <p:sp>
        <p:nvSpPr>
          <p:cNvPr id="3377" name="Google Shape;3377;p66"/>
          <p:cNvSpPr txBox="1">
            <a:spLocks noGrp="1"/>
          </p:cNvSpPr>
          <p:nvPr>
            <p:ph type="subTitle" idx="4"/>
          </p:nvPr>
        </p:nvSpPr>
        <p:spPr>
          <a:xfrm>
            <a:off x="2857050" y="2848624"/>
            <a:ext cx="4191900" cy="5373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It’s the biggest planet in the Solar System and  the fourth-brightest object in the sky</a:t>
            </a:r>
            <a:endParaRPr/>
          </a:p>
        </p:txBody>
      </p:sp>
      <p:sp>
        <p:nvSpPr>
          <p:cNvPr id="3378" name="Google Shape;3378;p66"/>
          <p:cNvSpPr txBox="1">
            <a:spLocks noGrp="1"/>
          </p:cNvSpPr>
          <p:nvPr>
            <p:ph type="title" idx="5"/>
          </p:nvPr>
        </p:nvSpPr>
        <p:spPr>
          <a:xfrm>
            <a:off x="2095050" y="3553626"/>
            <a:ext cx="4191900" cy="44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a:t>
            </a:r>
            <a:endParaRPr/>
          </a:p>
        </p:txBody>
      </p:sp>
      <p:sp>
        <p:nvSpPr>
          <p:cNvPr id="3379" name="Google Shape;3379;p66"/>
          <p:cNvSpPr txBox="1">
            <a:spLocks noGrp="1"/>
          </p:cNvSpPr>
          <p:nvPr>
            <p:ph type="subTitle" idx="6"/>
          </p:nvPr>
        </p:nvSpPr>
        <p:spPr>
          <a:xfrm>
            <a:off x="2095050" y="3913700"/>
            <a:ext cx="4191900" cy="53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Yes, this is the ringed one. It’s a gas giant, composed mostly of hydrogen and helium</a:t>
            </a:r>
            <a:endParaRPr/>
          </a:p>
        </p:txBody>
      </p:sp>
      <p:grpSp>
        <p:nvGrpSpPr>
          <p:cNvPr id="3380" name="Google Shape;3380;p66"/>
          <p:cNvGrpSpPr/>
          <p:nvPr/>
        </p:nvGrpSpPr>
        <p:grpSpPr>
          <a:xfrm>
            <a:off x="1482031" y="1465162"/>
            <a:ext cx="303543" cy="365739"/>
            <a:chOff x="2133700" y="1277575"/>
            <a:chExt cx="453050" cy="542800"/>
          </a:xfrm>
        </p:grpSpPr>
        <p:sp>
          <p:nvSpPr>
            <p:cNvPr id="3381" name="Google Shape;3381;p66"/>
            <p:cNvSpPr/>
            <p:nvPr/>
          </p:nvSpPr>
          <p:spPr>
            <a:xfrm>
              <a:off x="2133700" y="1340625"/>
              <a:ext cx="453050" cy="429850"/>
            </a:xfrm>
            <a:custGeom>
              <a:avLst/>
              <a:gdLst/>
              <a:ahLst/>
              <a:cxnLst/>
              <a:rect l="l" t="t" r="r" b="b"/>
              <a:pathLst>
                <a:path w="18122" h="17194" extrusionOk="0">
                  <a:moveTo>
                    <a:pt x="8556" y="850"/>
                  </a:moveTo>
                  <a:cubicBezTo>
                    <a:pt x="9262" y="850"/>
                    <a:pt x="9953" y="1403"/>
                    <a:pt x="10421" y="1881"/>
                  </a:cubicBezTo>
                  <a:cubicBezTo>
                    <a:pt x="11050" y="2528"/>
                    <a:pt x="11849" y="2650"/>
                    <a:pt x="12627" y="2650"/>
                  </a:cubicBezTo>
                  <a:cubicBezTo>
                    <a:pt x="12865" y="2650"/>
                    <a:pt x="13100" y="2638"/>
                    <a:pt x="13328" y="2627"/>
                  </a:cubicBezTo>
                  <a:cubicBezTo>
                    <a:pt x="13552" y="2617"/>
                    <a:pt x="13756" y="2609"/>
                    <a:pt x="13940" y="2609"/>
                  </a:cubicBezTo>
                  <a:cubicBezTo>
                    <a:pt x="14606" y="2609"/>
                    <a:pt x="15025" y="2712"/>
                    <a:pt x="15259" y="3177"/>
                  </a:cubicBezTo>
                  <a:cubicBezTo>
                    <a:pt x="15459" y="3570"/>
                    <a:pt x="15371" y="3753"/>
                    <a:pt x="15069" y="4279"/>
                  </a:cubicBezTo>
                  <a:cubicBezTo>
                    <a:pt x="14770" y="4788"/>
                    <a:pt x="14370" y="5483"/>
                    <a:pt x="14326" y="6677"/>
                  </a:cubicBezTo>
                  <a:cubicBezTo>
                    <a:pt x="14285" y="7821"/>
                    <a:pt x="15041" y="8384"/>
                    <a:pt x="15710" y="8882"/>
                  </a:cubicBezTo>
                  <a:cubicBezTo>
                    <a:pt x="16059" y="9140"/>
                    <a:pt x="16388" y="9388"/>
                    <a:pt x="16609" y="9700"/>
                  </a:cubicBezTo>
                  <a:cubicBezTo>
                    <a:pt x="17084" y="10375"/>
                    <a:pt x="17223" y="11138"/>
                    <a:pt x="16972" y="11694"/>
                  </a:cubicBezTo>
                  <a:lnTo>
                    <a:pt x="16972" y="11698"/>
                  </a:lnTo>
                  <a:cubicBezTo>
                    <a:pt x="16782" y="12115"/>
                    <a:pt x="16395" y="12370"/>
                    <a:pt x="15845" y="12427"/>
                  </a:cubicBezTo>
                  <a:cubicBezTo>
                    <a:pt x="14058" y="12617"/>
                    <a:pt x="13620" y="13625"/>
                    <a:pt x="13233" y="14517"/>
                  </a:cubicBezTo>
                  <a:cubicBezTo>
                    <a:pt x="12982" y="15093"/>
                    <a:pt x="12745" y="15640"/>
                    <a:pt x="12138" y="16013"/>
                  </a:cubicBezTo>
                  <a:cubicBezTo>
                    <a:pt x="11757" y="16245"/>
                    <a:pt x="11425" y="16347"/>
                    <a:pt x="11109" y="16347"/>
                  </a:cubicBezTo>
                  <a:cubicBezTo>
                    <a:pt x="10506" y="16347"/>
                    <a:pt x="9958" y="15979"/>
                    <a:pt x="9224" y="15443"/>
                  </a:cubicBezTo>
                  <a:cubicBezTo>
                    <a:pt x="8573" y="14971"/>
                    <a:pt x="7837" y="14435"/>
                    <a:pt x="6910" y="14256"/>
                  </a:cubicBezTo>
                  <a:cubicBezTo>
                    <a:pt x="6469" y="14171"/>
                    <a:pt x="6018" y="14127"/>
                    <a:pt x="5571" y="14127"/>
                  </a:cubicBezTo>
                  <a:cubicBezTo>
                    <a:pt x="4444" y="14127"/>
                    <a:pt x="3620" y="14418"/>
                    <a:pt x="2972" y="14652"/>
                  </a:cubicBezTo>
                  <a:cubicBezTo>
                    <a:pt x="2532" y="14811"/>
                    <a:pt x="2212" y="14924"/>
                    <a:pt x="1928" y="14924"/>
                  </a:cubicBezTo>
                  <a:cubicBezTo>
                    <a:pt x="1651" y="14924"/>
                    <a:pt x="1408" y="14817"/>
                    <a:pt x="1120" y="14537"/>
                  </a:cubicBezTo>
                  <a:cubicBezTo>
                    <a:pt x="933" y="14354"/>
                    <a:pt x="849" y="14174"/>
                    <a:pt x="849" y="13967"/>
                  </a:cubicBezTo>
                  <a:cubicBezTo>
                    <a:pt x="849" y="13292"/>
                    <a:pt x="1748" y="12431"/>
                    <a:pt x="2341" y="11861"/>
                  </a:cubicBezTo>
                  <a:cubicBezTo>
                    <a:pt x="2497" y="11711"/>
                    <a:pt x="2640" y="11572"/>
                    <a:pt x="2762" y="11447"/>
                  </a:cubicBezTo>
                  <a:cubicBezTo>
                    <a:pt x="3668" y="10500"/>
                    <a:pt x="4020" y="9995"/>
                    <a:pt x="4112" y="9520"/>
                  </a:cubicBezTo>
                  <a:cubicBezTo>
                    <a:pt x="4224" y="8954"/>
                    <a:pt x="3936" y="8560"/>
                    <a:pt x="3576" y="8061"/>
                  </a:cubicBezTo>
                  <a:cubicBezTo>
                    <a:pt x="3444" y="7882"/>
                    <a:pt x="3298" y="7682"/>
                    <a:pt x="3142" y="7434"/>
                  </a:cubicBezTo>
                  <a:cubicBezTo>
                    <a:pt x="1388" y="4663"/>
                    <a:pt x="1968" y="3926"/>
                    <a:pt x="2433" y="3336"/>
                  </a:cubicBezTo>
                  <a:cubicBezTo>
                    <a:pt x="2936" y="2696"/>
                    <a:pt x="3696" y="2620"/>
                    <a:pt x="4470" y="2620"/>
                  </a:cubicBezTo>
                  <a:cubicBezTo>
                    <a:pt x="4594" y="2620"/>
                    <a:pt x="4718" y="2622"/>
                    <a:pt x="4841" y="2624"/>
                  </a:cubicBezTo>
                  <a:cubicBezTo>
                    <a:pt x="4957" y="2626"/>
                    <a:pt x="5072" y="2628"/>
                    <a:pt x="5188" y="2628"/>
                  </a:cubicBezTo>
                  <a:cubicBezTo>
                    <a:pt x="5900" y="2628"/>
                    <a:pt x="6589" y="2556"/>
                    <a:pt x="6968" y="1966"/>
                  </a:cubicBezTo>
                  <a:cubicBezTo>
                    <a:pt x="7406" y="1284"/>
                    <a:pt x="7894" y="907"/>
                    <a:pt x="8420" y="857"/>
                  </a:cubicBezTo>
                  <a:cubicBezTo>
                    <a:pt x="8465" y="852"/>
                    <a:pt x="8510" y="850"/>
                    <a:pt x="8556" y="850"/>
                  </a:cubicBezTo>
                  <a:close/>
                  <a:moveTo>
                    <a:pt x="8557" y="1"/>
                  </a:moveTo>
                  <a:cubicBezTo>
                    <a:pt x="8481" y="1"/>
                    <a:pt x="8407" y="4"/>
                    <a:pt x="8332" y="12"/>
                  </a:cubicBezTo>
                  <a:cubicBezTo>
                    <a:pt x="7538" y="93"/>
                    <a:pt x="6839" y="599"/>
                    <a:pt x="6252" y="1511"/>
                  </a:cubicBezTo>
                  <a:cubicBezTo>
                    <a:pt x="6103" y="1746"/>
                    <a:pt x="5701" y="1783"/>
                    <a:pt x="5205" y="1783"/>
                  </a:cubicBezTo>
                  <a:cubicBezTo>
                    <a:pt x="5092" y="1783"/>
                    <a:pt x="4975" y="1781"/>
                    <a:pt x="4855" y="1779"/>
                  </a:cubicBezTo>
                  <a:cubicBezTo>
                    <a:pt x="4727" y="1777"/>
                    <a:pt x="4596" y="1775"/>
                    <a:pt x="4461" y="1775"/>
                  </a:cubicBezTo>
                  <a:cubicBezTo>
                    <a:pt x="3543" y="1775"/>
                    <a:pt x="2501" y="1879"/>
                    <a:pt x="1765" y="2814"/>
                  </a:cubicBezTo>
                  <a:cubicBezTo>
                    <a:pt x="1402" y="3275"/>
                    <a:pt x="1069" y="3818"/>
                    <a:pt x="1106" y="4646"/>
                  </a:cubicBezTo>
                  <a:cubicBezTo>
                    <a:pt x="1144" y="5497"/>
                    <a:pt x="1564" y="6528"/>
                    <a:pt x="2426" y="7888"/>
                  </a:cubicBezTo>
                  <a:cubicBezTo>
                    <a:pt x="2596" y="8156"/>
                    <a:pt x="2752" y="8370"/>
                    <a:pt x="2891" y="8560"/>
                  </a:cubicBezTo>
                  <a:cubicBezTo>
                    <a:pt x="3216" y="9008"/>
                    <a:pt x="3318" y="9171"/>
                    <a:pt x="3281" y="9361"/>
                  </a:cubicBezTo>
                  <a:cubicBezTo>
                    <a:pt x="3227" y="9642"/>
                    <a:pt x="2887" y="10090"/>
                    <a:pt x="2151" y="10860"/>
                  </a:cubicBezTo>
                  <a:cubicBezTo>
                    <a:pt x="2043" y="10972"/>
                    <a:pt x="1904" y="11108"/>
                    <a:pt x="1754" y="11250"/>
                  </a:cubicBezTo>
                  <a:cubicBezTo>
                    <a:pt x="1015" y="11959"/>
                    <a:pt x="4" y="12933"/>
                    <a:pt x="1" y="13964"/>
                  </a:cubicBezTo>
                  <a:cubicBezTo>
                    <a:pt x="1" y="14405"/>
                    <a:pt x="177" y="14802"/>
                    <a:pt x="530" y="15144"/>
                  </a:cubicBezTo>
                  <a:cubicBezTo>
                    <a:pt x="1011" y="15612"/>
                    <a:pt x="1467" y="15770"/>
                    <a:pt x="1915" y="15770"/>
                  </a:cubicBezTo>
                  <a:cubicBezTo>
                    <a:pt x="2363" y="15770"/>
                    <a:pt x="2804" y="15612"/>
                    <a:pt x="3257" y="15450"/>
                  </a:cubicBezTo>
                  <a:cubicBezTo>
                    <a:pt x="3870" y="15233"/>
                    <a:pt x="4592" y="14974"/>
                    <a:pt x="5576" y="14974"/>
                  </a:cubicBezTo>
                  <a:cubicBezTo>
                    <a:pt x="5932" y="14974"/>
                    <a:pt x="6323" y="15008"/>
                    <a:pt x="6754" y="15090"/>
                  </a:cubicBezTo>
                  <a:cubicBezTo>
                    <a:pt x="7491" y="15229"/>
                    <a:pt x="8118" y="15687"/>
                    <a:pt x="8722" y="16128"/>
                  </a:cubicBezTo>
                  <a:cubicBezTo>
                    <a:pt x="9424" y="16637"/>
                    <a:pt x="10184" y="17193"/>
                    <a:pt x="11110" y="17193"/>
                  </a:cubicBezTo>
                  <a:cubicBezTo>
                    <a:pt x="11558" y="17193"/>
                    <a:pt x="12043" y="17061"/>
                    <a:pt x="12579" y="16735"/>
                  </a:cubicBezTo>
                  <a:cubicBezTo>
                    <a:pt x="13417" y="16223"/>
                    <a:pt x="13732" y="15494"/>
                    <a:pt x="14010" y="14853"/>
                  </a:cubicBezTo>
                  <a:cubicBezTo>
                    <a:pt x="14377" y="14015"/>
                    <a:pt x="14638" y="13408"/>
                    <a:pt x="15937" y="13268"/>
                  </a:cubicBezTo>
                  <a:cubicBezTo>
                    <a:pt x="16788" y="13177"/>
                    <a:pt x="17430" y="12743"/>
                    <a:pt x="17745" y="12044"/>
                  </a:cubicBezTo>
                  <a:cubicBezTo>
                    <a:pt x="18122" y="11216"/>
                    <a:pt x="17949" y="10131"/>
                    <a:pt x="17301" y="9211"/>
                  </a:cubicBezTo>
                  <a:lnTo>
                    <a:pt x="17301" y="9215"/>
                  </a:lnTo>
                  <a:cubicBezTo>
                    <a:pt x="17002" y="8791"/>
                    <a:pt x="16602" y="8492"/>
                    <a:pt x="16215" y="8204"/>
                  </a:cubicBezTo>
                  <a:cubicBezTo>
                    <a:pt x="15554" y="7712"/>
                    <a:pt x="15150" y="7376"/>
                    <a:pt x="15174" y="6711"/>
                  </a:cubicBezTo>
                  <a:cubicBezTo>
                    <a:pt x="15208" y="5728"/>
                    <a:pt x="15523" y="5185"/>
                    <a:pt x="15801" y="4707"/>
                  </a:cubicBezTo>
                  <a:cubicBezTo>
                    <a:pt x="16110" y="4171"/>
                    <a:pt x="16432" y="3618"/>
                    <a:pt x="16015" y="2793"/>
                  </a:cubicBezTo>
                  <a:cubicBezTo>
                    <a:pt x="15569" y="1911"/>
                    <a:pt x="14753" y="1763"/>
                    <a:pt x="13929" y="1763"/>
                  </a:cubicBezTo>
                  <a:cubicBezTo>
                    <a:pt x="13713" y="1763"/>
                    <a:pt x="13498" y="1773"/>
                    <a:pt x="13288" y="1783"/>
                  </a:cubicBezTo>
                  <a:cubicBezTo>
                    <a:pt x="13065" y="1793"/>
                    <a:pt x="12846" y="1803"/>
                    <a:pt x="12633" y="1803"/>
                  </a:cubicBezTo>
                  <a:cubicBezTo>
                    <a:pt x="12009" y="1803"/>
                    <a:pt x="11444" y="1716"/>
                    <a:pt x="11029" y="1291"/>
                  </a:cubicBezTo>
                  <a:cubicBezTo>
                    <a:pt x="10194" y="434"/>
                    <a:pt x="9364" y="1"/>
                    <a:pt x="85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66"/>
            <p:cNvSpPr/>
            <p:nvPr/>
          </p:nvSpPr>
          <p:spPr>
            <a:xfrm>
              <a:off x="2221050" y="1489175"/>
              <a:ext cx="48375" cy="57500"/>
            </a:xfrm>
            <a:custGeom>
              <a:avLst/>
              <a:gdLst/>
              <a:ahLst/>
              <a:cxnLst/>
              <a:rect l="l" t="t" r="r" b="b"/>
              <a:pathLst>
                <a:path w="1935" h="2300" extrusionOk="0">
                  <a:moveTo>
                    <a:pt x="484" y="1"/>
                  </a:moveTo>
                  <a:cubicBezTo>
                    <a:pt x="411" y="1"/>
                    <a:pt x="336" y="20"/>
                    <a:pt x="269" y="60"/>
                  </a:cubicBezTo>
                  <a:cubicBezTo>
                    <a:pt x="65" y="183"/>
                    <a:pt x="1" y="444"/>
                    <a:pt x="123" y="647"/>
                  </a:cubicBezTo>
                  <a:cubicBezTo>
                    <a:pt x="275" y="902"/>
                    <a:pt x="448" y="1149"/>
                    <a:pt x="618" y="1390"/>
                  </a:cubicBezTo>
                  <a:cubicBezTo>
                    <a:pt x="781" y="1621"/>
                    <a:pt x="947" y="1858"/>
                    <a:pt x="1089" y="2092"/>
                  </a:cubicBezTo>
                  <a:cubicBezTo>
                    <a:pt x="1168" y="2225"/>
                    <a:pt x="1309" y="2299"/>
                    <a:pt x="1453" y="2299"/>
                  </a:cubicBezTo>
                  <a:cubicBezTo>
                    <a:pt x="1527" y="2299"/>
                    <a:pt x="1602" y="2280"/>
                    <a:pt x="1669" y="2238"/>
                  </a:cubicBezTo>
                  <a:cubicBezTo>
                    <a:pt x="1870" y="2119"/>
                    <a:pt x="1934" y="1858"/>
                    <a:pt x="1815" y="1658"/>
                  </a:cubicBezTo>
                  <a:cubicBezTo>
                    <a:pt x="1659" y="1397"/>
                    <a:pt x="1483" y="1146"/>
                    <a:pt x="1313" y="902"/>
                  </a:cubicBezTo>
                  <a:cubicBezTo>
                    <a:pt x="1144" y="661"/>
                    <a:pt x="988" y="440"/>
                    <a:pt x="852" y="213"/>
                  </a:cubicBezTo>
                  <a:cubicBezTo>
                    <a:pt x="773" y="77"/>
                    <a:pt x="630" y="1"/>
                    <a:pt x="48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66"/>
            <p:cNvSpPr/>
            <p:nvPr/>
          </p:nvSpPr>
          <p:spPr>
            <a:xfrm>
              <a:off x="2421525" y="1277575"/>
              <a:ext cx="81100" cy="78025"/>
            </a:xfrm>
            <a:custGeom>
              <a:avLst/>
              <a:gdLst/>
              <a:ahLst/>
              <a:cxnLst/>
              <a:rect l="l" t="t" r="r" b="b"/>
              <a:pathLst>
                <a:path w="3244" h="3121" extrusionOk="0">
                  <a:moveTo>
                    <a:pt x="1561" y="848"/>
                  </a:moveTo>
                  <a:cubicBezTo>
                    <a:pt x="2195" y="848"/>
                    <a:pt x="2514" y="1615"/>
                    <a:pt x="2066" y="2062"/>
                  </a:cubicBezTo>
                  <a:cubicBezTo>
                    <a:pt x="1921" y="2209"/>
                    <a:pt x="1743" y="2274"/>
                    <a:pt x="1568" y="2274"/>
                  </a:cubicBezTo>
                  <a:cubicBezTo>
                    <a:pt x="1202" y="2274"/>
                    <a:pt x="852" y="1989"/>
                    <a:pt x="852" y="1560"/>
                  </a:cubicBezTo>
                  <a:cubicBezTo>
                    <a:pt x="849" y="1167"/>
                    <a:pt x="1168" y="848"/>
                    <a:pt x="1561" y="848"/>
                  </a:cubicBezTo>
                  <a:close/>
                  <a:moveTo>
                    <a:pt x="1561" y="0"/>
                  </a:moveTo>
                  <a:cubicBezTo>
                    <a:pt x="1360" y="0"/>
                    <a:pt x="1157" y="39"/>
                    <a:pt x="964" y="119"/>
                  </a:cubicBezTo>
                  <a:cubicBezTo>
                    <a:pt x="384" y="360"/>
                    <a:pt x="1" y="929"/>
                    <a:pt x="4" y="1560"/>
                  </a:cubicBezTo>
                  <a:cubicBezTo>
                    <a:pt x="4" y="2422"/>
                    <a:pt x="699" y="3117"/>
                    <a:pt x="1561" y="3121"/>
                  </a:cubicBezTo>
                  <a:cubicBezTo>
                    <a:pt x="2192" y="3121"/>
                    <a:pt x="2762" y="2741"/>
                    <a:pt x="3003" y="2157"/>
                  </a:cubicBezTo>
                  <a:cubicBezTo>
                    <a:pt x="3244" y="1574"/>
                    <a:pt x="3111" y="906"/>
                    <a:pt x="2667" y="458"/>
                  </a:cubicBezTo>
                  <a:cubicBezTo>
                    <a:pt x="2367" y="158"/>
                    <a:pt x="1968" y="0"/>
                    <a:pt x="156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66"/>
            <p:cNvSpPr/>
            <p:nvPr/>
          </p:nvSpPr>
          <p:spPr>
            <a:xfrm>
              <a:off x="2211225" y="1742375"/>
              <a:ext cx="81075" cy="78000"/>
            </a:xfrm>
            <a:custGeom>
              <a:avLst/>
              <a:gdLst/>
              <a:ahLst/>
              <a:cxnLst/>
              <a:rect l="l" t="t" r="r" b="b"/>
              <a:pathLst>
                <a:path w="3243" h="3120" extrusionOk="0">
                  <a:moveTo>
                    <a:pt x="1679" y="845"/>
                  </a:moveTo>
                  <a:cubicBezTo>
                    <a:pt x="2044" y="845"/>
                    <a:pt x="2395" y="1129"/>
                    <a:pt x="2395" y="1561"/>
                  </a:cubicBezTo>
                  <a:cubicBezTo>
                    <a:pt x="2395" y="1951"/>
                    <a:pt x="2076" y="2270"/>
                    <a:pt x="1683" y="2270"/>
                  </a:cubicBezTo>
                  <a:cubicBezTo>
                    <a:pt x="1048" y="2270"/>
                    <a:pt x="733" y="1503"/>
                    <a:pt x="1181" y="1055"/>
                  </a:cubicBezTo>
                  <a:cubicBezTo>
                    <a:pt x="1325" y="910"/>
                    <a:pt x="1504" y="845"/>
                    <a:pt x="1679" y="845"/>
                  </a:cubicBezTo>
                  <a:close/>
                  <a:moveTo>
                    <a:pt x="1683" y="0"/>
                  </a:moveTo>
                  <a:cubicBezTo>
                    <a:pt x="1052" y="0"/>
                    <a:pt x="485" y="380"/>
                    <a:pt x="244" y="964"/>
                  </a:cubicBezTo>
                  <a:cubicBezTo>
                    <a:pt x="0" y="1544"/>
                    <a:pt x="136" y="2215"/>
                    <a:pt x="580" y="2663"/>
                  </a:cubicBezTo>
                  <a:cubicBezTo>
                    <a:pt x="879" y="2960"/>
                    <a:pt x="1279" y="3119"/>
                    <a:pt x="1684" y="3119"/>
                  </a:cubicBezTo>
                  <a:cubicBezTo>
                    <a:pt x="1885" y="3119"/>
                    <a:pt x="2087" y="3080"/>
                    <a:pt x="2280" y="2999"/>
                  </a:cubicBezTo>
                  <a:cubicBezTo>
                    <a:pt x="2863" y="2758"/>
                    <a:pt x="3243" y="2192"/>
                    <a:pt x="3243" y="1561"/>
                  </a:cubicBezTo>
                  <a:cubicBezTo>
                    <a:pt x="3243" y="699"/>
                    <a:pt x="2544" y="0"/>
                    <a:pt x="168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66"/>
            <p:cNvSpPr/>
            <p:nvPr/>
          </p:nvSpPr>
          <p:spPr>
            <a:xfrm>
              <a:off x="2300775" y="1481350"/>
              <a:ext cx="110250" cy="106025"/>
            </a:xfrm>
            <a:custGeom>
              <a:avLst/>
              <a:gdLst/>
              <a:ahLst/>
              <a:cxnLst/>
              <a:rect l="l" t="t" r="r" b="b"/>
              <a:pathLst>
                <a:path w="4410" h="4241" extrusionOk="0">
                  <a:moveTo>
                    <a:pt x="2297" y="847"/>
                  </a:moveTo>
                  <a:cubicBezTo>
                    <a:pt x="2610" y="847"/>
                    <a:pt x="2929" y="963"/>
                    <a:pt x="3189" y="1221"/>
                  </a:cubicBezTo>
                  <a:cubicBezTo>
                    <a:pt x="3552" y="1584"/>
                    <a:pt x="3660" y="2134"/>
                    <a:pt x="3464" y="2609"/>
                  </a:cubicBezTo>
                  <a:cubicBezTo>
                    <a:pt x="3267" y="3084"/>
                    <a:pt x="2802" y="3392"/>
                    <a:pt x="2290" y="3392"/>
                  </a:cubicBezTo>
                  <a:cubicBezTo>
                    <a:pt x="1584" y="3392"/>
                    <a:pt x="1018" y="2823"/>
                    <a:pt x="1018" y="2120"/>
                  </a:cubicBezTo>
                  <a:cubicBezTo>
                    <a:pt x="1018" y="1354"/>
                    <a:pt x="1644" y="847"/>
                    <a:pt x="2297" y="847"/>
                  </a:cubicBezTo>
                  <a:close/>
                  <a:moveTo>
                    <a:pt x="2286" y="1"/>
                  </a:moveTo>
                  <a:cubicBezTo>
                    <a:pt x="1735" y="1"/>
                    <a:pt x="1194" y="216"/>
                    <a:pt x="791" y="621"/>
                  </a:cubicBezTo>
                  <a:cubicBezTo>
                    <a:pt x="183" y="1228"/>
                    <a:pt x="0" y="2141"/>
                    <a:pt x="329" y="2931"/>
                  </a:cubicBezTo>
                  <a:cubicBezTo>
                    <a:pt x="658" y="3725"/>
                    <a:pt x="1432" y="4240"/>
                    <a:pt x="2290" y="4240"/>
                  </a:cubicBezTo>
                  <a:cubicBezTo>
                    <a:pt x="3460" y="4240"/>
                    <a:pt x="4407" y="3291"/>
                    <a:pt x="4410" y="2120"/>
                  </a:cubicBezTo>
                  <a:cubicBezTo>
                    <a:pt x="4410" y="1262"/>
                    <a:pt x="3891" y="489"/>
                    <a:pt x="3101" y="163"/>
                  </a:cubicBezTo>
                  <a:cubicBezTo>
                    <a:pt x="2837" y="54"/>
                    <a:pt x="2560" y="1"/>
                    <a:pt x="22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66"/>
            <p:cNvSpPr/>
            <p:nvPr/>
          </p:nvSpPr>
          <p:spPr>
            <a:xfrm>
              <a:off x="2345300" y="1523500"/>
              <a:ext cx="24100" cy="21025"/>
            </a:xfrm>
            <a:custGeom>
              <a:avLst/>
              <a:gdLst/>
              <a:ahLst/>
              <a:cxnLst/>
              <a:rect l="l" t="t" r="r" b="b"/>
              <a:pathLst>
                <a:path w="964" h="841" extrusionOk="0">
                  <a:moveTo>
                    <a:pt x="487" y="0"/>
                  </a:moveTo>
                  <a:cubicBezTo>
                    <a:pt x="334" y="0"/>
                    <a:pt x="199" y="88"/>
                    <a:pt x="132" y="224"/>
                  </a:cubicBezTo>
                  <a:cubicBezTo>
                    <a:pt x="0" y="479"/>
                    <a:pt x="156" y="787"/>
                    <a:pt x="438" y="835"/>
                  </a:cubicBezTo>
                  <a:cubicBezTo>
                    <a:pt x="462" y="839"/>
                    <a:pt x="486" y="841"/>
                    <a:pt x="510" y="841"/>
                  </a:cubicBezTo>
                  <a:cubicBezTo>
                    <a:pt x="760" y="841"/>
                    <a:pt x="964" y="620"/>
                    <a:pt x="930" y="360"/>
                  </a:cubicBezTo>
                  <a:cubicBezTo>
                    <a:pt x="893" y="152"/>
                    <a:pt x="713" y="0"/>
                    <a:pt x="502" y="0"/>
                  </a:cubicBezTo>
                  <a:cubicBezTo>
                    <a:pt x="500" y="0"/>
                    <a:pt x="498" y="0"/>
                    <a:pt x="495" y="0"/>
                  </a:cubicBezTo>
                  <a:cubicBezTo>
                    <a:pt x="492" y="0"/>
                    <a:pt x="490" y="0"/>
                    <a:pt x="48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66"/>
            <p:cNvSpPr/>
            <p:nvPr/>
          </p:nvSpPr>
          <p:spPr>
            <a:xfrm>
              <a:off x="2328925" y="1601150"/>
              <a:ext cx="57700" cy="28625"/>
            </a:xfrm>
            <a:custGeom>
              <a:avLst/>
              <a:gdLst/>
              <a:ahLst/>
              <a:cxnLst/>
              <a:rect l="l" t="t" r="r" b="b"/>
              <a:pathLst>
                <a:path w="2308" h="1145" extrusionOk="0">
                  <a:moveTo>
                    <a:pt x="472" y="1"/>
                  </a:moveTo>
                  <a:cubicBezTo>
                    <a:pt x="363" y="1"/>
                    <a:pt x="255" y="42"/>
                    <a:pt x="173" y="124"/>
                  </a:cubicBezTo>
                  <a:cubicBezTo>
                    <a:pt x="0" y="297"/>
                    <a:pt x="7" y="575"/>
                    <a:pt x="187" y="738"/>
                  </a:cubicBezTo>
                  <a:cubicBezTo>
                    <a:pt x="457" y="1009"/>
                    <a:pt x="811" y="1145"/>
                    <a:pt x="1165" y="1145"/>
                  </a:cubicBezTo>
                  <a:cubicBezTo>
                    <a:pt x="1519" y="1145"/>
                    <a:pt x="1873" y="1009"/>
                    <a:pt x="2141" y="738"/>
                  </a:cubicBezTo>
                  <a:cubicBezTo>
                    <a:pt x="2307" y="571"/>
                    <a:pt x="2307" y="303"/>
                    <a:pt x="2141" y="137"/>
                  </a:cubicBezTo>
                  <a:cubicBezTo>
                    <a:pt x="2058" y="56"/>
                    <a:pt x="1950" y="15"/>
                    <a:pt x="1842" y="15"/>
                  </a:cubicBezTo>
                  <a:cubicBezTo>
                    <a:pt x="1733" y="15"/>
                    <a:pt x="1624" y="57"/>
                    <a:pt x="1540" y="140"/>
                  </a:cubicBezTo>
                  <a:cubicBezTo>
                    <a:pt x="1437" y="246"/>
                    <a:pt x="1300" y="298"/>
                    <a:pt x="1164" y="298"/>
                  </a:cubicBezTo>
                  <a:cubicBezTo>
                    <a:pt x="1027" y="298"/>
                    <a:pt x="891" y="246"/>
                    <a:pt x="787" y="140"/>
                  </a:cubicBezTo>
                  <a:cubicBezTo>
                    <a:pt x="703" y="48"/>
                    <a:pt x="587" y="1"/>
                    <a:pt x="4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66"/>
            <p:cNvSpPr/>
            <p:nvPr/>
          </p:nvSpPr>
          <p:spPr>
            <a:xfrm>
              <a:off x="2201300" y="1445050"/>
              <a:ext cx="25700" cy="21300"/>
            </a:xfrm>
            <a:custGeom>
              <a:avLst/>
              <a:gdLst/>
              <a:ahLst/>
              <a:cxnLst/>
              <a:rect l="l" t="t" r="r" b="b"/>
              <a:pathLst>
                <a:path w="1028" h="852" extrusionOk="0">
                  <a:moveTo>
                    <a:pt x="507" y="0"/>
                  </a:moveTo>
                  <a:cubicBezTo>
                    <a:pt x="348" y="0"/>
                    <a:pt x="206" y="95"/>
                    <a:pt x="139" y="241"/>
                  </a:cubicBezTo>
                  <a:cubicBezTo>
                    <a:pt x="1" y="539"/>
                    <a:pt x="231" y="851"/>
                    <a:pt x="525" y="851"/>
                  </a:cubicBezTo>
                  <a:cubicBezTo>
                    <a:pt x="576" y="851"/>
                    <a:pt x="629" y="842"/>
                    <a:pt x="682" y="821"/>
                  </a:cubicBezTo>
                  <a:cubicBezTo>
                    <a:pt x="797" y="781"/>
                    <a:pt x="886" y="689"/>
                    <a:pt x="926" y="574"/>
                  </a:cubicBezTo>
                  <a:cubicBezTo>
                    <a:pt x="1028" y="296"/>
                    <a:pt x="821" y="0"/>
                    <a:pt x="526" y="0"/>
                  </a:cubicBezTo>
                  <a:lnTo>
                    <a:pt x="516" y="0"/>
                  </a:lnTo>
                  <a:cubicBezTo>
                    <a:pt x="513" y="0"/>
                    <a:pt x="510" y="0"/>
                    <a:pt x="5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66"/>
            <p:cNvSpPr/>
            <p:nvPr/>
          </p:nvSpPr>
          <p:spPr>
            <a:xfrm>
              <a:off x="2251825" y="1632725"/>
              <a:ext cx="25625" cy="21200"/>
            </a:xfrm>
            <a:custGeom>
              <a:avLst/>
              <a:gdLst/>
              <a:ahLst/>
              <a:cxnLst/>
              <a:rect l="l" t="t" r="r" b="b"/>
              <a:pathLst>
                <a:path w="1025" h="848" extrusionOk="0">
                  <a:moveTo>
                    <a:pt x="505" y="0"/>
                  </a:moveTo>
                  <a:cubicBezTo>
                    <a:pt x="345" y="0"/>
                    <a:pt x="203" y="94"/>
                    <a:pt x="137" y="241"/>
                  </a:cubicBezTo>
                  <a:cubicBezTo>
                    <a:pt x="1" y="536"/>
                    <a:pt x="229" y="848"/>
                    <a:pt x="522" y="848"/>
                  </a:cubicBezTo>
                  <a:cubicBezTo>
                    <a:pt x="573" y="848"/>
                    <a:pt x="626" y="838"/>
                    <a:pt x="679" y="818"/>
                  </a:cubicBezTo>
                  <a:cubicBezTo>
                    <a:pt x="795" y="777"/>
                    <a:pt x="883" y="686"/>
                    <a:pt x="924" y="570"/>
                  </a:cubicBezTo>
                  <a:cubicBezTo>
                    <a:pt x="1025" y="294"/>
                    <a:pt x="824" y="0"/>
                    <a:pt x="528" y="0"/>
                  </a:cubicBezTo>
                  <a:cubicBezTo>
                    <a:pt x="527" y="0"/>
                    <a:pt x="525" y="0"/>
                    <a:pt x="523" y="0"/>
                  </a:cubicBezTo>
                  <a:lnTo>
                    <a:pt x="513" y="0"/>
                  </a:lnTo>
                  <a:cubicBezTo>
                    <a:pt x="510" y="0"/>
                    <a:pt x="507" y="0"/>
                    <a:pt x="5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66"/>
            <p:cNvSpPr/>
            <p:nvPr/>
          </p:nvSpPr>
          <p:spPr>
            <a:xfrm>
              <a:off x="2391750" y="1666650"/>
              <a:ext cx="25625" cy="21200"/>
            </a:xfrm>
            <a:custGeom>
              <a:avLst/>
              <a:gdLst/>
              <a:ahLst/>
              <a:cxnLst/>
              <a:rect l="l" t="t" r="r" b="b"/>
              <a:pathLst>
                <a:path w="1025" h="848" extrusionOk="0">
                  <a:moveTo>
                    <a:pt x="505" y="0"/>
                  </a:moveTo>
                  <a:cubicBezTo>
                    <a:pt x="345" y="0"/>
                    <a:pt x="200" y="94"/>
                    <a:pt x="137" y="241"/>
                  </a:cubicBezTo>
                  <a:cubicBezTo>
                    <a:pt x="1" y="536"/>
                    <a:pt x="229" y="848"/>
                    <a:pt x="522" y="848"/>
                  </a:cubicBezTo>
                  <a:cubicBezTo>
                    <a:pt x="573" y="848"/>
                    <a:pt x="626" y="838"/>
                    <a:pt x="679" y="818"/>
                  </a:cubicBezTo>
                  <a:cubicBezTo>
                    <a:pt x="795" y="777"/>
                    <a:pt x="883" y="685"/>
                    <a:pt x="924" y="570"/>
                  </a:cubicBezTo>
                  <a:cubicBezTo>
                    <a:pt x="1025" y="293"/>
                    <a:pt x="821" y="0"/>
                    <a:pt x="528" y="0"/>
                  </a:cubicBezTo>
                  <a:cubicBezTo>
                    <a:pt x="527" y="0"/>
                    <a:pt x="525" y="0"/>
                    <a:pt x="523" y="0"/>
                  </a:cubicBezTo>
                  <a:lnTo>
                    <a:pt x="513" y="0"/>
                  </a:lnTo>
                  <a:cubicBezTo>
                    <a:pt x="510" y="0"/>
                    <a:pt x="508" y="0"/>
                    <a:pt x="5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66"/>
            <p:cNvSpPr/>
            <p:nvPr/>
          </p:nvSpPr>
          <p:spPr>
            <a:xfrm>
              <a:off x="2472325" y="1583950"/>
              <a:ext cx="25625" cy="21225"/>
            </a:xfrm>
            <a:custGeom>
              <a:avLst/>
              <a:gdLst/>
              <a:ahLst/>
              <a:cxnLst/>
              <a:rect l="l" t="t" r="r" b="b"/>
              <a:pathLst>
                <a:path w="1025" h="849" extrusionOk="0">
                  <a:moveTo>
                    <a:pt x="504" y="1"/>
                  </a:moveTo>
                  <a:cubicBezTo>
                    <a:pt x="345" y="1"/>
                    <a:pt x="200" y="95"/>
                    <a:pt x="136" y="242"/>
                  </a:cubicBezTo>
                  <a:cubicBezTo>
                    <a:pt x="0" y="536"/>
                    <a:pt x="229" y="848"/>
                    <a:pt x="522" y="848"/>
                  </a:cubicBezTo>
                  <a:cubicBezTo>
                    <a:pt x="573" y="848"/>
                    <a:pt x="626" y="839"/>
                    <a:pt x="679" y="818"/>
                  </a:cubicBezTo>
                  <a:cubicBezTo>
                    <a:pt x="794" y="778"/>
                    <a:pt x="883" y="686"/>
                    <a:pt x="923" y="571"/>
                  </a:cubicBezTo>
                  <a:cubicBezTo>
                    <a:pt x="1024" y="294"/>
                    <a:pt x="820" y="1"/>
                    <a:pt x="528" y="1"/>
                  </a:cubicBezTo>
                  <a:cubicBezTo>
                    <a:pt x="526" y="1"/>
                    <a:pt x="525" y="1"/>
                    <a:pt x="523" y="1"/>
                  </a:cubicBezTo>
                  <a:lnTo>
                    <a:pt x="513" y="1"/>
                  </a:lnTo>
                  <a:cubicBezTo>
                    <a:pt x="510" y="1"/>
                    <a:pt x="507" y="1"/>
                    <a:pt x="5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66"/>
            <p:cNvSpPr/>
            <p:nvPr/>
          </p:nvSpPr>
          <p:spPr>
            <a:xfrm>
              <a:off x="2436275" y="1450400"/>
              <a:ext cx="25625" cy="21200"/>
            </a:xfrm>
            <a:custGeom>
              <a:avLst/>
              <a:gdLst/>
              <a:ahLst/>
              <a:cxnLst/>
              <a:rect l="l" t="t" r="r" b="b"/>
              <a:pathLst>
                <a:path w="1025" h="848" extrusionOk="0">
                  <a:moveTo>
                    <a:pt x="505" y="0"/>
                  </a:moveTo>
                  <a:cubicBezTo>
                    <a:pt x="345" y="0"/>
                    <a:pt x="200" y="94"/>
                    <a:pt x="137" y="241"/>
                  </a:cubicBezTo>
                  <a:cubicBezTo>
                    <a:pt x="1" y="536"/>
                    <a:pt x="229" y="848"/>
                    <a:pt x="522" y="848"/>
                  </a:cubicBezTo>
                  <a:cubicBezTo>
                    <a:pt x="573" y="848"/>
                    <a:pt x="626" y="838"/>
                    <a:pt x="679" y="818"/>
                  </a:cubicBezTo>
                  <a:cubicBezTo>
                    <a:pt x="795" y="777"/>
                    <a:pt x="883" y="685"/>
                    <a:pt x="924" y="570"/>
                  </a:cubicBezTo>
                  <a:cubicBezTo>
                    <a:pt x="1025" y="293"/>
                    <a:pt x="821" y="0"/>
                    <a:pt x="528" y="0"/>
                  </a:cubicBezTo>
                  <a:cubicBezTo>
                    <a:pt x="527" y="0"/>
                    <a:pt x="525" y="0"/>
                    <a:pt x="523" y="0"/>
                  </a:cubicBezTo>
                  <a:lnTo>
                    <a:pt x="513" y="0"/>
                  </a:lnTo>
                  <a:cubicBezTo>
                    <a:pt x="510" y="0"/>
                    <a:pt x="507" y="0"/>
                    <a:pt x="5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66"/>
            <p:cNvSpPr/>
            <p:nvPr/>
          </p:nvSpPr>
          <p:spPr>
            <a:xfrm>
              <a:off x="2335525" y="1424950"/>
              <a:ext cx="26750" cy="21225"/>
            </a:xfrm>
            <a:custGeom>
              <a:avLst/>
              <a:gdLst/>
              <a:ahLst/>
              <a:cxnLst/>
              <a:rect l="l" t="t" r="r" b="b"/>
              <a:pathLst>
                <a:path w="1070" h="849" extrusionOk="0">
                  <a:moveTo>
                    <a:pt x="570" y="0"/>
                  </a:moveTo>
                  <a:cubicBezTo>
                    <a:pt x="567" y="0"/>
                    <a:pt x="564" y="0"/>
                    <a:pt x="561" y="1"/>
                  </a:cubicBezTo>
                  <a:lnTo>
                    <a:pt x="513" y="1"/>
                  </a:lnTo>
                  <a:cubicBezTo>
                    <a:pt x="510" y="0"/>
                    <a:pt x="507" y="0"/>
                    <a:pt x="504" y="0"/>
                  </a:cubicBezTo>
                  <a:cubicBezTo>
                    <a:pt x="352" y="0"/>
                    <a:pt x="213" y="88"/>
                    <a:pt x="147" y="224"/>
                  </a:cubicBezTo>
                  <a:cubicBezTo>
                    <a:pt x="1" y="506"/>
                    <a:pt x="204" y="845"/>
                    <a:pt x="527" y="849"/>
                  </a:cubicBezTo>
                  <a:cubicBezTo>
                    <a:pt x="835" y="849"/>
                    <a:pt x="1069" y="513"/>
                    <a:pt x="883" y="184"/>
                  </a:cubicBezTo>
                  <a:cubicBezTo>
                    <a:pt x="817" y="71"/>
                    <a:pt x="699" y="0"/>
                    <a:pt x="5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94" name="Google Shape;3394;p66"/>
          <p:cNvGrpSpPr/>
          <p:nvPr/>
        </p:nvGrpSpPr>
        <p:grpSpPr>
          <a:xfrm>
            <a:off x="7310848" y="2530210"/>
            <a:ext cx="363659" cy="365776"/>
            <a:chOff x="6986800" y="2875250"/>
            <a:chExt cx="542775" cy="542775"/>
          </a:xfrm>
        </p:grpSpPr>
        <p:sp>
          <p:nvSpPr>
            <p:cNvPr id="3395" name="Google Shape;3395;p66"/>
            <p:cNvSpPr/>
            <p:nvPr/>
          </p:nvSpPr>
          <p:spPr>
            <a:xfrm>
              <a:off x="6986800" y="2875250"/>
              <a:ext cx="542775" cy="542775"/>
            </a:xfrm>
            <a:custGeom>
              <a:avLst/>
              <a:gdLst/>
              <a:ahLst/>
              <a:cxnLst/>
              <a:rect l="l" t="t" r="r" b="b"/>
              <a:pathLst>
                <a:path w="21711" h="21711" extrusionOk="0">
                  <a:moveTo>
                    <a:pt x="8068" y="6417"/>
                  </a:moveTo>
                  <a:cubicBezTo>
                    <a:pt x="9032" y="6417"/>
                    <a:pt x="10005" y="6610"/>
                    <a:pt x="10927" y="7006"/>
                  </a:cubicBezTo>
                  <a:cubicBezTo>
                    <a:pt x="10944" y="7060"/>
                    <a:pt x="10961" y="7111"/>
                    <a:pt x="10978" y="7165"/>
                  </a:cubicBezTo>
                  <a:lnTo>
                    <a:pt x="10608" y="7165"/>
                  </a:lnTo>
                  <a:cubicBezTo>
                    <a:pt x="10510" y="7165"/>
                    <a:pt x="10418" y="7165"/>
                    <a:pt x="10333" y="7162"/>
                  </a:cubicBezTo>
                  <a:cubicBezTo>
                    <a:pt x="10262" y="7160"/>
                    <a:pt x="10191" y="7159"/>
                    <a:pt x="10122" y="7159"/>
                  </a:cubicBezTo>
                  <a:cubicBezTo>
                    <a:pt x="9651" y="7159"/>
                    <a:pt x="9219" y="7217"/>
                    <a:pt x="8729" y="7705"/>
                  </a:cubicBezTo>
                  <a:lnTo>
                    <a:pt x="8237" y="8196"/>
                  </a:lnTo>
                  <a:cubicBezTo>
                    <a:pt x="7944" y="8489"/>
                    <a:pt x="7782" y="8532"/>
                    <a:pt x="7406" y="8532"/>
                  </a:cubicBezTo>
                  <a:cubicBezTo>
                    <a:pt x="7338" y="8532"/>
                    <a:pt x="7263" y="8530"/>
                    <a:pt x="7178" y="8529"/>
                  </a:cubicBezTo>
                  <a:cubicBezTo>
                    <a:pt x="7080" y="8529"/>
                    <a:pt x="6965" y="8522"/>
                    <a:pt x="6843" y="8522"/>
                  </a:cubicBezTo>
                  <a:lnTo>
                    <a:pt x="2959" y="8522"/>
                  </a:lnTo>
                  <a:cubicBezTo>
                    <a:pt x="4346" y="7146"/>
                    <a:pt x="6192" y="6417"/>
                    <a:pt x="8068" y="6417"/>
                  </a:cubicBezTo>
                  <a:close/>
                  <a:moveTo>
                    <a:pt x="16200" y="849"/>
                  </a:moveTo>
                  <a:cubicBezTo>
                    <a:pt x="16978" y="849"/>
                    <a:pt x="17763" y="1043"/>
                    <a:pt x="18478" y="1443"/>
                  </a:cubicBezTo>
                  <a:cubicBezTo>
                    <a:pt x="20326" y="2481"/>
                    <a:pt x="21246" y="4638"/>
                    <a:pt x="20710" y="6690"/>
                  </a:cubicBezTo>
                  <a:cubicBezTo>
                    <a:pt x="20174" y="8743"/>
                    <a:pt x="18318" y="10177"/>
                    <a:pt x="16198" y="10177"/>
                  </a:cubicBezTo>
                  <a:cubicBezTo>
                    <a:pt x="15340" y="10177"/>
                    <a:pt x="14499" y="9940"/>
                    <a:pt x="13766" y="9492"/>
                  </a:cubicBezTo>
                  <a:cubicBezTo>
                    <a:pt x="13698" y="9451"/>
                    <a:pt x="13620" y="9428"/>
                    <a:pt x="13542" y="9428"/>
                  </a:cubicBezTo>
                  <a:cubicBezTo>
                    <a:pt x="13505" y="9428"/>
                    <a:pt x="13468" y="9435"/>
                    <a:pt x="13434" y="9441"/>
                  </a:cubicBezTo>
                  <a:lnTo>
                    <a:pt x="13349" y="9465"/>
                  </a:lnTo>
                  <a:lnTo>
                    <a:pt x="11839" y="9869"/>
                  </a:lnTo>
                  <a:cubicBezTo>
                    <a:pt x="11982" y="9340"/>
                    <a:pt x="12124" y="8807"/>
                    <a:pt x="12267" y="8278"/>
                  </a:cubicBezTo>
                  <a:cubicBezTo>
                    <a:pt x="12297" y="8166"/>
                    <a:pt x="12280" y="8047"/>
                    <a:pt x="12219" y="7945"/>
                  </a:cubicBezTo>
                  <a:cubicBezTo>
                    <a:pt x="11110" y="6137"/>
                    <a:pt x="11364" y="3807"/>
                    <a:pt x="12837" y="2277"/>
                  </a:cubicBezTo>
                  <a:cubicBezTo>
                    <a:pt x="13740" y="1340"/>
                    <a:pt x="14963" y="849"/>
                    <a:pt x="16200" y="849"/>
                  </a:cubicBezTo>
                  <a:close/>
                  <a:moveTo>
                    <a:pt x="13037" y="15300"/>
                  </a:moveTo>
                  <a:cubicBezTo>
                    <a:pt x="13111" y="15300"/>
                    <a:pt x="13192" y="15301"/>
                    <a:pt x="13281" y="15303"/>
                  </a:cubicBezTo>
                  <a:cubicBezTo>
                    <a:pt x="13386" y="15303"/>
                    <a:pt x="13495" y="15306"/>
                    <a:pt x="13617" y="15306"/>
                  </a:cubicBezTo>
                  <a:lnTo>
                    <a:pt x="15092" y="15306"/>
                  </a:lnTo>
                  <a:cubicBezTo>
                    <a:pt x="14987" y="15744"/>
                    <a:pt x="14845" y="16168"/>
                    <a:pt x="14665" y="16578"/>
                  </a:cubicBezTo>
                  <a:lnTo>
                    <a:pt x="13617" y="16578"/>
                  </a:lnTo>
                  <a:cubicBezTo>
                    <a:pt x="13495" y="16578"/>
                    <a:pt x="13386" y="16578"/>
                    <a:pt x="13281" y="16582"/>
                  </a:cubicBezTo>
                  <a:cubicBezTo>
                    <a:pt x="13181" y="16584"/>
                    <a:pt x="13092" y="16586"/>
                    <a:pt x="13011" y="16586"/>
                  </a:cubicBezTo>
                  <a:cubicBezTo>
                    <a:pt x="12598" y="16586"/>
                    <a:pt x="12387" y="16536"/>
                    <a:pt x="12070" y="16215"/>
                  </a:cubicBezTo>
                  <a:lnTo>
                    <a:pt x="11795" y="15944"/>
                  </a:lnTo>
                  <a:lnTo>
                    <a:pt x="12070" y="15669"/>
                  </a:lnTo>
                  <a:cubicBezTo>
                    <a:pt x="12394" y="15345"/>
                    <a:pt x="12607" y="15300"/>
                    <a:pt x="13037" y="15300"/>
                  </a:cubicBezTo>
                  <a:close/>
                  <a:moveTo>
                    <a:pt x="10083" y="8010"/>
                  </a:moveTo>
                  <a:cubicBezTo>
                    <a:pt x="10150" y="8010"/>
                    <a:pt x="10223" y="8012"/>
                    <a:pt x="10306" y="8013"/>
                  </a:cubicBezTo>
                  <a:cubicBezTo>
                    <a:pt x="10394" y="8013"/>
                    <a:pt x="10489" y="8017"/>
                    <a:pt x="10594" y="8017"/>
                  </a:cubicBezTo>
                  <a:lnTo>
                    <a:pt x="11286" y="8017"/>
                  </a:lnTo>
                  <a:cubicBezTo>
                    <a:pt x="11320" y="8081"/>
                    <a:pt x="11354" y="8149"/>
                    <a:pt x="11391" y="8213"/>
                  </a:cubicBezTo>
                  <a:cubicBezTo>
                    <a:pt x="11259" y="8705"/>
                    <a:pt x="11127" y="9197"/>
                    <a:pt x="10995" y="9692"/>
                  </a:cubicBezTo>
                  <a:cubicBezTo>
                    <a:pt x="10917" y="9977"/>
                    <a:pt x="10998" y="10283"/>
                    <a:pt x="11212" y="10489"/>
                  </a:cubicBezTo>
                  <a:cubicBezTo>
                    <a:pt x="11368" y="10646"/>
                    <a:pt x="11578" y="10729"/>
                    <a:pt x="11792" y="10729"/>
                  </a:cubicBezTo>
                  <a:cubicBezTo>
                    <a:pt x="11866" y="10729"/>
                    <a:pt x="11940" y="10720"/>
                    <a:pt x="12012" y="10700"/>
                  </a:cubicBezTo>
                  <a:lnTo>
                    <a:pt x="13484" y="10306"/>
                  </a:lnTo>
                  <a:cubicBezTo>
                    <a:pt x="13864" y="10523"/>
                    <a:pt x="14271" y="10693"/>
                    <a:pt x="14695" y="10815"/>
                  </a:cubicBezTo>
                  <a:cubicBezTo>
                    <a:pt x="14936" y="11371"/>
                    <a:pt x="15103" y="11955"/>
                    <a:pt x="15198" y="12552"/>
                  </a:cubicBezTo>
                  <a:lnTo>
                    <a:pt x="12491" y="12552"/>
                  </a:lnTo>
                  <a:cubicBezTo>
                    <a:pt x="12351" y="12552"/>
                    <a:pt x="12226" y="12552"/>
                    <a:pt x="12107" y="12555"/>
                  </a:cubicBezTo>
                  <a:cubicBezTo>
                    <a:pt x="12001" y="12557"/>
                    <a:pt x="11905" y="12559"/>
                    <a:pt x="11816" y="12559"/>
                  </a:cubicBezTo>
                  <a:cubicBezTo>
                    <a:pt x="11324" y="12559"/>
                    <a:pt x="11060" y="12503"/>
                    <a:pt x="10672" y="12118"/>
                  </a:cubicBezTo>
                  <a:lnTo>
                    <a:pt x="10011" y="11456"/>
                  </a:lnTo>
                  <a:cubicBezTo>
                    <a:pt x="9363" y="10808"/>
                    <a:pt x="8846" y="10718"/>
                    <a:pt x="8213" y="10718"/>
                  </a:cubicBezTo>
                  <a:cubicBezTo>
                    <a:pt x="8101" y="10718"/>
                    <a:pt x="7985" y="10720"/>
                    <a:pt x="7864" y="10724"/>
                  </a:cubicBezTo>
                  <a:cubicBezTo>
                    <a:pt x="7728" y="10724"/>
                    <a:pt x="7589" y="10727"/>
                    <a:pt x="7433" y="10727"/>
                  </a:cubicBezTo>
                  <a:lnTo>
                    <a:pt x="7138" y="10727"/>
                  </a:lnTo>
                  <a:cubicBezTo>
                    <a:pt x="7135" y="10727"/>
                    <a:pt x="7133" y="10727"/>
                    <a:pt x="7131" y="10727"/>
                  </a:cubicBezTo>
                  <a:cubicBezTo>
                    <a:pt x="6920" y="10727"/>
                    <a:pt x="6740" y="10882"/>
                    <a:pt x="6704" y="11090"/>
                  </a:cubicBezTo>
                  <a:cubicBezTo>
                    <a:pt x="6666" y="11344"/>
                    <a:pt x="6863" y="11575"/>
                    <a:pt x="7124" y="11575"/>
                  </a:cubicBezTo>
                  <a:lnTo>
                    <a:pt x="7433" y="11575"/>
                  </a:lnTo>
                  <a:cubicBezTo>
                    <a:pt x="7596" y="11575"/>
                    <a:pt x="7745" y="11572"/>
                    <a:pt x="7881" y="11572"/>
                  </a:cubicBezTo>
                  <a:cubicBezTo>
                    <a:pt x="8003" y="11569"/>
                    <a:pt x="8112" y="11566"/>
                    <a:pt x="8212" y="11566"/>
                  </a:cubicBezTo>
                  <a:cubicBezTo>
                    <a:pt x="8721" y="11566"/>
                    <a:pt x="8986" y="11631"/>
                    <a:pt x="9414" y="12057"/>
                  </a:cubicBezTo>
                  <a:lnTo>
                    <a:pt x="10072" y="12718"/>
                  </a:lnTo>
                  <a:cubicBezTo>
                    <a:pt x="10689" y="13332"/>
                    <a:pt x="11212" y="13407"/>
                    <a:pt x="11826" y="13407"/>
                  </a:cubicBezTo>
                  <a:cubicBezTo>
                    <a:pt x="11921" y="13407"/>
                    <a:pt x="12019" y="13407"/>
                    <a:pt x="12121" y="13403"/>
                  </a:cubicBezTo>
                  <a:cubicBezTo>
                    <a:pt x="12236" y="13403"/>
                    <a:pt x="12358" y="13400"/>
                    <a:pt x="12487" y="13400"/>
                  </a:cubicBezTo>
                  <a:lnTo>
                    <a:pt x="15259" y="13400"/>
                  </a:lnTo>
                  <a:cubicBezTo>
                    <a:pt x="15262" y="13488"/>
                    <a:pt x="15265" y="13576"/>
                    <a:pt x="15265" y="13665"/>
                  </a:cubicBezTo>
                  <a:cubicBezTo>
                    <a:pt x="15265" y="13929"/>
                    <a:pt x="15248" y="14194"/>
                    <a:pt x="15221" y="14458"/>
                  </a:cubicBezTo>
                  <a:lnTo>
                    <a:pt x="13620" y="14458"/>
                  </a:lnTo>
                  <a:cubicBezTo>
                    <a:pt x="13508" y="14458"/>
                    <a:pt x="13403" y="14458"/>
                    <a:pt x="13301" y="14455"/>
                  </a:cubicBezTo>
                  <a:cubicBezTo>
                    <a:pt x="13218" y="14454"/>
                    <a:pt x="13136" y="14452"/>
                    <a:pt x="13057" y="14452"/>
                  </a:cubicBezTo>
                  <a:cubicBezTo>
                    <a:pt x="12503" y="14452"/>
                    <a:pt x="12034" y="14514"/>
                    <a:pt x="11476" y="15069"/>
                  </a:cubicBezTo>
                  <a:lnTo>
                    <a:pt x="11029" y="15520"/>
                  </a:lnTo>
                  <a:lnTo>
                    <a:pt x="8420" y="15520"/>
                  </a:lnTo>
                  <a:cubicBezTo>
                    <a:pt x="8281" y="15520"/>
                    <a:pt x="8159" y="15523"/>
                    <a:pt x="8037" y="15523"/>
                  </a:cubicBezTo>
                  <a:cubicBezTo>
                    <a:pt x="7927" y="15526"/>
                    <a:pt x="7828" y="15528"/>
                    <a:pt x="7736" y="15528"/>
                  </a:cubicBezTo>
                  <a:cubicBezTo>
                    <a:pt x="7247" y="15528"/>
                    <a:pt x="6984" y="15471"/>
                    <a:pt x="6598" y="15082"/>
                  </a:cubicBezTo>
                  <a:lnTo>
                    <a:pt x="5937" y="14421"/>
                  </a:lnTo>
                  <a:cubicBezTo>
                    <a:pt x="5280" y="13764"/>
                    <a:pt x="4758" y="13680"/>
                    <a:pt x="4114" y="13680"/>
                  </a:cubicBezTo>
                  <a:cubicBezTo>
                    <a:pt x="4006" y="13680"/>
                    <a:pt x="3895" y="13682"/>
                    <a:pt x="3779" y="13685"/>
                  </a:cubicBezTo>
                  <a:cubicBezTo>
                    <a:pt x="3647" y="13688"/>
                    <a:pt x="3511" y="13692"/>
                    <a:pt x="3362" y="13692"/>
                  </a:cubicBezTo>
                  <a:cubicBezTo>
                    <a:pt x="3360" y="13692"/>
                    <a:pt x="3358" y="13692"/>
                    <a:pt x="3355" y="13692"/>
                  </a:cubicBezTo>
                  <a:cubicBezTo>
                    <a:pt x="3145" y="13692"/>
                    <a:pt x="2965" y="13843"/>
                    <a:pt x="2931" y="14051"/>
                  </a:cubicBezTo>
                  <a:cubicBezTo>
                    <a:pt x="2891" y="14306"/>
                    <a:pt x="3091" y="14540"/>
                    <a:pt x="3349" y="14540"/>
                  </a:cubicBezTo>
                  <a:cubicBezTo>
                    <a:pt x="3511" y="14540"/>
                    <a:pt x="3664" y="14536"/>
                    <a:pt x="3796" y="14533"/>
                  </a:cubicBezTo>
                  <a:cubicBezTo>
                    <a:pt x="3919" y="14530"/>
                    <a:pt x="4029" y="14528"/>
                    <a:pt x="4130" y="14528"/>
                  </a:cubicBezTo>
                  <a:cubicBezTo>
                    <a:pt x="4643" y="14528"/>
                    <a:pt x="4908" y="14593"/>
                    <a:pt x="5336" y="15021"/>
                  </a:cubicBezTo>
                  <a:lnTo>
                    <a:pt x="5998" y="15683"/>
                  </a:lnTo>
                  <a:cubicBezTo>
                    <a:pt x="6615" y="16300"/>
                    <a:pt x="7141" y="16375"/>
                    <a:pt x="7755" y="16375"/>
                  </a:cubicBezTo>
                  <a:cubicBezTo>
                    <a:pt x="7853" y="16375"/>
                    <a:pt x="7952" y="16375"/>
                    <a:pt x="8054" y="16371"/>
                  </a:cubicBezTo>
                  <a:cubicBezTo>
                    <a:pt x="8172" y="16371"/>
                    <a:pt x="8291" y="16368"/>
                    <a:pt x="8423" y="16368"/>
                  </a:cubicBezTo>
                  <a:lnTo>
                    <a:pt x="11029" y="16368"/>
                  </a:lnTo>
                  <a:lnTo>
                    <a:pt x="11480" y="16816"/>
                  </a:lnTo>
                  <a:cubicBezTo>
                    <a:pt x="12029" y="17369"/>
                    <a:pt x="12497" y="17433"/>
                    <a:pt x="13043" y="17433"/>
                  </a:cubicBezTo>
                  <a:cubicBezTo>
                    <a:pt x="13128" y="17433"/>
                    <a:pt x="13216" y="17433"/>
                    <a:pt x="13305" y="17430"/>
                  </a:cubicBezTo>
                  <a:cubicBezTo>
                    <a:pt x="13406" y="17430"/>
                    <a:pt x="13512" y="17426"/>
                    <a:pt x="13624" y="17426"/>
                  </a:cubicBezTo>
                  <a:lnTo>
                    <a:pt x="14207" y="17426"/>
                  </a:lnTo>
                  <a:cubicBezTo>
                    <a:pt x="13895" y="17939"/>
                    <a:pt x="13518" y="18407"/>
                    <a:pt x="13091" y="18827"/>
                  </a:cubicBezTo>
                  <a:lnTo>
                    <a:pt x="8467" y="18827"/>
                  </a:lnTo>
                  <a:cubicBezTo>
                    <a:pt x="8294" y="18827"/>
                    <a:pt x="8138" y="18831"/>
                    <a:pt x="7989" y="18831"/>
                  </a:cubicBezTo>
                  <a:cubicBezTo>
                    <a:pt x="7856" y="18833"/>
                    <a:pt x="7734" y="18836"/>
                    <a:pt x="7621" y="18836"/>
                  </a:cubicBezTo>
                  <a:cubicBezTo>
                    <a:pt x="6988" y="18836"/>
                    <a:pt x="6625" y="18763"/>
                    <a:pt x="6110" y="18251"/>
                  </a:cubicBezTo>
                  <a:lnTo>
                    <a:pt x="5282" y="17423"/>
                  </a:lnTo>
                  <a:cubicBezTo>
                    <a:pt x="4491" y="16632"/>
                    <a:pt x="3860" y="16524"/>
                    <a:pt x="3083" y="16524"/>
                  </a:cubicBezTo>
                  <a:cubicBezTo>
                    <a:pt x="2947" y="16524"/>
                    <a:pt x="2807" y="16527"/>
                    <a:pt x="2660" y="16531"/>
                  </a:cubicBezTo>
                  <a:cubicBezTo>
                    <a:pt x="2490" y="16534"/>
                    <a:pt x="2314" y="16538"/>
                    <a:pt x="2117" y="16538"/>
                  </a:cubicBezTo>
                  <a:lnTo>
                    <a:pt x="1449" y="16538"/>
                  </a:lnTo>
                  <a:cubicBezTo>
                    <a:pt x="767" y="14970"/>
                    <a:pt x="665" y="13213"/>
                    <a:pt x="1161" y="11578"/>
                  </a:cubicBezTo>
                  <a:lnTo>
                    <a:pt x="3305" y="11578"/>
                  </a:lnTo>
                  <a:cubicBezTo>
                    <a:pt x="3307" y="11578"/>
                    <a:pt x="3310" y="11578"/>
                    <a:pt x="3313" y="11578"/>
                  </a:cubicBezTo>
                  <a:cubicBezTo>
                    <a:pt x="3486" y="11578"/>
                    <a:pt x="3645" y="11471"/>
                    <a:pt x="3708" y="11310"/>
                  </a:cubicBezTo>
                  <a:cubicBezTo>
                    <a:pt x="3834" y="11015"/>
                    <a:pt x="3620" y="10690"/>
                    <a:pt x="3298" y="10686"/>
                  </a:cubicBezTo>
                  <a:lnTo>
                    <a:pt x="1483" y="10686"/>
                  </a:lnTo>
                  <a:cubicBezTo>
                    <a:pt x="1690" y="10221"/>
                    <a:pt x="1948" y="9784"/>
                    <a:pt x="2250" y="9373"/>
                  </a:cubicBezTo>
                  <a:lnTo>
                    <a:pt x="6829" y="9373"/>
                  </a:lnTo>
                  <a:cubicBezTo>
                    <a:pt x="6944" y="9373"/>
                    <a:pt x="7046" y="9373"/>
                    <a:pt x="7148" y="9377"/>
                  </a:cubicBezTo>
                  <a:cubicBezTo>
                    <a:pt x="7233" y="9377"/>
                    <a:pt x="7317" y="9380"/>
                    <a:pt x="7396" y="9380"/>
                  </a:cubicBezTo>
                  <a:cubicBezTo>
                    <a:pt x="7887" y="9380"/>
                    <a:pt x="8311" y="9316"/>
                    <a:pt x="8830" y="8797"/>
                  </a:cubicBezTo>
                  <a:lnTo>
                    <a:pt x="9319" y="8305"/>
                  </a:lnTo>
                  <a:cubicBezTo>
                    <a:pt x="9577" y="8049"/>
                    <a:pt x="9738" y="8010"/>
                    <a:pt x="10083" y="8010"/>
                  </a:cubicBezTo>
                  <a:close/>
                  <a:moveTo>
                    <a:pt x="3077" y="17370"/>
                  </a:moveTo>
                  <a:cubicBezTo>
                    <a:pt x="3745" y="17370"/>
                    <a:pt x="4111" y="17453"/>
                    <a:pt x="4678" y="18020"/>
                  </a:cubicBezTo>
                  <a:lnTo>
                    <a:pt x="5506" y="18848"/>
                  </a:lnTo>
                  <a:cubicBezTo>
                    <a:pt x="6249" y="19594"/>
                    <a:pt x="6863" y="19686"/>
                    <a:pt x="7626" y="19686"/>
                  </a:cubicBezTo>
                  <a:cubicBezTo>
                    <a:pt x="7748" y="19686"/>
                    <a:pt x="7874" y="19682"/>
                    <a:pt x="8003" y="19679"/>
                  </a:cubicBezTo>
                  <a:cubicBezTo>
                    <a:pt x="8149" y="19679"/>
                    <a:pt x="8301" y="19675"/>
                    <a:pt x="8467" y="19675"/>
                  </a:cubicBezTo>
                  <a:lnTo>
                    <a:pt x="12046" y="19675"/>
                  </a:lnTo>
                  <a:cubicBezTo>
                    <a:pt x="10818" y="20490"/>
                    <a:pt x="9434" y="20878"/>
                    <a:pt x="8067" y="20878"/>
                  </a:cubicBezTo>
                  <a:cubicBezTo>
                    <a:pt x="5627" y="20878"/>
                    <a:pt x="3239" y="19641"/>
                    <a:pt x="1880" y="17386"/>
                  </a:cubicBezTo>
                  <a:lnTo>
                    <a:pt x="2117" y="17386"/>
                  </a:lnTo>
                  <a:cubicBezTo>
                    <a:pt x="2317" y="17386"/>
                    <a:pt x="2507" y="17382"/>
                    <a:pt x="2674" y="17376"/>
                  </a:cubicBezTo>
                  <a:cubicBezTo>
                    <a:pt x="2820" y="17372"/>
                    <a:pt x="2954" y="17370"/>
                    <a:pt x="3077" y="17370"/>
                  </a:cubicBezTo>
                  <a:close/>
                  <a:moveTo>
                    <a:pt x="16198" y="1"/>
                  </a:moveTo>
                  <a:cubicBezTo>
                    <a:pt x="13159" y="1"/>
                    <a:pt x="10686" y="2474"/>
                    <a:pt x="10686" y="5513"/>
                  </a:cubicBezTo>
                  <a:cubicBezTo>
                    <a:pt x="10686" y="5693"/>
                    <a:pt x="10696" y="5869"/>
                    <a:pt x="10713" y="6046"/>
                  </a:cubicBezTo>
                  <a:cubicBezTo>
                    <a:pt x="9868" y="5750"/>
                    <a:pt x="8982" y="5598"/>
                    <a:pt x="8087" y="5598"/>
                  </a:cubicBezTo>
                  <a:cubicBezTo>
                    <a:pt x="8077" y="5598"/>
                    <a:pt x="8067" y="5598"/>
                    <a:pt x="8057" y="5598"/>
                  </a:cubicBezTo>
                  <a:cubicBezTo>
                    <a:pt x="3617" y="5598"/>
                    <a:pt x="1" y="9211"/>
                    <a:pt x="1" y="13654"/>
                  </a:cubicBezTo>
                  <a:cubicBezTo>
                    <a:pt x="1" y="18095"/>
                    <a:pt x="3617" y="21711"/>
                    <a:pt x="8057" y="21711"/>
                  </a:cubicBezTo>
                  <a:cubicBezTo>
                    <a:pt x="12501" y="21711"/>
                    <a:pt x="16113" y="18095"/>
                    <a:pt x="16113" y="13654"/>
                  </a:cubicBezTo>
                  <a:cubicBezTo>
                    <a:pt x="16117" y="12749"/>
                    <a:pt x="15964" y="11853"/>
                    <a:pt x="15666" y="10998"/>
                  </a:cubicBezTo>
                  <a:lnTo>
                    <a:pt x="15666" y="10998"/>
                  </a:lnTo>
                  <a:cubicBezTo>
                    <a:pt x="15842" y="11015"/>
                    <a:pt x="16022" y="11025"/>
                    <a:pt x="16198" y="11025"/>
                  </a:cubicBezTo>
                  <a:cubicBezTo>
                    <a:pt x="19238" y="11025"/>
                    <a:pt x="21710" y="8553"/>
                    <a:pt x="21710" y="5513"/>
                  </a:cubicBezTo>
                  <a:cubicBezTo>
                    <a:pt x="21710" y="2474"/>
                    <a:pt x="19238" y="1"/>
                    <a:pt x="1619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66"/>
            <p:cNvSpPr/>
            <p:nvPr/>
          </p:nvSpPr>
          <p:spPr>
            <a:xfrm>
              <a:off x="7317550" y="2927575"/>
              <a:ext cx="148500" cy="170925"/>
            </a:xfrm>
            <a:custGeom>
              <a:avLst/>
              <a:gdLst/>
              <a:ahLst/>
              <a:cxnLst/>
              <a:rect l="l" t="t" r="r" b="b"/>
              <a:pathLst>
                <a:path w="5940" h="6837" extrusionOk="0">
                  <a:moveTo>
                    <a:pt x="2968" y="863"/>
                  </a:moveTo>
                  <a:cubicBezTo>
                    <a:pt x="4142" y="863"/>
                    <a:pt x="5088" y="1809"/>
                    <a:pt x="5088" y="2983"/>
                  </a:cubicBezTo>
                  <a:cubicBezTo>
                    <a:pt x="5088" y="4502"/>
                    <a:pt x="3748" y="5988"/>
                    <a:pt x="2968" y="5988"/>
                  </a:cubicBezTo>
                  <a:cubicBezTo>
                    <a:pt x="2191" y="5988"/>
                    <a:pt x="848" y="4506"/>
                    <a:pt x="848" y="2983"/>
                  </a:cubicBezTo>
                  <a:cubicBezTo>
                    <a:pt x="848" y="1809"/>
                    <a:pt x="1798" y="863"/>
                    <a:pt x="2968" y="863"/>
                  </a:cubicBezTo>
                  <a:close/>
                  <a:moveTo>
                    <a:pt x="2968" y="1"/>
                  </a:moveTo>
                  <a:cubicBezTo>
                    <a:pt x="1326" y="8"/>
                    <a:pt x="0" y="1341"/>
                    <a:pt x="0" y="2983"/>
                  </a:cubicBezTo>
                  <a:cubicBezTo>
                    <a:pt x="0" y="3865"/>
                    <a:pt x="353" y="4818"/>
                    <a:pt x="963" y="5601"/>
                  </a:cubicBezTo>
                  <a:cubicBezTo>
                    <a:pt x="1567" y="6375"/>
                    <a:pt x="2317" y="6836"/>
                    <a:pt x="2968" y="6836"/>
                  </a:cubicBezTo>
                  <a:cubicBezTo>
                    <a:pt x="3623" y="6836"/>
                    <a:pt x="4373" y="6375"/>
                    <a:pt x="4976" y="5601"/>
                  </a:cubicBezTo>
                  <a:cubicBezTo>
                    <a:pt x="5587" y="4818"/>
                    <a:pt x="5936" y="3865"/>
                    <a:pt x="5936" y="2983"/>
                  </a:cubicBezTo>
                  <a:cubicBezTo>
                    <a:pt x="5940" y="1341"/>
                    <a:pt x="4610" y="8"/>
                    <a:pt x="29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66"/>
            <p:cNvSpPr/>
            <p:nvPr/>
          </p:nvSpPr>
          <p:spPr>
            <a:xfrm>
              <a:off x="7348750" y="3003225"/>
              <a:ext cx="39450" cy="28350"/>
            </a:xfrm>
            <a:custGeom>
              <a:avLst/>
              <a:gdLst/>
              <a:ahLst/>
              <a:cxnLst/>
              <a:rect l="l" t="t" r="r" b="b"/>
              <a:pathLst>
                <a:path w="1578" h="1134" extrusionOk="0">
                  <a:moveTo>
                    <a:pt x="424" y="1"/>
                  </a:moveTo>
                  <a:cubicBezTo>
                    <a:pt x="187" y="1"/>
                    <a:pt x="0" y="191"/>
                    <a:pt x="0" y="425"/>
                  </a:cubicBezTo>
                  <a:cubicBezTo>
                    <a:pt x="0" y="659"/>
                    <a:pt x="187" y="849"/>
                    <a:pt x="424" y="849"/>
                  </a:cubicBezTo>
                  <a:cubicBezTo>
                    <a:pt x="570" y="849"/>
                    <a:pt x="709" y="906"/>
                    <a:pt x="814" y="1012"/>
                  </a:cubicBezTo>
                  <a:cubicBezTo>
                    <a:pt x="896" y="1093"/>
                    <a:pt x="1004" y="1134"/>
                    <a:pt x="1112" y="1134"/>
                  </a:cubicBezTo>
                  <a:cubicBezTo>
                    <a:pt x="1220" y="1134"/>
                    <a:pt x="1328" y="1093"/>
                    <a:pt x="1412" y="1012"/>
                  </a:cubicBezTo>
                  <a:cubicBezTo>
                    <a:pt x="1578" y="845"/>
                    <a:pt x="1578" y="577"/>
                    <a:pt x="1412" y="411"/>
                  </a:cubicBezTo>
                  <a:cubicBezTo>
                    <a:pt x="1150" y="147"/>
                    <a:pt x="794" y="1"/>
                    <a:pt x="42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66"/>
            <p:cNvSpPr/>
            <p:nvPr/>
          </p:nvSpPr>
          <p:spPr>
            <a:xfrm>
              <a:off x="7395300" y="3003225"/>
              <a:ext cx="39550" cy="28350"/>
            </a:xfrm>
            <a:custGeom>
              <a:avLst/>
              <a:gdLst/>
              <a:ahLst/>
              <a:cxnLst/>
              <a:rect l="l" t="t" r="r" b="b"/>
              <a:pathLst>
                <a:path w="1582" h="1134" extrusionOk="0">
                  <a:moveTo>
                    <a:pt x="1157" y="1"/>
                  </a:moveTo>
                  <a:cubicBezTo>
                    <a:pt x="784" y="1"/>
                    <a:pt x="428" y="147"/>
                    <a:pt x="167" y="411"/>
                  </a:cubicBezTo>
                  <a:cubicBezTo>
                    <a:pt x="1" y="577"/>
                    <a:pt x="1" y="845"/>
                    <a:pt x="167" y="1012"/>
                  </a:cubicBezTo>
                  <a:cubicBezTo>
                    <a:pt x="250" y="1093"/>
                    <a:pt x="359" y="1134"/>
                    <a:pt x="467" y="1134"/>
                  </a:cubicBezTo>
                  <a:cubicBezTo>
                    <a:pt x="576" y="1134"/>
                    <a:pt x="684" y="1093"/>
                    <a:pt x="767" y="1012"/>
                  </a:cubicBezTo>
                  <a:cubicBezTo>
                    <a:pt x="869" y="906"/>
                    <a:pt x="1012" y="849"/>
                    <a:pt x="1157" y="849"/>
                  </a:cubicBezTo>
                  <a:cubicBezTo>
                    <a:pt x="1391" y="849"/>
                    <a:pt x="1581" y="659"/>
                    <a:pt x="1581" y="425"/>
                  </a:cubicBezTo>
                  <a:cubicBezTo>
                    <a:pt x="1581" y="191"/>
                    <a:pt x="1391" y="1"/>
                    <a:pt x="11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66"/>
            <p:cNvSpPr/>
            <p:nvPr/>
          </p:nvSpPr>
          <p:spPr>
            <a:xfrm>
              <a:off x="7104100" y="3143400"/>
              <a:ext cx="25700" cy="21300"/>
            </a:xfrm>
            <a:custGeom>
              <a:avLst/>
              <a:gdLst/>
              <a:ahLst/>
              <a:cxnLst/>
              <a:rect l="l" t="t" r="r" b="b"/>
              <a:pathLst>
                <a:path w="1028" h="852" extrusionOk="0">
                  <a:moveTo>
                    <a:pt x="512" y="1"/>
                  </a:moveTo>
                  <a:cubicBezTo>
                    <a:pt x="353" y="1"/>
                    <a:pt x="203" y="96"/>
                    <a:pt x="139" y="242"/>
                  </a:cubicBezTo>
                  <a:cubicBezTo>
                    <a:pt x="0" y="539"/>
                    <a:pt x="231" y="852"/>
                    <a:pt x="525" y="852"/>
                  </a:cubicBezTo>
                  <a:cubicBezTo>
                    <a:pt x="576" y="852"/>
                    <a:pt x="629" y="842"/>
                    <a:pt x="682" y="822"/>
                  </a:cubicBezTo>
                  <a:cubicBezTo>
                    <a:pt x="794" y="781"/>
                    <a:pt x="885" y="690"/>
                    <a:pt x="923" y="574"/>
                  </a:cubicBezTo>
                  <a:cubicBezTo>
                    <a:pt x="1028" y="296"/>
                    <a:pt x="821" y="1"/>
                    <a:pt x="5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0" name="Google Shape;3400;p66"/>
          <p:cNvGrpSpPr/>
          <p:nvPr/>
        </p:nvGrpSpPr>
        <p:grpSpPr>
          <a:xfrm>
            <a:off x="1474865" y="3595285"/>
            <a:ext cx="317865" cy="365776"/>
            <a:chOff x="2140225" y="2875175"/>
            <a:chExt cx="474425" cy="542775"/>
          </a:xfrm>
        </p:grpSpPr>
        <p:sp>
          <p:nvSpPr>
            <p:cNvPr id="3401" name="Google Shape;3401;p66"/>
            <p:cNvSpPr/>
            <p:nvPr/>
          </p:nvSpPr>
          <p:spPr>
            <a:xfrm>
              <a:off x="2140225" y="2875175"/>
              <a:ext cx="474425" cy="542775"/>
            </a:xfrm>
            <a:custGeom>
              <a:avLst/>
              <a:gdLst/>
              <a:ahLst/>
              <a:cxnLst/>
              <a:rect l="l" t="t" r="r" b="b"/>
              <a:pathLst>
                <a:path w="18977" h="21711" extrusionOk="0">
                  <a:moveTo>
                    <a:pt x="9489" y="852"/>
                  </a:moveTo>
                  <a:cubicBezTo>
                    <a:pt x="12762" y="852"/>
                    <a:pt x="15425" y="3515"/>
                    <a:pt x="15425" y="6788"/>
                  </a:cubicBezTo>
                  <a:cubicBezTo>
                    <a:pt x="15425" y="7667"/>
                    <a:pt x="15228" y="8535"/>
                    <a:pt x="14852" y="9332"/>
                  </a:cubicBezTo>
                  <a:lnTo>
                    <a:pt x="14584" y="9332"/>
                  </a:lnTo>
                  <a:cubicBezTo>
                    <a:pt x="14509" y="8403"/>
                    <a:pt x="14112" y="7555"/>
                    <a:pt x="13396" y="6802"/>
                  </a:cubicBezTo>
                  <a:cubicBezTo>
                    <a:pt x="13413" y="6636"/>
                    <a:pt x="13424" y="6463"/>
                    <a:pt x="13424" y="6293"/>
                  </a:cubicBezTo>
                  <a:cubicBezTo>
                    <a:pt x="13424" y="3847"/>
                    <a:pt x="11042" y="1859"/>
                    <a:pt x="9489" y="1859"/>
                  </a:cubicBezTo>
                  <a:cubicBezTo>
                    <a:pt x="7935" y="1859"/>
                    <a:pt x="5557" y="3847"/>
                    <a:pt x="5557" y="6293"/>
                  </a:cubicBezTo>
                  <a:cubicBezTo>
                    <a:pt x="5557" y="6463"/>
                    <a:pt x="5564" y="6636"/>
                    <a:pt x="5581" y="6802"/>
                  </a:cubicBezTo>
                  <a:cubicBezTo>
                    <a:pt x="4865" y="7555"/>
                    <a:pt x="4468" y="8403"/>
                    <a:pt x="4394" y="9332"/>
                  </a:cubicBezTo>
                  <a:lnTo>
                    <a:pt x="4126" y="9332"/>
                  </a:lnTo>
                  <a:cubicBezTo>
                    <a:pt x="3749" y="8535"/>
                    <a:pt x="3556" y="7667"/>
                    <a:pt x="3552" y="6788"/>
                  </a:cubicBezTo>
                  <a:cubicBezTo>
                    <a:pt x="3552" y="3515"/>
                    <a:pt x="6219" y="852"/>
                    <a:pt x="9489" y="852"/>
                  </a:cubicBezTo>
                  <a:close/>
                  <a:moveTo>
                    <a:pt x="9489" y="2711"/>
                  </a:moveTo>
                  <a:cubicBezTo>
                    <a:pt x="10520" y="2711"/>
                    <a:pt x="12576" y="4261"/>
                    <a:pt x="12576" y="6296"/>
                  </a:cubicBezTo>
                  <a:cubicBezTo>
                    <a:pt x="12576" y="6497"/>
                    <a:pt x="12562" y="6697"/>
                    <a:pt x="12531" y="6893"/>
                  </a:cubicBezTo>
                  <a:cubicBezTo>
                    <a:pt x="12515" y="7029"/>
                    <a:pt x="12559" y="7165"/>
                    <a:pt x="12657" y="7260"/>
                  </a:cubicBezTo>
                  <a:cubicBezTo>
                    <a:pt x="13305" y="7887"/>
                    <a:pt x="13658" y="8569"/>
                    <a:pt x="13736" y="9332"/>
                  </a:cubicBezTo>
                  <a:lnTo>
                    <a:pt x="11412" y="9332"/>
                  </a:lnTo>
                  <a:cubicBezTo>
                    <a:pt x="11410" y="9332"/>
                    <a:pt x="11407" y="9332"/>
                    <a:pt x="11405" y="9332"/>
                  </a:cubicBezTo>
                  <a:cubicBezTo>
                    <a:pt x="11194" y="9332"/>
                    <a:pt x="11015" y="9484"/>
                    <a:pt x="10978" y="9692"/>
                  </a:cubicBezTo>
                  <a:cubicBezTo>
                    <a:pt x="10941" y="9950"/>
                    <a:pt x="11141" y="10180"/>
                    <a:pt x="11398" y="10180"/>
                  </a:cubicBezTo>
                  <a:lnTo>
                    <a:pt x="15103" y="10180"/>
                  </a:lnTo>
                  <a:cubicBezTo>
                    <a:pt x="15105" y="10180"/>
                    <a:pt x="15107" y="10180"/>
                    <a:pt x="15110" y="10180"/>
                  </a:cubicBezTo>
                  <a:cubicBezTo>
                    <a:pt x="15320" y="10180"/>
                    <a:pt x="15500" y="10332"/>
                    <a:pt x="15537" y="10540"/>
                  </a:cubicBezTo>
                  <a:cubicBezTo>
                    <a:pt x="15574" y="10798"/>
                    <a:pt x="15378" y="11028"/>
                    <a:pt x="15116" y="11028"/>
                  </a:cubicBezTo>
                  <a:lnTo>
                    <a:pt x="3878" y="11028"/>
                  </a:lnTo>
                  <a:cubicBezTo>
                    <a:pt x="3876" y="11028"/>
                    <a:pt x="3873" y="11028"/>
                    <a:pt x="3871" y="11028"/>
                  </a:cubicBezTo>
                  <a:cubicBezTo>
                    <a:pt x="3660" y="11028"/>
                    <a:pt x="3481" y="10877"/>
                    <a:pt x="3444" y="10669"/>
                  </a:cubicBezTo>
                  <a:cubicBezTo>
                    <a:pt x="3403" y="10411"/>
                    <a:pt x="3603" y="10180"/>
                    <a:pt x="3861" y="10180"/>
                  </a:cubicBezTo>
                  <a:lnTo>
                    <a:pt x="7569" y="10180"/>
                  </a:lnTo>
                  <a:cubicBezTo>
                    <a:pt x="7571" y="10180"/>
                    <a:pt x="7573" y="10180"/>
                    <a:pt x="7576" y="10180"/>
                  </a:cubicBezTo>
                  <a:cubicBezTo>
                    <a:pt x="7786" y="10180"/>
                    <a:pt x="7966" y="10026"/>
                    <a:pt x="8000" y="9817"/>
                  </a:cubicBezTo>
                  <a:cubicBezTo>
                    <a:pt x="8040" y="9563"/>
                    <a:pt x="7840" y="9332"/>
                    <a:pt x="7582" y="9332"/>
                  </a:cubicBezTo>
                  <a:lnTo>
                    <a:pt x="5245" y="9332"/>
                  </a:lnTo>
                  <a:cubicBezTo>
                    <a:pt x="5323" y="8569"/>
                    <a:pt x="5676" y="7891"/>
                    <a:pt x="6324" y="7260"/>
                  </a:cubicBezTo>
                  <a:cubicBezTo>
                    <a:pt x="6422" y="7165"/>
                    <a:pt x="6466" y="7029"/>
                    <a:pt x="6446" y="6893"/>
                  </a:cubicBezTo>
                  <a:cubicBezTo>
                    <a:pt x="6419" y="6697"/>
                    <a:pt x="6405" y="6497"/>
                    <a:pt x="6405" y="6296"/>
                  </a:cubicBezTo>
                  <a:cubicBezTo>
                    <a:pt x="6405" y="4261"/>
                    <a:pt x="8461" y="2711"/>
                    <a:pt x="9489" y="2711"/>
                  </a:cubicBezTo>
                  <a:close/>
                  <a:moveTo>
                    <a:pt x="15001" y="11876"/>
                  </a:moveTo>
                  <a:cubicBezTo>
                    <a:pt x="16327" y="12721"/>
                    <a:pt x="16236" y="14434"/>
                    <a:pt x="16144" y="16093"/>
                  </a:cubicBezTo>
                  <a:cubicBezTo>
                    <a:pt x="16076" y="17338"/>
                    <a:pt x="16015" y="18413"/>
                    <a:pt x="16609" y="19041"/>
                  </a:cubicBezTo>
                  <a:cubicBezTo>
                    <a:pt x="16894" y="19343"/>
                    <a:pt x="17297" y="19495"/>
                    <a:pt x="17806" y="19495"/>
                  </a:cubicBezTo>
                  <a:cubicBezTo>
                    <a:pt x="17976" y="19495"/>
                    <a:pt x="18068" y="19594"/>
                    <a:pt x="18081" y="19689"/>
                  </a:cubicBezTo>
                  <a:cubicBezTo>
                    <a:pt x="18098" y="19814"/>
                    <a:pt x="17962" y="19933"/>
                    <a:pt x="17728" y="19997"/>
                  </a:cubicBezTo>
                  <a:lnTo>
                    <a:pt x="17722" y="19997"/>
                  </a:lnTo>
                  <a:cubicBezTo>
                    <a:pt x="17612" y="20026"/>
                    <a:pt x="17452" y="20045"/>
                    <a:pt x="17262" y="20045"/>
                  </a:cubicBezTo>
                  <a:cubicBezTo>
                    <a:pt x="16785" y="20045"/>
                    <a:pt x="16120" y="19926"/>
                    <a:pt x="15608" y="19553"/>
                  </a:cubicBezTo>
                  <a:cubicBezTo>
                    <a:pt x="15082" y="19166"/>
                    <a:pt x="14801" y="18576"/>
                    <a:pt x="14767" y="17803"/>
                  </a:cubicBezTo>
                  <a:cubicBezTo>
                    <a:pt x="14719" y="16663"/>
                    <a:pt x="14496" y="15767"/>
                    <a:pt x="14088" y="15052"/>
                  </a:cubicBezTo>
                  <a:cubicBezTo>
                    <a:pt x="13732" y="14431"/>
                    <a:pt x="13240" y="13952"/>
                    <a:pt x="12545" y="13552"/>
                  </a:cubicBezTo>
                  <a:cubicBezTo>
                    <a:pt x="12479" y="13513"/>
                    <a:pt x="12405" y="13495"/>
                    <a:pt x="12331" y="13495"/>
                  </a:cubicBezTo>
                  <a:cubicBezTo>
                    <a:pt x="12295" y="13495"/>
                    <a:pt x="12258" y="13499"/>
                    <a:pt x="12223" y="13508"/>
                  </a:cubicBezTo>
                  <a:cubicBezTo>
                    <a:pt x="10717" y="13912"/>
                    <a:pt x="10530" y="16056"/>
                    <a:pt x="10367" y="17945"/>
                  </a:cubicBezTo>
                  <a:cubicBezTo>
                    <a:pt x="10296" y="18790"/>
                    <a:pt x="10228" y="19587"/>
                    <a:pt x="10062" y="20157"/>
                  </a:cubicBezTo>
                  <a:cubicBezTo>
                    <a:pt x="9852" y="20866"/>
                    <a:pt x="9601" y="20866"/>
                    <a:pt x="9492" y="20866"/>
                  </a:cubicBezTo>
                  <a:cubicBezTo>
                    <a:pt x="9384" y="20866"/>
                    <a:pt x="9129" y="20866"/>
                    <a:pt x="8922" y="20157"/>
                  </a:cubicBezTo>
                  <a:cubicBezTo>
                    <a:pt x="8753" y="19587"/>
                    <a:pt x="8685" y="18790"/>
                    <a:pt x="8614" y="17945"/>
                  </a:cubicBezTo>
                  <a:cubicBezTo>
                    <a:pt x="8451" y="16056"/>
                    <a:pt x="8268" y="13912"/>
                    <a:pt x="6758" y="13508"/>
                  </a:cubicBezTo>
                  <a:cubicBezTo>
                    <a:pt x="6722" y="13498"/>
                    <a:pt x="6686" y="13493"/>
                    <a:pt x="6650" y="13493"/>
                  </a:cubicBezTo>
                  <a:cubicBezTo>
                    <a:pt x="6576" y="13493"/>
                    <a:pt x="6503" y="13513"/>
                    <a:pt x="6439" y="13552"/>
                  </a:cubicBezTo>
                  <a:cubicBezTo>
                    <a:pt x="5740" y="13952"/>
                    <a:pt x="5252" y="14431"/>
                    <a:pt x="4892" y="15052"/>
                  </a:cubicBezTo>
                  <a:cubicBezTo>
                    <a:pt x="4482" y="15764"/>
                    <a:pt x="4261" y="16663"/>
                    <a:pt x="4214" y="17803"/>
                  </a:cubicBezTo>
                  <a:cubicBezTo>
                    <a:pt x="4180" y="18579"/>
                    <a:pt x="3898" y="19166"/>
                    <a:pt x="3376" y="19553"/>
                  </a:cubicBezTo>
                  <a:cubicBezTo>
                    <a:pt x="2864" y="19926"/>
                    <a:pt x="2200" y="20045"/>
                    <a:pt x="1721" y="20045"/>
                  </a:cubicBezTo>
                  <a:cubicBezTo>
                    <a:pt x="1530" y="20045"/>
                    <a:pt x="1369" y="20026"/>
                    <a:pt x="1259" y="19997"/>
                  </a:cubicBezTo>
                  <a:cubicBezTo>
                    <a:pt x="1025" y="19933"/>
                    <a:pt x="890" y="19814"/>
                    <a:pt x="906" y="19689"/>
                  </a:cubicBezTo>
                  <a:cubicBezTo>
                    <a:pt x="920" y="19594"/>
                    <a:pt x="1008" y="19495"/>
                    <a:pt x="1181" y="19495"/>
                  </a:cubicBezTo>
                  <a:cubicBezTo>
                    <a:pt x="1690" y="19495"/>
                    <a:pt x="2094" y="19343"/>
                    <a:pt x="2379" y="19041"/>
                  </a:cubicBezTo>
                  <a:cubicBezTo>
                    <a:pt x="2972" y="18413"/>
                    <a:pt x="2911" y="17338"/>
                    <a:pt x="2847" y="16093"/>
                  </a:cubicBezTo>
                  <a:cubicBezTo>
                    <a:pt x="2755" y="14434"/>
                    <a:pt x="2660" y="12721"/>
                    <a:pt x="3990" y="11876"/>
                  </a:cubicBezTo>
                  <a:close/>
                  <a:moveTo>
                    <a:pt x="9489" y="1"/>
                  </a:moveTo>
                  <a:cubicBezTo>
                    <a:pt x="5747" y="1"/>
                    <a:pt x="2704" y="3043"/>
                    <a:pt x="2704" y="6785"/>
                  </a:cubicBezTo>
                  <a:cubicBezTo>
                    <a:pt x="2704" y="7711"/>
                    <a:pt x="2894" y="8630"/>
                    <a:pt x="3264" y="9482"/>
                  </a:cubicBezTo>
                  <a:cubicBezTo>
                    <a:pt x="2480" y="9899"/>
                    <a:pt x="2358" y="10967"/>
                    <a:pt x="3020" y="11554"/>
                  </a:cubicBezTo>
                  <a:cubicBezTo>
                    <a:pt x="1805" y="12728"/>
                    <a:pt x="1911" y="14597"/>
                    <a:pt x="1995" y="16137"/>
                  </a:cubicBezTo>
                  <a:cubicBezTo>
                    <a:pt x="2050" y="17144"/>
                    <a:pt x="2101" y="18094"/>
                    <a:pt x="1761" y="18454"/>
                  </a:cubicBezTo>
                  <a:cubicBezTo>
                    <a:pt x="1717" y="18501"/>
                    <a:pt x="1582" y="18644"/>
                    <a:pt x="1178" y="18644"/>
                  </a:cubicBezTo>
                  <a:cubicBezTo>
                    <a:pt x="605" y="18644"/>
                    <a:pt x="133" y="19037"/>
                    <a:pt x="62" y="19577"/>
                  </a:cubicBezTo>
                  <a:cubicBezTo>
                    <a:pt x="1" y="20048"/>
                    <a:pt x="279" y="20611"/>
                    <a:pt x="1039" y="20815"/>
                  </a:cubicBezTo>
                  <a:cubicBezTo>
                    <a:pt x="1215" y="20862"/>
                    <a:pt x="1457" y="20894"/>
                    <a:pt x="1735" y="20894"/>
                  </a:cubicBezTo>
                  <a:cubicBezTo>
                    <a:pt x="2370" y="20894"/>
                    <a:pt x="3196" y="20732"/>
                    <a:pt x="3875" y="20235"/>
                  </a:cubicBezTo>
                  <a:cubicBezTo>
                    <a:pt x="4604" y="19699"/>
                    <a:pt x="5014" y="18871"/>
                    <a:pt x="5059" y="17836"/>
                  </a:cubicBezTo>
                  <a:cubicBezTo>
                    <a:pt x="5150" y="15716"/>
                    <a:pt x="5879" y="14899"/>
                    <a:pt x="6694" y="14387"/>
                  </a:cubicBezTo>
                  <a:cubicBezTo>
                    <a:pt x="7491" y="14787"/>
                    <a:pt x="7637" y="16497"/>
                    <a:pt x="7769" y="18020"/>
                  </a:cubicBezTo>
                  <a:cubicBezTo>
                    <a:pt x="7843" y="18905"/>
                    <a:pt x="7915" y="19743"/>
                    <a:pt x="8108" y="20398"/>
                  </a:cubicBezTo>
                  <a:cubicBezTo>
                    <a:pt x="8362" y="21269"/>
                    <a:pt x="8827" y="21710"/>
                    <a:pt x="9489" y="21710"/>
                  </a:cubicBezTo>
                  <a:cubicBezTo>
                    <a:pt x="10154" y="21710"/>
                    <a:pt x="10618" y="21269"/>
                    <a:pt x="10873" y="20398"/>
                  </a:cubicBezTo>
                  <a:cubicBezTo>
                    <a:pt x="11066" y="19743"/>
                    <a:pt x="11137" y="18905"/>
                    <a:pt x="11212" y="18020"/>
                  </a:cubicBezTo>
                  <a:cubicBezTo>
                    <a:pt x="11344" y="16500"/>
                    <a:pt x="11490" y="14787"/>
                    <a:pt x="12287" y="14387"/>
                  </a:cubicBezTo>
                  <a:cubicBezTo>
                    <a:pt x="13101" y="14899"/>
                    <a:pt x="13831" y="15720"/>
                    <a:pt x="13922" y="17836"/>
                  </a:cubicBezTo>
                  <a:cubicBezTo>
                    <a:pt x="13963" y="18871"/>
                    <a:pt x="14373" y="19699"/>
                    <a:pt x="15106" y="20235"/>
                  </a:cubicBezTo>
                  <a:cubicBezTo>
                    <a:pt x="15783" y="20732"/>
                    <a:pt x="16608" y="20894"/>
                    <a:pt x="17243" y="20894"/>
                  </a:cubicBezTo>
                  <a:cubicBezTo>
                    <a:pt x="17522" y="20894"/>
                    <a:pt x="17765" y="20862"/>
                    <a:pt x="17942" y="20815"/>
                  </a:cubicBezTo>
                  <a:cubicBezTo>
                    <a:pt x="18702" y="20611"/>
                    <a:pt x="18977" y="20048"/>
                    <a:pt x="18919" y="19577"/>
                  </a:cubicBezTo>
                  <a:lnTo>
                    <a:pt x="18916" y="19577"/>
                  </a:lnTo>
                  <a:cubicBezTo>
                    <a:pt x="18844" y="19037"/>
                    <a:pt x="18376" y="18644"/>
                    <a:pt x="17800" y="18644"/>
                  </a:cubicBezTo>
                  <a:cubicBezTo>
                    <a:pt x="17396" y="18644"/>
                    <a:pt x="17264" y="18501"/>
                    <a:pt x="17219" y="18454"/>
                  </a:cubicBezTo>
                  <a:cubicBezTo>
                    <a:pt x="16877" y="18094"/>
                    <a:pt x="16928" y="17144"/>
                    <a:pt x="16985" y="16137"/>
                  </a:cubicBezTo>
                  <a:cubicBezTo>
                    <a:pt x="17070" y="14597"/>
                    <a:pt x="17172" y="12728"/>
                    <a:pt x="15958" y="11554"/>
                  </a:cubicBezTo>
                  <a:cubicBezTo>
                    <a:pt x="16622" y="10967"/>
                    <a:pt x="16497" y="9899"/>
                    <a:pt x="15717" y="9482"/>
                  </a:cubicBezTo>
                  <a:cubicBezTo>
                    <a:pt x="16083" y="8630"/>
                    <a:pt x="16273" y="7711"/>
                    <a:pt x="16273" y="6785"/>
                  </a:cubicBezTo>
                  <a:cubicBezTo>
                    <a:pt x="16273" y="3043"/>
                    <a:pt x="13230" y="1"/>
                    <a:pt x="94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66"/>
            <p:cNvSpPr/>
            <p:nvPr/>
          </p:nvSpPr>
          <p:spPr>
            <a:xfrm>
              <a:off x="2242175" y="3196425"/>
              <a:ext cx="25725" cy="21275"/>
            </a:xfrm>
            <a:custGeom>
              <a:avLst/>
              <a:gdLst/>
              <a:ahLst/>
              <a:cxnLst/>
              <a:rect l="l" t="t" r="r" b="b"/>
              <a:pathLst>
                <a:path w="1029" h="851" extrusionOk="0">
                  <a:moveTo>
                    <a:pt x="512" y="0"/>
                  </a:moveTo>
                  <a:cubicBezTo>
                    <a:pt x="350" y="0"/>
                    <a:pt x="204" y="95"/>
                    <a:pt x="139" y="241"/>
                  </a:cubicBezTo>
                  <a:cubicBezTo>
                    <a:pt x="1" y="539"/>
                    <a:pt x="231" y="851"/>
                    <a:pt x="525" y="851"/>
                  </a:cubicBezTo>
                  <a:cubicBezTo>
                    <a:pt x="576" y="851"/>
                    <a:pt x="629" y="841"/>
                    <a:pt x="682" y="821"/>
                  </a:cubicBezTo>
                  <a:cubicBezTo>
                    <a:pt x="794" y="780"/>
                    <a:pt x="882" y="689"/>
                    <a:pt x="923" y="573"/>
                  </a:cubicBezTo>
                  <a:cubicBezTo>
                    <a:pt x="1028" y="295"/>
                    <a:pt x="821" y="0"/>
                    <a:pt x="5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66"/>
            <p:cNvSpPr/>
            <p:nvPr/>
          </p:nvSpPr>
          <p:spPr>
            <a:xfrm>
              <a:off x="2347075" y="3186900"/>
              <a:ext cx="25700" cy="21275"/>
            </a:xfrm>
            <a:custGeom>
              <a:avLst/>
              <a:gdLst/>
              <a:ahLst/>
              <a:cxnLst/>
              <a:rect l="l" t="t" r="r" b="b"/>
              <a:pathLst>
                <a:path w="1028" h="851" extrusionOk="0">
                  <a:moveTo>
                    <a:pt x="507" y="1"/>
                  </a:moveTo>
                  <a:cubicBezTo>
                    <a:pt x="348" y="1"/>
                    <a:pt x="206" y="95"/>
                    <a:pt x="139" y="242"/>
                  </a:cubicBezTo>
                  <a:cubicBezTo>
                    <a:pt x="0" y="540"/>
                    <a:pt x="232" y="851"/>
                    <a:pt x="527" y="851"/>
                  </a:cubicBezTo>
                  <a:cubicBezTo>
                    <a:pt x="577" y="851"/>
                    <a:pt x="630" y="842"/>
                    <a:pt x="682" y="822"/>
                  </a:cubicBezTo>
                  <a:cubicBezTo>
                    <a:pt x="797" y="778"/>
                    <a:pt x="886" y="686"/>
                    <a:pt x="926" y="574"/>
                  </a:cubicBezTo>
                  <a:cubicBezTo>
                    <a:pt x="1028" y="298"/>
                    <a:pt x="824" y="1"/>
                    <a:pt x="531" y="1"/>
                  </a:cubicBezTo>
                  <a:cubicBezTo>
                    <a:pt x="529" y="1"/>
                    <a:pt x="528" y="1"/>
                    <a:pt x="526" y="1"/>
                  </a:cubicBezTo>
                  <a:lnTo>
                    <a:pt x="516" y="1"/>
                  </a:lnTo>
                  <a:cubicBezTo>
                    <a:pt x="513" y="1"/>
                    <a:pt x="510" y="1"/>
                    <a:pt x="50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66"/>
            <p:cNvSpPr/>
            <p:nvPr/>
          </p:nvSpPr>
          <p:spPr>
            <a:xfrm>
              <a:off x="2369375" y="3245175"/>
              <a:ext cx="25725" cy="21300"/>
            </a:xfrm>
            <a:custGeom>
              <a:avLst/>
              <a:gdLst/>
              <a:ahLst/>
              <a:cxnLst/>
              <a:rect l="l" t="t" r="r" b="b"/>
              <a:pathLst>
                <a:path w="1029" h="852" extrusionOk="0">
                  <a:moveTo>
                    <a:pt x="513" y="0"/>
                  </a:moveTo>
                  <a:cubicBezTo>
                    <a:pt x="350" y="0"/>
                    <a:pt x="204" y="95"/>
                    <a:pt x="140" y="241"/>
                  </a:cubicBezTo>
                  <a:cubicBezTo>
                    <a:pt x="1" y="539"/>
                    <a:pt x="231" y="851"/>
                    <a:pt x="525" y="851"/>
                  </a:cubicBezTo>
                  <a:cubicBezTo>
                    <a:pt x="576" y="851"/>
                    <a:pt x="629" y="842"/>
                    <a:pt x="682" y="821"/>
                  </a:cubicBezTo>
                  <a:cubicBezTo>
                    <a:pt x="794" y="781"/>
                    <a:pt x="882" y="689"/>
                    <a:pt x="923" y="574"/>
                  </a:cubicBezTo>
                  <a:cubicBezTo>
                    <a:pt x="1028" y="296"/>
                    <a:pt x="821" y="0"/>
                    <a:pt x="52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66"/>
            <p:cNvSpPr/>
            <p:nvPr/>
          </p:nvSpPr>
          <p:spPr>
            <a:xfrm>
              <a:off x="2488100" y="3195400"/>
              <a:ext cx="25700" cy="21275"/>
            </a:xfrm>
            <a:custGeom>
              <a:avLst/>
              <a:gdLst/>
              <a:ahLst/>
              <a:cxnLst/>
              <a:rect l="l" t="t" r="r" b="b"/>
              <a:pathLst>
                <a:path w="1028" h="851" extrusionOk="0">
                  <a:moveTo>
                    <a:pt x="504" y="0"/>
                  </a:moveTo>
                  <a:cubicBezTo>
                    <a:pt x="345" y="0"/>
                    <a:pt x="203" y="94"/>
                    <a:pt x="140" y="241"/>
                  </a:cubicBezTo>
                  <a:cubicBezTo>
                    <a:pt x="1" y="539"/>
                    <a:pt x="232" y="850"/>
                    <a:pt x="527" y="850"/>
                  </a:cubicBezTo>
                  <a:cubicBezTo>
                    <a:pt x="577" y="850"/>
                    <a:pt x="630" y="841"/>
                    <a:pt x="682" y="821"/>
                  </a:cubicBezTo>
                  <a:cubicBezTo>
                    <a:pt x="794" y="777"/>
                    <a:pt x="882" y="686"/>
                    <a:pt x="923" y="574"/>
                  </a:cubicBezTo>
                  <a:cubicBezTo>
                    <a:pt x="1028" y="297"/>
                    <a:pt x="824" y="0"/>
                    <a:pt x="528" y="0"/>
                  </a:cubicBezTo>
                  <a:cubicBezTo>
                    <a:pt x="526" y="0"/>
                    <a:pt x="525" y="0"/>
                    <a:pt x="523" y="0"/>
                  </a:cubicBezTo>
                  <a:lnTo>
                    <a:pt x="513" y="0"/>
                  </a:lnTo>
                  <a:cubicBezTo>
                    <a:pt x="510"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66"/>
            <p:cNvSpPr/>
            <p:nvPr/>
          </p:nvSpPr>
          <p:spPr>
            <a:xfrm>
              <a:off x="2321125" y="3024175"/>
              <a:ext cx="54200" cy="24950"/>
            </a:xfrm>
            <a:custGeom>
              <a:avLst/>
              <a:gdLst/>
              <a:ahLst/>
              <a:cxnLst/>
              <a:rect l="l" t="t" r="r" b="b"/>
              <a:pathLst>
                <a:path w="2168" h="998" extrusionOk="0">
                  <a:moveTo>
                    <a:pt x="1033" y="1"/>
                  </a:moveTo>
                  <a:cubicBezTo>
                    <a:pt x="771" y="1"/>
                    <a:pt x="509" y="68"/>
                    <a:pt x="275" y="204"/>
                  </a:cubicBezTo>
                  <a:cubicBezTo>
                    <a:pt x="72" y="319"/>
                    <a:pt x="0" y="581"/>
                    <a:pt x="119" y="784"/>
                  </a:cubicBezTo>
                  <a:cubicBezTo>
                    <a:pt x="196" y="921"/>
                    <a:pt x="340" y="998"/>
                    <a:pt x="487" y="998"/>
                  </a:cubicBezTo>
                  <a:cubicBezTo>
                    <a:pt x="559" y="998"/>
                    <a:pt x="632" y="979"/>
                    <a:pt x="699" y="940"/>
                  </a:cubicBezTo>
                  <a:cubicBezTo>
                    <a:pt x="803" y="881"/>
                    <a:pt x="918" y="851"/>
                    <a:pt x="1033" y="851"/>
                  </a:cubicBezTo>
                  <a:cubicBezTo>
                    <a:pt x="1149" y="851"/>
                    <a:pt x="1264" y="881"/>
                    <a:pt x="1367" y="940"/>
                  </a:cubicBezTo>
                  <a:cubicBezTo>
                    <a:pt x="1432" y="974"/>
                    <a:pt x="1503" y="994"/>
                    <a:pt x="1578" y="994"/>
                  </a:cubicBezTo>
                  <a:cubicBezTo>
                    <a:pt x="2012" y="994"/>
                    <a:pt x="2168" y="421"/>
                    <a:pt x="1791" y="204"/>
                  </a:cubicBezTo>
                  <a:cubicBezTo>
                    <a:pt x="1557" y="68"/>
                    <a:pt x="1295" y="1"/>
                    <a:pt x="103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66"/>
            <p:cNvSpPr/>
            <p:nvPr/>
          </p:nvSpPr>
          <p:spPr>
            <a:xfrm>
              <a:off x="2382100" y="3024175"/>
              <a:ext cx="54200" cy="24950"/>
            </a:xfrm>
            <a:custGeom>
              <a:avLst/>
              <a:gdLst/>
              <a:ahLst/>
              <a:cxnLst/>
              <a:rect l="l" t="t" r="r" b="b"/>
              <a:pathLst>
                <a:path w="2168" h="998" extrusionOk="0">
                  <a:moveTo>
                    <a:pt x="1033" y="1"/>
                  </a:moveTo>
                  <a:cubicBezTo>
                    <a:pt x="771" y="1"/>
                    <a:pt x="509" y="68"/>
                    <a:pt x="275" y="204"/>
                  </a:cubicBezTo>
                  <a:cubicBezTo>
                    <a:pt x="72" y="319"/>
                    <a:pt x="0" y="581"/>
                    <a:pt x="119" y="784"/>
                  </a:cubicBezTo>
                  <a:cubicBezTo>
                    <a:pt x="196" y="921"/>
                    <a:pt x="339" y="998"/>
                    <a:pt x="487" y="998"/>
                  </a:cubicBezTo>
                  <a:cubicBezTo>
                    <a:pt x="559" y="998"/>
                    <a:pt x="632" y="979"/>
                    <a:pt x="699" y="940"/>
                  </a:cubicBezTo>
                  <a:cubicBezTo>
                    <a:pt x="803" y="881"/>
                    <a:pt x="918" y="851"/>
                    <a:pt x="1033" y="851"/>
                  </a:cubicBezTo>
                  <a:cubicBezTo>
                    <a:pt x="1149" y="851"/>
                    <a:pt x="1264" y="881"/>
                    <a:pt x="1367" y="940"/>
                  </a:cubicBezTo>
                  <a:cubicBezTo>
                    <a:pt x="1432" y="974"/>
                    <a:pt x="1506" y="994"/>
                    <a:pt x="1581" y="994"/>
                  </a:cubicBezTo>
                  <a:cubicBezTo>
                    <a:pt x="2012" y="994"/>
                    <a:pt x="2168" y="421"/>
                    <a:pt x="1791" y="204"/>
                  </a:cubicBezTo>
                  <a:cubicBezTo>
                    <a:pt x="1557" y="68"/>
                    <a:pt x="1295" y="1"/>
                    <a:pt x="103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66"/>
            <p:cNvSpPr/>
            <p:nvPr/>
          </p:nvSpPr>
          <p:spPr>
            <a:xfrm>
              <a:off x="2353175" y="3058775"/>
              <a:ext cx="48700" cy="26550"/>
            </a:xfrm>
            <a:custGeom>
              <a:avLst/>
              <a:gdLst/>
              <a:ahLst/>
              <a:cxnLst/>
              <a:rect l="l" t="t" r="r" b="b"/>
              <a:pathLst>
                <a:path w="1948" h="1062" extrusionOk="0">
                  <a:moveTo>
                    <a:pt x="959" y="0"/>
                  </a:moveTo>
                  <a:cubicBezTo>
                    <a:pt x="658" y="0"/>
                    <a:pt x="371" y="126"/>
                    <a:pt x="160" y="340"/>
                  </a:cubicBezTo>
                  <a:cubicBezTo>
                    <a:pt x="1" y="506"/>
                    <a:pt x="4" y="771"/>
                    <a:pt x="167" y="933"/>
                  </a:cubicBezTo>
                  <a:cubicBezTo>
                    <a:pt x="250" y="1015"/>
                    <a:pt x="359" y="1056"/>
                    <a:pt x="467" y="1056"/>
                  </a:cubicBezTo>
                  <a:cubicBezTo>
                    <a:pt x="574" y="1056"/>
                    <a:pt x="681" y="1016"/>
                    <a:pt x="764" y="937"/>
                  </a:cubicBezTo>
                  <a:cubicBezTo>
                    <a:pt x="820" y="879"/>
                    <a:pt x="895" y="850"/>
                    <a:pt x="971" y="850"/>
                  </a:cubicBezTo>
                  <a:cubicBezTo>
                    <a:pt x="1047" y="850"/>
                    <a:pt x="1123" y="879"/>
                    <a:pt x="1181" y="937"/>
                  </a:cubicBezTo>
                  <a:cubicBezTo>
                    <a:pt x="1262" y="1020"/>
                    <a:pt x="1371" y="1061"/>
                    <a:pt x="1480" y="1061"/>
                  </a:cubicBezTo>
                  <a:cubicBezTo>
                    <a:pt x="1589" y="1061"/>
                    <a:pt x="1698" y="1020"/>
                    <a:pt x="1781" y="937"/>
                  </a:cubicBezTo>
                  <a:cubicBezTo>
                    <a:pt x="1948" y="774"/>
                    <a:pt x="1948" y="503"/>
                    <a:pt x="1781" y="340"/>
                  </a:cubicBezTo>
                  <a:cubicBezTo>
                    <a:pt x="1571" y="126"/>
                    <a:pt x="1284" y="0"/>
                    <a:pt x="983" y="0"/>
                  </a:cubicBezTo>
                  <a:cubicBezTo>
                    <a:pt x="979" y="0"/>
                    <a:pt x="975" y="1"/>
                    <a:pt x="971" y="1"/>
                  </a:cubicBezTo>
                  <a:cubicBezTo>
                    <a:pt x="967" y="1"/>
                    <a:pt x="963" y="0"/>
                    <a:pt x="9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66"/>
            <p:cNvSpPr/>
            <p:nvPr/>
          </p:nvSpPr>
          <p:spPr>
            <a:xfrm>
              <a:off x="2364375" y="3108475"/>
              <a:ext cx="25625" cy="21275"/>
            </a:xfrm>
            <a:custGeom>
              <a:avLst/>
              <a:gdLst/>
              <a:ahLst/>
              <a:cxnLst/>
              <a:rect l="l" t="t" r="r" b="b"/>
              <a:pathLst>
                <a:path w="1025" h="851" extrusionOk="0">
                  <a:moveTo>
                    <a:pt x="504" y="0"/>
                  </a:moveTo>
                  <a:cubicBezTo>
                    <a:pt x="345" y="0"/>
                    <a:pt x="203" y="95"/>
                    <a:pt x="139" y="241"/>
                  </a:cubicBezTo>
                  <a:cubicBezTo>
                    <a:pt x="0" y="540"/>
                    <a:pt x="230" y="850"/>
                    <a:pt x="524" y="850"/>
                  </a:cubicBezTo>
                  <a:cubicBezTo>
                    <a:pt x="574" y="850"/>
                    <a:pt x="626" y="841"/>
                    <a:pt x="679" y="821"/>
                  </a:cubicBezTo>
                  <a:cubicBezTo>
                    <a:pt x="794" y="777"/>
                    <a:pt x="882" y="686"/>
                    <a:pt x="923" y="574"/>
                  </a:cubicBezTo>
                  <a:cubicBezTo>
                    <a:pt x="1024" y="297"/>
                    <a:pt x="823" y="0"/>
                    <a:pt x="528" y="0"/>
                  </a:cubicBezTo>
                  <a:cubicBezTo>
                    <a:pt x="526" y="0"/>
                    <a:pt x="524" y="0"/>
                    <a:pt x="523" y="0"/>
                  </a:cubicBezTo>
                  <a:lnTo>
                    <a:pt x="513" y="0"/>
                  </a:lnTo>
                  <a:cubicBezTo>
                    <a:pt x="510"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13"/>
        <p:cNvGrpSpPr/>
        <p:nvPr/>
      </p:nvGrpSpPr>
      <p:grpSpPr>
        <a:xfrm>
          <a:off x="0" y="0"/>
          <a:ext cx="0" cy="0"/>
          <a:chOff x="0" y="0"/>
          <a:chExt cx="0" cy="0"/>
        </a:xfrm>
      </p:grpSpPr>
      <p:sp>
        <p:nvSpPr>
          <p:cNvPr id="3414" name="Google Shape;3414;p67"/>
          <p:cNvSpPr txBox="1">
            <a:spLocks noGrp="1"/>
          </p:cNvSpPr>
          <p:nvPr>
            <p:ph type="title"/>
          </p:nvPr>
        </p:nvSpPr>
        <p:spPr>
          <a:xfrm>
            <a:off x="713250"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CONCLUSION</a:t>
            </a:r>
            <a:endParaRPr/>
          </a:p>
        </p:txBody>
      </p:sp>
      <p:sp>
        <p:nvSpPr>
          <p:cNvPr id="3415" name="Google Shape;3415;p67"/>
          <p:cNvSpPr/>
          <p:nvPr/>
        </p:nvSpPr>
        <p:spPr>
          <a:xfrm>
            <a:off x="1330703" y="1268403"/>
            <a:ext cx="331349" cy="315704"/>
          </a:xfrm>
          <a:custGeom>
            <a:avLst/>
            <a:gdLst/>
            <a:ahLst/>
            <a:cxnLst/>
            <a:rect l="l" t="t" r="r" b="b"/>
            <a:pathLst>
              <a:path w="30392" h="28957" extrusionOk="0">
                <a:moveTo>
                  <a:pt x="18733" y="1"/>
                </a:moveTo>
                <a:cubicBezTo>
                  <a:pt x="18672" y="1"/>
                  <a:pt x="18607" y="14"/>
                  <a:pt x="18546" y="45"/>
                </a:cubicBezTo>
                <a:cubicBezTo>
                  <a:pt x="13577" y="2263"/>
                  <a:pt x="9229" y="5680"/>
                  <a:pt x="5857" y="9939"/>
                </a:cubicBezTo>
                <a:cubicBezTo>
                  <a:pt x="4126" y="12069"/>
                  <a:pt x="2706" y="14376"/>
                  <a:pt x="1642" y="16905"/>
                </a:cubicBezTo>
                <a:cubicBezTo>
                  <a:pt x="621" y="19301"/>
                  <a:pt x="0" y="22229"/>
                  <a:pt x="1065" y="24713"/>
                </a:cubicBezTo>
                <a:cubicBezTo>
                  <a:pt x="2041" y="26888"/>
                  <a:pt x="4037" y="28396"/>
                  <a:pt x="6345" y="28795"/>
                </a:cubicBezTo>
                <a:cubicBezTo>
                  <a:pt x="6972" y="28903"/>
                  <a:pt x="7602" y="28956"/>
                  <a:pt x="8229" y="28956"/>
                </a:cubicBezTo>
                <a:cubicBezTo>
                  <a:pt x="10176" y="28956"/>
                  <a:pt x="12098" y="28448"/>
                  <a:pt x="13843" y="27509"/>
                </a:cubicBezTo>
                <a:cubicBezTo>
                  <a:pt x="16327" y="26133"/>
                  <a:pt x="18635" y="24403"/>
                  <a:pt x="20675" y="22451"/>
                </a:cubicBezTo>
                <a:cubicBezTo>
                  <a:pt x="22761" y="20632"/>
                  <a:pt x="24580" y="18591"/>
                  <a:pt x="26221" y="16328"/>
                </a:cubicBezTo>
                <a:cubicBezTo>
                  <a:pt x="27774" y="14198"/>
                  <a:pt x="28972" y="11847"/>
                  <a:pt x="29726" y="9318"/>
                </a:cubicBezTo>
                <a:cubicBezTo>
                  <a:pt x="30126" y="7987"/>
                  <a:pt x="30348" y="6656"/>
                  <a:pt x="30392" y="5280"/>
                </a:cubicBezTo>
                <a:cubicBezTo>
                  <a:pt x="30392" y="3905"/>
                  <a:pt x="29416" y="3284"/>
                  <a:pt x="28262" y="2796"/>
                </a:cubicBezTo>
                <a:cubicBezTo>
                  <a:pt x="27192" y="2369"/>
                  <a:pt x="26135" y="2181"/>
                  <a:pt x="25101" y="2181"/>
                </a:cubicBezTo>
                <a:cubicBezTo>
                  <a:pt x="20648" y="2181"/>
                  <a:pt x="16601" y="5672"/>
                  <a:pt x="13577" y="8697"/>
                </a:cubicBezTo>
                <a:cubicBezTo>
                  <a:pt x="11624" y="10649"/>
                  <a:pt x="9539" y="12690"/>
                  <a:pt x="8474" y="15263"/>
                </a:cubicBezTo>
                <a:cubicBezTo>
                  <a:pt x="7720" y="17038"/>
                  <a:pt x="6921" y="20720"/>
                  <a:pt x="9672" y="21164"/>
                </a:cubicBezTo>
                <a:cubicBezTo>
                  <a:pt x="9844" y="21192"/>
                  <a:pt x="10017" y="21204"/>
                  <a:pt x="10190" y="21204"/>
                </a:cubicBezTo>
                <a:cubicBezTo>
                  <a:pt x="11137" y="21204"/>
                  <a:pt x="12100" y="20829"/>
                  <a:pt x="13000" y="20454"/>
                </a:cubicBezTo>
                <a:cubicBezTo>
                  <a:pt x="14198" y="19966"/>
                  <a:pt x="15351" y="19345"/>
                  <a:pt x="16416" y="18635"/>
                </a:cubicBezTo>
                <a:cubicBezTo>
                  <a:pt x="18679" y="17171"/>
                  <a:pt x="20631" y="15352"/>
                  <a:pt x="22228" y="13222"/>
                </a:cubicBezTo>
                <a:cubicBezTo>
                  <a:pt x="22983" y="12157"/>
                  <a:pt x="23692" y="11048"/>
                  <a:pt x="24269" y="9895"/>
                </a:cubicBezTo>
                <a:cubicBezTo>
                  <a:pt x="24669" y="9096"/>
                  <a:pt x="25023" y="8031"/>
                  <a:pt x="24580" y="7188"/>
                </a:cubicBezTo>
                <a:cubicBezTo>
                  <a:pt x="24330" y="6746"/>
                  <a:pt x="23964" y="6596"/>
                  <a:pt x="23564" y="6596"/>
                </a:cubicBezTo>
                <a:cubicBezTo>
                  <a:pt x="23040" y="6596"/>
                  <a:pt x="22459" y="6854"/>
                  <a:pt x="22006" y="7055"/>
                </a:cubicBezTo>
                <a:cubicBezTo>
                  <a:pt x="20720" y="7587"/>
                  <a:pt x="19478" y="8253"/>
                  <a:pt x="18280" y="9007"/>
                </a:cubicBezTo>
                <a:cubicBezTo>
                  <a:pt x="17082" y="9806"/>
                  <a:pt x="15972" y="10649"/>
                  <a:pt x="14908" y="11581"/>
                </a:cubicBezTo>
                <a:cubicBezTo>
                  <a:pt x="14020" y="12424"/>
                  <a:pt x="12822" y="13400"/>
                  <a:pt x="12334" y="14598"/>
                </a:cubicBezTo>
                <a:cubicBezTo>
                  <a:pt x="11891" y="15751"/>
                  <a:pt x="12600" y="16505"/>
                  <a:pt x="13754" y="16638"/>
                </a:cubicBezTo>
                <a:cubicBezTo>
                  <a:pt x="13885" y="16649"/>
                  <a:pt x="14016" y="16654"/>
                  <a:pt x="14147" y="16654"/>
                </a:cubicBezTo>
                <a:cubicBezTo>
                  <a:pt x="16264" y="16654"/>
                  <a:pt x="18237" y="15317"/>
                  <a:pt x="18989" y="13311"/>
                </a:cubicBezTo>
                <a:cubicBezTo>
                  <a:pt x="19060" y="13077"/>
                  <a:pt x="18895" y="12966"/>
                  <a:pt x="18704" y="12966"/>
                </a:cubicBezTo>
                <a:cubicBezTo>
                  <a:pt x="18534" y="12966"/>
                  <a:pt x="18342" y="13055"/>
                  <a:pt x="18280" y="13222"/>
                </a:cubicBezTo>
                <a:cubicBezTo>
                  <a:pt x="17925" y="14287"/>
                  <a:pt x="17126" y="15174"/>
                  <a:pt x="16106" y="15662"/>
                </a:cubicBezTo>
                <a:cubicBezTo>
                  <a:pt x="15724" y="15853"/>
                  <a:pt x="14938" y="16074"/>
                  <a:pt x="14244" y="16074"/>
                </a:cubicBezTo>
                <a:cubicBezTo>
                  <a:pt x="13486" y="16074"/>
                  <a:pt x="12840" y="15810"/>
                  <a:pt x="12955" y="14953"/>
                </a:cubicBezTo>
                <a:cubicBezTo>
                  <a:pt x="13133" y="14376"/>
                  <a:pt x="13443" y="13799"/>
                  <a:pt x="13932" y="13400"/>
                </a:cubicBezTo>
                <a:cubicBezTo>
                  <a:pt x="14420" y="12912"/>
                  <a:pt x="14908" y="12379"/>
                  <a:pt x="15440" y="11935"/>
                </a:cubicBezTo>
                <a:cubicBezTo>
                  <a:pt x="16327" y="11092"/>
                  <a:pt x="17303" y="10338"/>
                  <a:pt x="18324" y="9673"/>
                </a:cubicBezTo>
                <a:cubicBezTo>
                  <a:pt x="19344" y="8963"/>
                  <a:pt x="20409" y="8386"/>
                  <a:pt x="21518" y="7854"/>
                </a:cubicBezTo>
                <a:cubicBezTo>
                  <a:pt x="22051" y="7543"/>
                  <a:pt x="22583" y="7277"/>
                  <a:pt x="23160" y="7144"/>
                </a:cubicBezTo>
                <a:cubicBezTo>
                  <a:pt x="23199" y="7139"/>
                  <a:pt x="23236" y="7137"/>
                  <a:pt x="23272" y="7137"/>
                </a:cubicBezTo>
                <a:cubicBezTo>
                  <a:pt x="23928" y="7137"/>
                  <a:pt x="24045" y="7881"/>
                  <a:pt x="24003" y="8386"/>
                </a:cubicBezTo>
                <a:cubicBezTo>
                  <a:pt x="23914" y="9451"/>
                  <a:pt x="23249" y="10427"/>
                  <a:pt x="22716" y="11270"/>
                </a:cubicBezTo>
                <a:cubicBezTo>
                  <a:pt x="22095" y="12290"/>
                  <a:pt x="21430" y="13222"/>
                  <a:pt x="20631" y="14110"/>
                </a:cubicBezTo>
                <a:cubicBezTo>
                  <a:pt x="19167" y="15840"/>
                  <a:pt x="17437" y="17304"/>
                  <a:pt x="15484" y="18502"/>
                </a:cubicBezTo>
                <a:cubicBezTo>
                  <a:pt x="14464" y="19167"/>
                  <a:pt x="13443" y="19700"/>
                  <a:pt x="12379" y="20144"/>
                </a:cubicBezTo>
                <a:cubicBezTo>
                  <a:pt x="11776" y="20379"/>
                  <a:pt x="11004" y="20661"/>
                  <a:pt x="10299" y="20661"/>
                </a:cubicBezTo>
                <a:cubicBezTo>
                  <a:pt x="9809" y="20661"/>
                  <a:pt x="9352" y="20525"/>
                  <a:pt x="9007" y="20144"/>
                </a:cubicBezTo>
                <a:cubicBezTo>
                  <a:pt x="8164" y="19167"/>
                  <a:pt x="8474" y="17570"/>
                  <a:pt x="8785" y="16505"/>
                </a:cubicBezTo>
                <a:cubicBezTo>
                  <a:pt x="9140" y="15307"/>
                  <a:pt x="9672" y="14198"/>
                  <a:pt x="10426" y="13178"/>
                </a:cubicBezTo>
                <a:cubicBezTo>
                  <a:pt x="11891" y="11270"/>
                  <a:pt x="13532" y="9451"/>
                  <a:pt x="15307" y="7854"/>
                </a:cubicBezTo>
                <a:cubicBezTo>
                  <a:pt x="17215" y="5990"/>
                  <a:pt x="19344" y="4215"/>
                  <a:pt x="21918" y="3372"/>
                </a:cubicBezTo>
                <a:cubicBezTo>
                  <a:pt x="22956" y="3013"/>
                  <a:pt x="24066" y="2833"/>
                  <a:pt x="25183" y="2833"/>
                </a:cubicBezTo>
                <a:cubicBezTo>
                  <a:pt x="25307" y="2833"/>
                  <a:pt x="25432" y="2836"/>
                  <a:pt x="25556" y="2840"/>
                </a:cubicBezTo>
                <a:cubicBezTo>
                  <a:pt x="26843" y="2884"/>
                  <a:pt x="28085" y="3284"/>
                  <a:pt x="29105" y="4038"/>
                </a:cubicBezTo>
                <a:cubicBezTo>
                  <a:pt x="30037" y="4881"/>
                  <a:pt x="29549" y="6656"/>
                  <a:pt x="29372" y="7721"/>
                </a:cubicBezTo>
                <a:cubicBezTo>
                  <a:pt x="29150" y="8874"/>
                  <a:pt x="28795" y="10028"/>
                  <a:pt x="28351" y="11137"/>
                </a:cubicBezTo>
                <a:cubicBezTo>
                  <a:pt x="27464" y="13311"/>
                  <a:pt x="26266" y="15352"/>
                  <a:pt x="24802" y="17215"/>
                </a:cubicBezTo>
                <a:cubicBezTo>
                  <a:pt x="23338" y="19079"/>
                  <a:pt x="21740" y="20765"/>
                  <a:pt x="19966" y="22362"/>
                </a:cubicBezTo>
                <a:cubicBezTo>
                  <a:pt x="18146" y="24048"/>
                  <a:pt x="16150" y="25512"/>
                  <a:pt x="14020" y="26799"/>
                </a:cubicBezTo>
                <a:cubicBezTo>
                  <a:pt x="12267" y="27769"/>
                  <a:pt x="10326" y="28425"/>
                  <a:pt x="8329" y="28425"/>
                </a:cubicBezTo>
                <a:cubicBezTo>
                  <a:pt x="7950" y="28425"/>
                  <a:pt x="7569" y="28401"/>
                  <a:pt x="7188" y="28352"/>
                </a:cubicBezTo>
                <a:cubicBezTo>
                  <a:pt x="4969" y="28041"/>
                  <a:pt x="2884" y="26799"/>
                  <a:pt x="1908" y="24713"/>
                </a:cubicBezTo>
                <a:cubicBezTo>
                  <a:pt x="843" y="22495"/>
                  <a:pt x="1287" y="19877"/>
                  <a:pt x="2130" y="17615"/>
                </a:cubicBezTo>
                <a:cubicBezTo>
                  <a:pt x="2973" y="15441"/>
                  <a:pt x="4082" y="13355"/>
                  <a:pt x="5502" y="11447"/>
                </a:cubicBezTo>
                <a:cubicBezTo>
                  <a:pt x="8208" y="7632"/>
                  <a:pt x="11713" y="4437"/>
                  <a:pt x="15795" y="2041"/>
                </a:cubicBezTo>
                <a:cubicBezTo>
                  <a:pt x="16771" y="1465"/>
                  <a:pt x="17792" y="932"/>
                  <a:pt x="18856" y="489"/>
                </a:cubicBezTo>
                <a:cubicBezTo>
                  <a:pt x="19260" y="305"/>
                  <a:pt x="19027" y="1"/>
                  <a:pt x="18733"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67"/>
          <p:cNvSpPr/>
          <p:nvPr/>
        </p:nvSpPr>
        <p:spPr>
          <a:xfrm rot="-5400000">
            <a:off x="3743003" y="4097191"/>
            <a:ext cx="331349" cy="315704"/>
          </a:xfrm>
          <a:custGeom>
            <a:avLst/>
            <a:gdLst/>
            <a:ahLst/>
            <a:cxnLst/>
            <a:rect l="l" t="t" r="r" b="b"/>
            <a:pathLst>
              <a:path w="30392" h="28957" extrusionOk="0">
                <a:moveTo>
                  <a:pt x="18733" y="1"/>
                </a:moveTo>
                <a:cubicBezTo>
                  <a:pt x="18672" y="1"/>
                  <a:pt x="18607" y="14"/>
                  <a:pt x="18546" y="45"/>
                </a:cubicBezTo>
                <a:cubicBezTo>
                  <a:pt x="13577" y="2263"/>
                  <a:pt x="9229" y="5680"/>
                  <a:pt x="5857" y="9939"/>
                </a:cubicBezTo>
                <a:cubicBezTo>
                  <a:pt x="4126" y="12069"/>
                  <a:pt x="2706" y="14376"/>
                  <a:pt x="1642" y="16905"/>
                </a:cubicBezTo>
                <a:cubicBezTo>
                  <a:pt x="621" y="19301"/>
                  <a:pt x="0" y="22229"/>
                  <a:pt x="1065" y="24713"/>
                </a:cubicBezTo>
                <a:cubicBezTo>
                  <a:pt x="2041" y="26888"/>
                  <a:pt x="4037" y="28396"/>
                  <a:pt x="6345" y="28795"/>
                </a:cubicBezTo>
                <a:cubicBezTo>
                  <a:pt x="6972" y="28903"/>
                  <a:pt x="7602" y="28956"/>
                  <a:pt x="8229" y="28956"/>
                </a:cubicBezTo>
                <a:cubicBezTo>
                  <a:pt x="10176" y="28956"/>
                  <a:pt x="12098" y="28448"/>
                  <a:pt x="13843" y="27509"/>
                </a:cubicBezTo>
                <a:cubicBezTo>
                  <a:pt x="16327" y="26133"/>
                  <a:pt x="18635" y="24403"/>
                  <a:pt x="20675" y="22451"/>
                </a:cubicBezTo>
                <a:cubicBezTo>
                  <a:pt x="22761" y="20632"/>
                  <a:pt x="24580" y="18591"/>
                  <a:pt x="26221" y="16328"/>
                </a:cubicBezTo>
                <a:cubicBezTo>
                  <a:pt x="27774" y="14198"/>
                  <a:pt x="28972" y="11847"/>
                  <a:pt x="29726" y="9318"/>
                </a:cubicBezTo>
                <a:cubicBezTo>
                  <a:pt x="30126" y="7987"/>
                  <a:pt x="30348" y="6656"/>
                  <a:pt x="30392" y="5280"/>
                </a:cubicBezTo>
                <a:cubicBezTo>
                  <a:pt x="30392" y="3905"/>
                  <a:pt x="29416" y="3284"/>
                  <a:pt x="28262" y="2796"/>
                </a:cubicBezTo>
                <a:cubicBezTo>
                  <a:pt x="27192" y="2369"/>
                  <a:pt x="26135" y="2181"/>
                  <a:pt x="25101" y="2181"/>
                </a:cubicBezTo>
                <a:cubicBezTo>
                  <a:pt x="20648" y="2181"/>
                  <a:pt x="16601" y="5672"/>
                  <a:pt x="13577" y="8697"/>
                </a:cubicBezTo>
                <a:cubicBezTo>
                  <a:pt x="11624" y="10649"/>
                  <a:pt x="9539" y="12690"/>
                  <a:pt x="8474" y="15263"/>
                </a:cubicBezTo>
                <a:cubicBezTo>
                  <a:pt x="7720" y="17038"/>
                  <a:pt x="6921" y="20720"/>
                  <a:pt x="9672" y="21164"/>
                </a:cubicBezTo>
                <a:cubicBezTo>
                  <a:pt x="9844" y="21192"/>
                  <a:pt x="10017" y="21204"/>
                  <a:pt x="10190" y="21204"/>
                </a:cubicBezTo>
                <a:cubicBezTo>
                  <a:pt x="11137" y="21204"/>
                  <a:pt x="12100" y="20829"/>
                  <a:pt x="13000" y="20454"/>
                </a:cubicBezTo>
                <a:cubicBezTo>
                  <a:pt x="14198" y="19966"/>
                  <a:pt x="15351" y="19345"/>
                  <a:pt x="16416" y="18635"/>
                </a:cubicBezTo>
                <a:cubicBezTo>
                  <a:pt x="18679" y="17171"/>
                  <a:pt x="20631" y="15352"/>
                  <a:pt x="22228" y="13222"/>
                </a:cubicBezTo>
                <a:cubicBezTo>
                  <a:pt x="22983" y="12157"/>
                  <a:pt x="23692" y="11048"/>
                  <a:pt x="24269" y="9895"/>
                </a:cubicBezTo>
                <a:cubicBezTo>
                  <a:pt x="24669" y="9096"/>
                  <a:pt x="25023" y="8031"/>
                  <a:pt x="24580" y="7188"/>
                </a:cubicBezTo>
                <a:cubicBezTo>
                  <a:pt x="24330" y="6746"/>
                  <a:pt x="23964" y="6596"/>
                  <a:pt x="23564" y="6596"/>
                </a:cubicBezTo>
                <a:cubicBezTo>
                  <a:pt x="23040" y="6596"/>
                  <a:pt x="22459" y="6854"/>
                  <a:pt x="22006" y="7055"/>
                </a:cubicBezTo>
                <a:cubicBezTo>
                  <a:pt x="20720" y="7587"/>
                  <a:pt x="19478" y="8253"/>
                  <a:pt x="18280" y="9007"/>
                </a:cubicBezTo>
                <a:cubicBezTo>
                  <a:pt x="17082" y="9806"/>
                  <a:pt x="15972" y="10649"/>
                  <a:pt x="14908" y="11581"/>
                </a:cubicBezTo>
                <a:cubicBezTo>
                  <a:pt x="14020" y="12424"/>
                  <a:pt x="12822" y="13400"/>
                  <a:pt x="12334" y="14598"/>
                </a:cubicBezTo>
                <a:cubicBezTo>
                  <a:pt x="11891" y="15751"/>
                  <a:pt x="12600" y="16505"/>
                  <a:pt x="13754" y="16638"/>
                </a:cubicBezTo>
                <a:cubicBezTo>
                  <a:pt x="13885" y="16649"/>
                  <a:pt x="14016" y="16654"/>
                  <a:pt x="14147" y="16654"/>
                </a:cubicBezTo>
                <a:cubicBezTo>
                  <a:pt x="16264" y="16654"/>
                  <a:pt x="18237" y="15317"/>
                  <a:pt x="18989" y="13311"/>
                </a:cubicBezTo>
                <a:cubicBezTo>
                  <a:pt x="19060" y="13077"/>
                  <a:pt x="18895" y="12966"/>
                  <a:pt x="18704" y="12966"/>
                </a:cubicBezTo>
                <a:cubicBezTo>
                  <a:pt x="18534" y="12966"/>
                  <a:pt x="18342" y="13055"/>
                  <a:pt x="18280" y="13222"/>
                </a:cubicBezTo>
                <a:cubicBezTo>
                  <a:pt x="17925" y="14287"/>
                  <a:pt x="17126" y="15174"/>
                  <a:pt x="16106" y="15662"/>
                </a:cubicBezTo>
                <a:cubicBezTo>
                  <a:pt x="15724" y="15853"/>
                  <a:pt x="14938" y="16074"/>
                  <a:pt x="14244" y="16074"/>
                </a:cubicBezTo>
                <a:cubicBezTo>
                  <a:pt x="13486" y="16074"/>
                  <a:pt x="12840" y="15810"/>
                  <a:pt x="12955" y="14953"/>
                </a:cubicBezTo>
                <a:cubicBezTo>
                  <a:pt x="13133" y="14376"/>
                  <a:pt x="13443" y="13799"/>
                  <a:pt x="13932" y="13400"/>
                </a:cubicBezTo>
                <a:cubicBezTo>
                  <a:pt x="14420" y="12912"/>
                  <a:pt x="14908" y="12379"/>
                  <a:pt x="15440" y="11935"/>
                </a:cubicBezTo>
                <a:cubicBezTo>
                  <a:pt x="16327" y="11092"/>
                  <a:pt x="17303" y="10338"/>
                  <a:pt x="18324" y="9673"/>
                </a:cubicBezTo>
                <a:cubicBezTo>
                  <a:pt x="19344" y="8963"/>
                  <a:pt x="20409" y="8386"/>
                  <a:pt x="21518" y="7854"/>
                </a:cubicBezTo>
                <a:cubicBezTo>
                  <a:pt x="22051" y="7543"/>
                  <a:pt x="22583" y="7277"/>
                  <a:pt x="23160" y="7144"/>
                </a:cubicBezTo>
                <a:cubicBezTo>
                  <a:pt x="23199" y="7139"/>
                  <a:pt x="23236" y="7137"/>
                  <a:pt x="23272" y="7137"/>
                </a:cubicBezTo>
                <a:cubicBezTo>
                  <a:pt x="23928" y="7137"/>
                  <a:pt x="24045" y="7881"/>
                  <a:pt x="24003" y="8386"/>
                </a:cubicBezTo>
                <a:cubicBezTo>
                  <a:pt x="23914" y="9451"/>
                  <a:pt x="23249" y="10427"/>
                  <a:pt x="22716" y="11270"/>
                </a:cubicBezTo>
                <a:cubicBezTo>
                  <a:pt x="22095" y="12290"/>
                  <a:pt x="21430" y="13222"/>
                  <a:pt x="20631" y="14110"/>
                </a:cubicBezTo>
                <a:cubicBezTo>
                  <a:pt x="19167" y="15840"/>
                  <a:pt x="17437" y="17304"/>
                  <a:pt x="15484" y="18502"/>
                </a:cubicBezTo>
                <a:cubicBezTo>
                  <a:pt x="14464" y="19167"/>
                  <a:pt x="13443" y="19700"/>
                  <a:pt x="12379" y="20144"/>
                </a:cubicBezTo>
                <a:cubicBezTo>
                  <a:pt x="11776" y="20379"/>
                  <a:pt x="11004" y="20661"/>
                  <a:pt x="10299" y="20661"/>
                </a:cubicBezTo>
                <a:cubicBezTo>
                  <a:pt x="9809" y="20661"/>
                  <a:pt x="9352" y="20525"/>
                  <a:pt x="9007" y="20144"/>
                </a:cubicBezTo>
                <a:cubicBezTo>
                  <a:pt x="8164" y="19167"/>
                  <a:pt x="8474" y="17570"/>
                  <a:pt x="8785" y="16505"/>
                </a:cubicBezTo>
                <a:cubicBezTo>
                  <a:pt x="9140" y="15307"/>
                  <a:pt x="9672" y="14198"/>
                  <a:pt x="10426" y="13178"/>
                </a:cubicBezTo>
                <a:cubicBezTo>
                  <a:pt x="11891" y="11270"/>
                  <a:pt x="13532" y="9451"/>
                  <a:pt x="15307" y="7854"/>
                </a:cubicBezTo>
                <a:cubicBezTo>
                  <a:pt x="17215" y="5990"/>
                  <a:pt x="19344" y="4215"/>
                  <a:pt x="21918" y="3372"/>
                </a:cubicBezTo>
                <a:cubicBezTo>
                  <a:pt x="22956" y="3013"/>
                  <a:pt x="24066" y="2833"/>
                  <a:pt x="25183" y="2833"/>
                </a:cubicBezTo>
                <a:cubicBezTo>
                  <a:pt x="25307" y="2833"/>
                  <a:pt x="25432" y="2836"/>
                  <a:pt x="25556" y="2840"/>
                </a:cubicBezTo>
                <a:cubicBezTo>
                  <a:pt x="26843" y="2884"/>
                  <a:pt x="28085" y="3284"/>
                  <a:pt x="29105" y="4038"/>
                </a:cubicBezTo>
                <a:cubicBezTo>
                  <a:pt x="30037" y="4881"/>
                  <a:pt x="29549" y="6656"/>
                  <a:pt x="29372" y="7721"/>
                </a:cubicBezTo>
                <a:cubicBezTo>
                  <a:pt x="29150" y="8874"/>
                  <a:pt x="28795" y="10028"/>
                  <a:pt x="28351" y="11137"/>
                </a:cubicBezTo>
                <a:cubicBezTo>
                  <a:pt x="27464" y="13311"/>
                  <a:pt x="26266" y="15352"/>
                  <a:pt x="24802" y="17215"/>
                </a:cubicBezTo>
                <a:cubicBezTo>
                  <a:pt x="23338" y="19079"/>
                  <a:pt x="21740" y="20765"/>
                  <a:pt x="19966" y="22362"/>
                </a:cubicBezTo>
                <a:cubicBezTo>
                  <a:pt x="18146" y="24048"/>
                  <a:pt x="16150" y="25512"/>
                  <a:pt x="14020" y="26799"/>
                </a:cubicBezTo>
                <a:cubicBezTo>
                  <a:pt x="12267" y="27769"/>
                  <a:pt x="10326" y="28425"/>
                  <a:pt x="8329" y="28425"/>
                </a:cubicBezTo>
                <a:cubicBezTo>
                  <a:pt x="7950" y="28425"/>
                  <a:pt x="7569" y="28401"/>
                  <a:pt x="7188" y="28352"/>
                </a:cubicBezTo>
                <a:cubicBezTo>
                  <a:pt x="4969" y="28041"/>
                  <a:pt x="2884" y="26799"/>
                  <a:pt x="1908" y="24713"/>
                </a:cubicBezTo>
                <a:cubicBezTo>
                  <a:pt x="843" y="22495"/>
                  <a:pt x="1287" y="19877"/>
                  <a:pt x="2130" y="17615"/>
                </a:cubicBezTo>
                <a:cubicBezTo>
                  <a:pt x="2973" y="15441"/>
                  <a:pt x="4082" y="13355"/>
                  <a:pt x="5502" y="11447"/>
                </a:cubicBezTo>
                <a:cubicBezTo>
                  <a:pt x="8208" y="7632"/>
                  <a:pt x="11713" y="4437"/>
                  <a:pt x="15795" y="2041"/>
                </a:cubicBezTo>
                <a:cubicBezTo>
                  <a:pt x="16771" y="1465"/>
                  <a:pt x="17792" y="932"/>
                  <a:pt x="18856" y="489"/>
                </a:cubicBezTo>
                <a:cubicBezTo>
                  <a:pt x="19260" y="305"/>
                  <a:pt x="19027" y="1"/>
                  <a:pt x="18733"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67"/>
          <p:cNvSpPr txBox="1">
            <a:spLocks noGrp="1"/>
          </p:cNvSpPr>
          <p:nvPr>
            <p:ph type="subTitle" idx="1"/>
          </p:nvPr>
        </p:nvSpPr>
        <p:spPr>
          <a:xfrm>
            <a:off x="2231250" y="1874150"/>
            <a:ext cx="4681500" cy="1741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 is the closest planet to the Sun and the smallest one in the Solar System—it’s only a bit larger than the Moon. The planet’s name has nothing to do with the liquid metal, since it was named after the Roman messenger god, Mercury</a:t>
            </a:r>
            <a:endParaRPr/>
          </a:p>
        </p:txBody>
      </p:sp>
      <p:grpSp>
        <p:nvGrpSpPr>
          <p:cNvPr id="3418" name="Google Shape;3418;p67"/>
          <p:cNvGrpSpPr/>
          <p:nvPr/>
        </p:nvGrpSpPr>
        <p:grpSpPr>
          <a:xfrm>
            <a:off x="559858" y="2624330"/>
            <a:ext cx="1135998" cy="1050583"/>
            <a:chOff x="249044" y="1100462"/>
            <a:chExt cx="3625911" cy="3353281"/>
          </a:xfrm>
        </p:grpSpPr>
        <p:sp>
          <p:nvSpPr>
            <p:cNvPr id="3419" name="Google Shape;3419;p67"/>
            <p:cNvSpPr/>
            <p:nvPr/>
          </p:nvSpPr>
          <p:spPr>
            <a:xfrm>
              <a:off x="249044" y="1150024"/>
              <a:ext cx="3531856" cy="3300011"/>
            </a:xfrm>
            <a:custGeom>
              <a:avLst/>
              <a:gdLst/>
              <a:ahLst/>
              <a:cxnLst/>
              <a:rect l="l" t="t" r="r" b="b"/>
              <a:pathLst>
                <a:path w="46676" h="43612" extrusionOk="0">
                  <a:moveTo>
                    <a:pt x="23368" y="1"/>
                  </a:moveTo>
                  <a:cubicBezTo>
                    <a:pt x="12762" y="1"/>
                    <a:pt x="3427" y="7725"/>
                    <a:pt x="1775" y="18523"/>
                  </a:cubicBezTo>
                  <a:cubicBezTo>
                    <a:pt x="1" y="30458"/>
                    <a:pt x="8164" y="41550"/>
                    <a:pt x="20055" y="43369"/>
                  </a:cubicBezTo>
                  <a:cubicBezTo>
                    <a:pt x="21152" y="43532"/>
                    <a:pt x="22242" y="43611"/>
                    <a:pt x="23318" y="43611"/>
                  </a:cubicBezTo>
                  <a:cubicBezTo>
                    <a:pt x="33951" y="43611"/>
                    <a:pt x="43249" y="35887"/>
                    <a:pt x="44901" y="25089"/>
                  </a:cubicBezTo>
                  <a:cubicBezTo>
                    <a:pt x="46676" y="13154"/>
                    <a:pt x="38512" y="2062"/>
                    <a:pt x="26621" y="243"/>
                  </a:cubicBezTo>
                  <a:cubicBezTo>
                    <a:pt x="25528" y="80"/>
                    <a:pt x="24442" y="1"/>
                    <a:pt x="233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67"/>
            <p:cNvSpPr/>
            <p:nvPr/>
          </p:nvSpPr>
          <p:spPr>
            <a:xfrm>
              <a:off x="661961" y="1671979"/>
              <a:ext cx="2712756" cy="230635"/>
            </a:xfrm>
            <a:custGeom>
              <a:avLst/>
              <a:gdLst/>
              <a:ahLst/>
              <a:cxnLst/>
              <a:rect l="l" t="t" r="r" b="b"/>
              <a:pathLst>
                <a:path w="35851" h="3048" extrusionOk="0">
                  <a:moveTo>
                    <a:pt x="33765" y="0"/>
                  </a:moveTo>
                  <a:cubicBezTo>
                    <a:pt x="30526" y="355"/>
                    <a:pt x="27287" y="710"/>
                    <a:pt x="24048" y="843"/>
                  </a:cubicBezTo>
                  <a:cubicBezTo>
                    <a:pt x="19567" y="1110"/>
                    <a:pt x="15042" y="1243"/>
                    <a:pt x="10560" y="1243"/>
                  </a:cubicBezTo>
                  <a:cubicBezTo>
                    <a:pt x="7987" y="1243"/>
                    <a:pt x="5414" y="1198"/>
                    <a:pt x="2840" y="1154"/>
                  </a:cubicBezTo>
                  <a:cubicBezTo>
                    <a:pt x="2308" y="1154"/>
                    <a:pt x="1642" y="1154"/>
                    <a:pt x="977" y="1198"/>
                  </a:cubicBezTo>
                  <a:cubicBezTo>
                    <a:pt x="622" y="1598"/>
                    <a:pt x="311" y="2041"/>
                    <a:pt x="1" y="2485"/>
                  </a:cubicBezTo>
                  <a:lnTo>
                    <a:pt x="933" y="2529"/>
                  </a:lnTo>
                  <a:cubicBezTo>
                    <a:pt x="5675" y="2910"/>
                    <a:pt x="10444" y="3048"/>
                    <a:pt x="15199" y="3048"/>
                  </a:cubicBezTo>
                  <a:cubicBezTo>
                    <a:pt x="16538" y="3048"/>
                    <a:pt x="17876" y="3037"/>
                    <a:pt x="19212" y="3017"/>
                  </a:cubicBezTo>
                  <a:cubicBezTo>
                    <a:pt x="24536" y="2929"/>
                    <a:pt x="30215" y="2929"/>
                    <a:pt x="35850" y="2574"/>
                  </a:cubicBezTo>
                  <a:cubicBezTo>
                    <a:pt x="35229" y="1686"/>
                    <a:pt x="34519" y="799"/>
                    <a:pt x="33765"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67"/>
            <p:cNvSpPr/>
            <p:nvPr/>
          </p:nvSpPr>
          <p:spPr>
            <a:xfrm>
              <a:off x="369885" y="1910331"/>
              <a:ext cx="3293504" cy="805783"/>
            </a:xfrm>
            <a:custGeom>
              <a:avLst/>
              <a:gdLst/>
              <a:ahLst/>
              <a:cxnLst/>
              <a:rect l="l" t="t" r="r" b="b"/>
              <a:pathLst>
                <a:path w="43526" h="10649" extrusionOk="0">
                  <a:moveTo>
                    <a:pt x="40110" y="1"/>
                  </a:moveTo>
                  <a:lnTo>
                    <a:pt x="35318" y="489"/>
                  </a:lnTo>
                  <a:cubicBezTo>
                    <a:pt x="23605" y="1731"/>
                    <a:pt x="12025" y="3772"/>
                    <a:pt x="578" y="6567"/>
                  </a:cubicBezTo>
                  <a:cubicBezTo>
                    <a:pt x="311" y="7676"/>
                    <a:pt x="134" y="8830"/>
                    <a:pt x="1" y="9983"/>
                  </a:cubicBezTo>
                  <a:cubicBezTo>
                    <a:pt x="4142" y="9616"/>
                    <a:pt x="8311" y="9478"/>
                    <a:pt x="12487" y="9478"/>
                  </a:cubicBezTo>
                  <a:cubicBezTo>
                    <a:pt x="21417" y="9478"/>
                    <a:pt x="30380" y="10109"/>
                    <a:pt x="39178" y="10471"/>
                  </a:cubicBezTo>
                  <a:cubicBezTo>
                    <a:pt x="40598" y="10560"/>
                    <a:pt x="42062" y="10604"/>
                    <a:pt x="43526" y="10649"/>
                  </a:cubicBezTo>
                  <a:cubicBezTo>
                    <a:pt x="43304" y="6878"/>
                    <a:pt x="42150" y="3195"/>
                    <a:pt x="4011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67"/>
            <p:cNvSpPr/>
            <p:nvPr/>
          </p:nvSpPr>
          <p:spPr>
            <a:xfrm>
              <a:off x="366556" y="2803359"/>
              <a:ext cx="3296833" cy="154513"/>
            </a:xfrm>
            <a:custGeom>
              <a:avLst/>
              <a:gdLst/>
              <a:ahLst/>
              <a:cxnLst/>
              <a:rect l="l" t="t" r="r" b="b"/>
              <a:pathLst>
                <a:path w="43570" h="2042" extrusionOk="0">
                  <a:moveTo>
                    <a:pt x="0" y="0"/>
                  </a:moveTo>
                  <a:lnTo>
                    <a:pt x="0" y="533"/>
                  </a:lnTo>
                  <a:cubicBezTo>
                    <a:pt x="11536" y="1287"/>
                    <a:pt x="23072" y="2041"/>
                    <a:pt x="34608" y="2041"/>
                  </a:cubicBezTo>
                  <a:cubicBezTo>
                    <a:pt x="37580" y="2041"/>
                    <a:pt x="40553" y="1997"/>
                    <a:pt x="43481" y="1953"/>
                  </a:cubicBezTo>
                  <a:cubicBezTo>
                    <a:pt x="43525" y="1420"/>
                    <a:pt x="43570" y="932"/>
                    <a:pt x="43570" y="400"/>
                  </a:cubicBezTo>
                  <a:lnTo>
                    <a:pt x="43570" y="400"/>
                  </a:lnTo>
                  <a:cubicBezTo>
                    <a:pt x="38749" y="710"/>
                    <a:pt x="33888" y="829"/>
                    <a:pt x="29020" y="829"/>
                  </a:cubicBezTo>
                  <a:cubicBezTo>
                    <a:pt x="19286" y="829"/>
                    <a:pt x="9525" y="355"/>
                    <a:pt x="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67"/>
            <p:cNvSpPr/>
            <p:nvPr/>
          </p:nvSpPr>
          <p:spPr>
            <a:xfrm>
              <a:off x="933910" y="1514212"/>
              <a:ext cx="2215847" cy="137715"/>
            </a:xfrm>
            <a:custGeom>
              <a:avLst/>
              <a:gdLst/>
              <a:ahLst/>
              <a:cxnLst/>
              <a:rect l="l" t="t" r="r" b="b"/>
              <a:pathLst>
                <a:path w="29284" h="1820" extrusionOk="0">
                  <a:moveTo>
                    <a:pt x="666" y="0"/>
                  </a:moveTo>
                  <a:cubicBezTo>
                    <a:pt x="444" y="178"/>
                    <a:pt x="223" y="355"/>
                    <a:pt x="1" y="577"/>
                  </a:cubicBezTo>
                  <a:cubicBezTo>
                    <a:pt x="5791" y="1351"/>
                    <a:pt x="11709" y="1820"/>
                    <a:pt x="17611" y="1820"/>
                  </a:cubicBezTo>
                  <a:cubicBezTo>
                    <a:pt x="21523" y="1820"/>
                    <a:pt x="25428" y="1614"/>
                    <a:pt x="29284" y="1154"/>
                  </a:cubicBezTo>
                  <a:cubicBezTo>
                    <a:pt x="28840" y="754"/>
                    <a:pt x="28441" y="399"/>
                    <a:pt x="27952" y="44"/>
                  </a:cubicBezTo>
                  <a:cubicBezTo>
                    <a:pt x="23101" y="351"/>
                    <a:pt x="18288" y="557"/>
                    <a:pt x="13472" y="557"/>
                  </a:cubicBezTo>
                  <a:cubicBezTo>
                    <a:pt x="9214" y="557"/>
                    <a:pt x="4955" y="396"/>
                    <a:pt x="666"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67"/>
            <p:cNvSpPr/>
            <p:nvPr/>
          </p:nvSpPr>
          <p:spPr>
            <a:xfrm>
              <a:off x="433673" y="3259937"/>
              <a:ext cx="3162599" cy="165939"/>
            </a:xfrm>
            <a:custGeom>
              <a:avLst/>
              <a:gdLst/>
              <a:ahLst/>
              <a:cxnLst/>
              <a:rect l="l" t="t" r="r" b="b"/>
              <a:pathLst>
                <a:path w="41796" h="2193" extrusionOk="0">
                  <a:moveTo>
                    <a:pt x="1" y="0"/>
                  </a:moveTo>
                  <a:cubicBezTo>
                    <a:pt x="1" y="178"/>
                    <a:pt x="45" y="311"/>
                    <a:pt x="90" y="444"/>
                  </a:cubicBezTo>
                  <a:cubicBezTo>
                    <a:pt x="10615" y="1610"/>
                    <a:pt x="21193" y="2193"/>
                    <a:pt x="31783" y="2193"/>
                  </a:cubicBezTo>
                  <a:cubicBezTo>
                    <a:pt x="34898" y="2193"/>
                    <a:pt x="38014" y="2142"/>
                    <a:pt x="41130" y="2041"/>
                  </a:cubicBezTo>
                  <a:cubicBezTo>
                    <a:pt x="41396" y="1420"/>
                    <a:pt x="41618" y="755"/>
                    <a:pt x="41795" y="89"/>
                  </a:cubicBezTo>
                  <a:lnTo>
                    <a:pt x="41795" y="89"/>
                  </a:lnTo>
                  <a:cubicBezTo>
                    <a:pt x="35035" y="434"/>
                    <a:pt x="28264" y="611"/>
                    <a:pt x="21497" y="611"/>
                  </a:cubicBezTo>
                  <a:cubicBezTo>
                    <a:pt x="14320" y="611"/>
                    <a:pt x="7149" y="412"/>
                    <a:pt x="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67"/>
            <p:cNvSpPr/>
            <p:nvPr/>
          </p:nvSpPr>
          <p:spPr>
            <a:xfrm>
              <a:off x="625036" y="3575092"/>
              <a:ext cx="2846990" cy="165031"/>
            </a:xfrm>
            <a:custGeom>
              <a:avLst/>
              <a:gdLst/>
              <a:ahLst/>
              <a:cxnLst/>
              <a:rect l="l" t="t" r="r" b="b"/>
              <a:pathLst>
                <a:path w="37625" h="2181" extrusionOk="0">
                  <a:moveTo>
                    <a:pt x="36150" y="0"/>
                  </a:moveTo>
                  <a:cubicBezTo>
                    <a:pt x="31090" y="0"/>
                    <a:pt x="26005" y="195"/>
                    <a:pt x="21031" y="317"/>
                  </a:cubicBezTo>
                  <a:cubicBezTo>
                    <a:pt x="13977" y="494"/>
                    <a:pt x="7011" y="849"/>
                    <a:pt x="1" y="1426"/>
                  </a:cubicBezTo>
                  <a:cubicBezTo>
                    <a:pt x="134" y="1692"/>
                    <a:pt x="311" y="1914"/>
                    <a:pt x="489" y="2180"/>
                  </a:cubicBezTo>
                  <a:cubicBezTo>
                    <a:pt x="7322" y="1825"/>
                    <a:pt x="14199" y="1603"/>
                    <a:pt x="21031" y="1470"/>
                  </a:cubicBezTo>
                  <a:cubicBezTo>
                    <a:pt x="21487" y="1466"/>
                    <a:pt x="21943" y="1464"/>
                    <a:pt x="22400" y="1464"/>
                  </a:cubicBezTo>
                  <a:cubicBezTo>
                    <a:pt x="27097" y="1464"/>
                    <a:pt x="31829" y="1659"/>
                    <a:pt x="36560" y="1781"/>
                  </a:cubicBezTo>
                  <a:cubicBezTo>
                    <a:pt x="36915" y="1204"/>
                    <a:pt x="37270" y="627"/>
                    <a:pt x="37625" y="6"/>
                  </a:cubicBezTo>
                  <a:cubicBezTo>
                    <a:pt x="37134" y="2"/>
                    <a:pt x="36642" y="0"/>
                    <a:pt x="3615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67"/>
            <p:cNvSpPr/>
            <p:nvPr/>
          </p:nvSpPr>
          <p:spPr>
            <a:xfrm>
              <a:off x="698887" y="3737474"/>
              <a:ext cx="2635499" cy="711804"/>
            </a:xfrm>
            <a:custGeom>
              <a:avLst/>
              <a:gdLst/>
              <a:ahLst/>
              <a:cxnLst/>
              <a:rect l="l" t="t" r="r" b="b"/>
              <a:pathLst>
                <a:path w="34830" h="9407" extrusionOk="0">
                  <a:moveTo>
                    <a:pt x="10106" y="1"/>
                  </a:moveTo>
                  <a:cubicBezTo>
                    <a:pt x="6712" y="1"/>
                    <a:pt x="3329" y="167"/>
                    <a:pt x="1" y="700"/>
                  </a:cubicBezTo>
                  <a:cubicBezTo>
                    <a:pt x="4357" y="6501"/>
                    <a:pt x="10896" y="9407"/>
                    <a:pt x="17436" y="9407"/>
                  </a:cubicBezTo>
                  <a:cubicBezTo>
                    <a:pt x="23951" y="9407"/>
                    <a:pt x="30468" y="6523"/>
                    <a:pt x="34830" y="744"/>
                  </a:cubicBezTo>
                  <a:cubicBezTo>
                    <a:pt x="29949" y="611"/>
                    <a:pt x="25113" y="522"/>
                    <a:pt x="20277" y="300"/>
                  </a:cubicBezTo>
                  <a:cubicBezTo>
                    <a:pt x="16905" y="167"/>
                    <a:pt x="13500" y="1"/>
                    <a:pt x="10106"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67"/>
            <p:cNvSpPr/>
            <p:nvPr/>
          </p:nvSpPr>
          <p:spPr>
            <a:xfrm>
              <a:off x="1967982" y="1148208"/>
              <a:ext cx="1671949" cy="3300238"/>
            </a:xfrm>
            <a:custGeom>
              <a:avLst/>
              <a:gdLst/>
              <a:ahLst/>
              <a:cxnLst/>
              <a:rect l="l" t="t" r="r" b="b"/>
              <a:pathLst>
                <a:path w="22096" h="43615" extrusionOk="0">
                  <a:moveTo>
                    <a:pt x="621" y="1"/>
                  </a:moveTo>
                  <a:lnTo>
                    <a:pt x="621" y="45"/>
                  </a:lnTo>
                  <a:lnTo>
                    <a:pt x="222" y="45"/>
                  </a:lnTo>
                  <a:cubicBezTo>
                    <a:pt x="3549" y="6035"/>
                    <a:pt x="4215" y="13888"/>
                    <a:pt x="4304" y="20499"/>
                  </a:cubicBezTo>
                  <a:cubicBezTo>
                    <a:pt x="4392" y="28396"/>
                    <a:pt x="2928" y="36250"/>
                    <a:pt x="0" y="43615"/>
                  </a:cubicBezTo>
                  <a:lnTo>
                    <a:pt x="621" y="43615"/>
                  </a:lnTo>
                  <a:cubicBezTo>
                    <a:pt x="12512" y="43393"/>
                    <a:pt x="22095" y="33721"/>
                    <a:pt x="22095" y="21786"/>
                  </a:cubicBezTo>
                  <a:cubicBezTo>
                    <a:pt x="22095" y="9895"/>
                    <a:pt x="12512" y="178"/>
                    <a:pt x="621"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67"/>
            <p:cNvSpPr/>
            <p:nvPr/>
          </p:nvSpPr>
          <p:spPr>
            <a:xfrm>
              <a:off x="1961248" y="1151613"/>
              <a:ext cx="1913707" cy="3296833"/>
            </a:xfrm>
            <a:custGeom>
              <a:avLst/>
              <a:gdLst/>
              <a:ahLst/>
              <a:cxnLst/>
              <a:rect l="l" t="t" r="r" b="b"/>
              <a:pathLst>
                <a:path w="25291" h="43570" extrusionOk="0">
                  <a:moveTo>
                    <a:pt x="1109" y="0"/>
                  </a:moveTo>
                  <a:lnTo>
                    <a:pt x="1109" y="0"/>
                  </a:lnTo>
                  <a:cubicBezTo>
                    <a:pt x="5768" y="2130"/>
                    <a:pt x="9894" y="4925"/>
                    <a:pt x="11580" y="10161"/>
                  </a:cubicBezTo>
                  <a:cubicBezTo>
                    <a:pt x="13133" y="15130"/>
                    <a:pt x="13399" y="20410"/>
                    <a:pt x="12290" y="25512"/>
                  </a:cubicBezTo>
                  <a:cubicBezTo>
                    <a:pt x="11181" y="30614"/>
                    <a:pt x="8741" y="35362"/>
                    <a:pt x="5236" y="39266"/>
                  </a:cubicBezTo>
                  <a:cubicBezTo>
                    <a:pt x="3727" y="40908"/>
                    <a:pt x="1819" y="42194"/>
                    <a:pt x="0" y="43570"/>
                  </a:cubicBezTo>
                  <a:lnTo>
                    <a:pt x="710" y="43570"/>
                  </a:lnTo>
                  <a:cubicBezTo>
                    <a:pt x="14908" y="43525"/>
                    <a:pt x="25290" y="30215"/>
                    <a:pt x="21874" y="16461"/>
                  </a:cubicBezTo>
                  <a:cubicBezTo>
                    <a:pt x="21164" y="14021"/>
                    <a:pt x="20143" y="11714"/>
                    <a:pt x="18768" y="9584"/>
                  </a:cubicBezTo>
                  <a:cubicBezTo>
                    <a:pt x="14819" y="3683"/>
                    <a:pt x="8208" y="89"/>
                    <a:pt x="1109"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67"/>
            <p:cNvSpPr/>
            <p:nvPr/>
          </p:nvSpPr>
          <p:spPr>
            <a:xfrm>
              <a:off x="319566" y="1100462"/>
              <a:ext cx="3491601" cy="3353281"/>
            </a:xfrm>
            <a:custGeom>
              <a:avLst/>
              <a:gdLst/>
              <a:ahLst/>
              <a:cxnLst/>
              <a:rect l="l" t="t" r="r" b="b"/>
              <a:pathLst>
                <a:path w="46144" h="44316" extrusionOk="0">
                  <a:moveTo>
                    <a:pt x="43925" y="22860"/>
                  </a:moveTo>
                  <a:cubicBezTo>
                    <a:pt x="43925" y="23659"/>
                    <a:pt x="43836" y="24413"/>
                    <a:pt x="43747" y="25212"/>
                  </a:cubicBezTo>
                  <a:cubicBezTo>
                    <a:pt x="43703" y="24413"/>
                    <a:pt x="43747" y="23615"/>
                    <a:pt x="43925" y="22860"/>
                  </a:cubicBezTo>
                  <a:close/>
                  <a:moveTo>
                    <a:pt x="32655" y="33553"/>
                  </a:moveTo>
                  <a:lnTo>
                    <a:pt x="32655" y="33553"/>
                  </a:lnTo>
                  <a:cubicBezTo>
                    <a:pt x="33764" y="33642"/>
                    <a:pt x="34829" y="34085"/>
                    <a:pt x="35672" y="34840"/>
                  </a:cubicBezTo>
                  <a:lnTo>
                    <a:pt x="35273" y="35283"/>
                  </a:lnTo>
                  <a:cubicBezTo>
                    <a:pt x="35273" y="35239"/>
                    <a:pt x="35229" y="35150"/>
                    <a:pt x="35184" y="35106"/>
                  </a:cubicBezTo>
                  <a:cubicBezTo>
                    <a:pt x="34474" y="34662"/>
                    <a:pt x="33676" y="34352"/>
                    <a:pt x="32833" y="34263"/>
                  </a:cubicBezTo>
                  <a:cubicBezTo>
                    <a:pt x="32744" y="34041"/>
                    <a:pt x="32700" y="33775"/>
                    <a:pt x="32655" y="33553"/>
                  </a:cubicBezTo>
                  <a:close/>
                  <a:moveTo>
                    <a:pt x="39310" y="35816"/>
                  </a:moveTo>
                  <a:lnTo>
                    <a:pt x="39310" y="35816"/>
                  </a:lnTo>
                  <a:cubicBezTo>
                    <a:pt x="39000" y="36215"/>
                    <a:pt x="38645" y="36614"/>
                    <a:pt x="38334" y="37014"/>
                  </a:cubicBezTo>
                  <a:cubicBezTo>
                    <a:pt x="37580" y="37812"/>
                    <a:pt x="36781" y="38522"/>
                    <a:pt x="35938" y="39188"/>
                  </a:cubicBezTo>
                  <a:cubicBezTo>
                    <a:pt x="36914" y="37945"/>
                    <a:pt x="38024" y="36792"/>
                    <a:pt x="39310" y="35816"/>
                  </a:cubicBezTo>
                  <a:close/>
                  <a:moveTo>
                    <a:pt x="39577" y="26720"/>
                  </a:moveTo>
                  <a:cubicBezTo>
                    <a:pt x="39621" y="26942"/>
                    <a:pt x="39710" y="27164"/>
                    <a:pt x="39754" y="27386"/>
                  </a:cubicBezTo>
                  <a:cubicBezTo>
                    <a:pt x="39577" y="27563"/>
                    <a:pt x="39488" y="27830"/>
                    <a:pt x="39488" y="28140"/>
                  </a:cubicBezTo>
                  <a:cubicBezTo>
                    <a:pt x="39488" y="28318"/>
                    <a:pt x="39632" y="28406"/>
                    <a:pt x="39776" y="28406"/>
                  </a:cubicBezTo>
                  <a:cubicBezTo>
                    <a:pt x="39920" y="28406"/>
                    <a:pt x="40065" y="28318"/>
                    <a:pt x="40065" y="28140"/>
                  </a:cubicBezTo>
                  <a:cubicBezTo>
                    <a:pt x="40331" y="28850"/>
                    <a:pt x="40641" y="29516"/>
                    <a:pt x="41041" y="30137"/>
                  </a:cubicBezTo>
                  <a:cubicBezTo>
                    <a:pt x="41085" y="30225"/>
                    <a:pt x="41174" y="30270"/>
                    <a:pt x="41218" y="30270"/>
                  </a:cubicBezTo>
                  <a:lnTo>
                    <a:pt x="40242" y="30891"/>
                  </a:lnTo>
                  <a:cubicBezTo>
                    <a:pt x="39978" y="31042"/>
                    <a:pt x="40163" y="31417"/>
                    <a:pt x="40388" y="31417"/>
                  </a:cubicBezTo>
                  <a:cubicBezTo>
                    <a:pt x="40428" y="31417"/>
                    <a:pt x="40468" y="31406"/>
                    <a:pt x="40508" y="31379"/>
                  </a:cubicBezTo>
                  <a:lnTo>
                    <a:pt x="42549" y="30092"/>
                  </a:lnTo>
                  <a:lnTo>
                    <a:pt x="42549" y="30092"/>
                  </a:lnTo>
                  <a:cubicBezTo>
                    <a:pt x="42416" y="30492"/>
                    <a:pt x="42239" y="30891"/>
                    <a:pt x="42106" y="31246"/>
                  </a:cubicBezTo>
                  <a:cubicBezTo>
                    <a:pt x="42061" y="31224"/>
                    <a:pt x="42017" y="31213"/>
                    <a:pt x="41972" y="31213"/>
                  </a:cubicBezTo>
                  <a:cubicBezTo>
                    <a:pt x="41928" y="31213"/>
                    <a:pt x="41884" y="31224"/>
                    <a:pt x="41839" y="31246"/>
                  </a:cubicBezTo>
                  <a:cubicBezTo>
                    <a:pt x="40508" y="32045"/>
                    <a:pt x="39310" y="33021"/>
                    <a:pt x="38201" y="34130"/>
                  </a:cubicBezTo>
                  <a:cubicBezTo>
                    <a:pt x="37990" y="34306"/>
                    <a:pt x="38198" y="34594"/>
                    <a:pt x="38404" y="34594"/>
                  </a:cubicBezTo>
                  <a:cubicBezTo>
                    <a:pt x="38457" y="34594"/>
                    <a:pt x="38510" y="34575"/>
                    <a:pt x="38556" y="34529"/>
                  </a:cubicBezTo>
                  <a:cubicBezTo>
                    <a:pt x="39532" y="33553"/>
                    <a:pt x="40597" y="32710"/>
                    <a:pt x="41751" y="31956"/>
                  </a:cubicBezTo>
                  <a:lnTo>
                    <a:pt x="41751" y="31956"/>
                  </a:lnTo>
                  <a:cubicBezTo>
                    <a:pt x="41351" y="32843"/>
                    <a:pt x="40863" y="33686"/>
                    <a:pt x="40331" y="34485"/>
                  </a:cubicBezTo>
                  <a:cubicBezTo>
                    <a:pt x="40286" y="34485"/>
                    <a:pt x="40286" y="34485"/>
                    <a:pt x="40242" y="34529"/>
                  </a:cubicBezTo>
                  <a:cubicBezTo>
                    <a:pt x="38201" y="35816"/>
                    <a:pt x="36426" y="37502"/>
                    <a:pt x="35051" y="39498"/>
                  </a:cubicBezTo>
                  <a:cubicBezTo>
                    <a:pt x="35007" y="39543"/>
                    <a:pt x="35007" y="39587"/>
                    <a:pt x="35007" y="39587"/>
                  </a:cubicBezTo>
                  <a:lnTo>
                    <a:pt x="34918" y="39454"/>
                  </a:lnTo>
                  <a:cubicBezTo>
                    <a:pt x="34874" y="39410"/>
                    <a:pt x="34829" y="39365"/>
                    <a:pt x="34740" y="39321"/>
                  </a:cubicBezTo>
                  <a:lnTo>
                    <a:pt x="34607" y="39099"/>
                  </a:lnTo>
                  <a:cubicBezTo>
                    <a:pt x="34652" y="39099"/>
                    <a:pt x="34696" y="39055"/>
                    <a:pt x="34740" y="39010"/>
                  </a:cubicBezTo>
                  <a:cubicBezTo>
                    <a:pt x="35317" y="37945"/>
                    <a:pt x="36071" y="36969"/>
                    <a:pt x="36959" y="36126"/>
                  </a:cubicBezTo>
                  <a:cubicBezTo>
                    <a:pt x="37163" y="35922"/>
                    <a:pt x="36975" y="35639"/>
                    <a:pt x="36757" y="35639"/>
                  </a:cubicBezTo>
                  <a:cubicBezTo>
                    <a:pt x="36690" y="35639"/>
                    <a:pt x="36621" y="35665"/>
                    <a:pt x="36560" y="35727"/>
                  </a:cubicBezTo>
                  <a:cubicBezTo>
                    <a:pt x="35628" y="36570"/>
                    <a:pt x="34874" y="37546"/>
                    <a:pt x="34297" y="38655"/>
                  </a:cubicBezTo>
                  <a:cubicBezTo>
                    <a:pt x="34119" y="38434"/>
                    <a:pt x="33986" y="38256"/>
                    <a:pt x="33853" y="38123"/>
                  </a:cubicBezTo>
                  <a:cubicBezTo>
                    <a:pt x="33897" y="38079"/>
                    <a:pt x="33942" y="38034"/>
                    <a:pt x="33986" y="37990"/>
                  </a:cubicBezTo>
                  <a:cubicBezTo>
                    <a:pt x="35184" y="36126"/>
                    <a:pt x="36693" y="34440"/>
                    <a:pt x="38423" y="33021"/>
                  </a:cubicBezTo>
                  <a:cubicBezTo>
                    <a:pt x="38512" y="32932"/>
                    <a:pt x="38512" y="32754"/>
                    <a:pt x="38423" y="32621"/>
                  </a:cubicBezTo>
                  <a:cubicBezTo>
                    <a:pt x="38512" y="32577"/>
                    <a:pt x="38556" y="32399"/>
                    <a:pt x="38467" y="32266"/>
                  </a:cubicBezTo>
                  <a:cubicBezTo>
                    <a:pt x="37314" y="30669"/>
                    <a:pt x="38423" y="28051"/>
                    <a:pt x="39577" y="26720"/>
                  </a:cubicBezTo>
                  <a:close/>
                  <a:moveTo>
                    <a:pt x="35051" y="39809"/>
                  </a:moveTo>
                  <a:cubicBezTo>
                    <a:pt x="35051" y="39809"/>
                    <a:pt x="35051" y="39853"/>
                    <a:pt x="35095" y="39853"/>
                  </a:cubicBezTo>
                  <a:lnTo>
                    <a:pt x="35051" y="39853"/>
                  </a:lnTo>
                  <a:cubicBezTo>
                    <a:pt x="35051" y="39853"/>
                    <a:pt x="35051" y="39809"/>
                    <a:pt x="35051" y="39809"/>
                  </a:cubicBezTo>
                  <a:close/>
                  <a:moveTo>
                    <a:pt x="32211" y="40785"/>
                  </a:moveTo>
                  <a:cubicBezTo>
                    <a:pt x="32300" y="40962"/>
                    <a:pt x="32433" y="41096"/>
                    <a:pt x="32566" y="41273"/>
                  </a:cubicBezTo>
                  <a:cubicBezTo>
                    <a:pt x="32566" y="41317"/>
                    <a:pt x="32611" y="41317"/>
                    <a:pt x="32611" y="41362"/>
                  </a:cubicBezTo>
                  <a:cubicBezTo>
                    <a:pt x="32211" y="41539"/>
                    <a:pt x="31857" y="41761"/>
                    <a:pt x="31457" y="41894"/>
                  </a:cubicBezTo>
                  <a:cubicBezTo>
                    <a:pt x="31590" y="41539"/>
                    <a:pt x="31812" y="41184"/>
                    <a:pt x="32123" y="40918"/>
                  </a:cubicBezTo>
                  <a:cubicBezTo>
                    <a:pt x="32167" y="40874"/>
                    <a:pt x="32211" y="40829"/>
                    <a:pt x="32211" y="40785"/>
                  </a:cubicBezTo>
                  <a:close/>
                  <a:moveTo>
                    <a:pt x="31413" y="39765"/>
                  </a:moveTo>
                  <a:cubicBezTo>
                    <a:pt x="31635" y="39986"/>
                    <a:pt x="31812" y="40253"/>
                    <a:pt x="31990" y="40474"/>
                  </a:cubicBezTo>
                  <a:cubicBezTo>
                    <a:pt x="31964" y="40461"/>
                    <a:pt x="31934" y="40456"/>
                    <a:pt x="31904" y="40456"/>
                  </a:cubicBezTo>
                  <a:cubicBezTo>
                    <a:pt x="31831" y="40456"/>
                    <a:pt x="31755" y="40487"/>
                    <a:pt x="31723" y="40519"/>
                  </a:cubicBezTo>
                  <a:cubicBezTo>
                    <a:pt x="31324" y="40874"/>
                    <a:pt x="31014" y="41317"/>
                    <a:pt x="30880" y="41850"/>
                  </a:cubicBezTo>
                  <a:cubicBezTo>
                    <a:pt x="30836" y="41939"/>
                    <a:pt x="30880" y="42072"/>
                    <a:pt x="30969" y="42116"/>
                  </a:cubicBezTo>
                  <a:cubicBezTo>
                    <a:pt x="30659" y="42249"/>
                    <a:pt x="30348" y="42382"/>
                    <a:pt x="30037" y="42471"/>
                  </a:cubicBezTo>
                  <a:cubicBezTo>
                    <a:pt x="30304" y="41495"/>
                    <a:pt x="30792" y="40563"/>
                    <a:pt x="31413" y="39765"/>
                  </a:cubicBezTo>
                  <a:close/>
                  <a:moveTo>
                    <a:pt x="29505" y="37945"/>
                  </a:moveTo>
                  <a:cubicBezTo>
                    <a:pt x="30037" y="38389"/>
                    <a:pt x="30570" y="38833"/>
                    <a:pt x="31058" y="39365"/>
                  </a:cubicBezTo>
                  <a:cubicBezTo>
                    <a:pt x="30304" y="40253"/>
                    <a:pt x="29771" y="41317"/>
                    <a:pt x="29461" y="42471"/>
                  </a:cubicBezTo>
                  <a:cubicBezTo>
                    <a:pt x="29461" y="42560"/>
                    <a:pt x="29461" y="42604"/>
                    <a:pt x="29461" y="42693"/>
                  </a:cubicBezTo>
                  <a:cubicBezTo>
                    <a:pt x="29283" y="42737"/>
                    <a:pt x="29106" y="42826"/>
                    <a:pt x="28928" y="42870"/>
                  </a:cubicBezTo>
                  <a:cubicBezTo>
                    <a:pt x="29017" y="42027"/>
                    <a:pt x="29239" y="41273"/>
                    <a:pt x="29594" y="40519"/>
                  </a:cubicBezTo>
                  <a:cubicBezTo>
                    <a:pt x="29716" y="40274"/>
                    <a:pt x="29522" y="40071"/>
                    <a:pt x="29331" y="40071"/>
                  </a:cubicBezTo>
                  <a:cubicBezTo>
                    <a:pt x="29246" y="40071"/>
                    <a:pt x="29161" y="40112"/>
                    <a:pt x="29106" y="40208"/>
                  </a:cubicBezTo>
                  <a:cubicBezTo>
                    <a:pt x="28751" y="41007"/>
                    <a:pt x="28529" y="41805"/>
                    <a:pt x="28396" y="42693"/>
                  </a:cubicBezTo>
                  <a:cubicBezTo>
                    <a:pt x="28218" y="42560"/>
                    <a:pt x="28041" y="42471"/>
                    <a:pt x="27863" y="42382"/>
                  </a:cubicBezTo>
                  <a:cubicBezTo>
                    <a:pt x="27908" y="40918"/>
                    <a:pt x="28351" y="39498"/>
                    <a:pt x="29239" y="38300"/>
                  </a:cubicBezTo>
                  <a:cubicBezTo>
                    <a:pt x="29328" y="38256"/>
                    <a:pt x="29372" y="38212"/>
                    <a:pt x="29416" y="38123"/>
                  </a:cubicBezTo>
                  <a:lnTo>
                    <a:pt x="29505" y="37945"/>
                  </a:lnTo>
                  <a:close/>
                  <a:moveTo>
                    <a:pt x="26086" y="43413"/>
                  </a:moveTo>
                  <a:cubicBezTo>
                    <a:pt x="26234" y="43413"/>
                    <a:pt x="26383" y="43424"/>
                    <a:pt x="26532" y="43447"/>
                  </a:cubicBezTo>
                  <a:cubicBezTo>
                    <a:pt x="25956" y="43536"/>
                    <a:pt x="25423" y="43580"/>
                    <a:pt x="24846" y="43669"/>
                  </a:cubicBezTo>
                  <a:cubicBezTo>
                    <a:pt x="25241" y="43504"/>
                    <a:pt x="25661" y="43413"/>
                    <a:pt x="26086" y="43413"/>
                  </a:cubicBezTo>
                  <a:close/>
                  <a:moveTo>
                    <a:pt x="21641" y="583"/>
                  </a:moveTo>
                  <a:cubicBezTo>
                    <a:pt x="27812" y="583"/>
                    <a:pt x="33697" y="3098"/>
                    <a:pt x="37979" y="7553"/>
                  </a:cubicBezTo>
                  <a:cubicBezTo>
                    <a:pt x="37979" y="7598"/>
                    <a:pt x="37935" y="7598"/>
                    <a:pt x="37935" y="7642"/>
                  </a:cubicBezTo>
                  <a:cubicBezTo>
                    <a:pt x="37802" y="8041"/>
                    <a:pt x="37713" y="8485"/>
                    <a:pt x="37757" y="8929"/>
                  </a:cubicBezTo>
                  <a:cubicBezTo>
                    <a:pt x="37757" y="9106"/>
                    <a:pt x="37891" y="9195"/>
                    <a:pt x="38024" y="9195"/>
                  </a:cubicBezTo>
                  <a:cubicBezTo>
                    <a:pt x="38157" y="9195"/>
                    <a:pt x="38290" y="9106"/>
                    <a:pt x="38290" y="8929"/>
                  </a:cubicBezTo>
                  <a:cubicBezTo>
                    <a:pt x="38290" y="8618"/>
                    <a:pt x="38334" y="8308"/>
                    <a:pt x="38423" y="7997"/>
                  </a:cubicBezTo>
                  <a:cubicBezTo>
                    <a:pt x="38734" y="8396"/>
                    <a:pt x="39044" y="8751"/>
                    <a:pt x="39355" y="9106"/>
                  </a:cubicBezTo>
                  <a:cubicBezTo>
                    <a:pt x="39222" y="9106"/>
                    <a:pt x="39089" y="9151"/>
                    <a:pt x="39044" y="9284"/>
                  </a:cubicBezTo>
                  <a:cubicBezTo>
                    <a:pt x="38911" y="9594"/>
                    <a:pt x="38911" y="9949"/>
                    <a:pt x="39089" y="10260"/>
                  </a:cubicBezTo>
                  <a:cubicBezTo>
                    <a:pt x="39130" y="10358"/>
                    <a:pt x="39208" y="10398"/>
                    <a:pt x="39289" y="10398"/>
                  </a:cubicBezTo>
                  <a:cubicBezTo>
                    <a:pt x="39467" y="10398"/>
                    <a:pt x="39668" y="10206"/>
                    <a:pt x="39577" y="9994"/>
                  </a:cubicBezTo>
                  <a:cubicBezTo>
                    <a:pt x="39488" y="9816"/>
                    <a:pt x="39488" y="9639"/>
                    <a:pt x="39577" y="9461"/>
                  </a:cubicBezTo>
                  <a:cubicBezTo>
                    <a:pt x="39577" y="9417"/>
                    <a:pt x="39577" y="9417"/>
                    <a:pt x="39577" y="9417"/>
                  </a:cubicBezTo>
                  <a:cubicBezTo>
                    <a:pt x="39798" y="9727"/>
                    <a:pt x="40065" y="10038"/>
                    <a:pt x="40286" y="10349"/>
                  </a:cubicBezTo>
                  <a:cubicBezTo>
                    <a:pt x="40198" y="10393"/>
                    <a:pt x="40153" y="10482"/>
                    <a:pt x="40153" y="10570"/>
                  </a:cubicBezTo>
                  <a:lnTo>
                    <a:pt x="40153" y="11147"/>
                  </a:lnTo>
                  <a:cubicBezTo>
                    <a:pt x="40153" y="11325"/>
                    <a:pt x="40286" y="11413"/>
                    <a:pt x="40420" y="11413"/>
                  </a:cubicBezTo>
                  <a:cubicBezTo>
                    <a:pt x="40553" y="11413"/>
                    <a:pt x="40686" y="11325"/>
                    <a:pt x="40686" y="11147"/>
                  </a:cubicBezTo>
                  <a:lnTo>
                    <a:pt x="40686" y="11058"/>
                  </a:lnTo>
                  <a:cubicBezTo>
                    <a:pt x="41129" y="11680"/>
                    <a:pt x="41484" y="12345"/>
                    <a:pt x="41795" y="13011"/>
                  </a:cubicBezTo>
                  <a:cubicBezTo>
                    <a:pt x="42106" y="13587"/>
                    <a:pt x="42372" y="14209"/>
                    <a:pt x="42594" y="14830"/>
                  </a:cubicBezTo>
                  <a:cubicBezTo>
                    <a:pt x="42327" y="15140"/>
                    <a:pt x="42061" y="15451"/>
                    <a:pt x="41839" y="15761"/>
                  </a:cubicBezTo>
                  <a:cubicBezTo>
                    <a:pt x="41307" y="15052"/>
                    <a:pt x="40952" y="14209"/>
                    <a:pt x="40819" y="13277"/>
                  </a:cubicBezTo>
                  <a:cubicBezTo>
                    <a:pt x="40784" y="13138"/>
                    <a:pt x="40682" y="13081"/>
                    <a:pt x="40573" y="13081"/>
                  </a:cubicBezTo>
                  <a:cubicBezTo>
                    <a:pt x="40402" y="13081"/>
                    <a:pt x="40215" y="13221"/>
                    <a:pt x="40242" y="13410"/>
                  </a:cubicBezTo>
                  <a:cubicBezTo>
                    <a:pt x="40375" y="14342"/>
                    <a:pt x="40730" y="15229"/>
                    <a:pt x="41263" y="15983"/>
                  </a:cubicBezTo>
                  <a:cubicBezTo>
                    <a:pt x="41129" y="16028"/>
                    <a:pt x="40996" y="16116"/>
                    <a:pt x="40863" y="16205"/>
                  </a:cubicBezTo>
                  <a:cubicBezTo>
                    <a:pt x="40153" y="15362"/>
                    <a:pt x="39710" y="14297"/>
                    <a:pt x="39577" y="13188"/>
                  </a:cubicBezTo>
                  <a:cubicBezTo>
                    <a:pt x="39577" y="13011"/>
                    <a:pt x="39432" y="12922"/>
                    <a:pt x="39294" y="12922"/>
                  </a:cubicBezTo>
                  <a:cubicBezTo>
                    <a:pt x="39155" y="12922"/>
                    <a:pt x="39022" y="13011"/>
                    <a:pt x="39044" y="13188"/>
                  </a:cubicBezTo>
                  <a:cubicBezTo>
                    <a:pt x="39177" y="14430"/>
                    <a:pt x="39665" y="15628"/>
                    <a:pt x="40464" y="16604"/>
                  </a:cubicBezTo>
                  <a:cubicBezTo>
                    <a:pt x="40508" y="16649"/>
                    <a:pt x="40553" y="16649"/>
                    <a:pt x="40597" y="16649"/>
                  </a:cubicBezTo>
                  <a:cubicBezTo>
                    <a:pt x="40597" y="16800"/>
                    <a:pt x="40720" y="16889"/>
                    <a:pt x="40854" y="16889"/>
                  </a:cubicBezTo>
                  <a:cubicBezTo>
                    <a:pt x="40918" y="16889"/>
                    <a:pt x="40984" y="16869"/>
                    <a:pt x="41041" y="16826"/>
                  </a:cubicBezTo>
                  <a:cubicBezTo>
                    <a:pt x="41129" y="16738"/>
                    <a:pt x="41218" y="16649"/>
                    <a:pt x="41351" y="16604"/>
                  </a:cubicBezTo>
                  <a:lnTo>
                    <a:pt x="41351" y="16604"/>
                  </a:lnTo>
                  <a:cubicBezTo>
                    <a:pt x="40775" y="17536"/>
                    <a:pt x="40375" y="18512"/>
                    <a:pt x="40065" y="19577"/>
                  </a:cubicBezTo>
                  <a:lnTo>
                    <a:pt x="40020" y="19577"/>
                  </a:lnTo>
                  <a:cubicBezTo>
                    <a:pt x="39577" y="19710"/>
                    <a:pt x="39222" y="19976"/>
                    <a:pt x="38911" y="20287"/>
                  </a:cubicBezTo>
                  <a:cubicBezTo>
                    <a:pt x="38707" y="20491"/>
                    <a:pt x="38894" y="20774"/>
                    <a:pt x="39113" y="20774"/>
                  </a:cubicBezTo>
                  <a:cubicBezTo>
                    <a:pt x="39179" y="20774"/>
                    <a:pt x="39248" y="20748"/>
                    <a:pt x="39310" y="20686"/>
                  </a:cubicBezTo>
                  <a:cubicBezTo>
                    <a:pt x="39488" y="20509"/>
                    <a:pt x="39710" y="20331"/>
                    <a:pt x="39932" y="20243"/>
                  </a:cubicBezTo>
                  <a:cubicBezTo>
                    <a:pt x="39956" y="20391"/>
                    <a:pt x="40105" y="20484"/>
                    <a:pt x="40247" y="20484"/>
                  </a:cubicBezTo>
                  <a:cubicBezTo>
                    <a:pt x="40360" y="20484"/>
                    <a:pt x="40469" y="20425"/>
                    <a:pt x="40508" y="20287"/>
                  </a:cubicBezTo>
                  <a:cubicBezTo>
                    <a:pt x="40908" y="18512"/>
                    <a:pt x="41706" y="16871"/>
                    <a:pt x="42815" y="15451"/>
                  </a:cubicBezTo>
                  <a:cubicBezTo>
                    <a:pt x="42993" y="15895"/>
                    <a:pt x="43126" y="16338"/>
                    <a:pt x="43259" y="16782"/>
                  </a:cubicBezTo>
                  <a:cubicBezTo>
                    <a:pt x="43170" y="16782"/>
                    <a:pt x="43126" y="16826"/>
                    <a:pt x="43082" y="16871"/>
                  </a:cubicBezTo>
                  <a:cubicBezTo>
                    <a:pt x="41706" y="18778"/>
                    <a:pt x="40952" y="21041"/>
                    <a:pt x="40863" y="23348"/>
                  </a:cubicBezTo>
                  <a:cubicBezTo>
                    <a:pt x="40863" y="23526"/>
                    <a:pt x="41007" y="23615"/>
                    <a:pt x="41152" y="23615"/>
                  </a:cubicBezTo>
                  <a:cubicBezTo>
                    <a:pt x="41296" y="23615"/>
                    <a:pt x="41440" y="23526"/>
                    <a:pt x="41440" y="23348"/>
                  </a:cubicBezTo>
                  <a:cubicBezTo>
                    <a:pt x="41484" y="21219"/>
                    <a:pt x="42194" y="19133"/>
                    <a:pt x="43437" y="17403"/>
                  </a:cubicBezTo>
                  <a:cubicBezTo>
                    <a:pt x="43525" y="17758"/>
                    <a:pt x="43570" y="18157"/>
                    <a:pt x="43658" y="18512"/>
                  </a:cubicBezTo>
                  <a:cubicBezTo>
                    <a:pt x="43614" y="18512"/>
                    <a:pt x="43614" y="18557"/>
                    <a:pt x="43614" y="18557"/>
                  </a:cubicBezTo>
                  <a:cubicBezTo>
                    <a:pt x="43259" y="19000"/>
                    <a:pt x="43037" y="19488"/>
                    <a:pt x="42904" y="20021"/>
                  </a:cubicBezTo>
                  <a:cubicBezTo>
                    <a:pt x="42852" y="20230"/>
                    <a:pt x="43016" y="20363"/>
                    <a:pt x="43187" y="20363"/>
                  </a:cubicBezTo>
                  <a:cubicBezTo>
                    <a:pt x="43305" y="20363"/>
                    <a:pt x="43426" y="20299"/>
                    <a:pt x="43481" y="20154"/>
                  </a:cubicBezTo>
                  <a:cubicBezTo>
                    <a:pt x="43525" y="19843"/>
                    <a:pt x="43658" y="19577"/>
                    <a:pt x="43836" y="19267"/>
                  </a:cubicBezTo>
                  <a:cubicBezTo>
                    <a:pt x="43925" y="20021"/>
                    <a:pt x="43969" y="20775"/>
                    <a:pt x="44013" y="21485"/>
                  </a:cubicBezTo>
                  <a:cubicBezTo>
                    <a:pt x="43880" y="21485"/>
                    <a:pt x="43792" y="21574"/>
                    <a:pt x="43747" y="21707"/>
                  </a:cubicBezTo>
                  <a:cubicBezTo>
                    <a:pt x="43259" y="23260"/>
                    <a:pt x="43170" y="24946"/>
                    <a:pt x="43525" y="26543"/>
                  </a:cubicBezTo>
                  <a:cubicBezTo>
                    <a:pt x="43525" y="26632"/>
                    <a:pt x="43570" y="26720"/>
                    <a:pt x="43614" y="26720"/>
                  </a:cubicBezTo>
                  <a:cubicBezTo>
                    <a:pt x="43525" y="27253"/>
                    <a:pt x="43437" y="27741"/>
                    <a:pt x="43303" y="28229"/>
                  </a:cubicBezTo>
                  <a:cubicBezTo>
                    <a:pt x="42682" y="26365"/>
                    <a:pt x="42505" y="24369"/>
                    <a:pt x="42815" y="22417"/>
                  </a:cubicBezTo>
                  <a:cubicBezTo>
                    <a:pt x="42843" y="22197"/>
                    <a:pt x="42650" y="22046"/>
                    <a:pt x="42478" y="22046"/>
                  </a:cubicBezTo>
                  <a:cubicBezTo>
                    <a:pt x="42371" y="22046"/>
                    <a:pt x="42273" y="22104"/>
                    <a:pt x="42239" y="22239"/>
                  </a:cubicBezTo>
                  <a:cubicBezTo>
                    <a:pt x="41884" y="24546"/>
                    <a:pt x="42150" y="26898"/>
                    <a:pt x="42949" y="29072"/>
                  </a:cubicBezTo>
                  <a:cubicBezTo>
                    <a:pt x="42949" y="29116"/>
                    <a:pt x="42993" y="29116"/>
                    <a:pt x="42993" y="29116"/>
                  </a:cubicBezTo>
                  <a:lnTo>
                    <a:pt x="42949" y="29338"/>
                  </a:lnTo>
                  <a:lnTo>
                    <a:pt x="42860" y="29338"/>
                  </a:lnTo>
                  <a:lnTo>
                    <a:pt x="42594" y="29516"/>
                  </a:lnTo>
                  <a:cubicBezTo>
                    <a:pt x="42017" y="28318"/>
                    <a:pt x="41662" y="26987"/>
                    <a:pt x="41484" y="25656"/>
                  </a:cubicBezTo>
                  <a:cubicBezTo>
                    <a:pt x="41462" y="25478"/>
                    <a:pt x="41318" y="25389"/>
                    <a:pt x="41185" y="25389"/>
                  </a:cubicBezTo>
                  <a:cubicBezTo>
                    <a:pt x="41052" y="25389"/>
                    <a:pt x="40930" y="25478"/>
                    <a:pt x="40952" y="25656"/>
                  </a:cubicBezTo>
                  <a:cubicBezTo>
                    <a:pt x="41085" y="27075"/>
                    <a:pt x="41440" y="28495"/>
                    <a:pt x="42061" y="29782"/>
                  </a:cubicBezTo>
                  <a:lnTo>
                    <a:pt x="41573" y="30048"/>
                  </a:lnTo>
                  <a:cubicBezTo>
                    <a:pt x="41617" y="30004"/>
                    <a:pt x="41573" y="29915"/>
                    <a:pt x="41529" y="29870"/>
                  </a:cubicBezTo>
                  <a:cubicBezTo>
                    <a:pt x="40420" y="28096"/>
                    <a:pt x="39843" y="26010"/>
                    <a:pt x="39843" y="23881"/>
                  </a:cubicBezTo>
                  <a:cubicBezTo>
                    <a:pt x="39843" y="23703"/>
                    <a:pt x="39699" y="23615"/>
                    <a:pt x="39554" y="23615"/>
                  </a:cubicBezTo>
                  <a:cubicBezTo>
                    <a:pt x="39410" y="23615"/>
                    <a:pt x="39266" y="23703"/>
                    <a:pt x="39266" y="23881"/>
                  </a:cubicBezTo>
                  <a:cubicBezTo>
                    <a:pt x="39266" y="24147"/>
                    <a:pt x="39266" y="24413"/>
                    <a:pt x="39310" y="24635"/>
                  </a:cubicBezTo>
                  <a:cubicBezTo>
                    <a:pt x="38778" y="24990"/>
                    <a:pt x="38290" y="25389"/>
                    <a:pt x="37891" y="25833"/>
                  </a:cubicBezTo>
                  <a:cubicBezTo>
                    <a:pt x="37891" y="25789"/>
                    <a:pt x="37846" y="25744"/>
                    <a:pt x="37846" y="25656"/>
                  </a:cubicBezTo>
                  <a:cubicBezTo>
                    <a:pt x="37846" y="25611"/>
                    <a:pt x="37846" y="25567"/>
                    <a:pt x="37846" y="25567"/>
                  </a:cubicBezTo>
                  <a:cubicBezTo>
                    <a:pt x="37891" y="24236"/>
                    <a:pt x="38556" y="23038"/>
                    <a:pt x="39621" y="22239"/>
                  </a:cubicBezTo>
                  <a:cubicBezTo>
                    <a:pt x="39832" y="22063"/>
                    <a:pt x="39624" y="21775"/>
                    <a:pt x="39396" y="21775"/>
                  </a:cubicBezTo>
                  <a:cubicBezTo>
                    <a:pt x="39337" y="21775"/>
                    <a:pt x="39276" y="21794"/>
                    <a:pt x="39222" y="21840"/>
                  </a:cubicBezTo>
                  <a:cubicBezTo>
                    <a:pt x="38201" y="22639"/>
                    <a:pt x="37536" y="23748"/>
                    <a:pt x="37358" y="25034"/>
                  </a:cubicBezTo>
                  <a:cubicBezTo>
                    <a:pt x="37318" y="25014"/>
                    <a:pt x="37277" y="25005"/>
                    <a:pt x="37237" y="25005"/>
                  </a:cubicBezTo>
                  <a:cubicBezTo>
                    <a:pt x="37010" y="25005"/>
                    <a:pt x="36815" y="25290"/>
                    <a:pt x="37003" y="25478"/>
                  </a:cubicBezTo>
                  <a:cubicBezTo>
                    <a:pt x="37225" y="25656"/>
                    <a:pt x="37358" y="25922"/>
                    <a:pt x="37403" y="26188"/>
                  </a:cubicBezTo>
                  <a:cubicBezTo>
                    <a:pt x="37403" y="26277"/>
                    <a:pt x="37403" y="26321"/>
                    <a:pt x="37491" y="26365"/>
                  </a:cubicBezTo>
                  <a:cubicBezTo>
                    <a:pt x="37401" y="26547"/>
                    <a:pt x="37557" y="26707"/>
                    <a:pt x="37736" y="26707"/>
                  </a:cubicBezTo>
                  <a:cubicBezTo>
                    <a:pt x="37820" y="26707"/>
                    <a:pt x="37909" y="26672"/>
                    <a:pt x="37979" y="26587"/>
                  </a:cubicBezTo>
                  <a:cubicBezTo>
                    <a:pt x="38334" y="26055"/>
                    <a:pt x="38822" y="25611"/>
                    <a:pt x="39355" y="25256"/>
                  </a:cubicBezTo>
                  <a:cubicBezTo>
                    <a:pt x="39399" y="25567"/>
                    <a:pt x="39443" y="25922"/>
                    <a:pt x="39488" y="26232"/>
                  </a:cubicBezTo>
                  <a:cubicBezTo>
                    <a:pt x="39464" y="26220"/>
                    <a:pt x="39440" y="26215"/>
                    <a:pt x="39417" y="26215"/>
                  </a:cubicBezTo>
                  <a:cubicBezTo>
                    <a:pt x="39355" y="26215"/>
                    <a:pt x="39298" y="26256"/>
                    <a:pt x="39266" y="26321"/>
                  </a:cubicBezTo>
                  <a:cubicBezTo>
                    <a:pt x="37979" y="27785"/>
                    <a:pt x="36737" y="30758"/>
                    <a:pt x="38068" y="32533"/>
                  </a:cubicBezTo>
                  <a:lnTo>
                    <a:pt x="38112" y="32577"/>
                  </a:lnTo>
                  <a:cubicBezTo>
                    <a:pt x="37891" y="32754"/>
                    <a:pt x="37713" y="32932"/>
                    <a:pt x="37491" y="33109"/>
                  </a:cubicBezTo>
                  <a:cubicBezTo>
                    <a:pt x="36870" y="32133"/>
                    <a:pt x="36604" y="30980"/>
                    <a:pt x="36737" y="29782"/>
                  </a:cubicBezTo>
                  <a:cubicBezTo>
                    <a:pt x="36737" y="29604"/>
                    <a:pt x="36604" y="29516"/>
                    <a:pt x="36465" y="29516"/>
                  </a:cubicBezTo>
                  <a:cubicBezTo>
                    <a:pt x="36327" y="29516"/>
                    <a:pt x="36182" y="29604"/>
                    <a:pt x="36160" y="29782"/>
                  </a:cubicBezTo>
                  <a:cubicBezTo>
                    <a:pt x="36160" y="29870"/>
                    <a:pt x="36160" y="29915"/>
                    <a:pt x="36160" y="30004"/>
                  </a:cubicBezTo>
                  <a:cubicBezTo>
                    <a:pt x="36116" y="29959"/>
                    <a:pt x="36071" y="29915"/>
                    <a:pt x="36027" y="29870"/>
                  </a:cubicBezTo>
                  <a:cubicBezTo>
                    <a:pt x="35140" y="29516"/>
                    <a:pt x="34208" y="29338"/>
                    <a:pt x="33276" y="29338"/>
                  </a:cubicBezTo>
                  <a:cubicBezTo>
                    <a:pt x="32877" y="29338"/>
                    <a:pt x="32877" y="29870"/>
                    <a:pt x="33276" y="29870"/>
                  </a:cubicBezTo>
                  <a:cubicBezTo>
                    <a:pt x="34164" y="29870"/>
                    <a:pt x="35051" y="30092"/>
                    <a:pt x="35894" y="30403"/>
                  </a:cubicBezTo>
                  <a:cubicBezTo>
                    <a:pt x="35931" y="30421"/>
                    <a:pt x="35968" y="30432"/>
                    <a:pt x="36004" y="30432"/>
                  </a:cubicBezTo>
                  <a:cubicBezTo>
                    <a:pt x="36056" y="30432"/>
                    <a:pt x="36108" y="30411"/>
                    <a:pt x="36160" y="30359"/>
                  </a:cubicBezTo>
                  <a:lnTo>
                    <a:pt x="36160" y="30359"/>
                  </a:lnTo>
                  <a:cubicBezTo>
                    <a:pt x="36116" y="30580"/>
                    <a:pt x="36160" y="30802"/>
                    <a:pt x="36160" y="31024"/>
                  </a:cubicBezTo>
                  <a:cubicBezTo>
                    <a:pt x="36146" y="31022"/>
                    <a:pt x="36133" y="31021"/>
                    <a:pt x="36119" y="31021"/>
                  </a:cubicBezTo>
                  <a:cubicBezTo>
                    <a:pt x="35877" y="31021"/>
                    <a:pt x="35730" y="31386"/>
                    <a:pt x="35983" y="31512"/>
                  </a:cubicBezTo>
                  <a:lnTo>
                    <a:pt x="36160" y="31601"/>
                  </a:lnTo>
                  <a:cubicBezTo>
                    <a:pt x="36205" y="31601"/>
                    <a:pt x="36249" y="31645"/>
                    <a:pt x="36293" y="31645"/>
                  </a:cubicBezTo>
                  <a:cubicBezTo>
                    <a:pt x="36426" y="32266"/>
                    <a:pt x="36693" y="32888"/>
                    <a:pt x="37003" y="33420"/>
                  </a:cubicBezTo>
                  <a:lnTo>
                    <a:pt x="36560" y="33242"/>
                  </a:lnTo>
                  <a:cubicBezTo>
                    <a:pt x="36525" y="33228"/>
                    <a:pt x="36493" y="33221"/>
                    <a:pt x="36463" y="33221"/>
                  </a:cubicBezTo>
                  <a:cubicBezTo>
                    <a:pt x="36216" y="33221"/>
                    <a:pt x="36110" y="33656"/>
                    <a:pt x="36426" y="33775"/>
                  </a:cubicBezTo>
                  <a:lnTo>
                    <a:pt x="36693" y="33908"/>
                  </a:lnTo>
                  <a:cubicBezTo>
                    <a:pt x="36471" y="34085"/>
                    <a:pt x="36293" y="34263"/>
                    <a:pt x="36116" y="34440"/>
                  </a:cubicBezTo>
                  <a:cubicBezTo>
                    <a:pt x="35140" y="33597"/>
                    <a:pt x="33897" y="33109"/>
                    <a:pt x="32611" y="32976"/>
                  </a:cubicBezTo>
                  <a:cubicBezTo>
                    <a:pt x="32566" y="32710"/>
                    <a:pt x="32566" y="32444"/>
                    <a:pt x="32522" y="32133"/>
                  </a:cubicBezTo>
                  <a:lnTo>
                    <a:pt x="32522" y="32133"/>
                  </a:lnTo>
                  <a:cubicBezTo>
                    <a:pt x="33143" y="32178"/>
                    <a:pt x="33764" y="32311"/>
                    <a:pt x="34341" y="32621"/>
                  </a:cubicBezTo>
                  <a:cubicBezTo>
                    <a:pt x="34388" y="32648"/>
                    <a:pt x="34433" y="32660"/>
                    <a:pt x="34476" y="32660"/>
                  </a:cubicBezTo>
                  <a:cubicBezTo>
                    <a:pt x="34719" y="32660"/>
                    <a:pt x="34871" y="32284"/>
                    <a:pt x="34607" y="32133"/>
                  </a:cubicBezTo>
                  <a:cubicBezTo>
                    <a:pt x="33942" y="31778"/>
                    <a:pt x="33232" y="31601"/>
                    <a:pt x="32478" y="31601"/>
                  </a:cubicBezTo>
                  <a:cubicBezTo>
                    <a:pt x="32458" y="31423"/>
                    <a:pt x="32333" y="31342"/>
                    <a:pt x="32208" y="31342"/>
                  </a:cubicBezTo>
                  <a:cubicBezTo>
                    <a:pt x="32052" y="31342"/>
                    <a:pt x="31896" y="31468"/>
                    <a:pt x="31945" y="31690"/>
                  </a:cubicBezTo>
                  <a:cubicBezTo>
                    <a:pt x="31945" y="33109"/>
                    <a:pt x="32256" y="34529"/>
                    <a:pt x="32833" y="35905"/>
                  </a:cubicBezTo>
                  <a:cubicBezTo>
                    <a:pt x="32886" y="36028"/>
                    <a:pt x="33001" y="36081"/>
                    <a:pt x="33114" y="36081"/>
                  </a:cubicBezTo>
                  <a:cubicBezTo>
                    <a:pt x="33284" y="36081"/>
                    <a:pt x="33445" y="35959"/>
                    <a:pt x="33365" y="35771"/>
                  </a:cubicBezTo>
                  <a:cubicBezTo>
                    <a:pt x="33276" y="35416"/>
                    <a:pt x="33143" y="35150"/>
                    <a:pt x="33054" y="34840"/>
                  </a:cubicBezTo>
                  <a:lnTo>
                    <a:pt x="33054" y="34840"/>
                  </a:lnTo>
                  <a:cubicBezTo>
                    <a:pt x="33720" y="34973"/>
                    <a:pt x="34341" y="35239"/>
                    <a:pt x="34918" y="35594"/>
                  </a:cubicBezTo>
                  <a:cubicBezTo>
                    <a:pt x="34962" y="35638"/>
                    <a:pt x="35007" y="35638"/>
                    <a:pt x="35051" y="35638"/>
                  </a:cubicBezTo>
                  <a:cubicBezTo>
                    <a:pt x="34474" y="36304"/>
                    <a:pt x="33986" y="36969"/>
                    <a:pt x="33498" y="37679"/>
                  </a:cubicBezTo>
                  <a:cubicBezTo>
                    <a:pt x="33188" y="37280"/>
                    <a:pt x="32788" y="36925"/>
                    <a:pt x="32389" y="36614"/>
                  </a:cubicBezTo>
                  <a:cubicBezTo>
                    <a:pt x="32478" y="36526"/>
                    <a:pt x="32478" y="36437"/>
                    <a:pt x="32389" y="36348"/>
                  </a:cubicBezTo>
                  <a:cubicBezTo>
                    <a:pt x="31945" y="35594"/>
                    <a:pt x="31679" y="34751"/>
                    <a:pt x="31546" y="33864"/>
                  </a:cubicBezTo>
                  <a:cubicBezTo>
                    <a:pt x="31524" y="33686"/>
                    <a:pt x="31380" y="33597"/>
                    <a:pt x="31246" y="33597"/>
                  </a:cubicBezTo>
                  <a:cubicBezTo>
                    <a:pt x="31113" y="33597"/>
                    <a:pt x="30991" y="33686"/>
                    <a:pt x="31014" y="33864"/>
                  </a:cubicBezTo>
                  <a:cubicBezTo>
                    <a:pt x="31102" y="34618"/>
                    <a:pt x="31324" y="35372"/>
                    <a:pt x="31635" y="36038"/>
                  </a:cubicBezTo>
                  <a:cubicBezTo>
                    <a:pt x="31235" y="35771"/>
                    <a:pt x="30792" y="35505"/>
                    <a:pt x="30348" y="35283"/>
                  </a:cubicBezTo>
                  <a:cubicBezTo>
                    <a:pt x="30311" y="35268"/>
                    <a:pt x="30275" y="35261"/>
                    <a:pt x="30241" y="35261"/>
                  </a:cubicBezTo>
                  <a:cubicBezTo>
                    <a:pt x="29983" y="35261"/>
                    <a:pt x="29808" y="35654"/>
                    <a:pt x="30082" y="35771"/>
                  </a:cubicBezTo>
                  <a:cubicBezTo>
                    <a:pt x="31990" y="36703"/>
                    <a:pt x="33587" y="38212"/>
                    <a:pt x="34563" y="40075"/>
                  </a:cubicBezTo>
                  <a:cubicBezTo>
                    <a:pt x="34563" y="40119"/>
                    <a:pt x="34607" y="40164"/>
                    <a:pt x="34652" y="40164"/>
                  </a:cubicBezTo>
                  <a:cubicBezTo>
                    <a:pt x="34119" y="40519"/>
                    <a:pt x="33631" y="40829"/>
                    <a:pt x="33099" y="41096"/>
                  </a:cubicBezTo>
                  <a:cubicBezTo>
                    <a:pt x="33099" y="41096"/>
                    <a:pt x="33099" y="41051"/>
                    <a:pt x="33054" y="41007"/>
                  </a:cubicBezTo>
                  <a:cubicBezTo>
                    <a:pt x="32123" y="39454"/>
                    <a:pt x="30836" y="38123"/>
                    <a:pt x="29328" y="37102"/>
                  </a:cubicBezTo>
                  <a:cubicBezTo>
                    <a:pt x="29281" y="37076"/>
                    <a:pt x="29236" y="37064"/>
                    <a:pt x="29193" y="37064"/>
                  </a:cubicBezTo>
                  <a:cubicBezTo>
                    <a:pt x="28950" y="37064"/>
                    <a:pt x="28797" y="37440"/>
                    <a:pt x="29061" y="37591"/>
                  </a:cubicBezTo>
                  <a:cubicBezTo>
                    <a:pt x="27997" y="38877"/>
                    <a:pt x="27420" y="40430"/>
                    <a:pt x="27331" y="42072"/>
                  </a:cubicBezTo>
                  <a:cubicBezTo>
                    <a:pt x="27065" y="41939"/>
                    <a:pt x="26799" y="41805"/>
                    <a:pt x="26532" y="41717"/>
                  </a:cubicBezTo>
                  <a:cubicBezTo>
                    <a:pt x="26514" y="41709"/>
                    <a:pt x="26496" y="41706"/>
                    <a:pt x="26478" y="41706"/>
                  </a:cubicBezTo>
                  <a:cubicBezTo>
                    <a:pt x="26278" y="41706"/>
                    <a:pt x="26114" y="42131"/>
                    <a:pt x="26399" y="42294"/>
                  </a:cubicBezTo>
                  <a:cubicBezTo>
                    <a:pt x="26710" y="42427"/>
                    <a:pt x="27065" y="42560"/>
                    <a:pt x="27375" y="42693"/>
                  </a:cubicBezTo>
                  <a:cubicBezTo>
                    <a:pt x="27420" y="42782"/>
                    <a:pt x="27508" y="42870"/>
                    <a:pt x="27597" y="42870"/>
                  </a:cubicBezTo>
                  <a:cubicBezTo>
                    <a:pt x="27730" y="42915"/>
                    <a:pt x="27908" y="43003"/>
                    <a:pt x="28041" y="43092"/>
                  </a:cubicBezTo>
                  <a:lnTo>
                    <a:pt x="27287" y="43314"/>
                  </a:lnTo>
                  <a:cubicBezTo>
                    <a:pt x="27331" y="43137"/>
                    <a:pt x="27287" y="42959"/>
                    <a:pt x="27109" y="42959"/>
                  </a:cubicBezTo>
                  <a:cubicBezTo>
                    <a:pt x="26816" y="42895"/>
                    <a:pt x="26520" y="42865"/>
                    <a:pt x="26224" y="42865"/>
                  </a:cubicBezTo>
                  <a:cubicBezTo>
                    <a:pt x="25489" y="42865"/>
                    <a:pt x="24757" y="43055"/>
                    <a:pt x="24092" y="43403"/>
                  </a:cubicBezTo>
                  <a:cubicBezTo>
                    <a:pt x="23959" y="43491"/>
                    <a:pt x="23915" y="43625"/>
                    <a:pt x="23959" y="43758"/>
                  </a:cubicBezTo>
                  <a:cubicBezTo>
                    <a:pt x="23471" y="43758"/>
                    <a:pt x="22983" y="43802"/>
                    <a:pt x="22451" y="43802"/>
                  </a:cubicBezTo>
                  <a:cubicBezTo>
                    <a:pt x="22894" y="43314"/>
                    <a:pt x="23427" y="42959"/>
                    <a:pt x="24048" y="42737"/>
                  </a:cubicBezTo>
                  <a:cubicBezTo>
                    <a:pt x="24376" y="42655"/>
                    <a:pt x="24287" y="42195"/>
                    <a:pt x="23992" y="42195"/>
                  </a:cubicBezTo>
                  <a:cubicBezTo>
                    <a:pt x="23968" y="42195"/>
                    <a:pt x="23942" y="42198"/>
                    <a:pt x="23915" y="42205"/>
                  </a:cubicBezTo>
                  <a:cubicBezTo>
                    <a:pt x="23116" y="42427"/>
                    <a:pt x="22406" y="42915"/>
                    <a:pt x="21918" y="43536"/>
                  </a:cubicBezTo>
                  <a:cubicBezTo>
                    <a:pt x="21874" y="43625"/>
                    <a:pt x="21829" y="43669"/>
                    <a:pt x="21874" y="43713"/>
                  </a:cubicBezTo>
                  <a:cubicBezTo>
                    <a:pt x="19300" y="43669"/>
                    <a:pt x="16771" y="43181"/>
                    <a:pt x="14376" y="42249"/>
                  </a:cubicBezTo>
                  <a:cubicBezTo>
                    <a:pt x="10072" y="40652"/>
                    <a:pt x="6345" y="37724"/>
                    <a:pt x="3816" y="33908"/>
                  </a:cubicBezTo>
                  <a:cubicBezTo>
                    <a:pt x="1287" y="29870"/>
                    <a:pt x="666" y="25034"/>
                    <a:pt x="1198" y="20420"/>
                  </a:cubicBezTo>
                  <a:cubicBezTo>
                    <a:pt x="2396" y="10038"/>
                    <a:pt x="10382" y="987"/>
                    <a:pt x="21164" y="588"/>
                  </a:cubicBezTo>
                  <a:cubicBezTo>
                    <a:pt x="21323" y="584"/>
                    <a:pt x="21482" y="583"/>
                    <a:pt x="21641" y="583"/>
                  </a:cubicBezTo>
                  <a:close/>
                  <a:moveTo>
                    <a:pt x="21546" y="0"/>
                  </a:moveTo>
                  <a:cubicBezTo>
                    <a:pt x="21316" y="0"/>
                    <a:pt x="21085" y="4"/>
                    <a:pt x="20853" y="11"/>
                  </a:cubicBezTo>
                  <a:lnTo>
                    <a:pt x="20765" y="11"/>
                  </a:lnTo>
                  <a:cubicBezTo>
                    <a:pt x="11492" y="588"/>
                    <a:pt x="3905" y="7465"/>
                    <a:pt x="1464" y="16250"/>
                  </a:cubicBezTo>
                  <a:cubicBezTo>
                    <a:pt x="133" y="20953"/>
                    <a:pt x="0" y="26277"/>
                    <a:pt x="1731" y="30891"/>
                  </a:cubicBezTo>
                  <a:cubicBezTo>
                    <a:pt x="3328" y="35062"/>
                    <a:pt x="6478" y="38478"/>
                    <a:pt x="10249" y="40785"/>
                  </a:cubicBezTo>
                  <a:cubicBezTo>
                    <a:pt x="14030" y="43109"/>
                    <a:pt x="18375" y="44316"/>
                    <a:pt x="22688" y="44316"/>
                  </a:cubicBezTo>
                  <a:cubicBezTo>
                    <a:pt x="27435" y="44316"/>
                    <a:pt x="32145" y="42854"/>
                    <a:pt x="36027" y="39809"/>
                  </a:cubicBezTo>
                  <a:cubicBezTo>
                    <a:pt x="43170" y="34263"/>
                    <a:pt x="46143" y="24901"/>
                    <a:pt x="43614" y="16250"/>
                  </a:cubicBezTo>
                  <a:cubicBezTo>
                    <a:pt x="40795" y="6535"/>
                    <a:pt x="31533" y="0"/>
                    <a:pt x="21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67"/>
            <p:cNvSpPr/>
            <p:nvPr/>
          </p:nvSpPr>
          <p:spPr>
            <a:xfrm>
              <a:off x="2216399" y="4260413"/>
              <a:ext cx="63863" cy="40331"/>
            </a:xfrm>
            <a:custGeom>
              <a:avLst/>
              <a:gdLst/>
              <a:ahLst/>
              <a:cxnLst/>
              <a:rect l="l" t="t" r="r" b="b"/>
              <a:pathLst>
                <a:path w="844" h="533" extrusionOk="0">
                  <a:moveTo>
                    <a:pt x="400" y="0"/>
                  </a:moveTo>
                  <a:cubicBezTo>
                    <a:pt x="0" y="0"/>
                    <a:pt x="0" y="533"/>
                    <a:pt x="400" y="533"/>
                  </a:cubicBezTo>
                  <a:lnTo>
                    <a:pt x="488" y="533"/>
                  </a:lnTo>
                  <a:cubicBezTo>
                    <a:pt x="843" y="533"/>
                    <a:pt x="843" y="0"/>
                    <a:pt x="4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67"/>
            <p:cNvSpPr/>
            <p:nvPr/>
          </p:nvSpPr>
          <p:spPr>
            <a:xfrm>
              <a:off x="2552136" y="4055581"/>
              <a:ext cx="43660" cy="49638"/>
            </a:xfrm>
            <a:custGeom>
              <a:avLst/>
              <a:gdLst/>
              <a:ahLst/>
              <a:cxnLst/>
              <a:rect l="l" t="t" r="r" b="b"/>
              <a:pathLst>
                <a:path w="577" h="656" extrusionOk="0">
                  <a:moveTo>
                    <a:pt x="288" y="1"/>
                  </a:moveTo>
                  <a:cubicBezTo>
                    <a:pt x="144" y="1"/>
                    <a:pt x="0" y="89"/>
                    <a:pt x="0" y="267"/>
                  </a:cubicBezTo>
                  <a:lnTo>
                    <a:pt x="0" y="356"/>
                  </a:lnTo>
                  <a:cubicBezTo>
                    <a:pt x="0" y="555"/>
                    <a:pt x="144" y="655"/>
                    <a:pt x="288" y="655"/>
                  </a:cubicBezTo>
                  <a:cubicBezTo>
                    <a:pt x="433" y="655"/>
                    <a:pt x="577" y="555"/>
                    <a:pt x="577" y="356"/>
                  </a:cubicBezTo>
                  <a:lnTo>
                    <a:pt x="577" y="267"/>
                  </a:lnTo>
                  <a:cubicBezTo>
                    <a:pt x="577" y="89"/>
                    <a:pt x="433" y="1"/>
                    <a:pt x="2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67"/>
            <p:cNvSpPr/>
            <p:nvPr/>
          </p:nvSpPr>
          <p:spPr>
            <a:xfrm>
              <a:off x="2549185" y="3854456"/>
              <a:ext cx="233283" cy="170933"/>
            </a:xfrm>
            <a:custGeom>
              <a:avLst/>
              <a:gdLst/>
              <a:ahLst/>
              <a:cxnLst/>
              <a:rect l="l" t="t" r="r" b="b"/>
              <a:pathLst>
                <a:path w="3083" h="2259" extrusionOk="0">
                  <a:moveTo>
                    <a:pt x="425" y="0"/>
                  </a:moveTo>
                  <a:cubicBezTo>
                    <a:pt x="177" y="0"/>
                    <a:pt x="0" y="343"/>
                    <a:pt x="261" y="529"/>
                  </a:cubicBezTo>
                  <a:cubicBezTo>
                    <a:pt x="1059" y="1017"/>
                    <a:pt x="1769" y="1594"/>
                    <a:pt x="2479" y="2171"/>
                  </a:cubicBezTo>
                  <a:cubicBezTo>
                    <a:pt x="2542" y="2233"/>
                    <a:pt x="2612" y="2259"/>
                    <a:pt x="2679" y="2259"/>
                  </a:cubicBezTo>
                  <a:cubicBezTo>
                    <a:pt x="2896" y="2259"/>
                    <a:pt x="3082" y="1985"/>
                    <a:pt x="2879" y="1816"/>
                  </a:cubicBezTo>
                  <a:cubicBezTo>
                    <a:pt x="2124" y="1150"/>
                    <a:pt x="1370" y="573"/>
                    <a:pt x="571" y="41"/>
                  </a:cubicBezTo>
                  <a:cubicBezTo>
                    <a:pt x="522" y="13"/>
                    <a:pt x="472" y="0"/>
                    <a:pt x="4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67"/>
            <p:cNvSpPr/>
            <p:nvPr/>
          </p:nvSpPr>
          <p:spPr>
            <a:xfrm>
              <a:off x="2783754" y="4048846"/>
              <a:ext cx="63863" cy="43736"/>
            </a:xfrm>
            <a:custGeom>
              <a:avLst/>
              <a:gdLst/>
              <a:ahLst/>
              <a:cxnLst/>
              <a:rect l="l" t="t" r="r" b="b"/>
              <a:pathLst>
                <a:path w="844" h="578" extrusionOk="0">
                  <a:moveTo>
                    <a:pt x="355" y="1"/>
                  </a:moveTo>
                  <a:cubicBezTo>
                    <a:pt x="0" y="1"/>
                    <a:pt x="0" y="578"/>
                    <a:pt x="355" y="578"/>
                  </a:cubicBezTo>
                  <a:lnTo>
                    <a:pt x="444" y="578"/>
                  </a:lnTo>
                  <a:cubicBezTo>
                    <a:pt x="843" y="578"/>
                    <a:pt x="843"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67"/>
            <p:cNvSpPr/>
            <p:nvPr/>
          </p:nvSpPr>
          <p:spPr>
            <a:xfrm>
              <a:off x="2838083" y="4112710"/>
              <a:ext cx="65301" cy="50319"/>
            </a:xfrm>
            <a:custGeom>
              <a:avLst/>
              <a:gdLst/>
              <a:ahLst/>
              <a:cxnLst/>
              <a:rect l="l" t="t" r="r" b="b"/>
              <a:pathLst>
                <a:path w="863" h="665" extrusionOk="0">
                  <a:moveTo>
                    <a:pt x="394" y="0"/>
                  </a:moveTo>
                  <a:cubicBezTo>
                    <a:pt x="194" y="0"/>
                    <a:pt x="0" y="274"/>
                    <a:pt x="170" y="444"/>
                  </a:cubicBezTo>
                  <a:lnTo>
                    <a:pt x="259" y="577"/>
                  </a:lnTo>
                  <a:cubicBezTo>
                    <a:pt x="320" y="639"/>
                    <a:pt x="389" y="664"/>
                    <a:pt x="456" y="664"/>
                  </a:cubicBezTo>
                  <a:cubicBezTo>
                    <a:pt x="674" y="664"/>
                    <a:pt x="862" y="382"/>
                    <a:pt x="658" y="177"/>
                  </a:cubicBezTo>
                  <a:cubicBezTo>
                    <a:pt x="658" y="133"/>
                    <a:pt x="613" y="89"/>
                    <a:pt x="569" y="89"/>
                  </a:cubicBezTo>
                  <a:cubicBezTo>
                    <a:pt x="517" y="26"/>
                    <a:pt x="455" y="0"/>
                    <a:pt x="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67"/>
            <p:cNvSpPr/>
            <p:nvPr/>
          </p:nvSpPr>
          <p:spPr>
            <a:xfrm>
              <a:off x="3153011" y="3719844"/>
              <a:ext cx="43736" cy="49638"/>
            </a:xfrm>
            <a:custGeom>
              <a:avLst/>
              <a:gdLst/>
              <a:ahLst/>
              <a:cxnLst/>
              <a:rect l="l" t="t" r="r" b="b"/>
              <a:pathLst>
                <a:path w="578" h="656" extrusionOk="0">
                  <a:moveTo>
                    <a:pt x="289" y="1"/>
                  </a:moveTo>
                  <a:cubicBezTo>
                    <a:pt x="145" y="1"/>
                    <a:pt x="1" y="90"/>
                    <a:pt x="1" y="267"/>
                  </a:cubicBezTo>
                  <a:lnTo>
                    <a:pt x="1" y="356"/>
                  </a:lnTo>
                  <a:cubicBezTo>
                    <a:pt x="1" y="555"/>
                    <a:pt x="145" y="655"/>
                    <a:pt x="289" y="655"/>
                  </a:cubicBezTo>
                  <a:cubicBezTo>
                    <a:pt x="433" y="655"/>
                    <a:pt x="578" y="555"/>
                    <a:pt x="578" y="356"/>
                  </a:cubicBezTo>
                  <a:lnTo>
                    <a:pt x="578" y="267"/>
                  </a:lnTo>
                  <a:cubicBezTo>
                    <a:pt x="578" y="9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67"/>
            <p:cNvSpPr/>
            <p:nvPr/>
          </p:nvSpPr>
          <p:spPr>
            <a:xfrm>
              <a:off x="3300790" y="2796625"/>
              <a:ext cx="43660" cy="49638"/>
            </a:xfrm>
            <a:custGeom>
              <a:avLst/>
              <a:gdLst/>
              <a:ahLst/>
              <a:cxnLst/>
              <a:rect l="l" t="t" r="r" b="b"/>
              <a:pathLst>
                <a:path w="577" h="656" extrusionOk="0">
                  <a:moveTo>
                    <a:pt x="288" y="1"/>
                  </a:moveTo>
                  <a:cubicBezTo>
                    <a:pt x="144" y="1"/>
                    <a:pt x="0" y="89"/>
                    <a:pt x="0" y="267"/>
                  </a:cubicBezTo>
                  <a:lnTo>
                    <a:pt x="0" y="356"/>
                  </a:lnTo>
                  <a:cubicBezTo>
                    <a:pt x="0" y="555"/>
                    <a:pt x="144" y="655"/>
                    <a:pt x="288" y="655"/>
                  </a:cubicBezTo>
                  <a:cubicBezTo>
                    <a:pt x="433" y="655"/>
                    <a:pt x="577" y="555"/>
                    <a:pt x="577" y="356"/>
                  </a:cubicBezTo>
                  <a:lnTo>
                    <a:pt x="577" y="267"/>
                  </a:lnTo>
                  <a:cubicBezTo>
                    <a:pt x="577" y="89"/>
                    <a:pt x="433" y="1"/>
                    <a:pt x="2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67"/>
            <p:cNvSpPr/>
            <p:nvPr/>
          </p:nvSpPr>
          <p:spPr>
            <a:xfrm>
              <a:off x="3262199" y="3378659"/>
              <a:ext cx="57129" cy="159961"/>
            </a:xfrm>
            <a:custGeom>
              <a:avLst/>
              <a:gdLst/>
              <a:ahLst/>
              <a:cxnLst/>
              <a:rect l="l" t="t" r="r" b="b"/>
              <a:pathLst>
                <a:path w="755" h="2114" extrusionOk="0">
                  <a:moveTo>
                    <a:pt x="263" y="1"/>
                  </a:moveTo>
                  <a:cubicBezTo>
                    <a:pt x="124" y="1"/>
                    <a:pt x="1" y="79"/>
                    <a:pt x="22" y="251"/>
                  </a:cubicBezTo>
                  <a:cubicBezTo>
                    <a:pt x="66" y="783"/>
                    <a:pt x="155" y="1315"/>
                    <a:pt x="200" y="1848"/>
                  </a:cubicBezTo>
                  <a:cubicBezTo>
                    <a:pt x="222" y="2025"/>
                    <a:pt x="366" y="2114"/>
                    <a:pt x="499" y="2114"/>
                  </a:cubicBezTo>
                  <a:cubicBezTo>
                    <a:pt x="632" y="2114"/>
                    <a:pt x="754" y="2025"/>
                    <a:pt x="732" y="1848"/>
                  </a:cubicBezTo>
                  <a:cubicBezTo>
                    <a:pt x="688" y="1315"/>
                    <a:pt x="643" y="783"/>
                    <a:pt x="599" y="251"/>
                  </a:cubicBezTo>
                  <a:cubicBezTo>
                    <a:pt x="576" y="90"/>
                    <a:pt x="411" y="1"/>
                    <a:pt x="2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67"/>
            <p:cNvSpPr/>
            <p:nvPr/>
          </p:nvSpPr>
          <p:spPr>
            <a:xfrm>
              <a:off x="3062740" y="3244576"/>
              <a:ext cx="65528" cy="48957"/>
            </a:xfrm>
            <a:custGeom>
              <a:avLst/>
              <a:gdLst/>
              <a:ahLst/>
              <a:cxnLst/>
              <a:rect l="l" t="t" r="r" b="b"/>
              <a:pathLst>
                <a:path w="866" h="647" extrusionOk="0">
                  <a:moveTo>
                    <a:pt x="391" y="1"/>
                  </a:moveTo>
                  <a:cubicBezTo>
                    <a:pt x="178" y="1"/>
                    <a:pt x="0" y="262"/>
                    <a:pt x="173" y="470"/>
                  </a:cubicBezTo>
                  <a:lnTo>
                    <a:pt x="262" y="558"/>
                  </a:lnTo>
                  <a:cubicBezTo>
                    <a:pt x="324" y="620"/>
                    <a:pt x="393" y="646"/>
                    <a:pt x="459" y="646"/>
                  </a:cubicBezTo>
                  <a:cubicBezTo>
                    <a:pt x="678" y="646"/>
                    <a:pt x="866" y="363"/>
                    <a:pt x="661" y="159"/>
                  </a:cubicBezTo>
                  <a:lnTo>
                    <a:pt x="573" y="70"/>
                  </a:lnTo>
                  <a:cubicBezTo>
                    <a:pt x="514" y="21"/>
                    <a:pt x="451" y="1"/>
                    <a:pt x="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67"/>
            <p:cNvSpPr/>
            <p:nvPr/>
          </p:nvSpPr>
          <p:spPr>
            <a:xfrm>
              <a:off x="2770285" y="3404310"/>
              <a:ext cx="175095" cy="62123"/>
            </a:xfrm>
            <a:custGeom>
              <a:avLst/>
              <a:gdLst/>
              <a:ahLst/>
              <a:cxnLst/>
              <a:rect l="l" t="t" r="r" b="b"/>
              <a:pathLst>
                <a:path w="2314" h="821" extrusionOk="0">
                  <a:moveTo>
                    <a:pt x="356" y="0"/>
                  </a:moveTo>
                  <a:cubicBezTo>
                    <a:pt x="1" y="45"/>
                    <a:pt x="1" y="577"/>
                    <a:pt x="356" y="577"/>
                  </a:cubicBezTo>
                  <a:cubicBezTo>
                    <a:pt x="888" y="577"/>
                    <a:pt x="1376" y="621"/>
                    <a:pt x="1864" y="799"/>
                  </a:cubicBezTo>
                  <a:cubicBezTo>
                    <a:pt x="1903" y="813"/>
                    <a:pt x="1940" y="820"/>
                    <a:pt x="1973" y="820"/>
                  </a:cubicBezTo>
                  <a:cubicBezTo>
                    <a:pt x="2243" y="820"/>
                    <a:pt x="2314" y="385"/>
                    <a:pt x="1998" y="266"/>
                  </a:cubicBezTo>
                  <a:cubicBezTo>
                    <a:pt x="1465" y="45"/>
                    <a:pt x="933"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67"/>
            <p:cNvSpPr/>
            <p:nvPr/>
          </p:nvSpPr>
          <p:spPr>
            <a:xfrm>
              <a:off x="2951584" y="3434502"/>
              <a:ext cx="63863" cy="40331"/>
            </a:xfrm>
            <a:custGeom>
              <a:avLst/>
              <a:gdLst/>
              <a:ahLst/>
              <a:cxnLst/>
              <a:rect l="l" t="t" r="r" b="b"/>
              <a:pathLst>
                <a:path w="844" h="533" extrusionOk="0">
                  <a:moveTo>
                    <a:pt x="356" y="1"/>
                  </a:moveTo>
                  <a:cubicBezTo>
                    <a:pt x="1" y="1"/>
                    <a:pt x="1" y="533"/>
                    <a:pt x="356" y="533"/>
                  </a:cubicBezTo>
                  <a:lnTo>
                    <a:pt x="445" y="533"/>
                  </a:lnTo>
                  <a:cubicBezTo>
                    <a:pt x="844" y="533"/>
                    <a:pt x="844" y="1"/>
                    <a:pt x="4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67"/>
            <p:cNvSpPr/>
            <p:nvPr/>
          </p:nvSpPr>
          <p:spPr>
            <a:xfrm>
              <a:off x="2847541" y="3246468"/>
              <a:ext cx="239563" cy="74759"/>
            </a:xfrm>
            <a:custGeom>
              <a:avLst/>
              <a:gdLst/>
              <a:ahLst/>
              <a:cxnLst/>
              <a:rect l="l" t="t" r="r" b="b"/>
              <a:pathLst>
                <a:path w="3166" h="988" extrusionOk="0">
                  <a:moveTo>
                    <a:pt x="355" y="1"/>
                  </a:moveTo>
                  <a:cubicBezTo>
                    <a:pt x="0" y="1"/>
                    <a:pt x="0" y="533"/>
                    <a:pt x="355" y="533"/>
                  </a:cubicBezTo>
                  <a:cubicBezTo>
                    <a:pt x="1154" y="578"/>
                    <a:pt x="1953" y="711"/>
                    <a:pt x="2707" y="977"/>
                  </a:cubicBezTo>
                  <a:cubicBezTo>
                    <a:pt x="2732" y="984"/>
                    <a:pt x="2757" y="988"/>
                    <a:pt x="2781" y="988"/>
                  </a:cubicBezTo>
                  <a:cubicBezTo>
                    <a:pt x="3043" y="988"/>
                    <a:pt x="3166" y="567"/>
                    <a:pt x="2840" y="445"/>
                  </a:cubicBezTo>
                  <a:cubicBezTo>
                    <a:pt x="2041" y="178"/>
                    <a:pt x="1198" y="45"/>
                    <a:pt x="3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67"/>
            <p:cNvSpPr/>
            <p:nvPr/>
          </p:nvSpPr>
          <p:spPr>
            <a:xfrm>
              <a:off x="2847541" y="3169060"/>
              <a:ext cx="110777" cy="47519"/>
            </a:xfrm>
            <a:custGeom>
              <a:avLst/>
              <a:gdLst/>
              <a:ahLst/>
              <a:cxnLst/>
              <a:rect l="l" t="t" r="r" b="b"/>
              <a:pathLst>
                <a:path w="1464" h="628" extrusionOk="0">
                  <a:moveTo>
                    <a:pt x="315" y="1"/>
                  </a:moveTo>
                  <a:cubicBezTo>
                    <a:pt x="1" y="1"/>
                    <a:pt x="15" y="493"/>
                    <a:pt x="355" y="536"/>
                  </a:cubicBezTo>
                  <a:lnTo>
                    <a:pt x="1110" y="625"/>
                  </a:lnTo>
                  <a:cubicBezTo>
                    <a:pt x="1124" y="626"/>
                    <a:pt x="1137" y="627"/>
                    <a:pt x="1150" y="627"/>
                  </a:cubicBezTo>
                  <a:cubicBezTo>
                    <a:pt x="1464" y="627"/>
                    <a:pt x="1450" y="135"/>
                    <a:pt x="1110" y="92"/>
                  </a:cubicBezTo>
                  <a:lnTo>
                    <a:pt x="355" y="4"/>
                  </a:lnTo>
                  <a:cubicBezTo>
                    <a:pt x="341" y="2"/>
                    <a:pt x="328" y="1"/>
                    <a:pt x="3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67"/>
            <p:cNvSpPr/>
            <p:nvPr/>
          </p:nvSpPr>
          <p:spPr>
            <a:xfrm>
              <a:off x="3028008" y="3174433"/>
              <a:ext cx="78543" cy="50243"/>
            </a:xfrm>
            <a:custGeom>
              <a:avLst/>
              <a:gdLst/>
              <a:ahLst/>
              <a:cxnLst/>
              <a:rect l="l" t="t" r="r" b="b"/>
              <a:pathLst>
                <a:path w="1038" h="664" extrusionOk="0">
                  <a:moveTo>
                    <a:pt x="347" y="0"/>
                  </a:moveTo>
                  <a:cubicBezTo>
                    <a:pt x="76" y="0"/>
                    <a:pt x="1" y="435"/>
                    <a:pt x="277" y="554"/>
                  </a:cubicBezTo>
                  <a:lnTo>
                    <a:pt x="588" y="642"/>
                  </a:lnTo>
                  <a:cubicBezTo>
                    <a:pt x="622" y="657"/>
                    <a:pt x="655" y="664"/>
                    <a:pt x="685" y="664"/>
                  </a:cubicBezTo>
                  <a:cubicBezTo>
                    <a:pt x="931" y="664"/>
                    <a:pt x="1037" y="228"/>
                    <a:pt x="721" y="110"/>
                  </a:cubicBezTo>
                  <a:lnTo>
                    <a:pt x="455" y="21"/>
                  </a:lnTo>
                  <a:cubicBezTo>
                    <a:pt x="416" y="7"/>
                    <a:pt x="380" y="0"/>
                    <a:pt x="3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67"/>
            <p:cNvSpPr/>
            <p:nvPr/>
          </p:nvSpPr>
          <p:spPr>
            <a:xfrm>
              <a:off x="2881970" y="3040804"/>
              <a:ext cx="159583" cy="162458"/>
            </a:xfrm>
            <a:custGeom>
              <a:avLst/>
              <a:gdLst/>
              <a:ahLst/>
              <a:cxnLst/>
              <a:rect l="l" t="t" r="r" b="b"/>
              <a:pathLst>
                <a:path w="2109" h="2147" extrusionOk="0">
                  <a:moveTo>
                    <a:pt x="363" y="0"/>
                  </a:moveTo>
                  <a:cubicBezTo>
                    <a:pt x="134" y="0"/>
                    <a:pt x="0" y="363"/>
                    <a:pt x="255" y="545"/>
                  </a:cubicBezTo>
                  <a:cubicBezTo>
                    <a:pt x="788" y="856"/>
                    <a:pt x="1231" y="1388"/>
                    <a:pt x="1542" y="2009"/>
                  </a:cubicBezTo>
                  <a:cubicBezTo>
                    <a:pt x="1583" y="2105"/>
                    <a:pt x="1659" y="2146"/>
                    <a:pt x="1738" y="2146"/>
                  </a:cubicBezTo>
                  <a:cubicBezTo>
                    <a:pt x="1914" y="2146"/>
                    <a:pt x="2108" y="1943"/>
                    <a:pt x="1986" y="1699"/>
                  </a:cubicBezTo>
                  <a:cubicBezTo>
                    <a:pt x="1675" y="1033"/>
                    <a:pt x="1187" y="456"/>
                    <a:pt x="522" y="57"/>
                  </a:cubicBezTo>
                  <a:cubicBezTo>
                    <a:pt x="466" y="17"/>
                    <a:pt x="412"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67"/>
            <p:cNvSpPr/>
            <p:nvPr/>
          </p:nvSpPr>
          <p:spPr>
            <a:xfrm>
              <a:off x="2912767" y="2929346"/>
              <a:ext cx="206951" cy="230332"/>
            </a:xfrm>
            <a:custGeom>
              <a:avLst/>
              <a:gdLst/>
              <a:ahLst/>
              <a:cxnLst/>
              <a:rect l="l" t="t" r="r" b="b"/>
              <a:pathLst>
                <a:path w="2735" h="3044" extrusionOk="0">
                  <a:moveTo>
                    <a:pt x="429" y="1"/>
                  </a:moveTo>
                  <a:cubicBezTo>
                    <a:pt x="202" y="1"/>
                    <a:pt x="1" y="289"/>
                    <a:pt x="248" y="465"/>
                  </a:cubicBezTo>
                  <a:cubicBezTo>
                    <a:pt x="1002" y="1131"/>
                    <a:pt x="1667" y="1974"/>
                    <a:pt x="2155" y="2905"/>
                  </a:cubicBezTo>
                  <a:cubicBezTo>
                    <a:pt x="2211" y="3003"/>
                    <a:pt x="2294" y="3044"/>
                    <a:pt x="2376" y="3044"/>
                  </a:cubicBezTo>
                  <a:cubicBezTo>
                    <a:pt x="2555" y="3044"/>
                    <a:pt x="2735" y="2852"/>
                    <a:pt x="2643" y="2639"/>
                  </a:cubicBezTo>
                  <a:cubicBezTo>
                    <a:pt x="2155" y="1663"/>
                    <a:pt x="1446" y="776"/>
                    <a:pt x="603" y="66"/>
                  </a:cubicBezTo>
                  <a:cubicBezTo>
                    <a:pt x="548" y="20"/>
                    <a:pt x="487" y="1"/>
                    <a:pt x="4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67"/>
            <p:cNvSpPr/>
            <p:nvPr/>
          </p:nvSpPr>
          <p:spPr>
            <a:xfrm>
              <a:off x="3063799" y="2717552"/>
              <a:ext cx="138699" cy="246071"/>
            </a:xfrm>
            <a:custGeom>
              <a:avLst/>
              <a:gdLst/>
              <a:ahLst/>
              <a:cxnLst/>
              <a:rect l="l" t="t" r="r" b="b"/>
              <a:pathLst>
                <a:path w="1833" h="3252" extrusionOk="0">
                  <a:moveTo>
                    <a:pt x="1462" y="1"/>
                  </a:moveTo>
                  <a:cubicBezTo>
                    <a:pt x="1395" y="1"/>
                    <a:pt x="1326" y="34"/>
                    <a:pt x="1269" y="114"/>
                  </a:cubicBezTo>
                  <a:cubicBezTo>
                    <a:pt x="603" y="913"/>
                    <a:pt x="159" y="1889"/>
                    <a:pt x="26" y="2909"/>
                  </a:cubicBezTo>
                  <a:cubicBezTo>
                    <a:pt x="0" y="3119"/>
                    <a:pt x="175" y="3251"/>
                    <a:pt x="332" y="3251"/>
                  </a:cubicBezTo>
                  <a:cubicBezTo>
                    <a:pt x="441" y="3251"/>
                    <a:pt x="541" y="3188"/>
                    <a:pt x="559" y="3042"/>
                  </a:cubicBezTo>
                  <a:cubicBezTo>
                    <a:pt x="692" y="2110"/>
                    <a:pt x="1091" y="1223"/>
                    <a:pt x="1668" y="469"/>
                  </a:cubicBezTo>
                  <a:cubicBezTo>
                    <a:pt x="1832" y="271"/>
                    <a:pt x="1655" y="1"/>
                    <a:pt x="14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67"/>
            <p:cNvSpPr/>
            <p:nvPr/>
          </p:nvSpPr>
          <p:spPr>
            <a:xfrm>
              <a:off x="2923436" y="2453473"/>
              <a:ext cx="302216" cy="468987"/>
            </a:xfrm>
            <a:custGeom>
              <a:avLst/>
              <a:gdLst/>
              <a:ahLst/>
              <a:cxnLst/>
              <a:rect l="l" t="t" r="r" b="b"/>
              <a:pathLst>
                <a:path w="3994" h="6198" extrusionOk="0">
                  <a:moveTo>
                    <a:pt x="393" y="0"/>
                  </a:moveTo>
                  <a:cubicBezTo>
                    <a:pt x="127" y="0"/>
                    <a:pt x="1" y="464"/>
                    <a:pt x="328" y="587"/>
                  </a:cubicBezTo>
                  <a:cubicBezTo>
                    <a:pt x="994" y="809"/>
                    <a:pt x="1659" y="1119"/>
                    <a:pt x="2281" y="1474"/>
                  </a:cubicBezTo>
                  <a:cubicBezTo>
                    <a:pt x="2340" y="1474"/>
                    <a:pt x="2379" y="1494"/>
                    <a:pt x="2412" y="1494"/>
                  </a:cubicBezTo>
                  <a:cubicBezTo>
                    <a:pt x="2429" y="1494"/>
                    <a:pt x="2443" y="1489"/>
                    <a:pt x="2458" y="1474"/>
                  </a:cubicBezTo>
                  <a:lnTo>
                    <a:pt x="2458" y="1474"/>
                  </a:lnTo>
                  <a:cubicBezTo>
                    <a:pt x="1659" y="2495"/>
                    <a:pt x="1083" y="3648"/>
                    <a:pt x="772" y="4891"/>
                  </a:cubicBezTo>
                  <a:cubicBezTo>
                    <a:pt x="683" y="4846"/>
                    <a:pt x="595" y="4758"/>
                    <a:pt x="506" y="4713"/>
                  </a:cubicBezTo>
                  <a:cubicBezTo>
                    <a:pt x="463" y="4695"/>
                    <a:pt x="422" y="4687"/>
                    <a:pt x="384" y="4687"/>
                  </a:cubicBezTo>
                  <a:cubicBezTo>
                    <a:pt x="144" y="4687"/>
                    <a:pt x="10" y="5010"/>
                    <a:pt x="240" y="5201"/>
                  </a:cubicBezTo>
                  <a:cubicBezTo>
                    <a:pt x="639" y="5423"/>
                    <a:pt x="994" y="5689"/>
                    <a:pt x="1260" y="6089"/>
                  </a:cubicBezTo>
                  <a:cubicBezTo>
                    <a:pt x="1324" y="6165"/>
                    <a:pt x="1410" y="6198"/>
                    <a:pt x="1495" y="6198"/>
                  </a:cubicBezTo>
                  <a:cubicBezTo>
                    <a:pt x="1704" y="6198"/>
                    <a:pt x="1906" y="5999"/>
                    <a:pt x="1748" y="5778"/>
                  </a:cubicBezTo>
                  <a:cubicBezTo>
                    <a:pt x="1571" y="5600"/>
                    <a:pt x="1438" y="5423"/>
                    <a:pt x="1260" y="5246"/>
                  </a:cubicBezTo>
                  <a:cubicBezTo>
                    <a:pt x="1260" y="5201"/>
                    <a:pt x="1260" y="5201"/>
                    <a:pt x="1260" y="5157"/>
                  </a:cubicBezTo>
                  <a:cubicBezTo>
                    <a:pt x="1659" y="3515"/>
                    <a:pt x="2547" y="2007"/>
                    <a:pt x="3789" y="853"/>
                  </a:cubicBezTo>
                  <a:cubicBezTo>
                    <a:pt x="3993" y="649"/>
                    <a:pt x="3806" y="366"/>
                    <a:pt x="3587" y="366"/>
                  </a:cubicBezTo>
                  <a:cubicBezTo>
                    <a:pt x="3521" y="366"/>
                    <a:pt x="3452" y="392"/>
                    <a:pt x="3390" y="454"/>
                  </a:cubicBezTo>
                  <a:cubicBezTo>
                    <a:pt x="3168" y="676"/>
                    <a:pt x="2946" y="897"/>
                    <a:pt x="2724" y="1164"/>
                  </a:cubicBezTo>
                  <a:cubicBezTo>
                    <a:pt x="2724" y="1075"/>
                    <a:pt x="2680" y="986"/>
                    <a:pt x="2591" y="942"/>
                  </a:cubicBezTo>
                  <a:cubicBezTo>
                    <a:pt x="2547" y="942"/>
                    <a:pt x="2502" y="897"/>
                    <a:pt x="2458" y="897"/>
                  </a:cubicBezTo>
                  <a:lnTo>
                    <a:pt x="2414" y="897"/>
                  </a:lnTo>
                  <a:cubicBezTo>
                    <a:pt x="1793" y="543"/>
                    <a:pt x="1127" y="276"/>
                    <a:pt x="462" y="10"/>
                  </a:cubicBezTo>
                  <a:cubicBezTo>
                    <a:pt x="438" y="3"/>
                    <a:pt x="415" y="0"/>
                    <a:pt x="3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67"/>
            <p:cNvSpPr/>
            <p:nvPr/>
          </p:nvSpPr>
          <p:spPr>
            <a:xfrm>
              <a:off x="3214832" y="2428351"/>
              <a:ext cx="62653" cy="46006"/>
            </a:xfrm>
            <a:custGeom>
              <a:avLst/>
              <a:gdLst/>
              <a:ahLst/>
              <a:cxnLst/>
              <a:rect l="l" t="t" r="r" b="b"/>
              <a:pathLst>
                <a:path w="828" h="608" extrusionOk="0">
                  <a:moveTo>
                    <a:pt x="485" y="0"/>
                  </a:moveTo>
                  <a:cubicBezTo>
                    <a:pt x="423" y="0"/>
                    <a:pt x="357" y="23"/>
                    <a:pt x="293" y="76"/>
                  </a:cubicBezTo>
                  <a:lnTo>
                    <a:pt x="204" y="165"/>
                  </a:lnTo>
                  <a:cubicBezTo>
                    <a:pt x="1" y="334"/>
                    <a:pt x="187" y="608"/>
                    <a:pt x="404" y="608"/>
                  </a:cubicBezTo>
                  <a:cubicBezTo>
                    <a:pt x="471" y="608"/>
                    <a:pt x="541" y="582"/>
                    <a:pt x="604" y="520"/>
                  </a:cubicBezTo>
                  <a:lnTo>
                    <a:pt x="692" y="431"/>
                  </a:lnTo>
                  <a:cubicBezTo>
                    <a:pt x="827" y="228"/>
                    <a:pt x="680" y="0"/>
                    <a:pt x="4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67"/>
            <p:cNvSpPr/>
            <p:nvPr/>
          </p:nvSpPr>
          <p:spPr>
            <a:xfrm>
              <a:off x="3260459" y="1978281"/>
              <a:ext cx="40406" cy="49638"/>
            </a:xfrm>
            <a:custGeom>
              <a:avLst/>
              <a:gdLst/>
              <a:ahLst/>
              <a:cxnLst/>
              <a:rect l="l" t="t" r="r" b="b"/>
              <a:pathLst>
                <a:path w="534" h="656" extrusionOk="0">
                  <a:moveTo>
                    <a:pt x="267" y="1"/>
                  </a:moveTo>
                  <a:cubicBezTo>
                    <a:pt x="134" y="1"/>
                    <a:pt x="1" y="101"/>
                    <a:pt x="1" y="300"/>
                  </a:cubicBezTo>
                  <a:lnTo>
                    <a:pt x="1" y="389"/>
                  </a:lnTo>
                  <a:cubicBezTo>
                    <a:pt x="1" y="567"/>
                    <a:pt x="134" y="655"/>
                    <a:pt x="267" y="655"/>
                  </a:cubicBezTo>
                  <a:cubicBezTo>
                    <a:pt x="400" y="655"/>
                    <a:pt x="533" y="567"/>
                    <a:pt x="533" y="389"/>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67"/>
            <p:cNvSpPr/>
            <p:nvPr/>
          </p:nvSpPr>
          <p:spPr>
            <a:xfrm>
              <a:off x="3163151" y="2027843"/>
              <a:ext cx="194995" cy="398238"/>
            </a:xfrm>
            <a:custGeom>
              <a:avLst/>
              <a:gdLst/>
              <a:ahLst/>
              <a:cxnLst/>
              <a:rect l="l" t="t" r="r" b="b"/>
              <a:pathLst>
                <a:path w="2577" h="5263" extrusionOk="0">
                  <a:moveTo>
                    <a:pt x="266" y="0"/>
                  </a:moveTo>
                  <a:cubicBezTo>
                    <a:pt x="133" y="0"/>
                    <a:pt x="0" y="89"/>
                    <a:pt x="0" y="267"/>
                  </a:cubicBezTo>
                  <a:cubicBezTo>
                    <a:pt x="44" y="1908"/>
                    <a:pt x="577" y="3505"/>
                    <a:pt x="1509" y="4837"/>
                  </a:cubicBezTo>
                  <a:cubicBezTo>
                    <a:pt x="1573" y="4901"/>
                    <a:pt x="1662" y="4943"/>
                    <a:pt x="1740" y="4943"/>
                  </a:cubicBezTo>
                  <a:cubicBezTo>
                    <a:pt x="1768" y="4943"/>
                    <a:pt x="1795" y="4937"/>
                    <a:pt x="1819" y="4925"/>
                  </a:cubicBezTo>
                  <a:cubicBezTo>
                    <a:pt x="1819" y="5117"/>
                    <a:pt x="1980" y="5263"/>
                    <a:pt x="2137" y="5263"/>
                  </a:cubicBezTo>
                  <a:cubicBezTo>
                    <a:pt x="2198" y="5263"/>
                    <a:pt x="2258" y="5241"/>
                    <a:pt x="2307" y="5191"/>
                  </a:cubicBezTo>
                  <a:lnTo>
                    <a:pt x="2396" y="5103"/>
                  </a:lnTo>
                  <a:cubicBezTo>
                    <a:pt x="2576" y="4886"/>
                    <a:pt x="2375" y="4611"/>
                    <a:pt x="2175" y="4611"/>
                  </a:cubicBezTo>
                  <a:cubicBezTo>
                    <a:pt x="2129" y="4611"/>
                    <a:pt x="2082" y="4626"/>
                    <a:pt x="2041" y="4659"/>
                  </a:cubicBezTo>
                  <a:cubicBezTo>
                    <a:pt x="2041" y="4615"/>
                    <a:pt x="1997" y="4615"/>
                    <a:pt x="1997" y="4570"/>
                  </a:cubicBezTo>
                  <a:cubicBezTo>
                    <a:pt x="1109" y="3284"/>
                    <a:pt x="621" y="1819"/>
                    <a:pt x="532" y="267"/>
                  </a:cubicBezTo>
                  <a:cubicBezTo>
                    <a:pt x="532" y="89"/>
                    <a:pt x="399"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67"/>
            <p:cNvSpPr/>
            <p:nvPr/>
          </p:nvSpPr>
          <p:spPr>
            <a:xfrm>
              <a:off x="3176544" y="1914493"/>
              <a:ext cx="40331" cy="49638"/>
            </a:xfrm>
            <a:custGeom>
              <a:avLst/>
              <a:gdLst/>
              <a:ahLst/>
              <a:cxnLst/>
              <a:rect l="l" t="t" r="r" b="b"/>
              <a:pathLst>
                <a:path w="533" h="656" extrusionOk="0">
                  <a:moveTo>
                    <a:pt x="267" y="1"/>
                  </a:moveTo>
                  <a:cubicBezTo>
                    <a:pt x="134" y="1"/>
                    <a:pt x="0" y="101"/>
                    <a:pt x="0" y="300"/>
                  </a:cubicBezTo>
                  <a:lnTo>
                    <a:pt x="0" y="389"/>
                  </a:lnTo>
                  <a:cubicBezTo>
                    <a:pt x="0" y="567"/>
                    <a:pt x="134" y="655"/>
                    <a:pt x="267" y="655"/>
                  </a:cubicBezTo>
                  <a:cubicBezTo>
                    <a:pt x="400" y="655"/>
                    <a:pt x="533" y="567"/>
                    <a:pt x="533" y="389"/>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67"/>
            <p:cNvSpPr/>
            <p:nvPr/>
          </p:nvSpPr>
          <p:spPr>
            <a:xfrm>
              <a:off x="2907546" y="2321660"/>
              <a:ext cx="262339" cy="178802"/>
            </a:xfrm>
            <a:custGeom>
              <a:avLst/>
              <a:gdLst/>
              <a:ahLst/>
              <a:cxnLst/>
              <a:rect l="l" t="t" r="r" b="b"/>
              <a:pathLst>
                <a:path w="3467" h="2363" extrusionOk="0">
                  <a:moveTo>
                    <a:pt x="341" y="1"/>
                  </a:moveTo>
                  <a:cubicBezTo>
                    <a:pt x="71" y="1"/>
                    <a:pt x="1" y="436"/>
                    <a:pt x="317" y="554"/>
                  </a:cubicBezTo>
                  <a:cubicBezTo>
                    <a:pt x="805" y="732"/>
                    <a:pt x="1293" y="998"/>
                    <a:pt x="1736" y="1308"/>
                  </a:cubicBezTo>
                  <a:cubicBezTo>
                    <a:pt x="2003" y="1442"/>
                    <a:pt x="2224" y="1619"/>
                    <a:pt x="2491" y="1796"/>
                  </a:cubicBezTo>
                  <a:lnTo>
                    <a:pt x="2757" y="2063"/>
                  </a:lnTo>
                  <a:lnTo>
                    <a:pt x="2801" y="2107"/>
                  </a:lnTo>
                  <a:cubicBezTo>
                    <a:pt x="2801" y="2196"/>
                    <a:pt x="2890" y="2285"/>
                    <a:pt x="2979" y="2329"/>
                  </a:cubicBezTo>
                  <a:cubicBezTo>
                    <a:pt x="3023" y="2351"/>
                    <a:pt x="3079" y="2362"/>
                    <a:pt x="3140" y="2362"/>
                  </a:cubicBezTo>
                  <a:cubicBezTo>
                    <a:pt x="3201" y="2362"/>
                    <a:pt x="3267" y="2351"/>
                    <a:pt x="3334" y="2329"/>
                  </a:cubicBezTo>
                  <a:cubicBezTo>
                    <a:pt x="3422" y="2285"/>
                    <a:pt x="3467" y="2196"/>
                    <a:pt x="3467" y="2063"/>
                  </a:cubicBezTo>
                  <a:cubicBezTo>
                    <a:pt x="3422" y="1619"/>
                    <a:pt x="2757" y="1264"/>
                    <a:pt x="2358" y="998"/>
                  </a:cubicBezTo>
                  <a:cubicBezTo>
                    <a:pt x="1736" y="599"/>
                    <a:pt x="1115" y="244"/>
                    <a:pt x="450" y="22"/>
                  </a:cubicBezTo>
                  <a:cubicBezTo>
                    <a:pt x="411" y="7"/>
                    <a:pt x="375" y="1"/>
                    <a:pt x="3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67"/>
            <p:cNvSpPr/>
            <p:nvPr/>
          </p:nvSpPr>
          <p:spPr>
            <a:xfrm>
              <a:off x="2887797" y="2076346"/>
              <a:ext cx="352535" cy="356016"/>
            </a:xfrm>
            <a:custGeom>
              <a:avLst/>
              <a:gdLst/>
              <a:ahLst/>
              <a:cxnLst/>
              <a:rect l="l" t="t" r="r" b="b"/>
              <a:pathLst>
                <a:path w="4659" h="4705" extrusionOk="0">
                  <a:moveTo>
                    <a:pt x="3256" y="1"/>
                  </a:moveTo>
                  <a:cubicBezTo>
                    <a:pt x="3189" y="1"/>
                    <a:pt x="3120" y="33"/>
                    <a:pt x="3062" y="114"/>
                  </a:cubicBezTo>
                  <a:cubicBezTo>
                    <a:pt x="2574" y="735"/>
                    <a:pt x="2175" y="1400"/>
                    <a:pt x="1864" y="2155"/>
                  </a:cubicBezTo>
                  <a:cubicBezTo>
                    <a:pt x="1820" y="2199"/>
                    <a:pt x="1820" y="2288"/>
                    <a:pt x="1864" y="2376"/>
                  </a:cubicBezTo>
                  <a:cubicBezTo>
                    <a:pt x="1376" y="2155"/>
                    <a:pt x="888" y="1933"/>
                    <a:pt x="356" y="1800"/>
                  </a:cubicBezTo>
                  <a:cubicBezTo>
                    <a:pt x="90" y="1844"/>
                    <a:pt x="1" y="2199"/>
                    <a:pt x="223" y="2332"/>
                  </a:cubicBezTo>
                  <a:cubicBezTo>
                    <a:pt x="1687" y="2731"/>
                    <a:pt x="3018" y="3530"/>
                    <a:pt x="4083" y="4639"/>
                  </a:cubicBezTo>
                  <a:cubicBezTo>
                    <a:pt x="4137" y="4685"/>
                    <a:pt x="4196" y="4704"/>
                    <a:pt x="4253" y="4704"/>
                  </a:cubicBezTo>
                  <a:cubicBezTo>
                    <a:pt x="4471" y="4704"/>
                    <a:pt x="4658" y="4416"/>
                    <a:pt x="4482" y="4240"/>
                  </a:cubicBezTo>
                  <a:cubicBezTo>
                    <a:pt x="3772" y="3530"/>
                    <a:pt x="2973" y="2909"/>
                    <a:pt x="2086" y="2465"/>
                  </a:cubicBezTo>
                  <a:cubicBezTo>
                    <a:pt x="2219" y="2465"/>
                    <a:pt x="2352" y="2421"/>
                    <a:pt x="2397" y="2288"/>
                  </a:cubicBezTo>
                  <a:cubicBezTo>
                    <a:pt x="2663" y="1622"/>
                    <a:pt x="3018" y="1045"/>
                    <a:pt x="3462" y="469"/>
                  </a:cubicBezTo>
                  <a:cubicBezTo>
                    <a:pt x="3626" y="271"/>
                    <a:pt x="3449" y="1"/>
                    <a:pt x="3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67"/>
            <p:cNvSpPr/>
            <p:nvPr/>
          </p:nvSpPr>
          <p:spPr>
            <a:xfrm>
              <a:off x="2984575" y="2046381"/>
              <a:ext cx="110702" cy="128256"/>
            </a:xfrm>
            <a:custGeom>
              <a:avLst/>
              <a:gdLst/>
              <a:ahLst/>
              <a:cxnLst/>
              <a:rect l="l" t="t" r="r" b="b"/>
              <a:pathLst>
                <a:path w="1463" h="1695" extrusionOk="0">
                  <a:moveTo>
                    <a:pt x="1026" y="1"/>
                  </a:moveTo>
                  <a:cubicBezTo>
                    <a:pt x="967" y="1"/>
                    <a:pt x="906" y="20"/>
                    <a:pt x="851" y="66"/>
                  </a:cubicBezTo>
                  <a:cubicBezTo>
                    <a:pt x="452" y="377"/>
                    <a:pt x="142" y="820"/>
                    <a:pt x="53" y="1353"/>
                  </a:cubicBezTo>
                  <a:cubicBezTo>
                    <a:pt x="0" y="1562"/>
                    <a:pt x="165" y="1695"/>
                    <a:pt x="326" y="1695"/>
                  </a:cubicBezTo>
                  <a:cubicBezTo>
                    <a:pt x="438" y="1695"/>
                    <a:pt x="549" y="1631"/>
                    <a:pt x="585" y="1486"/>
                  </a:cubicBezTo>
                  <a:cubicBezTo>
                    <a:pt x="674" y="1086"/>
                    <a:pt x="896" y="731"/>
                    <a:pt x="1251" y="465"/>
                  </a:cubicBezTo>
                  <a:cubicBezTo>
                    <a:pt x="1462" y="289"/>
                    <a:pt x="1254" y="1"/>
                    <a:pt x="10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67"/>
            <p:cNvSpPr/>
            <p:nvPr/>
          </p:nvSpPr>
          <p:spPr>
            <a:xfrm>
              <a:off x="2958924" y="1967006"/>
              <a:ext cx="71430" cy="60685"/>
            </a:xfrm>
            <a:custGeom>
              <a:avLst/>
              <a:gdLst/>
              <a:ahLst/>
              <a:cxnLst/>
              <a:rect l="l" t="t" r="r" b="b"/>
              <a:pathLst>
                <a:path w="944" h="802" extrusionOk="0">
                  <a:moveTo>
                    <a:pt x="576" y="0"/>
                  </a:moveTo>
                  <a:cubicBezTo>
                    <a:pt x="490" y="0"/>
                    <a:pt x="403" y="41"/>
                    <a:pt x="348" y="139"/>
                  </a:cubicBezTo>
                  <a:lnTo>
                    <a:pt x="126" y="405"/>
                  </a:lnTo>
                  <a:cubicBezTo>
                    <a:pt x="1" y="592"/>
                    <a:pt x="205" y="801"/>
                    <a:pt x="399" y="801"/>
                  </a:cubicBezTo>
                  <a:cubicBezTo>
                    <a:pt x="481" y="801"/>
                    <a:pt x="561" y="764"/>
                    <a:pt x="614" y="671"/>
                  </a:cubicBezTo>
                  <a:lnTo>
                    <a:pt x="791" y="405"/>
                  </a:lnTo>
                  <a:cubicBezTo>
                    <a:pt x="943" y="192"/>
                    <a:pt x="762" y="0"/>
                    <a:pt x="5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67"/>
            <p:cNvSpPr/>
            <p:nvPr/>
          </p:nvSpPr>
          <p:spPr>
            <a:xfrm>
              <a:off x="2918064" y="1758013"/>
              <a:ext cx="117966" cy="53270"/>
            </a:xfrm>
            <a:custGeom>
              <a:avLst/>
              <a:gdLst/>
              <a:ahLst/>
              <a:cxnLst/>
              <a:rect l="l" t="t" r="r" b="b"/>
              <a:pathLst>
                <a:path w="1559" h="704" extrusionOk="0">
                  <a:moveTo>
                    <a:pt x="587" y="0"/>
                  </a:moveTo>
                  <a:cubicBezTo>
                    <a:pt x="510" y="0"/>
                    <a:pt x="433" y="6"/>
                    <a:pt x="355" y="17"/>
                  </a:cubicBezTo>
                  <a:cubicBezTo>
                    <a:pt x="14" y="102"/>
                    <a:pt x="1" y="596"/>
                    <a:pt x="314" y="596"/>
                  </a:cubicBezTo>
                  <a:cubicBezTo>
                    <a:pt x="327" y="596"/>
                    <a:pt x="341" y="596"/>
                    <a:pt x="355" y="594"/>
                  </a:cubicBezTo>
                  <a:cubicBezTo>
                    <a:pt x="426" y="582"/>
                    <a:pt x="498" y="576"/>
                    <a:pt x="568" y="576"/>
                  </a:cubicBezTo>
                  <a:cubicBezTo>
                    <a:pt x="761" y="576"/>
                    <a:pt x="947" y="618"/>
                    <a:pt x="1109" y="682"/>
                  </a:cubicBezTo>
                  <a:cubicBezTo>
                    <a:pt x="1148" y="697"/>
                    <a:pt x="1184" y="704"/>
                    <a:pt x="1218" y="704"/>
                  </a:cubicBezTo>
                  <a:cubicBezTo>
                    <a:pt x="1488" y="704"/>
                    <a:pt x="1558" y="269"/>
                    <a:pt x="1242" y="150"/>
                  </a:cubicBezTo>
                  <a:cubicBezTo>
                    <a:pt x="1043" y="50"/>
                    <a:pt x="818" y="0"/>
                    <a:pt x="5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67"/>
            <p:cNvSpPr/>
            <p:nvPr/>
          </p:nvSpPr>
          <p:spPr>
            <a:xfrm>
              <a:off x="2955141" y="1628773"/>
              <a:ext cx="90347" cy="56221"/>
            </a:xfrm>
            <a:custGeom>
              <a:avLst/>
              <a:gdLst/>
              <a:ahLst/>
              <a:cxnLst/>
              <a:rect l="l" t="t" r="r" b="b"/>
              <a:pathLst>
                <a:path w="1194" h="743" extrusionOk="0">
                  <a:moveTo>
                    <a:pt x="396" y="1"/>
                  </a:moveTo>
                  <a:cubicBezTo>
                    <a:pt x="153" y="1"/>
                    <a:pt x="0" y="376"/>
                    <a:pt x="264" y="527"/>
                  </a:cubicBezTo>
                  <a:lnTo>
                    <a:pt x="664" y="704"/>
                  </a:lnTo>
                  <a:cubicBezTo>
                    <a:pt x="710" y="731"/>
                    <a:pt x="756" y="743"/>
                    <a:pt x="798" y="743"/>
                  </a:cubicBezTo>
                  <a:cubicBezTo>
                    <a:pt x="1041" y="743"/>
                    <a:pt x="1194" y="367"/>
                    <a:pt x="930" y="216"/>
                  </a:cubicBezTo>
                  <a:lnTo>
                    <a:pt x="531" y="39"/>
                  </a:lnTo>
                  <a:cubicBezTo>
                    <a:pt x="484" y="12"/>
                    <a:pt x="439"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67"/>
            <p:cNvSpPr/>
            <p:nvPr/>
          </p:nvSpPr>
          <p:spPr>
            <a:xfrm>
              <a:off x="2714896" y="2427594"/>
              <a:ext cx="90725" cy="150881"/>
            </a:xfrm>
            <a:custGeom>
              <a:avLst/>
              <a:gdLst/>
              <a:ahLst/>
              <a:cxnLst/>
              <a:rect l="l" t="t" r="r" b="b"/>
              <a:pathLst>
                <a:path w="1199" h="1994" extrusionOk="0">
                  <a:moveTo>
                    <a:pt x="386" y="1"/>
                  </a:moveTo>
                  <a:cubicBezTo>
                    <a:pt x="195" y="1"/>
                    <a:pt x="0" y="209"/>
                    <a:pt x="156" y="396"/>
                  </a:cubicBezTo>
                  <a:cubicBezTo>
                    <a:pt x="422" y="796"/>
                    <a:pt x="555" y="1239"/>
                    <a:pt x="600" y="1728"/>
                  </a:cubicBezTo>
                  <a:cubicBezTo>
                    <a:pt x="622" y="1905"/>
                    <a:pt x="777" y="1994"/>
                    <a:pt x="922" y="1994"/>
                  </a:cubicBezTo>
                  <a:cubicBezTo>
                    <a:pt x="1066" y="1994"/>
                    <a:pt x="1199" y="1905"/>
                    <a:pt x="1177" y="1728"/>
                  </a:cubicBezTo>
                  <a:cubicBezTo>
                    <a:pt x="1132" y="1151"/>
                    <a:pt x="955" y="618"/>
                    <a:pt x="600" y="130"/>
                  </a:cubicBezTo>
                  <a:cubicBezTo>
                    <a:pt x="547" y="38"/>
                    <a:pt x="467" y="1"/>
                    <a:pt x="3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67"/>
            <p:cNvSpPr/>
            <p:nvPr/>
          </p:nvSpPr>
          <p:spPr>
            <a:xfrm>
              <a:off x="2796542" y="2354727"/>
              <a:ext cx="65074" cy="91860"/>
            </a:xfrm>
            <a:custGeom>
              <a:avLst/>
              <a:gdLst/>
              <a:ahLst/>
              <a:cxnLst/>
              <a:rect l="l" t="t" r="r" b="b"/>
              <a:pathLst>
                <a:path w="860" h="1214" extrusionOk="0">
                  <a:moveTo>
                    <a:pt x="334" y="0"/>
                  </a:moveTo>
                  <a:cubicBezTo>
                    <a:pt x="170" y="0"/>
                    <a:pt x="0" y="144"/>
                    <a:pt x="53" y="383"/>
                  </a:cubicBezTo>
                  <a:cubicBezTo>
                    <a:pt x="98" y="561"/>
                    <a:pt x="186" y="783"/>
                    <a:pt x="231" y="1005"/>
                  </a:cubicBezTo>
                  <a:cubicBezTo>
                    <a:pt x="267" y="1150"/>
                    <a:pt x="385" y="1213"/>
                    <a:pt x="506" y="1213"/>
                  </a:cubicBezTo>
                  <a:cubicBezTo>
                    <a:pt x="680" y="1213"/>
                    <a:pt x="860" y="1081"/>
                    <a:pt x="808" y="871"/>
                  </a:cubicBezTo>
                  <a:lnTo>
                    <a:pt x="586" y="206"/>
                  </a:lnTo>
                  <a:cubicBezTo>
                    <a:pt x="550" y="64"/>
                    <a:pt x="444" y="0"/>
                    <a:pt x="3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67"/>
            <p:cNvSpPr/>
            <p:nvPr/>
          </p:nvSpPr>
          <p:spPr>
            <a:xfrm>
              <a:off x="2743045" y="2868887"/>
              <a:ext cx="74381" cy="138472"/>
            </a:xfrm>
            <a:custGeom>
              <a:avLst/>
              <a:gdLst/>
              <a:ahLst/>
              <a:cxnLst/>
              <a:rect l="l" t="t" r="r" b="b"/>
              <a:pathLst>
                <a:path w="983" h="1830" extrusionOk="0">
                  <a:moveTo>
                    <a:pt x="360" y="0"/>
                  </a:moveTo>
                  <a:cubicBezTo>
                    <a:pt x="173" y="0"/>
                    <a:pt x="1" y="188"/>
                    <a:pt x="95" y="377"/>
                  </a:cubicBezTo>
                  <a:cubicBezTo>
                    <a:pt x="317" y="732"/>
                    <a:pt x="405" y="1131"/>
                    <a:pt x="405" y="1530"/>
                  </a:cubicBezTo>
                  <a:cubicBezTo>
                    <a:pt x="405" y="1730"/>
                    <a:pt x="538" y="1830"/>
                    <a:pt x="672" y="1830"/>
                  </a:cubicBezTo>
                  <a:cubicBezTo>
                    <a:pt x="805" y="1830"/>
                    <a:pt x="938" y="1730"/>
                    <a:pt x="938" y="1530"/>
                  </a:cubicBezTo>
                  <a:cubicBezTo>
                    <a:pt x="982" y="1042"/>
                    <a:pt x="849" y="554"/>
                    <a:pt x="583" y="110"/>
                  </a:cubicBezTo>
                  <a:cubicBezTo>
                    <a:pt x="518" y="33"/>
                    <a:pt x="43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67"/>
            <p:cNvSpPr/>
            <p:nvPr/>
          </p:nvSpPr>
          <p:spPr>
            <a:xfrm>
              <a:off x="2663745" y="2930027"/>
              <a:ext cx="63031" cy="70673"/>
            </a:xfrm>
            <a:custGeom>
              <a:avLst/>
              <a:gdLst/>
              <a:ahLst/>
              <a:cxnLst/>
              <a:rect l="l" t="t" r="r" b="b"/>
              <a:pathLst>
                <a:path w="833" h="934" extrusionOk="0">
                  <a:moveTo>
                    <a:pt x="362" y="0"/>
                  </a:moveTo>
                  <a:cubicBezTo>
                    <a:pt x="134" y="0"/>
                    <a:pt x="1" y="355"/>
                    <a:pt x="255" y="500"/>
                  </a:cubicBezTo>
                  <a:cubicBezTo>
                    <a:pt x="300" y="545"/>
                    <a:pt x="300" y="589"/>
                    <a:pt x="300" y="634"/>
                  </a:cubicBezTo>
                  <a:cubicBezTo>
                    <a:pt x="300" y="833"/>
                    <a:pt x="433" y="933"/>
                    <a:pt x="566" y="933"/>
                  </a:cubicBezTo>
                  <a:cubicBezTo>
                    <a:pt x="699" y="933"/>
                    <a:pt x="832" y="833"/>
                    <a:pt x="832" y="634"/>
                  </a:cubicBezTo>
                  <a:cubicBezTo>
                    <a:pt x="832" y="412"/>
                    <a:pt x="743" y="145"/>
                    <a:pt x="522" y="57"/>
                  </a:cubicBezTo>
                  <a:cubicBezTo>
                    <a:pt x="466" y="17"/>
                    <a:pt x="412" y="0"/>
                    <a:pt x="3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67"/>
            <p:cNvSpPr/>
            <p:nvPr/>
          </p:nvSpPr>
          <p:spPr>
            <a:xfrm>
              <a:off x="2622582" y="3223011"/>
              <a:ext cx="43736" cy="50395"/>
            </a:xfrm>
            <a:custGeom>
              <a:avLst/>
              <a:gdLst/>
              <a:ahLst/>
              <a:cxnLst/>
              <a:rect l="l" t="t" r="r" b="b"/>
              <a:pathLst>
                <a:path w="578" h="666" extrusionOk="0">
                  <a:moveTo>
                    <a:pt x="289" y="0"/>
                  </a:moveTo>
                  <a:cubicBezTo>
                    <a:pt x="145" y="0"/>
                    <a:pt x="1" y="89"/>
                    <a:pt x="1" y="267"/>
                  </a:cubicBezTo>
                  <a:lnTo>
                    <a:pt x="1" y="400"/>
                  </a:lnTo>
                  <a:cubicBezTo>
                    <a:pt x="1" y="577"/>
                    <a:pt x="145" y="666"/>
                    <a:pt x="289" y="666"/>
                  </a:cubicBezTo>
                  <a:cubicBezTo>
                    <a:pt x="433" y="666"/>
                    <a:pt x="578" y="577"/>
                    <a:pt x="578" y="400"/>
                  </a:cubicBezTo>
                  <a:lnTo>
                    <a:pt x="578" y="267"/>
                  </a:lnTo>
                  <a:cubicBezTo>
                    <a:pt x="578" y="89"/>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67"/>
            <p:cNvSpPr/>
            <p:nvPr/>
          </p:nvSpPr>
          <p:spPr>
            <a:xfrm>
              <a:off x="2579300" y="3384259"/>
              <a:ext cx="65528" cy="48881"/>
            </a:xfrm>
            <a:custGeom>
              <a:avLst/>
              <a:gdLst/>
              <a:ahLst/>
              <a:cxnLst/>
              <a:rect l="l" t="t" r="r" b="b"/>
              <a:pathLst>
                <a:path w="866" h="646" extrusionOk="0">
                  <a:moveTo>
                    <a:pt x="479" y="0"/>
                  </a:moveTo>
                  <a:cubicBezTo>
                    <a:pt x="419" y="0"/>
                    <a:pt x="358" y="26"/>
                    <a:pt x="307" y="88"/>
                  </a:cubicBezTo>
                  <a:lnTo>
                    <a:pt x="173" y="177"/>
                  </a:lnTo>
                  <a:cubicBezTo>
                    <a:pt x="0" y="384"/>
                    <a:pt x="178" y="646"/>
                    <a:pt x="391" y="646"/>
                  </a:cubicBezTo>
                  <a:cubicBezTo>
                    <a:pt x="451" y="646"/>
                    <a:pt x="514" y="625"/>
                    <a:pt x="573" y="576"/>
                  </a:cubicBezTo>
                  <a:lnTo>
                    <a:pt x="661" y="487"/>
                  </a:lnTo>
                  <a:cubicBezTo>
                    <a:pt x="866" y="283"/>
                    <a:pt x="678" y="0"/>
                    <a:pt x="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67"/>
            <p:cNvSpPr/>
            <p:nvPr/>
          </p:nvSpPr>
          <p:spPr>
            <a:xfrm>
              <a:off x="2062113" y="3683372"/>
              <a:ext cx="217922" cy="123035"/>
            </a:xfrm>
            <a:custGeom>
              <a:avLst/>
              <a:gdLst/>
              <a:ahLst/>
              <a:cxnLst/>
              <a:rect l="l" t="t" r="r" b="b"/>
              <a:pathLst>
                <a:path w="2880" h="1626" extrusionOk="0">
                  <a:moveTo>
                    <a:pt x="396" y="1"/>
                  </a:moveTo>
                  <a:cubicBezTo>
                    <a:pt x="153" y="1"/>
                    <a:pt x="0" y="376"/>
                    <a:pt x="265" y="527"/>
                  </a:cubicBezTo>
                  <a:cubicBezTo>
                    <a:pt x="930" y="971"/>
                    <a:pt x="1684" y="1326"/>
                    <a:pt x="2439" y="1592"/>
                  </a:cubicBezTo>
                  <a:cubicBezTo>
                    <a:pt x="2480" y="1615"/>
                    <a:pt x="2518" y="1626"/>
                    <a:pt x="2554" y="1626"/>
                  </a:cubicBezTo>
                  <a:cubicBezTo>
                    <a:pt x="2787" y="1626"/>
                    <a:pt x="2880" y="1181"/>
                    <a:pt x="2572" y="1104"/>
                  </a:cubicBezTo>
                  <a:cubicBezTo>
                    <a:pt x="1862" y="793"/>
                    <a:pt x="1196" y="438"/>
                    <a:pt x="531" y="39"/>
                  </a:cubicBezTo>
                  <a:cubicBezTo>
                    <a:pt x="484" y="13"/>
                    <a:pt x="439"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67"/>
            <p:cNvSpPr/>
            <p:nvPr/>
          </p:nvSpPr>
          <p:spPr>
            <a:xfrm>
              <a:off x="2136494" y="3629724"/>
              <a:ext cx="154210" cy="92087"/>
            </a:xfrm>
            <a:custGeom>
              <a:avLst/>
              <a:gdLst/>
              <a:ahLst/>
              <a:cxnLst/>
              <a:rect l="l" t="t" r="r" b="b"/>
              <a:pathLst>
                <a:path w="2038" h="1217" extrusionOk="0">
                  <a:moveTo>
                    <a:pt x="431" y="0"/>
                  </a:moveTo>
                  <a:cubicBezTo>
                    <a:pt x="180" y="0"/>
                    <a:pt x="0" y="375"/>
                    <a:pt x="302" y="526"/>
                  </a:cubicBezTo>
                  <a:lnTo>
                    <a:pt x="1456" y="1192"/>
                  </a:lnTo>
                  <a:cubicBezTo>
                    <a:pt x="1495" y="1209"/>
                    <a:pt x="1535" y="1216"/>
                    <a:pt x="1573" y="1216"/>
                  </a:cubicBezTo>
                  <a:cubicBezTo>
                    <a:pt x="1835" y="1216"/>
                    <a:pt x="2037" y="859"/>
                    <a:pt x="1766" y="704"/>
                  </a:cubicBezTo>
                  <a:lnTo>
                    <a:pt x="568" y="38"/>
                  </a:lnTo>
                  <a:cubicBezTo>
                    <a:pt x="522" y="12"/>
                    <a:pt x="475" y="0"/>
                    <a:pt x="4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67"/>
            <p:cNvSpPr/>
            <p:nvPr/>
          </p:nvSpPr>
          <p:spPr>
            <a:xfrm>
              <a:off x="2186359" y="3565936"/>
              <a:ext cx="100335" cy="71052"/>
            </a:xfrm>
            <a:custGeom>
              <a:avLst/>
              <a:gdLst/>
              <a:ahLst/>
              <a:cxnLst/>
              <a:rect l="l" t="t" r="r" b="b"/>
              <a:pathLst>
                <a:path w="1326" h="939" extrusionOk="0">
                  <a:moveTo>
                    <a:pt x="396" y="0"/>
                  </a:moveTo>
                  <a:cubicBezTo>
                    <a:pt x="153" y="0"/>
                    <a:pt x="0" y="375"/>
                    <a:pt x="264" y="526"/>
                  </a:cubicBezTo>
                  <a:lnTo>
                    <a:pt x="797" y="881"/>
                  </a:lnTo>
                  <a:cubicBezTo>
                    <a:pt x="852" y="921"/>
                    <a:pt x="907" y="938"/>
                    <a:pt x="957" y="938"/>
                  </a:cubicBezTo>
                  <a:cubicBezTo>
                    <a:pt x="1185" y="938"/>
                    <a:pt x="1326" y="583"/>
                    <a:pt x="1107" y="438"/>
                  </a:cubicBezTo>
                  <a:lnTo>
                    <a:pt x="530" y="38"/>
                  </a:lnTo>
                  <a:cubicBezTo>
                    <a:pt x="484" y="12"/>
                    <a:pt x="438" y="0"/>
                    <a:pt x="3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67"/>
            <p:cNvSpPr/>
            <p:nvPr/>
          </p:nvSpPr>
          <p:spPr>
            <a:xfrm>
              <a:off x="2276782" y="3545279"/>
              <a:ext cx="99957" cy="252275"/>
            </a:xfrm>
            <a:custGeom>
              <a:avLst/>
              <a:gdLst/>
              <a:ahLst/>
              <a:cxnLst/>
              <a:rect l="l" t="t" r="r" b="b"/>
              <a:pathLst>
                <a:path w="1321" h="3334" extrusionOk="0">
                  <a:moveTo>
                    <a:pt x="378" y="1"/>
                  </a:moveTo>
                  <a:cubicBezTo>
                    <a:pt x="234" y="1"/>
                    <a:pt x="90" y="89"/>
                    <a:pt x="90" y="267"/>
                  </a:cubicBezTo>
                  <a:cubicBezTo>
                    <a:pt x="1" y="1287"/>
                    <a:pt x="223" y="2308"/>
                    <a:pt x="711" y="3195"/>
                  </a:cubicBezTo>
                  <a:cubicBezTo>
                    <a:pt x="767" y="3293"/>
                    <a:pt x="853" y="3334"/>
                    <a:pt x="940" y="3334"/>
                  </a:cubicBezTo>
                  <a:cubicBezTo>
                    <a:pt x="1130" y="3334"/>
                    <a:pt x="1320" y="3142"/>
                    <a:pt x="1199" y="2929"/>
                  </a:cubicBezTo>
                  <a:cubicBezTo>
                    <a:pt x="755" y="2086"/>
                    <a:pt x="578" y="1199"/>
                    <a:pt x="666" y="267"/>
                  </a:cubicBezTo>
                  <a:cubicBezTo>
                    <a:pt x="666" y="89"/>
                    <a:pt x="522" y="1"/>
                    <a:pt x="37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67"/>
            <p:cNvSpPr/>
            <p:nvPr/>
          </p:nvSpPr>
          <p:spPr>
            <a:xfrm>
              <a:off x="2360772" y="3568812"/>
              <a:ext cx="83461" cy="154437"/>
            </a:xfrm>
            <a:custGeom>
              <a:avLst/>
              <a:gdLst/>
              <a:ahLst/>
              <a:cxnLst/>
              <a:rect l="l" t="t" r="r" b="b"/>
              <a:pathLst>
                <a:path w="1103" h="2041" extrusionOk="0">
                  <a:moveTo>
                    <a:pt x="344" y="0"/>
                  </a:moveTo>
                  <a:cubicBezTo>
                    <a:pt x="211" y="0"/>
                    <a:pt x="67" y="89"/>
                    <a:pt x="44" y="267"/>
                  </a:cubicBezTo>
                  <a:cubicBezTo>
                    <a:pt x="0" y="843"/>
                    <a:pt x="178" y="1464"/>
                    <a:pt x="577" y="1952"/>
                  </a:cubicBezTo>
                  <a:cubicBezTo>
                    <a:pt x="628" y="2014"/>
                    <a:pt x="687" y="2040"/>
                    <a:pt x="744" y="2040"/>
                  </a:cubicBezTo>
                  <a:cubicBezTo>
                    <a:pt x="933" y="2040"/>
                    <a:pt x="1102" y="1758"/>
                    <a:pt x="932" y="1553"/>
                  </a:cubicBezTo>
                  <a:cubicBezTo>
                    <a:pt x="666" y="1198"/>
                    <a:pt x="532" y="710"/>
                    <a:pt x="577" y="267"/>
                  </a:cubicBezTo>
                  <a:cubicBezTo>
                    <a:pt x="599" y="89"/>
                    <a:pt x="477" y="0"/>
                    <a:pt x="3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67"/>
            <p:cNvSpPr/>
            <p:nvPr/>
          </p:nvSpPr>
          <p:spPr>
            <a:xfrm>
              <a:off x="2442115" y="3546263"/>
              <a:ext cx="67117" cy="74381"/>
            </a:xfrm>
            <a:custGeom>
              <a:avLst/>
              <a:gdLst/>
              <a:ahLst/>
              <a:cxnLst/>
              <a:rect l="l" t="t" r="r" b="b"/>
              <a:pathLst>
                <a:path w="887" h="983" extrusionOk="0">
                  <a:moveTo>
                    <a:pt x="329" y="1"/>
                  </a:moveTo>
                  <a:cubicBezTo>
                    <a:pt x="154" y="1"/>
                    <a:pt x="0" y="133"/>
                    <a:pt x="79" y="343"/>
                  </a:cubicBezTo>
                  <a:lnTo>
                    <a:pt x="256" y="786"/>
                  </a:lnTo>
                  <a:cubicBezTo>
                    <a:pt x="308" y="925"/>
                    <a:pt x="421" y="982"/>
                    <a:pt x="534" y="982"/>
                  </a:cubicBezTo>
                  <a:cubicBezTo>
                    <a:pt x="710" y="982"/>
                    <a:pt x="887" y="843"/>
                    <a:pt x="833" y="653"/>
                  </a:cubicBezTo>
                  <a:cubicBezTo>
                    <a:pt x="744" y="520"/>
                    <a:pt x="700" y="343"/>
                    <a:pt x="655" y="210"/>
                  </a:cubicBezTo>
                  <a:cubicBezTo>
                    <a:pt x="583" y="64"/>
                    <a:pt x="451" y="1"/>
                    <a:pt x="3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67"/>
            <p:cNvSpPr/>
            <p:nvPr/>
          </p:nvSpPr>
          <p:spPr>
            <a:xfrm>
              <a:off x="2368264" y="1811434"/>
              <a:ext cx="123489" cy="186293"/>
            </a:xfrm>
            <a:custGeom>
              <a:avLst/>
              <a:gdLst/>
              <a:ahLst/>
              <a:cxnLst/>
              <a:rect l="l" t="t" r="r" b="b"/>
              <a:pathLst>
                <a:path w="1632" h="2462" extrusionOk="0">
                  <a:moveTo>
                    <a:pt x="437" y="0"/>
                  </a:moveTo>
                  <a:cubicBezTo>
                    <a:pt x="209" y="0"/>
                    <a:pt x="0" y="288"/>
                    <a:pt x="212" y="465"/>
                  </a:cubicBezTo>
                  <a:cubicBezTo>
                    <a:pt x="744" y="908"/>
                    <a:pt x="1010" y="1529"/>
                    <a:pt x="1055" y="2195"/>
                  </a:cubicBezTo>
                  <a:cubicBezTo>
                    <a:pt x="1055" y="2372"/>
                    <a:pt x="1199" y="2461"/>
                    <a:pt x="1343" y="2461"/>
                  </a:cubicBezTo>
                  <a:cubicBezTo>
                    <a:pt x="1487" y="2461"/>
                    <a:pt x="1631" y="2372"/>
                    <a:pt x="1631" y="2195"/>
                  </a:cubicBezTo>
                  <a:cubicBezTo>
                    <a:pt x="1587" y="1396"/>
                    <a:pt x="1232" y="598"/>
                    <a:pt x="611" y="65"/>
                  </a:cubicBezTo>
                  <a:cubicBezTo>
                    <a:pt x="556" y="20"/>
                    <a:pt x="496" y="0"/>
                    <a:pt x="4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67"/>
            <p:cNvSpPr/>
            <p:nvPr/>
          </p:nvSpPr>
          <p:spPr>
            <a:xfrm>
              <a:off x="2498941" y="1809921"/>
              <a:ext cx="75062" cy="140742"/>
            </a:xfrm>
            <a:custGeom>
              <a:avLst/>
              <a:gdLst/>
              <a:ahLst/>
              <a:cxnLst/>
              <a:rect l="l" t="t" r="r" b="b"/>
              <a:pathLst>
                <a:path w="992" h="1860" extrusionOk="0">
                  <a:moveTo>
                    <a:pt x="387" y="1"/>
                  </a:moveTo>
                  <a:cubicBezTo>
                    <a:pt x="208" y="1"/>
                    <a:pt x="1" y="221"/>
                    <a:pt x="126" y="440"/>
                  </a:cubicBezTo>
                  <a:cubicBezTo>
                    <a:pt x="304" y="795"/>
                    <a:pt x="392" y="1194"/>
                    <a:pt x="437" y="1594"/>
                  </a:cubicBezTo>
                  <a:cubicBezTo>
                    <a:pt x="459" y="1771"/>
                    <a:pt x="603" y="1860"/>
                    <a:pt x="736" y="1860"/>
                  </a:cubicBezTo>
                  <a:cubicBezTo>
                    <a:pt x="869" y="1860"/>
                    <a:pt x="991" y="1771"/>
                    <a:pt x="969" y="1594"/>
                  </a:cubicBezTo>
                  <a:cubicBezTo>
                    <a:pt x="925" y="1061"/>
                    <a:pt x="792" y="573"/>
                    <a:pt x="570" y="130"/>
                  </a:cubicBezTo>
                  <a:cubicBezTo>
                    <a:pt x="531" y="39"/>
                    <a:pt x="462"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67"/>
            <p:cNvSpPr/>
            <p:nvPr/>
          </p:nvSpPr>
          <p:spPr>
            <a:xfrm>
              <a:off x="2600411" y="1831940"/>
              <a:ext cx="51076" cy="90877"/>
            </a:xfrm>
            <a:custGeom>
              <a:avLst/>
              <a:gdLst/>
              <a:ahLst/>
              <a:cxnLst/>
              <a:rect l="l" t="t" r="r" b="b"/>
              <a:pathLst>
                <a:path w="675" h="1201" extrusionOk="0">
                  <a:moveTo>
                    <a:pt x="355" y="0"/>
                  </a:moveTo>
                  <a:cubicBezTo>
                    <a:pt x="193" y="0"/>
                    <a:pt x="0" y="152"/>
                    <a:pt x="28" y="371"/>
                  </a:cubicBezTo>
                  <a:cubicBezTo>
                    <a:pt x="28" y="548"/>
                    <a:pt x="72" y="770"/>
                    <a:pt x="116" y="992"/>
                  </a:cubicBezTo>
                  <a:cubicBezTo>
                    <a:pt x="134" y="1137"/>
                    <a:pt x="234" y="1201"/>
                    <a:pt x="343" y="1201"/>
                  </a:cubicBezTo>
                  <a:cubicBezTo>
                    <a:pt x="500" y="1201"/>
                    <a:pt x="675" y="1069"/>
                    <a:pt x="649" y="859"/>
                  </a:cubicBezTo>
                  <a:cubicBezTo>
                    <a:pt x="649" y="637"/>
                    <a:pt x="604" y="415"/>
                    <a:pt x="560" y="194"/>
                  </a:cubicBezTo>
                  <a:cubicBezTo>
                    <a:pt x="543" y="58"/>
                    <a:pt x="455" y="0"/>
                    <a:pt x="3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67"/>
            <p:cNvSpPr/>
            <p:nvPr/>
          </p:nvSpPr>
          <p:spPr>
            <a:xfrm>
              <a:off x="2535489" y="1679167"/>
              <a:ext cx="140212" cy="83083"/>
            </a:xfrm>
            <a:custGeom>
              <a:avLst/>
              <a:gdLst/>
              <a:ahLst/>
              <a:cxnLst/>
              <a:rect l="l" t="t" r="r" b="b"/>
              <a:pathLst>
                <a:path w="1853" h="1098" extrusionOk="0">
                  <a:moveTo>
                    <a:pt x="396" y="0"/>
                  </a:moveTo>
                  <a:cubicBezTo>
                    <a:pt x="153" y="0"/>
                    <a:pt x="0" y="376"/>
                    <a:pt x="264" y="527"/>
                  </a:cubicBezTo>
                  <a:lnTo>
                    <a:pt x="1285" y="1059"/>
                  </a:lnTo>
                  <a:cubicBezTo>
                    <a:pt x="1331" y="1086"/>
                    <a:pt x="1378" y="1097"/>
                    <a:pt x="1422" y="1097"/>
                  </a:cubicBezTo>
                  <a:cubicBezTo>
                    <a:pt x="1674" y="1097"/>
                    <a:pt x="1853" y="722"/>
                    <a:pt x="1551" y="571"/>
                  </a:cubicBezTo>
                  <a:lnTo>
                    <a:pt x="531" y="38"/>
                  </a:lnTo>
                  <a:cubicBezTo>
                    <a:pt x="484" y="12"/>
                    <a:pt x="439" y="0"/>
                    <a:pt x="3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67"/>
            <p:cNvSpPr/>
            <p:nvPr/>
          </p:nvSpPr>
          <p:spPr>
            <a:xfrm>
              <a:off x="2600790" y="1594344"/>
              <a:ext cx="80964" cy="64166"/>
            </a:xfrm>
            <a:custGeom>
              <a:avLst/>
              <a:gdLst/>
              <a:ahLst/>
              <a:cxnLst/>
              <a:rect l="l" t="t" r="r" b="b"/>
              <a:pathLst>
                <a:path w="1070" h="848" extrusionOk="0">
                  <a:moveTo>
                    <a:pt x="387" y="0"/>
                  </a:moveTo>
                  <a:cubicBezTo>
                    <a:pt x="175" y="0"/>
                    <a:pt x="0" y="250"/>
                    <a:pt x="200" y="450"/>
                  </a:cubicBezTo>
                  <a:cubicBezTo>
                    <a:pt x="289" y="583"/>
                    <a:pt x="377" y="671"/>
                    <a:pt x="466" y="760"/>
                  </a:cubicBezTo>
                  <a:cubicBezTo>
                    <a:pt x="528" y="822"/>
                    <a:pt x="597" y="848"/>
                    <a:pt x="663" y="848"/>
                  </a:cubicBezTo>
                  <a:cubicBezTo>
                    <a:pt x="882" y="848"/>
                    <a:pt x="1070" y="565"/>
                    <a:pt x="866" y="361"/>
                  </a:cubicBezTo>
                  <a:lnTo>
                    <a:pt x="599" y="95"/>
                  </a:lnTo>
                  <a:cubicBezTo>
                    <a:pt x="533" y="28"/>
                    <a:pt x="458"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5" name="Google Shape;3475;p67"/>
          <p:cNvGrpSpPr/>
          <p:nvPr/>
        </p:nvGrpSpPr>
        <p:grpSpPr>
          <a:xfrm>
            <a:off x="7386812" y="999036"/>
            <a:ext cx="912832" cy="854448"/>
            <a:chOff x="4231052" y="1337496"/>
            <a:chExt cx="3948235" cy="3695710"/>
          </a:xfrm>
        </p:grpSpPr>
        <p:sp>
          <p:nvSpPr>
            <p:cNvPr id="3476" name="Google Shape;3476;p67"/>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67"/>
            <p:cNvSpPr/>
            <p:nvPr/>
          </p:nvSpPr>
          <p:spPr>
            <a:xfrm>
              <a:off x="4231052" y="1412446"/>
              <a:ext cx="3948235" cy="3598646"/>
            </a:xfrm>
            <a:custGeom>
              <a:avLst/>
              <a:gdLst/>
              <a:ahLst/>
              <a:cxnLst/>
              <a:rect l="l" t="t" r="r" b="b"/>
              <a:pathLst>
                <a:path w="29816" h="27176" extrusionOk="0">
                  <a:moveTo>
                    <a:pt x="14908" y="0"/>
                  </a:moveTo>
                  <a:cubicBezTo>
                    <a:pt x="11425" y="0"/>
                    <a:pt x="7942" y="1320"/>
                    <a:pt x="5280" y="3960"/>
                  </a:cubicBezTo>
                  <a:cubicBezTo>
                    <a:pt x="0" y="9284"/>
                    <a:pt x="0" y="17891"/>
                    <a:pt x="5280" y="23216"/>
                  </a:cubicBezTo>
                  <a:cubicBezTo>
                    <a:pt x="7942" y="25856"/>
                    <a:pt x="11425" y="27175"/>
                    <a:pt x="14908" y="27175"/>
                  </a:cubicBezTo>
                  <a:cubicBezTo>
                    <a:pt x="18391" y="27175"/>
                    <a:pt x="21874" y="25856"/>
                    <a:pt x="24536" y="23216"/>
                  </a:cubicBezTo>
                  <a:cubicBezTo>
                    <a:pt x="29816" y="17891"/>
                    <a:pt x="29816" y="9284"/>
                    <a:pt x="24536" y="3960"/>
                  </a:cubicBezTo>
                  <a:cubicBezTo>
                    <a:pt x="21874" y="1320"/>
                    <a:pt x="18391" y="0"/>
                    <a:pt x="149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67"/>
            <p:cNvSpPr/>
            <p:nvPr/>
          </p:nvSpPr>
          <p:spPr>
            <a:xfrm>
              <a:off x="4372080" y="2432477"/>
              <a:ext cx="3630956" cy="1319830"/>
            </a:xfrm>
            <a:custGeom>
              <a:avLst/>
              <a:gdLst/>
              <a:ahLst/>
              <a:cxnLst/>
              <a:rect l="l" t="t" r="r" b="b"/>
              <a:pathLst>
                <a:path w="27420" h="9967" extrusionOk="0">
                  <a:moveTo>
                    <a:pt x="10666" y="1"/>
                  </a:moveTo>
                  <a:cubicBezTo>
                    <a:pt x="9121" y="1"/>
                    <a:pt x="7710" y="413"/>
                    <a:pt x="6123" y="738"/>
                  </a:cubicBezTo>
                  <a:cubicBezTo>
                    <a:pt x="4437" y="1093"/>
                    <a:pt x="2662" y="916"/>
                    <a:pt x="1021" y="1404"/>
                  </a:cubicBezTo>
                  <a:cubicBezTo>
                    <a:pt x="133" y="3844"/>
                    <a:pt x="0" y="6506"/>
                    <a:pt x="621" y="8991"/>
                  </a:cubicBezTo>
                  <a:cubicBezTo>
                    <a:pt x="2263" y="9567"/>
                    <a:pt x="3949" y="9922"/>
                    <a:pt x="5679" y="9967"/>
                  </a:cubicBezTo>
                  <a:cubicBezTo>
                    <a:pt x="9007" y="9745"/>
                    <a:pt x="11846" y="8059"/>
                    <a:pt x="14863" y="6905"/>
                  </a:cubicBezTo>
                  <a:cubicBezTo>
                    <a:pt x="15849" y="6538"/>
                    <a:pt x="16877" y="6397"/>
                    <a:pt x="17931" y="6397"/>
                  </a:cubicBezTo>
                  <a:cubicBezTo>
                    <a:pt x="20954" y="6397"/>
                    <a:pt x="24194" y="7564"/>
                    <a:pt x="27286" y="7926"/>
                  </a:cubicBezTo>
                  <a:cubicBezTo>
                    <a:pt x="27375" y="7260"/>
                    <a:pt x="27420" y="6550"/>
                    <a:pt x="27420" y="5885"/>
                  </a:cubicBezTo>
                  <a:cubicBezTo>
                    <a:pt x="27420" y="5574"/>
                    <a:pt x="27420" y="5219"/>
                    <a:pt x="27375" y="4909"/>
                  </a:cubicBezTo>
                  <a:cubicBezTo>
                    <a:pt x="25911" y="4820"/>
                    <a:pt x="24447" y="4554"/>
                    <a:pt x="23027" y="4199"/>
                  </a:cubicBezTo>
                  <a:cubicBezTo>
                    <a:pt x="19256" y="3001"/>
                    <a:pt x="15751" y="649"/>
                    <a:pt x="11758" y="73"/>
                  </a:cubicBezTo>
                  <a:cubicBezTo>
                    <a:pt x="11384" y="23"/>
                    <a:pt x="11021" y="1"/>
                    <a:pt x="10666"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67"/>
            <p:cNvSpPr/>
            <p:nvPr/>
          </p:nvSpPr>
          <p:spPr>
            <a:xfrm>
              <a:off x="4436701" y="3399673"/>
              <a:ext cx="3554550" cy="1224488"/>
            </a:xfrm>
            <a:custGeom>
              <a:avLst/>
              <a:gdLst/>
              <a:ahLst/>
              <a:cxnLst/>
              <a:rect l="l" t="t" r="r" b="b"/>
              <a:pathLst>
                <a:path w="26843" h="9247" extrusionOk="0">
                  <a:moveTo>
                    <a:pt x="26843" y="1"/>
                  </a:moveTo>
                  <a:lnTo>
                    <a:pt x="26843" y="1"/>
                  </a:lnTo>
                  <a:cubicBezTo>
                    <a:pt x="24891" y="622"/>
                    <a:pt x="22894" y="1021"/>
                    <a:pt x="20853" y="1332"/>
                  </a:cubicBezTo>
                  <a:cubicBezTo>
                    <a:pt x="20674" y="1347"/>
                    <a:pt x="20497" y="1353"/>
                    <a:pt x="20321" y="1353"/>
                  </a:cubicBezTo>
                  <a:cubicBezTo>
                    <a:pt x="18623" y="1353"/>
                    <a:pt x="17075" y="722"/>
                    <a:pt x="15413" y="722"/>
                  </a:cubicBezTo>
                  <a:cubicBezTo>
                    <a:pt x="15202" y="722"/>
                    <a:pt x="14990" y="732"/>
                    <a:pt x="14775" y="755"/>
                  </a:cubicBezTo>
                  <a:cubicBezTo>
                    <a:pt x="12911" y="1021"/>
                    <a:pt x="11048" y="1420"/>
                    <a:pt x="9273" y="1908"/>
                  </a:cubicBezTo>
                  <a:cubicBezTo>
                    <a:pt x="8055" y="2179"/>
                    <a:pt x="7192" y="2347"/>
                    <a:pt x="6305" y="2347"/>
                  </a:cubicBezTo>
                  <a:cubicBezTo>
                    <a:pt x="5449" y="2347"/>
                    <a:pt x="4571" y="2190"/>
                    <a:pt x="3328" y="1820"/>
                  </a:cubicBezTo>
                  <a:cubicBezTo>
                    <a:pt x="2549" y="1586"/>
                    <a:pt x="1872" y="1078"/>
                    <a:pt x="1028" y="1078"/>
                  </a:cubicBezTo>
                  <a:cubicBezTo>
                    <a:pt x="910" y="1078"/>
                    <a:pt x="790" y="1088"/>
                    <a:pt x="666" y="1110"/>
                  </a:cubicBezTo>
                  <a:cubicBezTo>
                    <a:pt x="444" y="1110"/>
                    <a:pt x="222" y="1198"/>
                    <a:pt x="0" y="1287"/>
                  </a:cubicBezTo>
                  <a:cubicBezTo>
                    <a:pt x="178" y="1997"/>
                    <a:pt x="400" y="2751"/>
                    <a:pt x="666" y="3417"/>
                  </a:cubicBezTo>
                  <a:cubicBezTo>
                    <a:pt x="1775" y="4171"/>
                    <a:pt x="3062" y="5901"/>
                    <a:pt x="3328" y="6168"/>
                  </a:cubicBezTo>
                  <a:cubicBezTo>
                    <a:pt x="4748" y="7366"/>
                    <a:pt x="4659" y="6966"/>
                    <a:pt x="6300" y="7543"/>
                  </a:cubicBezTo>
                  <a:cubicBezTo>
                    <a:pt x="8552" y="8306"/>
                    <a:pt x="10774" y="9247"/>
                    <a:pt x="13113" y="9247"/>
                  </a:cubicBezTo>
                  <a:cubicBezTo>
                    <a:pt x="13631" y="9247"/>
                    <a:pt x="14155" y="9201"/>
                    <a:pt x="14686" y="9096"/>
                  </a:cubicBezTo>
                  <a:cubicBezTo>
                    <a:pt x="17481" y="8564"/>
                    <a:pt x="20676" y="7721"/>
                    <a:pt x="23560" y="7499"/>
                  </a:cubicBezTo>
                  <a:cubicBezTo>
                    <a:pt x="25423" y="5413"/>
                    <a:pt x="26577" y="2796"/>
                    <a:pt x="26843"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67"/>
            <p:cNvSpPr/>
            <p:nvPr/>
          </p:nvSpPr>
          <p:spPr>
            <a:xfrm>
              <a:off x="4483710" y="1908756"/>
              <a:ext cx="3366514" cy="786045"/>
            </a:xfrm>
            <a:custGeom>
              <a:avLst/>
              <a:gdLst/>
              <a:ahLst/>
              <a:cxnLst/>
              <a:rect l="l" t="t" r="r" b="b"/>
              <a:pathLst>
                <a:path w="25423" h="5936" extrusionOk="0">
                  <a:moveTo>
                    <a:pt x="14071" y="1"/>
                  </a:moveTo>
                  <a:cubicBezTo>
                    <a:pt x="12558" y="1"/>
                    <a:pt x="11042" y="130"/>
                    <a:pt x="9539" y="389"/>
                  </a:cubicBezTo>
                  <a:cubicBezTo>
                    <a:pt x="7321" y="789"/>
                    <a:pt x="4969" y="700"/>
                    <a:pt x="2751" y="922"/>
                  </a:cubicBezTo>
                  <a:cubicBezTo>
                    <a:pt x="1509" y="2386"/>
                    <a:pt x="533" y="4116"/>
                    <a:pt x="0" y="5935"/>
                  </a:cubicBezTo>
                  <a:cubicBezTo>
                    <a:pt x="1725" y="5375"/>
                    <a:pt x="3365" y="4647"/>
                    <a:pt x="5370" y="4647"/>
                  </a:cubicBezTo>
                  <a:cubicBezTo>
                    <a:pt x="5429" y="4647"/>
                    <a:pt x="5487" y="4647"/>
                    <a:pt x="5546" y="4649"/>
                  </a:cubicBezTo>
                  <a:cubicBezTo>
                    <a:pt x="6112" y="4661"/>
                    <a:pt x="6593" y="4673"/>
                    <a:pt x="7038" y="4673"/>
                  </a:cubicBezTo>
                  <a:cubicBezTo>
                    <a:pt x="8196" y="4673"/>
                    <a:pt x="9109" y="4590"/>
                    <a:pt x="10648" y="4205"/>
                  </a:cubicBezTo>
                  <a:cubicBezTo>
                    <a:pt x="11992" y="3839"/>
                    <a:pt x="13343" y="3711"/>
                    <a:pt x="14697" y="3711"/>
                  </a:cubicBezTo>
                  <a:cubicBezTo>
                    <a:pt x="17809" y="3711"/>
                    <a:pt x="20942" y="4385"/>
                    <a:pt x="24063" y="4385"/>
                  </a:cubicBezTo>
                  <a:cubicBezTo>
                    <a:pt x="24516" y="4385"/>
                    <a:pt x="24970" y="4371"/>
                    <a:pt x="25423" y="4338"/>
                  </a:cubicBezTo>
                  <a:cubicBezTo>
                    <a:pt x="25068" y="3495"/>
                    <a:pt x="24580" y="2697"/>
                    <a:pt x="24048" y="1942"/>
                  </a:cubicBezTo>
                  <a:cubicBezTo>
                    <a:pt x="20854" y="653"/>
                    <a:pt x="17470" y="1"/>
                    <a:pt x="14071"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67"/>
            <p:cNvSpPr/>
            <p:nvPr/>
          </p:nvSpPr>
          <p:spPr>
            <a:xfrm>
              <a:off x="6352024" y="1419729"/>
              <a:ext cx="1656839" cy="3578121"/>
            </a:xfrm>
            <a:custGeom>
              <a:avLst/>
              <a:gdLst/>
              <a:ahLst/>
              <a:cxnLst/>
              <a:rect l="l" t="t" r="r" b="b"/>
              <a:pathLst>
                <a:path w="12512" h="27021" extrusionOk="0">
                  <a:moveTo>
                    <a:pt x="0" y="1"/>
                  </a:moveTo>
                  <a:lnTo>
                    <a:pt x="0" y="1"/>
                  </a:lnTo>
                  <a:cubicBezTo>
                    <a:pt x="5369" y="7410"/>
                    <a:pt x="2928" y="18325"/>
                    <a:pt x="399" y="27021"/>
                  </a:cubicBezTo>
                  <a:cubicBezTo>
                    <a:pt x="7277" y="26266"/>
                    <a:pt x="12468" y="20454"/>
                    <a:pt x="12512" y="13533"/>
                  </a:cubicBezTo>
                  <a:cubicBezTo>
                    <a:pt x="12468" y="6434"/>
                    <a:pt x="7055" y="577"/>
                    <a:pt x="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67"/>
            <p:cNvSpPr/>
            <p:nvPr/>
          </p:nvSpPr>
          <p:spPr>
            <a:xfrm>
              <a:off x="6440083" y="1537185"/>
              <a:ext cx="1645054" cy="3454838"/>
            </a:xfrm>
            <a:custGeom>
              <a:avLst/>
              <a:gdLst/>
              <a:ahLst/>
              <a:cxnLst/>
              <a:rect l="l" t="t" r="r" b="b"/>
              <a:pathLst>
                <a:path w="12423" h="26090" extrusionOk="0">
                  <a:moveTo>
                    <a:pt x="3240" y="1"/>
                  </a:moveTo>
                  <a:lnTo>
                    <a:pt x="3240" y="45"/>
                  </a:lnTo>
                  <a:cubicBezTo>
                    <a:pt x="3251" y="50"/>
                    <a:pt x="3262" y="54"/>
                    <a:pt x="3272" y="58"/>
                  </a:cubicBezTo>
                  <a:lnTo>
                    <a:pt x="3272" y="58"/>
                  </a:lnTo>
                  <a:cubicBezTo>
                    <a:pt x="3262" y="39"/>
                    <a:pt x="3251" y="20"/>
                    <a:pt x="3240" y="1"/>
                  </a:cubicBezTo>
                  <a:close/>
                  <a:moveTo>
                    <a:pt x="3272" y="58"/>
                  </a:moveTo>
                  <a:cubicBezTo>
                    <a:pt x="6310" y="5366"/>
                    <a:pt x="7493" y="11028"/>
                    <a:pt x="5813" y="17526"/>
                  </a:cubicBezTo>
                  <a:cubicBezTo>
                    <a:pt x="4970" y="20987"/>
                    <a:pt x="2929" y="24048"/>
                    <a:pt x="1" y="26089"/>
                  </a:cubicBezTo>
                  <a:cubicBezTo>
                    <a:pt x="6123" y="25291"/>
                    <a:pt x="10915" y="20455"/>
                    <a:pt x="11669" y="14332"/>
                  </a:cubicBezTo>
                  <a:cubicBezTo>
                    <a:pt x="12422" y="8221"/>
                    <a:pt x="8976" y="2331"/>
                    <a:pt x="3272" y="58"/>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67"/>
            <p:cNvSpPr/>
            <p:nvPr/>
          </p:nvSpPr>
          <p:spPr>
            <a:xfrm>
              <a:off x="4236879" y="1337496"/>
              <a:ext cx="3930623" cy="3695710"/>
            </a:xfrm>
            <a:custGeom>
              <a:avLst/>
              <a:gdLst/>
              <a:ahLst/>
              <a:cxnLst/>
              <a:rect l="l" t="t" r="r" b="b"/>
              <a:pathLst>
                <a:path w="29683" h="27909" extrusionOk="0">
                  <a:moveTo>
                    <a:pt x="28307" y="14109"/>
                  </a:moveTo>
                  <a:cubicBezTo>
                    <a:pt x="28263" y="14553"/>
                    <a:pt x="28263" y="14997"/>
                    <a:pt x="28174" y="15485"/>
                  </a:cubicBezTo>
                  <a:lnTo>
                    <a:pt x="28086" y="15485"/>
                  </a:lnTo>
                  <a:cubicBezTo>
                    <a:pt x="27997" y="15529"/>
                    <a:pt x="27908" y="15574"/>
                    <a:pt x="27819" y="15618"/>
                  </a:cubicBezTo>
                  <a:cubicBezTo>
                    <a:pt x="27908" y="15086"/>
                    <a:pt x="28041" y="14553"/>
                    <a:pt x="28307" y="14109"/>
                  </a:cubicBezTo>
                  <a:close/>
                  <a:moveTo>
                    <a:pt x="20587" y="23959"/>
                  </a:moveTo>
                  <a:cubicBezTo>
                    <a:pt x="21031" y="24225"/>
                    <a:pt x="21386" y="24536"/>
                    <a:pt x="21697" y="24935"/>
                  </a:cubicBezTo>
                  <a:cubicBezTo>
                    <a:pt x="21673" y="24923"/>
                    <a:pt x="21646" y="24918"/>
                    <a:pt x="21618" y="24918"/>
                  </a:cubicBezTo>
                  <a:cubicBezTo>
                    <a:pt x="21543" y="24918"/>
                    <a:pt x="21463" y="24959"/>
                    <a:pt x="21430" y="25024"/>
                  </a:cubicBezTo>
                  <a:cubicBezTo>
                    <a:pt x="21209" y="25290"/>
                    <a:pt x="20987" y="25601"/>
                    <a:pt x="20809" y="25867"/>
                  </a:cubicBezTo>
                  <a:cubicBezTo>
                    <a:pt x="20765" y="25956"/>
                    <a:pt x="20765" y="26044"/>
                    <a:pt x="20809" y="26089"/>
                  </a:cubicBezTo>
                  <a:cubicBezTo>
                    <a:pt x="20499" y="26222"/>
                    <a:pt x="20232" y="26355"/>
                    <a:pt x="19922" y="26488"/>
                  </a:cubicBezTo>
                  <a:cubicBezTo>
                    <a:pt x="20099" y="26266"/>
                    <a:pt x="20321" y="26089"/>
                    <a:pt x="20454" y="25867"/>
                  </a:cubicBezTo>
                  <a:cubicBezTo>
                    <a:pt x="20612" y="25646"/>
                    <a:pt x="20410" y="25447"/>
                    <a:pt x="20201" y="25447"/>
                  </a:cubicBezTo>
                  <a:cubicBezTo>
                    <a:pt x="20116" y="25447"/>
                    <a:pt x="20030" y="25480"/>
                    <a:pt x="19966" y="25556"/>
                  </a:cubicBezTo>
                  <a:cubicBezTo>
                    <a:pt x="19611" y="26089"/>
                    <a:pt x="19123" y="26488"/>
                    <a:pt x="18591" y="26754"/>
                  </a:cubicBezTo>
                  <a:cubicBezTo>
                    <a:pt x="18502" y="26799"/>
                    <a:pt x="18458" y="26843"/>
                    <a:pt x="18458" y="26932"/>
                  </a:cubicBezTo>
                  <a:cubicBezTo>
                    <a:pt x="18147" y="27020"/>
                    <a:pt x="17792" y="27065"/>
                    <a:pt x="17437" y="27154"/>
                  </a:cubicBezTo>
                  <a:cubicBezTo>
                    <a:pt x="18680" y="26222"/>
                    <a:pt x="19700" y="25157"/>
                    <a:pt x="20587" y="23959"/>
                  </a:cubicBezTo>
                  <a:close/>
                  <a:moveTo>
                    <a:pt x="14775" y="622"/>
                  </a:moveTo>
                  <a:cubicBezTo>
                    <a:pt x="18458" y="888"/>
                    <a:pt x="21963" y="2396"/>
                    <a:pt x="24625" y="4925"/>
                  </a:cubicBezTo>
                  <a:cubicBezTo>
                    <a:pt x="24447" y="5236"/>
                    <a:pt x="24314" y="5502"/>
                    <a:pt x="24137" y="5813"/>
                  </a:cubicBezTo>
                  <a:cubicBezTo>
                    <a:pt x="24046" y="6025"/>
                    <a:pt x="24246" y="6217"/>
                    <a:pt x="24424" y="6217"/>
                  </a:cubicBezTo>
                  <a:cubicBezTo>
                    <a:pt x="24506" y="6217"/>
                    <a:pt x="24583" y="6177"/>
                    <a:pt x="24625" y="6079"/>
                  </a:cubicBezTo>
                  <a:cubicBezTo>
                    <a:pt x="24714" y="5857"/>
                    <a:pt x="24847" y="5635"/>
                    <a:pt x="24980" y="5458"/>
                  </a:cubicBezTo>
                  <a:cubicBezTo>
                    <a:pt x="25024" y="5413"/>
                    <a:pt x="25024" y="5413"/>
                    <a:pt x="25069" y="5413"/>
                  </a:cubicBezTo>
                  <a:cubicBezTo>
                    <a:pt x="25246" y="5591"/>
                    <a:pt x="25424" y="5813"/>
                    <a:pt x="25601" y="6034"/>
                  </a:cubicBezTo>
                  <a:cubicBezTo>
                    <a:pt x="25468" y="6123"/>
                    <a:pt x="25335" y="6301"/>
                    <a:pt x="25335" y="6478"/>
                  </a:cubicBezTo>
                  <a:cubicBezTo>
                    <a:pt x="25280" y="6696"/>
                    <a:pt x="25459" y="6830"/>
                    <a:pt x="25626" y="6830"/>
                  </a:cubicBezTo>
                  <a:cubicBezTo>
                    <a:pt x="25732" y="6830"/>
                    <a:pt x="25833" y="6776"/>
                    <a:pt x="25867" y="6656"/>
                  </a:cubicBezTo>
                  <a:cubicBezTo>
                    <a:pt x="25912" y="6567"/>
                    <a:pt x="25912" y="6478"/>
                    <a:pt x="26000" y="6434"/>
                  </a:cubicBezTo>
                  <a:cubicBezTo>
                    <a:pt x="26178" y="6744"/>
                    <a:pt x="26400" y="7055"/>
                    <a:pt x="26577" y="7365"/>
                  </a:cubicBezTo>
                  <a:cubicBezTo>
                    <a:pt x="26178" y="8342"/>
                    <a:pt x="26222" y="9495"/>
                    <a:pt x="26799" y="10383"/>
                  </a:cubicBezTo>
                  <a:cubicBezTo>
                    <a:pt x="26855" y="10480"/>
                    <a:pt x="26942" y="10521"/>
                    <a:pt x="27029" y="10521"/>
                  </a:cubicBezTo>
                  <a:cubicBezTo>
                    <a:pt x="27218" y="10521"/>
                    <a:pt x="27409" y="10329"/>
                    <a:pt x="27287" y="10116"/>
                  </a:cubicBezTo>
                  <a:cubicBezTo>
                    <a:pt x="26888" y="9495"/>
                    <a:pt x="26799" y="8741"/>
                    <a:pt x="26976" y="8031"/>
                  </a:cubicBezTo>
                  <a:lnTo>
                    <a:pt x="26976" y="8031"/>
                  </a:lnTo>
                  <a:cubicBezTo>
                    <a:pt x="27154" y="8475"/>
                    <a:pt x="27376" y="8874"/>
                    <a:pt x="27553" y="9318"/>
                  </a:cubicBezTo>
                  <a:lnTo>
                    <a:pt x="27464" y="9318"/>
                  </a:lnTo>
                  <a:lnTo>
                    <a:pt x="27331" y="9406"/>
                  </a:lnTo>
                  <a:cubicBezTo>
                    <a:pt x="27067" y="9557"/>
                    <a:pt x="27220" y="9933"/>
                    <a:pt x="27490" y="9933"/>
                  </a:cubicBezTo>
                  <a:cubicBezTo>
                    <a:pt x="27538" y="9933"/>
                    <a:pt x="27589" y="9921"/>
                    <a:pt x="27642" y="9894"/>
                  </a:cubicBezTo>
                  <a:lnTo>
                    <a:pt x="27731" y="9850"/>
                  </a:lnTo>
                  <a:cubicBezTo>
                    <a:pt x="27864" y="10249"/>
                    <a:pt x="27997" y="10693"/>
                    <a:pt x="28086" y="11137"/>
                  </a:cubicBezTo>
                  <a:cubicBezTo>
                    <a:pt x="28041" y="11137"/>
                    <a:pt x="28041" y="11181"/>
                    <a:pt x="27997" y="11181"/>
                  </a:cubicBezTo>
                  <a:lnTo>
                    <a:pt x="27464" y="11935"/>
                  </a:lnTo>
                  <a:cubicBezTo>
                    <a:pt x="27307" y="12157"/>
                    <a:pt x="27508" y="12355"/>
                    <a:pt x="27702" y="12355"/>
                  </a:cubicBezTo>
                  <a:cubicBezTo>
                    <a:pt x="27780" y="12355"/>
                    <a:pt x="27857" y="12323"/>
                    <a:pt x="27908" y="12246"/>
                  </a:cubicBezTo>
                  <a:lnTo>
                    <a:pt x="28174" y="11891"/>
                  </a:lnTo>
                  <a:cubicBezTo>
                    <a:pt x="28219" y="12290"/>
                    <a:pt x="28263" y="12690"/>
                    <a:pt x="28307" y="13089"/>
                  </a:cubicBezTo>
                  <a:cubicBezTo>
                    <a:pt x="28219" y="13133"/>
                    <a:pt x="28174" y="13178"/>
                    <a:pt x="28174" y="13222"/>
                  </a:cubicBezTo>
                  <a:cubicBezTo>
                    <a:pt x="27731" y="13888"/>
                    <a:pt x="27464" y="14642"/>
                    <a:pt x="27331" y="15440"/>
                  </a:cubicBezTo>
                  <a:cubicBezTo>
                    <a:pt x="27154" y="15440"/>
                    <a:pt x="26976" y="15396"/>
                    <a:pt x="26755" y="15396"/>
                  </a:cubicBezTo>
                  <a:cubicBezTo>
                    <a:pt x="26799" y="14997"/>
                    <a:pt x="26888" y="14642"/>
                    <a:pt x="27021" y="14287"/>
                  </a:cubicBezTo>
                  <a:cubicBezTo>
                    <a:pt x="27112" y="14075"/>
                    <a:pt x="26933" y="13863"/>
                    <a:pt x="26769" y="13863"/>
                  </a:cubicBezTo>
                  <a:cubicBezTo>
                    <a:pt x="26693" y="13863"/>
                    <a:pt x="26619" y="13908"/>
                    <a:pt x="26577" y="14021"/>
                  </a:cubicBezTo>
                  <a:cubicBezTo>
                    <a:pt x="26355" y="14464"/>
                    <a:pt x="26222" y="14908"/>
                    <a:pt x="26222" y="15396"/>
                  </a:cubicBezTo>
                  <a:cubicBezTo>
                    <a:pt x="26045" y="15396"/>
                    <a:pt x="25867" y="15440"/>
                    <a:pt x="25690" y="15440"/>
                  </a:cubicBezTo>
                  <a:cubicBezTo>
                    <a:pt x="25645" y="14331"/>
                    <a:pt x="25867" y="13222"/>
                    <a:pt x="26355" y="12157"/>
                  </a:cubicBezTo>
                  <a:cubicBezTo>
                    <a:pt x="26458" y="11951"/>
                    <a:pt x="26269" y="11745"/>
                    <a:pt x="26075" y="11745"/>
                  </a:cubicBezTo>
                  <a:cubicBezTo>
                    <a:pt x="26018" y="11745"/>
                    <a:pt x="25962" y="11762"/>
                    <a:pt x="25912" y="11802"/>
                  </a:cubicBezTo>
                  <a:cubicBezTo>
                    <a:pt x="24802" y="10826"/>
                    <a:pt x="24226" y="9406"/>
                    <a:pt x="24314" y="7942"/>
                  </a:cubicBezTo>
                  <a:cubicBezTo>
                    <a:pt x="24314" y="7765"/>
                    <a:pt x="24181" y="7676"/>
                    <a:pt x="24048" y="7676"/>
                  </a:cubicBezTo>
                  <a:cubicBezTo>
                    <a:pt x="23915" y="7676"/>
                    <a:pt x="23782" y="7765"/>
                    <a:pt x="23782" y="7942"/>
                  </a:cubicBezTo>
                  <a:lnTo>
                    <a:pt x="23782" y="8297"/>
                  </a:lnTo>
                  <a:lnTo>
                    <a:pt x="23693" y="8297"/>
                  </a:lnTo>
                  <a:lnTo>
                    <a:pt x="22717" y="8785"/>
                  </a:lnTo>
                  <a:cubicBezTo>
                    <a:pt x="22446" y="8940"/>
                    <a:pt x="22648" y="9298"/>
                    <a:pt x="22910" y="9298"/>
                  </a:cubicBezTo>
                  <a:cubicBezTo>
                    <a:pt x="22949" y="9298"/>
                    <a:pt x="22988" y="9290"/>
                    <a:pt x="23028" y="9273"/>
                  </a:cubicBezTo>
                  <a:lnTo>
                    <a:pt x="23782" y="8874"/>
                  </a:lnTo>
                  <a:cubicBezTo>
                    <a:pt x="23826" y="9051"/>
                    <a:pt x="23826" y="9185"/>
                    <a:pt x="23871" y="9318"/>
                  </a:cubicBezTo>
                  <a:lnTo>
                    <a:pt x="23826" y="9318"/>
                  </a:lnTo>
                  <a:cubicBezTo>
                    <a:pt x="23427" y="9540"/>
                    <a:pt x="23072" y="9806"/>
                    <a:pt x="22850" y="10205"/>
                  </a:cubicBezTo>
                  <a:cubicBezTo>
                    <a:pt x="22725" y="10425"/>
                    <a:pt x="22932" y="10644"/>
                    <a:pt x="23127" y="10644"/>
                  </a:cubicBezTo>
                  <a:cubicBezTo>
                    <a:pt x="23208" y="10644"/>
                    <a:pt x="23286" y="10607"/>
                    <a:pt x="23338" y="10516"/>
                  </a:cubicBezTo>
                  <a:cubicBezTo>
                    <a:pt x="23471" y="10205"/>
                    <a:pt x="23738" y="10028"/>
                    <a:pt x="24004" y="9894"/>
                  </a:cubicBezTo>
                  <a:cubicBezTo>
                    <a:pt x="24181" y="10383"/>
                    <a:pt x="24447" y="10915"/>
                    <a:pt x="24758" y="11359"/>
                  </a:cubicBezTo>
                  <a:cubicBezTo>
                    <a:pt x="24314" y="11048"/>
                    <a:pt x="23782" y="10826"/>
                    <a:pt x="23250" y="10737"/>
                  </a:cubicBezTo>
                  <a:cubicBezTo>
                    <a:pt x="23222" y="10731"/>
                    <a:pt x="23196" y="10728"/>
                    <a:pt x="23171" y="10728"/>
                  </a:cubicBezTo>
                  <a:cubicBezTo>
                    <a:pt x="22871" y="10728"/>
                    <a:pt x="22744" y="11188"/>
                    <a:pt x="23072" y="11270"/>
                  </a:cubicBezTo>
                  <a:cubicBezTo>
                    <a:pt x="23871" y="11447"/>
                    <a:pt x="24625" y="11802"/>
                    <a:pt x="25246" y="12379"/>
                  </a:cubicBezTo>
                  <a:cubicBezTo>
                    <a:pt x="25299" y="12432"/>
                    <a:pt x="25365" y="12456"/>
                    <a:pt x="25431" y="12456"/>
                  </a:cubicBezTo>
                  <a:cubicBezTo>
                    <a:pt x="25533" y="12456"/>
                    <a:pt x="25636" y="12398"/>
                    <a:pt x="25690" y="12290"/>
                  </a:cubicBezTo>
                  <a:lnTo>
                    <a:pt x="25690" y="12290"/>
                  </a:lnTo>
                  <a:cubicBezTo>
                    <a:pt x="25645" y="12468"/>
                    <a:pt x="25557" y="12645"/>
                    <a:pt x="25512" y="12823"/>
                  </a:cubicBezTo>
                  <a:lnTo>
                    <a:pt x="25424" y="12778"/>
                  </a:lnTo>
                  <a:cubicBezTo>
                    <a:pt x="25362" y="12717"/>
                    <a:pt x="25293" y="12691"/>
                    <a:pt x="25226" y="12691"/>
                  </a:cubicBezTo>
                  <a:cubicBezTo>
                    <a:pt x="25008" y="12691"/>
                    <a:pt x="24820" y="12973"/>
                    <a:pt x="25024" y="13178"/>
                  </a:cubicBezTo>
                  <a:lnTo>
                    <a:pt x="25246" y="13355"/>
                  </a:lnTo>
                  <a:cubicBezTo>
                    <a:pt x="25290" y="13400"/>
                    <a:pt x="25290" y="13400"/>
                    <a:pt x="25335" y="13444"/>
                  </a:cubicBezTo>
                  <a:cubicBezTo>
                    <a:pt x="25290" y="13710"/>
                    <a:pt x="25246" y="14021"/>
                    <a:pt x="25202" y="14331"/>
                  </a:cubicBezTo>
                  <a:cubicBezTo>
                    <a:pt x="25202" y="14287"/>
                    <a:pt x="25157" y="14243"/>
                    <a:pt x="25157" y="14243"/>
                  </a:cubicBezTo>
                  <a:cubicBezTo>
                    <a:pt x="24625" y="13666"/>
                    <a:pt x="23959" y="13266"/>
                    <a:pt x="23250" y="13045"/>
                  </a:cubicBezTo>
                  <a:cubicBezTo>
                    <a:pt x="23211" y="13030"/>
                    <a:pt x="23174" y="13023"/>
                    <a:pt x="23141" y="13023"/>
                  </a:cubicBezTo>
                  <a:cubicBezTo>
                    <a:pt x="22871" y="13023"/>
                    <a:pt x="22800" y="13458"/>
                    <a:pt x="23116" y="13577"/>
                  </a:cubicBezTo>
                  <a:cubicBezTo>
                    <a:pt x="23738" y="13799"/>
                    <a:pt x="24314" y="14154"/>
                    <a:pt x="24758" y="14642"/>
                  </a:cubicBezTo>
                  <a:cubicBezTo>
                    <a:pt x="24825" y="14708"/>
                    <a:pt x="24902" y="14742"/>
                    <a:pt x="24974" y="14742"/>
                  </a:cubicBezTo>
                  <a:cubicBezTo>
                    <a:pt x="25046" y="14742"/>
                    <a:pt x="25113" y="14708"/>
                    <a:pt x="25157" y="14642"/>
                  </a:cubicBezTo>
                  <a:cubicBezTo>
                    <a:pt x="25157" y="14864"/>
                    <a:pt x="25157" y="15130"/>
                    <a:pt x="25157" y="15352"/>
                  </a:cubicBezTo>
                  <a:cubicBezTo>
                    <a:pt x="25113" y="15307"/>
                    <a:pt x="25024" y="15263"/>
                    <a:pt x="24980" y="15263"/>
                  </a:cubicBezTo>
                  <a:lnTo>
                    <a:pt x="24935" y="15263"/>
                  </a:lnTo>
                  <a:cubicBezTo>
                    <a:pt x="24847" y="15219"/>
                    <a:pt x="24802" y="15130"/>
                    <a:pt x="24758" y="15130"/>
                  </a:cubicBezTo>
                  <a:cubicBezTo>
                    <a:pt x="24625" y="14997"/>
                    <a:pt x="24492" y="14908"/>
                    <a:pt x="24314" y="14819"/>
                  </a:cubicBezTo>
                  <a:cubicBezTo>
                    <a:pt x="24048" y="14686"/>
                    <a:pt x="23738" y="14553"/>
                    <a:pt x="23383" y="14509"/>
                  </a:cubicBezTo>
                  <a:cubicBezTo>
                    <a:pt x="23359" y="14497"/>
                    <a:pt x="23332" y="14491"/>
                    <a:pt x="23304" y="14491"/>
                  </a:cubicBezTo>
                  <a:cubicBezTo>
                    <a:pt x="23229" y="14491"/>
                    <a:pt x="23149" y="14533"/>
                    <a:pt x="23116" y="14597"/>
                  </a:cubicBezTo>
                  <a:cubicBezTo>
                    <a:pt x="22983" y="13488"/>
                    <a:pt x="22584" y="12468"/>
                    <a:pt x="21963" y="11580"/>
                  </a:cubicBezTo>
                  <a:cubicBezTo>
                    <a:pt x="21897" y="11488"/>
                    <a:pt x="21807" y="11451"/>
                    <a:pt x="21720" y="11451"/>
                  </a:cubicBezTo>
                  <a:cubicBezTo>
                    <a:pt x="21514" y="11451"/>
                    <a:pt x="21319" y="11660"/>
                    <a:pt x="21475" y="11847"/>
                  </a:cubicBezTo>
                  <a:cubicBezTo>
                    <a:pt x="22185" y="12823"/>
                    <a:pt x="22584" y="13976"/>
                    <a:pt x="22628" y="15219"/>
                  </a:cubicBezTo>
                  <a:cubicBezTo>
                    <a:pt x="22628" y="15396"/>
                    <a:pt x="22761" y="15485"/>
                    <a:pt x="22895" y="15485"/>
                  </a:cubicBezTo>
                  <a:cubicBezTo>
                    <a:pt x="23028" y="15485"/>
                    <a:pt x="23161" y="15396"/>
                    <a:pt x="23161" y="15219"/>
                  </a:cubicBezTo>
                  <a:lnTo>
                    <a:pt x="23161" y="14997"/>
                  </a:lnTo>
                  <a:cubicBezTo>
                    <a:pt x="23205" y="14997"/>
                    <a:pt x="23250" y="14997"/>
                    <a:pt x="23250" y="15041"/>
                  </a:cubicBezTo>
                  <a:cubicBezTo>
                    <a:pt x="23604" y="15086"/>
                    <a:pt x="23915" y="15219"/>
                    <a:pt x="24181" y="15396"/>
                  </a:cubicBezTo>
                  <a:cubicBezTo>
                    <a:pt x="24314" y="15485"/>
                    <a:pt x="24447" y="15574"/>
                    <a:pt x="24581" y="15662"/>
                  </a:cubicBezTo>
                  <a:cubicBezTo>
                    <a:pt x="24669" y="15751"/>
                    <a:pt x="24758" y="15884"/>
                    <a:pt x="24891" y="15884"/>
                  </a:cubicBezTo>
                  <a:cubicBezTo>
                    <a:pt x="24913" y="15906"/>
                    <a:pt x="24935" y="15917"/>
                    <a:pt x="24958" y="15917"/>
                  </a:cubicBezTo>
                  <a:cubicBezTo>
                    <a:pt x="24980" y="15917"/>
                    <a:pt x="25002" y="15906"/>
                    <a:pt x="25024" y="15884"/>
                  </a:cubicBezTo>
                  <a:cubicBezTo>
                    <a:pt x="25061" y="15994"/>
                    <a:pt x="25157" y="16073"/>
                    <a:pt x="25265" y="16073"/>
                  </a:cubicBezTo>
                  <a:cubicBezTo>
                    <a:pt x="25288" y="16073"/>
                    <a:pt x="25311" y="16069"/>
                    <a:pt x="25335" y="16062"/>
                  </a:cubicBezTo>
                  <a:cubicBezTo>
                    <a:pt x="25765" y="15976"/>
                    <a:pt x="26194" y="15927"/>
                    <a:pt x="26612" y="15927"/>
                  </a:cubicBezTo>
                  <a:cubicBezTo>
                    <a:pt x="26841" y="15927"/>
                    <a:pt x="27067" y="15941"/>
                    <a:pt x="27287" y="15973"/>
                  </a:cubicBezTo>
                  <a:cubicBezTo>
                    <a:pt x="26843" y="16239"/>
                    <a:pt x="26444" y="16550"/>
                    <a:pt x="26045" y="16860"/>
                  </a:cubicBezTo>
                  <a:cubicBezTo>
                    <a:pt x="25840" y="17065"/>
                    <a:pt x="26028" y="17347"/>
                    <a:pt x="26247" y="17347"/>
                  </a:cubicBezTo>
                  <a:cubicBezTo>
                    <a:pt x="26313" y="17347"/>
                    <a:pt x="26382" y="17321"/>
                    <a:pt x="26444" y="17260"/>
                  </a:cubicBezTo>
                  <a:cubicBezTo>
                    <a:pt x="26932" y="16860"/>
                    <a:pt x="27509" y="16461"/>
                    <a:pt x="28086" y="16150"/>
                  </a:cubicBezTo>
                  <a:lnTo>
                    <a:pt x="28086" y="16150"/>
                  </a:lnTo>
                  <a:cubicBezTo>
                    <a:pt x="28041" y="16417"/>
                    <a:pt x="27997" y="16683"/>
                    <a:pt x="27953" y="16905"/>
                  </a:cubicBezTo>
                  <a:cubicBezTo>
                    <a:pt x="27908" y="16905"/>
                    <a:pt x="27864" y="16949"/>
                    <a:pt x="27819" y="16949"/>
                  </a:cubicBezTo>
                  <a:cubicBezTo>
                    <a:pt x="26976" y="17526"/>
                    <a:pt x="26267" y="18236"/>
                    <a:pt x="25690" y="19079"/>
                  </a:cubicBezTo>
                  <a:cubicBezTo>
                    <a:pt x="25563" y="19300"/>
                    <a:pt x="25774" y="19498"/>
                    <a:pt x="25970" y="19498"/>
                  </a:cubicBezTo>
                  <a:cubicBezTo>
                    <a:pt x="26050" y="19498"/>
                    <a:pt x="26127" y="19466"/>
                    <a:pt x="26178" y="19389"/>
                  </a:cubicBezTo>
                  <a:cubicBezTo>
                    <a:pt x="26621" y="18724"/>
                    <a:pt x="27154" y="18191"/>
                    <a:pt x="27731" y="17703"/>
                  </a:cubicBezTo>
                  <a:lnTo>
                    <a:pt x="27731" y="17703"/>
                  </a:lnTo>
                  <a:cubicBezTo>
                    <a:pt x="27642" y="18103"/>
                    <a:pt x="27509" y="18502"/>
                    <a:pt x="27376" y="18857"/>
                  </a:cubicBezTo>
                  <a:cubicBezTo>
                    <a:pt x="27287" y="18857"/>
                    <a:pt x="27198" y="18901"/>
                    <a:pt x="27154" y="18946"/>
                  </a:cubicBezTo>
                  <a:cubicBezTo>
                    <a:pt x="26400" y="19744"/>
                    <a:pt x="25867" y="20720"/>
                    <a:pt x="25601" y="21785"/>
                  </a:cubicBezTo>
                  <a:cubicBezTo>
                    <a:pt x="25601" y="21874"/>
                    <a:pt x="25601" y="21963"/>
                    <a:pt x="25690" y="22051"/>
                  </a:cubicBezTo>
                  <a:cubicBezTo>
                    <a:pt x="25468" y="22362"/>
                    <a:pt x="25202" y="22717"/>
                    <a:pt x="24935" y="23027"/>
                  </a:cubicBezTo>
                  <a:cubicBezTo>
                    <a:pt x="24980" y="21963"/>
                    <a:pt x="25290" y="20942"/>
                    <a:pt x="25823" y="20055"/>
                  </a:cubicBezTo>
                  <a:cubicBezTo>
                    <a:pt x="25944" y="19842"/>
                    <a:pt x="25754" y="19650"/>
                    <a:pt x="25564" y="19650"/>
                  </a:cubicBezTo>
                  <a:cubicBezTo>
                    <a:pt x="25477" y="19650"/>
                    <a:pt x="25391" y="19691"/>
                    <a:pt x="25335" y="19789"/>
                  </a:cubicBezTo>
                  <a:cubicBezTo>
                    <a:pt x="24714" y="20809"/>
                    <a:pt x="24403" y="22007"/>
                    <a:pt x="24359" y="23205"/>
                  </a:cubicBezTo>
                  <a:lnTo>
                    <a:pt x="24181" y="22983"/>
                  </a:lnTo>
                  <a:lnTo>
                    <a:pt x="24181" y="22939"/>
                  </a:lnTo>
                  <a:cubicBezTo>
                    <a:pt x="23915" y="21430"/>
                    <a:pt x="24314" y="19877"/>
                    <a:pt x="25290" y="18679"/>
                  </a:cubicBezTo>
                  <a:cubicBezTo>
                    <a:pt x="25461" y="18475"/>
                    <a:pt x="25265" y="18192"/>
                    <a:pt x="25065" y="18192"/>
                  </a:cubicBezTo>
                  <a:cubicBezTo>
                    <a:pt x="25004" y="18192"/>
                    <a:pt x="24943" y="18218"/>
                    <a:pt x="24891" y="18280"/>
                  </a:cubicBezTo>
                  <a:cubicBezTo>
                    <a:pt x="24181" y="19167"/>
                    <a:pt x="23738" y="20232"/>
                    <a:pt x="23604" y="21341"/>
                  </a:cubicBezTo>
                  <a:cubicBezTo>
                    <a:pt x="23560" y="21297"/>
                    <a:pt x="23560" y="21253"/>
                    <a:pt x="23516" y="21253"/>
                  </a:cubicBezTo>
                  <a:cubicBezTo>
                    <a:pt x="23205" y="21031"/>
                    <a:pt x="22850" y="20809"/>
                    <a:pt x="22495" y="20632"/>
                  </a:cubicBezTo>
                  <a:cubicBezTo>
                    <a:pt x="22673" y="20321"/>
                    <a:pt x="22939" y="20055"/>
                    <a:pt x="23250" y="19877"/>
                  </a:cubicBezTo>
                  <a:cubicBezTo>
                    <a:pt x="23514" y="19726"/>
                    <a:pt x="23329" y="19351"/>
                    <a:pt x="23104" y="19351"/>
                  </a:cubicBezTo>
                  <a:cubicBezTo>
                    <a:pt x="23064" y="19351"/>
                    <a:pt x="23023" y="19363"/>
                    <a:pt x="22983" y="19389"/>
                  </a:cubicBezTo>
                  <a:cubicBezTo>
                    <a:pt x="22495" y="19700"/>
                    <a:pt x="22140" y="20099"/>
                    <a:pt x="21874" y="20587"/>
                  </a:cubicBezTo>
                  <a:cubicBezTo>
                    <a:pt x="21741" y="20676"/>
                    <a:pt x="21785" y="20898"/>
                    <a:pt x="21918" y="20986"/>
                  </a:cubicBezTo>
                  <a:cubicBezTo>
                    <a:pt x="22407" y="21164"/>
                    <a:pt x="22850" y="21430"/>
                    <a:pt x="23250" y="21741"/>
                  </a:cubicBezTo>
                  <a:cubicBezTo>
                    <a:pt x="23283" y="21775"/>
                    <a:pt x="23324" y="21789"/>
                    <a:pt x="23366" y="21789"/>
                  </a:cubicBezTo>
                  <a:cubicBezTo>
                    <a:pt x="23433" y="21789"/>
                    <a:pt x="23505" y="21751"/>
                    <a:pt x="23560" y="21696"/>
                  </a:cubicBezTo>
                  <a:lnTo>
                    <a:pt x="23560" y="21696"/>
                  </a:lnTo>
                  <a:cubicBezTo>
                    <a:pt x="23516" y="22184"/>
                    <a:pt x="23560" y="22628"/>
                    <a:pt x="23604" y="23072"/>
                  </a:cubicBezTo>
                  <a:cubicBezTo>
                    <a:pt x="23604" y="23160"/>
                    <a:pt x="23649" y="23205"/>
                    <a:pt x="23693" y="23249"/>
                  </a:cubicBezTo>
                  <a:cubicBezTo>
                    <a:pt x="23693" y="23294"/>
                    <a:pt x="23738" y="23338"/>
                    <a:pt x="23738" y="23338"/>
                  </a:cubicBezTo>
                  <a:lnTo>
                    <a:pt x="24181" y="23826"/>
                  </a:lnTo>
                  <a:cubicBezTo>
                    <a:pt x="23915" y="24048"/>
                    <a:pt x="23693" y="24270"/>
                    <a:pt x="23427" y="24492"/>
                  </a:cubicBezTo>
                  <a:cubicBezTo>
                    <a:pt x="22850" y="24935"/>
                    <a:pt x="22273" y="25335"/>
                    <a:pt x="21608" y="25645"/>
                  </a:cubicBezTo>
                  <a:lnTo>
                    <a:pt x="21874" y="25335"/>
                  </a:lnTo>
                  <a:cubicBezTo>
                    <a:pt x="21918" y="25290"/>
                    <a:pt x="21918" y="25246"/>
                    <a:pt x="21918" y="25201"/>
                  </a:cubicBezTo>
                  <a:cubicBezTo>
                    <a:pt x="21988" y="25259"/>
                    <a:pt x="22067" y="25284"/>
                    <a:pt x="22141" y="25284"/>
                  </a:cubicBezTo>
                  <a:cubicBezTo>
                    <a:pt x="22351" y="25284"/>
                    <a:pt x="22526" y="25087"/>
                    <a:pt x="22362" y="24891"/>
                  </a:cubicBezTo>
                  <a:cubicBezTo>
                    <a:pt x="21918" y="24270"/>
                    <a:pt x="21342" y="23737"/>
                    <a:pt x="20676" y="23338"/>
                  </a:cubicBezTo>
                  <a:cubicBezTo>
                    <a:pt x="20632" y="23316"/>
                    <a:pt x="20587" y="23305"/>
                    <a:pt x="20543" y="23305"/>
                  </a:cubicBezTo>
                  <a:cubicBezTo>
                    <a:pt x="20499" y="23305"/>
                    <a:pt x="20454" y="23316"/>
                    <a:pt x="20410" y="23338"/>
                  </a:cubicBezTo>
                  <a:cubicBezTo>
                    <a:pt x="20499" y="23205"/>
                    <a:pt x="20587" y="23116"/>
                    <a:pt x="20676" y="22983"/>
                  </a:cubicBezTo>
                  <a:cubicBezTo>
                    <a:pt x="20676" y="23027"/>
                    <a:pt x="20721" y="23027"/>
                    <a:pt x="20765" y="23072"/>
                  </a:cubicBezTo>
                  <a:cubicBezTo>
                    <a:pt x="21386" y="23515"/>
                    <a:pt x="22007" y="24092"/>
                    <a:pt x="22540" y="24713"/>
                  </a:cubicBezTo>
                  <a:cubicBezTo>
                    <a:pt x="22591" y="24775"/>
                    <a:pt x="22652" y="24801"/>
                    <a:pt x="22713" y="24801"/>
                  </a:cubicBezTo>
                  <a:cubicBezTo>
                    <a:pt x="22914" y="24801"/>
                    <a:pt x="23109" y="24518"/>
                    <a:pt x="22939" y="24314"/>
                  </a:cubicBezTo>
                  <a:cubicBezTo>
                    <a:pt x="22362" y="23693"/>
                    <a:pt x="21741" y="23072"/>
                    <a:pt x="21031" y="22584"/>
                  </a:cubicBezTo>
                  <a:cubicBezTo>
                    <a:pt x="20987" y="22584"/>
                    <a:pt x="20942" y="22539"/>
                    <a:pt x="20898" y="22539"/>
                  </a:cubicBezTo>
                  <a:cubicBezTo>
                    <a:pt x="20987" y="22406"/>
                    <a:pt x="21031" y="22273"/>
                    <a:pt x="21075" y="22184"/>
                  </a:cubicBezTo>
                  <a:cubicBezTo>
                    <a:pt x="21785" y="22761"/>
                    <a:pt x="22495" y="23382"/>
                    <a:pt x="23116" y="24092"/>
                  </a:cubicBezTo>
                  <a:cubicBezTo>
                    <a:pt x="23168" y="24154"/>
                    <a:pt x="23229" y="24180"/>
                    <a:pt x="23290" y="24180"/>
                  </a:cubicBezTo>
                  <a:cubicBezTo>
                    <a:pt x="23490" y="24180"/>
                    <a:pt x="23686" y="23897"/>
                    <a:pt x="23516" y="23693"/>
                  </a:cubicBezTo>
                  <a:cubicBezTo>
                    <a:pt x="22850" y="22983"/>
                    <a:pt x="22185" y="22317"/>
                    <a:pt x="21430" y="21741"/>
                  </a:cubicBezTo>
                  <a:cubicBezTo>
                    <a:pt x="21386" y="21696"/>
                    <a:pt x="21297" y="21652"/>
                    <a:pt x="21253" y="21652"/>
                  </a:cubicBezTo>
                  <a:cubicBezTo>
                    <a:pt x="21430" y="20898"/>
                    <a:pt x="21386" y="20055"/>
                    <a:pt x="21164" y="19300"/>
                  </a:cubicBezTo>
                  <a:cubicBezTo>
                    <a:pt x="21129" y="19140"/>
                    <a:pt x="21014" y="19073"/>
                    <a:pt x="20895" y="19073"/>
                  </a:cubicBezTo>
                  <a:cubicBezTo>
                    <a:pt x="20719" y="19073"/>
                    <a:pt x="20534" y="19221"/>
                    <a:pt x="20587" y="19434"/>
                  </a:cubicBezTo>
                  <a:cubicBezTo>
                    <a:pt x="21031" y="20809"/>
                    <a:pt x="20721" y="22273"/>
                    <a:pt x="19744" y="23338"/>
                  </a:cubicBezTo>
                  <a:cubicBezTo>
                    <a:pt x="19529" y="23518"/>
                    <a:pt x="19721" y="23785"/>
                    <a:pt x="19944" y="23785"/>
                  </a:cubicBezTo>
                  <a:cubicBezTo>
                    <a:pt x="19996" y="23785"/>
                    <a:pt x="20049" y="23771"/>
                    <a:pt x="20099" y="23737"/>
                  </a:cubicBezTo>
                  <a:lnTo>
                    <a:pt x="20099" y="23737"/>
                  </a:lnTo>
                  <a:cubicBezTo>
                    <a:pt x="19079" y="25113"/>
                    <a:pt x="17792" y="26311"/>
                    <a:pt x="16372" y="27242"/>
                  </a:cubicBezTo>
                  <a:cubicBezTo>
                    <a:pt x="16328" y="27242"/>
                    <a:pt x="16284" y="27287"/>
                    <a:pt x="16284" y="27331"/>
                  </a:cubicBezTo>
                  <a:cubicBezTo>
                    <a:pt x="15848" y="27373"/>
                    <a:pt x="15412" y="27394"/>
                    <a:pt x="14978" y="27394"/>
                  </a:cubicBezTo>
                  <a:cubicBezTo>
                    <a:pt x="12227" y="27394"/>
                    <a:pt x="9526" y="26557"/>
                    <a:pt x="7188" y="25024"/>
                  </a:cubicBezTo>
                  <a:cubicBezTo>
                    <a:pt x="2840" y="21963"/>
                    <a:pt x="755" y="16594"/>
                    <a:pt x="1864" y="11403"/>
                  </a:cubicBezTo>
                  <a:cubicBezTo>
                    <a:pt x="2485" y="8741"/>
                    <a:pt x="3861" y="6301"/>
                    <a:pt x="5813" y="4393"/>
                  </a:cubicBezTo>
                  <a:cubicBezTo>
                    <a:pt x="7672" y="2534"/>
                    <a:pt x="10477" y="675"/>
                    <a:pt x="13255" y="675"/>
                  </a:cubicBezTo>
                  <a:cubicBezTo>
                    <a:pt x="13660" y="675"/>
                    <a:pt x="14064" y="714"/>
                    <a:pt x="14465" y="799"/>
                  </a:cubicBezTo>
                  <a:cubicBezTo>
                    <a:pt x="14598" y="799"/>
                    <a:pt x="14731" y="755"/>
                    <a:pt x="14775" y="622"/>
                  </a:cubicBezTo>
                  <a:close/>
                  <a:moveTo>
                    <a:pt x="14243" y="0"/>
                  </a:moveTo>
                  <a:cubicBezTo>
                    <a:pt x="14154" y="0"/>
                    <a:pt x="14065" y="45"/>
                    <a:pt x="14021" y="89"/>
                  </a:cubicBezTo>
                  <a:cubicBezTo>
                    <a:pt x="13767" y="63"/>
                    <a:pt x="13513" y="50"/>
                    <a:pt x="13260" y="50"/>
                  </a:cubicBezTo>
                  <a:cubicBezTo>
                    <a:pt x="8423" y="50"/>
                    <a:pt x="3772" y="4742"/>
                    <a:pt x="2086" y="8874"/>
                  </a:cubicBezTo>
                  <a:cubicBezTo>
                    <a:pt x="1" y="14021"/>
                    <a:pt x="1110" y="19877"/>
                    <a:pt x="4926" y="23826"/>
                  </a:cubicBezTo>
                  <a:cubicBezTo>
                    <a:pt x="7554" y="26510"/>
                    <a:pt x="11298" y="27909"/>
                    <a:pt x="15031" y="27909"/>
                  </a:cubicBezTo>
                  <a:cubicBezTo>
                    <a:pt x="17347" y="27909"/>
                    <a:pt x="19658" y="27370"/>
                    <a:pt x="21697" y="26266"/>
                  </a:cubicBezTo>
                  <a:cubicBezTo>
                    <a:pt x="26799" y="23471"/>
                    <a:pt x="29683" y="17126"/>
                    <a:pt x="28707" y="11403"/>
                  </a:cubicBezTo>
                  <a:cubicBezTo>
                    <a:pt x="27509" y="4437"/>
                    <a:pt x="20898" y="355"/>
                    <a:pt x="142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67"/>
            <p:cNvSpPr/>
            <p:nvPr/>
          </p:nvSpPr>
          <p:spPr>
            <a:xfrm>
              <a:off x="7061795" y="4119640"/>
              <a:ext cx="199954" cy="143676"/>
            </a:xfrm>
            <a:custGeom>
              <a:avLst/>
              <a:gdLst/>
              <a:ahLst/>
              <a:cxnLst/>
              <a:rect l="l" t="t" r="r" b="b"/>
              <a:pathLst>
                <a:path w="1510" h="1085" extrusionOk="0">
                  <a:moveTo>
                    <a:pt x="382" y="1"/>
                  </a:moveTo>
                  <a:cubicBezTo>
                    <a:pt x="75" y="1"/>
                    <a:pt x="1" y="474"/>
                    <a:pt x="319" y="553"/>
                  </a:cubicBezTo>
                  <a:cubicBezTo>
                    <a:pt x="585" y="642"/>
                    <a:pt x="807" y="775"/>
                    <a:pt x="985" y="997"/>
                  </a:cubicBezTo>
                  <a:cubicBezTo>
                    <a:pt x="1026" y="1059"/>
                    <a:pt x="1079" y="1085"/>
                    <a:pt x="1134" y="1085"/>
                  </a:cubicBezTo>
                  <a:cubicBezTo>
                    <a:pt x="1314" y="1085"/>
                    <a:pt x="1510" y="802"/>
                    <a:pt x="1340" y="598"/>
                  </a:cubicBezTo>
                  <a:cubicBezTo>
                    <a:pt x="1118" y="287"/>
                    <a:pt x="807" y="110"/>
                    <a:pt x="497" y="21"/>
                  </a:cubicBezTo>
                  <a:cubicBezTo>
                    <a:pt x="456" y="7"/>
                    <a:pt x="418"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67"/>
            <p:cNvSpPr/>
            <p:nvPr/>
          </p:nvSpPr>
          <p:spPr>
            <a:xfrm>
              <a:off x="7256717" y="4247161"/>
              <a:ext cx="76539" cy="85278"/>
            </a:xfrm>
            <a:custGeom>
              <a:avLst/>
              <a:gdLst/>
              <a:ahLst/>
              <a:cxnLst/>
              <a:rect l="l" t="t" r="r" b="b"/>
              <a:pathLst>
                <a:path w="578" h="644" extrusionOk="0">
                  <a:moveTo>
                    <a:pt x="289" y="1"/>
                  </a:moveTo>
                  <a:cubicBezTo>
                    <a:pt x="145" y="1"/>
                    <a:pt x="1" y="100"/>
                    <a:pt x="1" y="300"/>
                  </a:cubicBezTo>
                  <a:lnTo>
                    <a:pt x="1" y="344"/>
                  </a:lnTo>
                  <a:cubicBezTo>
                    <a:pt x="1" y="544"/>
                    <a:pt x="145" y="644"/>
                    <a:pt x="289" y="644"/>
                  </a:cubicBezTo>
                  <a:cubicBezTo>
                    <a:pt x="433" y="644"/>
                    <a:pt x="578" y="544"/>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67"/>
            <p:cNvSpPr/>
            <p:nvPr/>
          </p:nvSpPr>
          <p:spPr>
            <a:xfrm>
              <a:off x="7579954" y="3652330"/>
              <a:ext cx="105804" cy="70580"/>
            </a:xfrm>
            <a:custGeom>
              <a:avLst/>
              <a:gdLst/>
              <a:ahLst/>
              <a:cxnLst/>
              <a:rect l="l" t="t" r="r" b="b"/>
              <a:pathLst>
                <a:path w="799" h="533" extrusionOk="0">
                  <a:moveTo>
                    <a:pt x="355" y="0"/>
                  </a:moveTo>
                  <a:cubicBezTo>
                    <a:pt x="0" y="0"/>
                    <a:pt x="0" y="533"/>
                    <a:pt x="355"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67"/>
            <p:cNvSpPr/>
            <p:nvPr/>
          </p:nvSpPr>
          <p:spPr>
            <a:xfrm>
              <a:off x="7193950" y="3569700"/>
              <a:ext cx="489954" cy="287616"/>
            </a:xfrm>
            <a:custGeom>
              <a:avLst/>
              <a:gdLst/>
              <a:ahLst/>
              <a:cxnLst/>
              <a:rect l="l" t="t" r="r" b="b"/>
              <a:pathLst>
                <a:path w="3700" h="2172" extrusionOk="0">
                  <a:moveTo>
                    <a:pt x="3267" y="1"/>
                  </a:moveTo>
                  <a:cubicBezTo>
                    <a:pt x="3254" y="1"/>
                    <a:pt x="3240" y="1"/>
                    <a:pt x="3226" y="3"/>
                  </a:cubicBezTo>
                  <a:cubicBezTo>
                    <a:pt x="2072" y="269"/>
                    <a:pt x="1052" y="846"/>
                    <a:pt x="209" y="1689"/>
                  </a:cubicBezTo>
                  <a:cubicBezTo>
                    <a:pt x="1" y="1862"/>
                    <a:pt x="172" y="2171"/>
                    <a:pt x="405" y="2171"/>
                  </a:cubicBezTo>
                  <a:cubicBezTo>
                    <a:pt x="470" y="2171"/>
                    <a:pt x="540" y="2147"/>
                    <a:pt x="608" y="2089"/>
                  </a:cubicBezTo>
                  <a:cubicBezTo>
                    <a:pt x="1362" y="1334"/>
                    <a:pt x="2294" y="802"/>
                    <a:pt x="3359" y="580"/>
                  </a:cubicBezTo>
                  <a:cubicBezTo>
                    <a:pt x="3700" y="495"/>
                    <a:pt x="3590" y="1"/>
                    <a:pt x="3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67"/>
            <p:cNvSpPr/>
            <p:nvPr/>
          </p:nvSpPr>
          <p:spPr>
            <a:xfrm>
              <a:off x="7206795" y="3518056"/>
              <a:ext cx="202603" cy="169233"/>
            </a:xfrm>
            <a:custGeom>
              <a:avLst/>
              <a:gdLst/>
              <a:ahLst/>
              <a:cxnLst/>
              <a:rect l="l" t="t" r="r" b="b"/>
              <a:pathLst>
                <a:path w="1530" h="1278" extrusionOk="0">
                  <a:moveTo>
                    <a:pt x="1134" y="0"/>
                  </a:moveTo>
                  <a:cubicBezTo>
                    <a:pt x="1091" y="0"/>
                    <a:pt x="1046" y="12"/>
                    <a:pt x="999" y="38"/>
                  </a:cubicBezTo>
                  <a:cubicBezTo>
                    <a:pt x="688" y="260"/>
                    <a:pt x="378" y="526"/>
                    <a:pt x="156" y="881"/>
                  </a:cubicBezTo>
                  <a:cubicBezTo>
                    <a:pt x="0" y="1068"/>
                    <a:pt x="195" y="1277"/>
                    <a:pt x="401" y="1277"/>
                  </a:cubicBezTo>
                  <a:cubicBezTo>
                    <a:pt x="489" y="1277"/>
                    <a:pt x="578" y="1240"/>
                    <a:pt x="644" y="1147"/>
                  </a:cubicBezTo>
                  <a:cubicBezTo>
                    <a:pt x="822" y="881"/>
                    <a:pt x="1043" y="704"/>
                    <a:pt x="1265" y="526"/>
                  </a:cubicBezTo>
                  <a:cubicBezTo>
                    <a:pt x="1529" y="375"/>
                    <a:pt x="1376" y="0"/>
                    <a:pt x="11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67"/>
            <p:cNvSpPr/>
            <p:nvPr/>
          </p:nvSpPr>
          <p:spPr>
            <a:xfrm>
              <a:off x="7254466" y="2893034"/>
              <a:ext cx="202867" cy="116000"/>
            </a:xfrm>
            <a:custGeom>
              <a:avLst/>
              <a:gdLst/>
              <a:ahLst/>
              <a:cxnLst/>
              <a:rect l="l" t="t" r="r" b="b"/>
              <a:pathLst>
                <a:path w="1532" h="876" extrusionOk="0">
                  <a:moveTo>
                    <a:pt x="393" y="1"/>
                  </a:moveTo>
                  <a:cubicBezTo>
                    <a:pt x="127" y="1"/>
                    <a:pt x="1" y="465"/>
                    <a:pt x="328" y="588"/>
                  </a:cubicBezTo>
                  <a:lnTo>
                    <a:pt x="1083" y="854"/>
                  </a:lnTo>
                  <a:cubicBezTo>
                    <a:pt x="1117" y="868"/>
                    <a:pt x="1149" y="875"/>
                    <a:pt x="1179" y="875"/>
                  </a:cubicBezTo>
                  <a:cubicBezTo>
                    <a:pt x="1426" y="875"/>
                    <a:pt x="1532" y="440"/>
                    <a:pt x="1216" y="321"/>
                  </a:cubicBezTo>
                  <a:lnTo>
                    <a:pt x="462" y="11"/>
                  </a:lnTo>
                  <a:cubicBezTo>
                    <a:pt x="438" y="4"/>
                    <a:pt x="415" y="1"/>
                    <a:pt x="3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67"/>
            <p:cNvSpPr/>
            <p:nvPr/>
          </p:nvSpPr>
          <p:spPr>
            <a:xfrm>
              <a:off x="7462365" y="2972221"/>
              <a:ext cx="70712" cy="80909"/>
            </a:xfrm>
            <a:custGeom>
              <a:avLst/>
              <a:gdLst/>
              <a:ahLst/>
              <a:cxnLst/>
              <a:rect l="l" t="t" r="r" b="b"/>
              <a:pathLst>
                <a:path w="534" h="611" extrusionOk="0">
                  <a:moveTo>
                    <a:pt x="267" y="1"/>
                  </a:moveTo>
                  <a:cubicBezTo>
                    <a:pt x="134" y="1"/>
                    <a:pt x="1" y="101"/>
                    <a:pt x="1" y="300"/>
                  </a:cubicBezTo>
                  <a:lnTo>
                    <a:pt x="1" y="345"/>
                  </a:lnTo>
                  <a:cubicBezTo>
                    <a:pt x="1" y="522"/>
                    <a:pt x="134" y="611"/>
                    <a:pt x="267" y="611"/>
                  </a:cubicBezTo>
                  <a:cubicBezTo>
                    <a:pt x="400" y="611"/>
                    <a:pt x="533" y="522"/>
                    <a:pt x="533" y="345"/>
                  </a:cubicBezTo>
                  <a:lnTo>
                    <a:pt x="533" y="300"/>
                  </a:lnTo>
                  <a:cubicBezTo>
                    <a:pt x="533" y="101"/>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67"/>
            <p:cNvSpPr/>
            <p:nvPr/>
          </p:nvSpPr>
          <p:spPr>
            <a:xfrm>
              <a:off x="7529899" y="2430226"/>
              <a:ext cx="276625" cy="422155"/>
            </a:xfrm>
            <a:custGeom>
              <a:avLst/>
              <a:gdLst/>
              <a:ahLst/>
              <a:cxnLst/>
              <a:rect l="l" t="t" r="r" b="b"/>
              <a:pathLst>
                <a:path w="2089" h="3188" extrusionOk="0">
                  <a:moveTo>
                    <a:pt x="256" y="1"/>
                  </a:moveTo>
                  <a:cubicBezTo>
                    <a:pt x="123" y="1"/>
                    <a:pt x="1" y="90"/>
                    <a:pt x="23" y="267"/>
                  </a:cubicBezTo>
                  <a:cubicBezTo>
                    <a:pt x="112" y="1332"/>
                    <a:pt x="556" y="2308"/>
                    <a:pt x="1265" y="3107"/>
                  </a:cubicBezTo>
                  <a:cubicBezTo>
                    <a:pt x="1321" y="3162"/>
                    <a:pt x="1390" y="3187"/>
                    <a:pt x="1458" y="3187"/>
                  </a:cubicBezTo>
                  <a:cubicBezTo>
                    <a:pt x="1607" y="3187"/>
                    <a:pt x="1753" y="3067"/>
                    <a:pt x="1753" y="2885"/>
                  </a:cubicBezTo>
                  <a:cubicBezTo>
                    <a:pt x="1777" y="2891"/>
                    <a:pt x="1799" y="2893"/>
                    <a:pt x="1821" y="2893"/>
                  </a:cubicBezTo>
                  <a:cubicBezTo>
                    <a:pt x="1964" y="2893"/>
                    <a:pt x="2064" y="2773"/>
                    <a:pt x="2064" y="2619"/>
                  </a:cubicBezTo>
                  <a:lnTo>
                    <a:pt x="2064" y="2574"/>
                  </a:lnTo>
                  <a:cubicBezTo>
                    <a:pt x="2089" y="2375"/>
                    <a:pt x="1918" y="2259"/>
                    <a:pt x="1755" y="2259"/>
                  </a:cubicBezTo>
                  <a:cubicBezTo>
                    <a:pt x="1629" y="2259"/>
                    <a:pt x="1507" y="2330"/>
                    <a:pt x="1487" y="2485"/>
                  </a:cubicBezTo>
                  <a:cubicBezTo>
                    <a:pt x="955" y="1864"/>
                    <a:pt x="644" y="1110"/>
                    <a:pt x="556" y="267"/>
                  </a:cubicBezTo>
                  <a:cubicBezTo>
                    <a:pt x="533" y="90"/>
                    <a:pt x="389" y="1"/>
                    <a:pt x="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67"/>
            <p:cNvSpPr/>
            <p:nvPr/>
          </p:nvSpPr>
          <p:spPr>
            <a:xfrm>
              <a:off x="7532945" y="2290788"/>
              <a:ext cx="76406" cy="80909"/>
            </a:xfrm>
            <a:custGeom>
              <a:avLst/>
              <a:gdLst/>
              <a:ahLst/>
              <a:cxnLst/>
              <a:rect l="l" t="t" r="r" b="b"/>
              <a:pathLst>
                <a:path w="577" h="611" extrusionOk="0">
                  <a:moveTo>
                    <a:pt x="289" y="0"/>
                  </a:moveTo>
                  <a:cubicBezTo>
                    <a:pt x="144" y="0"/>
                    <a:pt x="0" y="100"/>
                    <a:pt x="0" y="300"/>
                  </a:cubicBezTo>
                  <a:lnTo>
                    <a:pt x="0" y="344"/>
                  </a:lnTo>
                  <a:cubicBezTo>
                    <a:pt x="0" y="521"/>
                    <a:pt x="144" y="610"/>
                    <a:pt x="289" y="610"/>
                  </a:cubicBezTo>
                  <a:cubicBezTo>
                    <a:pt x="433" y="610"/>
                    <a:pt x="577" y="521"/>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67"/>
            <p:cNvSpPr/>
            <p:nvPr/>
          </p:nvSpPr>
          <p:spPr>
            <a:xfrm>
              <a:off x="7165877" y="2230537"/>
              <a:ext cx="326018" cy="124740"/>
            </a:xfrm>
            <a:custGeom>
              <a:avLst/>
              <a:gdLst/>
              <a:ahLst/>
              <a:cxnLst/>
              <a:rect l="l" t="t" r="r" b="b"/>
              <a:pathLst>
                <a:path w="2462" h="942" extrusionOk="0">
                  <a:moveTo>
                    <a:pt x="2018" y="0"/>
                  </a:moveTo>
                  <a:cubicBezTo>
                    <a:pt x="1929" y="0"/>
                    <a:pt x="1840" y="45"/>
                    <a:pt x="1796" y="133"/>
                  </a:cubicBezTo>
                  <a:cubicBezTo>
                    <a:pt x="1752" y="89"/>
                    <a:pt x="1663" y="89"/>
                    <a:pt x="1619" y="89"/>
                  </a:cubicBezTo>
                  <a:cubicBezTo>
                    <a:pt x="1175" y="89"/>
                    <a:pt x="731" y="222"/>
                    <a:pt x="288" y="355"/>
                  </a:cubicBezTo>
                  <a:cubicBezTo>
                    <a:pt x="1" y="478"/>
                    <a:pt x="92" y="942"/>
                    <a:pt x="353" y="942"/>
                  </a:cubicBezTo>
                  <a:cubicBezTo>
                    <a:pt x="374" y="942"/>
                    <a:pt x="397" y="939"/>
                    <a:pt x="421" y="932"/>
                  </a:cubicBezTo>
                  <a:cubicBezTo>
                    <a:pt x="820" y="755"/>
                    <a:pt x="1219" y="666"/>
                    <a:pt x="1619" y="666"/>
                  </a:cubicBezTo>
                  <a:cubicBezTo>
                    <a:pt x="1707" y="621"/>
                    <a:pt x="1796" y="577"/>
                    <a:pt x="1840" y="488"/>
                  </a:cubicBezTo>
                  <a:cubicBezTo>
                    <a:pt x="1872" y="520"/>
                    <a:pt x="1925" y="551"/>
                    <a:pt x="1970" y="551"/>
                  </a:cubicBezTo>
                  <a:cubicBezTo>
                    <a:pt x="1988" y="551"/>
                    <a:pt x="2005" y="546"/>
                    <a:pt x="2018" y="533"/>
                  </a:cubicBezTo>
                  <a:lnTo>
                    <a:pt x="2107" y="533"/>
                  </a:lnTo>
                  <a:cubicBezTo>
                    <a:pt x="2462" y="533"/>
                    <a:pt x="2462"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67"/>
            <p:cNvSpPr/>
            <p:nvPr/>
          </p:nvSpPr>
          <p:spPr>
            <a:xfrm>
              <a:off x="7203881" y="1918423"/>
              <a:ext cx="121959" cy="253452"/>
            </a:xfrm>
            <a:custGeom>
              <a:avLst/>
              <a:gdLst/>
              <a:ahLst/>
              <a:cxnLst/>
              <a:rect l="l" t="t" r="r" b="b"/>
              <a:pathLst>
                <a:path w="921" h="1914" extrusionOk="0">
                  <a:moveTo>
                    <a:pt x="555" y="0"/>
                  </a:moveTo>
                  <a:cubicBezTo>
                    <a:pt x="475" y="0"/>
                    <a:pt x="397" y="41"/>
                    <a:pt x="355" y="139"/>
                  </a:cubicBezTo>
                  <a:cubicBezTo>
                    <a:pt x="134" y="627"/>
                    <a:pt x="1" y="1115"/>
                    <a:pt x="1" y="1647"/>
                  </a:cubicBezTo>
                  <a:cubicBezTo>
                    <a:pt x="1" y="1825"/>
                    <a:pt x="134" y="1914"/>
                    <a:pt x="267" y="1914"/>
                  </a:cubicBezTo>
                  <a:cubicBezTo>
                    <a:pt x="400" y="1914"/>
                    <a:pt x="533" y="1825"/>
                    <a:pt x="533" y="1647"/>
                  </a:cubicBezTo>
                  <a:cubicBezTo>
                    <a:pt x="533" y="1204"/>
                    <a:pt x="622" y="804"/>
                    <a:pt x="799" y="405"/>
                  </a:cubicBezTo>
                  <a:cubicBezTo>
                    <a:pt x="921" y="192"/>
                    <a:pt x="730" y="0"/>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67"/>
            <p:cNvSpPr/>
            <p:nvPr/>
          </p:nvSpPr>
          <p:spPr>
            <a:xfrm>
              <a:off x="7094635" y="1862144"/>
              <a:ext cx="104612" cy="155329"/>
            </a:xfrm>
            <a:custGeom>
              <a:avLst/>
              <a:gdLst/>
              <a:ahLst/>
              <a:cxnLst/>
              <a:rect l="l" t="t" r="r" b="b"/>
              <a:pathLst>
                <a:path w="790" h="1173" extrusionOk="0">
                  <a:moveTo>
                    <a:pt x="463" y="0"/>
                  </a:moveTo>
                  <a:cubicBezTo>
                    <a:pt x="351" y="0"/>
                    <a:pt x="241" y="64"/>
                    <a:pt x="204" y="209"/>
                  </a:cubicBezTo>
                  <a:cubicBezTo>
                    <a:pt x="160" y="386"/>
                    <a:pt x="116" y="608"/>
                    <a:pt x="27" y="830"/>
                  </a:cubicBezTo>
                  <a:cubicBezTo>
                    <a:pt x="1" y="1040"/>
                    <a:pt x="176" y="1172"/>
                    <a:pt x="342" y="1172"/>
                  </a:cubicBezTo>
                  <a:cubicBezTo>
                    <a:pt x="457" y="1172"/>
                    <a:pt x="567" y="1109"/>
                    <a:pt x="604" y="963"/>
                  </a:cubicBezTo>
                  <a:cubicBezTo>
                    <a:pt x="648" y="741"/>
                    <a:pt x="692" y="564"/>
                    <a:pt x="737" y="342"/>
                  </a:cubicBezTo>
                  <a:cubicBezTo>
                    <a:pt x="789" y="132"/>
                    <a:pt x="625"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67"/>
            <p:cNvSpPr/>
            <p:nvPr/>
          </p:nvSpPr>
          <p:spPr>
            <a:xfrm>
              <a:off x="7051731" y="2063290"/>
              <a:ext cx="115603" cy="82630"/>
            </a:xfrm>
            <a:custGeom>
              <a:avLst/>
              <a:gdLst/>
              <a:ahLst/>
              <a:cxnLst/>
              <a:rect l="l" t="t" r="r" b="b"/>
              <a:pathLst>
                <a:path w="873" h="624" extrusionOk="0">
                  <a:moveTo>
                    <a:pt x="436" y="0"/>
                  </a:moveTo>
                  <a:cubicBezTo>
                    <a:pt x="377" y="0"/>
                    <a:pt x="317" y="20"/>
                    <a:pt x="262" y="65"/>
                  </a:cubicBezTo>
                  <a:lnTo>
                    <a:pt x="173" y="154"/>
                  </a:lnTo>
                  <a:cubicBezTo>
                    <a:pt x="0" y="362"/>
                    <a:pt x="178" y="623"/>
                    <a:pt x="391" y="623"/>
                  </a:cubicBezTo>
                  <a:cubicBezTo>
                    <a:pt x="451" y="623"/>
                    <a:pt x="514" y="602"/>
                    <a:pt x="573" y="553"/>
                  </a:cubicBezTo>
                  <a:lnTo>
                    <a:pt x="661" y="465"/>
                  </a:lnTo>
                  <a:cubicBezTo>
                    <a:pt x="873" y="289"/>
                    <a:pt x="665" y="0"/>
                    <a:pt x="4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67"/>
            <p:cNvSpPr/>
            <p:nvPr/>
          </p:nvSpPr>
          <p:spPr>
            <a:xfrm>
              <a:off x="6989096" y="3038563"/>
              <a:ext cx="162082" cy="232000"/>
            </a:xfrm>
            <a:custGeom>
              <a:avLst/>
              <a:gdLst/>
              <a:ahLst/>
              <a:cxnLst/>
              <a:rect l="l" t="t" r="r" b="b"/>
              <a:pathLst>
                <a:path w="1224" h="1752" extrusionOk="0">
                  <a:moveTo>
                    <a:pt x="396" y="1"/>
                  </a:moveTo>
                  <a:cubicBezTo>
                    <a:pt x="202" y="1"/>
                    <a:pt x="0" y="199"/>
                    <a:pt x="158" y="420"/>
                  </a:cubicBezTo>
                  <a:cubicBezTo>
                    <a:pt x="247" y="554"/>
                    <a:pt x="336" y="687"/>
                    <a:pt x="425" y="864"/>
                  </a:cubicBezTo>
                  <a:cubicBezTo>
                    <a:pt x="469" y="997"/>
                    <a:pt x="513" y="1130"/>
                    <a:pt x="558" y="1263"/>
                  </a:cubicBezTo>
                  <a:cubicBezTo>
                    <a:pt x="469" y="1441"/>
                    <a:pt x="558" y="1663"/>
                    <a:pt x="780" y="1751"/>
                  </a:cubicBezTo>
                  <a:cubicBezTo>
                    <a:pt x="868" y="1751"/>
                    <a:pt x="1001" y="1707"/>
                    <a:pt x="1090" y="1618"/>
                  </a:cubicBezTo>
                  <a:cubicBezTo>
                    <a:pt x="1223" y="1397"/>
                    <a:pt x="1090" y="1086"/>
                    <a:pt x="1001" y="864"/>
                  </a:cubicBezTo>
                  <a:cubicBezTo>
                    <a:pt x="913" y="598"/>
                    <a:pt x="780" y="332"/>
                    <a:pt x="602" y="110"/>
                  </a:cubicBezTo>
                  <a:cubicBezTo>
                    <a:pt x="551" y="33"/>
                    <a:pt x="474" y="1"/>
                    <a:pt x="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67"/>
            <p:cNvSpPr/>
            <p:nvPr/>
          </p:nvSpPr>
          <p:spPr>
            <a:xfrm>
              <a:off x="6811786" y="4040056"/>
              <a:ext cx="121959" cy="256100"/>
            </a:xfrm>
            <a:custGeom>
              <a:avLst/>
              <a:gdLst/>
              <a:ahLst/>
              <a:cxnLst/>
              <a:rect l="l" t="t" r="r" b="b"/>
              <a:pathLst>
                <a:path w="921" h="1934" extrusionOk="0">
                  <a:moveTo>
                    <a:pt x="571" y="1"/>
                  </a:moveTo>
                  <a:cubicBezTo>
                    <a:pt x="433" y="1"/>
                    <a:pt x="299" y="89"/>
                    <a:pt x="299" y="267"/>
                  </a:cubicBezTo>
                  <a:cubicBezTo>
                    <a:pt x="388" y="666"/>
                    <a:pt x="299" y="1110"/>
                    <a:pt x="122" y="1509"/>
                  </a:cubicBezTo>
                  <a:cubicBezTo>
                    <a:pt x="1" y="1721"/>
                    <a:pt x="190" y="1934"/>
                    <a:pt x="379" y="1934"/>
                  </a:cubicBezTo>
                  <a:cubicBezTo>
                    <a:pt x="466" y="1934"/>
                    <a:pt x="554" y="1888"/>
                    <a:pt x="610" y="1775"/>
                  </a:cubicBezTo>
                  <a:cubicBezTo>
                    <a:pt x="832" y="1332"/>
                    <a:pt x="921" y="799"/>
                    <a:pt x="876" y="267"/>
                  </a:cubicBezTo>
                  <a:cubicBezTo>
                    <a:pt x="854" y="89"/>
                    <a:pt x="710" y="1"/>
                    <a:pt x="5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67"/>
            <p:cNvSpPr/>
            <p:nvPr/>
          </p:nvSpPr>
          <p:spPr>
            <a:xfrm>
              <a:off x="6658973" y="2916340"/>
              <a:ext cx="161685" cy="149237"/>
            </a:xfrm>
            <a:custGeom>
              <a:avLst/>
              <a:gdLst/>
              <a:ahLst/>
              <a:cxnLst/>
              <a:rect l="l" t="t" r="r" b="b"/>
              <a:pathLst>
                <a:path w="1221" h="1127" extrusionOk="0">
                  <a:moveTo>
                    <a:pt x="363" y="0"/>
                  </a:moveTo>
                  <a:cubicBezTo>
                    <a:pt x="135" y="0"/>
                    <a:pt x="0" y="362"/>
                    <a:pt x="256" y="545"/>
                  </a:cubicBezTo>
                  <a:cubicBezTo>
                    <a:pt x="389" y="634"/>
                    <a:pt x="522" y="811"/>
                    <a:pt x="610" y="988"/>
                  </a:cubicBezTo>
                  <a:cubicBezTo>
                    <a:pt x="666" y="1086"/>
                    <a:pt x="753" y="1127"/>
                    <a:pt x="840" y="1127"/>
                  </a:cubicBezTo>
                  <a:cubicBezTo>
                    <a:pt x="1029" y="1127"/>
                    <a:pt x="1220" y="935"/>
                    <a:pt x="1098" y="722"/>
                  </a:cubicBezTo>
                  <a:cubicBezTo>
                    <a:pt x="965" y="456"/>
                    <a:pt x="744" y="234"/>
                    <a:pt x="522" y="57"/>
                  </a:cubicBezTo>
                  <a:cubicBezTo>
                    <a:pt x="466" y="17"/>
                    <a:pt x="413"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67"/>
            <p:cNvSpPr/>
            <p:nvPr/>
          </p:nvSpPr>
          <p:spPr>
            <a:xfrm>
              <a:off x="6740279" y="2826427"/>
              <a:ext cx="111498" cy="80379"/>
            </a:xfrm>
            <a:custGeom>
              <a:avLst/>
              <a:gdLst/>
              <a:ahLst/>
              <a:cxnLst/>
              <a:rect l="l" t="t" r="r" b="b"/>
              <a:pathLst>
                <a:path w="842" h="607" extrusionOk="0">
                  <a:moveTo>
                    <a:pt x="391" y="0"/>
                  </a:moveTo>
                  <a:cubicBezTo>
                    <a:pt x="179" y="0"/>
                    <a:pt x="1" y="262"/>
                    <a:pt x="174" y="470"/>
                  </a:cubicBezTo>
                  <a:cubicBezTo>
                    <a:pt x="218" y="470"/>
                    <a:pt x="218" y="514"/>
                    <a:pt x="263" y="558"/>
                  </a:cubicBezTo>
                  <a:cubicBezTo>
                    <a:pt x="313" y="592"/>
                    <a:pt x="366" y="606"/>
                    <a:pt x="419" y="606"/>
                  </a:cubicBezTo>
                  <a:cubicBezTo>
                    <a:pt x="642" y="606"/>
                    <a:pt x="842" y="339"/>
                    <a:pt x="662" y="159"/>
                  </a:cubicBezTo>
                  <a:lnTo>
                    <a:pt x="573" y="70"/>
                  </a:lnTo>
                  <a:cubicBezTo>
                    <a:pt x="515" y="21"/>
                    <a:pt x="452" y="0"/>
                    <a:pt x="3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67"/>
            <p:cNvSpPr/>
            <p:nvPr/>
          </p:nvSpPr>
          <p:spPr>
            <a:xfrm>
              <a:off x="6459284" y="2158368"/>
              <a:ext cx="237164" cy="183799"/>
            </a:xfrm>
            <a:custGeom>
              <a:avLst/>
              <a:gdLst/>
              <a:ahLst/>
              <a:cxnLst/>
              <a:rect l="l" t="t" r="r" b="b"/>
              <a:pathLst>
                <a:path w="1791" h="1388" extrusionOk="0">
                  <a:moveTo>
                    <a:pt x="386" y="1"/>
                  </a:moveTo>
                  <a:cubicBezTo>
                    <a:pt x="134" y="1"/>
                    <a:pt x="0" y="355"/>
                    <a:pt x="255" y="501"/>
                  </a:cubicBezTo>
                  <a:cubicBezTo>
                    <a:pt x="610" y="723"/>
                    <a:pt x="921" y="989"/>
                    <a:pt x="1187" y="1300"/>
                  </a:cubicBezTo>
                  <a:cubicBezTo>
                    <a:pt x="1249" y="1361"/>
                    <a:pt x="1318" y="1387"/>
                    <a:pt x="1384" y="1387"/>
                  </a:cubicBezTo>
                  <a:cubicBezTo>
                    <a:pt x="1603" y="1387"/>
                    <a:pt x="1790" y="1105"/>
                    <a:pt x="1586" y="900"/>
                  </a:cubicBezTo>
                  <a:cubicBezTo>
                    <a:pt x="1320" y="545"/>
                    <a:pt x="965" y="235"/>
                    <a:pt x="566" y="57"/>
                  </a:cubicBezTo>
                  <a:cubicBezTo>
                    <a:pt x="502" y="17"/>
                    <a:pt x="441" y="1"/>
                    <a:pt x="3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67"/>
            <p:cNvSpPr/>
            <p:nvPr/>
          </p:nvSpPr>
          <p:spPr>
            <a:xfrm>
              <a:off x="6545224" y="2074546"/>
              <a:ext cx="141425" cy="90708"/>
            </a:xfrm>
            <a:custGeom>
              <a:avLst/>
              <a:gdLst/>
              <a:ahLst/>
              <a:cxnLst/>
              <a:rect l="l" t="t" r="r" b="b"/>
              <a:pathLst>
                <a:path w="1068" h="685" extrusionOk="0">
                  <a:moveTo>
                    <a:pt x="422" y="0"/>
                  </a:moveTo>
                  <a:cubicBezTo>
                    <a:pt x="169" y="0"/>
                    <a:pt x="0" y="358"/>
                    <a:pt x="272" y="513"/>
                  </a:cubicBezTo>
                  <a:lnTo>
                    <a:pt x="538" y="646"/>
                  </a:lnTo>
                  <a:cubicBezTo>
                    <a:pt x="584" y="672"/>
                    <a:pt x="630" y="684"/>
                    <a:pt x="673" y="684"/>
                  </a:cubicBezTo>
                  <a:cubicBezTo>
                    <a:pt x="915" y="684"/>
                    <a:pt x="1068" y="309"/>
                    <a:pt x="804" y="158"/>
                  </a:cubicBezTo>
                  <a:lnTo>
                    <a:pt x="538" y="25"/>
                  </a:lnTo>
                  <a:cubicBezTo>
                    <a:pt x="498" y="8"/>
                    <a:pt x="459" y="0"/>
                    <a:pt x="4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67"/>
            <p:cNvSpPr/>
            <p:nvPr/>
          </p:nvSpPr>
          <p:spPr>
            <a:xfrm>
              <a:off x="5817312" y="4171814"/>
              <a:ext cx="369717" cy="191479"/>
            </a:xfrm>
            <a:custGeom>
              <a:avLst/>
              <a:gdLst/>
              <a:ahLst/>
              <a:cxnLst/>
              <a:rect l="l" t="t" r="r" b="b"/>
              <a:pathLst>
                <a:path w="2792" h="1446" extrusionOk="0">
                  <a:moveTo>
                    <a:pt x="2383" y="1"/>
                  </a:moveTo>
                  <a:cubicBezTo>
                    <a:pt x="2325" y="1"/>
                    <a:pt x="2268" y="22"/>
                    <a:pt x="2219" y="70"/>
                  </a:cubicBezTo>
                  <a:cubicBezTo>
                    <a:pt x="1762" y="569"/>
                    <a:pt x="1149" y="873"/>
                    <a:pt x="490" y="873"/>
                  </a:cubicBezTo>
                  <a:cubicBezTo>
                    <a:pt x="445" y="873"/>
                    <a:pt x="401" y="872"/>
                    <a:pt x="356" y="869"/>
                  </a:cubicBezTo>
                  <a:cubicBezTo>
                    <a:pt x="1" y="869"/>
                    <a:pt x="1" y="1446"/>
                    <a:pt x="356" y="1446"/>
                  </a:cubicBezTo>
                  <a:cubicBezTo>
                    <a:pt x="1199" y="1446"/>
                    <a:pt x="2042" y="1091"/>
                    <a:pt x="2618" y="470"/>
                  </a:cubicBezTo>
                  <a:cubicBezTo>
                    <a:pt x="2791" y="262"/>
                    <a:pt x="2587" y="1"/>
                    <a:pt x="2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67"/>
            <p:cNvSpPr/>
            <p:nvPr/>
          </p:nvSpPr>
          <p:spPr>
            <a:xfrm>
              <a:off x="5766065" y="4157248"/>
              <a:ext cx="190552" cy="83027"/>
            </a:xfrm>
            <a:custGeom>
              <a:avLst/>
              <a:gdLst/>
              <a:ahLst/>
              <a:cxnLst/>
              <a:rect l="l" t="t" r="r" b="b"/>
              <a:pathLst>
                <a:path w="1439" h="627" extrusionOk="0">
                  <a:moveTo>
                    <a:pt x="962" y="0"/>
                  </a:moveTo>
                  <a:cubicBezTo>
                    <a:pt x="948" y="0"/>
                    <a:pt x="934" y="1"/>
                    <a:pt x="920" y="3"/>
                  </a:cubicBezTo>
                  <a:lnTo>
                    <a:pt x="299" y="92"/>
                  </a:lnTo>
                  <a:cubicBezTo>
                    <a:pt x="1" y="134"/>
                    <a:pt x="112" y="627"/>
                    <a:pt x="435" y="627"/>
                  </a:cubicBezTo>
                  <a:cubicBezTo>
                    <a:pt x="448" y="627"/>
                    <a:pt x="462" y="626"/>
                    <a:pt x="476" y="624"/>
                  </a:cubicBezTo>
                  <a:lnTo>
                    <a:pt x="1098" y="535"/>
                  </a:lnTo>
                  <a:cubicBezTo>
                    <a:pt x="1438" y="493"/>
                    <a:pt x="1288" y="0"/>
                    <a:pt x="9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67"/>
            <p:cNvSpPr/>
            <p:nvPr/>
          </p:nvSpPr>
          <p:spPr>
            <a:xfrm>
              <a:off x="5940727" y="4081238"/>
              <a:ext cx="111762" cy="76539"/>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67"/>
            <p:cNvSpPr/>
            <p:nvPr/>
          </p:nvSpPr>
          <p:spPr>
            <a:xfrm>
              <a:off x="6024416" y="4009070"/>
              <a:ext cx="139173" cy="103288"/>
            </a:xfrm>
            <a:custGeom>
              <a:avLst/>
              <a:gdLst/>
              <a:ahLst/>
              <a:cxnLst/>
              <a:rect l="l" t="t" r="r" b="b"/>
              <a:pathLst>
                <a:path w="1051" h="780" extrusionOk="0">
                  <a:moveTo>
                    <a:pt x="707" y="0"/>
                  </a:moveTo>
                  <a:cubicBezTo>
                    <a:pt x="662" y="0"/>
                    <a:pt x="614" y="17"/>
                    <a:pt x="566" y="57"/>
                  </a:cubicBezTo>
                  <a:lnTo>
                    <a:pt x="256" y="235"/>
                  </a:lnTo>
                  <a:cubicBezTo>
                    <a:pt x="0" y="417"/>
                    <a:pt x="135" y="779"/>
                    <a:pt x="388" y="779"/>
                  </a:cubicBezTo>
                  <a:cubicBezTo>
                    <a:pt x="443" y="779"/>
                    <a:pt x="503" y="762"/>
                    <a:pt x="566" y="723"/>
                  </a:cubicBezTo>
                  <a:lnTo>
                    <a:pt x="833" y="501"/>
                  </a:lnTo>
                  <a:cubicBezTo>
                    <a:pt x="1051" y="355"/>
                    <a:pt x="911" y="0"/>
                    <a:pt x="7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67"/>
            <p:cNvSpPr/>
            <p:nvPr/>
          </p:nvSpPr>
          <p:spPr>
            <a:xfrm>
              <a:off x="6218279" y="4045485"/>
              <a:ext cx="174927" cy="314100"/>
            </a:xfrm>
            <a:custGeom>
              <a:avLst/>
              <a:gdLst/>
              <a:ahLst/>
              <a:cxnLst/>
              <a:rect l="l" t="t" r="r" b="b"/>
              <a:pathLst>
                <a:path w="1321" h="2372" extrusionOk="0">
                  <a:moveTo>
                    <a:pt x="385" y="0"/>
                  </a:moveTo>
                  <a:cubicBezTo>
                    <a:pt x="195" y="0"/>
                    <a:pt x="0" y="203"/>
                    <a:pt x="123" y="448"/>
                  </a:cubicBezTo>
                  <a:cubicBezTo>
                    <a:pt x="433" y="936"/>
                    <a:pt x="655" y="1557"/>
                    <a:pt x="744" y="2178"/>
                  </a:cubicBezTo>
                  <a:cubicBezTo>
                    <a:pt x="761" y="2314"/>
                    <a:pt x="849" y="2372"/>
                    <a:pt x="952" y="2372"/>
                  </a:cubicBezTo>
                  <a:cubicBezTo>
                    <a:pt x="1117" y="2372"/>
                    <a:pt x="1321" y="2220"/>
                    <a:pt x="1321" y="2001"/>
                  </a:cubicBezTo>
                  <a:cubicBezTo>
                    <a:pt x="1188" y="1335"/>
                    <a:pt x="966" y="714"/>
                    <a:pt x="611" y="137"/>
                  </a:cubicBezTo>
                  <a:cubicBezTo>
                    <a:pt x="556" y="41"/>
                    <a:pt x="471" y="0"/>
                    <a:pt x="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67"/>
            <p:cNvSpPr/>
            <p:nvPr/>
          </p:nvSpPr>
          <p:spPr>
            <a:xfrm>
              <a:off x="6338914" y="3984704"/>
              <a:ext cx="115603" cy="122621"/>
            </a:xfrm>
            <a:custGeom>
              <a:avLst/>
              <a:gdLst/>
              <a:ahLst/>
              <a:cxnLst/>
              <a:rect l="l" t="t" r="r" b="b"/>
              <a:pathLst>
                <a:path w="873" h="926" extrusionOk="0">
                  <a:moveTo>
                    <a:pt x="354" y="1"/>
                  </a:moveTo>
                  <a:cubicBezTo>
                    <a:pt x="177" y="1"/>
                    <a:pt x="1" y="141"/>
                    <a:pt x="55" y="330"/>
                  </a:cubicBezTo>
                  <a:lnTo>
                    <a:pt x="232" y="729"/>
                  </a:lnTo>
                  <a:cubicBezTo>
                    <a:pt x="302" y="868"/>
                    <a:pt x="425" y="925"/>
                    <a:pt x="539" y="925"/>
                  </a:cubicBezTo>
                  <a:cubicBezTo>
                    <a:pt x="717" y="925"/>
                    <a:pt x="873" y="785"/>
                    <a:pt x="765" y="596"/>
                  </a:cubicBezTo>
                  <a:lnTo>
                    <a:pt x="632" y="197"/>
                  </a:lnTo>
                  <a:cubicBezTo>
                    <a:pt x="580" y="58"/>
                    <a:pt x="467" y="1"/>
                    <a:pt x="3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67"/>
            <p:cNvSpPr/>
            <p:nvPr/>
          </p:nvSpPr>
          <p:spPr>
            <a:xfrm>
              <a:off x="6401416" y="4140033"/>
              <a:ext cx="108717" cy="79849"/>
            </a:xfrm>
            <a:custGeom>
              <a:avLst/>
              <a:gdLst/>
              <a:ahLst/>
              <a:cxnLst/>
              <a:rect l="l" t="t" r="r" b="b"/>
              <a:pathLst>
                <a:path w="821" h="603" extrusionOk="0">
                  <a:moveTo>
                    <a:pt x="384" y="0"/>
                  </a:moveTo>
                  <a:cubicBezTo>
                    <a:pt x="186" y="0"/>
                    <a:pt x="0" y="274"/>
                    <a:pt x="204" y="444"/>
                  </a:cubicBezTo>
                  <a:lnTo>
                    <a:pt x="248" y="532"/>
                  </a:lnTo>
                  <a:cubicBezTo>
                    <a:pt x="307" y="581"/>
                    <a:pt x="370" y="602"/>
                    <a:pt x="430" y="602"/>
                  </a:cubicBezTo>
                  <a:cubicBezTo>
                    <a:pt x="643" y="602"/>
                    <a:pt x="821" y="341"/>
                    <a:pt x="648" y="133"/>
                  </a:cubicBezTo>
                  <a:lnTo>
                    <a:pt x="559" y="89"/>
                  </a:lnTo>
                  <a:cubicBezTo>
                    <a:pt x="507" y="26"/>
                    <a:pt x="445"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67"/>
            <p:cNvSpPr/>
            <p:nvPr/>
          </p:nvSpPr>
          <p:spPr>
            <a:xfrm>
              <a:off x="6157366" y="2759819"/>
              <a:ext cx="140365" cy="158904"/>
            </a:xfrm>
            <a:custGeom>
              <a:avLst/>
              <a:gdLst/>
              <a:ahLst/>
              <a:cxnLst/>
              <a:rect l="l" t="t" r="r" b="b"/>
              <a:pathLst>
                <a:path w="1060" h="1200" extrusionOk="0">
                  <a:moveTo>
                    <a:pt x="380" y="1"/>
                  </a:moveTo>
                  <a:cubicBezTo>
                    <a:pt x="195" y="1"/>
                    <a:pt x="1" y="221"/>
                    <a:pt x="95" y="440"/>
                  </a:cubicBezTo>
                  <a:lnTo>
                    <a:pt x="450" y="1061"/>
                  </a:lnTo>
                  <a:cubicBezTo>
                    <a:pt x="520" y="1159"/>
                    <a:pt x="611" y="1200"/>
                    <a:pt x="699" y="1200"/>
                  </a:cubicBezTo>
                  <a:cubicBezTo>
                    <a:pt x="889" y="1200"/>
                    <a:pt x="1059" y="1008"/>
                    <a:pt x="938" y="795"/>
                  </a:cubicBezTo>
                  <a:cubicBezTo>
                    <a:pt x="805" y="573"/>
                    <a:pt x="716" y="351"/>
                    <a:pt x="583" y="130"/>
                  </a:cubicBezTo>
                  <a:cubicBezTo>
                    <a:pt x="531" y="39"/>
                    <a:pt x="456" y="1"/>
                    <a:pt x="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67"/>
            <p:cNvSpPr/>
            <p:nvPr/>
          </p:nvSpPr>
          <p:spPr>
            <a:xfrm>
              <a:off x="6353348" y="2766838"/>
              <a:ext cx="99977" cy="112160"/>
            </a:xfrm>
            <a:custGeom>
              <a:avLst/>
              <a:gdLst/>
              <a:ahLst/>
              <a:cxnLst/>
              <a:rect l="l" t="t" r="r" b="b"/>
              <a:pathLst>
                <a:path w="755" h="847" extrusionOk="0">
                  <a:moveTo>
                    <a:pt x="339" y="1"/>
                  </a:moveTo>
                  <a:cubicBezTo>
                    <a:pt x="169" y="1"/>
                    <a:pt x="0" y="133"/>
                    <a:pt x="79" y="343"/>
                  </a:cubicBezTo>
                  <a:cubicBezTo>
                    <a:pt x="79" y="476"/>
                    <a:pt x="123" y="565"/>
                    <a:pt x="123" y="653"/>
                  </a:cubicBezTo>
                  <a:cubicBezTo>
                    <a:pt x="157" y="789"/>
                    <a:pt x="262" y="847"/>
                    <a:pt x="374" y="847"/>
                  </a:cubicBezTo>
                  <a:cubicBezTo>
                    <a:pt x="556" y="847"/>
                    <a:pt x="755" y="695"/>
                    <a:pt x="700" y="476"/>
                  </a:cubicBezTo>
                  <a:cubicBezTo>
                    <a:pt x="700" y="387"/>
                    <a:pt x="656" y="298"/>
                    <a:pt x="611" y="210"/>
                  </a:cubicBezTo>
                  <a:cubicBezTo>
                    <a:pt x="575" y="64"/>
                    <a:pt x="457" y="1"/>
                    <a:pt x="3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67"/>
            <p:cNvSpPr/>
            <p:nvPr/>
          </p:nvSpPr>
          <p:spPr>
            <a:xfrm>
              <a:off x="6488549" y="3575394"/>
              <a:ext cx="134274" cy="120899"/>
            </a:xfrm>
            <a:custGeom>
              <a:avLst/>
              <a:gdLst/>
              <a:ahLst/>
              <a:cxnLst/>
              <a:rect l="l" t="t" r="r" b="b"/>
              <a:pathLst>
                <a:path w="1014" h="913" extrusionOk="0">
                  <a:moveTo>
                    <a:pt x="630" y="1"/>
                  </a:moveTo>
                  <a:cubicBezTo>
                    <a:pt x="550" y="1"/>
                    <a:pt x="475" y="41"/>
                    <a:pt x="433" y="138"/>
                  </a:cubicBezTo>
                  <a:cubicBezTo>
                    <a:pt x="389" y="271"/>
                    <a:pt x="300" y="360"/>
                    <a:pt x="211" y="448"/>
                  </a:cubicBezTo>
                  <a:cubicBezTo>
                    <a:pt x="0" y="624"/>
                    <a:pt x="208" y="913"/>
                    <a:pt x="436" y="913"/>
                  </a:cubicBezTo>
                  <a:cubicBezTo>
                    <a:pt x="496" y="913"/>
                    <a:pt x="556" y="893"/>
                    <a:pt x="611" y="848"/>
                  </a:cubicBezTo>
                  <a:cubicBezTo>
                    <a:pt x="744" y="759"/>
                    <a:pt x="877" y="581"/>
                    <a:pt x="921" y="448"/>
                  </a:cubicBezTo>
                  <a:cubicBezTo>
                    <a:pt x="1013" y="203"/>
                    <a:pt x="809" y="1"/>
                    <a:pt x="6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67"/>
            <p:cNvSpPr/>
            <p:nvPr/>
          </p:nvSpPr>
          <p:spPr>
            <a:xfrm>
              <a:off x="6610507" y="3694969"/>
              <a:ext cx="76539" cy="92562"/>
            </a:xfrm>
            <a:custGeom>
              <a:avLst/>
              <a:gdLst/>
              <a:ahLst/>
              <a:cxnLst/>
              <a:rect l="l" t="t" r="r" b="b"/>
              <a:pathLst>
                <a:path w="578" h="699" extrusionOk="0">
                  <a:moveTo>
                    <a:pt x="289" y="0"/>
                  </a:moveTo>
                  <a:cubicBezTo>
                    <a:pt x="145" y="0"/>
                    <a:pt x="0" y="100"/>
                    <a:pt x="0" y="300"/>
                  </a:cubicBezTo>
                  <a:lnTo>
                    <a:pt x="0" y="433"/>
                  </a:lnTo>
                  <a:cubicBezTo>
                    <a:pt x="0" y="610"/>
                    <a:pt x="145" y="699"/>
                    <a:pt x="289" y="699"/>
                  </a:cubicBezTo>
                  <a:cubicBezTo>
                    <a:pt x="433" y="699"/>
                    <a:pt x="577" y="610"/>
                    <a:pt x="577" y="433"/>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67"/>
            <p:cNvSpPr/>
            <p:nvPr/>
          </p:nvSpPr>
          <p:spPr>
            <a:xfrm>
              <a:off x="5287234" y="4304896"/>
              <a:ext cx="258484" cy="295032"/>
            </a:xfrm>
            <a:custGeom>
              <a:avLst/>
              <a:gdLst/>
              <a:ahLst/>
              <a:cxnLst/>
              <a:rect l="l" t="t" r="r" b="b"/>
              <a:pathLst>
                <a:path w="1952" h="2228" extrusionOk="0">
                  <a:moveTo>
                    <a:pt x="346" y="1"/>
                  </a:moveTo>
                  <a:cubicBezTo>
                    <a:pt x="179" y="1"/>
                    <a:pt x="1" y="135"/>
                    <a:pt x="55" y="352"/>
                  </a:cubicBezTo>
                  <a:cubicBezTo>
                    <a:pt x="277" y="1106"/>
                    <a:pt x="765" y="1728"/>
                    <a:pt x="1430" y="2171"/>
                  </a:cubicBezTo>
                  <a:cubicBezTo>
                    <a:pt x="1486" y="2211"/>
                    <a:pt x="1540" y="2228"/>
                    <a:pt x="1589" y="2228"/>
                  </a:cubicBezTo>
                  <a:cubicBezTo>
                    <a:pt x="1817" y="2228"/>
                    <a:pt x="1952" y="1866"/>
                    <a:pt x="1697" y="1683"/>
                  </a:cubicBezTo>
                  <a:cubicBezTo>
                    <a:pt x="1164" y="1328"/>
                    <a:pt x="809" y="796"/>
                    <a:pt x="587" y="175"/>
                  </a:cubicBezTo>
                  <a:cubicBezTo>
                    <a:pt x="553" y="54"/>
                    <a:pt x="452" y="1"/>
                    <a:pt x="3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67"/>
            <p:cNvSpPr/>
            <p:nvPr/>
          </p:nvSpPr>
          <p:spPr>
            <a:xfrm>
              <a:off x="5558828" y="4576224"/>
              <a:ext cx="76539" cy="80909"/>
            </a:xfrm>
            <a:custGeom>
              <a:avLst/>
              <a:gdLst/>
              <a:ahLst/>
              <a:cxnLst/>
              <a:rect l="l" t="t" r="r" b="b"/>
              <a:pathLst>
                <a:path w="578" h="611" extrusionOk="0">
                  <a:moveTo>
                    <a:pt x="289" y="0"/>
                  </a:moveTo>
                  <a:cubicBezTo>
                    <a:pt x="145" y="0"/>
                    <a:pt x="0" y="100"/>
                    <a:pt x="0" y="300"/>
                  </a:cubicBezTo>
                  <a:lnTo>
                    <a:pt x="0" y="344"/>
                  </a:lnTo>
                  <a:cubicBezTo>
                    <a:pt x="0" y="522"/>
                    <a:pt x="145" y="610"/>
                    <a:pt x="289" y="610"/>
                  </a:cubicBezTo>
                  <a:cubicBezTo>
                    <a:pt x="433" y="610"/>
                    <a:pt x="577" y="522"/>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67"/>
            <p:cNvSpPr/>
            <p:nvPr/>
          </p:nvSpPr>
          <p:spPr>
            <a:xfrm>
              <a:off x="5364568" y="4262786"/>
              <a:ext cx="293972" cy="270137"/>
            </a:xfrm>
            <a:custGeom>
              <a:avLst/>
              <a:gdLst/>
              <a:ahLst/>
              <a:cxnLst/>
              <a:rect l="l" t="t" r="r" b="b"/>
              <a:pathLst>
                <a:path w="2220" h="2040" extrusionOk="0">
                  <a:moveTo>
                    <a:pt x="364" y="1"/>
                  </a:moveTo>
                  <a:cubicBezTo>
                    <a:pt x="183" y="1"/>
                    <a:pt x="0" y="203"/>
                    <a:pt x="92" y="448"/>
                  </a:cubicBezTo>
                  <a:cubicBezTo>
                    <a:pt x="403" y="1114"/>
                    <a:pt x="979" y="1691"/>
                    <a:pt x="1689" y="2001"/>
                  </a:cubicBezTo>
                  <a:cubicBezTo>
                    <a:pt x="1736" y="2028"/>
                    <a:pt x="1782" y="2040"/>
                    <a:pt x="1825" y="2040"/>
                  </a:cubicBezTo>
                  <a:cubicBezTo>
                    <a:pt x="2067" y="2040"/>
                    <a:pt x="2219" y="1671"/>
                    <a:pt x="1956" y="1558"/>
                  </a:cubicBezTo>
                  <a:cubicBezTo>
                    <a:pt x="1334" y="1247"/>
                    <a:pt x="846" y="759"/>
                    <a:pt x="580" y="138"/>
                  </a:cubicBezTo>
                  <a:cubicBezTo>
                    <a:pt x="525" y="42"/>
                    <a:pt x="445"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67"/>
            <p:cNvSpPr/>
            <p:nvPr/>
          </p:nvSpPr>
          <p:spPr>
            <a:xfrm>
              <a:off x="5471828" y="4240672"/>
              <a:ext cx="127918" cy="80776"/>
            </a:xfrm>
            <a:custGeom>
              <a:avLst/>
              <a:gdLst/>
              <a:ahLst/>
              <a:cxnLst/>
              <a:rect l="l" t="t" r="r" b="b"/>
              <a:pathLst>
                <a:path w="966" h="610" extrusionOk="0">
                  <a:moveTo>
                    <a:pt x="417" y="0"/>
                  </a:moveTo>
                  <a:cubicBezTo>
                    <a:pt x="148" y="0"/>
                    <a:pt x="1" y="376"/>
                    <a:pt x="303" y="527"/>
                  </a:cubicBezTo>
                  <a:lnTo>
                    <a:pt x="436" y="571"/>
                  </a:lnTo>
                  <a:cubicBezTo>
                    <a:pt x="482" y="598"/>
                    <a:pt x="528" y="609"/>
                    <a:pt x="570" y="609"/>
                  </a:cubicBezTo>
                  <a:cubicBezTo>
                    <a:pt x="813" y="609"/>
                    <a:pt x="966" y="234"/>
                    <a:pt x="702" y="83"/>
                  </a:cubicBezTo>
                  <a:lnTo>
                    <a:pt x="569" y="39"/>
                  </a:lnTo>
                  <a:cubicBezTo>
                    <a:pt x="516" y="12"/>
                    <a:pt x="464" y="0"/>
                    <a:pt x="4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8" name="Google Shape;3518;p67"/>
          <p:cNvGrpSpPr/>
          <p:nvPr/>
        </p:nvGrpSpPr>
        <p:grpSpPr>
          <a:xfrm flipH="1">
            <a:off x="6317845" y="3615659"/>
            <a:ext cx="2024784" cy="1210776"/>
            <a:chOff x="1186065" y="489079"/>
            <a:chExt cx="6771853" cy="4049419"/>
          </a:xfrm>
        </p:grpSpPr>
        <p:sp>
          <p:nvSpPr>
            <p:cNvPr id="3519" name="Google Shape;3519;p67"/>
            <p:cNvSpPr/>
            <p:nvPr/>
          </p:nvSpPr>
          <p:spPr>
            <a:xfrm>
              <a:off x="2263761" y="505698"/>
              <a:ext cx="4572358" cy="4011138"/>
            </a:xfrm>
            <a:custGeom>
              <a:avLst/>
              <a:gdLst/>
              <a:ahLst/>
              <a:cxnLst/>
              <a:rect l="l" t="t" r="r" b="b"/>
              <a:pathLst>
                <a:path w="64379" h="56477" extrusionOk="0">
                  <a:moveTo>
                    <a:pt x="32163" y="0"/>
                  </a:moveTo>
                  <a:cubicBezTo>
                    <a:pt x="27096" y="0"/>
                    <a:pt x="21968" y="1368"/>
                    <a:pt x="17349" y="4235"/>
                  </a:cubicBezTo>
                  <a:cubicBezTo>
                    <a:pt x="4083" y="12443"/>
                    <a:pt x="1" y="29880"/>
                    <a:pt x="8209" y="43102"/>
                  </a:cubicBezTo>
                  <a:cubicBezTo>
                    <a:pt x="13549" y="51733"/>
                    <a:pt x="22778" y="56476"/>
                    <a:pt x="32228" y="56476"/>
                  </a:cubicBezTo>
                  <a:cubicBezTo>
                    <a:pt x="37302" y="56476"/>
                    <a:pt x="42441" y="55109"/>
                    <a:pt x="47075" y="52241"/>
                  </a:cubicBezTo>
                  <a:cubicBezTo>
                    <a:pt x="60297" y="44033"/>
                    <a:pt x="64379" y="26641"/>
                    <a:pt x="56171" y="13375"/>
                  </a:cubicBezTo>
                  <a:cubicBezTo>
                    <a:pt x="50830" y="4744"/>
                    <a:pt x="41601" y="0"/>
                    <a:pt x="321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67"/>
            <p:cNvSpPr/>
            <p:nvPr/>
          </p:nvSpPr>
          <p:spPr>
            <a:xfrm>
              <a:off x="3435987" y="636308"/>
              <a:ext cx="2101911" cy="211505"/>
            </a:xfrm>
            <a:custGeom>
              <a:avLst/>
              <a:gdLst/>
              <a:ahLst/>
              <a:cxnLst/>
              <a:rect l="l" t="t" r="r" b="b"/>
              <a:pathLst>
                <a:path w="29595" h="2978" extrusionOk="0">
                  <a:moveTo>
                    <a:pt x="25601" y="0"/>
                  </a:moveTo>
                  <a:cubicBezTo>
                    <a:pt x="21963" y="400"/>
                    <a:pt x="18280" y="710"/>
                    <a:pt x="14509" y="799"/>
                  </a:cubicBezTo>
                  <a:cubicBezTo>
                    <a:pt x="10782" y="932"/>
                    <a:pt x="6878" y="1154"/>
                    <a:pt x="2929" y="1243"/>
                  </a:cubicBezTo>
                  <a:cubicBezTo>
                    <a:pt x="2840" y="1287"/>
                    <a:pt x="2751" y="1331"/>
                    <a:pt x="2663" y="1376"/>
                  </a:cubicBezTo>
                  <a:cubicBezTo>
                    <a:pt x="1775" y="1864"/>
                    <a:pt x="844" y="2396"/>
                    <a:pt x="1" y="2973"/>
                  </a:cubicBezTo>
                  <a:cubicBezTo>
                    <a:pt x="372" y="2976"/>
                    <a:pt x="744" y="2978"/>
                    <a:pt x="1116" y="2978"/>
                  </a:cubicBezTo>
                  <a:cubicBezTo>
                    <a:pt x="5668" y="2978"/>
                    <a:pt x="10202" y="2741"/>
                    <a:pt x="14509" y="2618"/>
                  </a:cubicBezTo>
                  <a:cubicBezTo>
                    <a:pt x="19434" y="2529"/>
                    <a:pt x="24536" y="2352"/>
                    <a:pt x="29594" y="1864"/>
                  </a:cubicBezTo>
                  <a:cubicBezTo>
                    <a:pt x="28307" y="1154"/>
                    <a:pt x="26976" y="533"/>
                    <a:pt x="2560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67"/>
            <p:cNvSpPr/>
            <p:nvPr/>
          </p:nvSpPr>
          <p:spPr>
            <a:xfrm>
              <a:off x="2604101" y="2700293"/>
              <a:ext cx="3938979" cy="934869"/>
            </a:xfrm>
            <a:custGeom>
              <a:avLst/>
              <a:gdLst/>
              <a:ahLst/>
              <a:cxnLst/>
              <a:rect l="l" t="t" r="r" b="b"/>
              <a:pathLst>
                <a:path w="55461" h="13163" extrusionOk="0">
                  <a:moveTo>
                    <a:pt x="55460" y="0"/>
                  </a:moveTo>
                  <a:lnTo>
                    <a:pt x="55460" y="0"/>
                  </a:lnTo>
                  <a:cubicBezTo>
                    <a:pt x="52088" y="400"/>
                    <a:pt x="48716" y="755"/>
                    <a:pt x="45300" y="1110"/>
                  </a:cubicBezTo>
                  <a:cubicBezTo>
                    <a:pt x="35495" y="2086"/>
                    <a:pt x="25689" y="2840"/>
                    <a:pt x="15840" y="3195"/>
                  </a:cubicBezTo>
                  <a:cubicBezTo>
                    <a:pt x="10560" y="3372"/>
                    <a:pt x="5280" y="3772"/>
                    <a:pt x="0" y="4215"/>
                  </a:cubicBezTo>
                  <a:cubicBezTo>
                    <a:pt x="533" y="6256"/>
                    <a:pt x="1287" y="8297"/>
                    <a:pt x="2219" y="10205"/>
                  </a:cubicBezTo>
                  <a:cubicBezTo>
                    <a:pt x="5990" y="10826"/>
                    <a:pt x="9761" y="11314"/>
                    <a:pt x="13577" y="11669"/>
                  </a:cubicBezTo>
                  <a:cubicBezTo>
                    <a:pt x="23338" y="12512"/>
                    <a:pt x="33188" y="13000"/>
                    <a:pt x="42993" y="13133"/>
                  </a:cubicBezTo>
                  <a:cubicBezTo>
                    <a:pt x="44077" y="13152"/>
                    <a:pt x="45162" y="13162"/>
                    <a:pt x="46243" y="13162"/>
                  </a:cubicBezTo>
                  <a:cubicBezTo>
                    <a:pt x="47772" y="13162"/>
                    <a:pt x="49294" y="13141"/>
                    <a:pt x="50802" y="13089"/>
                  </a:cubicBezTo>
                  <a:cubicBezTo>
                    <a:pt x="53419" y="9185"/>
                    <a:pt x="55017" y="4659"/>
                    <a:pt x="5546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67"/>
            <p:cNvSpPr/>
            <p:nvPr/>
          </p:nvSpPr>
          <p:spPr>
            <a:xfrm>
              <a:off x="2607226" y="1367343"/>
              <a:ext cx="3901195" cy="764486"/>
            </a:xfrm>
            <a:custGeom>
              <a:avLst/>
              <a:gdLst/>
              <a:ahLst/>
              <a:cxnLst/>
              <a:rect l="l" t="t" r="r" b="b"/>
              <a:pathLst>
                <a:path w="54929" h="10764" extrusionOk="0">
                  <a:moveTo>
                    <a:pt x="50492" y="1"/>
                  </a:moveTo>
                  <a:cubicBezTo>
                    <a:pt x="44236" y="755"/>
                    <a:pt x="37980" y="1465"/>
                    <a:pt x="31724" y="2308"/>
                  </a:cubicBezTo>
                  <a:cubicBezTo>
                    <a:pt x="21741" y="3639"/>
                    <a:pt x="11625" y="4437"/>
                    <a:pt x="1554" y="4659"/>
                  </a:cubicBezTo>
                  <a:cubicBezTo>
                    <a:pt x="888" y="6123"/>
                    <a:pt x="400" y="7588"/>
                    <a:pt x="1" y="9096"/>
                  </a:cubicBezTo>
                  <a:cubicBezTo>
                    <a:pt x="10072" y="10338"/>
                    <a:pt x="20366" y="10294"/>
                    <a:pt x="30570" y="10649"/>
                  </a:cubicBezTo>
                  <a:cubicBezTo>
                    <a:pt x="32848" y="10728"/>
                    <a:pt x="35118" y="10764"/>
                    <a:pt x="37383" y="10764"/>
                  </a:cubicBezTo>
                  <a:cubicBezTo>
                    <a:pt x="42753" y="10764"/>
                    <a:pt x="48097" y="10562"/>
                    <a:pt x="53464" y="10250"/>
                  </a:cubicBezTo>
                  <a:lnTo>
                    <a:pt x="54928" y="10161"/>
                  </a:lnTo>
                  <a:cubicBezTo>
                    <a:pt x="54174" y="6523"/>
                    <a:pt x="52666" y="3062"/>
                    <a:pt x="5049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67"/>
            <p:cNvSpPr/>
            <p:nvPr/>
          </p:nvSpPr>
          <p:spPr>
            <a:xfrm>
              <a:off x="2547354" y="2467126"/>
              <a:ext cx="4008297" cy="245241"/>
            </a:xfrm>
            <a:custGeom>
              <a:avLst/>
              <a:gdLst/>
              <a:ahLst/>
              <a:cxnLst/>
              <a:rect l="l" t="t" r="r" b="b"/>
              <a:pathLst>
                <a:path w="56437" h="3453" extrusionOk="0">
                  <a:moveTo>
                    <a:pt x="1" y="0"/>
                  </a:moveTo>
                  <a:lnTo>
                    <a:pt x="1" y="1553"/>
                  </a:lnTo>
                  <a:cubicBezTo>
                    <a:pt x="9229" y="2529"/>
                    <a:pt x="18591" y="3017"/>
                    <a:pt x="27864" y="3328"/>
                  </a:cubicBezTo>
                  <a:cubicBezTo>
                    <a:pt x="30636" y="3405"/>
                    <a:pt x="33407" y="3452"/>
                    <a:pt x="36177" y="3452"/>
                  </a:cubicBezTo>
                  <a:cubicBezTo>
                    <a:pt x="42939" y="3452"/>
                    <a:pt x="49688" y="3170"/>
                    <a:pt x="56393" y="2352"/>
                  </a:cubicBezTo>
                  <a:cubicBezTo>
                    <a:pt x="56437" y="1642"/>
                    <a:pt x="56437" y="887"/>
                    <a:pt x="56437" y="178"/>
                  </a:cubicBezTo>
                  <a:lnTo>
                    <a:pt x="56437" y="178"/>
                  </a:lnTo>
                  <a:cubicBezTo>
                    <a:pt x="49326" y="911"/>
                    <a:pt x="42214" y="1278"/>
                    <a:pt x="35103" y="1278"/>
                  </a:cubicBezTo>
                  <a:cubicBezTo>
                    <a:pt x="32320" y="1278"/>
                    <a:pt x="29537" y="1222"/>
                    <a:pt x="26755" y="1109"/>
                  </a:cubicBezTo>
                  <a:cubicBezTo>
                    <a:pt x="17881" y="799"/>
                    <a:pt x="8919" y="533"/>
                    <a:pt x="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67"/>
            <p:cNvSpPr/>
            <p:nvPr/>
          </p:nvSpPr>
          <p:spPr>
            <a:xfrm>
              <a:off x="2881372" y="1074304"/>
              <a:ext cx="3289833" cy="366334"/>
            </a:xfrm>
            <a:custGeom>
              <a:avLst/>
              <a:gdLst/>
              <a:ahLst/>
              <a:cxnLst/>
              <a:rect l="l" t="t" r="r" b="b"/>
              <a:pathLst>
                <a:path w="46321" h="5158" extrusionOk="0">
                  <a:moveTo>
                    <a:pt x="43126" y="0"/>
                  </a:moveTo>
                  <a:cubicBezTo>
                    <a:pt x="37270" y="710"/>
                    <a:pt x="31413" y="1420"/>
                    <a:pt x="25512" y="1864"/>
                  </a:cubicBezTo>
                  <a:cubicBezTo>
                    <a:pt x="19130" y="2358"/>
                    <a:pt x="12776" y="2571"/>
                    <a:pt x="6450" y="2571"/>
                  </a:cubicBezTo>
                  <a:cubicBezTo>
                    <a:pt x="4816" y="2571"/>
                    <a:pt x="3184" y="2557"/>
                    <a:pt x="1554" y="2529"/>
                  </a:cubicBezTo>
                  <a:cubicBezTo>
                    <a:pt x="977" y="3195"/>
                    <a:pt x="444" y="3905"/>
                    <a:pt x="1" y="4659"/>
                  </a:cubicBezTo>
                  <a:cubicBezTo>
                    <a:pt x="5132" y="4981"/>
                    <a:pt x="10280" y="5157"/>
                    <a:pt x="15435" y="5157"/>
                  </a:cubicBezTo>
                  <a:cubicBezTo>
                    <a:pt x="18792" y="5157"/>
                    <a:pt x="22152" y="5083"/>
                    <a:pt x="25512" y="4925"/>
                  </a:cubicBezTo>
                  <a:cubicBezTo>
                    <a:pt x="32389" y="4703"/>
                    <a:pt x="39355" y="4260"/>
                    <a:pt x="46321" y="3683"/>
                  </a:cubicBezTo>
                  <a:cubicBezTo>
                    <a:pt x="45389" y="2352"/>
                    <a:pt x="44324" y="1110"/>
                    <a:pt x="43126"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67"/>
            <p:cNvSpPr/>
            <p:nvPr/>
          </p:nvSpPr>
          <p:spPr>
            <a:xfrm>
              <a:off x="3086201" y="3806327"/>
              <a:ext cx="2993669" cy="646021"/>
            </a:xfrm>
            <a:custGeom>
              <a:avLst/>
              <a:gdLst/>
              <a:ahLst/>
              <a:cxnLst/>
              <a:rect l="l" t="t" r="r" b="b"/>
              <a:pathLst>
                <a:path w="42151" h="9096" extrusionOk="0">
                  <a:moveTo>
                    <a:pt x="42150" y="0"/>
                  </a:moveTo>
                  <a:lnTo>
                    <a:pt x="42150" y="0"/>
                  </a:lnTo>
                  <a:cubicBezTo>
                    <a:pt x="32186" y="744"/>
                    <a:pt x="22253" y="1207"/>
                    <a:pt x="12220" y="1207"/>
                  </a:cubicBezTo>
                  <a:cubicBezTo>
                    <a:pt x="10281" y="1207"/>
                    <a:pt x="8337" y="1190"/>
                    <a:pt x="6390" y="1154"/>
                  </a:cubicBezTo>
                  <a:cubicBezTo>
                    <a:pt x="4260" y="1110"/>
                    <a:pt x="2130" y="1065"/>
                    <a:pt x="1" y="1065"/>
                  </a:cubicBezTo>
                  <a:cubicBezTo>
                    <a:pt x="3639" y="4970"/>
                    <a:pt x="8342" y="7765"/>
                    <a:pt x="13533" y="9096"/>
                  </a:cubicBezTo>
                  <a:cubicBezTo>
                    <a:pt x="21342" y="7898"/>
                    <a:pt x="29150" y="6478"/>
                    <a:pt x="36915" y="4837"/>
                  </a:cubicBezTo>
                  <a:cubicBezTo>
                    <a:pt x="38867" y="3461"/>
                    <a:pt x="40642" y="1820"/>
                    <a:pt x="4215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67"/>
            <p:cNvSpPr/>
            <p:nvPr/>
          </p:nvSpPr>
          <p:spPr>
            <a:xfrm>
              <a:off x="4595572" y="510243"/>
              <a:ext cx="1960079" cy="4008297"/>
            </a:xfrm>
            <a:custGeom>
              <a:avLst/>
              <a:gdLst/>
              <a:ahLst/>
              <a:cxnLst/>
              <a:rect l="l" t="t" r="r" b="b"/>
              <a:pathLst>
                <a:path w="27598" h="56437" extrusionOk="0">
                  <a:moveTo>
                    <a:pt x="312" y="1"/>
                  </a:moveTo>
                  <a:cubicBezTo>
                    <a:pt x="5458" y="7410"/>
                    <a:pt x="6079" y="19389"/>
                    <a:pt x="5991" y="27376"/>
                  </a:cubicBezTo>
                  <a:cubicBezTo>
                    <a:pt x="5858" y="37358"/>
                    <a:pt x="3817" y="47208"/>
                    <a:pt x="1" y="56437"/>
                  </a:cubicBezTo>
                  <a:cubicBezTo>
                    <a:pt x="15264" y="56037"/>
                    <a:pt x="27420" y="43614"/>
                    <a:pt x="27509" y="28352"/>
                  </a:cubicBezTo>
                  <a:cubicBezTo>
                    <a:pt x="27598" y="13089"/>
                    <a:pt x="15530" y="533"/>
                    <a:pt x="31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67"/>
            <p:cNvSpPr/>
            <p:nvPr/>
          </p:nvSpPr>
          <p:spPr>
            <a:xfrm>
              <a:off x="4623981" y="541777"/>
              <a:ext cx="2000988" cy="3973638"/>
            </a:xfrm>
            <a:custGeom>
              <a:avLst/>
              <a:gdLst/>
              <a:ahLst/>
              <a:cxnLst/>
              <a:rect l="l" t="t" r="r" b="b"/>
              <a:pathLst>
                <a:path w="28174" h="55949" extrusionOk="0">
                  <a:moveTo>
                    <a:pt x="4127" y="0"/>
                  </a:moveTo>
                  <a:cubicBezTo>
                    <a:pt x="8031" y="2662"/>
                    <a:pt x="11713" y="5546"/>
                    <a:pt x="14154" y="9850"/>
                  </a:cubicBezTo>
                  <a:cubicBezTo>
                    <a:pt x="17304" y="15618"/>
                    <a:pt x="18857" y="22140"/>
                    <a:pt x="18679" y="28751"/>
                  </a:cubicBezTo>
                  <a:cubicBezTo>
                    <a:pt x="18546" y="34918"/>
                    <a:pt x="17038" y="40863"/>
                    <a:pt x="13266" y="45877"/>
                  </a:cubicBezTo>
                  <a:cubicBezTo>
                    <a:pt x="9761" y="50535"/>
                    <a:pt x="4881" y="53064"/>
                    <a:pt x="0" y="55948"/>
                  </a:cubicBezTo>
                  <a:cubicBezTo>
                    <a:pt x="14420" y="55416"/>
                    <a:pt x="26089" y="44146"/>
                    <a:pt x="27154" y="29816"/>
                  </a:cubicBezTo>
                  <a:cubicBezTo>
                    <a:pt x="28174" y="15485"/>
                    <a:pt x="18280" y="2618"/>
                    <a:pt x="4127"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67"/>
            <p:cNvSpPr/>
            <p:nvPr/>
          </p:nvSpPr>
          <p:spPr>
            <a:xfrm>
              <a:off x="1220724" y="671536"/>
              <a:ext cx="6737194" cy="3681877"/>
            </a:xfrm>
            <a:custGeom>
              <a:avLst/>
              <a:gdLst/>
              <a:ahLst/>
              <a:cxnLst/>
              <a:rect l="l" t="t" r="r" b="b"/>
              <a:pathLst>
                <a:path w="94860" h="51841" extrusionOk="0">
                  <a:moveTo>
                    <a:pt x="84175" y="1"/>
                  </a:moveTo>
                  <a:cubicBezTo>
                    <a:pt x="79341" y="1"/>
                    <a:pt x="72571" y="1420"/>
                    <a:pt x="64734" y="4074"/>
                  </a:cubicBezTo>
                  <a:cubicBezTo>
                    <a:pt x="65311" y="4562"/>
                    <a:pt x="65932" y="5095"/>
                    <a:pt x="66464" y="5627"/>
                  </a:cubicBezTo>
                  <a:cubicBezTo>
                    <a:pt x="69838" y="4798"/>
                    <a:pt x="72782" y="4365"/>
                    <a:pt x="75128" y="4365"/>
                  </a:cubicBezTo>
                  <a:cubicBezTo>
                    <a:pt x="78058" y="4365"/>
                    <a:pt x="80056" y="5041"/>
                    <a:pt x="80795" y="6470"/>
                  </a:cubicBezTo>
                  <a:cubicBezTo>
                    <a:pt x="83368" y="11395"/>
                    <a:pt x="69925" y="23463"/>
                    <a:pt x="50758" y="33446"/>
                  </a:cubicBezTo>
                  <a:cubicBezTo>
                    <a:pt x="37157" y="40498"/>
                    <a:pt x="24360" y="44579"/>
                    <a:pt x="17156" y="44579"/>
                  </a:cubicBezTo>
                  <a:cubicBezTo>
                    <a:pt x="14207" y="44579"/>
                    <a:pt x="12195" y="43896"/>
                    <a:pt x="11448" y="42453"/>
                  </a:cubicBezTo>
                  <a:cubicBezTo>
                    <a:pt x="10117" y="39879"/>
                    <a:pt x="13089" y="35398"/>
                    <a:pt x="19035" y="30251"/>
                  </a:cubicBezTo>
                  <a:cubicBezTo>
                    <a:pt x="18902" y="29497"/>
                    <a:pt x="18813" y="28743"/>
                    <a:pt x="18769" y="27944"/>
                  </a:cubicBezTo>
                  <a:cubicBezTo>
                    <a:pt x="6834" y="36729"/>
                    <a:pt x="1" y="44893"/>
                    <a:pt x="2219" y="49108"/>
                  </a:cubicBezTo>
                  <a:cubicBezTo>
                    <a:pt x="3185" y="50962"/>
                    <a:pt x="5780" y="51841"/>
                    <a:pt x="9581" y="51841"/>
                  </a:cubicBezTo>
                  <a:cubicBezTo>
                    <a:pt x="18875" y="51841"/>
                    <a:pt x="35378" y="46584"/>
                    <a:pt x="52888" y="37483"/>
                  </a:cubicBezTo>
                  <a:cubicBezTo>
                    <a:pt x="77556" y="24661"/>
                    <a:pt x="94860" y="9088"/>
                    <a:pt x="91576" y="2743"/>
                  </a:cubicBezTo>
                  <a:cubicBezTo>
                    <a:pt x="90598" y="884"/>
                    <a:pt x="87989" y="1"/>
                    <a:pt x="841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67"/>
            <p:cNvSpPr/>
            <p:nvPr/>
          </p:nvSpPr>
          <p:spPr>
            <a:xfrm>
              <a:off x="3454879" y="2640421"/>
              <a:ext cx="3094521" cy="1780463"/>
            </a:xfrm>
            <a:custGeom>
              <a:avLst/>
              <a:gdLst/>
              <a:ahLst/>
              <a:cxnLst/>
              <a:rect l="l" t="t" r="r" b="b"/>
              <a:pathLst>
                <a:path w="43571" h="25069" extrusionOk="0">
                  <a:moveTo>
                    <a:pt x="43570" y="0"/>
                  </a:moveTo>
                  <a:lnTo>
                    <a:pt x="43570" y="0"/>
                  </a:lnTo>
                  <a:cubicBezTo>
                    <a:pt x="37492" y="4615"/>
                    <a:pt x="31014" y="8696"/>
                    <a:pt x="24226" y="12157"/>
                  </a:cubicBezTo>
                  <a:cubicBezTo>
                    <a:pt x="15396" y="16771"/>
                    <a:pt x="6878" y="20099"/>
                    <a:pt x="1" y="21874"/>
                  </a:cubicBezTo>
                  <a:cubicBezTo>
                    <a:pt x="2086" y="23205"/>
                    <a:pt x="4304" y="24314"/>
                    <a:pt x="6656" y="25068"/>
                  </a:cubicBezTo>
                  <a:cubicBezTo>
                    <a:pt x="13400" y="22495"/>
                    <a:pt x="20011" y="19567"/>
                    <a:pt x="26400" y="16239"/>
                  </a:cubicBezTo>
                  <a:cubicBezTo>
                    <a:pt x="31813" y="13399"/>
                    <a:pt x="37092" y="10338"/>
                    <a:pt x="42239" y="6966"/>
                  </a:cubicBezTo>
                  <a:cubicBezTo>
                    <a:pt x="42993" y="4703"/>
                    <a:pt x="43437" y="2352"/>
                    <a:pt x="4357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67"/>
            <p:cNvSpPr/>
            <p:nvPr/>
          </p:nvSpPr>
          <p:spPr>
            <a:xfrm>
              <a:off x="4850968" y="4348725"/>
              <a:ext cx="64844" cy="64915"/>
            </a:xfrm>
            <a:custGeom>
              <a:avLst/>
              <a:gdLst/>
              <a:ahLst/>
              <a:cxnLst/>
              <a:rect l="l" t="t" r="r" b="b"/>
              <a:pathLst>
                <a:path w="913" h="914" extrusionOk="0">
                  <a:moveTo>
                    <a:pt x="396" y="1"/>
                  </a:moveTo>
                  <a:cubicBezTo>
                    <a:pt x="154" y="1"/>
                    <a:pt x="1" y="376"/>
                    <a:pt x="265" y="527"/>
                  </a:cubicBezTo>
                  <a:cubicBezTo>
                    <a:pt x="309" y="572"/>
                    <a:pt x="309" y="616"/>
                    <a:pt x="354" y="705"/>
                  </a:cubicBezTo>
                  <a:cubicBezTo>
                    <a:pt x="372" y="850"/>
                    <a:pt x="472" y="913"/>
                    <a:pt x="581" y="913"/>
                  </a:cubicBezTo>
                  <a:cubicBezTo>
                    <a:pt x="737" y="913"/>
                    <a:pt x="912" y="781"/>
                    <a:pt x="886" y="572"/>
                  </a:cubicBezTo>
                  <a:cubicBezTo>
                    <a:pt x="842" y="350"/>
                    <a:pt x="709" y="172"/>
                    <a:pt x="531" y="39"/>
                  </a:cubicBezTo>
                  <a:cubicBezTo>
                    <a:pt x="485" y="13"/>
                    <a:pt x="439" y="1"/>
                    <a:pt x="396" y="1"/>
                  </a:cubicBezTo>
                  <a:close/>
                </a:path>
              </a:pathLst>
            </a:custGeom>
            <a:solidFill>
              <a:srgbClr val="1111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31" name="Google Shape;3531;p67"/>
            <p:cNvGrpSpPr/>
            <p:nvPr/>
          </p:nvGrpSpPr>
          <p:grpSpPr>
            <a:xfrm>
              <a:off x="1186065" y="489079"/>
              <a:ext cx="6623771" cy="4049419"/>
              <a:chOff x="1186065" y="489079"/>
              <a:chExt cx="6623771" cy="4049419"/>
            </a:xfrm>
          </p:grpSpPr>
          <p:sp>
            <p:nvSpPr>
              <p:cNvPr id="3532" name="Google Shape;3532;p67"/>
              <p:cNvSpPr/>
              <p:nvPr/>
            </p:nvSpPr>
            <p:spPr>
              <a:xfrm>
                <a:off x="6168010" y="1402002"/>
                <a:ext cx="129261" cy="126136"/>
              </a:xfrm>
              <a:custGeom>
                <a:avLst/>
                <a:gdLst/>
                <a:ahLst/>
                <a:cxnLst/>
                <a:rect l="l" t="t" r="r" b="b"/>
                <a:pathLst>
                  <a:path w="1820" h="1776" extrusionOk="0">
                    <a:moveTo>
                      <a:pt x="711" y="1"/>
                    </a:moveTo>
                    <a:cubicBezTo>
                      <a:pt x="489" y="89"/>
                      <a:pt x="267" y="178"/>
                      <a:pt x="1" y="223"/>
                    </a:cubicBezTo>
                    <a:cubicBezTo>
                      <a:pt x="622" y="755"/>
                      <a:pt x="1199" y="1243"/>
                      <a:pt x="1775" y="1775"/>
                    </a:cubicBezTo>
                    <a:lnTo>
                      <a:pt x="1820" y="1775"/>
                    </a:lnTo>
                    <a:cubicBezTo>
                      <a:pt x="1465" y="1154"/>
                      <a:pt x="1110" y="578"/>
                      <a:pt x="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67"/>
              <p:cNvSpPr/>
              <p:nvPr/>
            </p:nvSpPr>
            <p:spPr>
              <a:xfrm>
                <a:off x="1186065" y="489079"/>
                <a:ext cx="6623771" cy="4049419"/>
              </a:xfrm>
              <a:custGeom>
                <a:avLst/>
                <a:gdLst/>
                <a:ahLst/>
                <a:cxnLst/>
                <a:rect l="l" t="t" r="r" b="b"/>
                <a:pathLst>
                  <a:path w="93263" h="57016" extrusionOk="0">
                    <a:moveTo>
                      <a:pt x="69126" y="11169"/>
                    </a:moveTo>
                    <a:cubicBezTo>
                      <a:pt x="69392" y="11524"/>
                      <a:pt x="69659" y="11834"/>
                      <a:pt x="69880" y="12145"/>
                    </a:cubicBezTo>
                    <a:cubicBezTo>
                      <a:pt x="69747" y="12278"/>
                      <a:pt x="69614" y="12367"/>
                      <a:pt x="69525" y="12544"/>
                    </a:cubicBezTo>
                    <a:cubicBezTo>
                      <a:pt x="69259" y="12100"/>
                      <a:pt x="69126" y="11657"/>
                      <a:pt x="69126" y="11169"/>
                    </a:cubicBezTo>
                    <a:close/>
                    <a:moveTo>
                      <a:pt x="71034" y="13786"/>
                    </a:moveTo>
                    <a:cubicBezTo>
                      <a:pt x="71256" y="14141"/>
                      <a:pt x="71478" y="14496"/>
                      <a:pt x="71655" y="14851"/>
                    </a:cubicBezTo>
                    <a:cubicBezTo>
                      <a:pt x="71300" y="14629"/>
                      <a:pt x="70901" y="14452"/>
                      <a:pt x="70502" y="14363"/>
                    </a:cubicBezTo>
                    <a:cubicBezTo>
                      <a:pt x="70635" y="14230"/>
                      <a:pt x="70812" y="14053"/>
                      <a:pt x="70945" y="13920"/>
                    </a:cubicBezTo>
                    <a:cubicBezTo>
                      <a:pt x="70990" y="13875"/>
                      <a:pt x="70990" y="13831"/>
                      <a:pt x="71034" y="13786"/>
                    </a:cubicBezTo>
                    <a:close/>
                    <a:moveTo>
                      <a:pt x="75792" y="6910"/>
                    </a:moveTo>
                    <a:cubicBezTo>
                      <a:pt x="76615" y="6910"/>
                      <a:pt x="77424" y="6992"/>
                      <a:pt x="78177" y="7220"/>
                    </a:cubicBezTo>
                    <a:cubicBezTo>
                      <a:pt x="80396" y="7930"/>
                      <a:pt x="81638" y="9793"/>
                      <a:pt x="80884" y="12056"/>
                    </a:cubicBezTo>
                    <a:cubicBezTo>
                      <a:pt x="80307" y="13831"/>
                      <a:pt x="78931" y="15472"/>
                      <a:pt x="77689" y="16803"/>
                    </a:cubicBezTo>
                    <a:cubicBezTo>
                      <a:pt x="76713" y="17913"/>
                      <a:pt x="75648" y="18977"/>
                      <a:pt x="74539" y="19998"/>
                    </a:cubicBezTo>
                    <a:cubicBezTo>
                      <a:pt x="73075" y="15561"/>
                      <a:pt x="70590" y="11568"/>
                      <a:pt x="67218" y="8329"/>
                    </a:cubicBezTo>
                    <a:cubicBezTo>
                      <a:pt x="68816" y="7841"/>
                      <a:pt x="70413" y="7531"/>
                      <a:pt x="72054" y="7264"/>
                    </a:cubicBezTo>
                    <a:cubicBezTo>
                      <a:pt x="73236" y="7103"/>
                      <a:pt x="74531" y="6910"/>
                      <a:pt x="75792" y="6910"/>
                    </a:cubicBezTo>
                    <a:close/>
                    <a:moveTo>
                      <a:pt x="73652" y="19066"/>
                    </a:moveTo>
                    <a:cubicBezTo>
                      <a:pt x="73785" y="19510"/>
                      <a:pt x="73962" y="19954"/>
                      <a:pt x="74095" y="20397"/>
                    </a:cubicBezTo>
                    <a:cubicBezTo>
                      <a:pt x="73252" y="21196"/>
                      <a:pt x="72321" y="21950"/>
                      <a:pt x="71389" y="22704"/>
                    </a:cubicBezTo>
                    <a:cubicBezTo>
                      <a:pt x="71522" y="22039"/>
                      <a:pt x="71744" y="21373"/>
                      <a:pt x="72054" y="20797"/>
                    </a:cubicBezTo>
                    <a:cubicBezTo>
                      <a:pt x="72321" y="20309"/>
                      <a:pt x="72986" y="19332"/>
                      <a:pt x="73563" y="19066"/>
                    </a:cubicBezTo>
                    <a:close/>
                    <a:moveTo>
                      <a:pt x="69254" y="20486"/>
                    </a:moveTo>
                    <a:cubicBezTo>
                      <a:pt x="69437" y="20486"/>
                      <a:pt x="69614" y="20530"/>
                      <a:pt x="69747" y="20663"/>
                    </a:cubicBezTo>
                    <a:cubicBezTo>
                      <a:pt x="69799" y="20715"/>
                      <a:pt x="69851" y="20737"/>
                      <a:pt x="69903" y="20737"/>
                    </a:cubicBezTo>
                    <a:cubicBezTo>
                      <a:pt x="69940" y="20737"/>
                      <a:pt x="69977" y="20726"/>
                      <a:pt x="70014" y="20708"/>
                    </a:cubicBezTo>
                    <a:lnTo>
                      <a:pt x="70014" y="20708"/>
                    </a:lnTo>
                    <a:cubicBezTo>
                      <a:pt x="69880" y="21018"/>
                      <a:pt x="69792" y="21373"/>
                      <a:pt x="69747" y="21684"/>
                    </a:cubicBezTo>
                    <a:cubicBezTo>
                      <a:pt x="69614" y="22128"/>
                      <a:pt x="69570" y="22616"/>
                      <a:pt x="69525" y="23059"/>
                    </a:cubicBezTo>
                    <a:cubicBezTo>
                      <a:pt x="69126" y="22261"/>
                      <a:pt x="68860" y="21418"/>
                      <a:pt x="68727" y="20575"/>
                    </a:cubicBezTo>
                    <a:cubicBezTo>
                      <a:pt x="68882" y="20530"/>
                      <a:pt x="69071" y="20486"/>
                      <a:pt x="69254" y="20486"/>
                    </a:cubicBezTo>
                    <a:close/>
                    <a:moveTo>
                      <a:pt x="71433" y="29581"/>
                    </a:moveTo>
                    <a:lnTo>
                      <a:pt x="71433" y="29581"/>
                    </a:lnTo>
                    <a:cubicBezTo>
                      <a:pt x="71300" y="29803"/>
                      <a:pt x="71211" y="30025"/>
                      <a:pt x="71123" y="30247"/>
                    </a:cubicBezTo>
                    <a:cubicBezTo>
                      <a:pt x="70990" y="30158"/>
                      <a:pt x="70945" y="30025"/>
                      <a:pt x="70901" y="29892"/>
                    </a:cubicBezTo>
                    <a:lnTo>
                      <a:pt x="71433" y="29581"/>
                    </a:lnTo>
                    <a:close/>
                    <a:moveTo>
                      <a:pt x="70457" y="30247"/>
                    </a:moveTo>
                    <a:cubicBezTo>
                      <a:pt x="70457" y="30291"/>
                      <a:pt x="70457" y="30291"/>
                      <a:pt x="70502" y="30336"/>
                    </a:cubicBezTo>
                    <a:lnTo>
                      <a:pt x="70413" y="30336"/>
                    </a:lnTo>
                    <a:cubicBezTo>
                      <a:pt x="69659" y="31001"/>
                      <a:pt x="68949" y="31711"/>
                      <a:pt x="68328" y="32465"/>
                    </a:cubicBezTo>
                    <a:cubicBezTo>
                      <a:pt x="68150" y="32288"/>
                      <a:pt x="68017" y="32110"/>
                      <a:pt x="67884" y="31933"/>
                    </a:cubicBezTo>
                    <a:cubicBezTo>
                      <a:pt x="68727" y="31356"/>
                      <a:pt x="69614" y="30824"/>
                      <a:pt x="70457" y="30247"/>
                    </a:cubicBezTo>
                    <a:close/>
                    <a:moveTo>
                      <a:pt x="74938" y="27052"/>
                    </a:moveTo>
                    <a:lnTo>
                      <a:pt x="74938" y="27052"/>
                    </a:lnTo>
                    <a:cubicBezTo>
                      <a:pt x="74450" y="27762"/>
                      <a:pt x="74007" y="28561"/>
                      <a:pt x="73696" y="29404"/>
                    </a:cubicBezTo>
                    <a:cubicBezTo>
                      <a:pt x="73574" y="29617"/>
                      <a:pt x="73765" y="29809"/>
                      <a:pt x="73954" y="29809"/>
                    </a:cubicBezTo>
                    <a:cubicBezTo>
                      <a:pt x="74041" y="29809"/>
                      <a:pt x="74128" y="29768"/>
                      <a:pt x="74184" y="29670"/>
                    </a:cubicBezTo>
                    <a:cubicBezTo>
                      <a:pt x="74450" y="28960"/>
                      <a:pt x="74850" y="28295"/>
                      <a:pt x="75249" y="27674"/>
                    </a:cubicBezTo>
                    <a:lnTo>
                      <a:pt x="75249" y="27674"/>
                    </a:lnTo>
                    <a:cubicBezTo>
                      <a:pt x="75338" y="30513"/>
                      <a:pt x="74983" y="33308"/>
                      <a:pt x="74273" y="36059"/>
                    </a:cubicBezTo>
                    <a:cubicBezTo>
                      <a:pt x="74051" y="34728"/>
                      <a:pt x="74184" y="33353"/>
                      <a:pt x="74539" y="32110"/>
                    </a:cubicBezTo>
                    <a:cubicBezTo>
                      <a:pt x="74621" y="31893"/>
                      <a:pt x="74452" y="31759"/>
                      <a:pt x="74279" y="31759"/>
                    </a:cubicBezTo>
                    <a:cubicBezTo>
                      <a:pt x="74170" y="31759"/>
                      <a:pt x="74058" y="31813"/>
                      <a:pt x="74007" y="31933"/>
                    </a:cubicBezTo>
                    <a:cubicBezTo>
                      <a:pt x="73430" y="33708"/>
                      <a:pt x="73607" y="35438"/>
                      <a:pt x="73829" y="37213"/>
                    </a:cubicBezTo>
                    <a:cubicBezTo>
                      <a:pt x="73829" y="37257"/>
                      <a:pt x="73829" y="37301"/>
                      <a:pt x="73874" y="37301"/>
                    </a:cubicBezTo>
                    <a:lnTo>
                      <a:pt x="73652" y="37923"/>
                    </a:lnTo>
                    <a:lnTo>
                      <a:pt x="73519" y="37923"/>
                    </a:lnTo>
                    <a:cubicBezTo>
                      <a:pt x="73563" y="37878"/>
                      <a:pt x="73563" y="37834"/>
                      <a:pt x="73519" y="37790"/>
                    </a:cubicBezTo>
                    <a:cubicBezTo>
                      <a:pt x="73075" y="36769"/>
                      <a:pt x="72853" y="35660"/>
                      <a:pt x="72942" y="34551"/>
                    </a:cubicBezTo>
                    <a:cubicBezTo>
                      <a:pt x="72942" y="34357"/>
                      <a:pt x="72806" y="34268"/>
                      <a:pt x="72666" y="34268"/>
                    </a:cubicBezTo>
                    <a:cubicBezTo>
                      <a:pt x="72518" y="34268"/>
                      <a:pt x="72365" y="34368"/>
                      <a:pt x="72365" y="34551"/>
                    </a:cubicBezTo>
                    <a:cubicBezTo>
                      <a:pt x="72321" y="35749"/>
                      <a:pt x="72542" y="36991"/>
                      <a:pt x="73075" y="38100"/>
                    </a:cubicBezTo>
                    <a:lnTo>
                      <a:pt x="72454" y="38366"/>
                    </a:lnTo>
                    <a:cubicBezTo>
                      <a:pt x="70812" y="34861"/>
                      <a:pt x="72099" y="31046"/>
                      <a:pt x="73874" y="27807"/>
                    </a:cubicBezTo>
                    <a:cubicBezTo>
                      <a:pt x="74228" y="27541"/>
                      <a:pt x="74583" y="27274"/>
                      <a:pt x="74938" y="27052"/>
                    </a:cubicBezTo>
                    <a:close/>
                    <a:moveTo>
                      <a:pt x="70368" y="37479"/>
                    </a:moveTo>
                    <a:cubicBezTo>
                      <a:pt x="70546" y="38056"/>
                      <a:pt x="70768" y="38588"/>
                      <a:pt x="71034" y="39121"/>
                    </a:cubicBezTo>
                    <a:cubicBezTo>
                      <a:pt x="70546" y="39431"/>
                      <a:pt x="70058" y="39742"/>
                      <a:pt x="69525" y="40052"/>
                    </a:cubicBezTo>
                    <a:cubicBezTo>
                      <a:pt x="69481" y="39121"/>
                      <a:pt x="69792" y="38189"/>
                      <a:pt x="70368" y="37479"/>
                    </a:cubicBezTo>
                    <a:close/>
                    <a:moveTo>
                      <a:pt x="47491" y="640"/>
                    </a:moveTo>
                    <a:cubicBezTo>
                      <a:pt x="52129" y="640"/>
                      <a:pt x="56786" y="1802"/>
                      <a:pt x="61007" y="4247"/>
                    </a:cubicBezTo>
                    <a:cubicBezTo>
                      <a:pt x="62338" y="5002"/>
                      <a:pt x="63580" y="5889"/>
                      <a:pt x="64778" y="6821"/>
                    </a:cubicBezTo>
                    <a:cubicBezTo>
                      <a:pt x="64822" y="6865"/>
                      <a:pt x="64822" y="6909"/>
                      <a:pt x="64867" y="6909"/>
                    </a:cubicBezTo>
                    <a:cubicBezTo>
                      <a:pt x="65044" y="7087"/>
                      <a:pt x="65266" y="7220"/>
                      <a:pt x="65444" y="7353"/>
                    </a:cubicBezTo>
                    <a:cubicBezTo>
                      <a:pt x="65177" y="7841"/>
                      <a:pt x="65044" y="8418"/>
                      <a:pt x="65044" y="8950"/>
                    </a:cubicBezTo>
                    <a:cubicBezTo>
                      <a:pt x="65044" y="9128"/>
                      <a:pt x="65177" y="9217"/>
                      <a:pt x="65311" y="9217"/>
                    </a:cubicBezTo>
                    <a:cubicBezTo>
                      <a:pt x="65444" y="9217"/>
                      <a:pt x="65577" y="9128"/>
                      <a:pt x="65577" y="8950"/>
                    </a:cubicBezTo>
                    <a:cubicBezTo>
                      <a:pt x="65621" y="8551"/>
                      <a:pt x="65710" y="8107"/>
                      <a:pt x="65887" y="7752"/>
                    </a:cubicBezTo>
                    <a:cubicBezTo>
                      <a:pt x="66109" y="7974"/>
                      <a:pt x="66375" y="8196"/>
                      <a:pt x="66597" y="8418"/>
                    </a:cubicBezTo>
                    <a:cubicBezTo>
                      <a:pt x="66597" y="8462"/>
                      <a:pt x="66597" y="8462"/>
                      <a:pt x="66597" y="8462"/>
                    </a:cubicBezTo>
                    <a:cubicBezTo>
                      <a:pt x="66153" y="9838"/>
                      <a:pt x="66153" y="11302"/>
                      <a:pt x="66597" y="12633"/>
                    </a:cubicBezTo>
                    <a:cubicBezTo>
                      <a:pt x="66331" y="12500"/>
                      <a:pt x="66065" y="12367"/>
                      <a:pt x="65843" y="12234"/>
                    </a:cubicBezTo>
                    <a:cubicBezTo>
                      <a:pt x="65976" y="12145"/>
                      <a:pt x="66020" y="11923"/>
                      <a:pt x="65887" y="11790"/>
                    </a:cubicBezTo>
                    <a:cubicBezTo>
                      <a:pt x="65754" y="11657"/>
                      <a:pt x="65665" y="11391"/>
                      <a:pt x="65710" y="11169"/>
                    </a:cubicBezTo>
                    <a:cubicBezTo>
                      <a:pt x="65736" y="10959"/>
                      <a:pt x="65561" y="10827"/>
                      <a:pt x="65395" y="10827"/>
                    </a:cubicBezTo>
                    <a:cubicBezTo>
                      <a:pt x="65280" y="10827"/>
                      <a:pt x="65169" y="10890"/>
                      <a:pt x="65133" y="11036"/>
                    </a:cubicBezTo>
                    <a:cubicBezTo>
                      <a:pt x="65089" y="11302"/>
                      <a:pt x="65133" y="11612"/>
                      <a:pt x="65266" y="11923"/>
                    </a:cubicBezTo>
                    <a:cubicBezTo>
                      <a:pt x="65089" y="11790"/>
                      <a:pt x="64911" y="11657"/>
                      <a:pt x="64734" y="11524"/>
                    </a:cubicBezTo>
                    <a:cubicBezTo>
                      <a:pt x="64674" y="11474"/>
                      <a:pt x="64608" y="11453"/>
                      <a:pt x="64545" y="11453"/>
                    </a:cubicBezTo>
                    <a:cubicBezTo>
                      <a:pt x="64323" y="11453"/>
                      <a:pt x="64128" y="11706"/>
                      <a:pt x="64334" y="11879"/>
                    </a:cubicBezTo>
                    <a:cubicBezTo>
                      <a:pt x="65488" y="12810"/>
                      <a:pt x="66863" y="13476"/>
                      <a:pt x="68328" y="13786"/>
                    </a:cubicBezTo>
                    <a:cubicBezTo>
                      <a:pt x="68351" y="13793"/>
                      <a:pt x="68374" y="13796"/>
                      <a:pt x="68396" y="13796"/>
                    </a:cubicBezTo>
                    <a:cubicBezTo>
                      <a:pt x="68662" y="13796"/>
                      <a:pt x="68788" y="13336"/>
                      <a:pt x="68461" y="13254"/>
                    </a:cubicBezTo>
                    <a:cubicBezTo>
                      <a:pt x="67973" y="13121"/>
                      <a:pt x="67529" y="12988"/>
                      <a:pt x="67085" y="12810"/>
                    </a:cubicBezTo>
                    <a:cubicBezTo>
                      <a:pt x="67130" y="12766"/>
                      <a:pt x="67174" y="12633"/>
                      <a:pt x="67130" y="12544"/>
                    </a:cubicBezTo>
                    <a:cubicBezTo>
                      <a:pt x="66686" y="11346"/>
                      <a:pt x="66686" y="10060"/>
                      <a:pt x="67085" y="8817"/>
                    </a:cubicBezTo>
                    <a:lnTo>
                      <a:pt x="67085" y="8817"/>
                    </a:lnTo>
                    <a:cubicBezTo>
                      <a:pt x="67263" y="9039"/>
                      <a:pt x="67440" y="9217"/>
                      <a:pt x="67618" y="9394"/>
                    </a:cubicBezTo>
                    <a:lnTo>
                      <a:pt x="67573" y="9438"/>
                    </a:lnTo>
                    <a:cubicBezTo>
                      <a:pt x="67440" y="9882"/>
                      <a:pt x="67396" y="10326"/>
                      <a:pt x="67529" y="10769"/>
                    </a:cubicBezTo>
                    <a:cubicBezTo>
                      <a:pt x="67547" y="10915"/>
                      <a:pt x="67654" y="10978"/>
                      <a:pt x="67769" y="10978"/>
                    </a:cubicBezTo>
                    <a:cubicBezTo>
                      <a:pt x="67934" y="10978"/>
                      <a:pt x="68114" y="10846"/>
                      <a:pt x="68061" y="10636"/>
                    </a:cubicBezTo>
                    <a:cubicBezTo>
                      <a:pt x="68017" y="10370"/>
                      <a:pt x="68017" y="10104"/>
                      <a:pt x="68061" y="9838"/>
                    </a:cubicBezTo>
                    <a:cubicBezTo>
                      <a:pt x="68283" y="10104"/>
                      <a:pt x="68461" y="10326"/>
                      <a:pt x="68682" y="10548"/>
                    </a:cubicBezTo>
                    <a:cubicBezTo>
                      <a:pt x="68505" y="11346"/>
                      <a:pt x="68682" y="12145"/>
                      <a:pt x="69126" y="12855"/>
                    </a:cubicBezTo>
                    <a:cubicBezTo>
                      <a:pt x="69171" y="12855"/>
                      <a:pt x="69171" y="12899"/>
                      <a:pt x="69215" y="12899"/>
                    </a:cubicBezTo>
                    <a:cubicBezTo>
                      <a:pt x="68949" y="13210"/>
                      <a:pt x="68727" y="13520"/>
                      <a:pt x="68505" y="13875"/>
                    </a:cubicBezTo>
                    <a:cubicBezTo>
                      <a:pt x="68380" y="14062"/>
                      <a:pt x="68584" y="14271"/>
                      <a:pt x="68778" y="14271"/>
                    </a:cubicBezTo>
                    <a:cubicBezTo>
                      <a:pt x="68860" y="14271"/>
                      <a:pt x="68940" y="14234"/>
                      <a:pt x="68993" y="14141"/>
                    </a:cubicBezTo>
                    <a:cubicBezTo>
                      <a:pt x="69171" y="13831"/>
                      <a:pt x="69392" y="13565"/>
                      <a:pt x="69614" y="13298"/>
                    </a:cubicBezTo>
                    <a:cubicBezTo>
                      <a:pt x="69703" y="13165"/>
                      <a:pt x="69792" y="13077"/>
                      <a:pt x="69925" y="12943"/>
                    </a:cubicBezTo>
                    <a:cubicBezTo>
                      <a:pt x="70014" y="12855"/>
                      <a:pt x="70102" y="12766"/>
                      <a:pt x="70147" y="12677"/>
                    </a:cubicBezTo>
                    <a:lnTo>
                      <a:pt x="70235" y="12677"/>
                    </a:lnTo>
                    <a:cubicBezTo>
                      <a:pt x="70413" y="12943"/>
                      <a:pt x="70635" y="13210"/>
                      <a:pt x="70812" y="13476"/>
                    </a:cubicBezTo>
                    <a:cubicBezTo>
                      <a:pt x="70786" y="13463"/>
                      <a:pt x="70760" y="13457"/>
                      <a:pt x="70735" y="13457"/>
                    </a:cubicBezTo>
                    <a:cubicBezTo>
                      <a:pt x="70675" y="13457"/>
                      <a:pt x="70622" y="13489"/>
                      <a:pt x="70590" y="13520"/>
                    </a:cubicBezTo>
                    <a:cubicBezTo>
                      <a:pt x="69836" y="14230"/>
                      <a:pt x="69259" y="15073"/>
                      <a:pt x="68904" y="16005"/>
                    </a:cubicBezTo>
                    <a:cubicBezTo>
                      <a:pt x="68823" y="16222"/>
                      <a:pt x="68991" y="16356"/>
                      <a:pt x="69174" y="16356"/>
                    </a:cubicBezTo>
                    <a:cubicBezTo>
                      <a:pt x="69290" y="16356"/>
                      <a:pt x="69412" y="16303"/>
                      <a:pt x="69481" y="16182"/>
                    </a:cubicBezTo>
                    <a:cubicBezTo>
                      <a:pt x="69481" y="16094"/>
                      <a:pt x="69570" y="15960"/>
                      <a:pt x="69614" y="15872"/>
                    </a:cubicBezTo>
                    <a:cubicBezTo>
                      <a:pt x="69636" y="15894"/>
                      <a:pt x="69659" y="15905"/>
                      <a:pt x="69686" y="15905"/>
                    </a:cubicBezTo>
                    <a:cubicBezTo>
                      <a:pt x="69714" y="15905"/>
                      <a:pt x="69747" y="15894"/>
                      <a:pt x="69792" y="15872"/>
                    </a:cubicBezTo>
                    <a:cubicBezTo>
                      <a:pt x="69822" y="15864"/>
                      <a:pt x="69854" y="15860"/>
                      <a:pt x="69886" y="15860"/>
                    </a:cubicBezTo>
                    <a:cubicBezTo>
                      <a:pt x="70043" y="15860"/>
                      <a:pt x="70214" y="15947"/>
                      <a:pt x="70324" y="16094"/>
                    </a:cubicBezTo>
                    <a:cubicBezTo>
                      <a:pt x="70376" y="16155"/>
                      <a:pt x="70437" y="16181"/>
                      <a:pt x="70497" y="16181"/>
                    </a:cubicBezTo>
                    <a:cubicBezTo>
                      <a:pt x="70698" y="16181"/>
                      <a:pt x="70894" y="15899"/>
                      <a:pt x="70723" y="15694"/>
                    </a:cubicBezTo>
                    <a:cubicBezTo>
                      <a:pt x="70530" y="15462"/>
                      <a:pt x="70268" y="15331"/>
                      <a:pt x="69999" y="15331"/>
                    </a:cubicBezTo>
                    <a:cubicBezTo>
                      <a:pt x="69959" y="15331"/>
                      <a:pt x="69920" y="15334"/>
                      <a:pt x="69880" y="15339"/>
                    </a:cubicBezTo>
                    <a:cubicBezTo>
                      <a:pt x="69969" y="15162"/>
                      <a:pt x="70058" y="15029"/>
                      <a:pt x="70147" y="14851"/>
                    </a:cubicBezTo>
                    <a:cubicBezTo>
                      <a:pt x="70945" y="14940"/>
                      <a:pt x="71611" y="15384"/>
                      <a:pt x="72054" y="16005"/>
                    </a:cubicBezTo>
                    <a:cubicBezTo>
                      <a:pt x="72143" y="16094"/>
                      <a:pt x="72232" y="16138"/>
                      <a:pt x="72365" y="16138"/>
                    </a:cubicBezTo>
                    <a:cubicBezTo>
                      <a:pt x="72542" y="16493"/>
                      <a:pt x="72720" y="16848"/>
                      <a:pt x="72897" y="17247"/>
                    </a:cubicBezTo>
                    <a:lnTo>
                      <a:pt x="72853" y="17247"/>
                    </a:lnTo>
                    <a:cubicBezTo>
                      <a:pt x="72853" y="17247"/>
                      <a:pt x="72853" y="17203"/>
                      <a:pt x="72853" y="17158"/>
                    </a:cubicBezTo>
                    <a:lnTo>
                      <a:pt x="72542" y="16759"/>
                    </a:lnTo>
                    <a:cubicBezTo>
                      <a:pt x="72491" y="16681"/>
                      <a:pt x="72412" y="16649"/>
                      <a:pt x="72331" y="16649"/>
                    </a:cubicBezTo>
                    <a:cubicBezTo>
                      <a:pt x="72136" y="16649"/>
                      <a:pt x="71929" y="16837"/>
                      <a:pt x="72054" y="17025"/>
                    </a:cubicBezTo>
                    <a:lnTo>
                      <a:pt x="72365" y="17469"/>
                    </a:lnTo>
                    <a:cubicBezTo>
                      <a:pt x="72409" y="17513"/>
                      <a:pt x="72498" y="17558"/>
                      <a:pt x="72587" y="17558"/>
                    </a:cubicBezTo>
                    <a:cubicBezTo>
                      <a:pt x="72498" y="17646"/>
                      <a:pt x="72409" y="17735"/>
                      <a:pt x="72321" y="17824"/>
                    </a:cubicBezTo>
                    <a:cubicBezTo>
                      <a:pt x="72116" y="18028"/>
                      <a:pt x="72304" y="18311"/>
                      <a:pt x="72523" y="18311"/>
                    </a:cubicBezTo>
                    <a:cubicBezTo>
                      <a:pt x="72589" y="18311"/>
                      <a:pt x="72658" y="18285"/>
                      <a:pt x="72720" y="18223"/>
                    </a:cubicBezTo>
                    <a:lnTo>
                      <a:pt x="73164" y="17780"/>
                    </a:lnTo>
                    <a:lnTo>
                      <a:pt x="73430" y="18489"/>
                    </a:lnTo>
                    <a:cubicBezTo>
                      <a:pt x="72764" y="18756"/>
                      <a:pt x="72099" y="19687"/>
                      <a:pt x="71744" y="20264"/>
                    </a:cubicBezTo>
                    <a:cubicBezTo>
                      <a:pt x="71211" y="21107"/>
                      <a:pt x="70901" y="22039"/>
                      <a:pt x="70812" y="23059"/>
                    </a:cubicBezTo>
                    <a:cubicBezTo>
                      <a:pt x="70812" y="23059"/>
                      <a:pt x="70812" y="23104"/>
                      <a:pt x="70812" y="23148"/>
                    </a:cubicBezTo>
                    <a:lnTo>
                      <a:pt x="70147" y="23681"/>
                    </a:lnTo>
                    <a:cubicBezTo>
                      <a:pt x="70058" y="23059"/>
                      <a:pt x="70102" y="22394"/>
                      <a:pt x="70280" y="21773"/>
                    </a:cubicBezTo>
                    <a:cubicBezTo>
                      <a:pt x="70413" y="21063"/>
                      <a:pt x="70723" y="20353"/>
                      <a:pt x="71167" y="19776"/>
                    </a:cubicBezTo>
                    <a:cubicBezTo>
                      <a:pt x="71371" y="19572"/>
                      <a:pt x="71184" y="19289"/>
                      <a:pt x="70965" y="19289"/>
                    </a:cubicBezTo>
                    <a:cubicBezTo>
                      <a:pt x="70899" y="19289"/>
                      <a:pt x="70830" y="19315"/>
                      <a:pt x="70768" y="19377"/>
                    </a:cubicBezTo>
                    <a:cubicBezTo>
                      <a:pt x="70546" y="19643"/>
                      <a:pt x="70368" y="19954"/>
                      <a:pt x="70191" y="20309"/>
                    </a:cubicBezTo>
                    <a:cubicBezTo>
                      <a:pt x="70191" y="20264"/>
                      <a:pt x="70147" y="20264"/>
                      <a:pt x="70147" y="20220"/>
                    </a:cubicBezTo>
                    <a:cubicBezTo>
                      <a:pt x="69869" y="20004"/>
                      <a:pt x="69507" y="19874"/>
                      <a:pt x="69147" y="19874"/>
                    </a:cubicBezTo>
                    <a:cubicBezTo>
                      <a:pt x="68989" y="19874"/>
                      <a:pt x="68832" y="19899"/>
                      <a:pt x="68682" y="19954"/>
                    </a:cubicBezTo>
                    <a:lnTo>
                      <a:pt x="68682" y="19244"/>
                    </a:lnTo>
                    <a:cubicBezTo>
                      <a:pt x="68747" y="19231"/>
                      <a:pt x="68812" y="19225"/>
                      <a:pt x="68877" y="19225"/>
                    </a:cubicBezTo>
                    <a:cubicBezTo>
                      <a:pt x="69034" y="19225"/>
                      <a:pt x="69191" y="19257"/>
                      <a:pt x="69348" y="19288"/>
                    </a:cubicBezTo>
                    <a:cubicBezTo>
                      <a:pt x="69375" y="19295"/>
                      <a:pt x="69401" y="19298"/>
                      <a:pt x="69425" y="19298"/>
                    </a:cubicBezTo>
                    <a:cubicBezTo>
                      <a:pt x="69720" y="19298"/>
                      <a:pt x="69809" y="18834"/>
                      <a:pt x="69481" y="18711"/>
                    </a:cubicBezTo>
                    <a:cubicBezTo>
                      <a:pt x="69293" y="18680"/>
                      <a:pt x="69082" y="18649"/>
                      <a:pt x="68866" y="18649"/>
                    </a:cubicBezTo>
                    <a:cubicBezTo>
                      <a:pt x="68776" y="18649"/>
                      <a:pt x="68685" y="18654"/>
                      <a:pt x="68594" y="18667"/>
                    </a:cubicBezTo>
                    <a:cubicBezTo>
                      <a:pt x="68539" y="18626"/>
                      <a:pt x="68475" y="18606"/>
                      <a:pt x="68413" y="18606"/>
                    </a:cubicBezTo>
                    <a:cubicBezTo>
                      <a:pt x="68273" y="18606"/>
                      <a:pt x="68136" y="18705"/>
                      <a:pt x="68106" y="18889"/>
                    </a:cubicBezTo>
                    <a:cubicBezTo>
                      <a:pt x="68017" y="20309"/>
                      <a:pt x="68328" y="21728"/>
                      <a:pt x="68949" y="23015"/>
                    </a:cubicBezTo>
                    <a:cubicBezTo>
                      <a:pt x="68771" y="23104"/>
                      <a:pt x="68682" y="23326"/>
                      <a:pt x="68860" y="23459"/>
                    </a:cubicBezTo>
                    <a:cubicBezTo>
                      <a:pt x="69082" y="23636"/>
                      <a:pt x="69304" y="23858"/>
                      <a:pt x="69481" y="24124"/>
                    </a:cubicBezTo>
                    <a:cubicBezTo>
                      <a:pt x="69481" y="24124"/>
                      <a:pt x="69481" y="24169"/>
                      <a:pt x="69525" y="24169"/>
                    </a:cubicBezTo>
                    <a:lnTo>
                      <a:pt x="68416" y="25012"/>
                    </a:lnTo>
                    <a:cubicBezTo>
                      <a:pt x="68372" y="24967"/>
                      <a:pt x="68328" y="24923"/>
                      <a:pt x="68283" y="24923"/>
                    </a:cubicBezTo>
                    <a:lnTo>
                      <a:pt x="67085" y="24124"/>
                    </a:lnTo>
                    <a:cubicBezTo>
                      <a:pt x="67039" y="24098"/>
                      <a:pt x="66993" y="24086"/>
                      <a:pt x="66950" y="24086"/>
                    </a:cubicBezTo>
                    <a:cubicBezTo>
                      <a:pt x="66708" y="24086"/>
                      <a:pt x="66555" y="24461"/>
                      <a:pt x="66819" y="24612"/>
                    </a:cubicBezTo>
                    <a:lnTo>
                      <a:pt x="67973" y="25322"/>
                    </a:lnTo>
                    <a:cubicBezTo>
                      <a:pt x="65799" y="26919"/>
                      <a:pt x="63536" y="28384"/>
                      <a:pt x="61317" y="29759"/>
                    </a:cubicBezTo>
                    <a:cubicBezTo>
                      <a:pt x="55461" y="33353"/>
                      <a:pt x="49427" y="36592"/>
                      <a:pt x="43171" y="39431"/>
                    </a:cubicBezTo>
                    <a:cubicBezTo>
                      <a:pt x="37492" y="42093"/>
                      <a:pt x="31591" y="44578"/>
                      <a:pt x="25379" y="45820"/>
                    </a:cubicBezTo>
                    <a:cubicBezTo>
                      <a:pt x="17127" y="35349"/>
                      <a:pt x="17482" y="19421"/>
                      <a:pt x="26755" y="9571"/>
                    </a:cubicBezTo>
                    <a:cubicBezTo>
                      <a:pt x="32251" y="3799"/>
                      <a:pt x="39844" y="640"/>
                      <a:pt x="47491" y="640"/>
                    </a:cubicBezTo>
                    <a:close/>
                    <a:moveTo>
                      <a:pt x="19390" y="33663"/>
                    </a:moveTo>
                    <a:cubicBezTo>
                      <a:pt x="20188" y="38144"/>
                      <a:pt x="22007" y="42404"/>
                      <a:pt x="24758" y="46042"/>
                    </a:cubicBezTo>
                    <a:cubicBezTo>
                      <a:pt x="24137" y="46131"/>
                      <a:pt x="23471" y="46264"/>
                      <a:pt x="22806" y="46353"/>
                    </a:cubicBezTo>
                    <a:cubicBezTo>
                      <a:pt x="21551" y="46544"/>
                      <a:pt x="19563" y="46866"/>
                      <a:pt x="17637" y="46866"/>
                    </a:cubicBezTo>
                    <a:cubicBezTo>
                      <a:pt x="14659" y="46866"/>
                      <a:pt x="11826" y="46097"/>
                      <a:pt x="12069" y="42892"/>
                    </a:cubicBezTo>
                    <a:cubicBezTo>
                      <a:pt x="12202" y="40762"/>
                      <a:pt x="13799" y="38987"/>
                      <a:pt x="15175" y="37523"/>
                    </a:cubicBezTo>
                    <a:cubicBezTo>
                      <a:pt x="16461" y="36104"/>
                      <a:pt x="17881" y="34817"/>
                      <a:pt x="19390" y="33663"/>
                    </a:cubicBezTo>
                    <a:close/>
                    <a:moveTo>
                      <a:pt x="71211" y="43247"/>
                    </a:moveTo>
                    <a:lnTo>
                      <a:pt x="71211" y="43247"/>
                    </a:lnTo>
                    <a:cubicBezTo>
                      <a:pt x="69836" y="45510"/>
                      <a:pt x="68150" y="47550"/>
                      <a:pt x="66198" y="49281"/>
                    </a:cubicBezTo>
                    <a:cubicBezTo>
                      <a:pt x="65799" y="49680"/>
                      <a:pt x="65399" y="49991"/>
                      <a:pt x="64956" y="50346"/>
                    </a:cubicBezTo>
                    <a:cubicBezTo>
                      <a:pt x="65444" y="48748"/>
                      <a:pt x="66730" y="47284"/>
                      <a:pt x="67839" y="46086"/>
                    </a:cubicBezTo>
                    <a:cubicBezTo>
                      <a:pt x="68860" y="45022"/>
                      <a:pt x="69969" y="44090"/>
                      <a:pt x="71211" y="43247"/>
                    </a:cubicBezTo>
                    <a:close/>
                    <a:moveTo>
                      <a:pt x="84923" y="2878"/>
                    </a:moveTo>
                    <a:cubicBezTo>
                      <a:pt x="86673" y="2878"/>
                      <a:pt x="88456" y="3045"/>
                      <a:pt x="89979" y="3626"/>
                    </a:cubicBezTo>
                    <a:cubicBezTo>
                      <a:pt x="93218" y="5002"/>
                      <a:pt x="92020" y="9128"/>
                      <a:pt x="90689" y="11435"/>
                    </a:cubicBezTo>
                    <a:cubicBezTo>
                      <a:pt x="89402" y="13653"/>
                      <a:pt x="87494" y="15517"/>
                      <a:pt x="85675" y="17336"/>
                    </a:cubicBezTo>
                    <a:cubicBezTo>
                      <a:pt x="83901" y="19022"/>
                      <a:pt x="82126" y="20663"/>
                      <a:pt x="80218" y="22261"/>
                    </a:cubicBezTo>
                    <a:cubicBezTo>
                      <a:pt x="76269" y="25544"/>
                      <a:pt x="72054" y="28605"/>
                      <a:pt x="67706" y="31356"/>
                    </a:cubicBezTo>
                    <a:cubicBezTo>
                      <a:pt x="59232" y="36725"/>
                      <a:pt x="50270" y="41161"/>
                      <a:pt x="41130" y="45199"/>
                    </a:cubicBezTo>
                    <a:cubicBezTo>
                      <a:pt x="31280" y="49503"/>
                      <a:pt x="20632" y="54117"/>
                      <a:pt x="9673" y="54516"/>
                    </a:cubicBezTo>
                    <a:cubicBezTo>
                      <a:pt x="9489" y="54522"/>
                      <a:pt x="9302" y="54526"/>
                      <a:pt x="9112" y="54526"/>
                    </a:cubicBezTo>
                    <a:cubicBezTo>
                      <a:pt x="6551" y="54526"/>
                      <a:pt x="3533" y="53912"/>
                      <a:pt x="2707" y="51144"/>
                    </a:cubicBezTo>
                    <a:cubicBezTo>
                      <a:pt x="1864" y="48172"/>
                      <a:pt x="3772" y="45022"/>
                      <a:pt x="5636" y="42803"/>
                    </a:cubicBezTo>
                    <a:cubicBezTo>
                      <a:pt x="9496" y="38233"/>
                      <a:pt x="14287" y="34284"/>
                      <a:pt x="18990" y="30602"/>
                    </a:cubicBezTo>
                    <a:cubicBezTo>
                      <a:pt x="18990" y="30868"/>
                      <a:pt x="19035" y="31090"/>
                      <a:pt x="19035" y="31312"/>
                    </a:cubicBezTo>
                    <a:cubicBezTo>
                      <a:pt x="16018" y="33575"/>
                      <a:pt x="13222" y="36104"/>
                      <a:pt x="10738" y="38899"/>
                    </a:cubicBezTo>
                    <a:cubicBezTo>
                      <a:pt x="10534" y="39103"/>
                      <a:pt x="10721" y="39386"/>
                      <a:pt x="10940" y="39386"/>
                    </a:cubicBezTo>
                    <a:cubicBezTo>
                      <a:pt x="11006" y="39386"/>
                      <a:pt x="11075" y="39360"/>
                      <a:pt x="11137" y="39298"/>
                    </a:cubicBezTo>
                    <a:cubicBezTo>
                      <a:pt x="13533" y="36592"/>
                      <a:pt x="16240" y="34151"/>
                      <a:pt x="19123" y="31977"/>
                    </a:cubicBezTo>
                    <a:cubicBezTo>
                      <a:pt x="19168" y="32332"/>
                      <a:pt x="19212" y="32732"/>
                      <a:pt x="19301" y="33087"/>
                    </a:cubicBezTo>
                    <a:cubicBezTo>
                      <a:pt x="16550" y="35127"/>
                      <a:pt x="13444" y="37790"/>
                      <a:pt x="12025" y="40940"/>
                    </a:cubicBezTo>
                    <a:cubicBezTo>
                      <a:pt x="10827" y="43646"/>
                      <a:pt x="11847" y="46663"/>
                      <a:pt x="14953" y="47151"/>
                    </a:cubicBezTo>
                    <a:cubicBezTo>
                      <a:pt x="15946" y="47331"/>
                      <a:pt x="16974" y="47407"/>
                      <a:pt x="18017" y="47407"/>
                    </a:cubicBezTo>
                    <a:cubicBezTo>
                      <a:pt x="20842" y="47407"/>
                      <a:pt x="23775" y="46847"/>
                      <a:pt x="26400" y="46264"/>
                    </a:cubicBezTo>
                    <a:cubicBezTo>
                      <a:pt x="30482" y="45288"/>
                      <a:pt x="34519" y="43957"/>
                      <a:pt x="38379" y="42271"/>
                    </a:cubicBezTo>
                    <a:cubicBezTo>
                      <a:pt x="46099" y="39032"/>
                      <a:pt x="53597" y="35216"/>
                      <a:pt x="60741" y="30868"/>
                    </a:cubicBezTo>
                    <a:cubicBezTo>
                      <a:pt x="64157" y="28783"/>
                      <a:pt x="67440" y="26476"/>
                      <a:pt x="70590" y="24035"/>
                    </a:cubicBezTo>
                    <a:cubicBezTo>
                      <a:pt x="73785" y="21506"/>
                      <a:pt x="77024" y="18800"/>
                      <a:pt x="79508" y="15561"/>
                    </a:cubicBezTo>
                    <a:cubicBezTo>
                      <a:pt x="81505" y="12899"/>
                      <a:pt x="83102" y="9039"/>
                      <a:pt x="79375" y="7087"/>
                    </a:cubicBezTo>
                    <a:cubicBezTo>
                      <a:pt x="78300" y="6536"/>
                      <a:pt x="77123" y="6361"/>
                      <a:pt x="75928" y="6361"/>
                    </a:cubicBezTo>
                    <a:cubicBezTo>
                      <a:pt x="75199" y="6361"/>
                      <a:pt x="74463" y="6426"/>
                      <a:pt x="73740" y="6510"/>
                    </a:cubicBezTo>
                    <a:cubicBezTo>
                      <a:pt x="71389" y="6732"/>
                      <a:pt x="69082" y="7176"/>
                      <a:pt x="66775" y="7841"/>
                    </a:cubicBezTo>
                    <a:cubicBezTo>
                      <a:pt x="66642" y="7708"/>
                      <a:pt x="66508" y="7575"/>
                      <a:pt x="66331" y="7442"/>
                    </a:cubicBezTo>
                    <a:cubicBezTo>
                      <a:pt x="68993" y="6554"/>
                      <a:pt x="71699" y="5845"/>
                      <a:pt x="74450" y="5401"/>
                    </a:cubicBezTo>
                    <a:cubicBezTo>
                      <a:pt x="74791" y="5316"/>
                      <a:pt x="74682" y="4821"/>
                      <a:pt x="74359" y="4821"/>
                    </a:cubicBezTo>
                    <a:cubicBezTo>
                      <a:pt x="74345" y="4821"/>
                      <a:pt x="74331" y="4822"/>
                      <a:pt x="74317" y="4824"/>
                    </a:cubicBezTo>
                    <a:cubicBezTo>
                      <a:pt x="71522" y="5312"/>
                      <a:pt x="68771" y="6022"/>
                      <a:pt x="66065" y="6909"/>
                    </a:cubicBezTo>
                    <a:cubicBezTo>
                      <a:pt x="66020" y="6954"/>
                      <a:pt x="65932" y="6998"/>
                      <a:pt x="65932" y="7043"/>
                    </a:cubicBezTo>
                    <a:lnTo>
                      <a:pt x="65577" y="6732"/>
                    </a:lnTo>
                    <a:cubicBezTo>
                      <a:pt x="70857" y="4957"/>
                      <a:pt x="76269" y="3360"/>
                      <a:pt x="81860" y="3005"/>
                    </a:cubicBezTo>
                    <a:cubicBezTo>
                      <a:pt x="82827" y="2938"/>
                      <a:pt x="83869" y="2878"/>
                      <a:pt x="84923" y="2878"/>
                    </a:cubicBezTo>
                    <a:close/>
                    <a:moveTo>
                      <a:pt x="56570" y="53806"/>
                    </a:moveTo>
                    <a:lnTo>
                      <a:pt x="57812" y="54472"/>
                    </a:lnTo>
                    <a:cubicBezTo>
                      <a:pt x="57413" y="54649"/>
                      <a:pt x="57058" y="54782"/>
                      <a:pt x="56659" y="54916"/>
                    </a:cubicBezTo>
                    <a:cubicBezTo>
                      <a:pt x="56614" y="54561"/>
                      <a:pt x="56570" y="54161"/>
                      <a:pt x="56570" y="53806"/>
                    </a:cubicBezTo>
                    <a:close/>
                    <a:moveTo>
                      <a:pt x="72942" y="28561"/>
                    </a:moveTo>
                    <a:lnTo>
                      <a:pt x="72942" y="28561"/>
                    </a:lnTo>
                    <a:cubicBezTo>
                      <a:pt x="71345" y="31711"/>
                      <a:pt x="70413" y="35261"/>
                      <a:pt x="72010" y="38633"/>
                    </a:cubicBezTo>
                    <a:lnTo>
                      <a:pt x="71566" y="38899"/>
                    </a:lnTo>
                    <a:cubicBezTo>
                      <a:pt x="70901" y="37656"/>
                      <a:pt x="70590" y="36281"/>
                      <a:pt x="70679" y="34861"/>
                    </a:cubicBezTo>
                    <a:cubicBezTo>
                      <a:pt x="70679" y="34684"/>
                      <a:pt x="70535" y="34595"/>
                      <a:pt x="70391" y="34595"/>
                    </a:cubicBezTo>
                    <a:cubicBezTo>
                      <a:pt x="70246" y="34595"/>
                      <a:pt x="70102" y="34684"/>
                      <a:pt x="70102" y="34861"/>
                    </a:cubicBezTo>
                    <a:lnTo>
                      <a:pt x="70102" y="35127"/>
                    </a:lnTo>
                    <a:cubicBezTo>
                      <a:pt x="70014" y="35039"/>
                      <a:pt x="69925" y="35039"/>
                      <a:pt x="69836" y="35039"/>
                    </a:cubicBezTo>
                    <a:cubicBezTo>
                      <a:pt x="69703" y="35083"/>
                      <a:pt x="69570" y="35216"/>
                      <a:pt x="69525" y="35349"/>
                    </a:cubicBezTo>
                    <a:lnTo>
                      <a:pt x="69082" y="35882"/>
                    </a:lnTo>
                    <a:cubicBezTo>
                      <a:pt x="68960" y="36094"/>
                      <a:pt x="69130" y="36286"/>
                      <a:pt x="69320" y="36286"/>
                    </a:cubicBezTo>
                    <a:cubicBezTo>
                      <a:pt x="69408" y="36286"/>
                      <a:pt x="69500" y="36246"/>
                      <a:pt x="69570" y="36148"/>
                    </a:cubicBezTo>
                    <a:lnTo>
                      <a:pt x="69836" y="35837"/>
                    </a:lnTo>
                    <a:lnTo>
                      <a:pt x="69925" y="35660"/>
                    </a:lnTo>
                    <a:cubicBezTo>
                      <a:pt x="70014" y="35660"/>
                      <a:pt x="70058" y="35660"/>
                      <a:pt x="70102" y="35615"/>
                    </a:cubicBezTo>
                    <a:cubicBezTo>
                      <a:pt x="70147" y="36059"/>
                      <a:pt x="70191" y="36547"/>
                      <a:pt x="70280" y="36991"/>
                    </a:cubicBezTo>
                    <a:cubicBezTo>
                      <a:pt x="70243" y="36973"/>
                      <a:pt x="70199" y="36962"/>
                      <a:pt x="70156" y="36962"/>
                    </a:cubicBezTo>
                    <a:cubicBezTo>
                      <a:pt x="70096" y="36962"/>
                      <a:pt x="70040" y="36983"/>
                      <a:pt x="70014" y="37035"/>
                    </a:cubicBezTo>
                    <a:cubicBezTo>
                      <a:pt x="69259" y="37967"/>
                      <a:pt x="68904" y="39165"/>
                      <a:pt x="69037" y="40363"/>
                    </a:cubicBezTo>
                    <a:cubicBezTo>
                      <a:pt x="68904" y="40452"/>
                      <a:pt x="68816" y="40540"/>
                      <a:pt x="68682" y="40629"/>
                    </a:cubicBezTo>
                    <a:cubicBezTo>
                      <a:pt x="68464" y="40775"/>
                      <a:pt x="68604" y="41130"/>
                      <a:pt x="68833" y="41130"/>
                    </a:cubicBezTo>
                    <a:cubicBezTo>
                      <a:pt x="68883" y="41130"/>
                      <a:pt x="68937" y="41113"/>
                      <a:pt x="68993" y="41073"/>
                    </a:cubicBezTo>
                    <a:cubicBezTo>
                      <a:pt x="70368" y="40097"/>
                      <a:pt x="71877" y="39209"/>
                      <a:pt x="73474" y="38544"/>
                    </a:cubicBezTo>
                    <a:lnTo>
                      <a:pt x="73474" y="38544"/>
                    </a:lnTo>
                    <a:cubicBezTo>
                      <a:pt x="73297" y="38987"/>
                      <a:pt x="73119" y="39431"/>
                      <a:pt x="72897" y="39875"/>
                    </a:cubicBezTo>
                    <a:lnTo>
                      <a:pt x="72720" y="39875"/>
                    </a:lnTo>
                    <a:cubicBezTo>
                      <a:pt x="70590" y="40895"/>
                      <a:pt x="68638" y="42271"/>
                      <a:pt x="66952" y="43957"/>
                    </a:cubicBezTo>
                    <a:cubicBezTo>
                      <a:pt x="66779" y="44164"/>
                      <a:pt x="66984" y="44426"/>
                      <a:pt x="67188" y="44426"/>
                    </a:cubicBezTo>
                    <a:cubicBezTo>
                      <a:pt x="67245" y="44426"/>
                      <a:pt x="67303" y="44405"/>
                      <a:pt x="67351" y="44356"/>
                    </a:cubicBezTo>
                    <a:cubicBezTo>
                      <a:pt x="68904" y="42847"/>
                      <a:pt x="70679" y="41561"/>
                      <a:pt x="72587" y="40585"/>
                    </a:cubicBezTo>
                    <a:lnTo>
                      <a:pt x="72587" y="40585"/>
                    </a:lnTo>
                    <a:cubicBezTo>
                      <a:pt x="72365" y="41117"/>
                      <a:pt x="72099" y="41605"/>
                      <a:pt x="71833" y="42093"/>
                    </a:cubicBezTo>
                    <a:cubicBezTo>
                      <a:pt x="70102" y="43158"/>
                      <a:pt x="68505" y="44445"/>
                      <a:pt x="67174" y="45998"/>
                    </a:cubicBezTo>
                    <a:cubicBezTo>
                      <a:pt x="65932" y="47329"/>
                      <a:pt x="64601" y="48926"/>
                      <a:pt x="64290" y="50789"/>
                    </a:cubicBezTo>
                    <a:lnTo>
                      <a:pt x="64290" y="50834"/>
                    </a:lnTo>
                    <a:cubicBezTo>
                      <a:pt x="64024" y="51011"/>
                      <a:pt x="63758" y="51233"/>
                      <a:pt x="63447" y="51410"/>
                    </a:cubicBezTo>
                    <a:cubicBezTo>
                      <a:pt x="63758" y="49636"/>
                      <a:pt x="64468" y="47994"/>
                      <a:pt x="65577" y="46574"/>
                    </a:cubicBezTo>
                    <a:cubicBezTo>
                      <a:pt x="65734" y="46386"/>
                      <a:pt x="65536" y="46198"/>
                      <a:pt x="65328" y="46198"/>
                    </a:cubicBezTo>
                    <a:cubicBezTo>
                      <a:pt x="65241" y="46198"/>
                      <a:pt x="65154" y="46230"/>
                      <a:pt x="65089" y="46308"/>
                    </a:cubicBezTo>
                    <a:cubicBezTo>
                      <a:pt x="63846" y="47950"/>
                      <a:pt x="63092" y="49858"/>
                      <a:pt x="62826" y="51899"/>
                    </a:cubicBezTo>
                    <a:cubicBezTo>
                      <a:pt x="62648" y="52032"/>
                      <a:pt x="62427" y="52165"/>
                      <a:pt x="62249" y="52298"/>
                    </a:cubicBezTo>
                    <a:cubicBezTo>
                      <a:pt x="62648" y="48527"/>
                      <a:pt x="64468" y="45110"/>
                      <a:pt x="67307" y="42626"/>
                    </a:cubicBezTo>
                    <a:cubicBezTo>
                      <a:pt x="67485" y="42448"/>
                      <a:pt x="67396" y="42182"/>
                      <a:pt x="67130" y="42138"/>
                    </a:cubicBezTo>
                    <a:cubicBezTo>
                      <a:pt x="67174" y="42093"/>
                      <a:pt x="67174" y="42093"/>
                      <a:pt x="67130" y="42049"/>
                    </a:cubicBezTo>
                    <a:cubicBezTo>
                      <a:pt x="66775" y="39964"/>
                      <a:pt x="67174" y="37790"/>
                      <a:pt x="68194" y="35926"/>
                    </a:cubicBezTo>
                    <a:cubicBezTo>
                      <a:pt x="68316" y="35713"/>
                      <a:pt x="68125" y="35521"/>
                      <a:pt x="67936" y="35521"/>
                    </a:cubicBezTo>
                    <a:cubicBezTo>
                      <a:pt x="67849" y="35521"/>
                      <a:pt x="67762" y="35562"/>
                      <a:pt x="67706" y="35660"/>
                    </a:cubicBezTo>
                    <a:cubicBezTo>
                      <a:pt x="66642" y="37656"/>
                      <a:pt x="66242" y="39919"/>
                      <a:pt x="66597" y="42182"/>
                    </a:cubicBezTo>
                    <a:cubicBezTo>
                      <a:pt x="66642" y="42271"/>
                      <a:pt x="66686" y="42315"/>
                      <a:pt x="66775" y="42359"/>
                    </a:cubicBezTo>
                    <a:cubicBezTo>
                      <a:pt x="66420" y="42670"/>
                      <a:pt x="66109" y="42981"/>
                      <a:pt x="65799" y="43291"/>
                    </a:cubicBezTo>
                    <a:cubicBezTo>
                      <a:pt x="65577" y="40984"/>
                      <a:pt x="65887" y="38677"/>
                      <a:pt x="66642" y="36503"/>
                    </a:cubicBezTo>
                    <a:cubicBezTo>
                      <a:pt x="66723" y="36285"/>
                      <a:pt x="66555" y="36151"/>
                      <a:pt x="66382" y="36151"/>
                    </a:cubicBezTo>
                    <a:cubicBezTo>
                      <a:pt x="66272" y="36151"/>
                      <a:pt x="66161" y="36205"/>
                      <a:pt x="66109" y="36325"/>
                    </a:cubicBezTo>
                    <a:cubicBezTo>
                      <a:pt x="65266" y="38633"/>
                      <a:pt x="65000" y="41073"/>
                      <a:pt x="65266" y="43469"/>
                    </a:cubicBezTo>
                    <a:cubicBezTo>
                      <a:pt x="65266" y="43557"/>
                      <a:pt x="65355" y="43646"/>
                      <a:pt x="65444" y="43690"/>
                    </a:cubicBezTo>
                    <a:cubicBezTo>
                      <a:pt x="65222" y="43912"/>
                      <a:pt x="65044" y="44134"/>
                      <a:pt x="64867" y="44356"/>
                    </a:cubicBezTo>
                    <a:cubicBezTo>
                      <a:pt x="64601" y="43602"/>
                      <a:pt x="64512" y="42803"/>
                      <a:pt x="64645" y="42004"/>
                    </a:cubicBezTo>
                    <a:cubicBezTo>
                      <a:pt x="64672" y="41815"/>
                      <a:pt x="64485" y="41675"/>
                      <a:pt x="64314" y="41675"/>
                    </a:cubicBezTo>
                    <a:cubicBezTo>
                      <a:pt x="64205" y="41675"/>
                      <a:pt x="64103" y="41733"/>
                      <a:pt x="64068" y="41871"/>
                    </a:cubicBezTo>
                    <a:cubicBezTo>
                      <a:pt x="63935" y="42803"/>
                      <a:pt x="64024" y="43779"/>
                      <a:pt x="64379" y="44667"/>
                    </a:cubicBezTo>
                    <a:cubicBezTo>
                      <a:pt x="64379" y="44711"/>
                      <a:pt x="64423" y="44755"/>
                      <a:pt x="64512" y="44800"/>
                    </a:cubicBezTo>
                    <a:cubicBezTo>
                      <a:pt x="64113" y="45332"/>
                      <a:pt x="63802" y="45864"/>
                      <a:pt x="63491" y="46397"/>
                    </a:cubicBezTo>
                    <a:cubicBezTo>
                      <a:pt x="63536" y="46264"/>
                      <a:pt x="63491" y="46131"/>
                      <a:pt x="63403" y="46042"/>
                    </a:cubicBezTo>
                    <a:lnTo>
                      <a:pt x="62338" y="45288"/>
                    </a:lnTo>
                    <a:cubicBezTo>
                      <a:pt x="62295" y="45259"/>
                      <a:pt x="62253" y="45247"/>
                      <a:pt x="62212" y="45247"/>
                    </a:cubicBezTo>
                    <a:cubicBezTo>
                      <a:pt x="62000" y="45247"/>
                      <a:pt x="61848" y="45589"/>
                      <a:pt x="62072" y="45776"/>
                    </a:cubicBezTo>
                    <a:lnTo>
                      <a:pt x="63136" y="46574"/>
                    </a:lnTo>
                    <a:cubicBezTo>
                      <a:pt x="63187" y="46608"/>
                      <a:pt x="63238" y="46623"/>
                      <a:pt x="63287" y="46623"/>
                    </a:cubicBezTo>
                    <a:cubicBezTo>
                      <a:pt x="63365" y="46623"/>
                      <a:pt x="63437" y="46585"/>
                      <a:pt x="63491" y="46530"/>
                    </a:cubicBezTo>
                    <a:lnTo>
                      <a:pt x="63491" y="46530"/>
                    </a:lnTo>
                    <a:cubicBezTo>
                      <a:pt x="63403" y="46707"/>
                      <a:pt x="63314" y="46885"/>
                      <a:pt x="63225" y="47062"/>
                    </a:cubicBezTo>
                    <a:lnTo>
                      <a:pt x="63181" y="47062"/>
                    </a:lnTo>
                    <a:lnTo>
                      <a:pt x="61761" y="46264"/>
                    </a:lnTo>
                    <a:cubicBezTo>
                      <a:pt x="61718" y="46245"/>
                      <a:pt x="61677" y="46237"/>
                      <a:pt x="61639" y="46237"/>
                    </a:cubicBezTo>
                    <a:cubicBezTo>
                      <a:pt x="61399" y="46237"/>
                      <a:pt x="61265" y="46561"/>
                      <a:pt x="61495" y="46752"/>
                    </a:cubicBezTo>
                    <a:lnTo>
                      <a:pt x="62870" y="47550"/>
                    </a:lnTo>
                    <a:lnTo>
                      <a:pt x="62959" y="47550"/>
                    </a:lnTo>
                    <a:cubicBezTo>
                      <a:pt x="62826" y="47861"/>
                      <a:pt x="62737" y="48172"/>
                      <a:pt x="62604" y="48482"/>
                    </a:cubicBezTo>
                    <a:cubicBezTo>
                      <a:pt x="62604" y="48393"/>
                      <a:pt x="62604" y="48349"/>
                      <a:pt x="62560" y="48305"/>
                    </a:cubicBezTo>
                    <a:cubicBezTo>
                      <a:pt x="62205" y="47817"/>
                      <a:pt x="61805" y="47417"/>
                      <a:pt x="61273" y="47151"/>
                    </a:cubicBezTo>
                    <a:cubicBezTo>
                      <a:pt x="61227" y="47125"/>
                      <a:pt x="61181" y="47113"/>
                      <a:pt x="61138" y="47113"/>
                    </a:cubicBezTo>
                    <a:cubicBezTo>
                      <a:pt x="60896" y="47113"/>
                      <a:pt x="60743" y="47488"/>
                      <a:pt x="61007" y="47639"/>
                    </a:cubicBezTo>
                    <a:cubicBezTo>
                      <a:pt x="61406" y="47861"/>
                      <a:pt x="61805" y="48172"/>
                      <a:pt x="62072" y="48571"/>
                    </a:cubicBezTo>
                    <a:cubicBezTo>
                      <a:pt x="62130" y="48649"/>
                      <a:pt x="62222" y="48684"/>
                      <a:pt x="62315" y="48684"/>
                    </a:cubicBezTo>
                    <a:cubicBezTo>
                      <a:pt x="62434" y="48684"/>
                      <a:pt x="62554" y="48626"/>
                      <a:pt x="62604" y="48527"/>
                    </a:cubicBezTo>
                    <a:lnTo>
                      <a:pt x="62604" y="48527"/>
                    </a:lnTo>
                    <a:cubicBezTo>
                      <a:pt x="62205" y="49503"/>
                      <a:pt x="61939" y="50523"/>
                      <a:pt x="61805" y="51544"/>
                    </a:cubicBezTo>
                    <a:cubicBezTo>
                      <a:pt x="61761" y="51322"/>
                      <a:pt x="61717" y="51100"/>
                      <a:pt x="61672" y="50834"/>
                    </a:cubicBezTo>
                    <a:cubicBezTo>
                      <a:pt x="61655" y="50698"/>
                      <a:pt x="61567" y="50640"/>
                      <a:pt x="61467" y="50640"/>
                    </a:cubicBezTo>
                    <a:cubicBezTo>
                      <a:pt x="61305" y="50640"/>
                      <a:pt x="61112" y="50792"/>
                      <a:pt x="61140" y="51011"/>
                    </a:cubicBezTo>
                    <a:cubicBezTo>
                      <a:pt x="61140" y="51322"/>
                      <a:pt x="61229" y="51544"/>
                      <a:pt x="61273" y="51854"/>
                    </a:cubicBezTo>
                    <a:cubicBezTo>
                      <a:pt x="61051" y="51721"/>
                      <a:pt x="60829" y="51632"/>
                      <a:pt x="60652" y="51544"/>
                    </a:cubicBezTo>
                    <a:cubicBezTo>
                      <a:pt x="60696" y="51499"/>
                      <a:pt x="60696" y="51410"/>
                      <a:pt x="60696" y="51322"/>
                    </a:cubicBezTo>
                    <a:cubicBezTo>
                      <a:pt x="60563" y="50434"/>
                      <a:pt x="60297" y="49591"/>
                      <a:pt x="59898" y="48748"/>
                    </a:cubicBezTo>
                    <a:cubicBezTo>
                      <a:pt x="59856" y="48652"/>
                      <a:pt x="59781" y="48611"/>
                      <a:pt x="59701" y="48611"/>
                    </a:cubicBezTo>
                    <a:cubicBezTo>
                      <a:pt x="59522" y="48611"/>
                      <a:pt x="59318" y="48814"/>
                      <a:pt x="59410" y="49059"/>
                    </a:cubicBezTo>
                    <a:cubicBezTo>
                      <a:pt x="59765" y="49769"/>
                      <a:pt x="59986" y="50523"/>
                      <a:pt x="60119" y="51322"/>
                    </a:cubicBezTo>
                    <a:lnTo>
                      <a:pt x="59809" y="51189"/>
                    </a:lnTo>
                    <a:cubicBezTo>
                      <a:pt x="59676" y="50612"/>
                      <a:pt x="59498" y="50035"/>
                      <a:pt x="59276" y="49503"/>
                    </a:cubicBezTo>
                    <a:cubicBezTo>
                      <a:pt x="59224" y="49412"/>
                      <a:pt x="59146" y="49374"/>
                      <a:pt x="59065" y="49374"/>
                    </a:cubicBezTo>
                    <a:cubicBezTo>
                      <a:pt x="58870" y="49374"/>
                      <a:pt x="58663" y="49594"/>
                      <a:pt x="58788" y="49813"/>
                    </a:cubicBezTo>
                    <a:cubicBezTo>
                      <a:pt x="58966" y="50168"/>
                      <a:pt x="59099" y="50568"/>
                      <a:pt x="59188" y="50967"/>
                    </a:cubicBezTo>
                    <a:cubicBezTo>
                      <a:pt x="58744" y="50789"/>
                      <a:pt x="58300" y="50656"/>
                      <a:pt x="57857" y="50523"/>
                    </a:cubicBezTo>
                    <a:cubicBezTo>
                      <a:pt x="57830" y="50516"/>
                      <a:pt x="57804" y="50513"/>
                      <a:pt x="57780" y="50513"/>
                    </a:cubicBezTo>
                    <a:cubicBezTo>
                      <a:pt x="57484" y="50513"/>
                      <a:pt x="57396" y="50977"/>
                      <a:pt x="57724" y="51100"/>
                    </a:cubicBezTo>
                    <a:cubicBezTo>
                      <a:pt x="58300" y="51233"/>
                      <a:pt x="58833" y="51410"/>
                      <a:pt x="59410" y="51632"/>
                    </a:cubicBezTo>
                    <a:cubicBezTo>
                      <a:pt x="59443" y="51732"/>
                      <a:pt x="59526" y="51782"/>
                      <a:pt x="59622" y="51782"/>
                    </a:cubicBezTo>
                    <a:cubicBezTo>
                      <a:pt x="59654" y="51782"/>
                      <a:pt x="59687" y="51777"/>
                      <a:pt x="59720" y="51765"/>
                    </a:cubicBezTo>
                    <a:cubicBezTo>
                      <a:pt x="60341" y="52032"/>
                      <a:pt x="60962" y="52298"/>
                      <a:pt x="61584" y="52653"/>
                    </a:cubicBezTo>
                    <a:lnTo>
                      <a:pt x="61672" y="52653"/>
                    </a:lnTo>
                    <a:cubicBezTo>
                      <a:pt x="61450" y="52742"/>
                      <a:pt x="61273" y="52875"/>
                      <a:pt x="61051" y="53008"/>
                    </a:cubicBezTo>
                    <a:cubicBezTo>
                      <a:pt x="61096" y="52875"/>
                      <a:pt x="61051" y="52742"/>
                      <a:pt x="60918" y="52697"/>
                    </a:cubicBezTo>
                    <a:lnTo>
                      <a:pt x="60430" y="52475"/>
                    </a:lnTo>
                    <a:cubicBezTo>
                      <a:pt x="60393" y="52460"/>
                      <a:pt x="60357" y="52453"/>
                      <a:pt x="60323" y="52453"/>
                    </a:cubicBezTo>
                    <a:cubicBezTo>
                      <a:pt x="60065" y="52453"/>
                      <a:pt x="59890" y="52846"/>
                      <a:pt x="60164" y="52963"/>
                    </a:cubicBezTo>
                    <a:lnTo>
                      <a:pt x="60652" y="53185"/>
                    </a:lnTo>
                    <a:cubicBezTo>
                      <a:pt x="59898" y="53585"/>
                      <a:pt x="59099" y="53984"/>
                      <a:pt x="58256" y="54339"/>
                    </a:cubicBezTo>
                    <a:cubicBezTo>
                      <a:pt x="58300" y="54206"/>
                      <a:pt x="58212" y="54117"/>
                      <a:pt x="58123" y="54073"/>
                    </a:cubicBezTo>
                    <a:lnTo>
                      <a:pt x="56570" y="53185"/>
                    </a:lnTo>
                    <a:cubicBezTo>
                      <a:pt x="56570" y="53008"/>
                      <a:pt x="56570" y="52875"/>
                      <a:pt x="56614" y="52697"/>
                    </a:cubicBezTo>
                    <a:cubicBezTo>
                      <a:pt x="57324" y="53052"/>
                      <a:pt x="57990" y="53451"/>
                      <a:pt x="58655" y="53939"/>
                    </a:cubicBezTo>
                    <a:cubicBezTo>
                      <a:pt x="58710" y="53985"/>
                      <a:pt x="58771" y="54004"/>
                      <a:pt x="58830" y="54004"/>
                    </a:cubicBezTo>
                    <a:cubicBezTo>
                      <a:pt x="59058" y="54004"/>
                      <a:pt x="59266" y="53716"/>
                      <a:pt x="59055" y="53540"/>
                    </a:cubicBezTo>
                    <a:cubicBezTo>
                      <a:pt x="58300" y="53008"/>
                      <a:pt x="57546" y="52520"/>
                      <a:pt x="56703" y="52120"/>
                    </a:cubicBezTo>
                    <a:cubicBezTo>
                      <a:pt x="56703" y="52032"/>
                      <a:pt x="56747" y="51899"/>
                      <a:pt x="56792" y="51810"/>
                    </a:cubicBezTo>
                    <a:cubicBezTo>
                      <a:pt x="56792" y="51765"/>
                      <a:pt x="56792" y="51677"/>
                      <a:pt x="56792" y="51632"/>
                    </a:cubicBezTo>
                    <a:lnTo>
                      <a:pt x="58744" y="52298"/>
                    </a:lnTo>
                    <a:cubicBezTo>
                      <a:pt x="58783" y="52312"/>
                      <a:pt x="58819" y="52319"/>
                      <a:pt x="58852" y="52319"/>
                    </a:cubicBezTo>
                    <a:cubicBezTo>
                      <a:pt x="59122" y="52319"/>
                      <a:pt x="59193" y="51884"/>
                      <a:pt x="58877" y="51765"/>
                    </a:cubicBezTo>
                    <a:lnTo>
                      <a:pt x="56792" y="51056"/>
                    </a:lnTo>
                    <a:cubicBezTo>
                      <a:pt x="56756" y="51044"/>
                      <a:pt x="56722" y="51038"/>
                      <a:pt x="56691" y="51038"/>
                    </a:cubicBezTo>
                    <a:cubicBezTo>
                      <a:pt x="56494" y="51038"/>
                      <a:pt x="56405" y="51263"/>
                      <a:pt x="56481" y="51455"/>
                    </a:cubicBezTo>
                    <a:cubicBezTo>
                      <a:pt x="56393" y="51455"/>
                      <a:pt x="56259" y="51544"/>
                      <a:pt x="56259" y="51632"/>
                    </a:cubicBezTo>
                    <a:cubicBezTo>
                      <a:pt x="55993" y="52742"/>
                      <a:pt x="55949" y="53939"/>
                      <a:pt x="56126" y="55049"/>
                    </a:cubicBezTo>
                    <a:cubicBezTo>
                      <a:pt x="56082" y="55093"/>
                      <a:pt x="56082" y="55093"/>
                      <a:pt x="56126" y="55093"/>
                    </a:cubicBezTo>
                    <a:cubicBezTo>
                      <a:pt x="55550" y="55271"/>
                      <a:pt x="54973" y="55448"/>
                      <a:pt x="54352" y="55625"/>
                    </a:cubicBezTo>
                    <a:cubicBezTo>
                      <a:pt x="54263" y="54827"/>
                      <a:pt x="54263" y="54073"/>
                      <a:pt x="54440" y="53318"/>
                    </a:cubicBezTo>
                    <a:cubicBezTo>
                      <a:pt x="54493" y="53109"/>
                      <a:pt x="54328" y="52976"/>
                      <a:pt x="54167" y="52976"/>
                    </a:cubicBezTo>
                    <a:cubicBezTo>
                      <a:pt x="54055" y="52976"/>
                      <a:pt x="53944" y="53040"/>
                      <a:pt x="53908" y="53185"/>
                    </a:cubicBezTo>
                    <a:cubicBezTo>
                      <a:pt x="53775" y="53806"/>
                      <a:pt x="53686" y="54472"/>
                      <a:pt x="53730" y="55137"/>
                    </a:cubicBezTo>
                    <a:cubicBezTo>
                      <a:pt x="53553" y="54694"/>
                      <a:pt x="53287" y="54294"/>
                      <a:pt x="52976" y="53984"/>
                    </a:cubicBezTo>
                    <a:cubicBezTo>
                      <a:pt x="52914" y="53921"/>
                      <a:pt x="52844" y="53895"/>
                      <a:pt x="52777" y="53895"/>
                    </a:cubicBezTo>
                    <a:cubicBezTo>
                      <a:pt x="52559" y="53895"/>
                      <a:pt x="52373" y="54169"/>
                      <a:pt x="52577" y="54339"/>
                    </a:cubicBezTo>
                    <a:cubicBezTo>
                      <a:pt x="52932" y="54738"/>
                      <a:pt x="53242" y="55226"/>
                      <a:pt x="53376" y="55759"/>
                    </a:cubicBezTo>
                    <a:cubicBezTo>
                      <a:pt x="53420" y="55759"/>
                      <a:pt x="53420" y="55803"/>
                      <a:pt x="53420" y="55847"/>
                    </a:cubicBezTo>
                    <a:cubicBezTo>
                      <a:pt x="52887" y="55936"/>
                      <a:pt x="52355" y="56069"/>
                      <a:pt x="51823" y="56158"/>
                    </a:cubicBezTo>
                    <a:cubicBezTo>
                      <a:pt x="51823" y="56069"/>
                      <a:pt x="51823" y="55980"/>
                      <a:pt x="51778" y="55936"/>
                    </a:cubicBezTo>
                    <a:lnTo>
                      <a:pt x="51290" y="55004"/>
                    </a:lnTo>
                    <a:cubicBezTo>
                      <a:pt x="51234" y="54906"/>
                      <a:pt x="51148" y="54866"/>
                      <a:pt x="51061" y="54866"/>
                    </a:cubicBezTo>
                    <a:cubicBezTo>
                      <a:pt x="50871" y="54866"/>
                      <a:pt x="50681" y="55058"/>
                      <a:pt x="50802" y="55271"/>
                    </a:cubicBezTo>
                    <a:lnTo>
                      <a:pt x="51290" y="56202"/>
                    </a:lnTo>
                    <a:lnTo>
                      <a:pt x="50935" y="56247"/>
                    </a:lnTo>
                    <a:lnTo>
                      <a:pt x="50580" y="55448"/>
                    </a:lnTo>
                    <a:cubicBezTo>
                      <a:pt x="50524" y="55350"/>
                      <a:pt x="50438" y="55310"/>
                      <a:pt x="50351" y="55310"/>
                    </a:cubicBezTo>
                    <a:cubicBezTo>
                      <a:pt x="50161" y="55310"/>
                      <a:pt x="49971" y="55501"/>
                      <a:pt x="50092" y="55714"/>
                    </a:cubicBezTo>
                    <a:lnTo>
                      <a:pt x="50403" y="56335"/>
                    </a:lnTo>
                    <a:cubicBezTo>
                      <a:pt x="49440" y="56440"/>
                      <a:pt x="48485" y="56490"/>
                      <a:pt x="47533" y="56490"/>
                    </a:cubicBezTo>
                    <a:cubicBezTo>
                      <a:pt x="46073" y="56490"/>
                      <a:pt x="44622" y="56373"/>
                      <a:pt x="43171" y="56158"/>
                    </a:cubicBezTo>
                    <a:lnTo>
                      <a:pt x="43171" y="56114"/>
                    </a:lnTo>
                    <a:cubicBezTo>
                      <a:pt x="38379" y="55359"/>
                      <a:pt x="33854" y="53318"/>
                      <a:pt x="30082" y="50301"/>
                    </a:cubicBezTo>
                    <a:cubicBezTo>
                      <a:pt x="31990" y="49591"/>
                      <a:pt x="33898" y="48837"/>
                      <a:pt x="35806" y="48039"/>
                    </a:cubicBezTo>
                    <a:cubicBezTo>
                      <a:pt x="46321" y="43690"/>
                      <a:pt x="56659" y="38810"/>
                      <a:pt x="66375" y="32865"/>
                    </a:cubicBezTo>
                    <a:lnTo>
                      <a:pt x="67396" y="32199"/>
                    </a:lnTo>
                    <a:lnTo>
                      <a:pt x="67928" y="32865"/>
                    </a:lnTo>
                    <a:lnTo>
                      <a:pt x="67973" y="32865"/>
                    </a:lnTo>
                    <a:cubicBezTo>
                      <a:pt x="68017" y="32865"/>
                      <a:pt x="67884" y="32953"/>
                      <a:pt x="67884" y="32998"/>
                    </a:cubicBezTo>
                    <a:cubicBezTo>
                      <a:pt x="67714" y="33202"/>
                      <a:pt x="67909" y="33485"/>
                      <a:pt x="68090" y="33485"/>
                    </a:cubicBezTo>
                    <a:cubicBezTo>
                      <a:pt x="68144" y="33485"/>
                      <a:pt x="68198" y="33459"/>
                      <a:pt x="68239" y="33397"/>
                    </a:cubicBezTo>
                    <a:cubicBezTo>
                      <a:pt x="69037" y="32421"/>
                      <a:pt x="69880" y="31534"/>
                      <a:pt x="70812" y="30735"/>
                    </a:cubicBezTo>
                    <a:lnTo>
                      <a:pt x="70901" y="30735"/>
                    </a:lnTo>
                    <a:cubicBezTo>
                      <a:pt x="70679" y="31312"/>
                      <a:pt x="70546" y="31933"/>
                      <a:pt x="70413" y="32554"/>
                    </a:cubicBezTo>
                    <a:cubicBezTo>
                      <a:pt x="70387" y="32764"/>
                      <a:pt x="70562" y="32896"/>
                      <a:pt x="70728" y="32896"/>
                    </a:cubicBezTo>
                    <a:cubicBezTo>
                      <a:pt x="70843" y="32896"/>
                      <a:pt x="70953" y="32832"/>
                      <a:pt x="70990" y="32687"/>
                    </a:cubicBezTo>
                    <a:cubicBezTo>
                      <a:pt x="71211" y="31489"/>
                      <a:pt x="71611" y="30380"/>
                      <a:pt x="72188" y="29315"/>
                    </a:cubicBezTo>
                    <a:cubicBezTo>
                      <a:pt x="72232" y="29227"/>
                      <a:pt x="72232" y="29138"/>
                      <a:pt x="72188" y="29093"/>
                    </a:cubicBezTo>
                    <a:lnTo>
                      <a:pt x="72942" y="28561"/>
                    </a:lnTo>
                    <a:close/>
                    <a:moveTo>
                      <a:pt x="47278" y="0"/>
                    </a:moveTo>
                    <a:cubicBezTo>
                      <a:pt x="46591" y="0"/>
                      <a:pt x="45902" y="26"/>
                      <a:pt x="45212" y="77"/>
                    </a:cubicBezTo>
                    <a:cubicBezTo>
                      <a:pt x="31946" y="1186"/>
                      <a:pt x="20721" y="11524"/>
                      <a:pt x="19079" y="24834"/>
                    </a:cubicBezTo>
                    <a:cubicBezTo>
                      <a:pt x="18902" y="26520"/>
                      <a:pt x="18857" y="28250"/>
                      <a:pt x="18946" y="29936"/>
                    </a:cubicBezTo>
                    <a:lnTo>
                      <a:pt x="18857" y="29981"/>
                    </a:lnTo>
                    <a:cubicBezTo>
                      <a:pt x="14065" y="33752"/>
                      <a:pt x="9185" y="37745"/>
                      <a:pt x="5236" y="42404"/>
                    </a:cubicBezTo>
                    <a:cubicBezTo>
                      <a:pt x="2840" y="45288"/>
                      <a:pt x="1" y="50612"/>
                      <a:pt x="3816" y="53673"/>
                    </a:cubicBezTo>
                    <a:cubicBezTo>
                      <a:pt x="5272" y="54784"/>
                      <a:pt x="7189" y="55068"/>
                      <a:pt x="9028" y="55068"/>
                    </a:cubicBezTo>
                    <a:cubicBezTo>
                      <a:pt x="9320" y="55068"/>
                      <a:pt x="9609" y="55061"/>
                      <a:pt x="9895" y="55049"/>
                    </a:cubicBezTo>
                    <a:cubicBezTo>
                      <a:pt x="12734" y="54871"/>
                      <a:pt x="15530" y="54472"/>
                      <a:pt x="18325" y="53806"/>
                    </a:cubicBezTo>
                    <a:cubicBezTo>
                      <a:pt x="22096" y="52963"/>
                      <a:pt x="25867" y="51854"/>
                      <a:pt x="29506" y="50479"/>
                    </a:cubicBezTo>
                    <a:cubicBezTo>
                      <a:pt x="29550" y="50523"/>
                      <a:pt x="29550" y="50568"/>
                      <a:pt x="29594" y="50612"/>
                    </a:cubicBezTo>
                    <a:cubicBezTo>
                      <a:pt x="34742" y="54845"/>
                      <a:pt x="41105" y="57016"/>
                      <a:pt x="47515" y="57016"/>
                    </a:cubicBezTo>
                    <a:cubicBezTo>
                      <a:pt x="51989" y="57016"/>
                      <a:pt x="56486" y="55958"/>
                      <a:pt x="60608" y="53806"/>
                    </a:cubicBezTo>
                    <a:cubicBezTo>
                      <a:pt x="70679" y="48571"/>
                      <a:pt x="76624" y="37834"/>
                      <a:pt x="75781" y="26520"/>
                    </a:cubicBezTo>
                    <a:lnTo>
                      <a:pt x="75781" y="26476"/>
                    </a:lnTo>
                    <a:cubicBezTo>
                      <a:pt x="77157" y="25455"/>
                      <a:pt x="78532" y="24390"/>
                      <a:pt x="79908" y="23281"/>
                    </a:cubicBezTo>
                    <a:cubicBezTo>
                      <a:pt x="82082" y="21462"/>
                      <a:pt x="84211" y="19599"/>
                      <a:pt x="86252" y="17602"/>
                    </a:cubicBezTo>
                    <a:cubicBezTo>
                      <a:pt x="88116" y="15783"/>
                      <a:pt x="90023" y="13875"/>
                      <a:pt x="91266" y="11524"/>
                    </a:cubicBezTo>
                    <a:cubicBezTo>
                      <a:pt x="92331" y="9571"/>
                      <a:pt x="93262" y="6865"/>
                      <a:pt x="92064" y="4780"/>
                    </a:cubicBezTo>
                    <a:cubicBezTo>
                      <a:pt x="90866" y="2561"/>
                      <a:pt x="87672" y="2517"/>
                      <a:pt x="85498" y="2428"/>
                    </a:cubicBezTo>
                    <a:cubicBezTo>
                      <a:pt x="84969" y="2401"/>
                      <a:pt x="84441" y="2389"/>
                      <a:pt x="83914" y="2389"/>
                    </a:cubicBezTo>
                    <a:cubicBezTo>
                      <a:pt x="77452" y="2389"/>
                      <a:pt x="71116" y="4326"/>
                      <a:pt x="65044" y="6377"/>
                    </a:cubicBezTo>
                    <a:cubicBezTo>
                      <a:pt x="59991" y="2246"/>
                      <a:pt x="53741" y="0"/>
                      <a:pt x="472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67"/>
              <p:cNvSpPr/>
              <p:nvPr/>
            </p:nvSpPr>
            <p:spPr>
              <a:xfrm>
                <a:off x="1891958" y="3308459"/>
                <a:ext cx="37855" cy="44176"/>
              </a:xfrm>
              <a:custGeom>
                <a:avLst/>
                <a:gdLst/>
                <a:ahLst/>
                <a:cxnLst/>
                <a:rect l="l" t="t" r="r" b="b"/>
                <a:pathLst>
                  <a:path w="533" h="622" extrusionOk="0">
                    <a:moveTo>
                      <a:pt x="266" y="0"/>
                    </a:moveTo>
                    <a:cubicBezTo>
                      <a:pt x="133" y="0"/>
                      <a:pt x="0" y="89"/>
                      <a:pt x="0" y="267"/>
                    </a:cubicBezTo>
                    <a:lnTo>
                      <a:pt x="0" y="355"/>
                    </a:lnTo>
                    <a:cubicBezTo>
                      <a:pt x="0" y="533"/>
                      <a:pt x="133" y="622"/>
                      <a:pt x="266" y="622"/>
                    </a:cubicBezTo>
                    <a:cubicBezTo>
                      <a:pt x="400" y="622"/>
                      <a:pt x="533" y="533"/>
                      <a:pt x="533" y="355"/>
                    </a:cubicBezTo>
                    <a:lnTo>
                      <a:pt x="533" y="267"/>
                    </a:lnTo>
                    <a:cubicBezTo>
                      <a:pt x="533" y="89"/>
                      <a:pt x="400"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67"/>
              <p:cNvSpPr/>
              <p:nvPr/>
            </p:nvSpPr>
            <p:spPr>
              <a:xfrm>
                <a:off x="1677683" y="3475078"/>
                <a:ext cx="262854" cy="584089"/>
              </a:xfrm>
              <a:custGeom>
                <a:avLst/>
                <a:gdLst/>
                <a:ahLst/>
                <a:cxnLst/>
                <a:rect l="l" t="t" r="r" b="b"/>
                <a:pathLst>
                  <a:path w="3701" h="8224" extrusionOk="0">
                    <a:moveTo>
                      <a:pt x="1960" y="1"/>
                    </a:moveTo>
                    <a:cubicBezTo>
                      <a:pt x="1873" y="1"/>
                      <a:pt x="1787" y="41"/>
                      <a:pt x="1731" y="139"/>
                    </a:cubicBezTo>
                    <a:cubicBezTo>
                      <a:pt x="888" y="1692"/>
                      <a:pt x="0" y="3821"/>
                      <a:pt x="311" y="5641"/>
                    </a:cubicBezTo>
                    <a:cubicBezTo>
                      <a:pt x="621" y="7105"/>
                      <a:pt x="1908" y="7815"/>
                      <a:pt x="3195" y="8214"/>
                    </a:cubicBezTo>
                    <a:cubicBezTo>
                      <a:pt x="3222" y="8221"/>
                      <a:pt x="3248" y="8224"/>
                      <a:pt x="3273" y="8224"/>
                    </a:cubicBezTo>
                    <a:cubicBezTo>
                      <a:pt x="3574" y="8224"/>
                      <a:pt x="3700" y="7760"/>
                      <a:pt x="3372" y="7637"/>
                    </a:cubicBezTo>
                    <a:cubicBezTo>
                      <a:pt x="1642" y="7149"/>
                      <a:pt x="666" y="6173"/>
                      <a:pt x="888" y="4310"/>
                    </a:cubicBezTo>
                    <a:cubicBezTo>
                      <a:pt x="1109" y="2934"/>
                      <a:pt x="1553" y="1603"/>
                      <a:pt x="2219" y="405"/>
                    </a:cubicBezTo>
                    <a:cubicBezTo>
                      <a:pt x="2340" y="192"/>
                      <a:pt x="2150" y="1"/>
                      <a:pt x="19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67"/>
              <p:cNvSpPr/>
              <p:nvPr/>
            </p:nvSpPr>
            <p:spPr>
              <a:xfrm>
                <a:off x="1977043" y="4017477"/>
                <a:ext cx="59943" cy="37855"/>
              </a:xfrm>
              <a:custGeom>
                <a:avLst/>
                <a:gdLst/>
                <a:ahLst/>
                <a:cxnLst/>
                <a:rect l="l" t="t" r="r" b="b"/>
                <a:pathLst>
                  <a:path w="844" h="533" extrusionOk="0">
                    <a:moveTo>
                      <a:pt x="355" y="0"/>
                    </a:moveTo>
                    <a:cubicBezTo>
                      <a:pt x="0" y="0"/>
                      <a:pt x="0" y="533"/>
                      <a:pt x="355" y="533"/>
                    </a:cubicBezTo>
                    <a:lnTo>
                      <a:pt x="444" y="533"/>
                    </a:lnTo>
                    <a:cubicBezTo>
                      <a:pt x="843" y="533"/>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67"/>
              <p:cNvSpPr/>
              <p:nvPr/>
            </p:nvSpPr>
            <p:spPr>
              <a:xfrm>
                <a:off x="4056582" y="2423234"/>
                <a:ext cx="2023360" cy="1126417"/>
              </a:xfrm>
              <a:custGeom>
                <a:avLst/>
                <a:gdLst/>
                <a:ahLst/>
                <a:cxnLst/>
                <a:rect l="l" t="t" r="r" b="b"/>
                <a:pathLst>
                  <a:path w="28489" h="15860" extrusionOk="0">
                    <a:moveTo>
                      <a:pt x="28099" y="0"/>
                    </a:moveTo>
                    <a:cubicBezTo>
                      <a:pt x="28053" y="0"/>
                      <a:pt x="28005" y="13"/>
                      <a:pt x="27955" y="41"/>
                    </a:cubicBezTo>
                    <a:cubicBezTo>
                      <a:pt x="23651" y="3014"/>
                      <a:pt x="19436" y="6164"/>
                      <a:pt x="14733" y="8471"/>
                    </a:cubicBezTo>
                    <a:cubicBezTo>
                      <a:pt x="10030" y="10778"/>
                      <a:pt x="5105" y="13041"/>
                      <a:pt x="314" y="15348"/>
                    </a:cubicBezTo>
                    <a:cubicBezTo>
                      <a:pt x="1" y="15466"/>
                      <a:pt x="205" y="15859"/>
                      <a:pt x="471" y="15859"/>
                    </a:cubicBezTo>
                    <a:cubicBezTo>
                      <a:pt x="506" y="15859"/>
                      <a:pt x="543" y="15852"/>
                      <a:pt x="580" y="15836"/>
                    </a:cubicBezTo>
                    <a:cubicBezTo>
                      <a:pt x="5372" y="13529"/>
                      <a:pt x="10208" y="11266"/>
                      <a:pt x="14999" y="8915"/>
                    </a:cubicBezTo>
                    <a:cubicBezTo>
                      <a:pt x="19791" y="6608"/>
                      <a:pt x="23962" y="3458"/>
                      <a:pt x="28265" y="529"/>
                    </a:cubicBezTo>
                    <a:cubicBezTo>
                      <a:pt x="28489" y="343"/>
                      <a:pt x="28337" y="0"/>
                      <a:pt x="28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67"/>
              <p:cNvSpPr/>
              <p:nvPr/>
            </p:nvSpPr>
            <p:spPr>
              <a:xfrm>
                <a:off x="6212115" y="2296956"/>
                <a:ext cx="56818" cy="37855"/>
              </a:xfrm>
              <a:custGeom>
                <a:avLst/>
                <a:gdLst/>
                <a:ahLst/>
                <a:cxnLst/>
                <a:rect l="l" t="t" r="r" b="b"/>
                <a:pathLst>
                  <a:path w="800" h="533" extrusionOk="0">
                    <a:moveTo>
                      <a:pt x="356" y="0"/>
                    </a:moveTo>
                    <a:cubicBezTo>
                      <a:pt x="1" y="0"/>
                      <a:pt x="1" y="533"/>
                      <a:pt x="356" y="533"/>
                    </a:cubicBezTo>
                    <a:lnTo>
                      <a:pt x="444" y="533"/>
                    </a:lnTo>
                    <a:cubicBezTo>
                      <a:pt x="799" y="533"/>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67"/>
              <p:cNvSpPr/>
              <p:nvPr/>
            </p:nvSpPr>
            <p:spPr>
              <a:xfrm>
                <a:off x="6392512" y="1222102"/>
                <a:ext cx="897582" cy="975565"/>
              </a:xfrm>
              <a:custGeom>
                <a:avLst/>
                <a:gdLst/>
                <a:ahLst/>
                <a:cxnLst/>
                <a:rect l="l" t="t" r="r" b="b"/>
                <a:pathLst>
                  <a:path w="12638" h="13736" extrusionOk="0">
                    <a:moveTo>
                      <a:pt x="12274" y="1"/>
                    </a:moveTo>
                    <a:cubicBezTo>
                      <a:pt x="12193" y="1"/>
                      <a:pt x="12113" y="42"/>
                      <a:pt x="12058" y="138"/>
                    </a:cubicBezTo>
                    <a:cubicBezTo>
                      <a:pt x="9396" y="5551"/>
                      <a:pt x="4737" y="9499"/>
                      <a:pt x="212" y="13271"/>
                    </a:cubicBezTo>
                    <a:cubicBezTo>
                      <a:pt x="0" y="13447"/>
                      <a:pt x="181" y="13735"/>
                      <a:pt x="419" y="13735"/>
                    </a:cubicBezTo>
                    <a:cubicBezTo>
                      <a:pt x="481" y="13735"/>
                      <a:pt x="547" y="13716"/>
                      <a:pt x="611" y="13670"/>
                    </a:cubicBezTo>
                    <a:cubicBezTo>
                      <a:pt x="5181" y="9854"/>
                      <a:pt x="9839" y="5861"/>
                      <a:pt x="12546" y="448"/>
                    </a:cubicBezTo>
                    <a:cubicBezTo>
                      <a:pt x="12638" y="203"/>
                      <a:pt x="12455" y="1"/>
                      <a:pt x="122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67"/>
              <p:cNvSpPr/>
              <p:nvPr/>
            </p:nvSpPr>
            <p:spPr>
              <a:xfrm>
                <a:off x="7248830" y="1036520"/>
                <a:ext cx="37926" cy="46520"/>
              </a:xfrm>
              <a:custGeom>
                <a:avLst/>
                <a:gdLst/>
                <a:ahLst/>
                <a:cxnLst/>
                <a:rect l="l" t="t" r="r" b="b"/>
                <a:pathLst>
                  <a:path w="534" h="655" extrusionOk="0">
                    <a:moveTo>
                      <a:pt x="267" y="0"/>
                    </a:moveTo>
                    <a:cubicBezTo>
                      <a:pt x="134" y="0"/>
                      <a:pt x="1" y="89"/>
                      <a:pt x="1" y="266"/>
                    </a:cubicBezTo>
                    <a:lnTo>
                      <a:pt x="1" y="355"/>
                    </a:lnTo>
                    <a:cubicBezTo>
                      <a:pt x="1" y="555"/>
                      <a:pt x="134" y="654"/>
                      <a:pt x="267" y="654"/>
                    </a:cubicBezTo>
                    <a:cubicBezTo>
                      <a:pt x="400" y="654"/>
                      <a:pt x="533" y="555"/>
                      <a:pt x="533" y="355"/>
                    </a:cubicBezTo>
                    <a:lnTo>
                      <a:pt x="533" y="266"/>
                    </a:lnTo>
                    <a:cubicBezTo>
                      <a:pt x="533" y="89"/>
                      <a:pt x="400"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67"/>
              <p:cNvSpPr/>
              <p:nvPr/>
            </p:nvSpPr>
            <p:spPr>
              <a:xfrm>
                <a:off x="6527241" y="812728"/>
                <a:ext cx="56818" cy="41051"/>
              </a:xfrm>
              <a:custGeom>
                <a:avLst/>
                <a:gdLst/>
                <a:ahLst/>
                <a:cxnLst/>
                <a:rect l="l" t="t" r="r" b="b"/>
                <a:pathLst>
                  <a:path w="800" h="578" extrusionOk="0">
                    <a:moveTo>
                      <a:pt x="356" y="1"/>
                    </a:moveTo>
                    <a:cubicBezTo>
                      <a:pt x="1" y="1"/>
                      <a:pt x="1" y="578"/>
                      <a:pt x="356" y="578"/>
                    </a:cubicBezTo>
                    <a:lnTo>
                      <a:pt x="444" y="578"/>
                    </a:lnTo>
                    <a:cubicBezTo>
                      <a:pt x="799" y="578"/>
                      <a:pt x="799"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67"/>
              <p:cNvSpPr/>
              <p:nvPr/>
            </p:nvSpPr>
            <p:spPr>
              <a:xfrm>
                <a:off x="6599755" y="806478"/>
                <a:ext cx="56747" cy="40980"/>
              </a:xfrm>
              <a:custGeom>
                <a:avLst/>
                <a:gdLst/>
                <a:ahLst/>
                <a:cxnLst/>
                <a:rect l="l" t="t" r="r" b="b"/>
                <a:pathLst>
                  <a:path w="799" h="577" extrusionOk="0">
                    <a:moveTo>
                      <a:pt x="355" y="0"/>
                    </a:moveTo>
                    <a:cubicBezTo>
                      <a:pt x="0" y="0"/>
                      <a:pt x="0" y="577"/>
                      <a:pt x="355" y="577"/>
                    </a:cubicBezTo>
                    <a:lnTo>
                      <a:pt x="444" y="577"/>
                    </a:lnTo>
                    <a:cubicBezTo>
                      <a:pt x="799" y="577"/>
                      <a:pt x="799"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67"/>
              <p:cNvSpPr/>
              <p:nvPr/>
            </p:nvSpPr>
            <p:spPr>
              <a:xfrm>
                <a:off x="6777170" y="785172"/>
                <a:ext cx="284019" cy="53551"/>
              </a:xfrm>
              <a:custGeom>
                <a:avLst/>
                <a:gdLst/>
                <a:ahLst/>
                <a:cxnLst/>
                <a:rect l="l" t="t" r="r" b="b"/>
                <a:pathLst>
                  <a:path w="3999" h="754" extrusionOk="0">
                    <a:moveTo>
                      <a:pt x="2005" y="1"/>
                    </a:moveTo>
                    <a:cubicBezTo>
                      <a:pt x="1451" y="1"/>
                      <a:pt x="896" y="56"/>
                      <a:pt x="342" y="167"/>
                    </a:cubicBezTo>
                    <a:cubicBezTo>
                      <a:pt x="1" y="252"/>
                      <a:pt x="110" y="746"/>
                      <a:pt x="433" y="746"/>
                    </a:cubicBezTo>
                    <a:cubicBezTo>
                      <a:pt x="447" y="746"/>
                      <a:pt x="461" y="746"/>
                      <a:pt x="475" y="744"/>
                    </a:cubicBezTo>
                    <a:cubicBezTo>
                      <a:pt x="985" y="633"/>
                      <a:pt x="1495" y="577"/>
                      <a:pt x="2000" y="577"/>
                    </a:cubicBezTo>
                    <a:cubicBezTo>
                      <a:pt x="2505" y="577"/>
                      <a:pt x="3004" y="633"/>
                      <a:pt x="3492" y="744"/>
                    </a:cubicBezTo>
                    <a:cubicBezTo>
                      <a:pt x="3520" y="750"/>
                      <a:pt x="3547" y="753"/>
                      <a:pt x="3573" y="753"/>
                    </a:cubicBezTo>
                    <a:cubicBezTo>
                      <a:pt x="3907" y="753"/>
                      <a:pt x="3999" y="249"/>
                      <a:pt x="3669" y="167"/>
                    </a:cubicBezTo>
                    <a:cubicBezTo>
                      <a:pt x="3115" y="56"/>
                      <a:pt x="2560" y="1"/>
                      <a:pt x="2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67"/>
              <p:cNvSpPr/>
              <p:nvPr/>
            </p:nvSpPr>
            <p:spPr>
              <a:xfrm>
                <a:off x="5084064" y="4208385"/>
                <a:ext cx="56250" cy="92755"/>
              </a:xfrm>
              <a:custGeom>
                <a:avLst/>
                <a:gdLst/>
                <a:ahLst/>
                <a:cxnLst/>
                <a:rect l="l" t="t" r="r" b="b"/>
                <a:pathLst>
                  <a:path w="792" h="1306" extrusionOk="0">
                    <a:moveTo>
                      <a:pt x="443" y="0"/>
                    </a:moveTo>
                    <a:cubicBezTo>
                      <a:pt x="326" y="0"/>
                      <a:pt x="202" y="57"/>
                      <a:pt x="133" y="196"/>
                    </a:cubicBezTo>
                    <a:cubicBezTo>
                      <a:pt x="44" y="462"/>
                      <a:pt x="0" y="728"/>
                      <a:pt x="0" y="1039"/>
                    </a:cubicBezTo>
                    <a:cubicBezTo>
                      <a:pt x="0" y="1217"/>
                      <a:pt x="144" y="1305"/>
                      <a:pt x="288" y="1305"/>
                    </a:cubicBezTo>
                    <a:cubicBezTo>
                      <a:pt x="433" y="1305"/>
                      <a:pt x="577" y="1217"/>
                      <a:pt x="577" y="1039"/>
                    </a:cubicBezTo>
                    <a:cubicBezTo>
                      <a:pt x="577" y="773"/>
                      <a:pt x="621" y="551"/>
                      <a:pt x="710" y="329"/>
                    </a:cubicBezTo>
                    <a:cubicBezTo>
                      <a:pt x="791" y="140"/>
                      <a:pt x="625" y="0"/>
                      <a:pt x="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67"/>
              <p:cNvSpPr/>
              <p:nvPr/>
            </p:nvSpPr>
            <p:spPr>
              <a:xfrm>
                <a:off x="5389674" y="4187646"/>
                <a:ext cx="41051" cy="44176"/>
              </a:xfrm>
              <a:custGeom>
                <a:avLst/>
                <a:gdLst/>
                <a:ahLst/>
                <a:cxnLst/>
                <a:rect l="l" t="t" r="r" b="b"/>
                <a:pathLst>
                  <a:path w="578" h="622" extrusionOk="0">
                    <a:moveTo>
                      <a:pt x="289" y="0"/>
                    </a:moveTo>
                    <a:cubicBezTo>
                      <a:pt x="145" y="0"/>
                      <a:pt x="1" y="89"/>
                      <a:pt x="1" y="266"/>
                    </a:cubicBezTo>
                    <a:lnTo>
                      <a:pt x="1" y="355"/>
                    </a:lnTo>
                    <a:cubicBezTo>
                      <a:pt x="1" y="532"/>
                      <a:pt x="145" y="621"/>
                      <a:pt x="289" y="621"/>
                    </a:cubicBezTo>
                    <a:cubicBezTo>
                      <a:pt x="433" y="621"/>
                      <a:pt x="578" y="532"/>
                      <a:pt x="578" y="355"/>
                    </a:cubicBezTo>
                    <a:lnTo>
                      <a:pt x="578" y="266"/>
                    </a:lnTo>
                    <a:cubicBezTo>
                      <a:pt x="578" y="89"/>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67"/>
              <p:cNvSpPr/>
              <p:nvPr/>
            </p:nvSpPr>
            <p:spPr>
              <a:xfrm>
                <a:off x="5843437" y="3705475"/>
                <a:ext cx="41051" cy="44176"/>
              </a:xfrm>
              <a:custGeom>
                <a:avLst/>
                <a:gdLst/>
                <a:ahLst/>
                <a:cxnLst/>
                <a:rect l="l" t="t" r="r" b="b"/>
                <a:pathLst>
                  <a:path w="578" h="622" extrusionOk="0">
                    <a:moveTo>
                      <a:pt x="289" y="1"/>
                    </a:moveTo>
                    <a:cubicBezTo>
                      <a:pt x="145" y="1"/>
                      <a:pt x="1" y="89"/>
                      <a:pt x="1" y="267"/>
                    </a:cubicBezTo>
                    <a:lnTo>
                      <a:pt x="1" y="356"/>
                    </a:lnTo>
                    <a:cubicBezTo>
                      <a:pt x="1" y="533"/>
                      <a:pt x="145" y="622"/>
                      <a:pt x="289" y="622"/>
                    </a:cubicBezTo>
                    <a:cubicBezTo>
                      <a:pt x="433" y="622"/>
                      <a:pt x="577" y="533"/>
                      <a:pt x="577" y="356"/>
                    </a:cubicBezTo>
                    <a:lnTo>
                      <a:pt x="577" y="267"/>
                    </a:lnTo>
                    <a:cubicBezTo>
                      <a:pt x="577" y="89"/>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67"/>
              <p:cNvSpPr/>
              <p:nvPr/>
            </p:nvSpPr>
            <p:spPr>
              <a:xfrm>
                <a:off x="5488679" y="3882889"/>
                <a:ext cx="54261" cy="82386"/>
              </a:xfrm>
              <a:custGeom>
                <a:avLst/>
                <a:gdLst/>
                <a:ahLst/>
                <a:cxnLst/>
                <a:rect l="l" t="t" r="r" b="b"/>
                <a:pathLst>
                  <a:path w="764" h="1160" extrusionOk="0">
                    <a:moveTo>
                      <a:pt x="313" y="0"/>
                    </a:moveTo>
                    <a:cubicBezTo>
                      <a:pt x="160" y="0"/>
                      <a:pt x="0" y="133"/>
                      <a:pt x="27" y="342"/>
                    </a:cubicBezTo>
                    <a:cubicBezTo>
                      <a:pt x="71" y="564"/>
                      <a:pt x="115" y="742"/>
                      <a:pt x="160" y="963"/>
                    </a:cubicBezTo>
                    <a:cubicBezTo>
                      <a:pt x="194" y="1102"/>
                      <a:pt x="297" y="1159"/>
                      <a:pt x="406" y="1159"/>
                    </a:cubicBezTo>
                    <a:cubicBezTo>
                      <a:pt x="576" y="1159"/>
                      <a:pt x="763" y="1020"/>
                      <a:pt x="736" y="830"/>
                    </a:cubicBezTo>
                    <a:cubicBezTo>
                      <a:pt x="692" y="608"/>
                      <a:pt x="648" y="387"/>
                      <a:pt x="559" y="209"/>
                    </a:cubicBezTo>
                    <a:cubicBezTo>
                      <a:pt x="523" y="64"/>
                      <a:pt x="419"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67"/>
              <p:cNvSpPr/>
              <p:nvPr/>
            </p:nvSpPr>
            <p:spPr>
              <a:xfrm>
                <a:off x="6168791" y="2862651"/>
                <a:ext cx="59517" cy="44318"/>
              </a:xfrm>
              <a:custGeom>
                <a:avLst/>
                <a:gdLst/>
                <a:ahLst/>
                <a:cxnLst/>
                <a:rect l="l" t="t" r="r" b="b"/>
                <a:pathLst>
                  <a:path w="838" h="624" extrusionOk="0">
                    <a:moveTo>
                      <a:pt x="454" y="1"/>
                    </a:moveTo>
                    <a:cubicBezTo>
                      <a:pt x="236" y="1"/>
                      <a:pt x="0" y="289"/>
                      <a:pt x="211" y="465"/>
                    </a:cubicBezTo>
                    <a:lnTo>
                      <a:pt x="300" y="554"/>
                    </a:lnTo>
                    <a:cubicBezTo>
                      <a:pt x="349" y="603"/>
                      <a:pt x="404" y="624"/>
                      <a:pt x="459" y="624"/>
                    </a:cubicBezTo>
                    <a:cubicBezTo>
                      <a:pt x="653" y="624"/>
                      <a:pt x="838" y="362"/>
                      <a:pt x="700" y="155"/>
                    </a:cubicBezTo>
                    <a:lnTo>
                      <a:pt x="611" y="66"/>
                    </a:lnTo>
                    <a:cubicBezTo>
                      <a:pt x="565" y="20"/>
                      <a:pt x="510" y="1"/>
                      <a:pt x="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67"/>
              <p:cNvSpPr/>
              <p:nvPr/>
            </p:nvSpPr>
            <p:spPr>
              <a:xfrm>
                <a:off x="6335055" y="2852352"/>
                <a:ext cx="40980" cy="45738"/>
              </a:xfrm>
              <a:custGeom>
                <a:avLst/>
                <a:gdLst/>
                <a:ahLst/>
                <a:cxnLst/>
                <a:rect l="l" t="t" r="r" b="b"/>
                <a:pathLst>
                  <a:path w="577" h="644" extrusionOk="0">
                    <a:moveTo>
                      <a:pt x="289" y="0"/>
                    </a:moveTo>
                    <a:cubicBezTo>
                      <a:pt x="144" y="0"/>
                      <a:pt x="0" y="100"/>
                      <a:pt x="0" y="300"/>
                    </a:cubicBezTo>
                    <a:lnTo>
                      <a:pt x="0" y="344"/>
                    </a:lnTo>
                    <a:cubicBezTo>
                      <a:pt x="0" y="544"/>
                      <a:pt x="144" y="643"/>
                      <a:pt x="289" y="643"/>
                    </a:cubicBezTo>
                    <a:cubicBezTo>
                      <a:pt x="433" y="643"/>
                      <a:pt x="577" y="544"/>
                      <a:pt x="577" y="344"/>
                    </a:cubicBezTo>
                    <a:lnTo>
                      <a:pt x="577" y="300"/>
                    </a:lnTo>
                    <a:cubicBezTo>
                      <a:pt x="577" y="100"/>
                      <a:pt x="433"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67"/>
              <p:cNvSpPr/>
              <p:nvPr/>
            </p:nvSpPr>
            <p:spPr>
              <a:xfrm>
                <a:off x="6352100" y="2646955"/>
                <a:ext cx="84162" cy="140696"/>
              </a:xfrm>
              <a:custGeom>
                <a:avLst/>
                <a:gdLst/>
                <a:ahLst/>
                <a:cxnLst/>
                <a:rect l="l" t="t" r="r" b="b"/>
                <a:pathLst>
                  <a:path w="1185" h="1981" extrusionOk="0">
                    <a:moveTo>
                      <a:pt x="810" y="0"/>
                    </a:moveTo>
                    <a:cubicBezTo>
                      <a:pt x="732" y="0"/>
                      <a:pt x="656" y="38"/>
                      <a:pt x="603" y="130"/>
                    </a:cubicBezTo>
                    <a:cubicBezTo>
                      <a:pt x="337" y="618"/>
                      <a:pt x="159" y="1106"/>
                      <a:pt x="26" y="1639"/>
                    </a:cubicBezTo>
                    <a:cubicBezTo>
                      <a:pt x="0" y="1848"/>
                      <a:pt x="175" y="1981"/>
                      <a:pt x="341" y="1981"/>
                    </a:cubicBezTo>
                    <a:cubicBezTo>
                      <a:pt x="456" y="1981"/>
                      <a:pt x="567" y="1917"/>
                      <a:pt x="603" y="1772"/>
                    </a:cubicBezTo>
                    <a:cubicBezTo>
                      <a:pt x="692" y="1328"/>
                      <a:pt x="869" y="840"/>
                      <a:pt x="1091" y="396"/>
                    </a:cubicBezTo>
                    <a:cubicBezTo>
                      <a:pt x="1185" y="209"/>
                      <a:pt x="993" y="0"/>
                      <a:pt x="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67"/>
              <p:cNvSpPr/>
              <p:nvPr/>
            </p:nvSpPr>
            <p:spPr>
              <a:xfrm>
                <a:off x="6470494" y="2656188"/>
                <a:ext cx="41051" cy="44176"/>
              </a:xfrm>
              <a:custGeom>
                <a:avLst/>
                <a:gdLst/>
                <a:ahLst/>
                <a:cxnLst/>
                <a:rect l="l" t="t" r="r" b="b"/>
                <a:pathLst>
                  <a:path w="578" h="622" extrusionOk="0">
                    <a:moveTo>
                      <a:pt x="289" y="0"/>
                    </a:moveTo>
                    <a:cubicBezTo>
                      <a:pt x="145" y="0"/>
                      <a:pt x="1" y="89"/>
                      <a:pt x="1" y="266"/>
                    </a:cubicBezTo>
                    <a:lnTo>
                      <a:pt x="1" y="355"/>
                    </a:lnTo>
                    <a:cubicBezTo>
                      <a:pt x="1" y="533"/>
                      <a:pt x="145" y="621"/>
                      <a:pt x="289" y="621"/>
                    </a:cubicBezTo>
                    <a:cubicBezTo>
                      <a:pt x="434" y="621"/>
                      <a:pt x="578" y="533"/>
                      <a:pt x="578" y="355"/>
                    </a:cubicBezTo>
                    <a:lnTo>
                      <a:pt x="578" y="266"/>
                    </a:lnTo>
                    <a:cubicBezTo>
                      <a:pt x="578" y="89"/>
                      <a:pt x="434"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67"/>
              <p:cNvSpPr/>
              <p:nvPr/>
            </p:nvSpPr>
            <p:spPr>
              <a:xfrm>
                <a:off x="5982073" y="3181968"/>
                <a:ext cx="79474" cy="277840"/>
              </a:xfrm>
              <a:custGeom>
                <a:avLst/>
                <a:gdLst/>
                <a:ahLst/>
                <a:cxnLst/>
                <a:rect l="l" t="t" r="r" b="b"/>
                <a:pathLst>
                  <a:path w="1119" h="3912" extrusionOk="0">
                    <a:moveTo>
                      <a:pt x="758" y="1"/>
                    </a:moveTo>
                    <a:cubicBezTo>
                      <a:pt x="639" y="1"/>
                      <a:pt x="525" y="68"/>
                      <a:pt x="489" y="228"/>
                    </a:cubicBezTo>
                    <a:cubicBezTo>
                      <a:pt x="178" y="1249"/>
                      <a:pt x="178" y="2314"/>
                      <a:pt x="489" y="3334"/>
                    </a:cubicBezTo>
                    <a:lnTo>
                      <a:pt x="356" y="3334"/>
                    </a:lnTo>
                    <a:cubicBezTo>
                      <a:pt x="1" y="3334"/>
                      <a:pt x="1" y="3911"/>
                      <a:pt x="356" y="3911"/>
                    </a:cubicBezTo>
                    <a:lnTo>
                      <a:pt x="445" y="3911"/>
                    </a:lnTo>
                    <a:cubicBezTo>
                      <a:pt x="622" y="3911"/>
                      <a:pt x="755" y="3734"/>
                      <a:pt x="666" y="3556"/>
                    </a:cubicBezTo>
                    <a:lnTo>
                      <a:pt x="666" y="3556"/>
                    </a:lnTo>
                    <a:cubicBezTo>
                      <a:pt x="690" y="3561"/>
                      <a:pt x="712" y="3563"/>
                      <a:pt x="734" y="3563"/>
                    </a:cubicBezTo>
                    <a:cubicBezTo>
                      <a:pt x="923" y="3563"/>
                      <a:pt x="1061" y="3400"/>
                      <a:pt x="1021" y="3201"/>
                    </a:cubicBezTo>
                    <a:cubicBezTo>
                      <a:pt x="755" y="2269"/>
                      <a:pt x="755" y="1293"/>
                      <a:pt x="1066" y="362"/>
                    </a:cubicBezTo>
                    <a:cubicBezTo>
                      <a:pt x="1119" y="149"/>
                      <a:pt x="934" y="1"/>
                      <a:pt x="7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67"/>
              <p:cNvSpPr/>
              <p:nvPr/>
            </p:nvSpPr>
            <p:spPr>
              <a:xfrm>
                <a:off x="6025681" y="2939852"/>
                <a:ext cx="59233" cy="44673"/>
              </a:xfrm>
              <a:custGeom>
                <a:avLst/>
                <a:gdLst/>
                <a:ahLst/>
                <a:cxnLst/>
                <a:rect l="l" t="t" r="r" b="b"/>
                <a:pathLst>
                  <a:path w="834" h="629" extrusionOk="0">
                    <a:moveTo>
                      <a:pt x="427" y="0"/>
                    </a:moveTo>
                    <a:cubicBezTo>
                      <a:pt x="361" y="0"/>
                      <a:pt x="292" y="26"/>
                      <a:pt x="230" y="88"/>
                    </a:cubicBezTo>
                    <a:lnTo>
                      <a:pt x="141" y="177"/>
                    </a:lnTo>
                    <a:cubicBezTo>
                      <a:pt x="0" y="388"/>
                      <a:pt x="168" y="628"/>
                      <a:pt x="376" y="628"/>
                    </a:cubicBezTo>
                    <a:cubicBezTo>
                      <a:pt x="430" y="628"/>
                      <a:pt x="486" y="612"/>
                      <a:pt x="540" y="576"/>
                    </a:cubicBezTo>
                    <a:lnTo>
                      <a:pt x="629" y="487"/>
                    </a:lnTo>
                    <a:cubicBezTo>
                      <a:pt x="834" y="283"/>
                      <a:pt x="646" y="0"/>
                      <a:pt x="4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67"/>
              <p:cNvSpPr/>
              <p:nvPr/>
            </p:nvSpPr>
            <p:spPr>
              <a:xfrm>
                <a:off x="6083422" y="2812438"/>
                <a:ext cx="94105" cy="95809"/>
              </a:xfrm>
              <a:custGeom>
                <a:avLst/>
                <a:gdLst/>
                <a:ahLst/>
                <a:cxnLst/>
                <a:rect l="l" t="t" r="r" b="b"/>
                <a:pathLst>
                  <a:path w="1325" h="1349" extrusionOk="0">
                    <a:moveTo>
                      <a:pt x="1083" y="0"/>
                    </a:moveTo>
                    <a:cubicBezTo>
                      <a:pt x="1062" y="0"/>
                      <a:pt x="1040" y="6"/>
                      <a:pt x="1014" y="19"/>
                    </a:cubicBezTo>
                    <a:cubicBezTo>
                      <a:pt x="837" y="19"/>
                      <a:pt x="748" y="196"/>
                      <a:pt x="659" y="329"/>
                    </a:cubicBezTo>
                    <a:lnTo>
                      <a:pt x="171" y="862"/>
                    </a:lnTo>
                    <a:cubicBezTo>
                      <a:pt x="1" y="1066"/>
                      <a:pt x="197" y="1349"/>
                      <a:pt x="397" y="1349"/>
                    </a:cubicBezTo>
                    <a:cubicBezTo>
                      <a:pt x="458" y="1349"/>
                      <a:pt x="519" y="1323"/>
                      <a:pt x="570" y="1261"/>
                    </a:cubicBezTo>
                    <a:lnTo>
                      <a:pt x="925" y="862"/>
                    </a:lnTo>
                    <a:lnTo>
                      <a:pt x="1059" y="684"/>
                    </a:lnTo>
                    <a:lnTo>
                      <a:pt x="1103" y="595"/>
                    </a:lnTo>
                    <a:cubicBezTo>
                      <a:pt x="1192" y="551"/>
                      <a:pt x="1280" y="507"/>
                      <a:pt x="1325" y="418"/>
                    </a:cubicBezTo>
                    <a:cubicBezTo>
                      <a:pt x="1325" y="285"/>
                      <a:pt x="1325" y="152"/>
                      <a:pt x="1236" y="63"/>
                    </a:cubicBezTo>
                    <a:cubicBezTo>
                      <a:pt x="1173" y="32"/>
                      <a:pt x="1133" y="0"/>
                      <a:pt x="10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67"/>
              <p:cNvSpPr/>
              <p:nvPr/>
            </p:nvSpPr>
            <p:spPr>
              <a:xfrm>
                <a:off x="5887045" y="2115707"/>
                <a:ext cx="192045" cy="126065"/>
              </a:xfrm>
              <a:custGeom>
                <a:avLst/>
                <a:gdLst/>
                <a:ahLst/>
                <a:cxnLst/>
                <a:rect l="l" t="t" r="r" b="b"/>
                <a:pathLst>
                  <a:path w="2704" h="1775" extrusionOk="0">
                    <a:moveTo>
                      <a:pt x="463" y="0"/>
                    </a:moveTo>
                    <a:cubicBezTo>
                      <a:pt x="175" y="0"/>
                      <a:pt x="0" y="394"/>
                      <a:pt x="274" y="511"/>
                    </a:cubicBezTo>
                    <a:cubicBezTo>
                      <a:pt x="940" y="778"/>
                      <a:pt x="1561" y="1177"/>
                      <a:pt x="2138" y="1709"/>
                    </a:cubicBezTo>
                    <a:cubicBezTo>
                      <a:pt x="2183" y="1755"/>
                      <a:pt x="2236" y="1774"/>
                      <a:pt x="2290" y="1774"/>
                    </a:cubicBezTo>
                    <a:cubicBezTo>
                      <a:pt x="2496" y="1774"/>
                      <a:pt x="2704" y="1486"/>
                      <a:pt x="2492" y="1310"/>
                    </a:cubicBezTo>
                    <a:cubicBezTo>
                      <a:pt x="1960" y="778"/>
                      <a:pt x="1295" y="334"/>
                      <a:pt x="585" y="23"/>
                    </a:cubicBezTo>
                    <a:cubicBezTo>
                      <a:pt x="543" y="8"/>
                      <a:pt x="502"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67"/>
              <p:cNvSpPr/>
              <p:nvPr/>
            </p:nvSpPr>
            <p:spPr>
              <a:xfrm>
                <a:off x="6246774" y="1804131"/>
                <a:ext cx="41051" cy="42258"/>
              </a:xfrm>
              <a:custGeom>
                <a:avLst/>
                <a:gdLst/>
                <a:ahLst/>
                <a:cxnLst/>
                <a:rect l="l" t="t" r="r" b="b"/>
                <a:pathLst>
                  <a:path w="578" h="595" extrusionOk="0">
                    <a:moveTo>
                      <a:pt x="285" y="1"/>
                    </a:moveTo>
                    <a:cubicBezTo>
                      <a:pt x="142" y="1"/>
                      <a:pt x="1" y="101"/>
                      <a:pt x="1" y="284"/>
                    </a:cubicBezTo>
                    <a:lnTo>
                      <a:pt x="1" y="328"/>
                    </a:lnTo>
                    <a:cubicBezTo>
                      <a:pt x="1" y="506"/>
                      <a:pt x="145" y="595"/>
                      <a:pt x="289" y="595"/>
                    </a:cubicBezTo>
                    <a:cubicBezTo>
                      <a:pt x="433" y="595"/>
                      <a:pt x="578" y="506"/>
                      <a:pt x="578" y="328"/>
                    </a:cubicBezTo>
                    <a:lnTo>
                      <a:pt x="578" y="284"/>
                    </a:lnTo>
                    <a:cubicBezTo>
                      <a:pt x="556" y="90"/>
                      <a:pt x="420" y="1"/>
                      <a:pt x="2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67"/>
              <p:cNvSpPr/>
              <p:nvPr/>
            </p:nvSpPr>
            <p:spPr>
              <a:xfrm>
                <a:off x="6001036" y="1538294"/>
                <a:ext cx="40980" cy="43395"/>
              </a:xfrm>
              <a:custGeom>
                <a:avLst/>
                <a:gdLst/>
                <a:ahLst/>
                <a:cxnLst/>
                <a:rect l="l" t="t" r="r" b="b"/>
                <a:pathLst>
                  <a:path w="577" h="611" extrusionOk="0">
                    <a:moveTo>
                      <a:pt x="289" y="1"/>
                    </a:moveTo>
                    <a:cubicBezTo>
                      <a:pt x="144" y="1"/>
                      <a:pt x="0" y="100"/>
                      <a:pt x="0" y="300"/>
                    </a:cubicBezTo>
                    <a:lnTo>
                      <a:pt x="0" y="344"/>
                    </a:lnTo>
                    <a:cubicBezTo>
                      <a:pt x="0" y="522"/>
                      <a:pt x="144" y="611"/>
                      <a:pt x="289" y="611"/>
                    </a:cubicBezTo>
                    <a:cubicBezTo>
                      <a:pt x="433" y="611"/>
                      <a:pt x="577" y="522"/>
                      <a:pt x="577" y="344"/>
                    </a:cubicBezTo>
                    <a:lnTo>
                      <a:pt x="577" y="300"/>
                    </a:lnTo>
                    <a:cubicBezTo>
                      <a:pt x="577"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67"/>
              <p:cNvSpPr/>
              <p:nvPr/>
            </p:nvSpPr>
            <p:spPr>
              <a:xfrm>
                <a:off x="6038820" y="1729700"/>
                <a:ext cx="37855" cy="44247"/>
              </a:xfrm>
              <a:custGeom>
                <a:avLst/>
                <a:gdLst/>
                <a:ahLst/>
                <a:cxnLst/>
                <a:rect l="l" t="t" r="r" b="b"/>
                <a:pathLst>
                  <a:path w="533" h="623" extrusionOk="0">
                    <a:moveTo>
                      <a:pt x="267" y="1"/>
                    </a:moveTo>
                    <a:cubicBezTo>
                      <a:pt x="134" y="1"/>
                      <a:pt x="1" y="90"/>
                      <a:pt x="1" y="267"/>
                    </a:cubicBezTo>
                    <a:lnTo>
                      <a:pt x="1" y="356"/>
                    </a:lnTo>
                    <a:cubicBezTo>
                      <a:pt x="1" y="533"/>
                      <a:pt x="134" y="622"/>
                      <a:pt x="267" y="622"/>
                    </a:cubicBezTo>
                    <a:cubicBezTo>
                      <a:pt x="400" y="622"/>
                      <a:pt x="533" y="533"/>
                      <a:pt x="533" y="356"/>
                    </a:cubicBezTo>
                    <a:lnTo>
                      <a:pt x="533" y="267"/>
                    </a:lnTo>
                    <a:cubicBezTo>
                      <a:pt x="533" y="90"/>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67"/>
              <p:cNvSpPr/>
              <p:nvPr/>
            </p:nvSpPr>
            <p:spPr>
              <a:xfrm>
                <a:off x="6049757" y="1668976"/>
                <a:ext cx="237854" cy="124716"/>
              </a:xfrm>
              <a:custGeom>
                <a:avLst/>
                <a:gdLst/>
                <a:ahLst/>
                <a:cxnLst/>
                <a:rect l="l" t="t" r="r" b="b"/>
                <a:pathLst>
                  <a:path w="3349" h="1756" extrusionOk="0">
                    <a:moveTo>
                      <a:pt x="279" y="1"/>
                    </a:moveTo>
                    <a:cubicBezTo>
                      <a:pt x="138" y="1"/>
                      <a:pt x="1" y="113"/>
                      <a:pt x="24" y="324"/>
                    </a:cubicBezTo>
                    <a:lnTo>
                      <a:pt x="24" y="368"/>
                    </a:lnTo>
                    <a:cubicBezTo>
                      <a:pt x="24" y="522"/>
                      <a:pt x="124" y="643"/>
                      <a:pt x="267" y="643"/>
                    </a:cubicBezTo>
                    <a:cubicBezTo>
                      <a:pt x="289" y="643"/>
                      <a:pt x="311" y="640"/>
                      <a:pt x="335" y="634"/>
                    </a:cubicBezTo>
                    <a:cubicBezTo>
                      <a:pt x="379" y="767"/>
                      <a:pt x="512" y="812"/>
                      <a:pt x="645" y="812"/>
                    </a:cubicBezTo>
                    <a:cubicBezTo>
                      <a:pt x="735" y="798"/>
                      <a:pt x="822" y="791"/>
                      <a:pt x="909" y="791"/>
                    </a:cubicBezTo>
                    <a:cubicBezTo>
                      <a:pt x="1638" y="791"/>
                      <a:pt x="2269" y="1263"/>
                      <a:pt x="2864" y="1699"/>
                    </a:cubicBezTo>
                    <a:cubicBezTo>
                      <a:pt x="2911" y="1738"/>
                      <a:pt x="2958" y="1755"/>
                      <a:pt x="3003" y="1755"/>
                    </a:cubicBezTo>
                    <a:cubicBezTo>
                      <a:pt x="3208" y="1755"/>
                      <a:pt x="3349" y="1393"/>
                      <a:pt x="3130" y="1211"/>
                    </a:cubicBezTo>
                    <a:cubicBezTo>
                      <a:pt x="2455" y="735"/>
                      <a:pt x="1710" y="259"/>
                      <a:pt x="861" y="259"/>
                    </a:cubicBezTo>
                    <a:cubicBezTo>
                      <a:pt x="761" y="259"/>
                      <a:pt x="659" y="265"/>
                      <a:pt x="556" y="279"/>
                    </a:cubicBezTo>
                    <a:cubicBezTo>
                      <a:pt x="535" y="91"/>
                      <a:pt x="406" y="1"/>
                      <a:pt x="2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67"/>
              <p:cNvSpPr/>
              <p:nvPr/>
            </p:nvSpPr>
            <p:spPr>
              <a:xfrm>
                <a:off x="5729659" y="1500155"/>
                <a:ext cx="290695" cy="596660"/>
              </a:xfrm>
              <a:custGeom>
                <a:avLst/>
                <a:gdLst/>
                <a:ahLst/>
                <a:cxnLst/>
                <a:rect l="l" t="t" r="r" b="b"/>
                <a:pathLst>
                  <a:path w="4093" h="8401" extrusionOk="0">
                    <a:moveTo>
                      <a:pt x="348" y="0"/>
                    </a:moveTo>
                    <a:cubicBezTo>
                      <a:pt x="160" y="0"/>
                      <a:pt x="1" y="376"/>
                      <a:pt x="227" y="527"/>
                    </a:cubicBezTo>
                    <a:cubicBezTo>
                      <a:pt x="1159" y="1192"/>
                      <a:pt x="2135" y="1680"/>
                      <a:pt x="3244" y="1991"/>
                    </a:cubicBezTo>
                    <a:lnTo>
                      <a:pt x="3289" y="1991"/>
                    </a:lnTo>
                    <a:cubicBezTo>
                      <a:pt x="3200" y="2168"/>
                      <a:pt x="3156" y="2390"/>
                      <a:pt x="3067" y="2612"/>
                    </a:cubicBezTo>
                    <a:cubicBezTo>
                      <a:pt x="2446" y="2523"/>
                      <a:pt x="1825" y="2257"/>
                      <a:pt x="1292" y="1858"/>
                    </a:cubicBezTo>
                    <a:cubicBezTo>
                      <a:pt x="1237" y="1812"/>
                      <a:pt x="1177" y="1793"/>
                      <a:pt x="1118" y="1793"/>
                    </a:cubicBezTo>
                    <a:cubicBezTo>
                      <a:pt x="890" y="1793"/>
                      <a:pt x="681" y="2081"/>
                      <a:pt x="893" y="2257"/>
                    </a:cubicBezTo>
                    <a:cubicBezTo>
                      <a:pt x="1470" y="2701"/>
                      <a:pt x="2179" y="3011"/>
                      <a:pt x="2934" y="3144"/>
                    </a:cubicBezTo>
                    <a:cubicBezTo>
                      <a:pt x="2579" y="4608"/>
                      <a:pt x="2668" y="6161"/>
                      <a:pt x="3156" y="7581"/>
                    </a:cubicBezTo>
                    <a:cubicBezTo>
                      <a:pt x="2978" y="7492"/>
                      <a:pt x="2801" y="7404"/>
                      <a:pt x="2579" y="7315"/>
                    </a:cubicBezTo>
                    <a:cubicBezTo>
                      <a:pt x="2532" y="7288"/>
                      <a:pt x="2487" y="7277"/>
                      <a:pt x="2444" y="7277"/>
                    </a:cubicBezTo>
                    <a:cubicBezTo>
                      <a:pt x="2201" y="7277"/>
                      <a:pt x="2049" y="7652"/>
                      <a:pt x="2313" y="7803"/>
                    </a:cubicBezTo>
                    <a:cubicBezTo>
                      <a:pt x="2756" y="8025"/>
                      <a:pt x="3200" y="8202"/>
                      <a:pt x="3644" y="8380"/>
                    </a:cubicBezTo>
                    <a:cubicBezTo>
                      <a:pt x="3683" y="8394"/>
                      <a:pt x="3719" y="8401"/>
                      <a:pt x="3752" y="8401"/>
                    </a:cubicBezTo>
                    <a:cubicBezTo>
                      <a:pt x="4022" y="8401"/>
                      <a:pt x="4093" y="7966"/>
                      <a:pt x="3777" y="7847"/>
                    </a:cubicBezTo>
                    <a:lnTo>
                      <a:pt x="3688" y="7803"/>
                    </a:lnTo>
                    <a:cubicBezTo>
                      <a:pt x="3732" y="7714"/>
                      <a:pt x="3732" y="7670"/>
                      <a:pt x="3688" y="7581"/>
                    </a:cubicBezTo>
                    <a:cubicBezTo>
                      <a:pt x="3022" y="5718"/>
                      <a:pt x="3067" y="3632"/>
                      <a:pt x="3910" y="1813"/>
                    </a:cubicBezTo>
                    <a:cubicBezTo>
                      <a:pt x="4013" y="1607"/>
                      <a:pt x="3797" y="1401"/>
                      <a:pt x="3611" y="1401"/>
                    </a:cubicBezTo>
                    <a:cubicBezTo>
                      <a:pt x="3557" y="1401"/>
                      <a:pt x="3506" y="1418"/>
                      <a:pt x="3466" y="1458"/>
                    </a:cubicBezTo>
                    <a:cubicBezTo>
                      <a:pt x="3422" y="1458"/>
                      <a:pt x="3377" y="1414"/>
                      <a:pt x="3333" y="1414"/>
                    </a:cubicBezTo>
                    <a:cubicBezTo>
                      <a:pt x="2313" y="1103"/>
                      <a:pt x="1337" y="660"/>
                      <a:pt x="449" y="38"/>
                    </a:cubicBezTo>
                    <a:cubicBezTo>
                      <a:pt x="416" y="12"/>
                      <a:pt x="382" y="0"/>
                      <a:pt x="3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67"/>
              <p:cNvSpPr/>
              <p:nvPr/>
            </p:nvSpPr>
            <p:spPr>
              <a:xfrm>
                <a:off x="5670852" y="1353281"/>
                <a:ext cx="207173" cy="136576"/>
              </a:xfrm>
              <a:custGeom>
                <a:avLst/>
                <a:gdLst/>
                <a:ahLst/>
                <a:cxnLst/>
                <a:rect l="l" t="t" r="r" b="b"/>
                <a:pathLst>
                  <a:path w="2917" h="1923" extrusionOk="0">
                    <a:moveTo>
                      <a:pt x="420" y="1"/>
                    </a:moveTo>
                    <a:cubicBezTo>
                      <a:pt x="181" y="1"/>
                      <a:pt x="1" y="289"/>
                      <a:pt x="212" y="465"/>
                    </a:cubicBezTo>
                    <a:cubicBezTo>
                      <a:pt x="833" y="1042"/>
                      <a:pt x="1588" y="1530"/>
                      <a:pt x="2342" y="1885"/>
                    </a:cubicBezTo>
                    <a:cubicBezTo>
                      <a:pt x="2395" y="1911"/>
                      <a:pt x="2446" y="1923"/>
                      <a:pt x="2494" y="1923"/>
                    </a:cubicBezTo>
                    <a:cubicBezTo>
                      <a:pt x="2764" y="1923"/>
                      <a:pt x="2917" y="1547"/>
                      <a:pt x="2653" y="1397"/>
                    </a:cubicBezTo>
                    <a:cubicBezTo>
                      <a:pt x="1898" y="1086"/>
                      <a:pt x="1188" y="642"/>
                      <a:pt x="612" y="66"/>
                    </a:cubicBezTo>
                    <a:cubicBezTo>
                      <a:pt x="548" y="20"/>
                      <a:pt x="482" y="1"/>
                      <a:pt x="4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67"/>
              <p:cNvSpPr/>
              <p:nvPr/>
            </p:nvSpPr>
            <p:spPr>
              <a:xfrm>
                <a:off x="5874971" y="1468195"/>
                <a:ext cx="59943" cy="41051"/>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67"/>
              <p:cNvSpPr/>
              <p:nvPr/>
            </p:nvSpPr>
            <p:spPr>
              <a:xfrm>
                <a:off x="5964459" y="1493479"/>
                <a:ext cx="58025" cy="43182"/>
              </a:xfrm>
              <a:custGeom>
                <a:avLst/>
                <a:gdLst/>
                <a:ahLst/>
                <a:cxnLst/>
                <a:rect l="l" t="t" r="r" b="b"/>
                <a:pathLst>
                  <a:path w="817" h="608" extrusionOk="0">
                    <a:moveTo>
                      <a:pt x="387" y="0"/>
                    </a:moveTo>
                    <a:cubicBezTo>
                      <a:pt x="188" y="0"/>
                      <a:pt x="0" y="283"/>
                      <a:pt x="205" y="487"/>
                    </a:cubicBezTo>
                    <a:lnTo>
                      <a:pt x="249" y="532"/>
                    </a:lnTo>
                    <a:cubicBezTo>
                      <a:pt x="313" y="585"/>
                      <a:pt x="381" y="608"/>
                      <a:pt x="446" y="608"/>
                    </a:cubicBezTo>
                    <a:cubicBezTo>
                      <a:pt x="652" y="608"/>
                      <a:pt x="817" y="379"/>
                      <a:pt x="648" y="177"/>
                    </a:cubicBezTo>
                    <a:lnTo>
                      <a:pt x="559" y="88"/>
                    </a:lnTo>
                    <a:cubicBezTo>
                      <a:pt x="508" y="26"/>
                      <a:pt x="447"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67"/>
              <p:cNvSpPr/>
              <p:nvPr/>
            </p:nvSpPr>
            <p:spPr>
              <a:xfrm>
                <a:off x="5620213" y="1559672"/>
                <a:ext cx="149573" cy="254261"/>
              </a:xfrm>
              <a:custGeom>
                <a:avLst/>
                <a:gdLst/>
                <a:ahLst/>
                <a:cxnLst/>
                <a:rect l="l" t="t" r="r" b="b"/>
                <a:pathLst>
                  <a:path w="2106" h="3580" extrusionOk="0">
                    <a:moveTo>
                      <a:pt x="359" y="0"/>
                    </a:moveTo>
                    <a:cubicBezTo>
                      <a:pt x="170" y="0"/>
                      <a:pt x="1" y="283"/>
                      <a:pt x="171" y="487"/>
                    </a:cubicBezTo>
                    <a:cubicBezTo>
                      <a:pt x="837" y="1330"/>
                      <a:pt x="1280" y="2306"/>
                      <a:pt x="1502" y="3371"/>
                    </a:cubicBezTo>
                    <a:cubicBezTo>
                      <a:pt x="1538" y="3516"/>
                      <a:pt x="1649" y="3580"/>
                      <a:pt x="1764" y="3580"/>
                    </a:cubicBezTo>
                    <a:cubicBezTo>
                      <a:pt x="1930" y="3580"/>
                      <a:pt x="2105" y="3448"/>
                      <a:pt x="2079" y="3238"/>
                    </a:cubicBezTo>
                    <a:cubicBezTo>
                      <a:pt x="1813" y="2084"/>
                      <a:pt x="1280" y="1020"/>
                      <a:pt x="526" y="88"/>
                    </a:cubicBezTo>
                    <a:cubicBezTo>
                      <a:pt x="474" y="26"/>
                      <a:pt x="416" y="0"/>
                      <a:pt x="3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67"/>
              <p:cNvSpPr/>
              <p:nvPr/>
            </p:nvSpPr>
            <p:spPr>
              <a:xfrm>
                <a:off x="5739531" y="1855197"/>
                <a:ext cx="58878" cy="43395"/>
              </a:xfrm>
              <a:custGeom>
                <a:avLst/>
                <a:gdLst/>
                <a:ahLst/>
                <a:cxnLst/>
                <a:rect l="l" t="t" r="r" b="b"/>
                <a:pathLst>
                  <a:path w="829" h="611" extrusionOk="0">
                    <a:moveTo>
                      <a:pt x="385" y="1"/>
                    </a:moveTo>
                    <a:cubicBezTo>
                      <a:pt x="189" y="1"/>
                      <a:pt x="1" y="241"/>
                      <a:pt x="177" y="452"/>
                    </a:cubicBezTo>
                    <a:lnTo>
                      <a:pt x="221" y="541"/>
                    </a:lnTo>
                    <a:cubicBezTo>
                      <a:pt x="280" y="590"/>
                      <a:pt x="345" y="611"/>
                      <a:pt x="408" y="611"/>
                    </a:cubicBezTo>
                    <a:cubicBezTo>
                      <a:pt x="631" y="611"/>
                      <a:pt x="828" y="349"/>
                      <a:pt x="621" y="142"/>
                    </a:cubicBezTo>
                    <a:lnTo>
                      <a:pt x="532" y="53"/>
                    </a:lnTo>
                    <a:cubicBezTo>
                      <a:pt x="487" y="17"/>
                      <a:pt x="436" y="1"/>
                      <a:pt x="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67"/>
              <p:cNvSpPr/>
              <p:nvPr/>
            </p:nvSpPr>
            <p:spPr>
              <a:xfrm>
                <a:off x="5592869" y="1632257"/>
                <a:ext cx="121448" cy="221590"/>
              </a:xfrm>
              <a:custGeom>
                <a:avLst/>
                <a:gdLst/>
                <a:ahLst/>
                <a:cxnLst/>
                <a:rect l="l" t="t" r="r" b="b"/>
                <a:pathLst>
                  <a:path w="1710" h="3120" extrusionOk="0">
                    <a:moveTo>
                      <a:pt x="387" y="1"/>
                    </a:moveTo>
                    <a:cubicBezTo>
                      <a:pt x="195" y="1"/>
                      <a:pt x="1" y="210"/>
                      <a:pt x="157" y="397"/>
                    </a:cubicBezTo>
                    <a:cubicBezTo>
                      <a:pt x="645" y="1151"/>
                      <a:pt x="1000" y="1994"/>
                      <a:pt x="1133" y="2926"/>
                    </a:cubicBezTo>
                    <a:cubicBezTo>
                      <a:pt x="1167" y="3061"/>
                      <a:pt x="1259" y="3119"/>
                      <a:pt x="1360" y="3119"/>
                    </a:cubicBezTo>
                    <a:cubicBezTo>
                      <a:pt x="1523" y="3119"/>
                      <a:pt x="1710" y="2968"/>
                      <a:pt x="1710" y="2748"/>
                    </a:cubicBezTo>
                    <a:cubicBezTo>
                      <a:pt x="1532" y="1817"/>
                      <a:pt x="1177" y="929"/>
                      <a:pt x="600" y="131"/>
                    </a:cubicBezTo>
                    <a:cubicBezTo>
                      <a:pt x="548" y="38"/>
                      <a:pt x="467"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67"/>
              <p:cNvSpPr/>
              <p:nvPr/>
            </p:nvSpPr>
            <p:spPr>
              <a:xfrm>
                <a:off x="5490526" y="1022600"/>
                <a:ext cx="104758" cy="319601"/>
              </a:xfrm>
              <a:custGeom>
                <a:avLst/>
                <a:gdLst/>
                <a:ahLst/>
                <a:cxnLst/>
                <a:rect l="l" t="t" r="r" b="b"/>
                <a:pathLst>
                  <a:path w="1475" h="4500" extrusionOk="0">
                    <a:moveTo>
                      <a:pt x="1121" y="0"/>
                    </a:moveTo>
                    <a:cubicBezTo>
                      <a:pt x="1008" y="0"/>
                      <a:pt x="895" y="57"/>
                      <a:pt x="843" y="196"/>
                    </a:cubicBezTo>
                    <a:cubicBezTo>
                      <a:pt x="355" y="1483"/>
                      <a:pt x="45" y="2814"/>
                      <a:pt x="1" y="4234"/>
                    </a:cubicBezTo>
                    <a:cubicBezTo>
                      <a:pt x="1" y="4411"/>
                      <a:pt x="145" y="4500"/>
                      <a:pt x="289" y="4500"/>
                    </a:cubicBezTo>
                    <a:cubicBezTo>
                      <a:pt x="433" y="4500"/>
                      <a:pt x="577" y="4411"/>
                      <a:pt x="577" y="4234"/>
                    </a:cubicBezTo>
                    <a:cubicBezTo>
                      <a:pt x="622" y="2902"/>
                      <a:pt x="932" y="1571"/>
                      <a:pt x="1420" y="329"/>
                    </a:cubicBezTo>
                    <a:cubicBezTo>
                      <a:pt x="1474" y="140"/>
                      <a:pt x="1298" y="0"/>
                      <a:pt x="1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67"/>
              <p:cNvSpPr/>
              <p:nvPr/>
            </p:nvSpPr>
            <p:spPr>
              <a:xfrm>
                <a:off x="5455228" y="985668"/>
                <a:ext cx="70667" cy="130113"/>
              </a:xfrm>
              <a:custGeom>
                <a:avLst/>
                <a:gdLst/>
                <a:ahLst/>
                <a:cxnLst/>
                <a:rect l="l" t="t" r="r" b="b"/>
                <a:pathLst>
                  <a:path w="995" h="1832" extrusionOk="0">
                    <a:moveTo>
                      <a:pt x="662" y="0"/>
                    </a:moveTo>
                    <a:cubicBezTo>
                      <a:pt x="552" y="0"/>
                      <a:pt x="444" y="67"/>
                      <a:pt x="409" y="228"/>
                    </a:cubicBezTo>
                    <a:cubicBezTo>
                      <a:pt x="276" y="627"/>
                      <a:pt x="143" y="1071"/>
                      <a:pt x="54" y="1470"/>
                    </a:cubicBezTo>
                    <a:cubicBezTo>
                      <a:pt x="1" y="1682"/>
                      <a:pt x="170" y="1831"/>
                      <a:pt x="333" y="1831"/>
                    </a:cubicBezTo>
                    <a:cubicBezTo>
                      <a:pt x="443" y="1831"/>
                      <a:pt x="551" y="1764"/>
                      <a:pt x="586" y="1603"/>
                    </a:cubicBezTo>
                    <a:cubicBezTo>
                      <a:pt x="719" y="1204"/>
                      <a:pt x="852" y="805"/>
                      <a:pt x="941" y="361"/>
                    </a:cubicBezTo>
                    <a:cubicBezTo>
                      <a:pt x="994" y="149"/>
                      <a:pt x="825" y="0"/>
                      <a:pt x="6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67"/>
              <p:cNvSpPr/>
              <p:nvPr/>
            </p:nvSpPr>
            <p:spPr>
              <a:xfrm>
                <a:off x="5334419" y="869120"/>
                <a:ext cx="86008" cy="87003"/>
              </a:xfrm>
              <a:custGeom>
                <a:avLst/>
                <a:gdLst/>
                <a:ahLst/>
                <a:cxnLst/>
                <a:rect l="l" t="t" r="r" b="b"/>
                <a:pathLst>
                  <a:path w="1211" h="1225" extrusionOk="0">
                    <a:moveTo>
                      <a:pt x="831" y="0"/>
                    </a:moveTo>
                    <a:cubicBezTo>
                      <a:pt x="744" y="0"/>
                      <a:pt x="657" y="41"/>
                      <a:pt x="601" y="139"/>
                    </a:cubicBezTo>
                    <a:cubicBezTo>
                      <a:pt x="468" y="360"/>
                      <a:pt x="335" y="627"/>
                      <a:pt x="158" y="849"/>
                    </a:cubicBezTo>
                    <a:cubicBezTo>
                      <a:pt x="1" y="1037"/>
                      <a:pt x="199" y="1225"/>
                      <a:pt x="391" y="1225"/>
                    </a:cubicBezTo>
                    <a:cubicBezTo>
                      <a:pt x="471" y="1225"/>
                      <a:pt x="549" y="1193"/>
                      <a:pt x="601" y="1115"/>
                    </a:cubicBezTo>
                    <a:cubicBezTo>
                      <a:pt x="779" y="893"/>
                      <a:pt x="956" y="671"/>
                      <a:pt x="1089" y="405"/>
                    </a:cubicBezTo>
                    <a:cubicBezTo>
                      <a:pt x="1211" y="192"/>
                      <a:pt x="1020" y="0"/>
                      <a:pt x="8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67"/>
              <p:cNvSpPr/>
              <p:nvPr/>
            </p:nvSpPr>
            <p:spPr>
              <a:xfrm>
                <a:off x="5345569" y="813510"/>
                <a:ext cx="41051" cy="49716"/>
              </a:xfrm>
              <a:custGeom>
                <a:avLst/>
                <a:gdLst/>
                <a:ahLst/>
                <a:cxnLst/>
                <a:rect l="l" t="t" r="r" b="b"/>
                <a:pathLst>
                  <a:path w="578" h="700" extrusionOk="0">
                    <a:moveTo>
                      <a:pt x="289" y="1"/>
                    </a:moveTo>
                    <a:cubicBezTo>
                      <a:pt x="145" y="1"/>
                      <a:pt x="1" y="101"/>
                      <a:pt x="1" y="300"/>
                    </a:cubicBezTo>
                    <a:lnTo>
                      <a:pt x="1" y="434"/>
                    </a:lnTo>
                    <a:cubicBezTo>
                      <a:pt x="1" y="611"/>
                      <a:pt x="145" y="700"/>
                      <a:pt x="289" y="700"/>
                    </a:cubicBezTo>
                    <a:cubicBezTo>
                      <a:pt x="433" y="700"/>
                      <a:pt x="577" y="611"/>
                      <a:pt x="577" y="434"/>
                    </a:cubicBezTo>
                    <a:lnTo>
                      <a:pt x="577" y="300"/>
                    </a:lnTo>
                    <a:cubicBezTo>
                      <a:pt x="577" y="101"/>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67"/>
              <p:cNvSpPr/>
              <p:nvPr/>
            </p:nvSpPr>
            <p:spPr>
              <a:xfrm>
                <a:off x="5334916" y="2132397"/>
                <a:ext cx="254616" cy="166690"/>
              </a:xfrm>
              <a:custGeom>
                <a:avLst/>
                <a:gdLst/>
                <a:ahLst/>
                <a:cxnLst/>
                <a:rect l="l" t="t" r="r" b="b"/>
                <a:pathLst>
                  <a:path w="3585" h="2347" extrusionOk="0">
                    <a:moveTo>
                      <a:pt x="384" y="0"/>
                    </a:moveTo>
                    <a:cubicBezTo>
                      <a:pt x="89" y="0"/>
                      <a:pt x="0" y="464"/>
                      <a:pt x="328" y="587"/>
                    </a:cubicBezTo>
                    <a:cubicBezTo>
                      <a:pt x="1215" y="853"/>
                      <a:pt x="2058" y="1341"/>
                      <a:pt x="2724" y="2007"/>
                    </a:cubicBezTo>
                    <a:cubicBezTo>
                      <a:pt x="2724" y="2095"/>
                      <a:pt x="2768" y="2184"/>
                      <a:pt x="2901" y="2228"/>
                    </a:cubicBezTo>
                    <a:lnTo>
                      <a:pt x="3079" y="2317"/>
                    </a:lnTo>
                    <a:cubicBezTo>
                      <a:pt x="3119" y="2337"/>
                      <a:pt x="3159" y="2346"/>
                      <a:pt x="3198" y="2346"/>
                    </a:cubicBezTo>
                    <a:cubicBezTo>
                      <a:pt x="3415" y="2346"/>
                      <a:pt x="3585" y="2062"/>
                      <a:pt x="3434" y="1874"/>
                    </a:cubicBezTo>
                    <a:cubicBezTo>
                      <a:pt x="2591" y="1031"/>
                      <a:pt x="1570" y="365"/>
                      <a:pt x="461" y="10"/>
                    </a:cubicBezTo>
                    <a:cubicBezTo>
                      <a:pt x="434" y="3"/>
                      <a:pt x="408" y="0"/>
                      <a:pt x="3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67"/>
              <p:cNvSpPr/>
              <p:nvPr/>
            </p:nvSpPr>
            <p:spPr>
              <a:xfrm>
                <a:off x="5379518" y="2074869"/>
                <a:ext cx="154829" cy="86363"/>
              </a:xfrm>
              <a:custGeom>
                <a:avLst/>
                <a:gdLst/>
                <a:ahLst/>
                <a:cxnLst/>
                <a:rect l="l" t="t" r="r" b="b"/>
                <a:pathLst>
                  <a:path w="2180" h="1216" extrusionOk="0">
                    <a:moveTo>
                      <a:pt x="346" y="0"/>
                    </a:moveTo>
                    <a:cubicBezTo>
                      <a:pt x="76" y="0"/>
                      <a:pt x="0" y="440"/>
                      <a:pt x="277" y="598"/>
                    </a:cubicBezTo>
                    <a:cubicBezTo>
                      <a:pt x="765" y="731"/>
                      <a:pt x="1209" y="953"/>
                      <a:pt x="1608" y="1175"/>
                    </a:cubicBezTo>
                    <a:cubicBezTo>
                      <a:pt x="1665" y="1203"/>
                      <a:pt x="1719" y="1216"/>
                      <a:pt x="1770" y="1216"/>
                    </a:cubicBezTo>
                    <a:cubicBezTo>
                      <a:pt x="2033" y="1216"/>
                      <a:pt x="2179" y="873"/>
                      <a:pt x="1918" y="687"/>
                    </a:cubicBezTo>
                    <a:cubicBezTo>
                      <a:pt x="1430" y="421"/>
                      <a:pt x="942" y="199"/>
                      <a:pt x="454" y="21"/>
                    </a:cubicBezTo>
                    <a:cubicBezTo>
                      <a:pt x="416" y="7"/>
                      <a:pt x="379"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67"/>
              <p:cNvSpPr/>
              <p:nvPr/>
            </p:nvSpPr>
            <p:spPr>
              <a:xfrm>
                <a:off x="5071422" y="2394683"/>
                <a:ext cx="70028" cy="189062"/>
              </a:xfrm>
              <a:custGeom>
                <a:avLst/>
                <a:gdLst/>
                <a:ahLst/>
                <a:cxnLst/>
                <a:rect l="l" t="t" r="r" b="b"/>
                <a:pathLst>
                  <a:path w="986" h="2662" extrusionOk="0">
                    <a:moveTo>
                      <a:pt x="649" y="0"/>
                    </a:moveTo>
                    <a:cubicBezTo>
                      <a:pt x="540" y="0"/>
                      <a:pt x="435" y="54"/>
                      <a:pt x="400" y="177"/>
                    </a:cubicBezTo>
                    <a:cubicBezTo>
                      <a:pt x="134" y="887"/>
                      <a:pt x="1" y="1641"/>
                      <a:pt x="1" y="2396"/>
                    </a:cubicBezTo>
                    <a:cubicBezTo>
                      <a:pt x="1" y="2573"/>
                      <a:pt x="145" y="2662"/>
                      <a:pt x="289" y="2662"/>
                    </a:cubicBezTo>
                    <a:cubicBezTo>
                      <a:pt x="433" y="2662"/>
                      <a:pt x="577" y="2573"/>
                      <a:pt x="577" y="2396"/>
                    </a:cubicBezTo>
                    <a:cubicBezTo>
                      <a:pt x="533" y="1686"/>
                      <a:pt x="666" y="976"/>
                      <a:pt x="932" y="310"/>
                    </a:cubicBezTo>
                    <a:cubicBezTo>
                      <a:pt x="986" y="123"/>
                      <a:pt x="814" y="0"/>
                      <a:pt x="6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67"/>
              <p:cNvSpPr/>
              <p:nvPr/>
            </p:nvSpPr>
            <p:spPr>
              <a:xfrm>
                <a:off x="5121848" y="2414428"/>
                <a:ext cx="66832" cy="236647"/>
              </a:xfrm>
              <a:custGeom>
                <a:avLst/>
                <a:gdLst/>
                <a:ahLst/>
                <a:cxnLst/>
                <a:rect l="l" t="t" r="r" b="b"/>
                <a:pathLst>
                  <a:path w="941" h="3332" extrusionOk="0">
                    <a:moveTo>
                      <a:pt x="614" y="1"/>
                    </a:moveTo>
                    <a:cubicBezTo>
                      <a:pt x="502" y="1"/>
                      <a:pt x="392" y="64"/>
                      <a:pt x="355" y="210"/>
                    </a:cubicBezTo>
                    <a:cubicBezTo>
                      <a:pt x="45" y="1141"/>
                      <a:pt x="0" y="2162"/>
                      <a:pt x="178" y="3138"/>
                    </a:cubicBezTo>
                    <a:cubicBezTo>
                      <a:pt x="195" y="3274"/>
                      <a:pt x="283" y="3331"/>
                      <a:pt x="383" y="3331"/>
                    </a:cubicBezTo>
                    <a:cubicBezTo>
                      <a:pt x="545" y="3331"/>
                      <a:pt x="738" y="3180"/>
                      <a:pt x="710" y="2960"/>
                    </a:cubicBezTo>
                    <a:cubicBezTo>
                      <a:pt x="577" y="2118"/>
                      <a:pt x="622" y="1230"/>
                      <a:pt x="888" y="343"/>
                    </a:cubicBezTo>
                    <a:cubicBezTo>
                      <a:pt x="940" y="133"/>
                      <a:pt x="776" y="1"/>
                      <a:pt x="6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67"/>
              <p:cNvSpPr/>
              <p:nvPr/>
            </p:nvSpPr>
            <p:spPr>
              <a:xfrm>
                <a:off x="5409844" y="3217124"/>
                <a:ext cx="160227" cy="229829"/>
              </a:xfrm>
              <a:custGeom>
                <a:avLst/>
                <a:gdLst/>
                <a:ahLst/>
                <a:cxnLst/>
                <a:rect l="l" t="t" r="r" b="b"/>
                <a:pathLst>
                  <a:path w="2256" h="3236" extrusionOk="0">
                    <a:moveTo>
                      <a:pt x="387" y="1"/>
                    </a:moveTo>
                    <a:cubicBezTo>
                      <a:pt x="188" y="1"/>
                      <a:pt x="0" y="283"/>
                      <a:pt x="205" y="488"/>
                    </a:cubicBezTo>
                    <a:cubicBezTo>
                      <a:pt x="826" y="1242"/>
                      <a:pt x="1358" y="2085"/>
                      <a:pt x="1669" y="3061"/>
                    </a:cubicBezTo>
                    <a:cubicBezTo>
                      <a:pt x="1703" y="3181"/>
                      <a:pt x="1804" y="3235"/>
                      <a:pt x="1910" y="3235"/>
                    </a:cubicBezTo>
                    <a:cubicBezTo>
                      <a:pt x="2077" y="3235"/>
                      <a:pt x="2256" y="3101"/>
                      <a:pt x="2201" y="2884"/>
                    </a:cubicBezTo>
                    <a:cubicBezTo>
                      <a:pt x="1846" y="1863"/>
                      <a:pt x="1314" y="887"/>
                      <a:pt x="560" y="88"/>
                    </a:cubicBezTo>
                    <a:cubicBezTo>
                      <a:pt x="508" y="27"/>
                      <a:pt x="447" y="1"/>
                      <a:pt x="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67"/>
              <p:cNvSpPr/>
              <p:nvPr/>
            </p:nvSpPr>
            <p:spPr>
              <a:xfrm>
                <a:off x="5456151" y="3174297"/>
                <a:ext cx="100142" cy="86861"/>
              </a:xfrm>
              <a:custGeom>
                <a:avLst/>
                <a:gdLst/>
                <a:ahLst/>
                <a:cxnLst/>
                <a:rect l="l" t="t" r="r" b="b"/>
                <a:pathLst>
                  <a:path w="1410" h="1223" extrusionOk="0">
                    <a:moveTo>
                      <a:pt x="409" y="1"/>
                    </a:moveTo>
                    <a:cubicBezTo>
                      <a:pt x="206" y="1"/>
                      <a:pt x="1" y="262"/>
                      <a:pt x="174" y="470"/>
                    </a:cubicBezTo>
                    <a:lnTo>
                      <a:pt x="839" y="1135"/>
                    </a:lnTo>
                    <a:cubicBezTo>
                      <a:pt x="891" y="1197"/>
                      <a:pt x="952" y="1223"/>
                      <a:pt x="1013" y="1223"/>
                    </a:cubicBezTo>
                    <a:cubicBezTo>
                      <a:pt x="1213" y="1223"/>
                      <a:pt x="1409" y="940"/>
                      <a:pt x="1239" y="736"/>
                    </a:cubicBezTo>
                    <a:cubicBezTo>
                      <a:pt x="973" y="470"/>
                      <a:pt x="795" y="292"/>
                      <a:pt x="573" y="70"/>
                    </a:cubicBezTo>
                    <a:cubicBezTo>
                      <a:pt x="524" y="21"/>
                      <a:pt x="467" y="1"/>
                      <a:pt x="40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67"/>
              <p:cNvSpPr/>
              <p:nvPr/>
            </p:nvSpPr>
            <p:spPr>
              <a:xfrm>
                <a:off x="5588963" y="3321953"/>
                <a:ext cx="59872" cy="61932"/>
              </a:xfrm>
              <a:custGeom>
                <a:avLst/>
                <a:gdLst/>
                <a:ahLst/>
                <a:cxnLst/>
                <a:rect l="l" t="t" r="r" b="b"/>
                <a:pathLst>
                  <a:path w="843" h="872" extrusionOk="0">
                    <a:moveTo>
                      <a:pt x="320" y="1"/>
                    </a:moveTo>
                    <a:cubicBezTo>
                      <a:pt x="154" y="1"/>
                      <a:pt x="0" y="133"/>
                      <a:pt x="79" y="343"/>
                    </a:cubicBezTo>
                    <a:cubicBezTo>
                      <a:pt x="123" y="432"/>
                      <a:pt x="167" y="609"/>
                      <a:pt x="212" y="698"/>
                    </a:cubicBezTo>
                    <a:cubicBezTo>
                      <a:pt x="263" y="818"/>
                      <a:pt x="375" y="872"/>
                      <a:pt x="487" y="872"/>
                    </a:cubicBezTo>
                    <a:cubicBezTo>
                      <a:pt x="664" y="872"/>
                      <a:pt x="843" y="738"/>
                      <a:pt x="789" y="520"/>
                    </a:cubicBezTo>
                    <a:cubicBezTo>
                      <a:pt x="700" y="432"/>
                      <a:pt x="655" y="298"/>
                      <a:pt x="611" y="210"/>
                    </a:cubicBezTo>
                    <a:cubicBezTo>
                      <a:pt x="557" y="64"/>
                      <a:pt x="435" y="1"/>
                      <a:pt x="3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67"/>
              <p:cNvSpPr/>
              <p:nvPr/>
            </p:nvSpPr>
            <p:spPr>
              <a:xfrm>
                <a:off x="5672628" y="2994468"/>
                <a:ext cx="104900" cy="194673"/>
              </a:xfrm>
              <a:custGeom>
                <a:avLst/>
                <a:gdLst/>
                <a:ahLst/>
                <a:cxnLst/>
                <a:rect l="l" t="t" r="r" b="b"/>
                <a:pathLst>
                  <a:path w="1477" h="2741" extrusionOk="0">
                    <a:moveTo>
                      <a:pt x="335" y="1"/>
                    </a:moveTo>
                    <a:cubicBezTo>
                      <a:pt x="171" y="1"/>
                      <a:pt x="1" y="144"/>
                      <a:pt x="54" y="384"/>
                    </a:cubicBezTo>
                    <a:cubicBezTo>
                      <a:pt x="232" y="1138"/>
                      <a:pt x="542" y="1892"/>
                      <a:pt x="897" y="2602"/>
                    </a:cubicBezTo>
                    <a:cubicBezTo>
                      <a:pt x="953" y="2700"/>
                      <a:pt x="1035" y="2741"/>
                      <a:pt x="1118" y="2741"/>
                    </a:cubicBezTo>
                    <a:cubicBezTo>
                      <a:pt x="1297" y="2741"/>
                      <a:pt x="1476" y="2549"/>
                      <a:pt x="1385" y="2336"/>
                    </a:cubicBezTo>
                    <a:cubicBezTo>
                      <a:pt x="1030" y="1626"/>
                      <a:pt x="764" y="961"/>
                      <a:pt x="587" y="206"/>
                    </a:cubicBezTo>
                    <a:cubicBezTo>
                      <a:pt x="551" y="64"/>
                      <a:pt x="445"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67"/>
              <p:cNvSpPr/>
              <p:nvPr/>
            </p:nvSpPr>
            <p:spPr>
              <a:xfrm>
                <a:off x="5751392" y="3031400"/>
                <a:ext cx="54900" cy="52486"/>
              </a:xfrm>
              <a:custGeom>
                <a:avLst/>
                <a:gdLst/>
                <a:ahLst/>
                <a:cxnLst/>
                <a:rect l="l" t="t" r="r" b="b"/>
                <a:pathLst>
                  <a:path w="773" h="739" extrusionOk="0">
                    <a:moveTo>
                      <a:pt x="356" y="0"/>
                    </a:moveTo>
                    <a:cubicBezTo>
                      <a:pt x="179" y="0"/>
                      <a:pt x="0" y="135"/>
                      <a:pt x="54" y="352"/>
                    </a:cubicBezTo>
                    <a:lnTo>
                      <a:pt x="143" y="529"/>
                    </a:lnTo>
                    <a:cubicBezTo>
                      <a:pt x="198" y="675"/>
                      <a:pt x="319" y="738"/>
                      <a:pt x="437" y="738"/>
                    </a:cubicBezTo>
                    <a:cubicBezTo>
                      <a:pt x="608" y="738"/>
                      <a:pt x="772" y="606"/>
                      <a:pt x="720" y="396"/>
                    </a:cubicBezTo>
                    <a:cubicBezTo>
                      <a:pt x="720" y="308"/>
                      <a:pt x="631" y="263"/>
                      <a:pt x="631" y="174"/>
                    </a:cubicBezTo>
                    <a:cubicBezTo>
                      <a:pt x="580" y="54"/>
                      <a:pt x="468"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67"/>
              <p:cNvSpPr/>
              <p:nvPr/>
            </p:nvSpPr>
            <p:spPr>
              <a:xfrm>
                <a:off x="5087189" y="3831540"/>
                <a:ext cx="59943" cy="41051"/>
              </a:xfrm>
              <a:custGeom>
                <a:avLst/>
                <a:gdLst/>
                <a:ahLst/>
                <a:cxnLst/>
                <a:rect l="l" t="t" r="r" b="b"/>
                <a:pathLst>
                  <a:path w="844" h="578" extrusionOk="0">
                    <a:moveTo>
                      <a:pt x="400" y="0"/>
                    </a:moveTo>
                    <a:cubicBezTo>
                      <a:pt x="0" y="0"/>
                      <a:pt x="0" y="577"/>
                      <a:pt x="400" y="577"/>
                    </a:cubicBezTo>
                    <a:lnTo>
                      <a:pt x="444" y="577"/>
                    </a:lnTo>
                    <a:cubicBezTo>
                      <a:pt x="843" y="577"/>
                      <a:pt x="843" y="0"/>
                      <a:pt x="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67"/>
              <p:cNvSpPr/>
              <p:nvPr/>
            </p:nvSpPr>
            <p:spPr>
              <a:xfrm>
                <a:off x="5097132" y="3409382"/>
                <a:ext cx="257954" cy="397016"/>
              </a:xfrm>
              <a:custGeom>
                <a:avLst/>
                <a:gdLst/>
                <a:ahLst/>
                <a:cxnLst/>
                <a:rect l="l" t="t" r="r" b="b"/>
                <a:pathLst>
                  <a:path w="3632" h="5590" extrusionOk="0">
                    <a:moveTo>
                      <a:pt x="397" y="0"/>
                    </a:moveTo>
                    <a:cubicBezTo>
                      <a:pt x="196" y="0"/>
                      <a:pt x="1" y="283"/>
                      <a:pt x="171" y="487"/>
                    </a:cubicBezTo>
                    <a:cubicBezTo>
                      <a:pt x="526" y="842"/>
                      <a:pt x="925" y="1197"/>
                      <a:pt x="1280" y="1508"/>
                    </a:cubicBezTo>
                    <a:cubicBezTo>
                      <a:pt x="703" y="2706"/>
                      <a:pt x="304" y="3992"/>
                      <a:pt x="127" y="5323"/>
                    </a:cubicBezTo>
                    <a:cubicBezTo>
                      <a:pt x="104" y="5501"/>
                      <a:pt x="226" y="5589"/>
                      <a:pt x="360" y="5589"/>
                    </a:cubicBezTo>
                    <a:cubicBezTo>
                      <a:pt x="493" y="5589"/>
                      <a:pt x="637" y="5501"/>
                      <a:pt x="659" y="5323"/>
                    </a:cubicBezTo>
                    <a:cubicBezTo>
                      <a:pt x="836" y="4125"/>
                      <a:pt x="1191" y="2927"/>
                      <a:pt x="1768" y="1863"/>
                    </a:cubicBezTo>
                    <a:cubicBezTo>
                      <a:pt x="1857" y="1907"/>
                      <a:pt x="1946" y="1996"/>
                      <a:pt x="2079" y="2040"/>
                    </a:cubicBezTo>
                    <a:cubicBezTo>
                      <a:pt x="1591" y="2927"/>
                      <a:pt x="1280" y="3859"/>
                      <a:pt x="1147" y="4835"/>
                    </a:cubicBezTo>
                    <a:cubicBezTo>
                      <a:pt x="1125" y="5013"/>
                      <a:pt x="1258" y="5101"/>
                      <a:pt x="1402" y="5101"/>
                    </a:cubicBezTo>
                    <a:cubicBezTo>
                      <a:pt x="1546" y="5101"/>
                      <a:pt x="1702" y="5013"/>
                      <a:pt x="1724" y="4835"/>
                    </a:cubicBezTo>
                    <a:cubicBezTo>
                      <a:pt x="1813" y="3948"/>
                      <a:pt x="2079" y="3105"/>
                      <a:pt x="2522" y="2351"/>
                    </a:cubicBezTo>
                    <a:lnTo>
                      <a:pt x="2567" y="2351"/>
                    </a:lnTo>
                    <a:cubicBezTo>
                      <a:pt x="2789" y="2439"/>
                      <a:pt x="3055" y="2661"/>
                      <a:pt x="3277" y="2661"/>
                    </a:cubicBezTo>
                    <a:cubicBezTo>
                      <a:pt x="3619" y="2618"/>
                      <a:pt x="3631" y="2082"/>
                      <a:pt x="3315" y="2082"/>
                    </a:cubicBezTo>
                    <a:cubicBezTo>
                      <a:pt x="3303" y="2082"/>
                      <a:pt x="3290" y="2083"/>
                      <a:pt x="3277" y="2084"/>
                    </a:cubicBezTo>
                    <a:cubicBezTo>
                      <a:pt x="3144" y="2084"/>
                      <a:pt x="2789" y="1818"/>
                      <a:pt x="2700" y="1774"/>
                    </a:cubicBezTo>
                    <a:cubicBezTo>
                      <a:pt x="2434" y="1596"/>
                      <a:pt x="2168" y="1463"/>
                      <a:pt x="1946" y="1286"/>
                    </a:cubicBezTo>
                    <a:cubicBezTo>
                      <a:pt x="1458" y="931"/>
                      <a:pt x="1014" y="532"/>
                      <a:pt x="570" y="88"/>
                    </a:cubicBezTo>
                    <a:cubicBezTo>
                      <a:pt x="519" y="26"/>
                      <a:pt x="458" y="0"/>
                      <a:pt x="3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67"/>
              <p:cNvSpPr/>
              <p:nvPr/>
            </p:nvSpPr>
            <p:spPr>
              <a:xfrm>
                <a:off x="5141237" y="3365206"/>
                <a:ext cx="115341" cy="92329"/>
              </a:xfrm>
              <a:custGeom>
                <a:avLst/>
                <a:gdLst/>
                <a:ahLst/>
                <a:cxnLst/>
                <a:rect l="l" t="t" r="r" b="b"/>
                <a:pathLst>
                  <a:path w="1624" h="1300" extrusionOk="0">
                    <a:moveTo>
                      <a:pt x="397" y="1"/>
                    </a:moveTo>
                    <a:cubicBezTo>
                      <a:pt x="197" y="1"/>
                      <a:pt x="1" y="284"/>
                      <a:pt x="171" y="488"/>
                    </a:cubicBezTo>
                    <a:cubicBezTo>
                      <a:pt x="437" y="799"/>
                      <a:pt x="748" y="1065"/>
                      <a:pt x="1103" y="1242"/>
                    </a:cubicBezTo>
                    <a:cubicBezTo>
                      <a:pt x="1151" y="1282"/>
                      <a:pt x="1200" y="1299"/>
                      <a:pt x="1247" y="1299"/>
                    </a:cubicBezTo>
                    <a:cubicBezTo>
                      <a:pt x="1460" y="1299"/>
                      <a:pt x="1624" y="944"/>
                      <a:pt x="1369" y="799"/>
                    </a:cubicBezTo>
                    <a:cubicBezTo>
                      <a:pt x="1058" y="577"/>
                      <a:pt x="792" y="355"/>
                      <a:pt x="570" y="89"/>
                    </a:cubicBezTo>
                    <a:cubicBezTo>
                      <a:pt x="519" y="27"/>
                      <a:pt x="458" y="1"/>
                      <a:pt x="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67"/>
              <p:cNvSpPr/>
              <p:nvPr/>
            </p:nvSpPr>
            <p:spPr>
              <a:xfrm>
                <a:off x="5309064" y="3478629"/>
                <a:ext cx="105895" cy="57386"/>
              </a:xfrm>
              <a:custGeom>
                <a:avLst/>
                <a:gdLst/>
                <a:ahLst/>
                <a:cxnLst/>
                <a:rect l="l" t="t" r="r" b="b"/>
                <a:pathLst>
                  <a:path w="1491" h="808" extrusionOk="0">
                    <a:moveTo>
                      <a:pt x="404" y="1"/>
                    </a:moveTo>
                    <a:cubicBezTo>
                      <a:pt x="186" y="1"/>
                      <a:pt x="0" y="274"/>
                      <a:pt x="204" y="444"/>
                    </a:cubicBezTo>
                    <a:cubicBezTo>
                      <a:pt x="436" y="676"/>
                      <a:pt x="703" y="807"/>
                      <a:pt x="1003" y="807"/>
                    </a:cubicBezTo>
                    <a:cubicBezTo>
                      <a:pt x="1046" y="807"/>
                      <a:pt x="1091" y="804"/>
                      <a:pt x="1136" y="799"/>
                    </a:cubicBezTo>
                    <a:cubicBezTo>
                      <a:pt x="1491" y="799"/>
                      <a:pt x="1491" y="266"/>
                      <a:pt x="1136" y="266"/>
                    </a:cubicBezTo>
                    <a:cubicBezTo>
                      <a:pt x="958" y="266"/>
                      <a:pt x="736" y="222"/>
                      <a:pt x="603" y="89"/>
                    </a:cubicBezTo>
                    <a:cubicBezTo>
                      <a:pt x="541" y="26"/>
                      <a:pt x="471" y="1"/>
                      <a:pt x="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67"/>
              <p:cNvSpPr/>
              <p:nvPr/>
            </p:nvSpPr>
            <p:spPr>
              <a:xfrm>
                <a:off x="4719790" y="3627634"/>
                <a:ext cx="159517" cy="219886"/>
              </a:xfrm>
              <a:custGeom>
                <a:avLst/>
                <a:gdLst/>
                <a:ahLst/>
                <a:cxnLst/>
                <a:rect l="l" t="t" r="r" b="b"/>
                <a:pathLst>
                  <a:path w="2246" h="3096" extrusionOk="0">
                    <a:moveTo>
                      <a:pt x="341" y="1"/>
                    </a:moveTo>
                    <a:cubicBezTo>
                      <a:pt x="176" y="1"/>
                      <a:pt x="1" y="133"/>
                      <a:pt x="27" y="342"/>
                    </a:cubicBezTo>
                    <a:cubicBezTo>
                      <a:pt x="160" y="964"/>
                      <a:pt x="426" y="1585"/>
                      <a:pt x="825" y="2117"/>
                    </a:cubicBezTo>
                    <a:cubicBezTo>
                      <a:pt x="1040" y="2418"/>
                      <a:pt x="1464" y="3095"/>
                      <a:pt x="1894" y="3095"/>
                    </a:cubicBezTo>
                    <a:cubicBezTo>
                      <a:pt x="1908" y="3095"/>
                      <a:pt x="1921" y="3095"/>
                      <a:pt x="1935" y="3093"/>
                    </a:cubicBezTo>
                    <a:cubicBezTo>
                      <a:pt x="2068" y="3093"/>
                      <a:pt x="2156" y="3005"/>
                      <a:pt x="2201" y="2916"/>
                    </a:cubicBezTo>
                    <a:cubicBezTo>
                      <a:pt x="2245" y="2783"/>
                      <a:pt x="2201" y="2650"/>
                      <a:pt x="2112" y="2561"/>
                    </a:cubicBezTo>
                    <a:cubicBezTo>
                      <a:pt x="2081" y="2529"/>
                      <a:pt x="2027" y="2498"/>
                      <a:pt x="1967" y="2498"/>
                    </a:cubicBezTo>
                    <a:cubicBezTo>
                      <a:pt x="1942" y="2498"/>
                      <a:pt x="1916" y="2503"/>
                      <a:pt x="1890" y="2516"/>
                    </a:cubicBezTo>
                    <a:cubicBezTo>
                      <a:pt x="1757" y="2383"/>
                      <a:pt x="1668" y="2295"/>
                      <a:pt x="1580" y="2162"/>
                    </a:cubicBezTo>
                    <a:cubicBezTo>
                      <a:pt x="1402" y="1984"/>
                      <a:pt x="1225" y="1762"/>
                      <a:pt x="1092" y="1540"/>
                    </a:cubicBezTo>
                    <a:cubicBezTo>
                      <a:pt x="870" y="1097"/>
                      <a:pt x="692" y="653"/>
                      <a:pt x="603" y="209"/>
                    </a:cubicBezTo>
                    <a:cubicBezTo>
                      <a:pt x="567" y="64"/>
                      <a:pt x="457" y="1"/>
                      <a:pt x="3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67"/>
              <p:cNvSpPr/>
              <p:nvPr/>
            </p:nvSpPr>
            <p:spPr>
              <a:xfrm>
                <a:off x="4872985" y="3837932"/>
                <a:ext cx="58594" cy="41477"/>
              </a:xfrm>
              <a:custGeom>
                <a:avLst/>
                <a:gdLst/>
                <a:ahLst/>
                <a:cxnLst/>
                <a:rect l="l" t="t" r="r" b="b"/>
                <a:pathLst>
                  <a:path w="825" h="584" extrusionOk="0">
                    <a:moveTo>
                      <a:pt x="418" y="0"/>
                    </a:moveTo>
                    <a:cubicBezTo>
                      <a:pt x="352" y="0"/>
                      <a:pt x="283" y="26"/>
                      <a:pt x="221" y="88"/>
                    </a:cubicBezTo>
                    <a:lnTo>
                      <a:pt x="177" y="132"/>
                    </a:lnTo>
                    <a:cubicBezTo>
                      <a:pt x="0" y="344"/>
                      <a:pt x="189" y="584"/>
                      <a:pt x="385" y="584"/>
                    </a:cubicBezTo>
                    <a:cubicBezTo>
                      <a:pt x="435" y="584"/>
                      <a:pt x="486" y="568"/>
                      <a:pt x="532" y="532"/>
                    </a:cubicBezTo>
                    <a:lnTo>
                      <a:pt x="621" y="487"/>
                    </a:lnTo>
                    <a:cubicBezTo>
                      <a:pt x="825" y="283"/>
                      <a:pt x="637" y="0"/>
                      <a:pt x="4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67"/>
              <p:cNvSpPr/>
              <p:nvPr/>
            </p:nvSpPr>
            <p:spPr>
              <a:xfrm>
                <a:off x="4777815" y="3611867"/>
                <a:ext cx="99432" cy="103125"/>
              </a:xfrm>
              <a:custGeom>
                <a:avLst/>
                <a:gdLst/>
                <a:ahLst/>
                <a:cxnLst/>
                <a:rect l="l" t="t" r="r" b="b"/>
                <a:pathLst>
                  <a:path w="1400" h="1452" extrusionOk="0">
                    <a:moveTo>
                      <a:pt x="335" y="1"/>
                    </a:moveTo>
                    <a:cubicBezTo>
                      <a:pt x="165" y="1"/>
                      <a:pt x="0" y="133"/>
                      <a:pt x="53" y="343"/>
                    </a:cubicBezTo>
                    <a:cubicBezTo>
                      <a:pt x="230" y="742"/>
                      <a:pt x="452" y="1097"/>
                      <a:pt x="807" y="1363"/>
                    </a:cubicBezTo>
                    <a:cubicBezTo>
                      <a:pt x="870" y="1426"/>
                      <a:pt x="939" y="1451"/>
                      <a:pt x="1006" y="1451"/>
                    </a:cubicBezTo>
                    <a:cubicBezTo>
                      <a:pt x="1222" y="1451"/>
                      <a:pt x="1400" y="1178"/>
                      <a:pt x="1162" y="1008"/>
                    </a:cubicBezTo>
                    <a:cubicBezTo>
                      <a:pt x="940" y="786"/>
                      <a:pt x="763" y="520"/>
                      <a:pt x="629" y="210"/>
                    </a:cubicBezTo>
                    <a:cubicBezTo>
                      <a:pt x="575" y="64"/>
                      <a:pt x="454"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67"/>
              <p:cNvSpPr/>
              <p:nvPr/>
            </p:nvSpPr>
            <p:spPr>
              <a:xfrm>
                <a:off x="4557503" y="3664992"/>
                <a:ext cx="164204" cy="81747"/>
              </a:xfrm>
              <a:custGeom>
                <a:avLst/>
                <a:gdLst/>
                <a:ahLst/>
                <a:cxnLst/>
                <a:rect l="l" t="t" r="r" b="b"/>
                <a:pathLst>
                  <a:path w="2312" h="1151" extrusionOk="0">
                    <a:moveTo>
                      <a:pt x="402" y="0"/>
                    </a:moveTo>
                    <a:cubicBezTo>
                      <a:pt x="159" y="0"/>
                      <a:pt x="0" y="375"/>
                      <a:pt x="226" y="526"/>
                    </a:cubicBezTo>
                    <a:cubicBezTo>
                      <a:pt x="759" y="881"/>
                      <a:pt x="1336" y="1103"/>
                      <a:pt x="2001" y="1147"/>
                    </a:cubicBezTo>
                    <a:cubicBezTo>
                      <a:pt x="2014" y="1149"/>
                      <a:pt x="2025" y="1150"/>
                      <a:pt x="2037" y="1150"/>
                    </a:cubicBezTo>
                    <a:cubicBezTo>
                      <a:pt x="2311" y="1150"/>
                      <a:pt x="2299" y="658"/>
                      <a:pt x="2001" y="615"/>
                    </a:cubicBezTo>
                    <a:cubicBezTo>
                      <a:pt x="1469" y="526"/>
                      <a:pt x="936" y="349"/>
                      <a:pt x="537" y="38"/>
                    </a:cubicBezTo>
                    <a:cubicBezTo>
                      <a:pt x="490" y="12"/>
                      <a:pt x="445" y="0"/>
                      <a:pt x="4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67"/>
              <p:cNvSpPr/>
              <p:nvPr/>
            </p:nvSpPr>
            <p:spPr>
              <a:xfrm>
                <a:off x="4516737" y="3718330"/>
                <a:ext cx="134730" cy="75710"/>
              </a:xfrm>
              <a:custGeom>
                <a:avLst/>
                <a:gdLst/>
                <a:ahLst/>
                <a:cxnLst/>
                <a:rect l="l" t="t" r="r" b="b"/>
                <a:pathLst>
                  <a:path w="1897" h="1066" extrusionOk="0">
                    <a:moveTo>
                      <a:pt x="390" y="1"/>
                    </a:moveTo>
                    <a:cubicBezTo>
                      <a:pt x="152" y="1"/>
                      <a:pt x="0" y="343"/>
                      <a:pt x="224" y="530"/>
                    </a:cubicBezTo>
                    <a:cubicBezTo>
                      <a:pt x="623" y="796"/>
                      <a:pt x="1067" y="973"/>
                      <a:pt x="1510" y="1062"/>
                    </a:cubicBezTo>
                    <a:cubicBezTo>
                      <a:pt x="1525" y="1064"/>
                      <a:pt x="1539" y="1065"/>
                      <a:pt x="1553" y="1065"/>
                    </a:cubicBezTo>
                    <a:cubicBezTo>
                      <a:pt x="1828" y="1065"/>
                      <a:pt x="1897" y="659"/>
                      <a:pt x="1643" y="574"/>
                    </a:cubicBezTo>
                    <a:cubicBezTo>
                      <a:pt x="1244" y="441"/>
                      <a:pt x="845" y="263"/>
                      <a:pt x="534" y="42"/>
                    </a:cubicBezTo>
                    <a:cubicBezTo>
                      <a:pt x="484" y="13"/>
                      <a:pt x="436" y="1"/>
                      <a:pt x="3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67"/>
              <p:cNvSpPr/>
              <p:nvPr/>
            </p:nvSpPr>
            <p:spPr>
              <a:xfrm>
                <a:off x="4869576" y="2023236"/>
                <a:ext cx="220667" cy="239488"/>
              </a:xfrm>
              <a:custGeom>
                <a:avLst/>
                <a:gdLst/>
                <a:ahLst/>
                <a:cxnLst/>
                <a:rect l="l" t="t" r="r" b="b"/>
                <a:pathLst>
                  <a:path w="3107" h="3372" extrusionOk="0">
                    <a:moveTo>
                      <a:pt x="2669" y="0"/>
                    </a:moveTo>
                    <a:cubicBezTo>
                      <a:pt x="2625" y="0"/>
                      <a:pt x="2579" y="12"/>
                      <a:pt x="2532" y="39"/>
                    </a:cubicBezTo>
                    <a:cubicBezTo>
                      <a:pt x="1467" y="793"/>
                      <a:pt x="624" y="1769"/>
                      <a:pt x="92" y="2967"/>
                    </a:cubicBezTo>
                    <a:cubicBezTo>
                      <a:pt x="1" y="3180"/>
                      <a:pt x="180" y="3372"/>
                      <a:pt x="359" y="3372"/>
                    </a:cubicBezTo>
                    <a:cubicBezTo>
                      <a:pt x="442" y="3372"/>
                      <a:pt x="524" y="3331"/>
                      <a:pt x="580" y="3233"/>
                    </a:cubicBezTo>
                    <a:cubicBezTo>
                      <a:pt x="1068" y="2124"/>
                      <a:pt x="1822" y="1192"/>
                      <a:pt x="2843" y="527"/>
                    </a:cubicBezTo>
                    <a:cubicBezTo>
                      <a:pt x="3107" y="376"/>
                      <a:pt x="2922" y="0"/>
                      <a:pt x="2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67"/>
              <p:cNvSpPr/>
              <p:nvPr/>
            </p:nvSpPr>
            <p:spPr>
              <a:xfrm>
                <a:off x="5055655" y="1932185"/>
                <a:ext cx="41051" cy="43395"/>
              </a:xfrm>
              <a:custGeom>
                <a:avLst/>
                <a:gdLst/>
                <a:ahLst/>
                <a:cxnLst/>
                <a:rect l="l" t="t" r="r" b="b"/>
                <a:pathLst>
                  <a:path w="578" h="611" extrusionOk="0">
                    <a:moveTo>
                      <a:pt x="289" y="1"/>
                    </a:moveTo>
                    <a:cubicBezTo>
                      <a:pt x="145" y="1"/>
                      <a:pt x="1" y="100"/>
                      <a:pt x="1" y="300"/>
                    </a:cubicBezTo>
                    <a:lnTo>
                      <a:pt x="1" y="344"/>
                    </a:lnTo>
                    <a:cubicBezTo>
                      <a:pt x="1" y="522"/>
                      <a:pt x="145" y="611"/>
                      <a:pt x="289" y="611"/>
                    </a:cubicBezTo>
                    <a:cubicBezTo>
                      <a:pt x="433" y="611"/>
                      <a:pt x="578" y="522"/>
                      <a:pt x="578" y="344"/>
                    </a:cubicBezTo>
                    <a:lnTo>
                      <a:pt x="578" y="300"/>
                    </a:lnTo>
                    <a:cubicBezTo>
                      <a:pt x="578" y="10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67"/>
              <p:cNvSpPr/>
              <p:nvPr/>
            </p:nvSpPr>
            <p:spPr>
              <a:xfrm>
                <a:off x="4832716" y="1716774"/>
                <a:ext cx="240127" cy="467044"/>
              </a:xfrm>
              <a:custGeom>
                <a:avLst/>
                <a:gdLst/>
                <a:ahLst/>
                <a:cxnLst/>
                <a:rect l="l" t="t" r="r" b="b"/>
                <a:pathLst>
                  <a:path w="3381" h="6576" extrusionOk="0">
                    <a:moveTo>
                      <a:pt x="2999" y="0"/>
                    </a:moveTo>
                    <a:cubicBezTo>
                      <a:pt x="2907" y="0"/>
                      <a:pt x="2810" y="41"/>
                      <a:pt x="2740" y="139"/>
                    </a:cubicBezTo>
                    <a:cubicBezTo>
                      <a:pt x="2031" y="1248"/>
                      <a:pt x="1321" y="2889"/>
                      <a:pt x="1720" y="4265"/>
                    </a:cubicBezTo>
                    <a:cubicBezTo>
                      <a:pt x="1631" y="4354"/>
                      <a:pt x="1542" y="4442"/>
                      <a:pt x="1454" y="4487"/>
                    </a:cubicBezTo>
                    <a:cubicBezTo>
                      <a:pt x="1321" y="4043"/>
                      <a:pt x="1276" y="3555"/>
                      <a:pt x="1321" y="3067"/>
                    </a:cubicBezTo>
                    <a:cubicBezTo>
                      <a:pt x="1365" y="2534"/>
                      <a:pt x="1454" y="2046"/>
                      <a:pt x="1631" y="1603"/>
                    </a:cubicBezTo>
                    <a:cubicBezTo>
                      <a:pt x="1684" y="1363"/>
                      <a:pt x="1498" y="1219"/>
                      <a:pt x="1321" y="1219"/>
                    </a:cubicBezTo>
                    <a:cubicBezTo>
                      <a:pt x="1204" y="1219"/>
                      <a:pt x="1090" y="1283"/>
                      <a:pt x="1054" y="1425"/>
                    </a:cubicBezTo>
                    <a:cubicBezTo>
                      <a:pt x="788" y="2401"/>
                      <a:pt x="433" y="3954"/>
                      <a:pt x="1010" y="4842"/>
                    </a:cubicBezTo>
                    <a:cubicBezTo>
                      <a:pt x="655" y="5241"/>
                      <a:pt x="345" y="5685"/>
                      <a:pt x="123" y="6128"/>
                    </a:cubicBezTo>
                    <a:cubicBezTo>
                      <a:pt x="0" y="6373"/>
                      <a:pt x="195" y="6576"/>
                      <a:pt x="371" y="6576"/>
                    </a:cubicBezTo>
                    <a:cubicBezTo>
                      <a:pt x="450" y="6576"/>
                      <a:pt x="525" y="6535"/>
                      <a:pt x="566" y="6439"/>
                    </a:cubicBezTo>
                    <a:cubicBezTo>
                      <a:pt x="921" y="5729"/>
                      <a:pt x="1409" y="5152"/>
                      <a:pt x="2031" y="4709"/>
                    </a:cubicBezTo>
                    <a:cubicBezTo>
                      <a:pt x="2119" y="4709"/>
                      <a:pt x="2208" y="4664"/>
                      <a:pt x="2252" y="4575"/>
                    </a:cubicBezTo>
                    <a:cubicBezTo>
                      <a:pt x="2430" y="4487"/>
                      <a:pt x="2607" y="4354"/>
                      <a:pt x="2785" y="4265"/>
                    </a:cubicBezTo>
                    <a:cubicBezTo>
                      <a:pt x="3049" y="4152"/>
                      <a:pt x="2864" y="3783"/>
                      <a:pt x="2613" y="3783"/>
                    </a:cubicBezTo>
                    <a:cubicBezTo>
                      <a:pt x="2568" y="3783"/>
                      <a:pt x="2521" y="3794"/>
                      <a:pt x="2474" y="3821"/>
                    </a:cubicBezTo>
                    <a:cubicBezTo>
                      <a:pt x="2385" y="3866"/>
                      <a:pt x="2297" y="3910"/>
                      <a:pt x="2208" y="3954"/>
                    </a:cubicBezTo>
                    <a:cubicBezTo>
                      <a:pt x="1942" y="2801"/>
                      <a:pt x="2652" y="1337"/>
                      <a:pt x="3228" y="405"/>
                    </a:cubicBezTo>
                    <a:cubicBezTo>
                      <a:pt x="3380" y="192"/>
                      <a:pt x="3199" y="0"/>
                      <a:pt x="2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67"/>
              <p:cNvSpPr/>
              <p:nvPr/>
            </p:nvSpPr>
            <p:spPr>
              <a:xfrm>
                <a:off x="5065101" y="1661163"/>
                <a:ext cx="41051" cy="43466"/>
              </a:xfrm>
              <a:custGeom>
                <a:avLst/>
                <a:gdLst/>
                <a:ahLst/>
                <a:cxnLst/>
                <a:rect l="l" t="t" r="r" b="b"/>
                <a:pathLst>
                  <a:path w="578" h="612" extrusionOk="0">
                    <a:moveTo>
                      <a:pt x="289" y="1"/>
                    </a:moveTo>
                    <a:cubicBezTo>
                      <a:pt x="145" y="1"/>
                      <a:pt x="1" y="101"/>
                      <a:pt x="1" y="300"/>
                    </a:cubicBezTo>
                    <a:lnTo>
                      <a:pt x="1" y="345"/>
                    </a:lnTo>
                    <a:cubicBezTo>
                      <a:pt x="1" y="522"/>
                      <a:pt x="145" y="611"/>
                      <a:pt x="289" y="611"/>
                    </a:cubicBezTo>
                    <a:cubicBezTo>
                      <a:pt x="433" y="611"/>
                      <a:pt x="578" y="522"/>
                      <a:pt x="578" y="345"/>
                    </a:cubicBezTo>
                    <a:lnTo>
                      <a:pt x="578" y="300"/>
                    </a:lnTo>
                    <a:cubicBezTo>
                      <a:pt x="578" y="101"/>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67"/>
              <p:cNvSpPr/>
              <p:nvPr/>
            </p:nvSpPr>
            <p:spPr>
              <a:xfrm>
                <a:off x="4976891" y="1650936"/>
                <a:ext cx="41051" cy="44176"/>
              </a:xfrm>
              <a:custGeom>
                <a:avLst/>
                <a:gdLst/>
                <a:ahLst/>
                <a:cxnLst/>
                <a:rect l="l" t="t" r="r" b="b"/>
                <a:pathLst>
                  <a:path w="578" h="622" extrusionOk="0">
                    <a:moveTo>
                      <a:pt x="289" y="1"/>
                    </a:moveTo>
                    <a:cubicBezTo>
                      <a:pt x="145" y="1"/>
                      <a:pt x="1" y="90"/>
                      <a:pt x="1" y="267"/>
                    </a:cubicBezTo>
                    <a:lnTo>
                      <a:pt x="1" y="356"/>
                    </a:lnTo>
                    <a:cubicBezTo>
                      <a:pt x="1" y="533"/>
                      <a:pt x="134" y="622"/>
                      <a:pt x="272" y="622"/>
                    </a:cubicBezTo>
                    <a:cubicBezTo>
                      <a:pt x="411" y="622"/>
                      <a:pt x="555" y="533"/>
                      <a:pt x="577" y="356"/>
                    </a:cubicBezTo>
                    <a:lnTo>
                      <a:pt x="577" y="267"/>
                    </a:lnTo>
                    <a:cubicBezTo>
                      <a:pt x="577" y="90"/>
                      <a:pt x="433" y="1"/>
                      <a:pt x="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67"/>
              <p:cNvSpPr/>
              <p:nvPr/>
            </p:nvSpPr>
            <p:spPr>
              <a:xfrm>
                <a:off x="5100044" y="1306619"/>
                <a:ext cx="135440" cy="98366"/>
              </a:xfrm>
              <a:custGeom>
                <a:avLst/>
                <a:gdLst/>
                <a:ahLst/>
                <a:cxnLst/>
                <a:rect l="l" t="t" r="r" b="b"/>
                <a:pathLst>
                  <a:path w="1907" h="1385" extrusionOk="0">
                    <a:moveTo>
                      <a:pt x="329" y="0"/>
                    </a:moveTo>
                    <a:cubicBezTo>
                      <a:pt x="110" y="0"/>
                      <a:pt x="0" y="355"/>
                      <a:pt x="219" y="501"/>
                    </a:cubicBezTo>
                    <a:lnTo>
                      <a:pt x="1417" y="1344"/>
                    </a:lnTo>
                    <a:cubicBezTo>
                      <a:pt x="1459" y="1372"/>
                      <a:pt x="1502" y="1385"/>
                      <a:pt x="1542" y="1385"/>
                    </a:cubicBezTo>
                    <a:cubicBezTo>
                      <a:pt x="1755" y="1385"/>
                      <a:pt x="1906" y="1042"/>
                      <a:pt x="1683" y="856"/>
                    </a:cubicBezTo>
                    <a:lnTo>
                      <a:pt x="485" y="57"/>
                    </a:lnTo>
                    <a:cubicBezTo>
                      <a:pt x="429" y="17"/>
                      <a:pt x="376" y="0"/>
                      <a:pt x="3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67"/>
              <p:cNvSpPr/>
              <p:nvPr/>
            </p:nvSpPr>
            <p:spPr>
              <a:xfrm>
                <a:off x="5134632" y="1266988"/>
                <a:ext cx="91406" cy="58238"/>
              </a:xfrm>
              <a:custGeom>
                <a:avLst/>
                <a:gdLst/>
                <a:ahLst/>
                <a:cxnLst/>
                <a:rect l="l" t="t" r="r" b="b"/>
                <a:pathLst>
                  <a:path w="1287" h="820" extrusionOk="0">
                    <a:moveTo>
                      <a:pt x="423" y="0"/>
                    </a:moveTo>
                    <a:cubicBezTo>
                      <a:pt x="153" y="0"/>
                      <a:pt x="0" y="375"/>
                      <a:pt x="264" y="526"/>
                    </a:cubicBezTo>
                    <a:lnTo>
                      <a:pt x="752" y="793"/>
                    </a:lnTo>
                    <a:cubicBezTo>
                      <a:pt x="795" y="811"/>
                      <a:pt x="837" y="819"/>
                      <a:pt x="876" y="819"/>
                    </a:cubicBezTo>
                    <a:cubicBezTo>
                      <a:pt x="1125" y="819"/>
                      <a:pt x="1286" y="496"/>
                      <a:pt x="1018" y="304"/>
                    </a:cubicBezTo>
                    <a:lnTo>
                      <a:pt x="575" y="38"/>
                    </a:lnTo>
                    <a:cubicBezTo>
                      <a:pt x="522" y="12"/>
                      <a:pt x="470" y="0"/>
                      <a:pt x="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67"/>
              <p:cNvSpPr/>
              <p:nvPr/>
            </p:nvSpPr>
            <p:spPr>
              <a:xfrm>
                <a:off x="4782787" y="972032"/>
                <a:ext cx="142400" cy="255823"/>
              </a:xfrm>
              <a:custGeom>
                <a:avLst/>
                <a:gdLst/>
                <a:ahLst/>
                <a:cxnLst/>
                <a:rect l="l" t="t" r="r" b="b"/>
                <a:pathLst>
                  <a:path w="2005" h="3602" extrusionOk="0">
                    <a:moveTo>
                      <a:pt x="1593" y="0"/>
                    </a:moveTo>
                    <a:cubicBezTo>
                      <a:pt x="1508" y="0"/>
                      <a:pt x="1422" y="33"/>
                      <a:pt x="1358" y="109"/>
                    </a:cubicBezTo>
                    <a:cubicBezTo>
                      <a:pt x="693" y="1041"/>
                      <a:pt x="249" y="2106"/>
                      <a:pt x="27" y="3260"/>
                    </a:cubicBezTo>
                    <a:cubicBezTo>
                      <a:pt x="1" y="3469"/>
                      <a:pt x="176" y="3601"/>
                      <a:pt x="342" y="3601"/>
                    </a:cubicBezTo>
                    <a:cubicBezTo>
                      <a:pt x="457" y="3601"/>
                      <a:pt x="568" y="3538"/>
                      <a:pt x="604" y="3393"/>
                    </a:cubicBezTo>
                    <a:cubicBezTo>
                      <a:pt x="737" y="2328"/>
                      <a:pt x="1181" y="1307"/>
                      <a:pt x="1846" y="420"/>
                    </a:cubicBezTo>
                    <a:cubicBezTo>
                      <a:pt x="2004" y="199"/>
                      <a:pt x="1802" y="0"/>
                      <a:pt x="1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67"/>
              <p:cNvSpPr/>
              <p:nvPr/>
            </p:nvSpPr>
            <p:spPr>
              <a:xfrm>
                <a:off x="4907573" y="932472"/>
                <a:ext cx="56818" cy="41051"/>
              </a:xfrm>
              <a:custGeom>
                <a:avLst/>
                <a:gdLst/>
                <a:ahLst/>
                <a:cxnLst/>
                <a:rect l="l" t="t" r="r" b="b"/>
                <a:pathLst>
                  <a:path w="800" h="578" extrusionOk="0">
                    <a:moveTo>
                      <a:pt x="400" y="1"/>
                    </a:moveTo>
                    <a:cubicBezTo>
                      <a:pt x="0" y="1"/>
                      <a:pt x="0" y="578"/>
                      <a:pt x="400" y="578"/>
                    </a:cubicBezTo>
                    <a:lnTo>
                      <a:pt x="444" y="578"/>
                    </a:lnTo>
                    <a:cubicBezTo>
                      <a:pt x="799" y="578"/>
                      <a:pt x="799" y="1"/>
                      <a:pt x="4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67"/>
              <p:cNvSpPr/>
              <p:nvPr/>
            </p:nvSpPr>
            <p:spPr>
              <a:xfrm>
                <a:off x="4740528" y="1084105"/>
                <a:ext cx="197158" cy="332030"/>
              </a:xfrm>
              <a:custGeom>
                <a:avLst/>
                <a:gdLst/>
                <a:ahLst/>
                <a:cxnLst/>
                <a:rect l="l" t="t" r="r" b="b"/>
                <a:pathLst>
                  <a:path w="2776" h="4675" extrusionOk="0">
                    <a:moveTo>
                      <a:pt x="2385" y="0"/>
                    </a:moveTo>
                    <a:cubicBezTo>
                      <a:pt x="2306" y="0"/>
                      <a:pt x="2227" y="38"/>
                      <a:pt x="2175" y="129"/>
                    </a:cubicBezTo>
                    <a:cubicBezTo>
                      <a:pt x="1554" y="1149"/>
                      <a:pt x="1154" y="2303"/>
                      <a:pt x="933" y="3456"/>
                    </a:cubicBezTo>
                    <a:cubicBezTo>
                      <a:pt x="711" y="3412"/>
                      <a:pt x="533" y="3412"/>
                      <a:pt x="356" y="3368"/>
                    </a:cubicBezTo>
                    <a:cubicBezTo>
                      <a:pt x="1" y="3368"/>
                      <a:pt x="1" y="3944"/>
                      <a:pt x="356" y="3944"/>
                    </a:cubicBezTo>
                    <a:cubicBezTo>
                      <a:pt x="977" y="3989"/>
                      <a:pt x="1554" y="4211"/>
                      <a:pt x="1997" y="4610"/>
                    </a:cubicBezTo>
                    <a:cubicBezTo>
                      <a:pt x="2061" y="4655"/>
                      <a:pt x="2127" y="4675"/>
                      <a:pt x="2189" y="4675"/>
                    </a:cubicBezTo>
                    <a:cubicBezTo>
                      <a:pt x="2428" y="4675"/>
                      <a:pt x="2608" y="4387"/>
                      <a:pt x="2397" y="4211"/>
                    </a:cubicBezTo>
                    <a:cubicBezTo>
                      <a:pt x="2131" y="3989"/>
                      <a:pt x="1820" y="3811"/>
                      <a:pt x="1465" y="3634"/>
                    </a:cubicBezTo>
                    <a:cubicBezTo>
                      <a:pt x="1643" y="2480"/>
                      <a:pt x="2042" y="1415"/>
                      <a:pt x="2619" y="439"/>
                    </a:cubicBezTo>
                    <a:cubicBezTo>
                      <a:pt x="2775" y="220"/>
                      <a:pt x="2577" y="0"/>
                      <a:pt x="23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67"/>
              <p:cNvSpPr/>
              <p:nvPr/>
            </p:nvSpPr>
            <p:spPr>
              <a:xfrm>
                <a:off x="4935911" y="1420894"/>
                <a:ext cx="37926" cy="44247"/>
              </a:xfrm>
              <a:custGeom>
                <a:avLst/>
                <a:gdLst/>
                <a:ahLst/>
                <a:cxnLst/>
                <a:rect l="l" t="t" r="r" b="b"/>
                <a:pathLst>
                  <a:path w="534" h="623" extrusionOk="0">
                    <a:moveTo>
                      <a:pt x="267" y="1"/>
                    </a:moveTo>
                    <a:cubicBezTo>
                      <a:pt x="134" y="1"/>
                      <a:pt x="1" y="90"/>
                      <a:pt x="1" y="267"/>
                    </a:cubicBezTo>
                    <a:lnTo>
                      <a:pt x="1" y="356"/>
                    </a:lnTo>
                    <a:cubicBezTo>
                      <a:pt x="1" y="533"/>
                      <a:pt x="134" y="622"/>
                      <a:pt x="267" y="622"/>
                    </a:cubicBezTo>
                    <a:cubicBezTo>
                      <a:pt x="400" y="622"/>
                      <a:pt x="533" y="533"/>
                      <a:pt x="533" y="356"/>
                    </a:cubicBezTo>
                    <a:lnTo>
                      <a:pt x="533" y="267"/>
                    </a:lnTo>
                    <a:cubicBezTo>
                      <a:pt x="533" y="90"/>
                      <a:pt x="400"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03"/>
        <p:cNvGrpSpPr/>
        <p:nvPr/>
      </p:nvGrpSpPr>
      <p:grpSpPr>
        <a:xfrm>
          <a:off x="0" y="0"/>
          <a:ext cx="0" cy="0"/>
          <a:chOff x="0" y="0"/>
          <a:chExt cx="0" cy="0"/>
        </a:xfrm>
      </p:grpSpPr>
      <p:sp>
        <p:nvSpPr>
          <p:cNvPr id="3604" name="Google Shape;3604;p68"/>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DESKTOP</a:t>
            </a:r>
            <a:r>
              <a:rPr lang="en"/>
              <a:t> SOFTWARE</a:t>
            </a:r>
            <a:endParaRPr/>
          </a:p>
        </p:txBody>
      </p:sp>
      <p:sp>
        <p:nvSpPr>
          <p:cNvPr id="3605" name="Google Shape;3605;p68"/>
          <p:cNvSpPr txBox="1">
            <a:spLocks noGrp="1"/>
          </p:cNvSpPr>
          <p:nvPr>
            <p:ph type="subTitle" idx="1"/>
          </p:nvPr>
        </p:nvSpPr>
        <p:spPr>
          <a:xfrm>
            <a:off x="1421161" y="1861200"/>
            <a:ext cx="2217900" cy="1310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You can replace the image on the screen with your own work. Just delete this one and add yours</a:t>
            </a:r>
            <a:endParaRPr/>
          </a:p>
        </p:txBody>
      </p:sp>
      <p:grpSp>
        <p:nvGrpSpPr>
          <p:cNvPr id="3606" name="Google Shape;3606;p68"/>
          <p:cNvGrpSpPr/>
          <p:nvPr/>
        </p:nvGrpSpPr>
        <p:grpSpPr>
          <a:xfrm>
            <a:off x="3916968" y="1425531"/>
            <a:ext cx="3701293" cy="2945837"/>
            <a:chOff x="5291700" y="507975"/>
            <a:chExt cx="2083475" cy="1658225"/>
          </a:xfrm>
        </p:grpSpPr>
        <p:sp>
          <p:nvSpPr>
            <p:cNvPr id="3607" name="Google Shape;3607;p68"/>
            <p:cNvSpPr/>
            <p:nvPr/>
          </p:nvSpPr>
          <p:spPr>
            <a:xfrm>
              <a:off x="6020400" y="2153275"/>
              <a:ext cx="641550" cy="9825"/>
            </a:xfrm>
            <a:custGeom>
              <a:avLst/>
              <a:gdLst/>
              <a:ahLst/>
              <a:cxnLst/>
              <a:rect l="l" t="t" r="r" b="b"/>
              <a:pathLst>
                <a:path w="25662" h="393" extrusionOk="0">
                  <a:moveTo>
                    <a:pt x="1" y="1"/>
                  </a:moveTo>
                  <a:lnTo>
                    <a:pt x="1" y="42"/>
                  </a:lnTo>
                  <a:cubicBezTo>
                    <a:pt x="1" y="269"/>
                    <a:pt x="785" y="393"/>
                    <a:pt x="2808" y="393"/>
                  </a:cubicBezTo>
                  <a:lnTo>
                    <a:pt x="22915" y="393"/>
                  </a:lnTo>
                  <a:cubicBezTo>
                    <a:pt x="24959" y="393"/>
                    <a:pt x="25661" y="248"/>
                    <a:pt x="25661" y="1"/>
                  </a:cubicBezTo>
                  <a:close/>
                </a:path>
              </a:pathLst>
            </a:custGeom>
            <a:solidFill>
              <a:srgbClr val="000000"/>
            </a:solidFill>
            <a:ln w="19050" cap="flat" cmpd="sng">
              <a:solidFill>
                <a:schemeClr val="accent3"/>
              </a:solidFill>
              <a:prstDash val="solid"/>
              <a:miter lim="20643"/>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68"/>
            <p:cNvSpPr/>
            <p:nvPr/>
          </p:nvSpPr>
          <p:spPr>
            <a:xfrm>
              <a:off x="5963650" y="1933950"/>
              <a:ext cx="754550" cy="232250"/>
            </a:xfrm>
            <a:custGeom>
              <a:avLst/>
              <a:gdLst/>
              <a:ahLst/>
              <a:cxnLst/>
              <a:rect l="l" t="t" r="r" b="b"/>
              <a:pathLst>
                <a:path w="30182" h="9290" fill="none" extrusionOk="0">
                  <a:moveTo>
                    <a:pt x="25495" y="5842"/>
                  </a:moveTo>
                  <a:cubicBezTo>
                    <a:pt x="23678" y="4005"/>
                    <a:pt x="23617" y="0"/>
                    <a:pt x="23617" y="0"/>
                  </a:cubicBezTo>
                  <a:lnTo>
                    <a:pt x="6585" y="0"/>
                  </a:lnTo>
                  <a:cubicBezTo>
                    <a:pt x="6585" y="0"/>
                    <a:pt x="6503" y="3984"/>
                    <a:pt x="4686" y="5842"/>
                  </a:cubicBezTo>
                  <a:cubicBezTo>
                    <a:pt x="2849" y="7700"/>
                    <a:pt x="0" y="9290"/>
                    <a:pt x="4955" y="9290"/>
                  </a:cubicBezTo>
                  <a:lnTo>
                    <a:pt x="25227" y="9290"/>
                  </a:lnTo>
                  <a:cubicBezTo>
                    <a:pt x="30181" y="9290"/>
                    <a:pt x="27332" y="7700"/>
                    <a:pt x="25495" y="5842"/>
                  </a:cubicBezTo>
                  <a:close/>
                </a:path>
              </a:pathLst>
            </a:custGeom>
            <a:noFill/>
            <a:ln w="19050" cap="flat" cmpd="sng">
              <a:solidFill>
                <a:schemeClr val="accent3"/>
              </a:solidFill>
              <a:prstDash val="solid"/>
              <a:miter lim="20643"/>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68"/>
            <p:cNvSpPr/>
            <p:nvPr/>
          </p:nvSpPr>
          <p:spPr>
            <a:xfrm>
              <a:off x="5291700" y="1753300"/>
              <a:ext cx="2083475" cy="181175"/>
            </a:xfrm>
            <a:custGeom>
              <a:avLst/>
              <a:gdLst/>
              <a:ahLst/>
              <a:cxnLst/>
              <a:rect l="l" t="t" r="r" b="b"/>
              <a:pathLst>
                <a:path w="83339" h="7247" fill="none" extrusionOk="0">
                  <a:moveTo>
                    <a:pt x="0" y="4790"/>
                  </a:moveTo>
                  <a:cubicBezTo>
                    <a:pt x="0" y="6153"/>
                    <a:pt x="1280" y="7226"/>
                    <a:pt x="2642" y="7226"/>
                  </a:cubicBezTo>
                  <a:lnTo>
                    <a:pt x="80882" y="7226"/>
                  </a:lnTo>
                  <a:cubicBezTo>
                    <a:pt x="82245" y="7247"/>
                    <a:pt x="83339" y="6153"/>
                    <a:pt x="83339" y="4790"/>
                  </a:cubicBezTo>
                  <a:lnTo>
                    <a:pt x="83339" y="1"/>
                  </a:lnTo>
                  <a:lnTo>
                    <a:pt x="0" y="1"/>
                  </a:lnTo>
                  <a:close/>
                </a:path>
              </a:pathLst>
            </a:custGeom>
            <a:noFill/>
            <a:ln w="19050" cap="flat" cmpd="sng">
              <a:solidFill>
                <a:schemeClr val="accent3"/>
              </a:solidFill>
              <a:prstDash val="solid"/>
              <a:miter lim="20643"/>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68"/>
            <p:cNvSpPr/>
            <p:nvPr/>
          </p:nvSpPr>
          <p:spPr>
            <a:xfrm>
              <a:off x="5291700" y="507975"/>
              <a:ext cx="2083475" cy="1245350"/>
            </a:xfrm>
            <a:custGeom>
              <a:avLst/>
              <a:gdLst/>
              <a:ahLst/>
              <a:cxnLst/>
              <a:rect l="l" t="t" r="r" b="b"/>
              <a:pathLst>
                <a:path w="83339" h="49814" fill="none" extrusionOk="0">
                  <a:moveTo>
                    <a:pt x="80882" y="1"/>
                  </a:moveTo>
                  <a:lnTo>
                    <a:pt x="2642" y="1"/>
                  </a:lnTo>
                  <a:cubicBezTo>
                    <a:pt x="1280" y="1"/>
                    <a:pt x="0" y="992"/>
                    <a:pt x="0" y="2354"/>
                  </a:cubicBezTo>
                  <a:lnTo>
                    <a:pt x="0" y="49814"/>
                  </a:lnTo>
                  <a:lnTo>
                    <a:pt x="83339" y="49814"/>
                  </a:lnTo>
                  <a:lnTo>
                    <a:pt x="83339" y="2354"/>
                  </a:lnTo>
                  <a:cubicBezTo>
                    <a:pt x="83339" y="992"/>
                    <a:pt x="82245" y="1"/>
                    <a:pt x="80882" y="1"/>
                  </a:cubicBezTo>
                  <a:close/>
                  <a:moveTo>
                    <a:pt x="79726" y="46201"/>
                  </a:moveTo>
                  <a:lnTo>
                    <a:pt x="3613" y="46201"/>
                  </a:lnTo>
                  <a:lnTo>
                    <a:pt x="3613" y="3097"/>
                  </a:lnTo>
                  <a:lnTo>
                    <a:pt x="79726" y="3097"/>
                  </a:lnTo>
                  <a:close/>
                </a:path>
              </a:pathLst>
            </a:custGeom>
            <a:noFill/>
            <a:ln w="19050" cap="flat" cmpd="sng">
              <a:solidFill>
                <a:schemeClr val="accent3"/>
              </a:solidFill>
              <a:prstDash val="solid"/>
              <a:miter lim="20643"/>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68"/>
            <p:cNvSpPr/>
            <p:nvPr/>
          </p:nvSpPr>
          <p:spPr>
            <a:xfrm>
              <a:off x="5291700" y="1753300"/>
              <a:ext cx="2083475" cy="180675"/>
            </a:xfrm>
            <a:custGeom>
              <a:avLst/>
              <a:gdLst/>
              <a:ahLst/>
              <a:cxnLst/>
              <a:rect l="l" t="t" r="r" b="b"/>
              <a:pathLst>
                <a:path w="83339" h="7227" fill="none" extrusionOk="0">
                  <a:moveTo>
                    <a:pt x="0" y="4522"/>
                  </a:moveTo>
                  <a:cubicBezTo>
                    <a:pt x="0" y="5884"/>
                    <a:pt x="1280" y="7226"/>
                    <a:pt x="2642" y="7226"/>
                  </a:cubicBezTo>
                  <a:lnTo>
                    <a:pt x="80882" y="7226"/>
                  </a:lnTo>
                  <a:cubicBezTo>
                    <a:pt x="82245" y="7226"/>
                    <a:pt x="83339" y="5884"/>
                    <a:pt x="83339" y="4522"/>
                  </a:cubicBezTo>
                  <a:lnTo>
                    <a:pt x="83339" y="1"/>
                  </a:lnTo>
                  <a:lnTo>
                    <a:pt x="0" y="1"/>
                  </a:lnTo>
                  <a:close/>
                </a:path>
              </a:pathLst>
            </a:custGeom>
            <a:noFill/>
            <a:ln w="19050" cap="flat" cmpd="sng">
              <a:solidFill>
                <a:schemeClr val="accent3"/>
              </a:solidFill>
              <a:prstDash val="solid"/>
              <a:miter lim="20643"/>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612" name="Google Shape;3612;p68"/>
          <p:cNvPicPr preferRelativeResize="0"/>
          <p:nvPr/>
        </p:nvPicPr>
        <p:blipFill rotWithShape="1">
          <a:blip r:embed="rId3">
            <a:alphaModFix/>
          </a:blip>
          <a:srcRect r="408" b="4816"/>
          <a:stretch/>
        </p:blipFill>
        <p:spPr>
          <a:xfrm>
            <a:off x="4084366" y="1560677"/>
            <a:ext cx="3371445" cy="191121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16"/>
        <p:cNvGrpSpPr/>
        <p:nvPr/>
      </p:nvGrpSpPr>
      <p:grpSpPr>
        <a:xfrm>
          <a:off x="0" y="0"/>
          <a:ext cx="0" cy="0"/>
          <a:chOff x="0" y="0"/>
          <a:chExt cx="0" cy="0"/>
        </a:xfrm>
      </p:grpSpPr>
      <p:sp>
        <p:nvSpPr>
          <p:cNvPr id="3617" name="Google Shape;3617;p69"/>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TABLET</a:t>
            </a:r>
            <a:r>
              <a:rPr lang="en"/>
              <a:t> APP</a:t>
            </a:r>
            <a:endParaRPr/>
          </a:p>
        </p:txBody>
      </p:sp>
      <p:sp>
        <p:nvSpPr>
          <p:cNvPr id="3618" name="Google Shape;3618;p69"/>
          <p:cNvSpPr txBox="1">
            <a:spLocks noGrp="1"/>
          </p:cNvSpPr>
          <p:nvPr>
            <p:ph type="subTitle" idx="1"/>
          </p:nvPr>
        </p:nvSpPr>
        <p:spPr>
          <a:xfrm flipH="1">
            <a:off x="5211975" y="2454713"/>
            <a:ext cx="2541900" cy="118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delete this one and add yours</a:t>
            </a:r>
            <a:endParaRPr/>
          </a:p>
        </p:txBody>
      </p:sp>
      <p:grpSp>
        <p:nvGrpSpPr>
          <p:cNvPr id="3619" name="Google Shape;3619;p69"/>
          <p:cNvGrpSpPr/>
          <p:nvPr/>
        </p:nvGrpSpPr>
        <p:grpSpPr>
          <a:xfrm>
            <a:off x="2814860" y="1718526"/>
            <a:ext cx="2127140" cy="2652855"/>
            <a:chOff x="3880413" y="2256275"/>
            <a:chExt cx="1734600" cy="2163300"/>
          </a:xfrm>
        </p:grpSpPr>
        <p:sp>
          <p:nvSpPr>
            <p:cNvPr id="3620" name="Google Shape;3620;p69"/>
            <p:cNvSpPr/>
            <p:nvPr/>
          </p:nvSpPr>
          <p:spPr>
            <a:xfrm>
              <a:off x="4074323" y="2482375"/>
              <a:ext cx="1341600" cy="1713300"/>
            </a:xfrm>
            <a:prstGeom prst="rect">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69"/>
            <p:cNvSpPr/>
            <p:nvPr/>
          </p:nvSpPr>
          <p:spPr>
            <a:xfrm>
              <a:off x="3880413" y="2256275"/>
              <a:ext cx="1734600" cy="2163300"/>
            </a:xfrm>
            <a:prstGeom prst="roundRect">
              <a:avLst>
                <a:gd name="adj" fmla="val 6184"/>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622" name="Google Shape;3622;p69"/>
          <p:cNvPicPr preferRelativeResize="0"/>
          <p:nvPr/>
        </p:nvPicPr>
        <p:blipFill>
          <a:blip r:embed="rId3">
            <a:alphaModFix/>
          </a:blip>
          <a:stretch>
            <a:fillRect/>
          </a:stretch>
        </p:blipFill>
        <p:spPr>
          <a:xfrm>
            <a:off x="3057978" y="1998415"/>
            <a:ext cx="1641373" cy="2093373"/>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626"/>
        <p:cNvGrpSpPr/>
        <p:nvPr/>
      </p:nvGrpSpPr>
      <p:grpSpPr>
        <a:xfrm>
          <a:off x="0" y="0"/>
          <a:ext cx="0" cy="0"/>
          <a:chOff x="0" y="0"/>
          <a:chExt cx="0" cy="0"/>
        </a:xfrm>
      </p:grpSpPr>
      <p:grpSp>
        <p:nvGrpSpPr>
          <p:cNvPr id="3627" name="Google Shape;3627;p70"/>
          <p:cNvGrpSpPr/>
          <p:nvPr/>
        </p:nvGrpSpPr>
        <p:grpSpPr>
          <a:xfrm>
            <a:off x="4075974" y="1718475"/>
            <a:ext cx="1502100" cy="2652900"/>
            <a:chOff x="5763924" y="1470875"/>
            <a:chExt cx="1502100" cy="2652900"/>
          </a:xfrm>
        </p:grpSpPr>
        <p:sp>
          <p:nvSpPr>
            <p:cNvPr id="3628" name="Google Shape;3628;p70"/>
            <p:cNvSpPr/>
            <p:nvPr/>
          </p:nvSpPr>
          <p:spPr>
            <a:xfrm>
              <a:off x="5927158" y="1813630"/>
              <a:ext cx="1175700" cy="1967400"/>
            </a:xfrm>
            <a:prstGeom prst="rect">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70"/>
            <p:cNvSpPr/>
            <p:nvPr/>
          </p:nvSpPr>
          <p:spPr>
            <a:xfrm>
              <a:off x="5763924" y="1470875"/>
              <a:ext cx="1502100" cy="2652900"/>
            </a:xfrm>
            <a:prstGeom prst="roundRect">
              <a:avLst>
                <a:gd name="adj" fmla="val 6184"/>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70"/>
            <p:cNvSpPr/>
            <p:nvPr/>
          </p:nvSpPr>
          <p:spPr>
            <a:xfrm>
              <a:off x="6423475" y="3859525"/>
              <a:ext cx="183000" cy="183000"/>
            </a:xfrm>
            <a:prstGeom prst="ellipse">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70"/>
            <p:cNvSpPr/>
            <p:nvPr/>
          </p:nvSpPr>
          <p:spPr>
            <a:xfrm>
              <a:off x="6264625" y="1611525"/>
              <a:ext cx="500700" cy="84900"/>
            </a:xfrm>
            <a:prstGeom prst="roundRect">
              <a:avLst>
                <a:gd name="adj" fmla="val 50000"/>
              </a:avLst>
            </a:prstGeom>
            <a:no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32" name="Google Shape;3632;p70"/>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MOBILE</a:t>
            </a:r>
            <a:r>
              <a:rPr lang="en"/>
              <a:t> WEB</a:t>
            </a:r>
            <a:endParaRPr/>
          </a:p>
        </p:txBody>
      </p:sp>
      <p:sp>
        <p:nvSpPr>
          <p:cNvPr id="3633" name="Google Shape;3633;p70"/>
          <p:cNvSpPr txBox="1">
            <a:spLocks noGrp="1"/>
          </p:cNvSpPr>
          <p:nvPr>
            <p:ph type="subTitle" idx="1"/>
          </p:nvPr>
        </p:nvSpPr>
        <p:spPr>
          <a:xfrm>
            <a:off x="1223971" y="2416975"/>
            <a:ext cx="2574000" cy="1255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You can replace the image on the screen with your own work. Just delete this one and add yours</a:t>
            </a:r>
            <a:endParaRPr/>
          </a:p>
        </p:txBody>
      </p:sp>
      <p:pic>
        <p:nvPicPr>
          <p:cNvPr id="3634" name="Google Shape;3634;p70"/>
          <p:cNvPicPr preferRelativeResize="0"/>
          <p:nvPr/>
        </p:nvPicPr>
        <p:blipFill>
          <a:blip r:embed="rId3">
            <a:alphaModFix/>
          </a:blip>
          <a:stretch>
            <a:fillRect/>
          </a:stretch>
        </p:blipFill>
        <p:spPr>
          <a:xfrm>
            <a:off x="4239208" y="2061226"/>
            <a:ext cx="1175679" cy="196729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38"/>
        <p:cNvGrpSpPr/>
        <p:nvPr/>
      </p:nvGrpSpPr>
      <p:grpSpPr>
        <a:xfrm>
          <a:off x="0" y="0"/>
          <a:ext cx="0" cy="0"/>
          <a:chOff x="0" y="0"/>
          <a:chExt cx="0" cy="0"/>
        </a:xfrm>
      </p:grpSpPr>
      <p:sp>
        <p:nvSpPr>
          <p:cNvPr id="3639" name="Google Shape;3639;p71"/>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a:t>
            </a:r>
            <a:r>
              <a:rPr lang="en">
                <a:solidFill>
                  <a:schemeClr val="accent2"/>
                </a:solidFill>
              </a:rPr>
              <a:t>TEAM</a:t>
            </a:r>
            <a:endParaRPr>
              <a:solidFill>
                <a:schemeClr val="accent2"/>
              </a:solidFill>
            </a:endParaRPr>
          </a:p>
        </p:txBody>
      </p:sp>
      <p:sp>
        <p:nvSpPr>
          <p:cNvPr id="3640" name="Google Shape;3640;p71"/>
          <p:cNvSpPr txBox="1">
            <a:spLocks noGrp="1"/>
          </p:cNvSpPr>
          <p:nvPr>
            <p:ph type="title" idx="2"/>
          </p:nvPr>
        </p:nvSpPr>
        <p:spPr>
          <a:xfrm>
            <a:off x="5069591" y="3325646"/>
            <a:ext cx="2523900" cy="360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JENNA DOE</a:t>
            </a:r>
            <a:endParaRPr/>
          </a:p>
        </p:txBody>
      </p:sp>
      <p:sp>
        <p:nvSpPr>
          <p:cNvPr id="3641" name="Google Shape;3641;p71"/>
          <p:cNvSpPr txBox="1">
            <a:spLocks noGrp="1"/>
          </p:cNvSpPr>
          <p:nvPr>
            <p:ph type="subTitle" idx="1"/>
          </p:nvPr>
        </p:nvSpPr>
        <p:spPr>
          <a:xfrm>
            <a:off x="5069580" y="3685693"/>
            <a:ext cx="2523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you can write a bit about this person</a:t>
            </a:r>
            <a:endParaRPr/>
          </a:p>
        </p:txBody>
      </p:sp>
      <p:sp>
        <p:nvSpPr>
          <p:cNvPr id="3642" name="Google Shape;3642;p71"/>
          <p:cNvSpPr txBox="1">
            <a:spLocks noGrp="1"/>
          </p:cNvSpPr>
          <p:nvPr>
            <p:ph type="title" idx="3"/>
          </p:nvPr>
        </p:nvSpPr>
        <p:spPr>
          <a:xfrm>
            <a:off x="1550461" y="3325646"/>
            <a:ext cx="2523900" cy="360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JOHN JAMES</a:t>
            </a:r>
            <a:endParaRPr/>
          </a:p>
        </p:txBody>
      </p:sp>
      <p:sp>
        <p:nvSpPr>
          <p:cNvPr id="3643" name="Google Shape;3643;p71"/>
          <p:cNvSpPr txBox="1">
            <a:spLocks noGrp="1"/>
          </p:cNvSpPr>
          <p:nvPr>
            <p:ph type="subTitle" idx="4"/>
          </p:nvPr>
        </p:nvSpPr>
        <p:spPr>
          <a:xfrm>
            <a:off x="1550449" y="3685693"/>
            <a:ext cx="2523900" cy="613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you can write a bit about this person</a:t>
            </a:r>
            <a:endParaRPr/>
          </a:p>
        </p:txBody>
      </p:sp>
      <p:sp>
        <p:nvSpPr>
          <p:cNvPr id="3644" name="Google Shape;3644;p71"/>
          <p:cNvSpPr/>
          <p:nvPr/>
        </p:nvSpPr>
        <p:spPr>
          <a:xfrm>
            <a:off x="2384755" y="1677501"/>
            <a:ext cx="855300" cy="855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45" name="Google Shape;3645;p71"/>
          <p:cNvGrpSpPr/>
          <p:nvPr/>
        </p:nvGrpSpPr>
        <p:grpSpPr>
          <a:xfrm>
            <a:off x="2567350" y="1833713"/>
            <a:ext cx="490100" cy="542875"/>
            <a:chOff x="4693525" y="1277550"/>
            <a:chExt cx="490100" cy="542875"/>
          </a:xfrm>
        </p:grpSpPr>
        <p:sp>
          <p:nvSpPr>
            <p:cNvPr id="3646" name="Google Shape;3646;p71"/>
            <p:cNvSpPr/>
            <p:nvPr/>
          </p:nvSpPr>
          <p:spPr>
            <a:xfrm>
              <a:off x="4693525" y="1277550"/>
              <a:ext cx="490100" cy="542875"/>
            </a:xfrm>
            <a:custGeom>
              <a:avLst/>
              <a:gdLst/>
              <a:ahLst/>
              <a:cxnLst/>
              <a:rect l="l" t="t" r="r" b="b"/>
              <a:pathLst>
                <a:path w="19604" h="21715" extrusionOk="0">
                  <a:moveTo>
                    <a:pt x="14007" y="850"/>
                  </a:moveTo>
                  <a:cubicBezTo>
                    <a:pt x="14116" y="850"/>
                    <a:pt x="14226" y="864"/>
                    <a:pt x="14336" y="893"/>
                  </a:cubicBezTo>
                  <a:cubicBezTo>
                    <a:pt x="14895" y="1042"/>
                    <a:pt x="15282" y="1548"/>
                    <a:pt x="15279" y="2124"/>
                  </a:cubicBezTo>
                  <a:cubicBezTo>
                    <a:pt x="15279" y="2698"/>
                    <a:pt x="14892" y="3203"/>
                    <a:pt x="14332" y="3352"/>
                  </a:cubicBezTo>
                  <a:cubicBezTo>
                    <a:pt x="14186" y="3393"/>
                    <a:pt x="14075" y="3508"/>
                    <a:pt x="14037" y="3654"/>
                  </a:cubicBezTo>
                  <a:lnTo>
                    <a:pt x="12850" y="8095"/>
                  </a:lnTo>
                  <a:cubicBezTo>
                    <a:pt x="12667" y="8773"/>
                    <a:pt x="13070" y="9472"/>
                    <a:pt x="13749" y="9652"/>
                  </a:cubicBezTo>
                  <a:cubicBezTo>
                    <a:pt x="13786" y="9662"/>
                    <a:pt x="13820" y="9665"/>
                    <a:pt x="13857" y="9669"/>
                  </a:cubicBezTo>
                  <a:cubicBezTo>
                    <a:pt x="14112" y="9669"/>
                    <a:pt x="14342" y="9435"/>
                    <a:pt x="14271" y="9122"/>
                  </a:cubicBezTo>
                  <a:cubicBezTo>
                    <a:pt x="14234" y="8977"/>
                    <a:pt x="14119" y="8865"/>
                    <a:pt x="13973" y="8834"/>
                  </a:cubicBezTo>
                  <a:cubicBezTo>
                    <a:pt x="13742" y="8776"/>
                    <a:pt x="13606" y="8542"/>
                    <a:pt x="13667" y="8315"/>
                  </a:cubicBezTo>
                  <a:lnTo>
                    <a:pt x="14003" y="7063"/>
                  </a:lnTo>
                  <a:cubicBezTo>
                    <a:pt x="15224" y="8213"/>
                    <a:pt x="15916" y="9814"/>
                    <a:pt x="15913" y="11494"/>
                  </a:cubicBezTo>
                  <a:lnTo>
                    <a:pt x="15913" y="14109"/>
                  </a:lnTo>
                  <a:cubicBezTo>
                    <a:pt x="15920" y="15038"/>
                    <a:pt x="16130" y="15951"/>
                    <a:pt x="16520" y="16792"/>
                  </a:cubicBezTo>
                  <a:cubicBezTo>
                    <a:pt x="16951" y="17715"/>
                    <a:pt x="17562" y="18458"/>
                    <a:pt x="18291" y="18943"/>
                  </a:cubicBezTo>
                  <a:cubicBezTo>
                    <a:pt x="18786" y="19272"/>
                    <a:pt x="18807" y="19940"/>
                    <a:pt x="18539" y="20367"/>
                  </a:cubicBezTo>
                  <a:cubicBezTo>
                    <a:pt x="18332" y="20699"/>
                    <a:pt x="18009" y="20866"/>
                    <a:pt x="17607" y="20866"/>
                  </a:cubicBezTo>
                  <a:cubicBezTo>
                    <a:pt x="17257" y="20866"/>
                    <a:pt x="16848" y="20739"/>
                    <a:pt x="16405" y="20483"/>
                  </a:cubicBezTo>
                  <a:cubicBezTo>
                    <a:pt x="15963" y="20229"/>
                    <a:pt x="15575" y="20136"/>
                    <a:pt x="15229" y="20136"/>
                  </a:cubicBezTo>
                  <a:cubicBezTo>
                    <a:pt x="14712" y="20136"/>
                    <a:pt x="14290" y="20343"/>
                    <a:pt x="13922" y="20523"/>
                  </a:cubicBezTo>
                  <a:cubicBezTo>
                    <a:pt x="13566" y="20696"/>
                    <a:pt x="13233" y="20863"/>
                    <a:pt x="12826" y="20863"/>
                  </a:cubicBezTo>
                  <a:cubicBezTo>
                    <a:pt x="12192" y="20863"/>
                    <a:pt x="11893" y="20717"/>
                    <a:pt x="11544" y="20551"/>
                  </a:cubicBezTo>
                  <a:cubicBezTo>
                    <a:pt x="11147" y="20357"/>
                    <a:pt x="10696" y="20140"/>
                    <a:pt x="9807" y="20140"/>
                  </a:cubicBezTo>
                  <a:cubicBezTo>
                    <a:pt x="8918" y="20140"/>
                    <a:pt x="8467" y="20357"/>
                    <a:pt x="8067" y="20551"/>
                  </a:cubicBezTo>
                  <a:cubicBezTo>
                    <a:pt x="7721" y="20717"/>
                    <a:pt x="7422" y="20863"/>
                    <a:pt x="6785" y="20863"/>
                  </a:cubicBezTo>
                  <a:cubicBezTo>
                    <a:pt x="6381" y="20863"/>
                    <a:pt x="6045" y="20696"/>
                    <a:pt x="5689" y="20523"/>
                  </a:cubicBezTo>
                  <a:cubicBezTo>
                    <a:pt x="5321" y="20342"/>
                    <a:pt x="4899" y="20135"/>
                    <a:pt x="4383" y="20135"/>
                  </a:cubicBezTo>
                  <a:cubicBezTo>
                    <a:pt x="4038" y="20135"/>
                    <a:pt x="3651" y="20227"/>
                    <a:pt x="3209" y="20483"/>
                  </a:cubicBezTo>
                  <a:cubicBezTo>
                    <a:pt x="2765" y="20739"/>
                    <a:pt x="2355" y="20866"/>
                    <a:pt x="2005" y="20866"/>
                  </a:cubicBezTo>
                  <a:cubicBezTo>
                    <a:pt x="1603" y="20866"/>
                    <a:pt x="1280" y="20699"/>
                    <a:pt x="1076" y="20367"/>
                  </a:cubicBezTo>
                  <a:cubicBezTo>
                    <a:pt x="808" y="19940"/>
                    <a:pt x="828" y="19272"/>
                    <a:pt x="1323" y="18939"/>
                  </a:cubicBezTo>
                  <a:cubicBezTo>
                    <a:pt x="2049" y="18458"/>
                    <a:pt x="2663" y="17711"/>
                    <a:pt x="3091" y="16792"/>
                  </a:cubicBezTo>
                  <a:cubicBezTo>
                    <a:pt x="3484" y="15951"/>
                    <a:pt x="3691" y="15038"/>
                    <a:pt x="3701" y="14109"/>
                  </a:cubicBezTo>
                  <a:lnTo>
                    <a:pt x="3701" y="11494"/>
                  </a:lnTo>
                  <a:cubicBezTo>
                    <a:pt x="3698" y="9814"/>
                    <a:pt x="4390" y="8213"/>
                    <a:pt x="5614" y="7063"/>
                  </a:cubicBezTo>
                  <a:lnTo>
                    <a:pt x="5947" y="8315"/>
                  </a:lnTo>
                  <a:cubicBezTo>
                    <a:pt x="6008" y="8542"/>
                    <a:pt x="5872" y="8776"/>
                    <a:pt x="5642" y="8834"/>
                  </a:cubicBezTo>
                  <a:cubicBezTo>
                    <a:pt x="5496" y="8868"/>
                    <a:pt x="5380" y="8977"/>
                    <a:pt x="5343" y="9122"/>
                  </a:cubicBezTo>
                  <a:cubicBezTo>
                    <a:pt x="5275" y="9435"/>
                    <a:pt x="5499" y="9669"/>
                    <a:pt x="5757" y="9669"/>
                  </a:cubicBezTo>
                  <a:cubicBezTo>
                    <a:pt x="5794" y="9669"/>
                    <a:pt x="5832" y="9662"/>
                    <a:pt x="5865" y="9652"/>
                  </a:cubicBezTo>
                  <a:cubicBezTo>
                    <a:pt x="6544" y="9472"/>
                    <a:pt x="6948" y="8773"/>
                    <a:pt x="6764" y="8095"/>
                  </a:cubicBezTo>
                  <a:lnTo>
                    <a:pt x="5577" y="3654"/>
                  </a:lnTo>
                  <a:cubicBezTo>
                    <a:pt x="5540" y="3508"/>
                    <a:pt x="5424" y="3393"/>
                    <a:pt x="5279" y="3352"/>
                  </a:cubicBezTo>
                  <a:cubicBezTo>
                    <a:pt x="4722" y="3203"/>
                    <a:pt x="4336" y="2701"/>
                    <a:pt x="4332" y="2124"/>
                  </a:cubicBezTo>
                  <a:cubicBezTo>
                    <a:pt x="4332" y="1548"/>
                    <a:pt x="4719" y="1042"/>
                    <a:pt x="5275" y="893"/>
                  </a:cubicBezTo>
                  <a:cubicBezTo>
                    <a:pt x="5385" y="864"/>
                    <a:pt x="5495" y="850"/>
                    <a:pt x="5604" y="850"/>
                  </a:cubicBezTo>
                  <a:cubicBezTo>
                    <a:pt x="6052" y="850"/>
                    <a:pt x="6478" y="1086"/>
                    <a:pt x="6707" y="1487"/>
                  </a:cubicBezTo>
                  <a:cubicBezTo>
                    <a:pt x="6995" y="1985"/>
                    <a:pt x="6910" y="2616"/>
                    <a:pt x="6503" y="3023"/>
                  </a:cubicBezTo>
                  <a:cubicBezTo>
                    <a:pt x="6398" y="3132"/>
                    <a:pt x="6357" y="3288"/>
                    <a:pt x="6398" y="3437"/>
                  </a:cubicBezTo>
                  <a:lnTo>
                    <a:pt x="7144" y="6222"/>
                  </a:lnTo>
                  <a:cubicBezTo>
                    <a:pt x="7295" y="6791"/>
                    <a:pt x="7810" y="7164"/>
                    <a:pt x="8373" y="7164"/>
                  </a:cubicBezTo>
                  <a:cubicBezTo>
                    <a:pt x="8481" y="7164"/>
                    <a:pt x="8592" y="7150"/>
                    <a:pt x="8701" y="7121"/>
                  </a:cubicBezTo>
                  <a:cubicBezTo>
                    <a:pt x="8952" y="7053"/>
                    <a:pt x="9085" y="6782"/>
                    <a:pt x="8983" y="6544"/>
                  </a:cubicBezTo>
                  <a:cubicBezTo>
                    <a:pt x="8911" y="6386"/>
                    <a:pt x="8754" y="6289"/>
                    <a:pt x="8588" y="6289"/>
                  </a:cubicBezTo>
                  <a:cubicBezTo>
                    <a:pt x="8551" y="6289"/>
                    <a:pt x="8514" y="6294"/>
                    <a:pt x="8477" y="6304"/>
                  </a:cubicBezTo>
                  <a:cubicBezTo>
                    <a:pt x="8443" y="6312"/>
                    <a:pt x="8408" y="6316"/>
                    <a:pt x="8374" y="6316"/>
                  </a:cubicBezTo>
                  <a:cubicBezTo>
                    <a:pt x="8280" y="6316"/>
                    <a:pt x="8188" y="6285"/>
                    <a:pt x="8111" y="6226"/>
                  </a:cubicBezTo>
                  <a:cubicBezTo>
                    <a:pt x="8036" y="6168"/>
                    <a:pt x="7982" y="6083"/>
                    <a:pt x="7958" y="5992"/>
                  </a:cubicBezTo>
                  <a:lnTo>
                    <a:pt x="7880" y="5700"/>
                  </a:lnTo>
                  <a:cubicBezTo>
                    <a:pt x="8506" y="5491"/>
                    <a:pt x="9157" y="5387"/>
                    <a:pt x="9807" y="5387"/>
                  </a:cubicBezTo>
                  <a:cubicBezTo>
                    <a:pt x="10458" y="5387"/>
                    <a:pt x="11108" y="5491"/>
                    <a:pt x="11734" y="5700"/>
                  </a:cubicBezTo>
                  <a:lnTo>
                    <a:pt x="11656" y="5988"/>
                  </a:lnTo>
                  <a:cubicBezTo>
                    <a:pt x="11607" y="6184"/>
                    <a:pt x="11432" y="6313"/>
                    <a:pt x="11239" y="6313"/>
                  </a:cubicBezTo>
                  <a:cubicBezTo>
                    <a:pt x="11204" y="6313"/>
                    <a:pt x="11169" y="6309"/>
                    <a:pt x="11134" y="6300"/>
                  </a:cubicBezTo>
                  <a:cubicBezTo>
                    <a:pt x="11097" y="6291"/>
                    <a:pt x="11060" y="6286"/>
                    <a:pt x="11024" y="6286"/>
                  </a:cubicBezTo>
                  <a:cubicBezTo>
                    <a:pt x="10819" y="6286"/>
                    <a:pt x="10636" y="6433"/>
                    <a:pt x="10604" y="6646"/>
                  </a:cubicBezTo>
                  <a:cubicBezTo>
                    <a:pt x="10574" y="6870"/>
                    <a:pt x="10720" y="7077"/>
                    <a:pt x="10937" y="7128"/>
                  </a:cubicBezTo>
                  <a:cubicBezTo>
                    <a:pt x="11038" y="7152"/>
                    <a:pt x="11140" y="7164"/>
                    <a:pt x="11240" y="7164"/>
                  </a:cubicBezTo>
                  <a:cubicBezTo>
                    <a:pt x="11805" y="7164"/>
                    <a:pt x="12317" y="6790"/>
                    <a:pt x="12470" y="6222"/>
                  </a:cubicBezTo>
                  <a:lnTo>
                    <a:pt x="13216" y="3437"/>
                  </a:lnTo>
                  <a:cubicBezTo>
                    <a:pt x="13257" y="3288"/>
                    <a:pt x="13216" y="3132"/>
                    <a:pt x="13111" y="3023"/>
                  </a:cubicBezTo>
                  <a:cubicBezTo>
                    <a:pt x="12701" y="2616"/>
                    <a:pt x="12619" y="1985"/>
                    <a:pt x="12904" y="1487"/>
                  </a:cubicBezTo>
                  <a:cubicBezTo>
                    <a:pt x="13136" y="1086"/>
                    <a:pt x="13560" y="850"/>
                    <a:pt x="14007" y="850"/>
                  </a:cubicBezTo>
                  <a:close/>
                  <a:moveTo>
                    <a:pt x="5599" y="1"/>
                  </a:moveTo>
                  <a:cubicBezTo>
                    <a:pt x="5417" y="1"/>
                    <a:pt x="5233" y="24"/>
                    <a:pt x="5051" y="72"/>
                  </a:cubicBezTo>
                  <a:cubicBezTo>
                    <a:pt x="4173" y="310"/>
                    <a:pt x="3538" y="1083"/>
                    <a:pt x="3484" y="1992"/>
                  </a:cubicBezTo>
                  <a:cubicBezTo>
                    <a:pt x="3430" y="2905"/>
                    <a:pt x="3966" y="3749"/>
                    <a:pt x="4814" y="4089"/>
                  </a:cubicBezTo>
                  <a:lnTo>
                    <a:pt x="5363" y="6148"/>
                  </a:lnTo>
                  <a:cubicBezTo>
                    <a:pt x="3769" y="7464"/>
                    <a:pt x="2846" y="9424"/>
                    <a:pt x="2850" y="11490"/>
                  </a:cubicBezTo>
                  <a:lnTo>
                    <a:pt x="2850" y="14109"/>
                  </a:lnTo>
                  <a:cubicBezTo>
                    <a:pt x="2850" y="15754"/>
                    <a:pt x="2026" y="17450"/>
                    <a:pt x="848" y="18234"/>
                  </a:cubicBezTo>
                  <a:cubicBezTo>
                    <a:pt x="431" y="18512"/>
                    <a:pt x="150" y="18956"/>
                    <a:pt x="75" y="19455"/>
                  </a:cubicBezTo>
                  <a:cubicBezTo>
                    <a:pt x="0" y="19926"/>
                    <a:pt x="99" y="20408"/>
                    <a:pt x="350" y="20815"/>
                  </a:cubicBezTo>
                  <a:cubicBezTo>
                    <a:pt x="655" y="21304"/>
                    <a:pt x="1222" y="21714"/>
                    <a:pt x="2009" y="21714"/>
                  </a:cubicBezTo>
                  <a:cubicBezTo>
                    <a:pt x="2473" y="21714"/>
                    <a:pt x="3016" y="21568"/>
                    <a:pt x="3627" y="21215"/>
                  </a:cubicBezTo>
                  <a:cubicBezTo>
                    <a:pt x="3921" y="21046"/>
                    <a:pt x="4160" y="20979"/>
                    <a:pt x="4380" y="20979"/>
                  </a:cubicBezTo>
                  <a:cubicBezTo>
                    <a:pt x="4693" y="20979"/>
                    <a:pt x="4968" y="21114"/>
                    <a:pt x="5313" y="21283"/>
                  </a:cubicBezTo>
                  <a:cubicBezTo>
                    <a:pt x="5720" y="21483"/>
                    <a:pt x="6181" y="21711"/>
                    <a:pt x="6781" y="21711"/>
                  </a:cubicBezTo>
                  <a:cubicBezTo>
                    <a:pt x="7612" y="21711"/>
                    <a:pt x="8047" y="21497"/>
                    <a:pt x="8433" y="21314"/>
                  </a:cubicBezTo>
                  <a:cubicBezTo>
                    <a:pt x="8796" y="21137"/>
                    <a:pt x="9108" y="20988"/>
                    <a:pt x="9804" y="20988"/>
                  </a:cubicBezTo>
                  <a:cubicBezTo>
                    <a:pt x="10496" y="20988"/>
                    <a:pt x="10811" y="21137"/>
                    <a:pt x="11171" y="21314"/>
                  </a:cubicBezTo>
                  <a:cubicBezTo>
                    <a:pt x="11558" y="21500"/>
                    <a:pt x="11995" y="21711"/>
                    <a:pt x="12823" y="21711"/>
                  </a:cubicBezTo>
                  <a:cubicBezTo>
                    <a:pt x="13423" y="21711"/>
                    <a:pt x="13885" y="21483"/>
                    <a:pt x="14292" y="21283"/>
                  </a:cubicBezTo>
                  <a:cubicBezTo>
                    <a:pt x="14636" y="21114"/>
                    <a:pt x="14911" y="20979"/>
                    <a:pt x="15224" y="20979"/>
                  </a:cubicBezTo>
                  <a:cubicBezTo>
                    <a:pt x="15444" y="20979"/>
                    <a:pt x="15683" y="21046"/>
                    <a:pt x="15978" y="21215"/>
                  </a:cubicBezTo>
                  <a:cubicBezTo>
                    <a:pt x="16589" y="21568"/>
                    <a:pt x="17131" y="21711"/>
                    <a:pt x="17597" y="21711"/>
                  </a:cubicBezTo>
                  <a:cubicBezTo>
                    <a:pt x="18384" y="21711"/>
                    <a:pt x="18950" y="21303"/>
                    <a:pt x="19254" y="20815"/>
                  </a:cubicBezTo>
                  <a:cubicBezTo>
                    <a:pt x="19505" y="20408"/>
                    <a:pt x="19604" y="19926"/>
                    <a:pt x="19533" y="19455"/>
                  </a:cubicBezTo>
                  <a:lnTo>
                    <a:pt x="19536" y="19455"/>
                  </a:lnTo>
                  <a:cubicBezTo>
                    <a:pt x="19461" y="18956"/>
                    <a:pt x="19180" y="18512"/>
                    <a:pt x="18759" y="18234"/>
                  </a:cubicBezTo>
                  <a:cubicBezTo>
                    <a:pt x="17582" y="17450"/>
                    <a:pt x="16761" y="15754"/>
                    <a:pt x="16761" y="14109"/>
                  </a:cubicBezTo>
                  <a:lnTo>
                    <a:pt x="16761" y="11494"/>
                  </a:lnTo>
                  <a:cubicBezTo>
                    <a:pt x="16765" y="9424"/>
                    <a:pt x="15842" y="7464"/>
                    <a:pt x="14244" y="6151"/>
                  </a:cubicBezTo>
                  <a:lnTo>
                    <a:pt x="14797" y="4089"/>
                  </a:lnTo>
                  <a:cubicBezTo>
                    <a:pt x="15642" y="3749"/>
                    <a:pt x="16178" y="2905"/>
                    <a:pt x="16120" y="1992"/>
                  </a:cubicBezTo>
                  <a:cubicBezTo>
                    <a:pt x="16066" y="1083"/>
                    <a:pt x="15435" y="310"/>
                    <a:pt x="14553" y="72"/>
                  </a:cubicBezTo>
                  <a:cubicBezTo>
                    <a:pt x="14371" y="24"/>
                    <a:pt x="14188" y="1"/>
                    <a:pt x="14006" y="1"/>
                  </a:cubicBezTo>
                  <a:cubicBezTo>
                    <a:pt x="13305" y="1"/>
                    <a:pt x="12635" y="348"/>
                    <a:pt x="12236" y="954"/>
                  </a:cubicBezTo>
                  <a:cubicBezTo>
                    <a:pt x="11734" y="1714"/>
                    <a:pt x="11775" y="2711"/>
                    <a:pt x="12338" y="3430"/>
                  </a:cubicBezTo>
                  <a:lnTo>
                    <a:pt x="11948" y="4879"/>
                  </a:lnTo>
                  <a:cubicBezTo>
                    <a:pt x="11251" y="4652"/>
                    <a:pt x="10526" y="4538"/>
                    <a:pt x="9802" y="4538"/>
                  </a:cubicBezTo>
                  <a:cubicBezTo>
                    <a:pt x="9078" y="4538"/>
                    <a:pt x="8354" y="4652"/>
                    <a:pt x="7657" y="4879"/>
                  </a:cubicBezTo>
                  <a:lnTo>
                    <a:pt x="7270" y="3430"/>
                  </a:lnTo>
                  <a:cubicBezTo>
                    <a:pt x="7833" y="2711"/>
                    <a:pt x="7874" y="1714"/>
                    <a:pt x="7372" y="951"/>
                  </a:cubicBezTo>
                  <a:cubicBezTo>
                    <a:pt x="6973" y="347"/>
                    <a:pt x="6300" y="1"/>
                    <a:pt x="559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1"/>
            <p:cNvSpPr/>
            <p:nvPr/>
          </p:nvSpPr>
          <p:spPr>
            <a:xfrm>
              <a:off x="4843275" y="1542075"/>
              <a:ext cx="190850" cy="127225"/>
            </a:xfrm>
            <a:custGeom>
              <a:avLst/>
              <a:gdLst/>
              <a:ahLst/>
              <a:cxnLst/>
              <a:rect l="l" t="t" r="r" b="b"/>
              <a:pathLst>
                <a:path w="7634" h="5089" extrusionOk="0">
                  <a:moveTo>
                    <a:pt x="3240" y="902"/>
                  </a:moveTo>
                  <a:lnTo>
                    <a:pt x="2386" y="3321"/>
                  </a:lnTo>
                  <a:lnTo>
                    <a:pt x="1680" y="1737"/>
                  </a:lnTo>
                  <a:cubicBezTo>
                    <a:pt x="2104" y="1309"/>
                    <a:pt x="2647" y="1018"/>
                    <a:pt x="3240" y="902"/>
                  </a:cubicBezTo>
                  <a:close/>
                  <a:moveTo>
                    <a:pt x="4394" y="902"/>
                  </a:moveTo>
                  <a:lnTo>
                    <a:pt x="4394" y="902"/>
                  </a:lnTo>
                  <a:cubicBezTo>
                    <a:pt x="4987" y="1018"/>
                    <a:pt x="5530" y="1309"/>
                    <a:pt x="5954" y="1737"/>
                  </a:cubicBezTo>
                  <a:lnTo>
                    <a:pt x="5252" y="3321"/>
                  </a:lnTo>
                  <a:lnTo>
                    <a:pt x="4394" y="902"/>
                  </a:lnTo>
                  <a:close/>
                  <a:moveTo>
                    <a:pt x="6521" y="2551"/>
                  </a:moveTo>
                  <a:cubicBezTo>
                    <a:pt x="6687" y="2911"/>
                    <a:pt x="6779" y="3301"/>
                    <a:pt x="6785" y="3698"/>
                  </a:cubicBezTo>
                  <a:cubicBezTo>
                    <a:pt x="6687" y="3796"/>
                    <a:pt x="6371" y="3935"/>
                    <a:pt x="5856" y="4047"/>
                  </a:cubicBezTo>
                  <a:lnTo>
                    <a:pt x="6521" y="2551"/>
                  </a:lnTo>
                  <a:close/>
                  <a:moveTo>
                    <a:pt x="1114" y="2554"/>
                  </a:moveTo>
                  <a:lnTo>
                    <a:pt x="1778" y="4050"/>
                  </a:lnTo>
                  <a:cubicBezTo>
                    <a:pt x="1263" y="3935"/>
                    <a:pt x="947" y="3796"/>
                    <a:pt x="849" y="3698"/>
                  </a:cubicBezTo>
                  <a:cubicBezTo>
                    <a:pt x="856" y="3301"/>
                    <a:pt x="944" y="2911"/>
                    <a:pt x="1114" y="2554"/>
                  </a:cubicBezTo>
                  <a:close/>
                  <a:moveTo>
                    <a:pt x="3817" y="1811"/>
                  </a:moveTo>
                  <a:lnTo>
                    <a:pt x="4665" y="4210"/>
                  </a:lnTo>
                  <a:cubicBezTo>
                    <a:pt x="4404" y="4227"/>
                    <a:pt x="4119" y="4240"/>
                    <a:pt x="3817" y="4240"/>
                  </a:cubicBezTo>
                  <a:cubicBezTo>
                    <a:pt x="3512" y="4240"/>
                    <a:pt x="3227" y="4230"/>
                    <a:pt x="2966" y="4210"/>
                  </a:cubicBezTo>
                  <a:lnTo>
                    <a:pt x="2969" y="4210"/>
                  </a:lnTo>
                  <a:lnTo>
                    <a:pt x="3817" y="1811"/>
                  </a:lnTo>
                  <a:close/>
                  <a:moveTo>
                    <a:pt x="3817" y="0"/>
                  </a:moveTo>
                  <a:cubicBezTo>
                    <a:pt x="1711" y="0"/>
                    <a:pt x="1" y="1683"/>
                    <a:pt x="1" y="3748"/>
                  </a:cubicBezTo>
                  <a:cubicBezTo>
                    <a:pt x="1" y="4217"/>
                    <a:pt x="439" y="4573"/>
                    <a:pt x="1307" y="4803"/>
                  </a:cubicBezTo>
                  <a:cubicBezTo>
                    <a:pt x="1982" y="4987"/>
                    <a:pt x="2874" y="5088"/>
                    <a:pt x="3817" y="5088"/>
                  </a:cubicBezTo>
                  <a:cubicBezTo>
                    <a:pt x="4757" y="5088"/>
                    <a:pt x="5649" y="4987"/>
                    <a:pt x="6324" y="4803"/>
                  </a:cubicBezTo>
                  <a:cubicBezTo>
                    <a:pt x="7192" y="4573"/>
                    <a:pt x="7633" y="4217"/>
                    <a:pt x="7633" y="3748"/>
                  </a:cubicBezTo>
                  <a:cubicBezTo>
                    <a:pt x="7633" y="1683"/>
                    <a:pt x="5920" y="0"/>
                    <a:pt x="38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1"/>
            <p:cNvSpPr/>
            <p:nvPr/>
          </p:nvSpPr>
          <p:spPr>
            <a:xfrm>
              <a:off x="4820225" y="1319975"/>
              <a:ext cx="25675" cy="21300"/>
            </a:xfrm>
            <a:custGeom>
              <a:avLst/>
              <a:gdLst/>
              <a:ahLst/>
              <a:cxnLst/>
              <a:rect l="l" t="t" r="r" b="b"/>
              <a:pathLst>
                <a:path w="1027" h="852" extrusionOk="0">
                  <a:moveTo>
                    <a:pt x="536" y="1"/>
                  </a:moveTo>
                  <a:cubicBezTo>
                    <a:pt x="498" y="1"/>
                    <a:pt x="459" y="6"/>
                    <a:pt x="421" y="17"/>
                  </a:cubicBezTo>
                  <a:cubicBezTo>
                    <a:pt x="58" y="119"/>
                    <a:pt x="0" y="611"/>
                    <a:pt x="329" y="797"/>
                  </a:cubicBezTo>
                  <a:cubicBezTo>
                    <a:pt x="397" y="835"/>
                    <a:pt x="467" y="852"/>
                    <a:pt x="534" y="852"/>
                  </a:cubicBezTo>
                  <a:cubicBezTo>
                    <a:pt x="797" y="852"/>
                    <a:pt x="1027" y="597"/>
                    <a:pt x="943" y="309"/>
                  </a:cubicBezTo>
                  <a:cubicBezTo>
                    <a:pt x="890" y="123"/>
                    <a:pt x="720" y="1"/>
                    <a:pt x="5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1"/>
            <p:cNvSpPr/>
            <p:nvPr/>
          </p:nvSpPr>
          <p:spPr>
            <a:xfrm>
              <a:off x="5031900" y="1319975"/>
              <a:ext cx="25125" cy="21300"/>
            </a:xfrm>
            <a:custGeom>
              <a:avLst/>
              <a:gdLst/>
              <a:ahLst/>
              <a:cxnLst/>
              <a:rect l="l" t="t" r="r" b="b"/>
              <a:pathLst>
                <a:path w="1005" h="852" extrusionOk="0">
                  <a:moveTo>
                    <a:pt x="474" y="0"/>
                  </a:moveTo>
                  <a:cubicBezTo>
                    <a:pt x="297" y="0"/>
                    <a:pt x="121" y="108"/>
                    <a:pt x="65" y="309"/>
                  </a:cubicBezTo>
                  <a:cubicBezTo>
                    <a:pt x="0" y="533"/>
                    <a:pt x="132" y="767"/>
                    <a:pt x="356" y="835"/>
                  </a:cubicBezTo>
                  <a:cubicBezTo>
                    <a:pt x="397" y="846"/>
                    <a:pt x="436" y="851"/>
                    <a:pt x="474" y="851"/>
                  </a:cubicBezTo>
                  <a:cubicBezTo>
                    <a:pt x="781" y="851"/>
                    <a:pt x="1004" y="513"/>
                    <a:pt x="841" y="217"/>
                  </a:cubicBezTo>
                  <a:cubicBezTo>
                    <a:pt x="760" y="70"/>
                    <a:pt x="616" y="0"/>
                    <a:pt x="4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1"/>
            <p:cNvSpPr/>
            <p:nvPr/>
          </p:nvSpPr>
          <p:spPr>
            <a:xfrm>
              <a:off x="4771025" y="1722100"/>
              <a:ext cx="131050" cy="39450"/>
            </a:xfrm>
            <a:custGeom>
              <a:avLst/>
              <a:gdLst/>
              <a:ahLst/>
              <a:cxnLst/>
              <a:rect l="l" t="t" r="r" b="b"/>
              <a:pathLst>
                <a:path w="5242" h="1578" extrusionOk="0">
                  <a:moveTo>
                    <a:pt x="2518" y="1"/>
                  </a:moveTo>
                  <a:cubicBezTo>
                    <a:pt x="1883" y="1"/>
                    <a:pt x="1524" y="245"/>
                    <a:pt x="1236" y="438"/>
                  </a:cubicBezTo>
                  <a:cubicBezTo>
                    <a:pt x="985" y="608"/>
                    <a:pt x="801" y="730"/>
                    <a:pt x="425" y="730"/>
                  </a:cubicBezTo>
                  <a:cubicBezTo>
                    <a:pt x="191" y="730"/>
                    <a:pt x="1" y="920"/>
                    <a:pt x="1" y="1154"/>
                  </a:cubicBezTo>
                  <a:cubicBezTo>
                    <a:pt x="1" y="1388"/>
                    <a:pt x="191" y="1578"/>
                    <a:pt x="425" y="1578"/>
                  </a:cubicBezTo>
                  <a:cubicBezTo>
                    <a:pt x="1059" y="1578"/>
                    <a:pt x="1419" y="1337"/>
                    <a:pt x="1707" y="1140"/>
                  </a:cubicBezTo>
                  <a:cubicBezTo>
                    <a:pt x="1962" y="971"/>
                    <a:pt x="2141" y="849"/>
                    <a:pt x="2518" y="849"/>
                  </a:cubicBezTo>
                  <a:cubicBezTo>
                    <a:pt x="2894" y="849"/>
                    <a:pt x="3078" y="971"/>
                    <a:pt x="3329" y="1140"/>
                  </a:cubicBezTo>
                  <a:cubicBezTo>
                    <a:pt x="3617" y="1337"/>
                    <a:pt x="3976" y="1578"/>
                    <a:pt x="4611" y="1578"/>
                  </a:cubicBezTo>
                  <a:cubicBezTo>
                    <a:pt x="4689" y="1578"/>
                    <a:pt x="4767" y="1575"/>
                    <a:pt x="4838" y="1568"/>
                  </a:cubicBezTo>
                  <a:cubicBezTo>
                    <a:pt x="5072" y="1544"/>
                    <a:pt x="5242" y="1334"/>
                    <a:pt x="5218" y="1103"/>
                  </a:cubicBezTo>
                  <a:cubicBezTo>
                    <a:pt x="5196" y="884"/>
                    <a:pt x="5013" y="721"/>
                    <a:pt x="4797" y="721"/>
                  </a:cubicBezTo>
                  <a:cubicBezTo>
                    <a:pt x="4783" y="721"/>
                    <a:pt x="4768" y="722"/>
                    <a:pt x="4753" y="723"/>
                  </a:cubicBezTo>
                  <a:lnTo>
                    <a:pt x="4757" y="723"/>
                  </a:lnTo>
                  <a:cubicBezTo>
                    <a:pt x="4709" y="727"/>
                    <a:pt x="4662" y="730"/>
                    <a:pt x="4611" y="730"/>
                  </a:cubicBezTo>
                  <a:cubicBezTo>
                    <a:pt x="4234" y="730"/>
                    <a:pt x="4054" y="608"/>
                    <a:pt x="3803" y="438"/>
                  </a:cubicBezTo>
                  <a:cubicBezTo>
                    <a:pt x="3512" y="245"/>
                    <a:pt x="3152" y="1"/>
                    <a:pt x="25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1"/>
            <p:cNvSpPr/>
            <p:nvPr/>
          </p:nvSpPr>
          <p:spPr>
            <a:xfrm>
              <a:off x="4975150" y="1722100"/>
              <a:ext cx="131150" cy="39450"/>
            </a:xfrm>
            <a:custGeom>
              <a:avLst/>
              <a:gdLst/>
              <a:ahLst/>
              <a:cxnLst/>
              <a:rect l="l" t="t" r="r" b="b"/>
              <a:pathLst>
                <a:path w="5246" h="1578" extrusionOk="0">
                  <a:moveTo>
                    <a:pt x="2728" y="1"/>
                  </a:moveTo>
                  <a:cubicBezTo>
                    <a:pt x="2094" y="1"/>
                    <a:pt x="1734" y="245"/>
                    <a:pt x="1446" y="438"/>
                  </a:cubicBezTo>
                  <a:cubicBezTo>
                    <a:pt x="1191" y="608"/>
                    <a:pt x="1012" y="730"/>
                    <a:pt x="635" y="730"/>
                  </a:cubicBezTo>
                  <a:cubicBezTo>
                    <a:pt x="588" y="730"/>
                    <a:pt x="537" y="727"/>
                    <a:pt x="489" y="723"/>
                  </a:cubicBezTo>
                  <a:cubicBezTo>
                    <a:pt x="475" y="722"/>
                    <a:pt x="460" y="721"/>
                    <a:pt x="446" y="721"/>
                  </a:cubicBezTo>
                  <a:cubicBezTo>
                    <a:pt x="233" y="721"/>
                    <a:pt x="47" y="884"/>
                    <a:pt x="25" y="1103"/>
                  </a:cubicBezTo>
                  <a:cubicBezTo>
                    <a:pt x="1" y="1334"/>
                    <a:pt x="174" y="1544"/>
                    <a:pt x="404" y="1568"/>
                  </a:cubicBezTo>
                  <a:cubicBezTo>
                    <a:pt x="482" y="1575"/>
                    <a:pt x="557" y="1578"/>
                    <a:pt x="632" y="1578"/>
                  </a:cubicBezTo>
                  <a:cubicBezTo>
                    <a:pt x="1269" y="1578"/>
                    <a:pt x="1629" y="1337"/>
                    <a:pt x="1917" y="1140"/>
                  </a:cubicBezTo>
                  <a:cubicBezTo>
                    <a:pt x="2168" y="971"/>
                    <a:pt x="2352" y="849"/>
                    <a:pt x="2728" y="849"/>
                  </a:cubicBezTo>
                  <a:cubicBezTo>
                    <a:pt x="3105" y="849"/>
                    <a:pt x="3284" y="971"/>
                    <a:pt x="3539" y="1140"/>
                  </a:cubicBezTo>
                  <a:cubicBezTo>
                    <a:pt x="3827" y="1334"/>
                    <a:pt x="4187" y="1578"/>
                    <a:pt x="4821" y="1578"/>
                  </a:cubicBezTo>
                  <a:cubicBezTo>
                    <a:pt x="5055" y="1578"/>
                    <a:pt x="5245" y="1388"/>
                    <a:pt x="5245" y="1154"/>
                  </a:cubicBezTo>
                  <a:cubicBezTo>
                    <a:pt x="5245" y="920"/>
                    <a:pt x="5055" y="730"/>
                    <a:pt x="4821" y="730"/>
                  </a:cubicBezTo>
                  <a:cubicBezTo>
                    <a:pt x="4445" y="730"/>
                    <a:pt x="4265" y="608"/>
                    <a:pt x="4010" y="438"/>
                  </a:cubicBezTo>
                  <a:cubicBezTo>
                    <a:pt x="3722" y="245"/>
                    <a:pt x="3362" y="1"/>
                    <a:pt x="27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1"/>
            <p:cNvSpPr/>
            <p:nvPr/>
          </p:nvSpPr>
          <p:spPr>
            <a:xfrm>
              <a:off x="4925550" y="1721850"/>
              <a:ext cx="25725" cy="21300"/>
            </a:xfrm>
            <a:custGeom>
              <a:avLst/>
              <a:gdLst/>
              <a:ahLst/>
              <a:cxnLst/>
              <a:rect l="l" t="t" r="r" b="b"/>
              <a:pathLst>
                <a:path w="1029" h="852" extrusionOk="0">
                  <a:moveTo>
                    <a:pt x="513" y="0"/>
                  </a:moveTo>
                  <a:cubicBezTo>
                    <a:pt x="350" y="0"/>
                    <a:pt x="204" y="95"/>
                    <a:pt x="139" y="241"/>
                  </a:cubicBezTo>
                  <a:cubicBezTo>
                    <a:pt x="1" y="539"/>
                    <a:pt x="231" y="851"/>
                    <a:pt x="525" y="851"/>
                  </a:cubicBezTo>
                  <a:cubicBezTo>
                    <a:pt x="576" y="851"/>
                    <a:pt x="629" y="842"/>
                    <a:pt x="682" y="821"/>
                  </a:cubicBezTo>
                  <a:cubicBezTo>
                    <a:pt x="794" y="781"/>
                    <a:pt x="886" y="689"/>
                    <a:pt x="923" y="574"/>
                  </a:cubicBezTo>
                  <a:cubicBezTo>
                    <a:pt x="1028" y="296"/>
                    <a:pt x="821" y="0"/>
                    <a:pt x="5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53" name="Google Shape;3653;p71"/>
          <p:cNvSpPr/>
          <p:nvPr/>
        </p:nvSpPr>
        <p:spPr>
          <a:xfrm>
            <a:off x="5903955" y="1677501"/>
            <a:ext cx="855300" cy="855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54" name="Google Shape;3654;p71"/>
          <p:cNvGrpSpPr/>
          <p:nvPr/>
        </p:nvGrpSpPr>
        <p:grpSpPr>
          <a:xfrm>
            <a:off x="6103088" y="1833763"/>
            <a:ext cx="457050" cy="542775"/>
            <a:chOff x="7952975" y="1973125"/>
            <a:chExt cx="457050" cy="542775"/>
          </a:xfrm>
        </p:grpSpPr>
        <p:sp>
          <p:nvSpPr>
            <p:cNvPr id="3655" name="Google Shape;3655;p71"/>
            <p:cNvSpPr/>
            <p:nvPr/>
          </p:nvSpPr>
          <p:spPr>
            <a:xfrm>
              <a:off x="7952975" y="1973125"/>
              <a:ext cx="457050" cy="542775"/>
            </a:xfrm>
            <a:custGeom>
              <a:avLst/>
              <a:gdLst/>
              <a:ahLst/>
              <a:cxnLst/>
              <a:rect l="l" t="t" r="r" b="b"/>
              <a:pathLst>
                <a:path w="18282" h="21711" extrusionOk="0">
                  <a:moveTo>
                    <a:pt x="9146" y="845"/>
                  </a:moveTo>
                  <a:cubicBezTo>
                    <a:pt x="9617" y="845"/>
                    <a:pt x="9851" y="1418"/>
                    <a:pt x="9519" y="1751"/>
                  </a:cubicBezTo>
                  <a:cubicBezTo>
                    <a:pt x="9411" y="1859"/>
                    <a:pt x="9278" y="1908"/>
                    <a:pt x="9148" y="1908"/>
                  </a:cubicBezTo>
                  <a:cubicBezTo>
                    <a:pt x="8875" y="1908"/>
                    <a:pt x="8613" y="1696"/>
                    <a:pt x="8613" y="1378"/>
                  </a:cubicBezTo>
                  <a:cubicBezTo>
                    <a:pt x="8613" y="1082"/>
                    <a:pt x="8851" y="848"/>
                    <a:pt x="9146" y="845"/>
                  </a:cubicBezTo>
                  <a:close/>
                  <a:moveTo>
                    <a:pt x="9143" y="3897"/>
                  </a:moveTo>
                  <a:cubicBezTo>
                    <a:pt x="12181" y="3897"/>
                    <a:pt x="14655" y="6372"/>
                    <a:pt x="14655" y="9410"/>
                  </a:cubicBezTo>
                  <a:lnTo>
                    <a:pt x="14655" y="14760"/>
                  </a:lnTo>
                  <a:cubicBezTo>
                    <a:pt x="14662" y="15608"/>
                    <a:pt x="14852" y="16442"/>
                    <a:pt x="15211" y="17212"/>
                  </a:cubicBezTo>
                  <a:cubicBezTo>
                    <a:pt x="15605" y="18057"/>
                    <a:pt x="16164" y="18739"/>
                    <a:pt x="16833" y="19183"/>
                  </a:cubicBezTo>
                  <a:cubicBezTo>
                    <a:pt x="17263" y="19471"/>
                    <a:pt x="17280" y="20051"/>
                    <a:pt x="17046" y="20428"/>
                  </a:cubicBezTo>
                  <a:cubicBezTo>
                    <a:pt x="16866" y="20716"/>
                    <a:pt x="16584" y="20860"/>
                    <a:pt x="16233" y="20860"/>
                  </a:cubicBezTo>
                  <a:cubicBezTo>
                    <a:pt x="15922" y="20860"/>
                    <a:pt x="15557" y="20747"/>
                    <a:pt x="15160" y="20519"/>
                  </a:cubicBezTo>
                  <a:cubicBezTo>
                    <a:pt x="14750" y="20282"/>
                    <a:pt x="14390" y="20197"/>
                    <a:pt x="14071" y="20197"/>
                  </a:cubicBezTo>
                  <a:cubicBezTo>
                    <a:pt x="13596" y="20197"/>
                    <a:pt x="13206" y="20387"/>
                    <a:pt x="12867" y="20553"/>
                  </a:cubicBezTo>
                  <a:cubicBezTo>
                    <a:pt x="12548" y="20709"/>
                    <a:pt x="12246" y="20859"/>
                    <a:pt x="11887" y="20859"/>
                  </a:cubicBezTo>
                  <a:cubicBezTo>
                    <a:pt x="11320" y="20859"/>
                    <a:pt x="11049" y="20730"/>
                    <a:pt x="10740" y="20580"/>
                  </a:cubicBezTo>
                  <a:cubicBezTo>
                    <a:pt x="10374" y="20401"/>
                    <a:pt x="9960" y="20201"/>
                    <a:pt x="9143" y="20201"/>
                  </a:cubicBezTo>
                  <a:cubicBezTo>
                    <a:pt x="8325" y="20201"/>
                    <a:pt x="7911" y="20401"/>
                    <a:pt x="7545" y="20580"/>
                  </a:cubicBezTo>
                  <a:cubicBezTo>
                    <a:pt x="7233" y="20730"/>
                    <a:pt x="6965" y="20859"/>
                    <a:pt x="6395" y="20859"/>
                  </a:cubicBezTo>
                  <a:cubicBezTo>
                    <a:pt x="6039" y="20859"/>
                    <a:pt x="5737" y="20709"/>
                    <a:pt x="5418" y="20553"/>
                  </a:cubicBezTo>
                  <a:cubicBezTo>
                    <a:pt x="5079" y="20387"/>
                    <a:pt x="4690" y="20196"/>
                    <a:pt x="4214" y="20196"/>
                  </a:cubicBezTo>
                  <a:cubicBezTo>
                    <a:pt x="3894" y="20196"/>
                    <a:pt x="3535" y="20282"/>
                    <a:pt x="3125" y="20519"/>
                  </a:cubicBezTo>
                  <a:cubicBezTo>
                    <a:pt x="2728" y="20747"/>
                    <a:pt x="2362" y="20860"/>
                    <a:pt x="2051" y="20860"/>
                  </a:cubicBezTo>
                  <a:cubicBezTo>
                    <a:pt x="1698" y="20860"/>
                    <a:pt x="1415" y="20716"/>
                    <a:pt x="1235" y="20428"/>
                  </a:cubicBezTo>
                  <a:cubicBezTo>
                    <a:pt x="1005" y="20051"/>
                    <a:pt x="1018" y="19471"/>
                    <a:pt x="1452" y="19183"/>
                  </a:cubicBezTo>
                  <a:cubicBezTo>
                    <a:pt x="2117" y="18739"/>
                    <a:pt x="2677" y="18057"/>
                    <a:pt x="3071" y="17212"/>
                  </a:cubicBezTo>
                  <a:cubicBezTo>
                    <a:pt x="3430" y="16442"/>
                    <a:pt x="3620" y="15608"/>
                    <a:pt x="3630" y="14760"/>
                  </a:cubicBezTo>
                  <a:lnTo>
                    <a:pt x="3630" y="9468"/>
                  </a:lnTo>
                  <a:cubicBezTo>
                    <a:pt x="3630" y="6527"/>
                    <a:pt x="5913" y="4057"/>
                    <a:pt x="8854" y="3905"/>
                  </a:cubicBezTo>
                  <a:cubicBezTo>
                    <a:pt x="8951" y="3900"/>
                    <a:pt x="9047" y="3897"/>
                    <a:pt x="9143" y="3897"/>
                  </a:cubicBezTo>
                  <a:close/>
                  <a:moveTo>
                    <a:pt x="9143" y="0"/>
                  </a:moveTo>
                  <a:cubicBezTo>
                    <a:pt x="8464" y="0"/>
                    <a:pt x="7887" y="492"/>
                    <a:pt x="7779" y="1160"/>
                  </a:cubicBezTo>
                  <a:cubicBezTo>
                    <a:pt x="7674" y="1832"/>
                    <a:pt x="8074" y="2480"/>
                    <a:pt x="8719" y="2687"/>
                  </a:cubicBezTo>
                  <a:lnTo>
                    <a:pt x="8719" y="3067"/>
                  </a:lnTo>
                  <a:cubicBezTo>
                    <a:pt x="5408" y="3284"/>
                    <a:pt x="2782" y="6045"/>
                    <a:pt x="2782" y="9410"/>
                  </a:cubicBezTo>
                  <a:lnTo>
                    <a:pt x="2782" y="14760"/>
                  </a:lnTo>
                  <a:cubicBezTo>
                    <a:pt x="2782" y="16242"/>
                    <a:pt x="2043" y="17768"/>
                    <a:pt x="981" y="18477"/>
                  </a:cubicBezTo>
                  <a:cubicBezTo>
                    <a:pt x="204" y="18993"/>
                    <a:pt x="1" y="20045"/>
                    <a:pt x="513" y="20872"/>
                  </a:cubicBezTo>
                  <a:cubicBezTo>
                    <a:pt x="797" y="21327"/>
                    <a:pt x="1324" y="21709"/>
                    <a:pt x="2055" y="21709"/>
                  </a:cubicBezTo>
                  <a:cubicBezTo>
                    <a:pt x="2484" y="21709"/>
                    <a:pt x="2983" y="21577"/>
                    <a:pt x="3545" y="21252"/>
                  </a:cubicBezTo>
                  <a:cubicBezTo>
                    <a:pt x="3806" y="21103"/>
                    <a:pt x="4017" y="21043"/>
                    <a:pt x="4212" y="21043"/>
                  </a:cubicBezTo>
                  <a:cubicBezTo>
                    <a:pt x="4491" y="21043"/>
                    <a:pt x="4736" y="21164"/>
                    <a:pt x="5041" y="21313"/>
                  </a:cubicBezTo>
                  <a:cubicBezTo>
                    <a:pt x="5415" y="21500"/>
                    <a:pt x="5839" y="21707"/>
                    <a:pt x="6395" y="21707"/>
                  </a:cubicBezTo>
                  <a:cubicBezTo>
                    <a:pt x="7158" y="21707"/>
                    <a:pt x="7558" y="21513"/>
                    <a:pt x="7911" y="21340"/>
                  </a:cubicBezTo>
                  <a:cubicBezTo>
                    <a:pt x="8237" y="21184"/>
                    <a:pt x="8518" y="21049"/>
                    <a:pt x="9143" y="21049"/>
                  </a:cubicBezTo>
                  <a:cubicBezTo>
                    <a:pt x="9763" y="21049"/>
                    <a:pt x="10045" y="21184"/>
                    <a:pt x="10370" y="21340"/>
                  </a:cubicBezTo>
                  <a:cubicBezTo>
                    <a:pt x="10723" y="21510"/>
                    <a:pt x="11127" y="21707"/>
                    <a:pt x="11887" y="21707"/>
                  </a:cubicBezTo>
                  <a:cubicBezTo>
                    <a:pt x="12443" y="21707"/>
                    <a:pt x="12867" y="21500"/>
                    <a:pt x="13240" y="21313"/>
                  </a:cubicBezTo>
                  <a:cubicBezTo>
                    <a:pt x="13547" y="21164"/>
                    <a:pt x="13792" y="21043"/>
                    <a:pt x="14070" y="21043"/>
                  </a:cubicBezTo>
                  <a:cubicBezTo>
                    <a:pt x="14265" y="21043"/>
                    <a:pt x="14476" y="21103"/>
                    <a:pt x="14736" y="21252"/>
                  </a:cubicBezTo>
                  <a:cubicBezTo>
                    <a:pt x="15299" y="21578"/>
                    <a:pt x="15798" y="21710"/>
                    <a:pt x="16229" y="21710"/>
                  </a:cubicBezTo>
                  <a:cubicBezTo>
                    <a:pt x="16958" y="21710"/>
                    <a:pt x="17487" y="21327"/>
                    <a:pt x="17769" y="20872"/>
                  </a:cubicBezTo>
                  <a:cubicBezTo>
                    <a:pt x="18281" y="20045"/>
                    <a:pt x="18078" y="18993"/>
                    <a:pt x="17301" y="18477"/>
                  </a:cubicBezTo>
                  <a:lnTo>
                    <a:pt x="17304" y="18477"/>
                  </a:lnTo>
                  <a:cubicBezTo>
                    <a:pt x="16242" y="17768"/>
                    <a:pt x="15503" y="16239"/>
                    <a:pt x="15503" y="14760"/>
                  </a:cubicBezTo>
                  <a:lnTo>
                    <a:pt x="15503" y="9410"/>
                  </a:lnTo>
                  <a:cubicBezTo>
                    <a:pt x="15503" y="6045"/>
                    <a:pt x="12877" y="3284"/>
                    <a:pt x="9567" y="3067"/>
                  </a:cubicBezTo>
                  <a:lnTo>
                    <a:pt x="9567" y="2687"/>
                  </a:lnTo>
                  <a:cubicBezTo>
                    <a:pt x="10211" y="2480"/>
                    <a:pt x="10608" y="1832"/>
                    <a:pt x="10503" y="1160"/>
                  </a:cubicBezTo>
                  <a:cubicBezTo>
                    <a:pt x="10398" y="492"/>
                    <a:pt x="9821" y="0"/>
                    <a:pt x="91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1"/>
            <p:cNvSpPr/>
            <p:nvPr/>
          </p:nvSpPr>
          <p:spPr>
            <a:xfrm>
              <a:off x="8096800" y="2123550"/>
              <a:ext cx="176250" cy="169650"/>
            </a:xfrm>
            <a:custGeom>
              <a:avLst/>
              <a:gdLst/>
              <a:ahLst/>
              <a:cxnLst/>
              <a:rect l="l" t="t" r="r" b="b"/>
              <a:pathLst>
                <a:path w="7050" h="6786" extrusionOk="0">
                  <a:moveTo>
                    <a:pt x="3393" y="849"/>
                  </a:moveTo>
                  <a:cubicBezTo>
                    <a:pt x="4421" y="849"/>
                    <a:pt x="5347" y="1470"/>
                    <a:pt x="5740" y="2420"/>
                  </a:cubicBezTo>
                  <a:cubicBezTo>
                    <a:pt x="6134" y="3369"/>
                    <a:pt x="5917" y="4465"/>
                    <a:pt x="5191" y="5191"/>
                  </a:cubicBezTo>
                  <a:cubicBezTo>
                    <a:pt x="4703" y="5679"/>
                    <a:pt x="4053" y="5938"/>
                    <a:pt x="3390" y="5938"/>
                  </a:cubicBezTo>
                  <a:cubicBezTo>
                    <a:pt x="3062" y="5938"/>
                    <a:pt x="2732" y="5874"/>
                    <a:pt x="2416" y="5744"/>
                  </a:cubicBezTo>
                  <a:cubicBezTo>
                    <a:pt x="1466" y="5350"/>
                    <a:pt x="849" y="4421"/>
                    <a:pt x="849" y="3393"/>
                  </a:cubicBezTo>
                  <a:cubicBezTo>
                    <a:pt x="849" y="1989"/>
                    <a:pt x="1989" y="852"/>
                    <a:pt x="3393" y="849"/>
                  </a:cubicBezTo>
                  <a:close/>
                  <a:moveTo>
                    <a:pt x="3389" y="0"/>
                  </a:moveTo>
                  <a:cubicBezTo>
                    <a:pt x="2953" y="0"/>
                    <a:pt x="2512" y="85"/>
                    <a:pt x="2094" y="259"/>
                  </a:cubicBezTo>
                  <a:cubicBezTo>
                    <a:pt x="825" y="785"/>
                    <a:pt x="1" y="2023"/>
                    <a:pt x="1" y="3393"/>
                  </a:cubicBezTo>
                  <a:cubicBezTo>
                    <a:pt x="1" y="5266"/>
                    <a:pt x="1517" y="6782"/>
                    <a:pt x="3393" y="6785"/>
                  </a:cubicBezTo>
                  <a:cubicBezTo>
                    <a:pt x="4763" y="6785"/>
                    <a:pt x="6002" y="5958"/>
                    <a:pt x="6524" y="4692"/>
                  </a:cubicBezTo>
                  <a:cubicBezTo>
                    <a:pt x="7050" y="3424"/>
                    <a:pt x="6761" y="1965"/>
                    <a:pt x="5791" y="995"/>
                  </a:cubicBezTo>
                  <a:cubicBezTo>
                    <a:pt x="5142" y="346"/>
                    <a:pt x="4273" y="0"/>
                    <a:pt x="33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1"/>
            <p:cNvSpPr/>
            <p:nvPr/>
          </p:nvSpPr>
          <p:spPr>
            <a:xfrm>
              <a:off x="8147100" y="2173950"/>
              <a:ext cx="71675" cy="68875"/>
            </a:xfrm>
            <a:custGeom>
              <a:avLst/>
              <a:gdLst/>
              <a:ahLst/>
              <a:cxnLst/>
              <a:rect l="l" t="t" r="r" b="b"/>
              <a:pathLst>
                <a:path w="2867" h="2755" extrusionOk="0">
                  <a:moveTo>
                    <a:pt x="1381" y="848"/>
                  </a:moveTo>
                  <a:cubicBezTo>
                    <a:pt x="1852" y="848"/>
                    <a:pt x="2086" y="1418"/>
                    <a:pt x="1754" y="1754"/>
                  </a:cubicBezTo>
                  <a:cubicBezTo>
                    <a:pt x="1647" y="1861"/>
                    <a:pt x="1515" y="1909"/>
                    <a:pt x="1385" y="1909"/>
                  </a:cubicBezTo>
                  <a:cubicBezTo>
                    <a:pt x="1112" y="1909"/>
                    <a:pt x="848" y="1697"/>
                    <a:pt x="848" y="1377"/>
                  </a:cubicBezTo>
                  <a:cubicBezTo>
                    <a:pt x="848" y="1085"/>
                    <a:pt x="1086" y="848"/>
                    <a:pt x="1381" y="848"/>
                  </a:cubicBezTo>
                  <a:close/>
                  <a:moveTo>
                    <a:pt x="1379" y="0"/>
                  </a:moveTo>
                  <a:cubicBezTo>
                    <a:pt x="1202" y="0"/>
                    <a:pt x="1022" y="34"/>
                    <a:pt x="852" y="105"/>
                  </a:cubicBezTo>
                  <a:cubicBezTo>
                    <a:pt x="336" y="319"/>
                    <a:pt x="0" y="821"/>
                    <a:pt x="0" y="1377"/>
                  </a:cubicBezTo>
                  <a:cubicBezTo>
                    <a:pt x="4" y="2137"/>
                    <a:pt x="618" y="2754"/>
                    <a:pt x="1381" y="2754"/>
                  </a:cubicBezTo>
                  <a:cubicBezTo>
                    <a:pt x="1937" y="2754"/>
                    <a:pt x="2439" y="2419"/>
                    <a:pt x="2653" y="1906"/>
                  </a:cubicBezTo>
                  <a:cubicBezTo>
                    <a:pt x="2867" y="1391"/>
                    <a:pt x="2748" y="797"/>
                    <a:pt x="2354" y="404"/>
                  </a:cubicBezTo>
                  <a:cubicBezTo>
                    <a:pt x="2091" y="140"/>
                    <a:pt x="1738" y="0"/>
                    <a:pt x="13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1"/>
            <p:cNvSpPr/>
            <p:nvPr/>
          </p:nvSpPr>
          <p:spPr>
            <a:xfrm>
              <a:off x="8147350" y="2309700"/>
              <a:ext cx="68200" cy="30650"/>
            </a:xfrm>
            <a:custGeom>
              <a:avLst/>
              <a:gdLst/>
              <a:ahLst/>
              <a:cxnLst/>
              <a:rect l="l" t="t" r="r" b="b"/>
              <a:pathLst>
                <a:path w="2728" h="1226" extrusionOk="0">
                  <a:moveTo>
                    <a:pt x="1368" y="1"/>
                  </a:moveTo>
                  <a:cubicBezTo>
                    <a:pt x="1368" y="1"/>
                    <a:pt x="1369" y="1"/>
                    <a:pt x="1369" y="1"/>
                  </a:cubicBezTo>
                  <a:lnTo>
                    <a:pt x="1369" y="1"/>
                  </a:lnTo>
                  <a:cubicBezTo>
                    <a:pt x="1370" y="1"/>
                    <a:pt x="1370" y="1"/>
                    <a:pt x="1371" y="1"/>
                  </a:cubicBezTo>
                  <a:close/>
                  <a:moveTo>
                    <a:pt x="1369" y="1"/>
                  </a:moveTo>
                  <a:cubicBezTo>
                    <a:pt x="919" y="1"/>
                    <a:pt x="489" y="181"/>
                    <a:pt x="173" y="499"/>
                  </a:cubicBezTo>
                  <a:cubicBezTo>
                    <a:pt x="4" y="662"/>
                    <a:pt x="0" y="937"/>
                    <a:pt x="170" y="1103"/>
                  </a:cubicBezTo>
                  <a:cubicBezTo>
                    <a:pt x="252" y="1185"/>
                    <a:pt x="360" y="1226"/>
                    <a:pt x="468" y="1226"/>
                  </a:cubicBezTo>
                  <a:cubicBezTo>
                    <a:pt x="580" y="1226"/>
                    <a:pt x="691" y="1183"/>
                    <a:pt x="774" y="1096"/>
                  </a:cubicBezTo>
                  <a:cubicBezTo>
                    <a:pt x="938" y="932"/>
                    <a:pt x="1154" y="850"/>
                    <a:pt x="1369" y="850"/>
                  </a:cubicBezTo>
                  <a:cubicBezTo>
                    <a:pt x="1584" y="850"/>
                    <a:pt x="1798" y="932"/>
                    <a:pt x="1961" y="1096"/>
                  </a:cubicBezTo>
                  <a:cubicBezTo>
                    <a:pt x="2044" y="1180"/>
                    <a:pt x="2153" y="1221"/>
                    <a:pt x="2261" y="1221"/>
                  </a:cubicBezTo>
                  <a:cubicBezTo>
                    <a:pt x="2370" y="1221"/>
                    <a:pt x="2478" y="1180"/>
                    <a:pt x="2562" y="1096"/>
                  </a:cubicBezTo>
                  <a:cubicBezTo>
                    <a:pt x="2728" y="934"/>
                    <a:pt x="2728" y="666"/>
                    <a:pt x="2565" y="499"/>
                  </a:cubicBezTo>
                  <a:cubicBezTo>
                    <a:pt x="2247" y="181"/>
                    <a:pt x="1816" y="1"/>
                    <a:pt x="13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1"/>
            <p:cNvSpPr/>
            <p:nvPr/>
          </p:nvSpPr>
          <p:spPr>
            <a:xfrm>
              <a:off x="8067800" y="2417750"/>
              <a:ext cx="79500" cy="35900"/>
            </a:xfrm>
            <a:custGeom>
              <a:avLst/>
              <a:gdLst/>
              <a:ahLst/>
              <a:cxnLst/>
              <a:rect l="l" t="t" r="r" b="b"/>
              <a:pathLst>
                <a:path w="3180" h="1436" extrusionOk="0">
                  <a:moveTo>
                    <a:pt x="425" y="0"/>
                  </a:moveTo>
                  <a:cubicBezTo>
                    <a:pt x="187" y="0"/>
                    <a:pt x="1" y="190"/>
                    <a:pt x="1" y="424"/>
                  </a:cubicBezTo>
                  <a:cubicBezTo>
                    <a:pt x="1" y="658"/>
                    <a:pt x="187" y="848"/>
                    <a:pt x="425" y="848"/>
                  </a:cubicBezTo>
                  <a:cubicBezTo>
                    <a:pt x="811" y="848"/>
                    <a:pt x="1005" y="954"/>
                    <a:pt x="1252" y="1089"/>
                  </a:cubicBezTo>
                  <a:cubicBezTo>
                    <a:pt x="1530" y="1245"/>
                    <a:pt x="1880" y="1435"/>
                    <a:pt x="2487" y="1435"/>
                  </a:cubicBezTo>
                  <a:cubicBezTo>
                    <a:pt x="2585" y="1435"/>
                    <a:pt x="2680" y="1432"/>
                    <a:pt x="2779" y="1422"/>
                  </a:cubicBezTo>
                  <a:cubicBezTo>
                    <a:pt x="3009" y="1395"/>
                    <a:pt x="3179" y="1184"/>
                    <a:pt x="3152" y="954"/>
                  </a:cubicBezTo>
                  <a:cubicBezTo>
                    <a:pt x="3130" y="736"/>
                    <a:pt x="2947" y="574"/>
                    <a:pt x="2733" y="574"/>
                  </a:cubicBezTo>
                  <a:cubicBezTo>
                    <a:pt x="2717" y="574"/>
                    <a:pt x="2700" y="575"/>
                    <a:pt x="2684" y="577"/>
                  </a:cubicBezTo>
                  <a:cubicBezTo>
                    <a:pt x="2619" y="584"/>
                    <a:pt x="2552" y="587"/>
                    <a:pt x="2487" y="587"/>
                  </a:cubicBezTo>
                  <a:cubicBezTo>
                    <a:pt x="2097" y="587"/>
                    <a:pt x="1904" y="482"/>
                    <a:pt x="1659" y="346"/>
                  </a:cubicBezTo>
                  <a:cubicBezTo>
                    <a:pt x="1378" y="194"/>
                    <a:pt x="1032" y="0"/>
                    <a:pt x="4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1"/>
            <p:cNvSpPr/>
            <p:nvPr/>
          </p:nvSpPr>
          <p:spPr>
            <a:xfrm>
              <a:off x="8215875" y="2417750"/>
              <a:ext cx="79575" cy="35900"/>
            </a:xfrm>
            <a:custGeom>
              <a:avLst/>
              <a:gdLst/>
              <a:ahLst/>
              <a:cxnLst/>
              <a:rect l="l" t="t" r="r" b="b"/>
              <a:pathLst>
                <a:path w="3183" h="1436" extrusionOk="0">
                  <a:moveTo>
                    <a:pt x="2758" y="0"/>
                  </a:moveTo>
                  <a:cubicBezTo>
                    <a:pt x="2148" y="0"/>
                    <a:pt x="1802" y="194"/>
                    <a:pt x="1520" y="346"/>
                  </a:cubicBezTo>
                  <a:cubicBezTo>
                    <a:pt x="1276" y="482"/>
                    <a:pt x="1082" y="587"/>
                    <a:pt x="692" y="587"/>
                  </a:cubicBezTo>
                  <a:cubicBezTo>
                    <a:pt x="628" y="587"/>
                    <a:pt x="560" y="584"/>
                    <a:pt x="496" y="577"/>
                  </a:cubicBezTo>
                  <a:cubicBezTo>
                    <a:pt x="479" y="575"/>
                    <a:pt x="463" y="574"/>
                    <a:pt x="446" y="574"/>
                  </a:cubicBezTo>
                  <a:cubicBezTo>
                    <a:pt x="233" y="574"/>
                    <a:pt x="50" y="736"/>
                    <a:pt x="27" y="950"/>
                  </a:cubicBezTo>
                  <a:cubicBezTo>
                    <a:pt x="0" y="1184"/>
                    <a:pt x="167" y="1395"/>
                    <a:pt x="401" y="1422"/>
                  </a:cubicBezTo>
                  <a:cubicBezTo>
                    <a:pt x="499" y="1432"/>
                    <a:pt x="594" y="1435"/>
                    <a:pt x="692" y="1435"/>
                  </a:cubicBezTo>
                  <a:cubicBezTo>
                    <a:pt x="1300" y="1435"/>
                    <a:pt x="1649" y="1245"/>
                    <a:pt x="1931" y="1089"/>
                  </a:cubicBezTo>
                  <a:cubicBezTo>
                    <a:pt x="2175" y="954"/>
                    <a:pt x="2368" y="848"/>
                    <a:pt x="2758" y="848"/>
                  </a:cubicBezTo>
                  <a:cubicBezTo>
                    <a:pt x="2992" y="848"/>
                    <a:pt x="3182" y="658"/>
                    <a:pt x="3182" y="424"/>
                  </a:cubicBezTo>
                  <a:cubicBezTo>
                    <a:pt x="3182" y="190"/>
                    <a:pt x="2992" y="0"/>
                    <a:pt x="275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1"/>
            <p:cNvSpPr/>
            <p:nvPr/>
          </p:nvSpPr>
          <p:spPr>
            <a:xfrm>
              <a:off x="8168475" y="2417325"/>
              <a:ext cx="25700" cy="21300"/>
            </a:xfrm>
            <a:custGeom>
              <a:avLst/>
              <a:gdLst/>
              <a:ahLst/>
              <a:cxnLst/>
              <a:rect l="l" t="t" r="r" b="b"/>
              <a:pathLst>
                <a:path w="1028" h="852" extrusionOk="0">
                  <a:moveTo>
                    <a:pt x="504" y="0"/>
                  </a:moveTo>
                  <a:cubicBezTo>
                    <a:pt x="345" y="0"/>
                    <a:pt x="203" y="95"/>
                    <a:pt x="139" y="241"/>
                  </a:cubicBezTo>
                  <a:cubicBezTo>
                    <a:pt x="0" y="539"/>
                    <a:pt x="231" y="851"/>
                    <a:pt x="525" y="851"/>
                  </a:cubicBezTo>
                  <a:cubicBezTo>
                    <a:pt x="576" y="851"/>
                    <a:pt x="629" y="842"/>
                    <a:pt x="682" y="821"/>
                  </a:cubicBezTo>
                  <a:cubicBezTo>
                    <a:pt x="794" y="777"/>
                    <a:pt x="882" y="689"/>
                    <a:pt x="923" y="574"/>
                  </a:cubicBezTo>
                  <a:cubicBezTo>
                    <a:pt x="1028" y="296"/>
                    <a:pt x="821" y="0"/>
                    <a:pt x="526" y="0"/>
                  </a:cubicBezTo>
                  <a:lnTo>
                    <a:pt x="512" y="0"/>
                  </a:lnTo>
                  <a:cubicBezTo>
                    <a:pt x="510" y="0"/>
                    <a:pt x="507" y="0"/>
                    <a:pt x="5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62" name="Google Shape;3662;p71"/>
          <p:cNvSpPr/>
          <p:nvPr/>
        </p:nvSpPr>
        <p:spPr>
          <a:xfrm flipH="1">
            <a:off x="5772512" y="1546100"/>
            <a:ext cx="1118100" cy="11181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1"/>
          <p:cNvSpPr/>
          <p:nvPr/>
        </p:nvSpPr>
        <p:spPr>
          <a:xfrm flipH="1">
            <a:off x="2253300" y="1546175"/>
            <a:ext cx="1118100" cy="1118100"/>
          </a:xfrm>
          <a:prstGeom prst="arc">
            <a:avLst>
              <a:gd name="adj1" fmla="val 10800000"/>
              <a:gd name="adj2" fmla="val 5398294"/>
            </a:avLst>
          </a:prstGeom>
          <a:noFill/>
          <a:ln w="19050" cap="flat" cmpd="sng">
            <a:solidFill>
              <a:schemeClr val="accent3"/>
            </a:solidFill>
            <a:prstDash val="dot"/>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664" name="Google Shape;3664;p71"/>
          <p:cNvCxnSpPr/>
          <p:nvPr/>
        </p:nvCxnSpPr>
        <p:spPr>
          <a:xfrm>
            <a:off x="2812100" y="2717150"/>
            <a:ext cx="0" cy="427800"/>
          </a:xfrm>
          <a:prstGeom prst="straightConnector1">
            <a:avLst/>
          </a:prstGeom>
          <a:noFill/>
          <a:ln w="19050" cap="flat" cmpd="sng">
            <a:solidFill>
              <a:schemeClr val="accent3"/>
            </a:solidFill>
            <a:prstDash val="dot"/>
            <a:round/>
            <a:headEnd type="none" w="med" len="med"/>
            <a:tailEnd type="none" w="med" len="med"/>
          </a:ln>
        </p:spPr>
      </p:cxnSp>
      <p:cxnSp>
        <p:nvCxnSpPr>
          <p:cNvPr id="3665" name="Google Shape;3665;p71"/>
          <p:cNvCxnSpPr/>
          <p:nvPr/>
        </p:nvCxnSpPr>
        <p:spPr>
          <a:xfrm>
            <a:off x="6331550" y="2717150"/>
            <a:ext cx="0" cy="427800"/>
          </a:xfrm>
          <a:prstGeom prst="straightConnector1">
            <a:avLst/>
          </a:prstGeom>
          <a:noFill/>
          <a:ln w="19050" cap="flat" cmpd="sng">
            <a:solidFill>
              <a:schemeClr val="accent3"/>
            </a:solidFill>
            <a:prstDash val="dot"/>
            <a:round/>
            <a:headEnd type="none" w="med" len="med"/>
            <a:tailEnd type="none" w="med" len="med"/>
          </a:ln>
        </p:spPr>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669"/>
        <p:cNvGrpSpPr/>
        <p:nvPr/>
      </p:nvGrpSpPr>
      <p:grpSpPr>
        <a:xfrm>
          <a:off x="0" y="0"/>
          <a:ext cx="0" cy="0"/>
          <a:chOff x="0" y="0"/>
          <a:chExt cx="0" cy="0"/>
        </a:xfrm>
      </p:grpSpPr>
      <p:sp>
        <p:nvSpPr>
          <p:cNvPr id="3670" name="Google Shape;3670;p72"/>
          <p:cNvSpPr/>
          <p:nvPr/>
        </p:nvSpPr>
        <p:spPr>
          <a:xfrm>
            <a:off x="6923875" y="1795523"/>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2"/>
          <p:cNvSpPr/>
          <p:nvPr/>
        </p:nvSpPr>
        <p:spPr>
          <a:xfrm>
            <a:off x="7657675" y="1795536"/>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2"/>
          <p:cNvSpPr/>
          <p:nvPr/>
        </p:nvSpPr>
        <p:spPr>
          <a:xfrm>
            <a:off x="6923863" y="2569623"/>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72"/>
          <p:cNvSpPr/>
          <p:nvPr/>
        </p:nvSpPr>
        <p:spPr>
          <a:xfrm>
            <a:off x="7657675" y="2569623"/>
            <a:ext cx="601800" cy="60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72"/>
          <p:cNvSpPr txBox="1">
            <a:spLocks noGrp="1"/>
          </p:cNvSpPr>
          <p:nvPr>
            <p:ph type="title"/>
          </p:nvPr>
        </p:nvSpPr>
        <p:spPr>
          <a:xfrm>
            <a:off x="713250" y="768100"/>
            <a:ext cx="3838800" cy="881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THANKS</a:t>
            </a:r>
            <a:endParaRPr/>
          </a:p>
        </p:txBody>
      </p:sp>
      <p:sp>
        <p:nvSpPr>
          <p:cNvPr id="3675" name="Google Shape;3675;p72"/>
          <p:cNvSpPr txBox="1">
            <a:spLocks noGrp="1"/>
          </p:cNvSpPr>
          <p:nvPr>
            <p:ph type="subTitle" idx="1"/>
          </p:nvPr>
        </p:nvSpPr>
        <p:spPr>
          <a:xfrm>
            <a:off x="713250" y="1649800"/>
            <a:ext cx="3838800" cy="1143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Do you have any questions?</a:t>
            </a:r>
            <a:endParaRPr/>
          </a:p>
          <a:p>
            <a:pPr marL="0" lvl="0" indent="0" algn="ctr" rtl="0">
              <a:spcBef>
                <a:spcPts val="0"/>
              </a:spcBef>
              <a:spcAft>
                <a:spcPts val="0"/>
              </a:spcAft>
              <a:buNone/>
            </a:pPr>
            <a:r>
              <a:rPr lang="en"/>
              <a:t>addyouremail@freepik.com</a:t>
            </a:r>
            <a:endParaRPr/>
          </a:p>
          <a:p>
            <a:pPr marL="0" lvl="0" indent="0" algn="ctr" rtl="0">
              <a:spcBef>
                <a:spcPts val="0"/>
              </a:spcBef>
              <a:spcAft>
                <a:spcPts val="0"/>
              </a:spcAft>
              <a:buNone/>
            </a:pPr>
            <a:r>
              <a:rPr lang="en"/>
              <a:t>+91 620 421 838</a:t>
            </a:r>
            <a:endParaRPr/>
          </a:p>
          <a:p>
            <a:pPr marL="0" lvl="0" indent="0" algn="ctr" rtl="0">
              <a:spcBef>
                <a:spcPts val="0"/>
              </a:spcBef>
              <a:spcAft>
                <a:spcPts val="0"/>
              </a:spcAft>
              <a:buNone/>
            </a:pPr>
            <a:r>
              <a:rPr lang="en"/>
              <a:t>yourcompany.com</a:t>
            </a:r>
            <a:endParaRPr/>
          </a:p>
        </p:txBody>
      </p:sp>
      <p:grpSp>
        <p:nvGrpSpPr>
          <p:cNvPr id="3676" name="Google Shape;3676;p72"/>
          <p:cNvGrpSpPr/>
          <p:nvPr/>
        </p:nvGrpSpPr>
        <p:grpSpPr>
          <a:xfrm rot="453705">
            <a:off x="5378417" y="547556"/>
            <a:ext cx="4598753" cy="865593"/>
            <a:chOff x="803812" y="3251782"/>
            <a:chExt cx="7536387" cy="1418293"/>
          </a:xfrm>
        </p:grpSpPr>
        <p:sp>
          <p:nvSpPr>
            <p:cNvPr id="3677" name="Google Shape;3677;p72"/>
            <p:cNvSpPr/>
            <p:nvPr/>
          </p:nvSpPr>
          <p:spPr>
            <a:xfrm>
              <a:off x="4385815" y="4453896"/>
              <a:ext cx="54071" cy="46203"/>
            </a:xfrm>
            <a:custGeom>
              <a:avLst/>
              <a:gdLst/>
              <a:ahLst/>
              <a:cxnLst/>
              <a:rect l="l" t="t" r="r" b="b"/>
              <a:pathLst>
                <a:path w="1017" h="869" extrusionOk="0">
                  <a:moveTo>
                    <a:pt x="562" y="1"/>
                  </a:moveTo>
                  <a:cubicBezTo>
                    <a:pt x="188" y="1"/>
                    <a:pt x="1" y="455"/>
                    <a:pt x="268" y="749"/>
                  </a:cubicBezTo>
                  <a:cubicBezTo>
                    <a:pt x="351" y="832"/>
                    <a:pt x="454" y="869"/>
                    <a:pt x="557" y="869"/>
                  </a:cubicBezTo>
                  <a:cubicBezTo>
                    <a:pt x="787" y="869"/>
                    <a:pt x="1016" y="687"/>
                    <a:pt x="1016" y="428"/>
                  </a:cubicBezTo>
                  <a:cubicBezTo>
                    <a:pt x="1016" y="188"/>
                    <a:pt x="803" y="1"/>
                    <a:pt x="5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72"/>
            <p:cNvSpPr/>
            <p:nvPr/>
          </p:nvSpPr>
          <p:spPr>
            <a:xfrm>
              <a:off x="6923554" y="4343096"/>
              <a:ext cx="37005" cy="31688"/>
            </a:xfrm>
            <a:custGeom>
              <a:avLst/>
              <a:gdLst/>
              <a:ahLst/>
              <a:cxnLst/>
              <a:rect l="l" t="t" r="r" b="b"/>
              <a:pathLst>
                <a:path w="696" h="596" extrusionOk="0">
                  <a:moveTo>
                    <a:pt x="401" y="0"/>
                  </a:moveTo>
                  <a:cubicBezTo>
                    <a:pt x="134" y="0"/>
                    <a:pt x="0" y="321"/>
                    <a:pt x="187" y="508"/>
                  </a:cubicBezTo>
                  <a:cubicBezTo>
                    <a:pt x="248" y="568"/>
                    <a:pt x="322" y="595"/>
                    <a:pt x="394" y="595"/>
                  </a:cubicBezTo>
                  <a:cubicBezTo>
                    <a:pt x="548" y="595"/>
                    <a:pt x="695" y="476"/>
                    <a:pt x="695" y="294"/>
                  </a:cubicBezTo>
                  <a:cubicBezTo>
                    <a:pt x="695" y="134"/>
                    <a:pt x="562"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72"/>
            <p:cNvSpPr/>
            <p:nvPr/>
          </p:nvSpPr>
          <p:spPr>
            <a:xfrm>
              <a:off x="4490076" y="4343308"/>
              <a:ext cx="23713" cy="15525"/>
            </a:xfrm>
            <a:custGeom>
              <a:avLst/>
              <a:gdLst/>
              <a:ahLst/>
              <a:cxnLst/>
              <a:rect l="l" t="t" r="r" b="b"/>
              <a:pathLst>
                <a:path w="446" h="292" extrusionOk="0">
                  <a:moveTo>
                    <a:pt x="365" y="0"/>
                  </a:moveTo>
                  <a:cubicBezTo>
                    <a:pt x="232" y="0"/>
                    <a:pt x="0" y="291"/>
                    <a:pt x="209" y="291"/>
                  </a:cubicBezTo>
                  <a:cubicBezTo>
                    <a:pt x="216" y="291"/>
                    <a:pt x="223" y="291"/>
                    <a:pt x="231" y="290"/>
                  </a:cubicBezTo>
                  <a:cubicBezTo>
                    <a:pt x="338" y="290"/>
                    <a:pt x="445" y="210"/>
                    <a:pt x="445" y="103"/>
                  </a:cubicBezTo>
                  <a:cubicBezTo>
                    <a:pt x="439" y="29"/>
                    <a:pt x="407" y="0"/>
                    <a:pt x="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72"/>
            <p:cNvSpPr/>
            <p:nvPr/>
          </p:nvSpPr>
          <p:spPr>
            <a:xfrm>
              <a:off x="3112718" y="4493719"/>
              <a:ext cx="41258" cy="35463"/>
            </a:xfrm>
            <a:custGeom>
              <a:avLst/>
              <a:gdLst/>
              <a:ahLst/>
              <a:cxnLst/>
              <a:rect l="l" t="t" r="r" b="b"/>
              <a:pathLst>
                <a:path w="776" h="667" extrusionOk="0">
                  <a:moveTo>
                    <a:pt x="428" y="0"/>
                  </a:moveTo>
                  <a:cubicBezTo>
                    <a:pt x="134" y="0"/>
                    <a:pt x="0" y="374"/>
                    <a:pt x="187" y="561"/>
                  </a:cubicBezTo>
                  <a:cubicBezTo>
                    <a:pt x="260" y="634"/>
                    <a:pt x="351" y="666"/>
                    <a:pt x="439" y="666"/>
                  </a:cubicBezTo>
                  <a:cubicBezTo>
                    <a:pt x="612" y="666"/>
                    <a:pt x="775" y="542"/>
                    <a:pt x="775" y="348"/>
                  </a:cubicBezTo>
                  <a:cubicBezTo>
                    <a:pt x="775" y="161"/>
                    <a:pt x="615" y="0"/>
                    <a:pt x="4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72"/>
            <p:cNvSpPr/>
            <p:nvPr/>
          </p:nvSpPr>
          <p:spPr>
            <a:xfrm>
              <a:off x="4645857" y="3268902"/>
              <a:ext cx="39822" cy="39822"/>
            </a:xfrm>
            <a:custGeom>
              <a:avLst/>
              <a:gdLst/>
              <a:ahLst/>
              <a:cxnLst/>
              <a:rect l="l" t="t" r="r" b="b"/>
              <a:pathLst>
                <a:path w="749" h="749" extrusionOk="0">
                  <a:moveTo>
                    <a:pt x="375" y="0"/>
                  </a:moveTo>
                  <a:cubicBezTo>
                    <a:pt x="188" y="0"/>
                    <a:pt x="0" y="161"/>
                    <a:pt x="0" y="374"/>
                  </a:cubicBezTo>
                  <a:cubicBezTo>
                    <a:pt x="0" y="588"/>
                    <a:pt x="188" y="749"/>
                    <a:pt x="375" y="749"/>
                  </a:cubicBezTo>
                  <a:cubicBezTo>
                    <a:pt x="588" y="749"/>
                    <a:pt x="749" y="588"/>
                    <a:pt x="749" y="374"/>
                  </a:cubicBezTo>
                  <a:cubicBezTo>
                    <a:pt x="749" y="161"/>
                    <a:pt x="588" y="0"/>
                    <a:pt x="3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72"/>
            <p:cNvSpPr/>
            <p:nvPr/>
          </p:nvSpPr>
          <p:spPr>
            <a:xfrm>
              <a:off x="3709471" y="3278844"/>
              <a:ext cx="1726455" cy="1102641"/>
            </a:xfrm>
            <a:custGeom>
              <a:avLst/>
              <a:gdLst/>
              <a:ahLst/>
              <a:cxnLst/>
              <a:rect l="l" t="t" r="r" b="b"/>
              <a:pathLst>
                <a:path w="32472" h="20739" extrusionOk="0">
                  <a:moveTo>
                    <a:pt x="16250" y="0"/>
                  </a:moveTo>
                  <a:cubicBezTo>
                    <a:pt x="7270" y="0"/>
                    <a:pt x="1" y="4651"/>
                    <a:pt x="1" y="10370"/>
                  </a:cubicBezTo>
                  <a:cubicBezTo>
                    <a:pt x="1" y="16089"/>
                    <a:pt x="7270" y="20739"/>
                    <a:pt x="16250" y="20739"/>
                  </a:cubicBezTo>
                  <a:cubicBezTo>
                    <a:pt x="25202" y="20739"/>
                    <a:pt x="32471" y="16089"/>
                    <a:pt x="32471" y="10370"/>
                  </a:cubicBezTo>
                  <a:cubicBezTo>
                    <a:pt x="32471" y="4651"/>
                    <a:pt x="25202" y="0"/>
                    <a:pt x="16250"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72"/>
            <p:cNvSpPr/>
            <p:nvPr/>
          </p:nvSpPr>
          <p:spPr>
            <a:xfrm>
              <a:off x="833586" y="3560153"/>
              <a:ext cx="7479657" cy="962013"/>
            </a:xfrm>
            <a:custGeom>
              <a:avLst/>
              <a:gdLst/>
              <a:ahLst/>
              <a:cxnLst/>
              <a:rect l="l" t="t" r="r" b="b"/>
              <a:pathLst>
                <a:path w="140681" h="18094" extrusionOk="0">
                  <a:moveTo>
                    <a:pt x="70341" y="1"/>
                  </a:moveTo>
                  <a:cubicBezTo>
                    <a:pt x="38805" y="1"/>
                    <a:pt x="1" y="17880"/>
                    <a:pt x="1" y="17880"/>
                  </a:cubicBezTo>
                  <a:lnTo>
                    <a:pt x="883" y="18094"/>
                  </a:lnTo>
                  <a:lnTo>
                    <a:pt x="139798" y="18094"/>
                  </a:lnTo>
                  <a:lnTo>
                    <a:pt x="140680" y="17880"/>
                  </a:lnTo>
                  <a:cubicBezTo>
                    <a:pt x="140680" y="17880"/>
                    <a:pt x="101849" y="1"/>
                    <a:pt x="703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72"/>
            <p:cNvSpPr/>
            <p:nvPr/>
          </p:nvSpPr>
          <p:spPr>
            <a:xfrm>
              <a:off x="833586" y="3619860"/>
              <a:ext cx="7479657" cy="902306"/>
            </a:xfrm>
            <a:custGeom>
              <a:avLst/>
              <a:gdLst/>
              <a:ahLst/>
              <a:cxnLst/>
              <a:rect l="l" t="t" r="r" b="b"/>
              <a:pathLst>
                <a:path w="140681" h="16971" extrusionOk="0">
                  <a:moveTo>
                    <a:pt x="70341" y="0"/>
                  </a:moveTo>
                  <a:cubicBezTo>
                    <a:pt x="38805" y="0"/>
                    <a:pt x="1" y="16757"/>
                    <a:pt x="1" y="16757"/>
                  </a:cubicBezTo>
                  <a:lnTo>
                    <a:pt x="883" y="16971"/>
                  </a:lnTo>
                  <a:lnTo>
                    <a:pt x="139798" y="16971"/>
                  </a:lnTo>
                  <a:lnTo>
                    <a:pt x="140680" y="16757"/>
                  </a:lnTo>
                  <a:cubicBezTo>
                    <a:pt x="140680" y="16757"/>
                    <a:pt x="101849" y="0"/>
                    <a:pt x="703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72"/>
            <p:cNvSpPr/>
            <p:nvPr/>
          </p:nvSpPr>
          <p:spPr>
            <a:xfrm>
              <a:off x="820826" y="4308962"/>
              <a:ext cx="7505177" cy="333998"/>
            </a:xfrm>
            <a:custGeom>
              <a:avLst/>
              <a:gdLst/>
              <a:ahLst/>
              <a:cxnLst/>
              <a:rect l="l" t="t" r="r" b="b"/>
              <a:pathLst>
                <a:path w="141161" h="6282" extrusionOk="0">
                  <a:moveTo>
                    <a:pt x="70581" y="1"/>
                  </a:moveTo>
                  <a:cubicBezTo>
                    <a:pt x="31589" y="1"/>
                    <a:pt x="0" y="2727"/>
                    <a:pt x="0" y="4010"/>
                  </a:cubicBezTo>
                  <a:cubicBezTo>
                    <a:pt x="0" y="5292"/>
                    <a:pt x="31589" y="6281"/>
                    <a:pt x="70581" y="6281"/>
                  </a:cubicBezTo>
                  <a:cubicBezTo>
                    <a:pt x="109545" y="6281"/>
                    <a:pt x="141161" y="5266"/>
                    <a:pt x="141161" y="4010"/>
                  </a:cubicBezTo>
                  <a:cubicBezTo>
                    <a:pt x="141161" y="2754"/>
                    <a:pt x="109545" y="1"/>
                    <a:pt x="705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72"/>
            <p:cNvSpPr/>
            <p:nvPr/>
          </p:nvSpPr>
          <p:spPr>
            <a:xfrm>
              <a:off x="2554300" y="4488030"/>
              <a:ext cx="4036796" cy="129357"/>
            </a:xfrm>
            <a:custGeom>
              <a:avLst/>
              <a:gdLst/>
              <a:ahLst/>
              <a:cxnLst/>
              <a:rect l="l" t="t" r="r" b="b"/>
              <a:pathLst>
                <a:path w="75926" h="2433" extrusionOk="0">
                  <a:moveTo>
                    <a:pt x="37977" y="0"/>
                  </a:moveTo>
                  <a:cubicBezTo>
                    <a:pt x="16998" y="0"/>
                    <a:pt x="1" y="535"/>
                    <a:pt x="1" y="1203"/>
                  </a:cubicBezTo>
                  <a:cubicBezTo>
                    <a:pt x="1" y="1898"/>
                    <a:pt x="16998" y="2432"/>
                    <a:pt x="37977" y="2432"/>
                  </a:cubicBezTo>
                  <a:cubicBezTo>
                    <a:pt x="58929" y="2432"/>
                    <a:pt x="75926" y="1898"/>
                    <a:pt x="75926" y="1203"/>
                  </a:cubicBezTo>
                  <a:cubicBezTo>
                    <a:pt x="75926" y="535"/>
                    <a:pt x="58929" y="0"/>
                    <a:pt x="379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72"/>
            <p:cNvSpPr/>
            <p:nvPr/>
          </p:nvSpPr>
          <p:spPr>
            <a:xfrm>
              <a:off x="3490686" y="4517857"/>
              <a:ext cx="2164077" cy="69703"/>
            </a:xfrm>
            <a:custGeom>
              <a:avLst/>
              <a:gdLst/>
              <a:ahLst/>
              <a:cxnLst/>
              <a:rect l="l" t="t" r="r" b="b"/>
              <a:pathLst>
                <a:path w="40703" h="1311" extrusionOk="0">
                  <a:moveTo>
                    <a:pt x="20365" y="1"/>
                  </a:moveTo>
                  <a:cubicBezTo>
                    <a:pt x="9113" y="1"/>
                    <a:pt x="0" y="294"/>
                    <a:pt x="0" y="642"/>
                  </a:cubicBezTo>
                  <a:cubicBezTo>
                    <a:pt x="0" y="1016"/>
                    <a:pt x="9113" y="1310"/>
                    <a:pt x="20365" y="1310"/>
                  </a:cubicBezTo>
                  <a:cubicBezTo>
                    <a:pt x="31589" y="1310"/>
                    <a:pt x="40702" y="1016"/>
                    <a:pt x="40702" y="642"/>
                  </a:cubicBezTo>
                  <a:cubicBezTo>
                    <a:pt x="40702" y="294"/>
                    <a:pt x="31589" y="1"/>
                    <a:pt x="2036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72"/>
            <p:cNvSpPr/>
            <p:nvPr/>
          </p:nvSpPr>
          <p:spPr>
            <a:xfrm>
              <a:off x="803812" y="3537823"/>
              <a:ext cx="7536387" cy="994817"/>
            </a:xfrm>
            <a:custGeom>
              <a:avLst/>
              <a:gdLst/>
              <a:ahLst/>
              <a:cxnLst/>
              <a:rect l="l" t="t" r="r" b="b"/>
              <a:pathLst>
                <a:path w="141748" h="18711" extrusionOk="0">
                  <a:moveTo>
                    <a:pt x="72597" y="0"/>
                  </a:moveTo>
                  <a:cubicBezTo>
                    <a:pt x="58189" y="0"/>
                    <a:pt x="43720" y="2983"/>
                    <a:pt x="29958" y="6915"/>
                  </a:cubicBezTo>
                  <a:cubicBezTo>
                    <a:pt x="19829" y="9828"/>
                    <a:pt x="9914" y="13516"/>
                    <a:pt x="347" y="17899"/>
                  </a:cubicBezTo>
                  <a:cubicBezTo>
                    <a:pt x="0" y="18061"/>
                    <a:pt x="214" y="18523"/>
                    <a:pt x="537" y="18523"/>
                  </a:cubicBezTo>
                  <a:cubicBezTo>
                    <a:pt x="588" y="18523"/>
                    <a:pt x="641" y="18512"/>
                    <a:pt x="694" y="18487"/>
                  </a:cubicBezTo>
                  <a:cubicBezTo>
                    <a:pt x="17718" y="10630"/>
                    <a:pt x="35757" y="5151"/>
                    <a:pt x="54278" y="2211"/>
                  </a:cubicBezTo>
                  <a:cubicBezTo>
                    <a:pt x="60465" y="1243"/>
                    <a:pt x="66727" y="641"/>
                    <a:pt x="72983" y="641"/>
                  </a:cubicBezTo>
                  <a:cubicBezTo>
                    <a:pt x="76563" y="641"/>
                    <a:pt x="80141" y="838"/>
                    <a:pt x="83702" y="1276"/>
                  </a:cubicBezTo>
                  <a:cubicBezTo>
                    <a:pt x="93136" y="2425"/>
                    <a:pt x="102516" y="4750"/>
                    <a:pt x="111629" y="7476"/>
                  </a:cubicBezTo>
                  <a:cubicBezTo>
                    <a:pt x="121704" y="10469"/>
                    <a:pt x="131539" y="14211"/>
                    <a:pt x="141080" y="18674"/>
                  </a:cubicBezTo>
                  <a:cubicBezTo>
                    <a:pt x="141130" y="18699"/>
                    <a:pt x="141180" y="18710"/>
                    <a:pt x="141228" y="18710"/>
                  </a:cubicBezTo>
                  <a:cubicBezTo>
                    <a:pt x="141534" y="18710"/>
                    <a:pt x="141747" y="18252"/>
                    <a:pt x="141401" y="18113"/>
                  </a:cubicBezTo>
                  <a:cubicBezTo>
                    <a:pt x="124190" y="10069"/>
                    <a:pt x="105723" y="3949"/>
                    <a:pt x="86909" y="1062"/>
                  </a:cubicBezTo>
                  <a:cubicBezTo>
                    <a:pt x="82164" y="329"/>
                    <a:pt x="77384" y="0"/>
                    <a:pt x="7259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72"/>
            <p:cNvSpPr/>
            <p:nvPr/>
          </p:nvSpPr>
          <p:spPr>
            <a:xfrm>
              <a:off x="805195" y="4494144"/>
              <a:ext cx="2748069" cy="175931"/>
            </a:xfrm>
            <a:custGeom>
              <a:avLst/>
              <a:gdLst/>
              <a:ahLst/>
              <a:cxnLst/>
              <a:rect l="l" t="t" r="r" b="b"/>
              <a:pathLst>
                <a:path w="51687" h="3309" extrusionOk="0">
                  <a:moveTo>
                    <a:pt x="635" y="1"/>
                  </a:moveTo>
                  <a:cubicBezTo>
                    <a:pt x="533" y="1"/>
                    <a:pt x="434" y="53"/>
                    <a:pt x="374" y="179"/>
                  </a:cubicBezTo>
                  <a:lnTo>
                    <a:pt x="374" y="153"/>
                  </a:lnTo>
                  <a:lnTo>
                    <a:pt x="374" y="153"/>
                  </a:lnTo>
                  <a:cubicBezTo>
                    <a:pt x="0" y="874"/>
                    <a:pt x="455" y="1248"/>
                    <a:pt x="1176" y="1382"/>
                  </a:cubicBezTo>
                  <a:cubicBezTo>
                    <a:pt x="3314" y="1809"/>
                    <a:pt x="5666" y="1729"/>
                    <a:pt x="7831" y="1890"/>
                  </a:cubicBezTo>
                  <a:cubicBezTo>
                    <a:pt x="12641" y="2210"/>
                    <a:pt x="17478" y="2478"/>
                    <a:pt x="22289" y="2691"/>
                  </a:cubicBezTo>
                  <a:cubicBezTo>
                    <a:pt x="31399" y="3095"/>
                    <a:pt x="40509" y="3308"/>
                    <a:pt x="49641" y="3308"/>
                  </a:cubicBezTo>
                  <a:cubicBezTo>
                    <a:pt x="50180" y="3308"/>
                    <a:pt x="50719" y="3308"/>
                    <a:pt x="51258" y="3306"/>
                  </a:cubicBezTo>
                  <a:cubicBezTo>
                    <a:pt x="51686" y="3306"/>
                    <a:pt x="51686" y="2638"/>
                    <a:pt x="51258" y="2638"/>
                  </a:cubicBezTo>
                  <a:cubicBezTo>
                    <a:pt x="42920" y="2638"/>
                    <a:pt x="34582" y="2504"/>
                    <a:pt x="26244" y="2184"/>
                  </a:cubicBezTo>
                  <a:cubicBezTo>
                    <a:pt x="22182" y="2050"/>
                    <a:pt x="18120" y="1836"/>
                    <a:pt x="14084" y="1622"/>
                  </a:cubicBezTo>
                  <a:cubicBezTo>
                    <a:pt x="12000" y="1489"/>
                    <a:pt x="9915" y="1355"/>
                    <a:pt x="7831" y="1222"/>
                  </a:cubicBezTo>
                  <a:lnTo>
                    <a:pt x="4544" y="981"/>
                  </a:lnTo>
                  <a:cubicBezTo>
                    <a:pt x="4196" y="954"/>
                    <a:pt x="909" y="607"/>
                    <a:pt x="962" y="500"/>
                  </a:cubicBezTo>
                  <a:cubicBezTo>
                    <a:pt x="1090" y="244"/>
                    <a:pt x="856" y="1"/>
                    <a:pt x="63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72"/>
            <p:cNvSpPr/>
            <p:nvPr/>
          </p:nvSpPr>
          <p:spPr>
            <a:xfrm>
              <a:off x="5596439" y="4505894"/>
              <a:ext cx="2735787" cy="161204"/>
            </a:xfrm>
            <a:custGeom>
              <a:avLst/>
              <a:gdLst/>
              <a:ahLst/>
              <a:cxnLst/>
              <a:rect l="l" t="t" r="r" b="b"/>
              <a:pathLst>
                <a:path w="51456" h="3032" extrusionOk="0">
                  <a:moveTo>
                    <a:pt x="51063" y="1"/>
                  </a:moveTo>
                  <a:cubicBezTo>
                    <a:pt x="50928" y="1"/>
                    <a:pt x="50795" y="77"/>
                    <a:pt x="50751" y="252"/>
                  </a:cubicBezTo>
                  <a:cubicBezTo>
                    <a:pt x="50510" y="1001"/>
                    <a:pt x="44845" y="867"/>
                    <a:pt x="43989" y="920"/>
                  </a:cubicBezTo>
                  <a:cubicBezTo>
                    <a:pt x="41985" y="1027"/>
                    <a:pt x="40007" y="1134"/>
                    <a:pt x="38003" y="1214"/>
                  </a:cubicBezTo>
                  <a:cubicBezTo>
                    <a:pt x="33807" y="1428"/>
                    <a:pt x="29585" y="1588"/>
                    <a:pt x="25389" y="1749"/>
                  </a:cubicBezTo>
                  <a:cubicBezTo>
                    <a:pt x="17078" y="2043"/>
                    <a:pt x="8739" y="2257"/>
                    <a:pt x="428" y="2364"/>
                  </a:cubicBezTo>
                  <a:cubicBezTo>
                    <a:pt x="0" y="2364"/>
                    <a:pt x="0" y="3032"/>
                    <a:pt x="428" y="3032"/>
                  </a:cubicBezTo>
                  <a:cubicBezTo>
                    <a:pt x="9648" y="2898"/>
                    <a:pt x="18841" y="2684"/>
                    <a:pt x="28035" y="2310"/>
                  </a:cubicBezTo>
                  <a:cubicBezTo>
                    <a:pt x="32578" y="2150"/>
                    <a:pt x="37121" y="1936"/>
                    <a:pt x="41664" y="1695"/>
                  </a:cubicBezTo>
                  <a:cubicBezTo>
                    <a:pt x="43883" y="1588"/>
                    <a:pt x="46074" y="1455"/>
                    <a:pt x="48292" y="1321"/>
                  </a:cubicBezTo>
                  <a:cubicBezTo>
                    <a:pt x="48382" y="1316"/>
                    <a:pt x="48478" y="1315"/>
                    <a:pt x="48581" y="1315"/>
                  </a:cubicBezTo>
                  <a:cubicBezTo>
                    <a:pt x="48815" y="1315"/>
                    <a:pt x="49078" y="1324"/>
                    <a:pt x="49346" y="1324"/>
                  </a:cubicBezTo>
                  <a:cubicBezTo>
                    <a:pt x="50217" y="1324"/>
                    <a:pt x="51151" y="1228"/>
                    <a:pt x="51392" y="413"/>
                  </a:cubicBezTo>
                  <a:cubicBezTo>
                    <a:pt x="51455" y="160"/>
                    <a:pt x="51257" y="1"/>
                    <a:pt x="5106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72"/>
            <p:cNvSpPr/>
            <p:nvPr/>
          </p:nvSpPr>
          <p:spPr>
            <a:xfrm>
              <a:off x="3756949" y="3251782"/>
              <a:ext cx="1625703" cy="383125"/>
            </a:xfrm>
            <a:custGeom>
              <a:avLst/>
              <a:gdLst/>
              <a:ahLst/>
              <a:cxnLst/>
              <a:rect l="l" t="t" r="r" b="b"/>
              <a:pathLst>
                <a:path w="30577" h="7206" extrusionOk="0">
                  <a:moveTo>
                    <a:pt x="14967" y="1"/>
                  </a:moveTo>
                  <a:cubicBezTo>
                    <a:pt x="14892" y="1"/>
                    <a:pt x="14817" y="1"/>
                    <a:pt x="14742" y="2"/>
                  </a:cubicBezTo>
                  <a:cubicBezTo>
                    <a:pt x="9263" y="55"/>
                    <a:pt x="3250" y="1872"/>
                    <a:pt x="150" y="6710"/>
                  </a:cubicBezTo>
                  <a:cubicBezTo>
                    <a:pt x="1" y="6971"/>
                    <a:pt x="229" y="7206"/>
                    <a:pt x="463" y="7206"/>
                  </a:cubicBezTo>
                  <a:cubicBezTo>
                    <a:pt x="564" y="7206"/>
                    <a:pt x="665" y="7162"/>
                    <a:pt x="738" y="7057"/>
                  </a:cubicBezTo>
                  <a:cubicBezTo>
                    <a:pt x="3715" y="2383"/>
                    <a:pt x="9601" y="694"/>
                    <a:pt x="14880" y="694"/>
                  </a:cubicBezTo>
                  <a:cubicBezTo>
                    <a:pt x="15004" y="694"/>
                    <a:pt x="15127" y="695"/>
                    <a:pt x="15250" y="696"/>
                  </a:cubicBezTo>
                  <a:cubicBezTo>
                    <a:pt x="20701" y="750"/>
                    <a:pt x="26020" y="2701"/>
                    <a:pt x="29868" y="6576"/>
                  </a:cubicBezTo>
                  <a:cubicBezTo>
                    <a:pt x="29935" y="6643"/>
                    <a:pt x="30011" y="6671"/>
                    <a:pt x="30086" y="6671"/>
                  </a:cubicBezTo>
                  <a:cubicBezTo>
                    <a:pt x="30340" y="6671"/>
                    <a:pt x="30576" y="6343"/>
                    <a:pt x="30349" y="6095"/>
                  </a:cubicBezTo>
                  <a:cubicBezTo>
                    <a:pt x="26313" y="2006"/>
                    <a:pt x="20663" y="1"/>
                    <a:pt x="1496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72"/>
            <p:cNvSpPr/>
            <p:nvPr/>
          </p:nvSpPr>
          <p:spPr>
            <a:xfrm>
              <a:off x="845442" y="4299020"/>
              <a:ext cx="2937983" cy="217561"/>
            </a:xfrm>
            <a:custGeom>
              <a:avLst/>
              <a:gdLst/>
              <a:ahLst/>
              <a:cxnLst/>
              <a:rect l="l" t="t" r="r" b="b"/>
              <a:pathLst>
                <a:path w="55259" h="4092" extrusionOk="0">
                  <a:moveTo>
                    <a:pt x="55045" y="1"/>
                  </a:moveTo>
                  <a:lnTo>
                    <a:pt x="33050" y="910"/>
                  </a:lnTo>
                  <a:cubicBezTo>
                    <a:pt x="25888" y="1203"/>
                    <a:pt x="18699" y="1337"/>
                    <a:pt x="11563" y="1979"/>
                  </a:cubicBezTo>
                  <a:cubicBezTo>
                    <a:pt x="7742" y="2272"/>
                    <a:pt x="3947" y="2887"/>
                    <a:pt x="205" y="3742"/>
                  </a:cubicBezTo>
                  <a:cubicBezTo>
                    <a:pt x="0" y="3794"/>
                    <a:pt x="66" y="4091"/>
                    <a:pt x="261" y="4091"/>
                  </a:cubicBezTo>
                  <a:cubicBezTo>
                    <a:pt x="269" y="4091"/>
                    <a:pt x="277" y="4091"/>
                    <a:pt x="286" y="4090"/>
                  </a:cubicBezTo>
                  <a:lnTo>
                    <a:pt x="312" y="4063"/>
                  </a:lnTo>
                  <a:cubicBezTo>
                    <a:pt x="7127" y="2433"/>
                    <a:pt x="14129" y="2005"/>
                    <a:pt x="21104" y="1738"/>
                  </a:cubicBezTo>
                  <a:cubicBezTo>
                    <a:pt x="28320" y="1417"/>
                    <a:pt x="35509" y="1123"/>
                    <a:pt x="42725" y="829"/>
                  </a:cubicBezTo>
                  <a:lnTo>
                    <a:pt x="55045" y="322"/>
                  </a:lnTo>
                  <a:cubicBezTo>
                    <a:pt x="55259" y="322"/>
                    <a:pt x="55259" y="1"/>
                    <a:pt x="5504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72"/>
            <p:cNvSpPr/>
            <p:nvPr/>
          </p:nvSpPr>
          <p:spPr>
            <a:xfrm>
              <a:off x="3803258" y="4291949"/>
              <a:ext cx="110907" cy="25627"/>
            </a:xfrm>
            <a:custGeom>
              <a:avLst/>
              <a:gdLst/>
              <a:ahLst/>
              <a:cxnLst/>
              <a:rect l="l" t="t" r="r" b="b"/>
              <a:pathLst>
                <a:path w="2086" h="482" extrusionOk="0">
                  <a:moveTo>
                    <a:pt x="1871" y="0"/>
                  </a:moveTo>
                  <a:lnTo>
                    <a:pt x="214" y="161"/>
                  </a:lnTo>
                  <a:cubicBezTo>
                    <a:pt x="1" y="161"/>
                    <a:pt x="1" y="481"/>
                    <a:pt x="214" y="481"/>
                  </a:cubicBezTo>
                  <a:lnTo>
                    <a:pt x="1871" y="348"/>
                  </a:lnTo>
                  <a:cubicBezTo>
                    <a:pt x="2085" y="321"/>
                    <a:pt x="2085" y="0"/>
                    <a:pt x="187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72"/>
            <p:cNvSpPr/>
            <p:nvPr/>
          </p:nvSpPr>
          <p:spPr>
            <a:xfrm>
              <a:off x="3932561" y="4293331"/>
              <a:ext cx="29880" cy="18555"/>
            </a:xfrm>
            <a:custGeom>
              <a:avLst/>
              <a:gdLst/>
              <a:ahLst/>
              <a:cxnLst/>
              <a:rect l="l" t="t" r="r" b="b"/>
              <a:pathLst>
                <a:path w="562" h="349" extrusionOk="0">
                  <a:moveTo>
                    <a:pt x="214" y="1"/>
                  </a:moveTo>
                  <a:cubicBezTo>
                    <a:pt x="1" y="1"/>
                    <a:pt x="1" y="348"/>
                    <a:pt x="214" y="348"/>
                  </a:cubicBezTo>
                  <a:lnTo>
                    <a:pt x="321" y="348"/>
                  </a:lnTo>
                  <a:cubicBezTo>
                    <a:pt x="562" y="348"/>
                    <a:pt x="562" y="1"/>
                    <a:pt x="32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72"/>
            <p:cNvSpPr/>
            <p:nvPr/>
          </p:nvSpPr>
          <p:spPr>
            <a:xfrm>
              <a:off x="4002211" y="4294713"/>
              <a:ext cx="2451075" cy="68320"/>
            </a:xfrm>
            <a:custGeom>
              <a:avLst/>
              <a:gdLst/>
              <a:ahLst/>
              <a:cxnLst/>
              <a:rect l="l" t="t" r="r" b="b"/>
              <a:pathLst>
                <a:path w="46101" h="1285" extrusionOk="0">
                  <a:moveTo>
                    <a:pt x="11764" y="0"/>
                  </a:moveTo>
                  <a:cubicBezTo>
                    <a:pt x="11308" y="0"/>
                    <a:pt x="10852" y="1"/>
                    <a:pt x="10396" y="2"/>
                  </a:cubicBezTo>
                  <a:cubicBezTo>
                    <a:pt x="7002" y="2"/>
                    <a:pt x="3608" y="28"/>
                    <a:pt x="241" y="82"/>
                  </a:cubicBezTo>
                  <a:cubicBezTo>
                    <a:pt x="0" y="82"/>
                    <a:pt x="0" y="429"/>
                    <a:pt x="241" y="429"/>
                  </a:cubicBezTo>
                  <a:lnTo>
                    <a:pt x="241" y="403"/>
                  </a:lnTo>
                  <a:cubicBezTo>
                    <a:pt x="3694" y="348"/>
                    <a:pt x="7147" y="321"/>
                    <a:pt x="10599" y="321"/>
                  </a:cubicBezTo>
                  <a:cubicBezTo>
                    <a:pt x="18984" y="321"/>
                    <a:pt x="27364" y="482"/>
                    <a:pt x="35731" y="803"/>
                  </a:cubicBezTo>
                  <a:cubicBezTo>
                    <a:pt x="39125" y="937"/>
                    <a:pt x="42493" y="1097"/>
                    <a:pt x="45887" y="1284"/>
                  </a:cubicBezTo>
                  <a:cubicBezTo>
                    <a:pt x="46100" y="1284"/>
                    <a:pt x="46100" y="937"/>
                    <a:pt x="45887" y="937"/>
                  </a:cubicBezTo>
                  <a:cubicBezTo>
                    <a:pt x="34529" y="320"/>
                    <a:pt x="23147" y="0"/>
                    <a:pt x="1176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72"/>
            <p:cNvSpPr/>
            <p:nvPr/>
          </p:nvSpPr>
          <p:spPr>
            <a:xfrm>
              <a:off x="6471683" y="4347349"/>
              <a:ext cx="29933" cy="17120"/>
            </a:xfrm>
            <a:custGeom>
              <a:avLst/>
              <a:gdLst/>
              <a:ahLst/>
              <a:cxnLst/>
              <a:rect l="l" t="t" r="r" b="b"/>
              <a:pathLst>
                <a:path w="563" h="322" extrusionOk="0">
                  <a:moveTo>
                    <a:pt x="241" y="1"/>
                  </a:moveTo>
                  <a:cubicBezTo>
                    <a:pt x="1" y="1"/>
                    <a:pt x="1" y="321"/>
                    <a:pt x="241" y="321"/>
                  </a:cubicBezTo>
                  <a:lnTo>
                    <a:pt x="348" y="321"/>
                  </a:lnTo>
                  <a:cubicBezTo>
                    <a:pt x="562" y="321"/>
                    <a:pt x="562" y="1"/>
                    <a:pt x="34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72"/>
            <p:cNvSpPr/>
            <p:nvPr/>
          </p:nvSpPr>
          <p:spPr>
            <a:xfrm>
              <a:off x="6522671" y="4338895"/>
              <a:ext cx="23660" cy="20363"/>
            </a:xfrm>
            <a:custGeom>
              <a:avLst/>
              <a:gdLst/>
              <a:ahLst/>
              <a:cxnLst/>
              <a:rect l="l" t="t" r="r" b="b"/>
              <a:pathLst>
                <a:path w="445" h="383" extrusionOk="0">
                  <a:moveTo>
                    <a:pt x="198" y="1"/>
                  </a:moveTo>
                  <a:cubicBezTo>
                    <a:pt x="123" y="1"/>
                    <a:pt x="53" y="47"/>
                    <a:pt x="31" y="160"/>
                  </a:cubicBezTo>
                  <a:cubicBezTo>
                    <a:pt x="1" y="308"/>
                    <a:pt x="87" y="382"/>
                    <a:pt x="178" y="382"/>
                  </a:cubicBezTo>
                  <a:cubicBezTo>
                    <a:pt x="201" y="382"/>
                    <a:pt x="225" y="377"/>
                    <a:pt x="247" y="368"/>
                  </a:cubicBezTo>
                  <a:lnTo>
                    <a:pt x="247" y="368"/>
                  </a:lnTo>
                  <a:cubicBezTo>
                    <a:pt x="262" y="372"/>
                    <a:pt x="276" y="373"/>
                    <a:pt x="291" y="373"/>
                  </a:cubicBezTo>
                  <a:cubicBezTo>
                    <a:pt x="371" y="373"/>
                    <a:pt x="445" y="320"/>
                    <a:pt x="432" y="213"/>
                  </a:cubicBezTo>
                  <a:cubicBezTo>
                    <a:pt x="416" y="89"/>
                    <a:pt x="302" y="1"/>
                    <a:pt x="19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72"/>
            <p:cNvSpPr/>
            <p:nvPr/>
          </p:nvSpPr>
          <p:spPr>
            <a:xfrm>
              <a:off x="6578284" y="4345914"/>
              <a:ext cx="1226255" cy="93947"/>
            </a:xfrm>
            <a:custGeom>
              <a:avLst/>
              <a:gdLst/>
              <a:ahLst/>
              <a:cxnLst/>
              <a:rect l="l" t="t" r="r" b="b"/>
              <a:pathLst>
                <a:path w="23064" h="1767" extrusionOk="0">
                  <a:moveTo>
                    <a:pt x="241" y="1"/>
                  </a:moveTo>
                  <a:cubicBezTo>
                    <a:pt x="0" y="1"/>
                    <a:pt x="0" y="321"/>
                    <a:pt x="241" y="321"/>
                  </a:cubicBezTo>
                  <a:cubicBezTo>
                    <a:pt x="7777" y="455"/>
                    <a:pt x="15314" y="963"/>
                    <a:pt x="22850" y="1765"/>
                  </a:cubicBezTo>
                  <a:cubicBezTo>
                    <a:pt x="22858" y="1766"/>
                    <a:pt x="22867" y="1766"/>
                    <a:pt x="22875" y="1766"/>
                  </a:cubicBezTo>
                  <a:cubicBezTo>
                    <a:pt x="23063" y="1766"/>
                    <a:pt x="23055" y="1470"/>
                    <a:pt x="22850" y="1444"/>
                  </a:cubicBezTo>
                  <a:cubicBezTo>
                    <a:pt x="15340" y="615"/>
                    <a:pt x="7804" y="134"/>
                    <a:pt x="24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72"/>
            <p:cNvSpPr/>
            <p:nvPr/>
          </p:nvSpPr>
          <p:spPr>
            <a:xfrm>
              <a:off x="7832771" y="4424708"/>
              <a:ext cx="65556" cy="23287"/>
            </a:xfrm>
            <a:custGeom>
              <a:avLst/>
              <a:gdLst/>
              <a:ahLst/>
              <a:cxnLst/>
              <a:rect l="l" t="t" r="r" b="b"/>
              <a:pathLst>
                <a:path w="1233" h="438" extrusionOk="0">
                  <a:moveTo>
                    <a:pt x="254" y="1"/>
                  </a:moveTo>
                  <a:cubicBezTo>
                    <a:pt x="102" y="1"/>
                    <a:pt x="0" y="216"/>
                    <a:pt x="164" y="309"/>
                  </a:cubicBezTo>
                  <a:cubicBezTo>
                    <a:pt x="359" y="388"/>
                    <a:pt x="569" y="437"/>
                    <a:pt x="783" y="437"/>
                  </a:cubicBezTo>
                  <a:cubicBezTo>
                    <a:pt x="861" y="437"/>
                    <a:pt x="940" y="431"/>
                    <a:pt x="1019" y="416"/>
                  </a:cubicBezTo>
                  <a:cubicBezTo>
                    <a:pt x="1224" y="391"/>
                    <a:pt x="1232" y="94"/>
                    <a:pt x="1043" y="94"/>
                  </a:cubicBezTo>
                  <a:cubicBezTo>
                    <a:pt x="1035" y="94"/>
                    <a:pt x="1027" y="95"/>
                    <a:pt x="1019" y="96"/>
                  </a:cubicBezTo>
                  <a:cubicBezTo>
                    <a:pt x="959" y="102"/>
                    <a:pt x="899" y="106"/>
                    <a:pt x="839" y="106"/>
                  </a:cubicBezTo>
                  <a:cubicBezTo>
                    <a:pt x="660" y="106"/>
                    <a:pt x="484" y="76"/>
                    <a:pt x="324" y="15"/>
                  </a:cubicBezTo>
                  <a:cubicBezTo>
                    <a:pt x="300" y="5"/>
                    <a:pt x="277" y="1"/>
                    <a:pt x="25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72"/>
            <p:cNvSpPr/>
            <p:nvPr/>
          </p:nvSpPr>
          <p:spPr>
            <a:xfrm>
              <a:off x="7922412" y="4435447"/>
              <a:ext cx="24244" cy="18502"/>
            </a:xfrm>
            <a:custGeom>
              <a:avLst/>
              <a:gdLst/>
              <a:ahLst/>
              <a:cxnLst/>
              <a:rect l="l" t="t" r="r" b="b"/>
              <a:pathLst>
                <a:path w="456" h="348" extrusionOk="0">
                  <a:moveTo>
                    <a:pt x="241" y="0"/>
                  </a:moveTo>
                  <a:cubicBezTo>
                    <a:pt x="1" y="0"/>
                    <a:pt x="1" y="348"/>
                    <a:pt x="241" y="348"/>
                  </a:cubicBezTo>
                  <a:cubicBezTo>
                    <a:pt x="455" y="348"/>
                    <a:pt x="455" y="0"/>
                    <a:pt x="24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72"/>
            <p:cNvSpPr/>
            <p:nvPr/>
          </p:nvSpPr>
          <p:spPr>
            <a:xfrm>
              <a:off x="7975473" y="4445283"/>
              <a:ext cx="285722" cy="64439"/>
            </a:xfrm>
            <a:custGeom>
              <a:avLst/>
              <a:gdLst/>
              <a:ahLst/>
              <a:cxnLst/>
              <a:rect l="l" t="t" r="r" b="b"/>
              <a:pathLst>
                <a:path w="5374" h="1212" extrusionOk="0">
                  <a:moveTo>
                    <a:pt x="261" y="1"/>
                  </a:moveTo>
                  <a:cubicBezTo>
                    <a:pt x="66" y="1"/>
                    <a:pt x="0" y="299"/>
                    <a:pt x="206" y="350"/>
                  </a:cubicBezTo>
                  <a:lnTo>
                    <a:pt x="5096" y="1205"/>
                  </a:lnTo>
                  <a:cubicBezTo>
                    <a:pt x="5112" y="1209"/>
                    <a:pt x="5128" y="1211"/>
                    <a:pt x="5143" y="1211"/>
                  </a:cubicBezTo>
                  <a:cubicBezTo>
                    <a:pt x="5320" y="1211"/>
                    <a:pt x="5374" y="934"/>
                    <a:pt x="5176" y="884"/>
                  </a:cubicBezTo>
                  <a:lnTo>
                    <a:pt x="286" y="3"/>
                  </a:lnTo>
                  <a:cubicBezTo>
                    <a:pt x="277" y="1"/>
                    <a:pt x="269" y="1"/>
                    <a:pt x="26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2" name="Google Shape;3702;p72"/>
          <p:cNvSpPr/>
          <p:nvPr/>
        </p:nvSpPr>
        <p:spPr>
          <a:xfrm>
            <a:off x="7051922" y="1923574"/>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03" name="Google Shape;3703;p72"/>
          <p:cNvGrpSpPr/>
          <p:nvPr/>
        </p:nvGrpSpPr>
        <p:grpSpPr>
          <a:xfrm>
            <a:off x="7785543" y="1923599"/>
            <a:ext cx="346056" cy="345674"/>
            <a:chOff x="3303268" y="3817349"/>
            <a:chExt cx="346056" cy="345674"/>
          </a:xfrm>
        </p:grpSpPr>
        <p:sp>
          <p:nvSpPr>
            <p:cNvPr id="3704" name="Google Shape;3704;p72"/>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72"/>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72"/>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72"/>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08" name="Google Shape;3708;p72"/>
          <p:cNvGrpSpPr/>
          <p:nvPr/>
        </p:nvGrpSpPr>
        <p:grpSpPr>
          <a:xfrm>
            <a:off x="7051936" y="2697674"/>
            <a:ext cx="345642" cy="345674"/>
            <a:chOff x="5549861" y="3817349"/>
            <a:chExt cx="345642" cy="345674"/>
          </a:xfrm>
        </p:grpSpPr>
        <p:sp>
          <p:nvSpPr>
            <p:cNvPr id="3709" name="Google Shape;3709;p72"/>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72"/>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72"/>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12" name="Google Shape;3712;p72"/>
          <p:cNvGrpSpPr/>
          <p:nvPr/>
        </p:nvGrpSpPr>
        <p:grpSpPr>
          <a:xfrm>
            <a:off x="7785585" y="2697686"/>
            <a:ext cx="346024" cy="345674"/>
            <a:chOff x="4201447" y="3817349"/>
            <a:chExt cx="346024" cy="345674"/>
          </a:xfrm>
        </p:grpSpPr>
        <p:sp>
          <p:nvSpPr>
            <p:cNvPr id="3713" name="Google Shape;3713;p72"/>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72"/>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718"/>
        <p:cNvGrpSpPr/>
        <p:nvPr/>
      </p:nvGrpSpPr>
      <p:grpSpPr>
        <a:xfrm>
          <a:off x="0" y="0"/>
          <a:ext cx="0" cy="0"/>
          <a:chOff x="0" y="0"/>
          <a:chExt cx="0" cy="0"/>
        </a:xfrm>
      </p:grpSpPr>
      <p:sp>
        <p:nvSpPr>
          <p:cNvPr id="3719" name="Google Shape;3719;p73"/>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UFO AND ALIENS </a:t>
            </a:r>
            <a:r>
              <a:rPr lang="en">
                <a:solidFill>
                  <a:schemeClr val="accent2"/>
                </a:solidFill>
              </a:rPr>
              <a:t>ICON</a:t>
            </a:r>
            <a:r>
              <a:rPr lang="en"/>
              <a:t> PACK</a:t>
            </a:r>
            <a:endParaRPr/>
          </a:p>
        </p:txBody>
      </p:sp>
      <p:grpSp>
        <p:nvGrpSpPr>
          <p:cNvPr id="3720" name="Google Shape;3720;p73"/>
          <p:cNvGrpSpPr/>
          <p:nvPr/>
        </p:nvGrpSpPr>
        <p:grpSpPr>
          <a:xfrm>
            <a:off x="1829954" y="2641738"/>
            <a:ext cx="545075" cy="542925"/>
            <a:chOff x="2048125" y="1972950"/>
            <a:chExt cx="545075" cy="542925"/>
          </a:xfrm>
        </p:grpSpPr>
        <p:sp>
          <p:nvSpPr>
            <p:cNvPr id="3721" name="Google Shape;3721;p73"/>
            <p:cNvSpPr/>
            <p:nvPr/>
          </p:nvSpPr>
          <p:spPr>
            <a:xfrm>
              <a:off x="2048125" y="1972950"/>
              <a:ext cx="102575" cy="100425"/>
            </a:xfrm>
            <a:custGeom>
              <a:avLst/>
              <a:gdLst/>
              <a:ahLst/>
              <a:cxnLst/>
              <a:rect l="l" t="t" r="r" b="b"/>
              <a:pathLst>
                <a:path w="4103" h="4017" extrusionOk="0">
                  <a:moveTo>
                    <a:pt x="469" y="1"/>
                  </a:moveTo>
                  <a:cubicBezTo>
                    <a:pt x="360" y="1"/>
                    <a:pt x="251" y="42"/>
                    <a:pt x="167" y="126"/>
                  </a:cubicBezTo>
                  <a:cubicBezTo>
                    <a:pt x="1" y="292"/>
                    <a:pt x="4" y="564"/>
                    <a:pt x="174" y="730"/>
                  </a:cubicBezTo>
                  <a:lnTo>
                    <a:pt x="3335" y="3891"/>
                  </a:lnTo>
                  <a:cubicBezTo>
                    <a:pt x="3419" y="3974"/>
                    <a:pt x="3527" y="4016"/>
                    <a:pt x="3636" y="4016"/>
                  </a:cubicBezTo>
                  <a:cubicBezTo>
                    <a:pt x="3744" y="4016"/>
                    <a:pt x="3853" y="3974"/>
                    <a:pt x="3936" y="3891"/>
                  </a:cubicBezTo>
                  <a:cubicBezTo>
                    <a:pt x="4102" y="3725"/>
                    <a:pt x="4102" y="3457"/>
                    <a:pt x="3936" y="3294"/>
                  </a:cubicBezTo>
                  <a:lnTo>
                    <a:pt x="774" y="129"/>
                  </a:lnTo>
                  <a:cubicBezTo>
                    <a:pt x="690" y="44"/>
                    <a:pt x="580" y="1"/>
                    <a:pt x="46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73"/>
            <p:cNvSpPr/>
            <p:nvPr/>
          </p:nvSpPr>
          <p:spPr>
            <a:xfrm>
              <a:off x="2048300" y="2426000"/>
              <a:ext cx="91875" cy="89775"/>
            </a:xfrm>
            <a:custGeom>
              <a:avLst/>
              <a:gdLst/>
              <a:ahLst/>
              <a:cxnLst/>
              <a:rect l="l" t="t" r="r" b="b"/>
              <a:pathLst>
                <a:path w="3675" h="3591" extrusionOk="0">
                  <a:moveTo>
                    <a:pt x="3211" y="0"/>
                  </a:moveTo>
                  <a:cubicBezTo>
                    <a:pt x="3103" y="0"/>
                    <a:pt x="2994" y="42"/>
                    <a:pt x="2911" y="125"/>
                  </a:cubicBezTo>
                  <a:lnTo>
                    <a:pt x="167" y="2869"/>
                  </a:lnTo>
                  <a:cubicBezTo>
                    <a:pt x="1" y="3032"/>
                    <a:pt x="1" y="3300"/>
                    <a:pt x="167" y="3466"/>
                  </a:cubicBezTo>
                  <a:cubicBezTo>
                    <a:pt x="250" y="3549"/>
                    <a:pt x="359" y="3591"/>
                    <a:pt x="467" y="3591"/>
                  </a:cubicBezTo>
                  <a:cubicBezTo>
                    <a:pt x="576" y="3591"/>
                    <a:pt x="684" y="3549"/>
                    <a:pt x="767" y="3466"/>
                  </a:cubicBezTo>
                  <a:lnTo>
                    <a:pt x="3512" y="722"/>
                  </a:lnTo>
                  <a:cubicBezTo>
                    <a:pt x="3674" y="559"/>
                    <a:pt x="3674" y="288"/>
                    <a:pt x="3512" y="125"/>
                  </a:cubicBezTo>
                  <a:cubicBezTo>
                    <a:pt x="3428" y="42"/>
                    <a:pt x="3320" y="0"/>
                    <a:pt x="321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73"/>
            <p:cNvSpPr/>
            <p:nvPr/>
          </p:nvSpPr>
          <p:spPr>
            <a:xfrm>
              <a:off x="2239125" y="2451075"/>
              <a:ext cx="35125" cy="64725"/>
            </a:xfrm>
            <a:custGeom>
              <a:avLst/>
              <a:gdLst/>
              <a:ahLst/>
              <a:cxnLst/>
              <a:rect l="l" t="t" r="r" b="b"/>
              <a:pathLst>
                <a:path w="1405" h="2589" extrusionOk="0">
                  <a:moveTo>
                    <a:pt x="938" y="1"/>
                  </a:moveTo>
                  <a:cubicBezTo>
                    <a:pt x="749" y="1"/>
                    <a:pt x="577" y="125"/>
                    <a:pt x="526" y="316"/>
                  </a:cubicBezTo>
                  <a:lnTo>
                    <a:pt x="61" y="2056"/>
                  </a:lnTo>
                  <a:cubicBezTo>
                    <a:pt x="0" y="2283"/>
                    <a:pt x="132" y="2514"/>
                    <a:pt x="360" y="2575"/>
                  </a:cubicBezTo>
                  <a:cubicBezTo>
                    <a:pt x="397" y="2585"/>
                    <a:pt x="434" y="2589"/>
                    <a:pt x="472" y="2589"/>
                  </a:cubicBezTo>
                  <a:cubicBezTo>
                    <a:pt x="662" y="2589"/>
                    <a:pt x="831" y="2460"/>
                    <a:pt x="879" y="2277"/>
                  </a:cubicBezTo>
                  <a:lnTo>
                    <a:pt x="1347" y="533"/>
                  </a:lnTo>
                  <a:cubicBezTo>
                    <a:pt x="1404" y="309"/>
                    <a:pt x="1272" y="75"/>
                    <a:pt x="1045" y="14"/>
                  </a:cubicBezTo>
                  <a:cubicBezTo>
                    <a:pt x="1009" y="5"/>
                    <a:pt x="973" y="1"/>
                    <a:pt x="93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73"/>
            <p:cNvSpPr/>
            <p:nvPr/>
          </p:nvSpPr>
          <p:spPr>
            <a:xfrm>
              <a:off x="2501250" y="2426000"/>
              <a:ext cx="91850" cy="89875"/>
            </a:xfrm>
            <a:custGeom>
              <a:avLst/>
              <a:gdLst/>
              <a:ahLst/>
              <a:cxnLst/>
              <a:rect l="l" t="t" r="r" b="b"/>
              <a:pathLst>
                <a:path w="3674" h="3595" extrusionOk="0">
                  <a:moveTo>
                    <a:pt x="465" y="0"/>
                  </a:moveTo>
                  <a:cubicBezTo>
                    <a:pt x="356" y="0"/>
                    <a:pt x="248" y="42"/>
                    <a:pt x="166" y="125"/>
                  </a:cubicBezTo>
                  <a:cubicBezTo>
                    <a:pt x="0" y="291"/>
                    <a:pt x="0" y="559"/>
                    <a:pt x="166" y="725"/>
                  </a:cubicBezTo>
                  <a:lnTo>
                    <a:pt x="2911" y="3470"/>
                  </a:lnTo>
                  <a:cubicBezTo>
                    <a:pt x="2994" y="3553"/>
                    <a:pt x="3102" y="3594"/>
                    <a:pt x="3211" y="3594"/>
                  </a:cubicBezTo>
                  <a:cubicBezTo>
                    <a:pt x="3320" y="3594"/>
                    <a:pt x="3428" y="3553"/>
                    <a:pt x="3511" y="3470"/>
                  </a:cubicBezTo>
                  <a:cubicBezTo>
                    <a:pt x="3674" y="3303"/>
                    <a:pt x="3674" y="3035"/>
                    <a:pt x="3511" y="2869"/>
                  </a:cubicBezTo>
                  <a:lnTo>
                    <a:pt x="767" y="125"/>
                  </a:lnTo>
                  <a:cubicBezTo>
                    <a:pt x="684" y="42"/>
                    <a:pt x="574" y="0"/>
                    <a:pt x="4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73"/>
            <p:cNvSpPr/>
            <p:nvPr/>
          </p:nvSpPr>
          <p:spPr>
            <a:xfrm>
              <a:off x="2048225" y="1973100"/>
              <a:ext cx="544975" cy="495075"/>
            </a:xfrm>
            <a:custGeom>
              <a:avLst/>
              <a:gdLst/>
              <a:ahLst/>
              <a:cxnLst/>
              <a:rect l="l" t="t" r="r" b="b"/>
              <a:pathLst>
                <a:path w="21799" h="19803" extrusionOk="0">
                  <a:moveTo>
                    <a:pt x="10903" y="8153"/>
                  </a:moveTo>
                  <a:cubicBezTo>
                    <a:pt x="12341" y="8153"/>
                    <a:pt x="13515" y="9296"/>
                    <a:pt x="13552" y="10734"/>
                  </a:cubicBezTo>
                  <a:cubicBezTo>
                    <a:pt x="13362" y="10910"/>
                    <a:pt x="12433" y="11216"/>
                    <a:pt x="10903" y="11216"/>
                  </a:cubicBezTo>
                  <a:cubicBezTo>
                    <a:pt x="9373" y="11216"/>
                    <a:pt x="8443" y="10910"/>
                    <a:pt x="8250" y="10734"/>
                  </a:cubicBezTo>
                  <a:cubicBezTo>
                    <a:pt x="8287" y="9296"/>
                    <a:pt x="9464" y="8153"/>
                    <a:pt x="10903" y="8153"/>
                  </a:cubicBezTo>
                  <a:close/>
                  <a:moveTo>
                    <a:pt x="14380" y="10955"/>
                  </a:moveTo>
                  <a:cubicBezTo>
                    <a:pt x="16524" y="11314"/>
                    <a:pt x="17260" y="11898"/>
                    <a:pt x="17260" y="12125"/>
                  </a:cubicBezTo>
                  <a:cubicBezTo>
                    <a:pt x="17260" y="12250"/>
                    <a:pt x="16961" y="12657"/>
                    <a:pt x="15584" y="13034"/>
                  </a:cubicBezTo>
                  <a:cubicBezTo>
                    <a:pt x="14339" y="13377"/>
                    <a:pt x="12673" y="13567"/>
                    <a:pt x="10899" y="13567"/>
                  </a:cubicBezTo>
                  <a:cubicBezTo>
                    <a:pt x="9125" y="13567"/>
                    <a:pt x="7460" y="13377"/>
                    <a:pt x="6215" y="13034"/>
                  </a:cubicBezTo>
                  <a:lnTo>
                    <a:pt x="6218" y="13034"/>
                  </a:lnTo>
                  <a:cubicBezTo>
                    <a:pt x="4844" y="12657"/>
                    <a:pt x="4539" y="12250"/>
                    <a:pt x="4539" y="12125"/>
                  </a:cubicBezTo>
                  <a:cubicBezTo>
                    <a:pt x="4539" y="11898"/>
                    <a:pt x="5279" y="11314"/>
                    <a:pt x="7419" y="10955"/>
                  </a:cubicBezTo>
                  <a:cubicBezTo>
                    <a:pt x="7507" y="11321"/>
                    <a:pt x="7907" y="11606"/>
                    <a:pt x="8613" y="11803"/>
                  </a:cubicBezTo>
                  <a:cubicBezTo>
                    <a:pt x="9230" y="11972"/>
                    <a:pt x="10041" y="12064"/>
                    <a:pt x="10899" y="12064"/>
                  </a:cubicBezTo>
                  <a:cubicBezTo>
                    <a:pt x="11758" y="12064"/>
                    <a:pt x="12572" y="11972"/>
                    <a:pt x="13186" y="11803"/>
                  </a:cubicBezTo>
                  <a:cubicBezTo>
                    <a:pt x="13891" y="11609"/>
                    <a:pt x="14292" y="11324"/>
                    <a:pt x="14380" y="10955"/>
                  </a:cubicBezTo>
                  <a:close/>
                  <a:moveTo>
                    <a:pt x="13694" y="0"/>
                  </a:moveTo>
                  <a:cubicBezTo>
                    <a:pt x="13508" y="0"/>
                    <a:pt x="13335" y="126"/>
                    <a:pt x="13284" y="317"/>
                  </a:cubicBezTo>
                  <a:lnTo>
                    <a:pt x="11405" y="7332"/>
                  </a:lnTo>
                  <a:cubicBezTo>
                    <a:pt x="11239" y="7308"/>
                    <a:pt x="11069" y="7294"/>
                    <a:pt x="10899" y="7294"/>
                  </a:cubicBezTo>
                  <a:cubicBezTo>
                    <a:pt x="10733" y="7294"/>
                    <a:pt x="10564" y="7308"/>
                    <a:pt x="10397" y="7332"/>
                  </a:cubicBezTo>
                  <a:lnTo>
                    <a:pt x="9027" y="2220"/>
                  </a:lnTo>
                  <a:cubicBezTo>
                    <a:pt x="8976" y="2030"/>
                    <a:pt x="8807" y="1906"/>
                    <a:pt x="8620" y="1906"/>
                  </a:cubicBezTo>
                  <a:cubicBezTo>
                    <a:pt x="8583" y="1906"/>
                    <a:pt x="8545" y="1911"/>
                    <a:pt x="8508" y="1921"/>
                  </a:cubicBezTo>
                  <a:cubicBezTo>
                    <a:pt x="8284" y="1982"/>
                    <a:pt x="8148" y="2213"/>
                    <a:pt x="8209" y="2437"/>
                  </a:cubicBezTo>
                  <a:lnTo>
                    <a:pt x="9580" y="7556"/>
                  </a:lnTo>
                  <a:cubicBezTo>
                    <a:pt x="9268" y="7681"/>
                    <a:pt x="8976" y="7854"/>
                    <a:pt x="8715" y="8064"/>
                  </a:cubicBezTo>
                  <a:lnTo>
                    <a:pt x="5804" y="5154"/>
                  </a:lnTo>
                  <a:cubicBezTo>
                    <a:pt x="5721" y="5071"/>
                    <a:pt x="5613" y="5029"/>
                    <a:pt x="5504" y="5029"/>
                  </a:cubicBezTo>
                  <a:cubicBezTo>
                    <a:pt x="5396" y="5029"/>
                    <a:pt x="5287" y="5071"/>
                    <a:pt x="5204" y="5154"/>
                  </a:cubicBezTo>
                  <a:cubicBezTo>
                    <a:pt x="5041" y="5320"/>
                    <a:pt x="5041" y="5588"/>
                    <a:pt x="5204" y="5754"/>
                  </a:cubicBezTo>
                  <a:lnTo>
                    <a:pt x="8121" y="8668"/>
                  </a:lnTo>
                  <a:cubicBezTo>
                    <a:pt x="7921" y="8933"/>
                    <a:pt x="7755" y="9225"/>
                    <a:pt x="7636" y="9537"/>
                  </a:cubicBezTo>
                  <a:lnTo>
                    <a:pt x="580" y="7651"/>
                  </a:lnTo>
                  <a:cubicBezTo>
                    <a:pt x="543" y="7641"/>
                    <a:pt x="505" y="7636"/>
                    <a:pt x="468" y="7636"/>
                  </a:cubicBezTo>
                  <a:cubicBezTo>
                    <a:pt x="281" y="7636"/>
                    <a:pt x="109" y="7759"/>
                    <a:pt x="61" y="7949"/>
                  </a:cubicBezTo>
                  <a:cubicBezTo>
                    <a:pt x="0" y="8176"/>
                    <a:pt x="133" y="8407"/>
                    <a:pt x="360" y="8468"/>
                  </a:cubicBezTo>
                  <a:lnTo>
                    <a:pt x="6825" y="10202"/>
                  </a:lnTo>
                  <a:cubicBezTo>
                    <a:pt x="5373" y="10490"/>
                    <a:pt x="3691" y="11056"/>
                    <a:pt x="3691" y="12125"/>
                  </a:cubicBezTo>
                  <a:cubicBezTo>
                    <a:pt x="3691" y="12196"/>
                    <a:pt x="3701" y="12271"/>
                    <a:pt x="3715" y="12342"/>
                  </a:cubicBezTo>
                  <a:lnTo>
                    <a:pt x="2266" y="12729"/>
                  </a:lnTo>
                  <a:cubicBezTo>
                    <a:pt x="2059" y="12783"/>
                    <a:pt x="1924" y="12983"/>
                    <a:pt x="1954" y="13193"/>
                  </a:cubicBezTo>
                  <a:cubicBezTo>
                    <a:pt x="1981" y="13407"/>
                    <a:pt x="2161" y="13563"/>
                    <a:pt x="2375" y="13563"/>
                  </a:cubicBezTo>
                  <a:cubicBezTo>
                    <a:pt x="2412" y="13563"/>
                    <a:pt x="2449" y="13560"/>
                    <a:pt x="2487" y="13550"/>
                  </a:cubicBezTo>
                  <a:lnTo>
                    <a:pt x="4237" y="13078"/>
                  </a:lnTo>
                  <a:cubicBezTo>
                    <a:pt x="4620" y="13380"/>
                    <a:pt x="5204" y="13638"/>
                    <a:pt x="5991" y="13851"/>
                  </a:cubicBezTo>
                  <a:cubicBezTo>
                    <a:pt x="6323" y="13943"/>
                    <a:pt x="6679" y="14021"/>
                    <a:pt x="7059" y="14096"/>
                  </a:cubicBezTo>
                  <a:lnTo>
                    <a:pt x="4783" y="16372"/>
                  </a:lnTo>
                  <a:cubicBezTo>
                    <a:pt x="4614" y="16535"/>
                    <a:pt x="4610" y="16809"/>
                    <a:pt x="4780" y="16976"/>
                  </a:cubicBezTo>
                  <a:cubicBezTo>
                    <a:pt x="4862" y="17058"/>
                    <a:pt x="4971" y="17099"/>
                    <a:pt x="5080" y="17099"/>
                  </a:cubicBezTo>
                  <a:cubicBezTo>
                    <a:pt x="5191" y="17099"/>
                    <a:pt x="5301" y="17056"/>
                    <a:pt x="5384" y="16969"/>
                  </a:cubicBezTo>
                  <a:lnTo>
                    <a:pt x="8101" y="14252"/>
                  </a:lnTo>
                  <a:cubicBezTo>
                    <a:pt x="8555" y="14306"/>
                    <a:pt x="9030" y="14350"/>
                    <a:pt x="9519" y="14377"/>
                  </a:cubicBezTo>
                  <a:lnTo>
                    <a:pt x="9149" y="15748"/>
                  </a:lnTo>
                  <a:cubicBezTo>
                    <a:pt x="9088" y="15975"/>
                    <a:pt x="9224" y="16206"/>
                    <a:pt x="9451" y="16267"/>
                  </a:cubicBezTo>
                  <a:cubicBezTo>
                    <a:pt x="9485" y="16277"/>
                    <a:pt x="9522" y="16280"/>
                    <a:pt x="9559" y="16280"/>
                  </a:cubicBezTo>
                  <a:cubicBezTo>
                    <a:pt x="9753" y="16280"/>
                    <a:pt x="9919" y="16151"/>
                    <a:pt x="9970" y="15968"/>
                  </a:cubicBezTo>
                  <a:lnTo>
                    <a:pt x="10387" y="14408"/>
                  </a:lnTo>
                  <a:cubicBezTo>
                    <a:pt x="10557" y="14411"/>
                    <a:pt x="10726" y="14415"/>
                    <a:pt x="10899" y="14415"/>
                  </a:cubicBezTo>
                  <a:cubicBezTo>
                    <a:pt x="11072" y="14415"/>
                    <a:pt x="11242" y="14411"/>
                    <a:pt x="11415" y="14408"/>
                  </a:cubicBezTo>
                  <a:lnTo>
                    <a:pt x="12775" y="19489"/>
                  </a:lnTo>
                  <a:cubicBezTo>
                    <a:pt x="12826" y="19679"/>
                    <a:pt x="12996" y="19803"/>
                    <a:pt x="13182" y="19803"/>
                  </a:cubicBezTo>
                  <a:cubicBezTo>
                    <a:pt x="13219" y="19803"/>
                    <a:pt x="13257" y="19798"/>
                    <a:pt x="13294" y="19788"/>
                  </a:cubicBezTo>
                  <a:cubicBezTo>
                    <a:pt x="13521" y="19727"/>
                    <a:pt x="13654" y="19496"/>
                    <a:pt x="13593" y="19269"/>
                  </a:cubicBezTo>
                  <a:lnTo>
                    <a:pt x="12283" y="14377"/>
                  </a:lnTo>
                  <a:cubicBezTo>
                    <a:pt x="12772" y="14350"/>
                    <a:pt x="13243" y="14306"/>
                    <a:pt x="13698" y="14252"/>
                  </a:cubicBezTo>
                  <a:lnTo>
                    <a:pt x="16415" y="16969"/>
                  </a:lnTo>
                  <a:cubicBezTo>
                    <a:pt x="16497" y="17049"/>
                    <a:pt x="16604" y="17089"/>
                    <a:pt x="16710" y="17089"/>
                  </a:cubicBezTo>
                  <a:cubicBezTo>
                    <a:pt x="16818" y="17089"/>
                    <a:pt x="16926" y="17048"/>
                    <a:pt x="17009" y="16965"/>
                  </a:cubicBezTo>
                  <a:cubicBezTo>
                    <a:pt x="17175" y="16803"/>
                    <a:pt x="17175" y="16538"/>
                    <a:pt x="17015" y="16372"/>
                  </a:cubicBezTo>
                  <a:lnTo>
                    <a:pt x="14739" y="14096"/>
                  </a:lnTo>
                  <a:cubicBezTo>
                    <a:pt x="15123" y="14024"/>
                    <a:pt x="15479" y="13943"/>
                    <a:pt x="15811" y="13851"/>
                  </a:cubicBezTo>
                  <a:cubicBezTo>
                    <a:pt x="16595" y="13638"/>
                    <a:pt x="17178" y="13380"/>
                    <a:pt x="17565" y="13078"/>
                  </a:cubicBezTo>
                  <a:lnTo>
                    <a:pt x="21222" y="14058"/>
                  </a:lnTo>
                  <a:cubicBezTo>
                    <a:pt x="21258" y="14068"/>
                    <a:pt x="21295" y="14073"/>
                    <a:pt x="21331" y="14073"/>
                  </a:cubicBezTo>
                  <a:cubicBezTo>
                    <a:pt x="21517" y="14073"/>
                    <a:pt x="21689" y="13947"/>
                    <a:pt x="21737" y="13760"/>
                  </a:cubicBezTo>
                  <a:cubicBezTo>
                    <a:pt x="21798" y="13533"/>
                    <a:pt x="21666" y="13302"/>
                    <a:pt x="21442" y="13241"/>
                  </a:cubicBezTo>
                  <a:lnTo>
                    <a:pt x="18084" y="12339"/>
                  </a:lnTo>
                  <a:cubicBezTo>
                    <a:pt x="18101" y="12271"/>
                    <a:pt x="18108" y="12196"/>
                    <a:pt x="18108" y="12125"/>
                  </a:cubicBezTo>
                  <a:cubicBezTo>
                    <a:pt x="18108" y="11056"/>
                    <a:pt x="16425" y="10490"/>
                    <a:pt x="14977" y="10202"/>
                  </a:cubicBezTo>
                  <a:lnTo>
                    <a:pt x="19536" y="8980"/>
                  </a:lnTo>
                  <a:cubicBezTo>
                    <a:pt x="19760" y="8919"/>
                    <a:pt x="19895" y="8685"/>
                    <a:pt x="19834" y="8461"/>
                  </a:cubicBezTo>
                  <a:cubicBezTo>
                    <a:pt x="19783" y="8271"/>
                    <a:pt x="19613" y="8145"/>
                    <a:pt x="19425" y="8145"/>
                  </a:cubicBezTo>
                  <a:cubicBezTo>
                    <a:pt x="19389" y="8145"/>
                    <a:pt x="19352" y="8150"/>
                    <a:pt x="19315" y="8159"/>
                  </a:cubicBezTo>
                  <a:lnTo>
                    <a:pt x="14166" y="9540"/>
                  </a:lnTo>
                  <a:cubicBezTo>
                    <a:pt x="14047" y="9231"/>
                    <a:pt x="13881" y="8936"/>
                    <a:pt x="13681" y="8672"/>
                  </a:cubicBezTo>
                  <a:lnTo>
                    <a:pt x="16598" y="5758"/>
                  </a:lnTo>
                  <a:cubicBezTo>
                    <a:pt x="16761" y="5592"/>
                    <a:pt x="16761" y="5324"/>
                    <a:pt x="16598" y="5157"/>
                  </a:cubicBezTo>
                  <a:cubicBezTo>
                    <a:pt x="16515" y="5074"/>
                    <a:pt x="16407" y="5033"/>
                    <a:pt x="16298" y="5033"/>
                  </a:cubicBezTo>
                  <a:cubicBezTo>
                    <a:pt x="16189" y="5033"/>
                    <a:pt x="16081" y="5074"/>
                    <a:pt x="15998" y="5157"/>
                  </a:cubicBezTo>
                  <a:lnTo>
                    <a:pt x="13087" y="8068"/>
                  </a:lnTo>
                  <a:cubicBezTo>
                    <a:pt x="12826" y="7858"/>
                    <a:pt x="12534" y="7685"/>
                    <a:pt x="12222" y="7559"/>
                  </a:cubicBezTo>
                  <a:lnTo>
                    <a:pt x="14105" y="534"/>
                  </a:lnTo>
                  <a:cubicBezTo>
                    <a:pt x="14166" y="310"/>
                    <a:pt x="14030" y="76"/>
                    <a:pt x="13803" y="15"/>
                  </a:cubicBezTo>
                  <a:cubicBezTo>
                    <a:pt x="13767" y="5"/>
                    <a:pt x="13730" y="0"/>
                    <a:pt x="13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3"/>
            <p:cNvSpPr/>
            <p:nvPr/>
          </p:nvSpPr>
          <p:spPr>
            <a:xfrm>
              <a:off x="2488175" y="1973200"/>
              <a:ext cx="104850" cy="100175"/>
            </a:xfrm>
            <a:custGeom>
              <a:avLst/>
              <a:gdLst/>
              <a:ahLst/>
              <a:cxnLst/>
              <a:rect l="l" t="t" r="r" b="b"/>
              <a:pathLst>
                <a:path w="4194" h="4007" extrusionOk="0">
                  <a:moveTo>
                    <a:pt x="3728" y="1"/>
                  </a:moveTo>
                  <a:cubicBezTo>
                    <a:pt x="3622" y="1"/>
                    <a:pt x="3516" y="41"/>
                    <a:pt x="3434" y="119"/>
                  </a:cubicBezTo>
                  <a:lnTo>
                    <a:pt x="269" y="3284"/>
                  </a:lnTo>
                  <a:cubicBezTo>
                    <a:pt x="1" y="3549"/>
                    <a:pt x="191" y="4007"/>
                    <a:pt x="571" y="4007"/>
                  </a:cubicBezTo>
                  <a:cubicBezTo>
                    <a:pt x="683" y="4007"/>
                    <a:pt x="791" y="3963"/>
                    <a:pt x="869" y="3881"/>
                  </a:cubicBezTo>
                  <a:lnTo>
                    <a:pt x="4031" y="720"/>
                  </a:lnTo>
                  <a:cubicBezTo>
                    <a:pt x="4194" y="554"/>
                    <a:pt x="4190" y="289"/>
                    <a:pt x="4027" y="126"/>
                  </a:cubicBezTo>
                  <a:cubicBezTo>
                    <a:pt x="3945" y="42"/>
                    <a:pt x="3837" y="1"/>
                    <a:pt x="37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3"/>
            <p:cNvSpPr/>
            <p:nvPr/>
          </p:nvSpPr>
          <p:spPr>
            <a:xfrm>
              <a:off x="2261775" y="2404675"/>
              <a:ext cx="25700" cy="21300"/>
            </a:xfrm>
            <a:custGeom>
              <a:avLst/>
              <a:gdLst/>
              <a:ahLst/>
              <a:cxnLst/>
              <a:rect l="l" t="t" r="r" b="b"/>
              <a:pathLst>
                <a:path w="1028" h="852" extrusionOk="0">
                  <a:moveTo>
                    <a:pt x="512" y="1"/>
                  </a:moveTo>
                  <a:cubicBezTo>
                    <a:pt x="349" y="1"/>
                    <a:pt x="203" y="96"/>
                    <a:pt x="139" y="242"/>
                  </a:cubicBezTo>
                  <a:cubicBezTo>
                    <a:pt x="0" y="539"/>
                    <a:pt x="231" y="852"/>
                    <a:pt x="524" y="852"/>
                  </a:cubicBezTo>
                  <a:cubicBezTo>
                    <a:pt x="575" y="852"/>
                    <a:pt x="628" y="842"/>
                    <a:pt x="682" y="822"/>
                  </a:cubicBezTo>
                  <a:cubicBezTo>
                    <a:pt x="794" y="781"/>
                    <a:pt x="882" y="690"/>
                    <a:pt x="922" y="574"/>
                  </a:cubicBezTo>
                  <a:cubicBezTo>
                    <a:pt x="1028" y="296"/>
                    <a:pt x="821" y="1"/>
                    <a:pt x="5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28" name="Google Shape;3728;p73"/>
          <p:cNvGrpSpPr/>
          <p:nvPr/>
        </p:nvGrpSpPr>
        <p:grpSpPr>
          <a:xfrm>
            <a:off x="2620746" y="2641825"/>
            <a:ext cx="435400" cy="542750"/>
            <a:chOff x="2835550" y="1973150"/>
            <a:chExt cx="435400" cy="542750"/>
          </a:xfrm>
        </p:grpSpPr>
        <p:sp>
          <p:nvSpPr>
            <p:cNvPr id="3729" name="Google Shape;3729;p73"/>
            <p:cNvSpPr/>
            <p:nvPr/>
          </p:nvSpPr>
          <p:spPr>
            <a:xfrm>
              <a:off x="2905000" y="2141975"/>
              <a:ext cx="296750" cy="106100"/>
            </a:xfrm>
            <a:custGeom>
              <a:avLst/>
              <a:gdLst/>
              <a:ahLst/>
              <a:cxnLst/>
              <a:rect l="l" t="t" r="r" b="b"/>
              <a:pathLst>
                <a:path w="11870" h="4244" extrusionOk="0">
                  <a:moveTo>
                    <a:pt x="9753" y="852"/>
                  </a:moveTo>
                  <a:cubicBezTo>
                    <a:pt x="10265" y="852"/>
                    <a:pt x="10730" y="1160"/>
                    <a:pt x="10927" y="1635"/>
                  </a:cubicBezTo>
                  <a:cubicBezTo>
                    <a:pt x="11123" y="2110"/>
                    <a:pt x="11015" y="2660"/>
                    <a:pt x="10652" y="3023"/>
                  </a:cubicBezTo>
                  <a:cubicBezTo>
                    <a:pt x="10407" y="3265"/>
                    <a:pt x="10082" y="3394"/>
                    <a:pt x="9751" y="3394"/>
                  </a:cubicBezTo>
                  <a:cubicBezTo>
                    <a:pt x="9587" y="3394"/>
                    <a:pt x="9422" y="3362"/>
                    <a:pt x="9264" y="3297"/>
                  </a:cubicBezTo>
                  <a:cubicBezTo>
                    <a:pt x="8790" y="3101"/>
                    <a:pt x="8481" y="2636"/>
                    <a:pt x="8481" y="2124"/>
                  </a:cubicBezTo>
                  <a:cubicBezTo>
                    <a:pt x="8481" y="1421"/>
                    <a:pt x="9047" y="852"/>
                    <a:pt x="9753" y="852"/>
                  </a:cubicBezTo>
                  <a:close/>
                  <a:moveTo>
                    <a:pt x="2111" y="848"/>
                  </a:moveTo>
                  <a:cubicBezTo>
                    <a:pt x="2765" y="848"/>
                    <a:pt x="3393" y="1357"/>
                    <a:pt x="3393" y="2124"/>
                  </a:cubicBezTo>
                  <a:cubicBezTo>
                    <a:pt x="3393" y="2826"/>
                    <a:pt x="2823" y="3396"/>
                    <a:pt x="2121" y="3396"/>
                  </a:cubicBezTo>
                  <a:cubicBezTo>
                    <a:pt x="984" y="3396"/>
                    <a:pt x="418" y="2025"/>
                    <a:pt x="1218" y="1225"/>
                  </a:cubicBezTo>
                  <a:cubicBezTo>
                    <a:pt x="1478" y="965"/>
                    <a:pt x="1798" y="848"/>
                    <a:pt x="2111" y="848"/>
                  </a:cubicBezTo>
                  <a:close/>
                  <a:moveTo>
                    <a:pt x="5927" y="848"/>
                  </a:moveTo>
                  <a:cubicBezTo>
                    <a:pt x="6582" y="848"/>
                    <a:pt x="7209" y="1357"/>
                    <a:pt x="7209" y="2124"/>
                  </a:cubicBezTo>
                  <a:cubicBezTo>
                    <a:pt x="7209" y="2826"/>
                    <a:pt x="6639" y="3396"/>
                    <a:pt x="5937" y="3396"/>
                  </a:cubicBezTo>
                  <a:cubicBezTo>
                    <a:pt x="4800" y="3396"/>
                    <a:pt x="4234" y="2025"/>
                    <a:pt x="5034" y="1225"/>
                  </a:cubicBezTo>
                  <a:cubicBezTo>
                    <a:pt x="5294" y="965"/>
                    <a:pt x="5614" y="848"/>
                    <a:pt x="5927" y="848"/>
                  </a:cubicBezTo>
                  <a:close/>
                  <a:moveTo>
                    <a:pt x="9751" y="1"/>
                  </a:moveTo>
                  <a:cubicBezTo>
                    <a:pt x="8952" y="1"/>
                    <a:pt x="8203" y="455"/>
                    <a:pt x="7843" y="1201"/>
                  </a:cubicBezTo>
                  <a:cubicBezTo>
                    <a:pt x="7490" y="468"/>
                    <a:pt x="6747" y="4"/>
                    <a:pt x="5937" y="4"/>
                  </a:cubicBezTo>
                  <a:cubicBezTo>
                    <a:pt x="5123" y="4"/>
                    <a:pt x="4380" y="468"/>
                    <a:pt x="4027" y="1201"/>
                  </a:cubicBezTo>
                  <a:cubicBezTo>
                    <a:pt x="3668" y="457"/>
                    <a:pt x="2921" y="3"/>
                    <a:pt x="2124" y="3"/>
                  </a:cubicBezTo>
                  <a:cubicBezTo>
                    <a:pt x="1966" y="3"/>
                    <a:pt x="1805" y="21"/>
                    <a:pt x="1646" y="58"/>
                  </a:cubicBezTo>
                  <a:cubicBezTo>
                    <a:pt x="682" y="278"/>
                    <a:pt x="0" y="1133"/>
                    <a:pt x="0" y="2124"/>
                  </a:cubicBezTo>
                  <a:cubicBezTo>
                    <a:pt x="0" y="3111"/>
                    <a:pt x="682" y="3969"/>
                    <a:pt x="1646" y="4189"/>
                  </a:cubicBezTo>
                  <a:cubicBezTo>
                    <a:pt x="1804" y="4226"/>
                    <a:pt x="1962" y="4243"/>
                    <a:pt x="2119" y="4243"/>
                  </a:cubicBezTo>
                  <a:cubicBezTo>
                    <a:pt x="2918" y="4243"/>
                    <a:pt x="3667" y="3789"/>
                    <a:pt x="4027" y="3046"/>
                  </a:cubicBezTo>
                  <a:cubicBezTo>
                    <a:pt x="4380" y="3779"/>
                    <a:pt x="5123" y="4244"/>
                    <a:pt x="5937" y="4244"/>
                  </a:cubicBezTo>
                  <a:cubicBezTo>
                    <a:pt x="6747" y="4244"/>
                    <a:pt x="7490" y="3779"/>
                    <a:pt x="7843" y="3046"/>
                  </a:cubicBezTo>
                  <a:cubicBezTo>
                    <a:pt x="8203" y="3789"/>
                    <a:pt x="8952" y="4243"/>
                    <a:pt x="9751" y="4243"/>
                  </a:cubicBezTo>
                  <a:cubicBezTo>
                    <a:pt x="9908" y="4243"/>
                    <a:pt x="10066" y="4226"/>
                    <a:pt x="10224" y="4189"/>
                  </a:cubicBezTo>
                  <a:cubicBezTo>
                    <a:pt x="11188" y="3969"/>
                    <a:pt x="11870" y="3111"/>
                    <a:pt x="11870" y="2124"/>
                  </a:cubicBezTo>
                  <a:cubicBezTo>
                    <a:pt x="11870" y="1133"/>
                    <a:pt x="11188" y="278"/>
                    <a:pt x="10224" y="54"/>
                  </a:cubicBezTo>
                  <a:cubicBezTo>
                    <a:pt x="10067" y="18"/>
                    <a:pt x="9908" y="1"/>
                    <a:pt x="97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3"/>
            <p:cNvSpPr/>
            <p:nvPr/>
          </p:nvSpPr>
          <p:spPr>
            <a:xfrm>
              <a:off x="2835550" y="1973150"/>
              <a:ext cx="435400" cy="542750"/>
            </a:xfrm>
            <a:custGeom>
              <a:avLst/>
              <a:gdLst/>
              <a:ahLst/>
              <a:cxnLst/>
              <a:rect l="l" t="t" r="r" b="b"/>
              <a:pathLst>
                <a:path w="17416" h="21710" extrusionOk="0">
                  <a:moveTo>
                    <a:pt x="4234" y="825"/>
                  </a:moveTo>
                  <a:cubicBezTo>
                    <a:pt x="4480" y="825"/>
                    <a:pt x="4715" y="1015"/>
                    <a:pt x="4715" y="1302"/>
                  </a:cubicBezTo>
                  <a:cubicBezTo>
                    <a:pt x="4712" y="1567"/>
                    <a:pt x="4502" y="1780"/>
                    <a:pt x="4237" y="1780"/>
                  </a:cubicBezTo>
                  <a:cubicBezTo>
                    <a:pt x="3813" y="1780"/>
                    <a:pt x="3599" y="1268"/>
                    <a:pt x="3898" y="966"/>
                  </a:cubicBezTo>
                  <a:cubicBezTo>
                    <a:pt x="3996" y="868"/>
                    <a:pt x="4116" y="825"/>
                    <a:pt x="4234" y="825"/>
                  </a:cubicBezTo>
                  <a:close/>
                  <a:moveTo>
                    <a:pt x="13184" y="827"/>
                  </a:moveTo>
                  <a:cubicBezTo>
                    <a:pt x="13610" y="828"/>
                    <a:pt x="13820" y="1340"/>
                    <a:pt x="13521" y="1641"/>
                  </a:cubicBezTo>
                  <a:cubicBezTo>
                    <a:pt x="13424" y="1738"/>
                    <a:pt x="13304" y="1781"/>
                    <a:pt x="13187" y="1781"/>
                  </a:cubicBezTo>
                  <a:cubicBezTo>
                    <a:pt x="12942" y="1781"/>
                    <a:pt x="12707" y="1591"/>
                    <a:pt x="12707" y="1302"/>
                  </a:cubicBezTo>
                  <a:cubicBezTo>
                    <a:pt x="12707" y="1041"/>
                    <a:pt x="12920" y="828"/>
                    <a:pt x="13184" y="827"/>
                  </a:cubicBezTo>
                  <a:close/>
                  <a:moveTo>
                    <a:pt x="10499" y="17130"/>
                  </a:moveTo>
                  <a:cubicBezTo>
                    <a:pt x="10977" y="18063"/>
                    <a:pt x="11985" y="18361"/>
                    <a:pt x="12962" y="18653"/>
                  </a:cubicBezTo>
                  <a:lnTo>
                    <a:pt x="12969" y="18653"/>
                  </a:lnTo>
                  <a:cubicBezTo>
                    <a:pt x="14213" y="19026"/>
                    <a:pt x="15306" y="19348"/>
                    <a:pt x="15469" y="20858"/>
                  </a:cubicBezTo>
                  <a:lnTo>
                    <a:pt x="1944" y="20858"/>
                  </a:lnTo>
                  <a:cubicBezTo>
                    <a:pt x="2110" y="19348"/>
                    <a:pt x="3199" y="19022"/>
                    <a:pt x="4444" y="18653"/>
                  </a:cubicBezTo>
                  <a:cubicBezTo>
                    <a:pt x="5424" y="18361"/>
                    <a:pt x="6432" y="18059"/>
                    <a:pt x="6907" y="17130"/>
                  </a:cubicBezTo>
                  <a:cubicBezTo>
                    <a:pt x="7500" y="17247"/>
                    <a:pt x="8102" y="17305"/>
                    <a:pt x="8704" y="17305"/>
                  </a:cubicBezTo>
                  <a:cubicBezTo>
                    <a:pt x="9306" y="17305"/>
                    <a:pt x="9907" y="17247"/>
                    <a:pt x="10499" y="17130"/>
                  </a:cubicBezTo>
                  <a:close/>
                  <a:moveTo>
                    <a:pt x="4238" y="1"/>
                  </a:moveTo>
                  <a:cubicBezTo>
                    <a:pt x="3227" y="1"/>
                    <a:pt x="2476" y="1138"/>
                    <a:pt x="3199" y="2201"/>
                  </a:cubicBezTo>
                  <a:cubicBezTo>
                    <a:pt x="3243" y="2262"/>
                    <a:pt x="3294" y="2316"/>
                    <a:pt x="3358" y="2357"/>
                  </a:cubicBezTo>
                  <a:cubicBezTo>
                    <a:pt x="3656" y="2563"/>
                    <a:pt x="3959" y="2652"/>
                    <a:pt x="4242" y="2652"/>
                  </a:cubicBezTo>
                  <a:cubicBezTo>
                    <a:pt x="4481" y="2652"/>
                    <a:pt x="4706" y="2588"/>
                    <a:pt x="4899" y="2476"/>
                  </a:cubicBezTo>
                  <a:cubicBezTo>
                    <a:pt x="5289" y="2883"/>
                    <a:pt x="5875" y="3615"/>
                    <a:pt x="6001" y="4721"/>
                  </a:cubicBezTo>
                  <a:cubicBezTo>
                    <a:pt x="5448" y="4565"/>
                    <a:pt x="4878" y="4467"/>
                    <a:pt x="4302" y="4429"/>
                  </a:cubicBezTo>
                  <a:cubicBezTo>
                    <a:pt x="4292" y="4429"/>
                    <a:pt x="4282" y="4428"/>
                    <a:pt x="4272" y="4428"/>
                  </a:cubicBezTo>
                  <a:cubicBezTo>
                    <a:pt x="3937" y="4428"/>
                    <a:pt x="3683" y="4824"/>
                    <a:pt x="3986" y="5200"/>
                  </a:cubicBezTo>
                  <a:cubicBezTo>
                    <a:pt x="4020" y="5240"/>
                    <a:pt x="4071" y="5267"/>
                    <a:pt x="4129" y="5267"/>
                  </a:cubicBezTo>
                  <a:cubicBezTo>
                    <a:pt x="4912" y="5311"/>
                    <a:pt x="5384" y="5434"/>
                    <a:pt x="5882" y="5566"/>
                  </a:cubicBezTo>
                  <a:cubicBezTo>
                    <a:pt x="6561" y="5746"/>
                    <a:pt x="7259" y="5932"/>
                    <a:pt x="8711" y="5932"/>
                  </a:cubicBezTo>
                  <a:cubicBezTo>
                    <a:pt x="10160" y="5932"/>
                    <a:pt x="10862" y="5746"/>
                    <a:pt x="11537" y="5566"/>
                  </a:cubicBezTo>
                  <a:cubicBezTo>
                    <a:pt x="12148" y="5406"/>
                    <a:pt x="12721" y="5254"/>
                    <a:pt x="13888" y="5254"/>
                  </a:cubicBezTo>
                  <a:cubicBezTo>
                    <a:pt x="15767" y="5254"/>
                    <a:pt x="16568" y="6343"/>
                    <a:pt x="16568" y="8900"/>
                  </a:cubicBezTo>
                  <a:cubicBezTo>
                    <a:pt x="16568" y="11455"/>
                    <a:pt x="15767" y="12547"/>
                    <a:pt x="13888" y="12547"/>
                  </a:cubicBezTo>
                  <a:cubicBezTo>
                    <a:pt x="12721" y="12547"/>
                    <a:pt x="12148" y="12394"/>
                    <a:pt x="11537" y="12231"/>
                  </a:cubicBezTo>
                  <a:cubicBezTo>
                    <a:pt x="11296" y="12167"/>
                    <a:pt x="11042" y="12103"/>
                    <a:pt x="10750" y="12045"/>
                  </a:cubicBezTo>
                  <a:cubicBezTo>
                    <a:pt x="10721" y="12039"/>
                    <a:pt x="10693" y="12036"/>
                    <a:pt x="10664" y="12036"/>
                  </a:cubicBezTo>
                  <a:cubicBezTo>
                    <a:pt x="10356" y="12036"/>
                    <a:pt x="10100" y="12379"/>
                    <a:pt x="10336" y="12764"/>
                  </a:cubicBezTo>
                  <a:cubicBezTo>
                    <a:pt x="10367" y="12811"/>
                    <a:pt x="10414" y="12842"/>
                    <a:pt x="10468" y="12852"/>
                  </a:cubicBezTo>
                  <a:cubicBezTo>
                    <a:pt x="10787" y="12910"/>
                    <a:pt x="11045" y="12981"/>
                    <a:pt x="11320" y="13052"/>
                  </a:cubicBezTo>
                  <a:cubicBezTo>
                    <a:pt x="11452" y="13086"/>
                    <a:pt x="11585" y="13120"/>
                    <a:pt x="11724" y="13154"/>
                  </a:cubicBezTo>
                  <a:cubicBezTo>
                    <a:pt x="11444" y="13448"/>
                    <a:pt x="11087" y="13586"/>
                    <a:pt x="10610" y="13586"/>
                  </a:cubicBezTo>
                  <a:cubicBezTo>
                    <a:pt x="10543" y="13586"/>
                    <a:pt x="10473" y="13584"/>
                    <a:pt x="10401" y="13578"/>
                  </a:cubicBezTo>
                  <a:cubicBezTo>
                    <a:pt x="10396" y="13578"/>
                    <a:pt x="10392" y="13578"/>
                    <a:pt x="10387" y="13578"/>
                  </a:cubicBezTo>
                  <a:cubicBezTo>
                    <a:pt x="10288" y="13578"/>
                    <a:pt x="10207" y="13650"/>
                    <a:pt x="10197" y="13748"/>
                  </a:cubicBezTo>
                  <a:cubicBezTo>
                    <a:pt x="10126" y="14446"/>
                    <a:pt x="10346" y="14921"/>
                    <a:pt x="10536" y="15332"/>
                  </a:cubicBezTo>
                  <a:cubicBezTo>
                    <a:pt x="10628" y="15518"/>
                    <a:pt x="10706" y="15712"/>
                    <a:pt x="10764" y="15912"/>
                  </a:cubicBezTo>
                  <a:cubicBezTo>
                    <a:pt x="10801" y="16048"/>
                    <a:pt x="10791" y="16132"/>
                    <a:pt x="10770" y="16166"/>
                  </a:cubicBezTo>
                  <a:cubicBezTo>
                    <a:pt x="10750" y="16204"/>
                    <a:pt x="10692" y="16231"/>
                    <a:pt x="10611" y="16248"/>
                  </a:cubicBezTo>
                  <a:cubicBezTo>
                    <a:pt x="9953" y="16392"/>
                    <a:pt x="9330" y="16464"/>
                    <a:pt x="8708" y="16464"/>
                  </a:cubicBezTo>
                  <a:cubicBezTo>
                    <a:pt x="8086" y="16464"/>
                    <a:pt x="7465" y="16392"/>
                    <a:pt x="6808" y="16248"/>
                  </a:cubicBezTo>
                  <a:cubicBezTo>
                    <a:pt x="6727" y="16231"/>
                    <a:pt x="6669" y="16200"/>
                    <a:pt x="6649" y="16166"/>
                  </a:cubicBezTo>
                  <a:cubicBezTo>
                    <a:pt x="6629" y="16132"/>
                    <a:pt x="6618" y="16048"/>
                    <a:pt x="6652" y="15912"/>
                  </a:cubicBezTo>
                  <a:cubicBezTo>
                    <a:pt x="6713" y="15712"/>
                    <a:pt x="6788" y="15518"/>
                    <a:pt x="6883" y="15332"/>
                  </a:cubicBezTo>
                  <a:cubicBezTo>
                    <a:pt x="7073" y="14921"/>
                    <a:pt x="7293" y="14446"/>
                    <a:pt x="7222" y="13748"/>
                  </a:cubicBezTo>
                  <a:cubicBezTo>
                    <a:pt x="7212" y="13650"/>
                    <a:pt x="7128" y="13578"/>
                    <a:pt x="7031" y="13578"/>
                  </a:cubicBezTo>
                  <a:cubicBezTo>
                    <a:pt x="7027" y="13578"/>
                    <a:pt x="7023" y="13578"/>
                    <a:pt x="7019" y="13578"/>
                  </a:cubicBezTo>
                  <a:cubicBezTo>
                    <a:pt x="6948" y="13583"/>
                    <a:pt x="6881" y="13585"/>
                    <a:pt x="6815" y="13585"/>
                  </a:cubicBezTo>
                  <a:cubicBezTo>
                    <a:pt x="6335" y="13585"/>
                    <a:pt x="5976" y="13452"/>
                    <a:pt x="5696" y="13154"/>
                  </a:cubicBezTo>
                  <a:cubicBezTo>
                    <a:pt x="5835" y="13120"/>
                    <a:pt x="5967" y="13086"/>
                    <a:pt x="6096" y="13052"/>
                  </a:cubicBezTo>
                  <a:cubicBezTo>
                    <a:pt x="6374" y="12978"/>
                    <a:pt x="6632" y="12910"/>
                    <a:pt x="6947" y="12852"/>
                  </a:cubicBezTo>
                  <a:cubicBezTo>
                    <a:pt x="7002" y="12842"/>
                    <a:pt x="7049" y="12811"/>
                    <a:pt x="7080" y="12764"/>
                  </a:cubicBezTo>
                  <a:cubicBezTo>
                    <a:pt x="7319" y="12376"/>
                    <a:pt x="7063" y="12036"/>
                    <a:pt x="6753" y="12036"/>
                  </a:cubicBezTo>
                  <a:cubicBezTo>
                    <a:pt x="6724" y="12036"/>
                    <a:pt x="6695" y="12039"/>
                    <a:pt x="6666" y="12045"/>
                  </a:cubicBezTo>
                  <a:cubicBezTo>
                    <a:pt x="6374" y="12103"/>
                    <a:pt x="6123" y="12167"/>
                    <a:pt x="5879" y="12231"/>
                  </a:cubicBezTo>
                  <a:cubicBezTo>
                    <a:pt x="5272" y="12394"/>
                    <a:pt x="4695" y="12547"/>
                    <a:pt x="3531" y="12547"/>
                  </a:cubicBezTo>
                  <a:cubicBezTo>
                    <a:pt x="1652" y="12547"/>
                    <a:pt x="848" y="11455"/>
                    <a:pt x="848" y="8900"/>
                  </a:cubicBezTo>
                  <a:cubicBezTo>
                    <a:pt x="848" y="7757"/>
                    <a:pt x="1014" y="6919"/>
                    <a:pt x="1350" y="6332"/>
                  </a:cubicBezTo>
                  <a:cubicBezTo>
                    <a:pt x="1381" y="6278"/>
                    <a:pt x="1384" y="6217"/>
                    <a:pt x="1364" y="6163"/>
                  </a:cubicBezTo>
                  <a:cubicBezTo>
                    <a:pt x="1274" y="5918"/>
                    <a:pt x="1094" y="5812"/>
                    <a:pt x="920" y="5812"/>
                  </a:cubicBezTo>
                  <a:cubicBezTo>
                    <a:pt x="766" y="5812"/>
                    <a:pt x="618" y="5896"/>
                    <a:pt x="543" y="6041"/>
                  </a:cubicBezTo>
                  <a:cubicBezTo>
                    <a:pt x="180" y="6746"/>
                    <a:pt x="0" y="7683"/>
                    <a:pt x="0" y="8900"/>
                  </a:cubicBezTo>
                  <a:cubicBezTo>
                    <a:pt x="0" y="10261"/>
                    <a:pt x="224" y="11275"/>
                    <a:pt x="685" y="12004"/>
                  </a:cubicBezTo>
                  <a:cubicBezTo>
                    <a:pt x="1269" y="12923"/>
                    <a:pt x="2225" y="13392"/>
                    <a:pt x="3535" y="13392"/>
                  </a:cubicBezTo>
                  <a:cubicBezTo>
                    <a:pt x="3561" y="13392"/>
                    <a:pt x="3586" y="13392"/>
                    <a:pt x="3612" y="13392"/>
                  </a:cubicBezTo>
                  <a:cubicBezTo>
                    <a:pt x="3997" y="13392"/>
                    <a:pt x="4385" y="13368"/>
                    <a:pt x="4770" y="13324"/>
                  </a:cubicBezTo>
                  <a:cubicBezTo>
                    <a:pt x="5143" y="13924"/>
                    <a:pt x="5669" y="14284"/>
                    <a:pt x="6340" y="14396"/>
                  </a:cubicBezTo>
                  <a:cubicBezTo>
                    <a:pt x="6286" y="14592"/>
                    <a:pt x="6208" y="14789"/>
                    <a:pt x="6116" y="14972"/>
                  </a:cubicBezTo>
                  <a:cubicBezTo>
                    <a:pt x="6001" y="15203"/>
                    <a:pt x="5906" y="15444"/>
                    <a:pt x="5835" y="15691"/>
                  </a:cubicBezTo>
                  <a:cubicBezTo>
                    <a:pt x="5719" y="16132"/>
                    <a:pt x="5818" y="16431"/>
                    <a:pt x="5926" y="16604"/>
                  </a:cubicBezTo>
                  <a:cubicBezTo>
                    <a:pt x="5977" y="16689"/>
                    <a:pt x="6038" y="16763"/>
                    <a:pt x="6113" y="16824"/>
                  </a:cubicBezTo>
                  <a:cubicBezTo>
                    <a:pt x="5770" y="17377"/>
                    <a:pt x="5041" y="17594"/>
                    <a:pt x="4210" y="17842"/>
                  </a:cubicBezTo>
                  <a:cubicBezTo>
                    <a:pt x="2772" y="18273"/>
                    <a:pt x="970" y="18809"/>
                    <a:pt x="1082" y="21526"/>
                  </a:cubicBezTo>
                  <a:cubicBezTo>
                    <a:pt x="1089" y="21628"/>
                    <a:pt x="1174" y="21709"/>
                    <a:pt x="1276" y="21709"/>
                  </a:cubicBezTo>
                  <a:lnTo>
                    <a:pt x="16147" y="21709"/>
                  </a:lnTo>
                  <a:cubicBezTo>
                    <a:pt x="16249" y="21709"/>
                    <a:pt x="16334" y="21628"/>
                    <a:pt x="16337" y="21526"/>
                  </a:cubicBezTo>
                  <a:cubicBezTo>
                    <a:pt x="16452" y="18809"/>
                    <a:pt x="14651" y="18273"/>
                    <a:pt x="13213" y="17842"/>
                  </a:cubicBezTo>
                  <a:cubicBezTo>
                    <a:pt x="12382" y="17594"/>
                    <a:pt x="11652" y="17377"/>
                    <a:pt x="11310" y="16824"/>
                  </a:cubicBezTo>
                  <a:cubicBezTo>
                    <a:pt x="11384" y="16763"/>
                    <a:pt x="11445" y="16689"/>
                    <a:pt x="11496" y="16604"/>
                  </a:cubicBezTo>
                  <a:cubicBezTo>
                    <a:pt x="11601" y="16431"/>
                    <a:pt x="11703" y="16132"/>
                    <a:pt x="11585" y="15691"/>
                  </a:cubicBezTo>
                  <a:cubicBezTo>
                    <a:pt x="11513" y="15444"/>
                    <a:pt x="11422" y="15203"/>
                    <a:pt x="11306" y="14972"/>
                  </a:cubicBezTo>
                  <a:cubicBezTo>
                    <a:pt x="11211" y="14789"/>
                    <a:pt x="11137" y="14592"/>
                    <a:pt x="11079" y="14396"/>
                  </a:cubicBezTo>
                  <a:cubicBezTo>
                    <a:pt x="11754" y="14284"/>
                    <a:pt x="12280" y="13924"/>
                    <a:pt x="12653" y="13324"/>
                  </a:cubicBezTo>
                  <a:cubicBezTo>
                    <a:pt x="13038" y="13368"/>
                    <a:pt x="13422" y="13392"/>
                    <a:pt x="13810" y="13392"/>
                  </a:cubicBezTo>
                  <a:cubicBezTo>
                    <a:pt x="13836" y="13392"/>
                    <a:pt x="13862" y="13392"/>
                    <a:pt x="13888" y="13392"/>
                  </a:cubicBezTo>
                  <a:cubicBezTo>
                    <a:pt x="15194" y="13392"/>
                    <a:pt x="16150" y="12927"/>
                    <a:pt x="16734" y="12001"/>
                  </a:cubicBezTo>
                  <a:cubicBezTo>
                    <a:pt x="17195" y="11271"/>
                    <a:pt x="17416" y="10254"/>
                    <a:pt x="17416" y="8897"/>
                  </a:cubicBezTo>
                  <a:cubicBezTo>
                    <a:pt x="17416" y="7540"/>
                    <a:pt x="17195" y="6522"/>
                    <a:pt x="16734" y="5793"/>
                  </a:cubicBezTo>
                  <a:cubicBezTo>
                    <a:pt x="16154" y="4870"/>
                    <a:pt x="15194" y="4402"/>
                    <a:pt x="13888" y="4402"/>
                  </a:cubicBezTo>
                  <a:cubicBezTo>
                    <a:pt x="12677" y="4402"/>
                    <a:pt x="12025" y="4558"/>
                    <a:pt x="11418" y="4718"/>
                  </a:cubicBezTo>
                  <a:cubicBezTo>
                    <a:pt x="11547" y="3612"/>
                    <a:pt x="12134" y="2883"/>
                    <a:pt x="12524" y="2472"/>
                  </a:cubicBezTo>
                  <a:cubicBezTo>
                    <a:pt x="12719" y="2584"/>
                    <a:pt x="12943" y="2648"/>
                    <a:pt x="13183" y="2648"/>
                  </a:cubicBezTo>
                  <a:cubicBezTo>
                    <a:pt x="13465" y="2648"/>
                    <a:pt x="13768" y="2559"/>
                    <a:pt x="14068" y="2354"/>
                  </a:cubicBezTo>
                  <a:cubicBezTo>
                    <a:pt x="14129" y="2313"/>
                    <a:pt x="14183" y="2259"/>
                    <a:pt x="14227" y="2197"/>
                  </a:cubicBezTo>
                  <a:cubicBezTo>
                    <a:pt x="14946" y="1136"/>
                    <a:pt x="14198" y="2"/>
                    <a:pt x="13189" y="2"/>
                  </a:cubicBezTo>
                  <a:cubicBezTo>
                    <a:pt x="12909" y="2"/>
                    <a:pt x="12608" y="90"/>
                    <a:pt x="12314" y="291"/>
                  </a:cubicBezTo>
                  <a:cubicBezTo>
                    <a:pt x="12249" y="332"/>
                    <a:pt x="12195" y="386"/>
                    <a:pt x="12154" y="447"/>
                  </a:cubicBezTo>
                  <a:cubicBezTo>
                    <a:pt x="11819" y="936"/>
                    <a:pt x="11795" y="1434"/>
                    <a:pt x="11964" y="1835"/>
                  </a:cubicBezTo>
                  <a:cubicBezTo>
                    <a:pt x="11493" y="2320"/>
                    <a:pt x="10631" y="3337"/>
                    <a:pt x="10553" y="4932"/>
                  </a:cubicBezTo>
                  <a:cubicBezTo>
                    <a:pt x="10099" y="5020"/>
                    <a:pt x="9546" y="5084"/>
                    <a:pt x="8711" y="5084"/>
                  </a:cubicBezTo>
                  <a:cubicBezTo>
                    <a:pt x="7880" y="5084"/>
                    <a:pt x="7327" y="5020"/>
                    <a:pt x="6873" y="4932"/>
                  </a:cubicBezTo>
                  <a:cubicBezTo>
                    <a:pt x="6795" y="3337"/>
                    <a:pt x="5933" y="2320"/>
                    <a:pt x="5462" y="1835"/>
                  </a:cubicBezTo>
                  <a:cubicBezTo>
                    <a:pt x="5631" y="1434"/>
                    <a:pt x="5604" y="932"/>
                    <a:pt x="5268" y="447"/>
                  </a:cubicBezTo>
                  <a:cubicBezTo>
                    <a:pt x="5228" y="383"/>
                    <a:pt x="5173" y="332"/>
                    <a:pt x="5112" y="288"/>
                  </a:cubicBezTo>
                  <a:cubicBezTo>
                    <a:pt x="4818" y="88"/>
                    <a:pt x="4518" y="1"/>
                    <a:pt x="423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3"/>
            <p:cNvSpPr/>
            <p:nvPr/>
          </p:nvSpPr>
          <p:spPr>
            <a:xfrm>
              <a:off x="2944875" y="2184025"/>
              <a:ext cx="25700" cy="21300"/>
            </a:xfrm>
            <a:custGeom>
              <a:avLst/>
              <a:gdLst/>
              <a:ahLst/>
              <a:cxnLst/>
              <a:rect l="l" t="t" r="r" b="b"/>
              <a:pathLst>
                <a:path w="1028" h="852" extrusionOk="0">
                  <a:moveTo>
                    <a:pt x="512" y="1"/>
                  </a:moveTo>
                  <a:cubicBezTo>
                    <a:pt x="349" y="1"/>
                    <a:pt x="203" y="96"/>
                    <a:pt x="139" y="241"/>
                  </a:cubicBezTo>
                  <a:cubicBezTo>
                    <a:pt x="0" y="539"/>
                    <a:pt x="231" y="852"/>
                    <a:pt x="524" y="852"/>
                  </a:cubicBezTo>
                  <a:cubicBezTo>
                    <a:pt x="575" y="852"/>
                    <a:pt x="628" y="842"/>
                    <a:pt x="682" y="822"/>
                  </a:cubicBezTo>
                  <a:cubicBezTo>
                    <a:pt x="794" y="777"/>
                    <a:pt x="882" y="689"/>
                    <a:pt x="922" y="574"/>
                  </a:cubicBezTo>
                  <a:cubicBezTo>
                    <a:pt x="1028" y="296"/>
                    <a:pt x="821" y="1"/>
                    <a:pt x="5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3"/>
            <p:cNvSpPr/>
            <p:nvPr/>
          </p:nvSpPr>
          <p:spPr>
            <a:xfrm>
              <a:off x="3040275" y="2184025"/>
              <a:ext cx="25700" cy="21300"/>
            </a:xfrm>
            <a:custGeom>
              <a:avLst/>
              <a:gdLst/>
              <a:ahLst/>
              <a:cxnLst/>
              <a:rect l="l" t="t" r="r" b="b"/>
              <a:pathLst>
                <a:path w="1028" h="852" extrusionOk="0">
                  <a:moveTo>
                    <a:pt x="512" y="1"/>
                  </a:moveTo>
                  <a:cubicBezTo>
                    <a:pt x="349" y="1"/>
                    <a:pt x="203" y="96"/>
                    <a:pt x="139" y="241"/>
                  </a:cubicBezTo>
                  <a:cubicBezTo>
                    <a:pt x="0" y="539"/>
                    <a:pt x="231" y="852"/>
                    <a:pt x="525" y="852"/>
                  </a:cubicBezTo>
                  <a:cubicBezTo>
                    <a:pt x="576" y="852"/>
                    <a:pt x="629" y="842"/>
                    <a:pt x="682" y="822"/>
                  </a:cubicBezTo>
                  <a:cubicBezTo>
                    <a:pt x="794" y="777"/>
                    <a:pt x="882" y="689"/>
                    <a:pt x="923" y="574"/>
                  </a:cubicBezTo>
                  <a:cubicBezTo>
                    <a:pt x="1028" y="296"/>
                    <a:pt x="821" y="1"/>
                    <a:pt x="5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3"/>
            <p:cNvSpPr/>
            <p:nvPr/>
          </p:nvSpPr>
          <p:spPr>
            <a:xfrm>
              <a:off x="3135675" y="2184025"/>
              <a:ext cx="26725" cy="21225"/>
            </a:xfrm>
            <a:custGeom>
              <a:avLst/>
              <a:gdLst/>
              <a:ahLst/>
              <a:cxnLst/>
              <a:rect l="l" t="t" r="r" b="b"/>
              <a:pathLst>
                <a:path w="1069" h="849" extrusionOk="0">
                  <a:moveTo>
                    <a:pt x="500" y="1"/>
                  </a:moveTo>
                  <a:cubicBezTo>
                    <a:pt x="351" y="1"/>
                    <a:pt x="213" y="88"/>
                    <a:pt x="146" y="224"/>
                  </a:cubicBezTo>
                  <a:cubicBezTo>
                    <a:pt x="0" y="509"/>
                    <a:pt x="204" y="849"/>
                    <a:pt x="526" y="849"/>
                  </a:cubicBezTo>
                  <a:cubicBezTo>
                    <a:pt x="835" y="849"/>
                    <a:pt x="1069" y="516"/>
                    <a:pt x="882" y="187"/>
                  </a:cubicBezTo>
                  <a:cubicBezTo>
                    <a:pt x="814" y="72"/>
                    <a:pt x="692" y="1"/>
                    <a:pt x="560" y="1"/>
                  </a:cubicBezTo>
                  <a:lnTo>
                    <a:pt x="509" y="1"/>
                  </a:lnTo>
                  <a:cubicBezTo>
                    <a:pt x="506" y="1"/>
                    <a:pt x="503" y="1"/>
                    <a:pt x="5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3"/>
            <p:cNvSpPr/>
            <p:nvPr/>
          </p:nvSpPr>
          <p:spPr>
            <a:xfrm>
              <a:off x="3024825" y="2342675"/>
              <a:ext cx="57275" cy="28450"/>
            </a:xfrm>
            <a:custGeom>
              <a:avLst/>
              <a:gdLst/>
              <a:ahLst/>
              <a:cxnLst/>
              <a:rect l="l" t="t" r="r" b="b"/>
              <a:pathLst>
                <a:path w="2291" h="1138" extrusionOk="0">
                  <a:moveTo>
                    <a:pt x="1822" y="1"/>
                  </a:moveTo>
                  <a:cubicBezTo>
                    <a:pt x="1711" y="1"/>
                    <a:pt x="1600" y="44"/>
                    <a:pt x="1517" y="130"/>
                  </a:cubicBezTo>
                  <a:cubicBezTo>
                    <a:pt x="1413" y="235"/>
                    <a:pt x="1277" y="288"/>
                    <a:pt x="1140" y="288"/>
                  </a:cubicBezTo>
                  <a:cubicBezTo>
                    <a:pt x="1004" y="288"/>
                    <a:pt x="867" y="235"/>
                    <a:pt x="764" y="130"/>
                  </a:cubicBezTo>
                  <a:cubicBezTo>
                    <a:pt x="682" y="51"/>
                    <a:pt x="575" y="11"/>
                    <a:pt x="469" y="11"/>
                  </a:cubicBezTo>
                  <a:cubicBezTo>
                    <a:pt x="361" y="11"/>
                    <a:pt x="252" y="53"/>
                    <a:pt x="170" y="137"/>
                  </a:cubicBezTo>
                  <a:cubicBezTo>
                    <a:pt x="4" y="300"/>
                    <a:pt x="1" y="564"/>
                    <a:pt x="163" y="731"/>
                  </a:cubicBezTo>
                  <a:cubicBezTo>
                    <a:pt x="431" y="1002"/>
                    <a:pt x="785" y="1138"/>
                    <a:pt x="1139" y="1138"/>
                  </a:cubicBezTo>
                  <a:cubicBezTo>
                    <a:pt x="1493" y="1138"/>
                    <a:pt x="1848" y="1002"/>
                    <a:pt x="2117" y="731"/>
                  </a:cubicBezTo>
                  <a:cubicBezTo>
                    <a:pt x="2287" y="564"/>
                    <a:pt x="2290" y="293"/>
                    <a:pt x="2121" y="123"/>
                  </a:cubicBezTo>
                  <a:cubicBezTo>
                    <a:pt x="2039" y="42"/>
                    <a:pt x="1931" y="1"/>
                    <a:pt x="18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3"/>
            <p:cNvSpPr/>
            <p:nvPr/>
          </p:nvSpPr>
          <p:spPr>
            <a:xfrm>
              <a:off x="2881750" y="2086500"/>
              <a:ext cx="26675" cy="21225"/>
            </a:xfrm>
            <a:custGeom>
              <a:avLst/>
              <a:gdLst/>
              <a:ahLst/>
              <a:cxnLst/>
              <a:rect l="l" t="t" r="r" b="b"/>
              <a:pathLst>
                <a:path w="1067" h="849" extrusionOk="0">
                  <a:moveTo>
                    <a:pt x="501" y="1"/>
                  </a:moveTo>
                  <a:cubicBezTo>
                    <a:pt x="352" y="1"/>
                    <a:pt x="213" y="88"/>
                    <a:pt x="147" y="225"/>
                  </a:cubicBezTo>
                  <a:cubicBezTo>
                    <a:pt x="1" y="509"/>
                    <a:pt x="204" y="849"/>
                    <a:pt x="523" y="849"/>
                  </a:cubicBezTo>
                  <a:cubicBezTo>
                    <a:pt x="835" y="849"/>
                    <a:pt x="1066" y="516"/>
                    <a:pt x="883" y="187"/>
                  </a:cubicBezTo>
                  <a:cubicBezTo>
                    <a:pt x="815" y="72"/>
                    <a:pt x="693" y="1"/>
                    <a:pt x="557" y="1"/>
                  </a:cubicBezTo>
                  <a:lnTo>
                    <a:pt x="510" y="1"/>
                  </a:lnTo>
                  <a:cubicBezTo>
                    <a:pt x="507" y="1"/>
                    <a:pt x="504" y="1"/>
                    <a:pt x="5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36" name="Google Shape;3736;p73"/>
          <p:cNvGrpSpPr/>
          <p:nvPr/>
        </p:nvGrpSpPr>
        <p:grpSpPr>
          <a:xfrm>
            <a:off x="3301863" y="2704100"/>
            <a:ext cx="542775" cy="418200"/>
            <a:chOff x="3514575" y="2035375"/>
            <a:chExt cx="542775" cy="418200"/>
          </a:xfrm>
        </p:grpSpPr>
        <p:sp>
          <p:nvSpPr>
            <p:cNvPr id="3737" name="Google Shape;3737;p73"/>
            <p:cNvSpPr/>
            <p:nvPr/>
          </p:nvSpPr>
          <p:spPr>
            <a:xfrm>
              <a:off x="3514575" y="2035375"/>
              <a:ext cx="542775" cy="418200"/>
            </a:xfrm>
            <a:custGeom>
              <a:avLst/>
              <a:gdLst/>
              <a:ahLst/>
              <a:cxnLst/>
              <a:rect l="l" t="t" r="r" b="b"/>
              <a:pathLst>
                <a:path w="21711" h="16728" extrusionOk="0">
                  <a:moveTo>
                    <a:pt x="10862" y="2714"/>
                  </a:moveTo>
                  <a:cubicBezTo>
                    <a:pt x="12270" y="2714"/>
                    <a:pt x="13406" y="3864"/>
                    <a:pt x="13389" y="5272"/>
                  </a:cubicBezTo>
                  <a:cubicBezTo>
                    <a:pt x="13389" y="6096"/>
                    <a:pt x="13053" y="6998"/>
                    <a:pt x="12467" y="7748"/>
                  </a:cubicBezTo>
                  <a:cubicBezTo>
                    <a:pt x="11954" y="8403"/>
                    <a:pt x="11320" y="8827"/>
                    <a:pt x="10862" y="8827"/>
                  </a:cubicBezTo>
                  <a:cubicBezTo>
                    <a:pt x="10401" y="8827"/>
                    <a:pt x="9770" y="8403"/>
                    <a:pt x="9258" y="7748"/>
                  </a:cubicBezTo>
                  <a:cubicBezTo>
                    <a:pt x="8671" y="6998"/>
                    <a:pt x="8335" y="6092"/>
                    <a:pt x="8335" y="5272"/>
                  </a:cubicBezTo>
                  <a:cubicBezTo>
                    <a:pt x="8318" y="3864"/>
                    <a:pt x="9454" y="2714"/>
                    <a:pt x="10862" y="2714"/>
                  </a:cubicBezTo>
                  <a:close/>
                  <a:moveTo>
                    <a:pt x="12110" y="9240"/>
                  </a:moveTo>
                  <a:cubicBezTo>
                    <a:pt x="12616" y="9532"/>
                    <a:pt x="13009" y="9987"/>
                    <a:pt x="13220" y="10533"/>
                  </a:cubicBezTo>
                  <a:cubicBezTo>
                    <a:pt x="12438" y="10650"/>
                    <a:pt x="11650" y="10708"/>
                    <a:pt x="10862" y="10708"/>
                  </a:cubicBezTo>
                  <a:cubicBezTo>
                    <a:pt x="10074" y="10708"/>
                    <a:pt x="9286" y="10650"/>
                    <a:pt x="8505" y="10533"/>
                  </a:cubicBezTo>
                  <a:cubicBezTo>
                    <a:pt x="8715" y="9987"/>
                    <a:pt x="9105" y="9532"/>
                    <a:pt x="9610" y="9240"/>
                  </a:cubicBezTo>
                  <a:cubicBezTo>
                    <a:pt x="10031" y="9522"/>
                    <a:pt x="10465" y="9675"/>
                    <a:pt x="10862" y="9675"/>
                  </a:cubicBezTo>
                  <a:cubicBezTo>
                    <a:pt x="11259" y="9675"/>
                    <a:pt x="11690" y="9522"/>
                    <a:pt x="12110" y="9240"/>
                  </a:cubicBezTo>
                  <a:close/>
                  <a:moveTo>
                    <a:pt x="16028" y="9807"/>
                  </a:moveTo>
                  <a:cubicBezTo>
                    <a:pt x="19573" y="10370"/>
                    <a:pt x="20869" y="11340"/>
                    <a:pt x="20869" y="11866"/>
                  </a:cubicBezTo>
                  <a:cubicBezTo>
                    <a:pt x="20869" y="12266"/>
                    <a:pt x="20150" y="12928"/>
                    <a:pt x="18125" y="13484"/>
                  </a:cubicBezTo>
                  <a:cubicBezTo>
                    <a:pt x="16191" y="14017"/>
                    <a:pt x="13610" y="14308"/>
                    <a:pt x="10862" y="14308"/>
                  </a:cubicBezTo>
                  <a:cubicBezTo>
                    <a:pt x="8111" y="14308"/>
                    <a:pt x="5533" y="14017"/>
                    <a:pt x="3599" y="13484"/>
                  </a:cubicBezTo>
                  <a:cubicBezTo>
                    <a:pt x="1574" y="12928"/>
                    <a:pt x="855" y="12266"/>
                    <a:pt x="855" y="11866"/>
                  </a:cubicBezTo>
                  <a:cubicBezTo>
                    <a:pt x="855" y="11340"/>
                    <a:pt x="2151" y="10370"/>
                    <a:pt x="5696" y="9807"/>
                  </a:cubicBezTo>
                  <a:cubicBezTo>
                    <a:pt x="5703" y="9844"/>
                    <a:pt x="5713" y="9881"/>
                    <a:pt x="5723" y="9919"/>
                  </a:cubicBezTo>
                  <a:cubicBezTo>
                    <a:pt x="5862" y="10499"/>
                    <a:pt x="6503" y="10933"/>
                    <a:pt x="7626" y="11215"/>
                  </a:cubicBezTo>
                  <a:cubicBezTo>
                    <a:pt x="8505" y="11435"/>
                    <a:pt x="9651" y="11554"/>
                    <a:pt x="10862" y="11554"/>
                  </a:cubicBezTo>
                  <a:cubicBezTo>
                    <a:pt x="12070" y="11554"/>
                    <a:pt x="13220" y="11435"/>
                    <a:pt x="14098" y="11215"/>
                  </a:cubicBezTo>
                  <a:cubicBezTo>
                    <a:pt x="15221" y="10933"/>
                    <a:pt x="15862" y="10499"/>
                    <a:pt x="16001" y="9919"/>
                  </a:cubicBezTo>
                  <a:lnTo>
                    <a:pt x="16028" y="9807"/>
                  </a:lnTo>
                  <a:close/>
                  <a:moveTo>
                    <a:pt x="10855" y="0"/>
                  </a:moveTo>
                  <a:cubicBezTo>
                    <a:pt x="9509" y="0"/>
                    <a:pt x="8379" y="132"/>
                    <a:pt x="7494" y="390"/>
                  </a:cubicBezTo>
                  <a:cubicBezTo>
                    <a:pt x="5506" y="970"/>
                    <a:pt x="5089" y="2103"/>
                    <a:pt x="5089" y="2948"/>
                  </a:cubicBezTo>
                  <a:cubicBezTo>
                    <a:pt x="5089" y="3216"/>
                    <a:pt x="5089" y="3481"/>
                    <a:pt x="5095" y="3732"/>
                  </a:cubicBezTo>
                  <a:cubicBezTo>
                    <a:pt x="5095" y="3966"/>
                    <a:pt x="5285" y="4152"/>
                    <a:pt x="5519" y="4152"/>
                  </a:cubicBezTo>
                  <a:lnTo>
                    <a:pt x="5523" y="4152"/>
                  </a:lnTo>
                  <a:cubicBezTo>
                    <a:pt x="5757" y="4152"/>
                    <a:pt x="5943" y="3959"/>
                    <a:pt x="5943" y="3728"/>
                  </a:cubicBezTo>
                  <a:cubicBezTo>
                    <a:pt x="5940" y="3477"/>
                    <a:pt x="5937" y="3213"/>
                    <a:pt x="5937" y="2948"/>
                  </a:cubicBezTo>
                  <a:cubicBezTo>
                    <a:pt x="5937" y="1120"/>
                    <a:pt x="9017" y="848"/>
                    <a:pt x="10855" y="848"/>
                  </a:cubicBezTo>
                  <a:cubicBezTo>
                    <a:pt x="12694" y="848"/>
                    <a:pt x="15771" y="1120"/>
                    <a:pt x="15771" y="2945"/>
                  </a:cubicBezTo>
                  <a:cubicBezTo>
                    <a:pt x="15771" y="5862"/>
                    <a:pt x="15581" y="8012"/>
                    <a:pt x="15170" y="9715"/>
                  </a:cubicBezTo>
                  <a:cubicBezTo>
                    <a:pt x="15123" y="9915"/>
                    <a:pt x="14736" y="10153"/>
                    <a:pt x="14047" y="10343"/>
                  </a:cubicBezTo>
                  <a:cubicBezTo>
                    <a:pt x="13813" y="9664"/>
                    <a:pt x="13372" y="9074"/>
                    <a:pt x="12782" y="8660"/>
                  </a:cubicBezTo>
                  <a:cubicBezTo>
                    <a:pt x="12904" y="8535"/>
                    <a:pt x="13020" y="8403"/>
                    <a:pt x="13128" y="8263"/>
                  </a:cubicBezTo>
                  <a:cubicBezTo>
                    <a:pt x="13827" y="7368"/>
                    <a:pt x="14231" y="6276"/>
                    <a:pt x="14231" y="5268"/>
                  </a:cubicBezTo>
                  <a:cubicBezTo>
                    <a:pt x="14231" y="3399"/>
                    <a:pt x="12714" y="1879"/>
                    <a:pt x="10855" y="1879"/>
                  </a:cubicBezTo>
                  <a:cubicBezTo>
                    <a:pt x="8993" y="1879"/>
                    <a:pt x="7480" y="3399"/>
                    <a:pt x="7480" y="5268"/>
                  </a:cubicBezTo>
                  <a:cubicBezTo>
                    <a:pt x="7480" y="6276"/>
                    <a:pt x="7880" y="7368"/>
                    <a:pt x="8583" y="8263"/>
                  </a:cubicBezTo>
                  <a:cubicBezTo>
                    <a:pt x="8691" y="8403"/>
                    <a:pt x="8806" y="8535"/>
                    <a:pt x="8929" y="8660"/>
                  </a:cubicBezTo>
                  <a:cubicBezTo>
                    <a:pt x="8338" y="9074"/>
                    <a:pt x="7894" y="9664"/>
                    <a:pt x="7660" y="10343"/>
                  </a:cubicBezTo>
                  <a:cubicBezTo>
                    <a:pt x="6975" y="10153"/>
                    <a:pt x="6588" y="9915"/>
                    <a:pt x="6540" y="9715"/>
                  </a:cubicBezTo>
                  <a:cubicBezTo>
                    <a:pt x="6367" y="8979"/>
                    <a:pt x="6239" y="8236"/>
                    <a:pt x="6157" y="7483"/>
                  </a:cubicBezTo>
                  <a:cubicBezTo>
                    <a:pt x="6132" y="7269"/>
                    <a:pt x="5949" y="7111"/>
                    <a:pt x="5736" y="7111"/>
                  </a:cubicBezTo>
                  <a:cubicBezTo>
                    <a:pt x="5719" y="7111"/>
                    <a:pt x="5702" y="7112"/>
                    <a:pt x="5686" y="7114"/>
                  </a:cubicBezTo>
                  <a:cubicBezTo>
                    <a:pt x="5455" y="7141"/>
                    <a:pt x="5285" y="7351"/>
                    <a:pt x="5313" y="7582"/>
                  </a:cubicBezTo>
                  <a:cubicBezTo>
                    <a:pt x="5370" y="8067"/>
                    <a:pt x="5438" y="8528"/>
                    <a:pt x="5519" y="8969"/>
                  </a:cubicBezTo>
                  <a:cubicBezTo>
                    <a:pt x="3661" y="9271"/>
                    <a:pt x="0" y="10088"/>
                    <a:pt x="0" y="11859"/>
                  </a:cubicBezTo>
                  <a:cubicBezTo>
                    <a:pt x="0" y="12850"/>
                    <a:pt x="1164" y="13691"/>
                    <a:pt x="3369" y="14298"/>
                  </a:cubicBezTo>
                  <a:cubicBezTo>
                    <a:pt x="3745" y="14400"/>
                    <a:pt x="4146" y="14495"/>
                    <a:pt x="4566" y="14583"/>
                  </a:cubicBezTo>
                  <a:lnTo>
                    <a:pt x="4329" y="15472"/>
                  </a:lnTo>
                  <a:cubicBezTo>
                    <a:pt x="4268" y="15682"/>
                    <a:pt x="4376" y="15903"/>
                    <a:pt x="4576" y="15987"/>
                  </a:cubicBezTo>
                  <a:cubicBezTo>
                    <a:pt x="4627" y="16008"/>
                    <a:pt x="4682" y="16018"/>
                    <a:pt x="4736" y="16018"/>
                  </a:cubicBezTo>
                  <a:cubicBezTo>
                    <a:pt x="4926" y="16018"/>
                    <a:pt x="5095" y="15889"/>
                    <a:pt x="5143" y="15706"/>
                  </a:cubicBezTo>
                  <a:lnTo>
                    <a:pt x="5404" y="14736"/>
                  </a:lnTo>
                  <a:cubicBezTo>
                    <a:pt x="6917" y="14987"/>
                    <a:pt x="8637" y="15129"/>
                    <a:pt x="10431" y="15149"/>
                  </a:cubicBezTo>
                  <a:lnTo>
                    <a:pt x="10431" y="16293"/>
                  </a:lnTo>
                  <a:cubicBezTo>
                    <a:pt x="10428" y="16506"/>
                    <a:pt x="10581" y="16690"/>
                    <a:pt x="10794" y="16723"/>
                  </a:cubicBezTo>
                  <a:cubicBezTo>
                    <a:pt x="10815" y="16727"/>
                    <a:pt x="10836" y="16728"/>
                    <a:pt x="10856" y="16728"/>
                  </a:cubicBezTo>
                  <a:cubicBezTo>
                    <a:pt x="11085" y="16728"/>
                    <a:pt x="11279" y="16543"/>
                    <a:pt x="11279" y="16306"/>
                  </a:cubicBezTo>
                  <a:lnTo>
                    <a:pt x="11279" y="15149"/>
                  </a:lnTo>
                  <a:cubicBezTo>
                    <a:pt x="13077" y="15129"/>
                    <a:pt x="14794" y="14987"/>
                    <a:pt x="16310" y="14736"/>
                  </a:cubicBezTo>
                  <a:lnTo>
                    <a:pt x="16568" y="15706"/>
                  </a:lnTo>
                  <a:cubicBezTo>
                    <a:pt x="16619" y="15889"/>
                    <a:pt x="16785" y="16018"/>
                    <a:pt x="16978" y="16018"/>
                  </a:cubicBezTo>
                  <a:cubicBezTo>
                    <a:pt x="17016" y="16018"/>
                    <a:pt x="17053" y="16014"/>
                    <a:pt x="17087" y="16004"/>
                  </a:cubicBezTo>
                  <a:cubicBezTo>
                    <a:pt x="17314" y="15943"/>
                    <a:pt x="17446" y="15709"/>
                    <a:pt x="17389" y="15485"/>
                  </a:cubicBezTo>
                  <a:lnTo>
                    <a:pt x="17144" y="14583"/>
                  </a:lnTo>
                  <a:cubicBezTo>
                    <a:pt x="17565" y="14498"/>
                    <a:pt x="17965" y="14400"/>
                    <a:pt x="18345" y="14298"/>
                  </a:cubicBezTo>
                  <a:cubicBezTo>
                    <a:pt x="20547" y="13691"/>
                    <a:pt x="21710" y="12850"/>
                    <a:pt x="21710" y="11863"/>
                  </a:cubicBezTo>
                  <a:cubicBezTo>
                    <a:pt x="21710" y="10088"/>
                    <a:pt x="18050" y="9271"/>
                    <a:pt x="16191" y="8969"/>
                  </a:cubicBezTo>
                  <a:cubicBezTo>
                    <a:pt x="16483" y="7368"/>
                    <a:pt x="16619" y="5421"/>
                    <a:pt x="16619" y="2948"/>
                  </a:cubicBezTo>
                  <a:cubicBezTo>
                    <a:pt x="16619" y="2100"/>
                    <a:pt x="16201" y="970"/>
                    <a:pt x="14217" y="390"/>
                  </a:cubicBezTo>
                  <a:cubicBezTo>
                    <a:pt x="13332" y="132"/>
                    <a:pt x="12199" y="0"/>
                    <a:pt x="108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3"/>
            <p:cNvSpPr/>
            <p:nvPr/>
          </p:nvSpPr>
          <p:spPr>
            <a:xfrm>
              <a:off x="3773075" y="2347950"/>
              <a:ext cx="25675" cy="21225"/>
            </a:xfrm>
            <a:custGeom>
              <a:avLst/>
              <a:gdLst/>
              <a:ahLst/>
              <a:cxnLst/>
              <a:rect l="l" t="t" r="r" b="b"/>
              <a:pathLst>
                <a:path w="1027" h="849" extrusionOk="0">
                  <a:moveTo>
                    <a:pt x="503" y="1"/>
                  </a:moveTo>
                  <a:cubicBezTo>
                    <a:pt x="344" y="1"/>
                    <a:pt x="202" y="95"/>
                    <a:pt x="139" y="241"/>
                  </a:cubicBezTo>
                  <a:cubicBezTo>
                    <a:pt x="0" y="539"/>
                    <a:pt x="230" y="848"/>
                    <a:pt x="523" y="848"/>
                  </a:cubicBezTo>
                  <a:cubicBezTo>
                    <a:pt x="575" y="848"/>
                    <a:pt x="628" y="839"/>
                    <a:pt x="682" y="818"/>
                  </a:cubicBezTo>
                  <a:cubicBezTo>
                    <a:pt x="793" y="777"/>
                    <a:pt x="882" y="686"/>
                    <a:pt x="922" y="571"/>
                  </a:cubicBezTo>
                  <a:cubicBezTo>
                    <a:pt x="1027" y="294"/>
                    <a:pt x="823" y="1"/>
                    <a:pt x="527" y="1"/>
                  </a:cubicBezTo>
                  <a:cubicBezTo>
                    <a:pt x="526" y="1"/>
                    <a:pt x="524" y="1"/>
                    <a:pt x="522" y="1"/>
                  </a:cubicBezTo>
                  <a:lnTo>
                    <a:pt x="512" y="1"/>
                  </a:lnTo>
                  <a:cubicBezTo>
                    <a:pt x="509" y="1"/>
                    <a:pt x="506" y="1"/>
                    <a:pt x="5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3"/>
            <p:cNvSpPr/>
            <p:nvPr/>
          </p:nvSpPr>
          <p:spPr>
            <a:xfrm>
              <a:off x="3696375" y="2342600"/>
              <a:ext cx="25650" cy="21275"/>
            </a:xfrm>
            <a:custGeom>
              <a:avLst/>
              <a:gdLst/>
              <a:ahLst/>
              <a:cxnLst/>
              <a:rect l="l" t="t" r="r" b="b"/>
              <a:pathLst>
                <a:path w="1026" h="851" extrusionOk="0">
                  <a:moveTo>
                    <a:pt x="510" y="1"/>
                  </a:moveTo>
                  <a:cubicBezTo>
                    <a:pt x="351" y="1"/>
                    <a:pt x="201" y="96"/>
                    <a:pt x="137" y="242"/>
                  </a:cubicBezTo>
                  <a:cubicBezTo>
                    <a:pt x="1" y="540"/>
                    <a:pt x="231" y="851"/>
                    <a:pt x="525" y="851"/>
                  </a:cubicBezTo>
                  <a:cubicBezTo>
                    <a:pt x="575" y="851"/>
                    <a:pt x="627" y="842"/>
                    <a:pt x="680" y="822"/>
                  </a:cubicBezTo>
                  <a:cubicBezTo>
                    <a:pt x="792" y="781"/>
                    <a:pt x="883" y="690"/>
                    <a:pt x="920" y="574"/>
                  </a:cubicBezTo>
                  <a:cubicBezTo>
                    <a:pt x="1026" y="296"/>
                    <a:pt x="819" y="1"/>
                    <a:pt x="5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3"/>
            <p:cNvSpPr/>
            <p:nvPr/>
          </p:nvSpPr>
          <p:spPr>
            <a:xfrm>
              <a:off x="3621850" y="2323525"/>
              <a:ext cx="25725" cy="21300"/>
            </a:xfrm>
            <a:custGeom>
              <a:avLst/>
              <a:gdLst/>
              <a:ahLst/>
              <a:cxnLst/>
              <a:rect l="l" t="t" r="r" b="b"/>
              <a:pathLst>
                <a:path w="1029" h="852" extrusionOk="0">
                  <a:moveTo>
                    <a:pt x="513" y="1"/>
                  </a:moveTo>
                  <a:cubicBezTo>
                    <a:pt x="353" y="1"/>
                    <a:pt x="204" y="92"/>
                    <a:pt x="140" y="242"/>
                  </a:cubicBezTo>
                  <a:cubicBezTo>
                    <a:pt x="1" y="539"/>
                    <a:pt x="231" y="852"/>
                    <a:pt x="525" y="852"/>
                  </a:cubicBezTo>
                  <a:cubicBezTo>
                    <a:pt x="576" y="852"/>
                    <a:pt x="629" y="842"/>
                    <a:pt x="682" y="822"/>
                  </a:cubicBezTo>
                  <a:cubicBezTo>
                    <a:pt x="794" y="781"/>
                    <a:pt x="886" y="689"/>
                    <a:pt x="923" y="574"/>
                  </a:cubicBezTo>
                  <a:cubicBezTo>
                    <a:pt x="1028" y="296"/>
                    <a:pt x="821" y="1"/>
                    <a:pt x="5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3"/>
            <p:cNvSpPr/>
            <p:nvPr/>
          </p:nvSpPr>
          <p:spPr>
            <a:xfrm>
              <a:off x="3849200" y="2342600"/>
              <a:ext cx="26675" cy="21250"/>
            </a:xfrm>
            <a:custGeom>
              <a:avLst/>
              <a:gdLst/>
              <a:ahLst/>
              <a:cxnLst/>
              <a:rect l="l" t="t" r="r" b="b"/>
              <a:pathLst>
                <a:path w="1067" h="850" extrusionOk="0">
                  <a:moveTo>
                    <a:pt x="544" y="1"/>
                  </a:moveTo>
                  <a:cubicBezTo>
                    <a:pt x="232" y="1"/>
                    <a:pt x="1" y="333"/>
                    <a:pt x="184" y="662"/>
                  </a:cubicBezTo>
                  <a:cubicBezTo>
                    <a:pt x="252" y="778"/>
                    <a:pt x="377" y="849"/>
                    <a:pt x="510" y="849"/>
                  </a:cubicBezTo>
                  <a:lnTo>
                    <a:pt x="557" y="849"/>
                  </a:lnTo>
                  <a:cubicBezTo>
                    <a:pt x="560" y="849"/>
                    <a:pt x="563" y="849"/>
                    <a:pt x="566" y="849"/>
                  </a:cubicBezTo>
                  <a:cubicBezTo>
                    <a:pt x="718" y="849"/>
                    <a:pt x="854" y="762"/>
                    <a:pt x="920" y="625"/>
                  </a:cubicBezTo>
                  <a:cubicBezTo>
                    <a:pt x="1066" y="340"/>
                    <a:pt x="863" y="1"/>
                    <a:pt x="5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3"/>
            <p:cNvSpPr/>
            <p:nvPr/>
          </p:nvSpPr>
          <p:spPr>
            <a:xfrm>
              <a:off x="3923675" y="2323525"/>
              <a:ext cx="26725" cy="21225"/>
            </a:xfrm>
            <a:custGeom>
              <a:avLst/>
              <a:gdLst/>
              <a:ahLst/>
              <a:cxnLst/>
              <a:rect l="l" t="t" r="r" b="b"/>
              <a:pathLst>
                <a:path w="1069" h="849" extrusionOk="0">
                  <a:moveTo>
                    <a:pt x="543" y="1"/>
                  </a:moveTo>
                  <a:cubicBezTo>
                    <a:pt x="231" y="1"/>
                    <a:pt x="0" y="337"/>
                    <a:pt x="183" y="662"/>
                  </a:cubicBezTo>
                  <a:cubicBezTo>
                    <a:pt x="251" y="777"/>
                    <a:pt x="377" y="849"/>
                    <a:pt x="509" y="849"/>
                  </a:cubicBezTo>
                  <a:lnTo>
                    <a:pt x="557" y="849"/>
                  </a:lnTo>
                  <a:cubicBezTo>
                    <a:pt x="559" y="849"/>
                    <a:pt x="562" y="849"/>
                    <a:pt x="565" y="849"/>
                  </a:cubicBezTo>
                  <a:cubicBezTo>
                    <a:pt x="718" y="849"/>
                    <a:pt x="853" y="761"/>
                    <a:pt x="919" y="625"/>
                  </a:cubicBezTo>
                  <a:cubicBezTo>
                    <a:pt x="1069" y="340"/>
                    <a:pt x="862" y="1"/>
                    <a:pt x="5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3"/>
            <p:cNvSpPr/>
            <p:nvPr/>
          </p:nvSpPr>
          <p:spPr>
            <a:xfrm>
              <a:off x="3737850" y="2170200"/>
              <a:ext cx="42175" cy="29425"/>
            </a:xfrm>
            <a:custGeom>
              <a:avLst/>
              <a:gdLst/>
              <a:ahLst/>
              <a:cxnLst/>
              <a:rect l="l" t="t" r="r" b="b"/>
              <a:pathLst>
                <a:path w="1687" h="1177" extrusionOk="0">
                  <a:moveTo>
                    <a:pt x="425" y="1"/>
                  </a:moveTo>
                  <a:cubicBezTo>
                    <a:pt x="191" y="1"/>
                    <a:pt x="1" y="191"/>
                    <a:pt x="1" y="425"/>
                  </a:cubicBezTo>
                  <a:cubicBezTo>
                    <a:pt x="1" y="659"/>
                    <a:pt x="191" y="849"/>
                    <a:pt x="425" y="849"/>
                  </a:cubicBezTo>
                  <a:cubicBezTo>
                    <a:pt x="615" y="849"/>
                    <a:pt x="795" y="923"/>
                    <a:pt x="927" y="1059"/>
                  </a:cubicBezTo>
                  <a:cubicBezTo>
                    <a:pt x="1009" y="1137"/>
                    <a:pt x="1114" y="1177"/>
                    <a:pt x="1220" y="1177"/>
                  </a:cubicBezTo>
                  <a:cubicBezTo>
                    <a:pt x="1329" y="1177"/>
                    <a:pt x="1438" y="1135"/>
                    <a:pt x="1521" y="1052"/>
                  </a:cubicBezTo>
                  <a:cubicBezTo>
                    <a:pt x="1683" y="889"/>
                    <a:pt x="1687" y="625"/>
                    <a:pt x="1527" y="459"/>
                  </a:cubicBezTo>
                  <a:cubicBezTo>
                    <a:pt x="1236" y="164"/>
                    <a:pt x="839" y="1"/>
                    <a:pt x="42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3"/>
            <p:cNvSpPr/>
            <p:nvPr/>
          </p:nvSpPr>
          <p:spPr>
            <a:xfrm>
              <a:off x="3789500" y="2170200"/>
              <a:ext cx="44800" cy="29550"/>
            </a:xfrm>
            <a:custGeom>
              <a:avLst/>
              <a:gdLst/>
              <a:ahLst/>
              <a:cxnLst/>
              <a:rect l="l" t="t" r="r" b="b"/>
              <a:pathLst>
                <a:path w="1792" h="1182" extrusionOk="0">
                  <a:moveTo>
                    <a:pt x="1356" y="1"/>
                  </a:moveTo>
                  <a:cubicBezTo>
                    <a:pt x="949" y="1"/>
                    <a:pt x="558" y="166"/>
                    <a:pt x="269" y="455"/>
                  </a:cubicBezTo>
                  <a:cubicBezTo>
                    <a:pt x="1" y="723"/>
                    <a:pt x="191" y="1178"/>
                    <a:pt x="567" y="1181"/>
                  </a:cubicBezTo>
                  <a:cubicBezTo>
                    <a:pt x="683" y="1178"/>
                    <a:pt x="788" y="1134"/>
                    <a:pt x="869" y="1056"/>
                  </a:cubicBezTo>
                  <a:cubicBezTo>
                    <a:pt x="1001" y="923"/>
                    <a:pt x="1181" y="849"/>
                    <a:pt x="1368" y="849"/>
                  </a:cubicBezTo>
                  <a:cubicBezTo>
                    <a:pt x="1602" y="849"/>
                    <a:pt x="1792" y="659"/>
                    <a:pt x="1792" y="425"/>
                  </a:cubicBezTo>
                  <a:cubicBezTo>
                    <a:pt x="1792" y="191"/>
                    <a:pt x="1602" y="1"/>
                    <a:pt x="1368" y="1"/>
                  </a:cubicBezTo>
                  <a:cubicBezTo>
                    <a:pt x="1364" y="1"/>
                    <a:pt x="1360" y="1"/>
                    <a:pt x="135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3"/>
            <p:cNvSpPr/>
            <p:nvPr/>
          </p:nvSpPr>
          <p:spPr>
            <a:xfrm>
              <a:off x="3641525" y="2165625"/>
              <a:ext cx="24025" cy="21050"/>
            </a:xfrm>
            <a:custGeom>
              <a:avLst/>
              <a:gdLst/>
              <a:ahLst/>
              <a:cxnLst/>
              <a:rect l="l" t="t" r="r" b="b"/>
              <a:pathLst>
                <a:path w="961" h="842" extrusionOk="0">
                  <a:moveTo>
                    <a:pt x="506" y="0"/>
                  </a:moveTo>
                  <a:cubicBezTo>
                    <a:pt x="501" y="0"/>
                    <a:pt x="497" y="0"/>
                    <a:pt x="492" y="1"/>
                  </a:cubicBezTo>
                  <a:cubicBezTo>
                    <a:pt x="489" y="0"/>
                    <a:pt x="487" y="0"/>
                    <a:pt x="484" y="0"/>
                  </a:cubicBezTo>
                  <a:cubicBezTo>
                    <a:pt x="334" y="0"/>
                    <a:pt x="196" y="88"/>
                    <a:pt x="129" y="224"/>
                  </a:cubicBezTo>
                  <a:cubicBezTo>
                    <a:pt x="0" y="479"/>
                    <a:pt x="153" y="784"/>
                    <a:pt x="435" y="835"/>
                  </a:cubicBezTo>
                  <a:cubicBezTo>
                    <a:pt x="459" y="839"/>
                    <a:pt x="483" y="841"/>
                    <a:pt x="507" y="841"/>
                  </a:cubicBezTo>
                  <a:cubicBezTo>
                    <a:pt x="757" y="841"/>
                    <a:pt x="961" y="620"/>
                    <a:pt x="927" y="360"/>
                  </a:cubicBezTo>
                  <a:cubicBezTo>
                    <a:pt x="893" y="154"/>
                    <a:pt x="714" y="0"/>
                    <a:pt x="50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6" name="Google Shape;3746;p73"/>
          <p:cNvGrpSpPr/>
          <p:nvPr/>
        </p:nvGrpSpPr>
        <p:grpSpPr>
          <a:xfrm>
            <a:off x="4090354" y="2641825"/>
            <a:ext cx="460175" cy="542750"/>
            <a:chOff x="4287900" y="1973050"/>
            <a:chExt cx="460175" cy="542750"/>
          </a:xfrm>
        </p:grpSpPr>
        <p:sp>
          <p:nvSpPr>
            <p:cNvPr id="3747" name="Google Shape;3747;p73"/>
            <p:cNvSpPr/>
            <p:nvPr/>
          </p:nvSpPr>
          <p:spPr>
            <a:xfrm>
              <a:off x="4287900" y="1973050"/>
              <a:ext cx="460175" cy="542750"/>
            </a:xfrm>
            <a:custGeom>
              <a:avLst/>
              <a:gdLst/>
              <a:ahLst/>
              <a:cxnLst/>
              <a:rect l="l" t="t" r="r" b="b"/>
              <a:pathLst>
                <a:path w="18407" h="21710" extrusionOk="0">
                  <a:moveTo>
                    <a:pt x="16541" y="851"/>
                  </a:moveTo>
                  <a:cubicBezTo>
                    <a:pt x="17314" y="851"/>
                    <a:pt x="17701" y="1784"/>
                    <a:pt x="17155" y="2330"/>
                  </a:cubicBezTo>
                  <a:cubicBezTo>
                    <a:pt x="16978" y="2507"/>
                    <a:pt x="16761" y="2586"/>
                    <a:pt x="16548" y="2586"/>
                  </a:cubicBezTo>
                  <a:cubicBezTo>
                    <a:pt x="16103" y="2586"/>
                    <a:pt x="15676" y="2240"/>
                    <a:pt x="15676" y="1716"/>
                  </a:cubicBezTo>
                  <a:cubicBezTo>
                    <a:pt x="15676" y="1238"/>
                    <a:pt x="16063" y="851"/>
                    <a:pt x="16541" y="851"/>
                  </a:cubicBezTo>
                  <a:close/>
                  <a:moveTo>
                    <a:pt x="11395" y="2642"/>
                  </a:moveTo>
                  <a:lnTo>
                    <a:pt x="15618" y="6866"/>
                  </a:lnTo>
                  <a:cubicBezTo>
                    <a:pt x="15091" y="7262"/>
                    <a:pt x="14453" y="7470"/>
                    <a:pt x="13805" y="7470"/>
                  </a:cubicBezTo>
                  <a:cubicBezTo>
                    <a:pt x="13582" y="7470"/>
                    <a:pt x="13357" y="7445"/>
                    <a:pt x="13135" y="7395"/>
                  </a:cubicBezTo>
                  <a:cubicBezTo>
                    <a:pt x="12847" y="6930"/>
                    <a:pt x="12474" y="6520"/>
                    <a:pt x="12107" y="6153"/>
                  </a:cubicBezTo>
                  <a:cubicBezTo>
                    <a:pt x="11714" y="5760"/>
                    <a:pt x="11303" y="5400"/>
                    <a:pt x="10866" y="5125"/>
                  </a:cubicBezTo>
                  <a:cubicBezTo>
                    <a:pt x="10666" y="4260"/>
                    <a:pt x="10859" y="3351"/>
                    <a:pt x="11395" y="2642"/>
                  </a:cubicBezTo>
                  <a:close/>
                  <a:moveTo>
                    <a:pt x="8785" y="8561"/>
                  </a:moveTo>
                  <a:cubicBezTo>
                    <a:pt x="8901" y="8561"/>
                    <a:pt x="9019" y="8583"/>
                    <a:pt x="9132" y="8630"/>
                  </a:cubicBezTo>
                  <a:cubicBezTo>
                    <a:pt x="9536" y="8799"/>
                    <a:pt x="9763" y="9227"/>
                    <a:pt x="9678" y="9651"/>
                  </a:cubicBezTo>
                  <a:cubicBezTo>
                    <a:pt x="9594" y="10078"/>
                    <a:pt x="9221" y="10387"/>
                    <a:pt x="8783" y="10387"/>
                  </a:cubicBezTo>
                  <a:cubicBezTo>
                    <a:pt x="8542" y="10387"/>
                    <a:pt x="8308" y="10292"/>
                    <a:pt x="8138" y="10119"/>
                  </a:cubicBezTo>
                  <a:cubicBezTo>
                    <a:pt x="7830" y="9813"/>
                    <a:pt x="7782" y="9328"/>
                    <a:pt x="8023" y="8969"/>
                  </a:cubicBezTo>
                  <a:cubicBezTo>
                    <a:pt x="8199" y="8708"/>
                    <a:pt x="8487" y="8561"/>
                    <a:pt x="8785" y="8561"/>
                  </a:cubicBezTo>
                  <a:close/>
                  <a:moveTo>
                    <a:pt x="5289" y="6917"/>
                  </a:moveTo>
                  <a:lnTo>
                    <a:pt x="5289" y="6917"/>
                  </a:lnTo>
                  <a:cubicBezTo>
                    <a:pt x="4071" y="8253"/>
                    <a:pt x="2887" y="10020"/>
                    <a:pt x="2121" y="11676"/>
                  </a:cubicBezTo>
                  <a:lnTo>
                    <a:pt x="1374" y="10929"/>
                  </a:lnTo>
                  <a:cubicBezTo>
                    <a:pt x="845" y="10400"/>
                    <a:pt x="1056" y="10037"/>
                    <a:pt x="1300" y="9783"/>
                  </a:cubicBezTo>
                  <a:cubicBezTo>
                    <a:pt x="3199" y="7788"/>
                    <a:pt x="4566" y="6954"/>
                    <a:pt x="5289" y="6917"/>
                  </a:cubicBezTo>
                  <a:close/>
                  <a:moveTo>
                    <a:pt x="5591" y="12140"/>
                  </a:moveTo>
                  <a:cubicBezTo>
                    <a:pt x="5730" y="12140"/>
                    <a:pt x="5866" y="12195"/>
                    <a:pt x="5964" y="12293"/>
                  </a:cubicBezTo>
                  <a:lnTo>
                    <a:pt x="5964" y="12296"/>
                  </a:lnTo>
                  <a:cubicBezTo>
                    <a:pt x="6140" y="12473"/>
                    <a:pt x="6171" y="12751"/>
                    <a:pt x="6029" y="12961"/>
                  </a:cubicBezTo>
                  <a:cubicBezTo>
                    <a:pt x="5928" y="13113"/>
                    <a:pt x="5761" y="13197"/>
                    <a:pt x="5588" y="13197"/>
                  </a:cubicBezTo>
                  <a:cubicBezTo>
                    <a:pt x="5521" y="13197"/>
                    <a:pt x="5453" y="13185"/>
                    <a:pt x="5387" y="13158"/>
                  </a:cubicBezTo>
                  <a:cubicBezTo>
                    <a:pt x="5157" y="13060"/>
                    <a:pt x="5024" y="12812"/>
                    <a:pt x="5072" y="12568"/>
                  </a:cubicBezTo>
                  <a:cubicBezTo>
                    <a:pt x="5123" y="12320"/>
                    <a:pt x="5340" y="12140"/>
                    <a:pt x="5591" y="12140"/>
                  </a:cubicBezTo>
                  <a:close/>
                  <a:moveTo>
                    <a:pt x="11259" y="13043"/>
                  </a:moveTo>
                  <a:cubicBezTo>
                    <a:pt x="11419" y="13212"/>
                    <a:pt x="11578" y="13365"/>
                    <a:pt x="11724" y="13507"/>
                  </a:cubicBezTo>
                  <a:cubicBezTo>
                    <a:pt x="11883" y="13660"/>
                    <a:pt x="12097" y="13864"/>
                    <a:pt x="12162" y="13972"/>
                  </a:cubicBezTo>
                  <a:cubicBezTo>
                    <a:pt x="12138" y="13989"/>
                    <a:pt x="12107" y="13999"/>
                    <a:pt x="12077" y="14006"/>
                  </a:cubicBezTo>
                  <a:cubicBezTo>
                    <a:pt x="12025" y="14020"/>
                    <a:pt x="11965" y="14028"/>
                    <a:pt x="11898" y="14028"/>
                  </a:cubicBezTo>
                  <a:cubicBezTo>
                    <a:pt x="11598" y="14028"/>
                    <a:pt x="11158" y="13879"/>
                    <a:pt x="10689" y="13535"/>
                  </a:cubicBezTo>
                  <a:cubicBezTo>
                    <a:pt x="10886" y="13372"/>
                    <a:pt x="11076" y="13209"/>
                    <a:pt x="11259" y="13043"/>
                  </a:cubicBezTo>
                  <a:close/>
                  <a:moveTo>
                    <a:pt x="9183" y="5444"/>
                  </a:moveTo>
                  <a:cubicBezTo>
                    <a:pt x="9553" y="5448"/>
                    <a:pt x="9916" y="5546"/>
                    <a:pt x="10238" y="5729"/>
                  </a:cubicBezTo>
                  <a:cubicBezTo>
                    <a:pt x="10269" y="5753"/>
                    <a:pt x="10303" y="5773"/>
                    <a:pt x="10340" y="5787"/>
                  </a:cubicBezTo>
                  <a:cubicBezTo>
                    <a:pt x="10649" y="5977"/>
                    <a:pt x="10937" y="6201"/>
                    <a:pt x="11202" y="6455"/>
                  </a:cubicBezTo>
                  <a:lnTo>
                    <a:pt x="9689" y="7965"/>
                  </a:lnTo>
                  <a:cubicBezTo>
                    <a:pt x="9408" y="7797"/>
                    <a:pt x="9096" y="7715"/>
                    <a:pt x="8786" y="7715"/>
                  </a:cubicBezTo>
                  <a:cubicBezTo>
                    <a:pt x="8330" y="7715"/>
                    <a:pt x="7879" y="7892"/>
                    <a:pt x="7538" y="8233"/>
                  </a:cubicBezTo>
                  <a:cubicBezTo>
                    <a:pt x="6968" y="8803"/>
                    <a:pt x="6860" y="9691"/>
                    <a:pt x="7277" y="10383"/>
                  </a:cubicBezTo>
                  <a:lnTo>
                    <a:pt x="6215" y="11442"/>
                  </a:lnTo>
                  <a:cubicBezTo>
                    <a:pt x="6015" y="11340"/>
                    <a:pt x="5801" y="11291"/>
                    <a:pt x="5589" y="11291"/>
                  </a:cubicBezTo>
                  <a:cubicBezTo>
                    <a:pt x="5161" y="11291"/>
                    <a:pt x="4743" y="11491"/>
                    <a:pt x="4475" y="11859"/>
                  </a:cubicBezTo>
                  <a:cubicBezTo>
                    <a:pt x="4078" y="12405"/>
                    <a:pt x="4136" y="13161"/>
                    <a:pt x="4614" y="13640"/>
                  </a:cubicBezTo>
                  <a:cubicBezTo>
                    <a:pt x="4881" y="13907"/>
                    <a:pt x="5234" y="14044"/>
                    <a:pt x="5590" y="14044"/>
                  </a:cubicBezTo>
                  <a:cubicBezTo>
                    <a:pt x="5872" y="14044"/>
                    <a:pt x="6155" y="13958"/>
                    <a:pt x="6398" y="13782"/>
                  </a:cubicBezTo>
                  <a:cubicBezTo>
                    <a:pt x="6944" y="13382"/>
                    <a:pt x="7121" y="12646"/>
                    <a:pt x="6815" y="12042"/>
                  </a:cubicBezTo>
                  <a:lnTo>
                    <a:pt x="7874" y="10984"/>
                  </a:lnTo>
                  <a:cubicBezTo>
                    <a:pt x="8156" y="11151"/>
                    <a:pt x="8469" y="11233"/>
                    <a:pt x="8779" y="11233"/>
                  </a:cubicBezTo>
                  <a:cubicBezTo>
                    <a:pt x="9235" y="11233"/>
                    <a:pt x="9686" y="11057"/>
                    <a:pt x="10024" y="10716"/>
                  </a:cubicBezTo>
                  <a:cubicBezTo>
                    <a:pt x="10598" y="10146"/>
                    <a:pt x="10706" y="9257"/>
                    <a:pt x="10289" y="8565"/>
                  </a:cubicBezTo>
                  <a:lnTo>
                    <a:pt x="11799" y="7056"/>
                  </a:lnTo>
                  <a:cubicBezTo>
                    <a:pt x="12301" y="7598"/>
                    <a:pt x="12752" y="8229"/>
                    <a:pt x="12806" y="8935"/>
                  </a:cubicBezTo>
                  <a:cubicBezTo>
                    <a:pt x="12871" y="9807"/>
                    <a:pt x="12348" y="10787"/>
                    <a:pt x="11202" y="11934"/>
                  </a:cubicBezTo>
                  <a:lnTo>
                    <a:pt x="11202" y="11930"/>
                  </a:lnTo>
                  <a:cubicBezTo>
                    <a:pt x="9885" y="13246"/>
                    <a:pt x="7959" y="14576"/>
                    <a:pt x="6171" y="15397"/>
                  </a:cubicBezTo>
                  <a:cubicBezTo>
                    <a:pt x="5030" y="15921"/>
                    <a:pt x="4051" y="16189"/>
                    <a:pt x="3344" y="16189"/>
                  </a:cubicBezTo>
                  <a:cubicBezTo>
                    <a:pt x="2911" y="16189"/>
                    <a:pt x="2580" y="16089"/>
                    <a:pt x="2375" y="15885"/>
                  </a:cubicBezTo>
                  <a:cubicBezTo>
                    <a:pt x="1836" y="15346"/>
                    <a:pt x="2019" y="13928"/>
                    <a:pt x="2864" y="12090"/>
                  </a:cubicBezTo>
                  <a:cubicBezTo>
                    <a:pt x="3685" y="10302"/>
                    <a:pt x="5011" y="8375"/>
                    <a:pt x="6327" y="7056"/>
                  </a:cubicBezTo>
                  <a:cubicBezTo>
                    <a:pt x="7501" y="5885"/>
                    <a:pt x="8413" y="5444"/>
                    <a:pt x="9183" y="5444"/>
                  </a:cubicBezTo>
                  <a:close/>
                  <a:moveTo>
                    <a:pt x="16545" y="0"/>
                  </a:moveTo>
                  <a:cubicBezTo>
                    <a:pt x="16096" y="0"/>
                    <a:pt x="15654" y="175"/>
                    <a:pt x="15323" y="512"/>
                  </a:cubicBezTo>
                  <a:cubicBezTo>
                    <a:pt x="14777" y="1065"/>
                    <a:pt x="14672" y="1920"/>
                    <a:pt x="15072" y="2592"/>
                  </a:cubicBezTo>
                  <a:lnTo>
                    <a:pt x="15025" y="2636"/>
                  </a:lnTo>
                  <a:lnTo>
                    <a:pt x="13956" y="1567"/>
                  </a:lnTo>
                  <a:cubicBezTo>
                    <a:pt x="13873" y="1484"/>
                    <a:pt x="13764" y="1442"/>
                    <a:pt x="13656" y="1442"/>
                  </a:cubicBezTo>
                  <a:cubicBezTo>
                    <a:pt x="13547" y="1442"/>
                    <a:pt x="13439" y="1484"/>
                    <a:pt x="13356" y="1567"/>
                  </a:cubicBezTo>
                  <a:cubicBezTo>
                    <a:pt x="13189" y="1733"/>
                    <a:pt x="13189" y="2001"/>
                    <a:pt x="13356" y="2168"/>
                  </a:cubicBezTo>
                  <a:lnTo>
                    <a:pt x="14424" y="3236"/>
                  </a:lnTo>
                  <a:lnTo>
                    <a:pt x="13807" y="3857"/>
                  </a:lnTo>
                  <a:lnTo>
                    <a:pt x="11673" y="1723"/>
                  </a:lnTo>
                  <a:cubicBezTo>
                    <a:pt x="11590" y="1640"/>
                    <a:pt x="11481" y="1599"/>
                    <a:pt x="11373" y="1599"/>
                  </a:cubicBezTo>
                  <a:cubicBezTo>
                    <a:pt x="11264" y="1599"/>
                    <a:pt x="11156" y="1640"/>
                    <a:pt x="11073" y="1723"/>
                  </a:cubicBezTo>
                  <a:cubicBezTo>
                    <a:pt x="10286" y="2510"/>
                    <a:pt x="9875" y="3599"/>
                    <a:pt x="9950" y="4712"/>
                  </a:cubicBezTo>
                  <a:cubicBezTo>
                    <a:pt x="9702" y="4641"/>
                    <a:pt x="9444" y="4602"/>
                    <a:pt x="9175" y="4602"/>
                  </a:cubicBezTo>
                  <a:cubicBezTo>
                    <a:pt x="8265" y="4602"/>
                    <a:pt x="7223" y="5045"/>
                    <a:pt x="5988" y="6208"/>
                  </a:cubicBezTo>
                  <a:cubicBezTo>
                    <a:pt x="5791" y="6107"/>
                    <a:pt x="5576" y="6061"/>
                    <a:pt x="5347" y="6061"/>
                  </a:cubicBezTo>
                  <a:cubicBezTo>
                    <a:pt x="3993" y="6061"/>
                    <a:pt x="2142" y="7668"/>
                    <a:pt x="686" y="9199"/>
                  </a:cubicBezTo>
                  <a:cubicBezTo>
                    <a:pt x="1" y="9919"/>
                    <a:pt x="35" y="10790"/>
                    <a:pt x="777" y="11530"/>
                  </a:cubicBezTo>
                  <a:lnTo>
                    <a:pt x="1761" y="12517"/>
                  </a:lnTo>
                  <a:cubicBezTo>
                    <a:pt x="1205" y="13959"/>
                    <a:pt x="886" y="15594"/>
                    <a:pt x="1775" y="16482"/>
                  </a:cubicBezTo>
                  <a:cubicBezTo>
                    <a:pt x="2175" y="16883"/>
                    <a:pt x="2728" y="17039"/>
                    <a:pt x="3345" y="17039"/>
                  </a:cubicBezTo>
                  <a:cubicBezTo>
                    <a:pt x="4007" y="17039"/>
                    <a:pt x="4743" y="16859"/>
                    <a:pt x="5452" y="16608"/>
                  </a:cubicBezTo>
                  <a:cubicBezTo>
                    <a:pt x="5706" y="16995"/>
                    <a:pt x="5957" y="17351"/>
                    <a:pt x="6212" y="17690"/>
                  </a:cubicBezTo>
                  <a:cubicBezTo>
                    <a:pt x="6294" y="17801"/>
                    <a:pt x="6421" y="17859"/>
                    <a:pt x="6550" y="17859"/>
                  </a:cubicBezTo>
                  <a:cubicBezTo>
                    <a:pt x="6638" y="17859"/>
                    <a:pt x="6728" y="17831"/>
                    <a:pt x="6805" y="17775"/>
                  </a:cubicBezTo>
                  <a:cubicBezTo>
                    <a:pt x="6992" y="17632"/>
                    <a:pt x="7029" y="17368"/>
                    <a:pt x="6890" y="17181"/>
                  </a:cubicBezTo>
                  <a:cubicBezTo>
                    <a:pt x="6676" y="16900"/>
                    <a:pt x="6469" y="16604"/>
                    <a:pt x="6256" y="16289"/>
                  </a:cubicBezTo>
                  <a:cubicBezTo>
                    <a:pt x="6347" y="16248"/>
                    <a:pt x="6439" y="16208"/>
                    <a:pt x="6527" y="16167"/>
                  </a:cubicBezTo>
                  <a:cubicBezTo>
                    <a:pt x="7321" y="15797"/>
                    <a:pt x="8084" y="15377"/>
                    <a:pt x="8817" y="14898"/>
                  </a:cubicBezTo>
                  <a:cubicBezTo>
                    <a:pt x="8980" y="15041"/>
                    <a:pt x="9143" y="15176"/>
                    <a:pt x="9302" y="15312"/>
                  </a:cubicBezTo>
                  <a:lnTo>
                    <a:pt x="8691" y="15923"/>
                  </a:lnTo>
                  <a:cubicBezTo>
                    <a:pt x="8525" y="16089"/>
                    <a:pt x="8525" y="16357"/>
                    <a:pt x="8691" y="16523"/>
                  </a:cubicBezTo>
                  <a:cubicBezTo>
                    <a:pt x="8774" y="16606"/>
                    <a:pt x="8883" y="16648"/>
                    <a:pt x="8992" y="16648"/>
                  </a:cubicBezTo>
                  <a:cubicBezTo>
                    <a:pt x="9100" y="16648"/>
                    <a:pt x="9209" y="16606"/>
                    <a:pt x="9292" y="16523"/>
                  </a:cubicBezTo>
                  <a:lnTo>
                    <a:pt x="9957" y="15858"/>
                  </a:lnTo>
                  <a:cubicBezTo>
                    <a:pt x="10181" y="16038"/>
                    <a:pt x="10401" y="16218"/>
                    <a:pt x="10622" y="16391"/>
                  </a:cubicBezTo>
                  <a:lnTo>
                    <a:pt x="9997" y="17018"/>
                  </a:lnTo>
                  <a:cubicBezTo>
                    <a:pt x="9824" y="17181"/>
                    <a:pt x="9824" y="17456"/>
                    <a:pt x="9991" y="17622"/>
                  </a:cubicBezTo>
                  <a:cubicBezTo>
                    <a:pt x="10073" y="17705"/>
                    <a:pt x="10183" y="17746"/>
                    <a:pt x="10292" y="17746"/>
                  </a:cubicBezTo>
                  <a:cubicBezTo>
                    <a:pt x="10402" y="17746"/>
                    <a:pt x="10513" y="17704"/>
                    <a:pt x="10594" y="17619"/>
                  </a:cubicBezTo>
                  <a:lnTo>
                    <a:pt x="11297" y="16917"/>
                  </a:lnTo>
                  <a:cubicBezTo>
                    <a:pt x="11534" y="17096"/>
                    <a:pt x="11768" y="17269"/>
                    <a:pt x="12002" y="17439"/>
                  </a:cubicBezTo>
                  <a:lnTo>
                    <a:pt x="11378" y="18063"/>
                  </a:lnTo>
                  <a:cubicBezTo>
                    <a:pt x="11191" y="18223"/>
                    <a:pt x="11181" y="18511"/>
                    <a:pt x="11354" y="18684"/>
                  </a:cubicBezTo>
                  <a:cubicBezTo>
                    <a:pt x="11437" y="18767"/>
                    <a:pt x="11545" y="18808"/>
                    <a:pt x="11654" y="18808"/>
                  </a:cubicBezTo>
                  <a:cubicBezTo>
                    <a:pt x="11772" y="18808"/>
                    <a:pt x="11890" y="18759"/>
                    <a:pt x="11975" y="18664"/>
                  </a:cubicBezTo>
                  <a:lnTo>
                    <a:pt x="12701" y="17938"/>
                  </a:lnTo>
                  <a:cubicBezTo>
                    <a:pt x="12860" y="18050"/>
                    <a:pt x="13020" y="18158"/>
                    <a:pt x="13176" y="18263"/>
                  </a:cubicBezTo>
                  <a:cubicBezTo>
                    <a:pt x="13315" y="18355"/>
                    <a:pt x="13390" y="18470"/>
                    <a:pt x="13403" y="18602"/>
                  </a:cubicBezTo>
                  <a:cubicBezTo>
                    <a:pt x="13413" y="18759"/>
                    <a:pt x="13356" y="18911"/>
                    <a:pt x="13244" y="19020"/>
                  </a:cubicBezTo>
                  <a:lnTo>
                    <a:pt x="11514" y="20750"/>
                  </a:lnTo>
                  <a:cubicBezTo>
                    <a:pt x="11435" y="20830"/>
                    <a:pt x="11336" y="20861"/>
                    <a:pt x="11231" y="20861"/>
                  </a:cubicBezTo>
                  <a:cubicBezTo>
                    <a:pt x="11056" y="20861"/>
                    <a:pt x="10862" y="20775"/>
                    <a:pt x="10703" y="20682"/>
                  </a:cubicBezTo>
                  <a:cubicBezTo>
                    <a:pt x="10265" y="20431"/>
                    <a:pt x="9845" y="20149"/>
                    <a:pt x="9448" y="19841"/>
                  </a:cubicBezTo>
                  <a:cubicBezTo>
                    <a:pt x="9370" y="19779"/>
                    <a:pt x="9278" y="19750"/>
                    <a:pt x="9187" y="19750"/>
                  </a:cubicBezTo>
                  <a:cubicBezTo>
                    <a:pt x="9060" y="19750"/>
                    <a:pt x="8936" y="19807"/>
                    <a:pt x="8851" y="19915"/>
                  </a:cubicBezTo>
                  <a:cubicBezTo>
                    <a:pt x="8708" y="20098"/>
                    <a:pt x="8742" y="20366"/>
                    <a:pt x="8929" y="20509"/>
                  </a:cubicBezTo>
                  <a:cubicBezTo>
                    <a:pt x="9356" y="20841"/>
                    <a:pt x="9807" y="21147"/>
                    <a:pt x="10279" y="21418"/>
                  </a:cubicBezTo>
                  <a:cubicBezTo>
                    <a:pt x="10618" y="21611"/>
                    <a:pt x="10944" y="21710"/>
                    <a:pt x="11242" y="21710"/>
                  </a:cubicBezTo>
                  <a:cubicBezTo>
                    <a:pt x="11247" y="21710"/>
                    <a:pt x="11251" y="21710"/>
                    <a:pt x="11255" y="21710"/>
                  </a:cubicBezTo>
                  <a:cubicBezTo>
                    <a:pt x="11579" y="21710"/>
                    <a:pt x="11890" y="21581"/>
                    <a:pt x="12114" y="21350"/>
                  </a:cubicBezTo>
                  <a:lnTo>
                    <a:pt x="13844" y="19620"/>
                  </a:lnTo>
                  <a:cubicBezTo>
                    <a:pt x="14136" y="19332"/>
                    <a:pt x="14282" y="18928"/>
                    <a:pt x="14248" y="18518"/>
                  </a:cubicBezTo>
                  <a:cubicBezTo>
                    <a:pt x="14207" y="18128"/>
                    <a:pt x="13997" y="17788"/>
                    <a:pt x="13647" y="17554"/>
                  </a:cubicBezTo>
                  <a:cubicBezTo>
                    <a:pt x="12368" y="16699"/>
                    <a:pt x="10991" y="15641"/>
                    <a:pt x="9543" y="14403"/>
                  </a:cubicBezTo>
                  <a:cubicBezTo>
                    <a:pt x="9699" y="14294"/>
                    <a:pt x="9851" y="14183"/>
                    <a:pt x="10004" y="14067"/>
                  </a:cubicBezTo>
                  <a:cubicBezTo>
                    <a:pt x="10635" y="14579"/>
                    <a:pt x="11330" y="14871"/>
                    <a:pt x="11914" y="14871"/>
                  </a:cubicBezTo>
                  <a:cubicBezTo>
                    <a:pt x="12039" y="14871"/>
                    <a:pt x="12168" y="14854"/>
                    <a:pt x="12294" y="14824"/>
                  </a:cubicBezTo>
                  <a:cubicBezTo>
                    <a:pt x="12640" y="14732"/>
                    <a:pt x="12894" y="14505"/>
                    <a:pt x="12989" y="14203"/>
                  </a:cubicBezTo>
                  <a:cubicBezTo>
                    <a:pt x="13152" y="13694"/>
                    <a:pt x="12742" y="13304"/>
                    <a:pt x="12311" y="12890"/>
                  </a:cubicBezTo>
                  <a:cubicBezTo>
                    <a:pt x="12172" y="12754"/>
                    <a:pt x="12019" y="12609"/>
                    <a:pt x="11873" y="12453"/>
                  </a:cubicBezTo>
                  <a:cubicBezTo>
                    <a:pt x="13155" y="11150"/>
                    <a:pt x="13736" y="9976"/>
                    <a:pt x="13651" y="8864"/>
                  </a:cubicBezTo>
                  <a:cubicBezTo>
                    <a:pt x="13637" y="8674"/>
                    <a:pt x="13603" y="8487"/>
                    <a:pt x="13552" y="8304"/>
                  </a:cubicBezTo>
                  <a:lnTo>
                    <a:pt x="13552" y="8304"/>
                  </a:lnTo>
                  <a:cubicBezTo>
                    <a:pt x="13637" y="8311"/>
                    <a:pt x="13719" y="8314"/>
                    <a:pt x="13800" y="8314"/>
                  </a:cubicBezTo>
                  <a:cubicBezTo>
                    <a:pt x="14828" y="8314"/>
                    <a:pt x="15812" y="7907"/>
                    <a:pt x="16537" y="7181"/>
                  </a:cubicBezTo>
                  <a:cubicBezTo>
                    <a:pt x="16704" y="7015"/>
                    <a:pt x="16704" y="6747"/>
                    <a:pt x="16537" y="6581"/>
                  </a:cubicBezTo>
                  <a:lnTo>
                    <a:pt x="14404" y="4450"/>
                  </a:lnTo>
                  <a:lnTo>
                    <a:pt x="15021" y="3833"/>
                  </a:lnTo>
                  <a:lnTo>
                    <a:pt x="16090" y="4902"/>
                  </a:lnTo>
                  <a:cubicBezTo>
                    <a:pt x="16173" y="4985"/>
                    <a:pt x="16281" y="5026"/>
                    <a:pt x="16390" y="5026"/>
                  </a:cubicBezTo>
                  <a:cubicBezTo>
                    <a:pt x="16498" y="5026"/>
                    <a:pt x="16607" y="4985"/>
                    <a:pt x="16690" y="4902"/>
                  </a:cubicBezTo>
                  <a:cubicBezTo>
                    <a:pt x="16856" y="4735"/>
                    <a:pt x="16856" y="4467"/>
                    <a:pt x="16690" y="4301"/>
                  </a:cubicBezTo>
                  <a:lnTo>
                    <a:pt x="15622" y="3236"/>
                  </a:lnTo>
                  <a:lnTo>
                    <a:pt x="15669" y="3189"/>
                  </a:lnTo>
                  <a:cubicBezTo>
                    <a:pt x="15934" y="3348"/>
                    <a:pt x="16236" y="3429"/>
                    <a:pt x="16544" y="3429"/>
                  </a:cubicBezTo>
                  <a:lnTo>
                    <a:pt x="16541" y="3433"/>
                  </a:lnTo>
                  <a:cubicBezTo>
                    <a:pt x="17321" y="3433"/>
                    <a:pt x="18003" y="2910"/>
                    <a:pt x="18203" y="2157"/>
                  </a:cubicBezTo>
                  <a:cubicBezTo>
                    <a:pt x="18407" y="1404"/>
                    <a:pt x="18074" y="611"/>
                    <a:pt x="17399" y="227"/>
                  </a:cubicBezTo>
                  <a:cubicBezTo>
                    <a:pt x="17131" y="75"/>
                    <a:pt x="16837" y="0"/>
                    <a:pt x="1654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3"/>
            <p:cNvSpPr/>
            <p:nvPr/>
          </p:nvSpPr>
          <p:spPr>
            <a:xfrm>
              <a:off x="4469150" y="2434700"/>
              <a:ext cx="25675" cy="21225"/>
            </a:xfrm>
            <a:custGeom>
              <a:avLst/>
              <a:gdLst/>
              <a:ahLst/>
              <a:cxnLst/>
              <a:rect l="l" t="t" r="r" b="b"/>
              <a:pathLst>
                <a:path w="1027" h="849" extrusionOk="0">
                  <a:moveTo>
                    <a:pt x="503" y="1"/>
                  </a:moveTo>
                  <a:cubicBezTo>
                    <a:pt x="344" y="1"/>
                    <a:pt x="202" y="95"/>
                    <a:pt x="139" y="242"/>
                  </a:cubicBezTo>
                  <a:cubicBezTo>
                    <a:pt x="0" y="539"/>
                    <a:pt x="230" y="849"/>
                    <a:pt x="523" y="849"/>
                  </a:cubicBezTo>
                  <a:cubicBezTo>
                    <a:pt x="575" y="849"/>
                    <a:pt x="628" y="839"/>
                    <a:pt x="682" y="818"/>
                  </a:cubicBezTo>
                  <a:cubicBezTo>
                    <a:pt x="793" y="778"/>
                    <a:pt x="882" y="686"/>
                    <a:pt x="922" y="574"/>
                  </a:cubicBezTo>
                  <a:cubicBezTo>
                    <a:pt x="1027" y="297"/>
                    <a:pt x="823" y="1"/>
                    <a:pt x="530" y="1"/>
                  </a:cubicBezTo>
                  <a:cubicBezTo>
                    <a:pt x="529" y="1"/>
                    <a:pt x="527" y="1"/>
                    <a:pt x="525" y="1"/>
                  </a:cubicBezTo>
                  <a:lnTo>
                    <a:pt x="512" y="1"/>
                  </a:lnTo>
                  <a:cubicBezTo>
                    <a:pt x="509" y="1"/>
                    <a:pt x="506" y="1"/>
                    <a:pt x="5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9" name="Google Shape;3749;p73"/>
          <p:cNvGrpSpPr/>
          <p:nvPr/>
        </p:nvGrpSpPr>
        <p:grpSpPr>
          <a:xfrm>
            <a:off x="4796246" y="2690575"/>
            <a:ext cx="545075" cy="445250"/>
            <a:chOff x="4978625" y="2021875"/>
            <a:chExt cx="545075" cy="445250"/>
          </a:xfrm>
        </p:grpSpPr>
        <p:sp>
          <p:nvSpPr>
            <p:cNvPr id="3750" name="Google Shape;3750;p73"/>
            <p:cNvSpPr/>
            <p:nvPr/>
          </p:nvSpPr>
          <p:spPr>
            <a:xfrm>
              <a:off x="4978625" y="2021875"/>
              <a:ext cx="545075" cy="445250"/>
            </a:xfrm>
            <a:custGeom>
              <a:avLst/>
              <a:gdLst/>
              <a:ahLst/>
              <a:cxnLst/>
              <a:rect l="l" t="t" r="r" b="b"/>
              <a:pathLst>
                <a:path w="21803" h="17810" extrusionOk="0">
                  <a:moveTo>
                    <a:pt x="10903" y="842"/>
                  </a:moveTo>
                  <a:cubicBezTo>
                    <a:pt x="12593" y="842"/>
                    <a:pt x="13983" y="2168"/>
                    <a:pt x="14139" y="3858"/>
                  </a:cubicBezTo>
                  <a:cubicBezTo>
                    <a:pt x="13061" y="3783"/>
                    <a:pt x="11979" y="3746"/>
                    <a:pt x="10903" y="3746"/>
                  </a:cubicBezTo>
                  <a:cubicBezTo>
                    <a:pt x="9825" y="3746"/>
                    <a:pt x="8739" y="3783"/>
                    <a:pt x="7664" y="3858"/>
                  </a:cubicBezTo>
                  <a:cubicBezTo>
                    <a:pt x="7820" y="2168"/>
                    <a:pt x="9211" y="842"/>
                    <a:pt x="10903" y="842"/>
                  </a:cubicBezTo>
                  <a:close/>
                  <a:moveTo>
                    <a:pt x="10903" y="4628"/>
                  </a:moveTo>
                  <a:cubicBezTo>
                    <a:pt x="12423" y="4628"/>
                    <a:pt x="13960" y="4706"/>
                    <a:pt x="15466" y="4852"/>
                  </a:cubicBezTo>
                  <a:cubicBezTo>
                    <a:pt x="16212" y="5313"/>
                    <a:pt x="16894" y="5869"/>
                    <a:pt x="17498" y="6507"/>
                  </a:cubicBezTo>
                  <a:lnTo>
                    <a:pt x="16378" y="6507"/>
                  </a:lnTo>
                  <a:cubicBezTo>
                    <a:pt x="16188" y="6507"/>
                    <a:pt x="16019" y="6636"/>
                    <a:pt x="15971" y="6819"/>
                  </a:cubicBezTo>
                  <a:lnTo>
                    <a:pt x="15442" y="8837"/>
                  </a:lnTo>
                  <a:lnTo>
                    <a:pt x="14597" y="8837"/>
                  </a:lnTo>
                  <a:cubicBezTo>
                    <a:pt x="14390" y="6945"/>
                    <a:pt x="12813" y="5472"/>
                    <a:pt x="10903" y="5472"/>
                  </a:cubicBezTo>
                  <a:cubicBezTo>
                    <a:pt x="8990" y="5472"/>
                    <a:pt x="7413" y="6948"/>
                    <a:pt x="7206" y="8841"/>
                  </a:cubicBezTo>
                  <a:lnTo>
                    <a:pt x="6361" y="8841"/>
                  </a:lnTo>
                  <a:lnTo>
                    <a:pt x="5832" y="6822"/>
                  </a:lnTo>
                  <a:cubicBezTo>
                    <a:pt x="5785" y="6636"/>
                    <a:pt x="5615" y="6507"/>
                    <a:pt x="5425" y="6507"/>
                  </a:cubicBezTo>
                  <a:lnTo>
                    <a:pt x="4306" y="6507"/>
                  </a:lnTo>
                  <a:cubicBezTo>
                    <a:pt x="4909" y="5873"/>
                    <a:pt x="5591" y="5316"/>
                    <a:pt x="6337" y="4855"/>
                  </a:cubicBezTo>
                  <a:lnTo>
                    <a:pt x="6337" y="4852"/>
                  </a:lnTo>
                  <a:cubicBezTo>
                    <a:pt x="7844" y="4706"/>
                    <a:pt x="9380" y="4628"/>
                    <a:pt x="10903" y="4628"/>
                  </a:cubicBezTo>
                  <a:close/>
                  <a:moveTo>
                    <a:pt x="5055" y="7311"/>
                  </a:moveTo>
                  <a:lnTo>
                    <a:pt x="5455" y="8837"/>
                  </a:lnTo>
                  <a:lnTo>
                    <a:pt x="4417" y="8837"/>
                  </a:lnTo>
                  <a:cubicBezTo>
                    <a:pt x="4228" y="8837"/>
                    <a:pt x="4061" y="8966"/>
                    <a:pt x="4010" y="9153"/>
                  </a:cubicBezTo>
                  <a:lnTo>
                    <a:pt x="3427" y="11381"/>
                  </a:lnTo>
                  <a:lnTo>
                    <a:pt x="1405" y="11381"/>
                  </a:lnTo>
                  <a:cubicBezTo>
                    <a:pt x="1884" y="9869"/>
                    <a:pt x="2606" y="8485"/>
                    <a:pt x="3525" y="7311"/>
                  </a:cubicBezTo>
                  <a:close/>
                  <a:moveTo>
                    <a:pt x="18281" y="7314"/>
                  </a:moveTo>
                  <a:cubicBezTo>
                    <a:pt x="19197" y="8488"/>
                    <a:pt x="19920" y="9872"/>
                    <a:pt x="20401" y="11385"/>
                  </a:cubicBezTo>
                  <a:lnTo>
                    <a:pt x="18376" y="11385"/>
                  </a:lnTo>
                  <a:lnTo>
                    <a:pt x="17793" y="9153"/>
                  </a:lnTo>
                  <a:cubicBezTo>
                    <a:pt x="17742" y="8970"/>
                    <a:pt x="17576" y="8841"/>
                    <a:pt x="17386" y="8841"/>
                  </a:cubicBezTo>
                  <a:lnTo>
                    <a:pt x="16348" y="8841"/>
                  </a:lnTo>
                  <a:lnTo>
                    <a:pt x="16748" y="7314"/>
                  </a:lnTo>
                  <a:close/>
                  <a:moveTo>
                    <a:pt x="10903" y="6320"/>
                  </a:moveTo>
                  <a:cubicBezTo>
                    <a:pt x="12501" y="6320"/>
                    <a:pt x="13804" y="7643"/>
                    <a:pt x="13804" y="9268"/>
                  </a:cubicBezTo>
                  <a:cubicBezTo>
                    <a:pt x="13804" y="10221"/>
                    <a:pt x="13346" y="11117"/>
                    <a:pt x="12572" y="11677"/>
                  </a:cubicBezTo>
                  <a:cubicBezTo>
                    <a:pt x="12355" y="11799"/>
                    <a:pt x="12291" y="12084"/>
                    <a:pt x="12433" y="12287"/>
                  </a:cubicBezTo>
                  <a:cubicBezTo>
                    <a:pt x="12517" y="12406"/>
                    <a:pt x="12648" y="12468"/>
                    <a:pt x="12781" y="12468"/>
                  </a:cubicBezTo>
                  <a:cubicBezTo>
                    <a:pt x="12878" y="12468"/>
                    <a:pt x="12977" y="12434"/>
                    <a:pt x="13057" y="12365"/>
                  </a:cubicBezTo>
                  <a:cubicBezTo>
                    <a:pt x="13936" y="11738"/>
                    <a:pt x="14509" y="10764"/>
                    <a:pt x="14628" y="9689"/>
                  </a:cubicBezTo>
                  <a:lnTo>
                    <a:pt x="17057" y="9689"/>
                  </a:lnTo>
                  <a:lnTo>
                    <a:pt x="17647" y="11917"/>
                  </a:lnTo>
                  <a:cubicBezTo>
                    <a:pt x="17694" y="12104"/>
                    <a:pt x="17864" y="12233"/>
                    <a:pt x="18054" y="12233"/>
                  </a:cubicBezTo>
                  <a:lnTo>
                    <a:pt x="20639" y="12233"/>
                  </a:lnTo>
                  <a:cubicBezTo>
                    <a:pt x="20720" y="12559"/>
                    <a:pt x="20792" y="12888"/>
                    <a:pt x="20849" y="13223"/>
                  </a:cubicBezTo>
                  <a:cubicBezTo>
                    <a:pt x="17552" y="13671"/>
                    <a:pt x="14228" y="13898"/>
                    <a:pt x="10903" y="13898"/>
                  </a:cubicBezTo>
                  <a:lnTo>
                    <a:pt x="10903" y="13895"/>
                  </a:lnTo>
                  <a:cubicBezTo>
                    <a:pt x="7576" y="13895"/>
                    <a:pt x="4251" y="13671"/>
                    <a:pt x="957" y="13223"/>
                  </a:cubicBezTo>
                  <a:cubicBezTo>
                    <a:pt x="1015" y="12888"/>
                    <a:pt x="1086" y="12559"/>
                    <a:pt x="1168" y="12233"/>
                  </a:cubicBezTo>
                  <a:lnTo>
                    <a:pt x="3749" y="12233"/>
                  </a:lnTo>
                  <a:cubicBezTo>
                    <a:pt x="3943" y="12233"/>
                    <a:pt x="4109" y="12104"/>
                    <a:pt x="4160" y="11917"/>
                  </a:cubicBezTo>
                  <a:lnTo>
                    <a:pt x="4750" y="9689"/>
                  </a:lnTo>
                  <a:lnTo>
                    <a:pt x="7179" y="9689"/>
                  </a:lnTo>
                  <a:cubicBezTo>
                    <a:pt x="7297" y="10764"/>
                    <a:pt x="7867" y="11738"/>
                    <a:pt x="8746" y="12365"/>
                  </a:cubicBezTo>
                  <a:cubicBezTo>
                    <a:pt x="8827" y="12434"/>
                    <a:pt x="8925" y="12468"/>
                    <a:pt x="9023" y="12468"/>
                  </a:cubicBezTo>
                  <a:cubicBezTo>
                    <a:pt x="9155" y="12468"/>
                    <a:pt x="9286" y="12406"/>
                    <a:pt x="9370" y="12287"/>
                  </a:cubicBezTo>
                  <a:cubicBezTo>
                    <a:pt x="9513" y="12084"/>
                    <a:pt x="9451" y="11802"/>
                    <a:pt x="9234" y="11677"/>
                  </a:cubicBezTo>
                  <a:cubicBezTo>
                    <a:pt x="8461" y="11117"/>
                    <a:pt x="8003" y="10221"/>
                    <a:pt x="8003" y="9268"/>
                  </a:cubicBezTo>
                  <a:cubicBezTo>
                    <a:pt x="8003" y="7643"/>
                    <a:pt x="9306" y="6320"/>
                    <a:pt x="10903" y="6320"/>
                  </a:cubicBezTo>
                  <a:close/>
                  <a:moveTo>
                    <a:pt x="13804" y="14716"/>
                  </a:moveTo>
                  <a:lnTo>
                    <a:pt x="13804" y="15198"/>
                  </a:lnTo>
                  <a:cubicBezTo>
                    <a:pt x="13810" y="15428"/>
                    <a:pt x="13627" y="15618"/>
                    <a:pt x="13397" y="15622"/>
                  </a:cubicBezTo>
                  <a:lnTo>
                    <a:pt x="8403" y="15622"/>
                  </a:lnTo>
                  <a:cubicBezTo>
                    <a:pt x="8173" y="15618"/>
                    <a:pt x="7989" y="15428"/>
                    <a:pt x="7996" y="15198"/>
                  </a:cubicBezTo>
                  <a:lnTo>
                    <a:pt x="7996" y="14716"/>
                  </a:lnTo>
                  <a:cubicBezTo>
                    <a:pt x="8963" y="14753"/>
                    <a:pt x="9933" y="14774"/>
                    <a:pt x="10900" y="14774"/>
                  </a:cubicBezTo>
                  <a:cubicBezTo>
                    <a:pt x="11867" y="14774"/>
                    <a:pt x="12837" y="14757"/>
                    <a:pt x="13804" y="14716"/>
                  </a:cubicBezTo>
                  <a:close/>
                  <a:moveTo>
                    <a:pt x="10900" y="1"/>
                  </a:moveTo>
                  <a:cubicBezTo>
                    <a:pt x="8719" y="1"/>
                    <a:pt x="6928" y="1738"/>
                    <a:pt x="6802" y="3926"/>
                  </a:cubicBezTo>
                  <a:cubicBezTo>
                    <a:pt x="6572" y="3946"/>
                    <a:pt x="6341" y="3966"/>
                    <a:pt x="6114" y="3990"/>
                  </a:cubicBezTo>
                  <a:cubicBezTo>
                    <a:pt x="6053" y="3997"/>
                    <a:pt x="5991" y="4017"/>
                    <a:pt x="5941" y="4048"/>
                  </a:cubicBezTo>
                  <a:cubicBezTo>
                    <a:pt x="2820" y="5917"/>
                    <a:pt x="611" y="9468"/>
                    <a:pt x="31" y="13549"/>
                  </a:cubicBezTo>
                  <a:cubicBezTo>
                    <a:pt x="1" y="13783"/>
                    <a:pt x="160" y="13997"/>
                    <a:pt x="391" y="14031"/>
                  </a:cubicBezTo>
                  <a:cubicBezTo>
                    <a:pt x="2620" y="14350"/>
                    <a:pt x="4879" y="14567"/>
                    <a:pt x="7148" y="14679"/>
                  </a:cubicBezTo>
                  <a:lnTo>
                    <a:pt x="7148" y="15201"/>
                  </a:lnTo>
                  <a:cubicBezTo>
                    <a:pt x="7145" y="15795"/>
                    <a:pt x="7555" y="16307"/>
                    <a:pt x="8135" y="16443"/>
                  </a:cubicBezTo>
                  <a:lnTo>
                    <a:pt x="8736" y="17582"/>
                  </a:lnTo>
                  <a:cubicBezTo>
                    <a:pt x="8811" y="17728"/>
                    <a:pt x="8960" y="17809"/>
                    <a:pt x="9111" y="17809"/>
                  </a:cubicBezTo>
                  <a:cubicBezTo>
                    <a:pt x="9199" y="17809"/>
                    <a:pt x="9287" y="17782"/>
                    <a:pt x="9363" y="17725"/>
                  </a:cubicBezTo>
                  <a:cubicBezTo>
                    <a:pt x="9533" y="17592"/>
                    <a:pt x="9584" y="17358"/>
                    <a:pt x="9479" y="17172"/>
                  </a:cubicBezTo>
                  <a:lnTo>
                    <a:pt x="9109" y="16470"/>
                  </a:lnTo>
                  <a:lnTo>
                    <a:pt x="10500" y="16470"/>
                  </a:lnTo>
                  <a:lnTo>
                    <a:pt x="10500" y="17369"/>
                  </a:lnTo>
                  <a:cubicBezTo>
                    <a:pt x="10496" y="17582"/>
                    <a:pt x="10649" y="17765"/>
                    <a:pt x="10859" y="17803"/>
                  </a:cubicBezTo>
                  <a:cubicBezTo>
                    <a:pt x="10880" y="17806"/>
                    <a:pt x="10901" y="17807"/>
                    <a:pt x="10922" y="17807"/>
                  </a:cubicBezTo>
                  <a:cubicBezTo>
                    <a:pt x="11153" y="17807"/>
                    <a:pt x="11348" y="17622"/>
                    <a:pt x="11348" y="17382"/>
                  </a:cubicBezTo>
                  <a:lnTo>
                    <a:pt x="11348" y="16470"/>
                  </a:lnTo>
                  <a:lnTo>
                    <a:pt x="12694" y="16470"/>
                  </a:lnTo>
                  <a:lnTo>
                    <a:pt x="12325" y="17172"/>
                  </a:lnTo>
                  <a:cubicBezTo>
                    <a:pt x="12219" y="17358"/>
                    <a:pt x="12270" y="17592"/>
                    <a:pt x="12440" y="17725"/>
                  </a:cubicBezTo>
                  <a:cubicBezTo>
                    <a:pt x="12516" y="17782"/>
                    <a:pt x="12605" y="17809"/>
                    <a:pt x="12692" y="17809"/>
                  </a:cubicBezTo>
                  <a:cubicBezTo>
                    <a:pt x="12844" y="17809"/>
                    <a:pt x="12992" y="17728"/>
                    <a:pt x="13068" y="17582"/>
                  </a:cubicBezTo>
                  <a:lnTo>
                    <a:pt x="13671" y="16443"/>
                  </a:lnTo>
                  <a:cubicBezTo>
                    <a:pt x="14248" y="16307"/>
                    <a:pt x="14655" y="15791"/>
                    <a:pt x="14655" y="15201"/>
                  </a:cubicBezTo>
                  <a:lnTo>
                    <a:pt x="14655" y="14679"/>
                  </a:lnTo>
                  <a:cubicBezTo>
                    <a:pt x="16921" y="14567"/>
                    <a:pt x="19184" y="14350"/>
                    <a:pt x="21409" y="14031"/>
                  </a:cubicBezTo>
                  <a:cubicBezTo>
                    <a:pt x="21640" y="13997"/>
                    <a:pt x="21802" y="13780"/>
                    <a:pt x="21768" y="13549"/>
                  </a:cubicBezTo>
                  <a:cubicBezTo>
                    <a:pt x="21188" y="9472"/>
                    <a:pt x="18980" y="5917"/>
                    <a:pt x="15863" y="4048"/>
                  </a:cubicBezTo>
                  <a:cubicBezTo>
                    <a:pt x="15808" y="4017"/>
                    <a:pt x="15747" y="3997"/>
                    <a:pt x="15686" y="3990"/>
                  </a:cubicBezTo>
                  <a:cubicBezTo>
                    <a:pt x="15456" y="3966"/>
                    <a:pt x="15228" y="3946"/>
                    <a:pt x="14998" y="3926"/>
                  </a:cubicBezTo>
                  <a:cubicBezTo>
                    <a:pt x="14872" y="1738"/>
                    <a:pt x="13081" y="1"/>
                    <a:pt x="109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3"/>
            <p:cNvSpPr/>
            <p:nvPr/>
          </p:nvSpPr>
          <p:spPr>
            <a:xfrm>
              <a:off x="5199050" y="2200400"/>
              <a:ext cx="104250" cy="106025"/>
            </a:xfrm>
            <a:custGeom>
              <a:avLst/>
              <a:gdLst/>
              <a:ahLst/>
              <a:cxnLst/>
              <a:rect l="l" t="t" r="r" b="b"/>
              <a:pathLst>
                <a:path w="4170" h="4241" extrusionOk="0">
                  <a:moveTo>
                    <a:pt x="2086" y="848"/>
                  </a:moveTo>
                  <a:cubicBezTo>
                    <a:pt x="2768" y="848"/>
                    <a:pt x="3321" y="1418"/>
                    <a:pt x="3321" y="2120"/>
                  </a:cubicBezTo>
                  <a:cubicBezTo>
                    <a:pt x="3321" y="2823"/>
                    <a:pt x="2768" y="3392"/>
                    <a:pt x="2086" y="3392"/>
                  </a:cubicBezTo>
                  <a:cubicBezTo>
                    <a:pt x="1401" y="3392"/>
                    <a:pt x="848" y="2823"/>
                    <a:pt x="848" y="2120"/>
                  </a:cubicBezTo>
                  <a:cubicBezTo>
                    <a:pt x="848" y="1418"/>
                    <a:pt x="1401" y="848"/>
                    <a:pt x="2086" y="848"/>
                  </a:cubicBezTo>
                  <a:close/>
                  <a:moveTo>
                    <a:pt x="2086" y="0"/>
                  </a:moveTo>
                  <a:cubicBezTo>
                    <a:pt x="936" y="0"/>
                    <a:pt x="0" y="950"/>
                    <a:pt x="0" y="2120"/>
                  </a:cubicBezTo>
                  <a:cubicBezTo>
                    <a:pt x="0" y="3287"/>
                    <a:pt x="936" y="4240"/>
                    <a:pt x="2086" y="4240"/>
                  </a:cubicBezTo>
                  <a:cubicBezTo>
                    <a:pt x="3236" y="4240"/>
                    <a:pt x="4169" y="3287"/>
                    <a:pt x="4169" y="2120"/>
                  </a:cubicBezTo>
                  <a:cubicBezTo>
                    <a:pt x="4169" y="950"/>
                    <a:pt x="3236" y="0"/>
                    <a:pt x="208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3"/>
            <p:cNvSpPr/>
            <p:nvPr/>
          </p:nvSpPr>
          <p:spPr>
            <a:xfrm>
              <a:off x="5238000" y="2327675"/>
              <a:ext cx="25850" cy="21325"/>
            </a:xfrm>
            <a:custGeom>
              <a:avLst/>
              <a:gdLst/>
              <a:ahLst/>
              <a:cxnLst/>
              <a:rect l="l" t="t" r="r" b="b"/>
              <a:pathLst>
                <a:path w="1034" h="853" extrusionOk="0">
                  <a:moveTo>
                    <a:pt x="506" y="1"/>
                  </a:moveTo>
                  <a:cubicBezTo>
                    <a:pt x="347" y="1"/>
                    <a:pt x="205" y="95"/>
                    <a:pt x="142" y="242"/>
                  </a:cubicBezTo>
                  <a:cubicBezTo>
                    <a:pt x="0" y="539"/>
                    <a:pt x="232" y="853"/>
                    <a:pt x="525" y="853"/>
                  </a:cubicBezTo>
                  <a:cubicBezTo>
                    <a:pt x="577" y="853"/>
                    <a:pt x="630" y="843"/>
                    <a:pt x="684" y="822"/>
                  </a:cubicBezTo>
                  <a:cubicBezTo>
                    <a:pt x="800" y="781"/>
                    <a:pt x="888" y="690"/>
                    <a:pt x="929" y="574"/>
                  </a:cubicBezTo>
                  <a:cubicBezTo>
                    <a:pt x="1033" y="298"/>
                    <a:pt x="826" y="1"/>
                    <a:pt x="533" y="1"/>
                  </a:cubicBezTo>
                  <a:cubicBezTo>
                    <a:pt x="532" y="1"/>
                    <a:pt x="530" y="1"/>
                    <a:pt x="528" y="1"/>
                  </a:cubicBezTo>
                  <a:lnTo>
                    <a:pt x="515" y="1"/>
                  </a:lnTo>
                  <a:cubicBezTo>
                    <a:pt x="512" y="1"/>
                    <a:pt x="509" y="1"/>
                    <a:pt x="50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53" name="Google Shape;3753;p73"/>
          <p:cNvGrpSpPr/>
          <p:nvPr/>
        </p:nvGrpSpPr>
        <p:grpSpPr>
          <a:xfrm>
            <a:off x="5587038" y="2642238"/>
            <a:ext cx="191750" cy="541925"/>
            <a:chOff x="5888175" y="1973625"/>
            <a:chExt cx="191750" cy="541925"/>
          </a:xfrm>
        </p:grpSpPr>
        <p:sp>
          <p:nvSpPr>
            <p:cNvPr id="3754" name="Google Shape;3754;p73"/>
            <p:cNvSpPr/>
            <p:nvPr/>
          </p:nvSpPr>
          <p:spPr>
            <a:xfrm>
              <a:off x="5940650" y="2048925"/>
              <a:ext cx="42100" cy="28450"/>
            </a:xfrm>
            <a:custGeom>
              <a:avLst/>
              <a:gdLst/>
              <a:ahLst/>
              <a:cxnLst/>
              <a:rect l="l" t="t" r="r" b="b"/>
              <a:pathLst>
                <a:path w="1684" h="1138" extrusionOk="0">
                  <a:moveTo>
                    <a:pt x="425" y="1"/>
                  </a:moveTo>
                  <a:cubicBezTo>
                    <a:pt x="191" y="1"/>
                    <a:pt x="1" y="191"/>
                    <a:pt x="1" y="425"/>
                  </a:cubicBezTo>
                  <a:cubicBezTo>
                    <a:pt x="1" y="659"/>
                    <a:pt x="191" y="849"/>
                    <a:pt x="425" y="849"/>
                  </a:cubicBezTo>
                  <a:cubicBezTo>
                    <a:pt x="571" y="849"/>
                    <a:pt x="713" y="907"/>
                    <a:pt x="815" y="1012"/>
                  </a:cubicBezTo>
                  <a:cubicBezTo>
                    <a:pt x="896" y="1090"/>
                    <a:pt x="1001" y="1134"/>
                    <a:pt x="1117" y="1137"/>
                  </a:cubicBezTo>
                  <a:cubicBezTo>
                    <a:pt x="1493" y="1137"/>
                    <a:pt x="1683" y="679"/>
                    <a:pt x="1415" y="411"/>
                  </a:cubicBezTo>
                  <a:cubicBezTo>
                    <a:pt x="1154" y="147"/>
                    <a:pt x="798" y="1"/>
                    <a:pt x="42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3"/>
            <p:cNvSpPr/>
            <p:nvPr/>
          </p:nvSpPr>
          <p:spPr>
            <a:xfrm>
              <a:off x="5984675" y="2048925"/>
              <a:ext cx="42075" cy="28450"/>
            </a:xfrm>
            <a:custGeom>
              <a:avLst/>
              <a:gdLst/>
              <a:ahLst/>
              <a:cxnLst/>
              <a:rect l="l" t="t" r="r" b="b"/>
              <a:pathLst>
                <a:path w="1683" h="1138" extrusionOk="0">
                  <a:moveTo>
                    <a:pt x="1259" y="1"/>
                  </a:moveTo>
                  <a:cubicBezTo>
                    <a:pt x="886" y="1"/>
                    <a:pt x="529" y="147"/>
                    <a:pt x="268" y="411"/>
                  </a:cubicBezTo>
                  <a:cubicBezTo>
                    <a:pt x="0" y="679"/>
                    <a:pt x="190" y="1137"/>
                    <a:pt x="570" y="1137"/>
                  </a:cubicBezTo>
                  <a:cubicBezTo>
                    <a:pt x="682" y="1134"/>
                    <a:pt x="787" y="1090"/>
                    <a:pt x="869" y="1012"/>
                  </a:cubicBezTo>
                  <a:cubicBezTo>
                    <a:pt x="970" y="907"/>
                    <a:pt x="1113" y="849"/>
                    <a:pt x="1259" y="849"/>
                  </a:cubicBezTo>
                  <a:cubicBezTo>
                    <a:pt x="1493" y="849"/>
                    <a:pt x="1683" y="659"/>
                    <a:pt x="1683" y="425"/>
                  </a:cubicBezTo>
                  <a:cubicBezTo>
                    <a:pt x="1683" y="191"/>
                    <a:pt x="1493" y="1"/>
                    <a:pt x="125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3"/>
            <p:cNvSpPr/>
            <p:nvPr/>
          </p:nvSpPr>
          <p:spPr>
            <a:xfrm>
              <a:off x="5888175" y="1973625"/>
              <a:ext cx="191750" cy="541925"/>
            </a:xfrm>
            <a:custGeom>
              <a:avLst/>
              <a:gdLst/>
              <a:ahLst/>
              <a:cxnLst/>
              <a:rect l="l" t="t" r="r" b="b"/>
              <a:pathLst>
                <a:path w="7670" h="21677" extrusionOk="0">
                  <a:moveTo>
                    <a:pt x="3823" y="849"/>
                  </a:moveTo>
                  <a:cubicBezTo>
                    <a:pt x="4993" y="849"/>
                    <a:pt x="5943" y="1799"/>
                    <a:pt x="5943" y="2969"/>
                  </a:cubicBezTo>
                  <a:cubicBezTo>
                    <a:pt x="5943" y="4489"/>
                    <a:pt x="4600" y="5974"/>
                    <a:pt x="3823" y="5974"/>
                  </a:cubicBezTo>
                  <a:cubicBezTo>
                    <a:pt x="3043" y="5974"/>
                    <a:pt x="1703" y="4492"/>
                    <a:pt x="1703" y="2969"/>
                  </a:cubicBezTo>
                  <a:cubicBezTo>
                    <a:pt x="1703" y="1799"/>
                    <a:pt x="2653" y="849"/>
                    <a:pt x="3823" y="849"/>
                  </a:cubicBezTo>
                  <a:close/>
                  <a:moveTo>
                    <a:pt x="5142" y="6286"/>
                  </a:moveTo>
                  <a:cubicBezTo>
                    <a:pt x="6153" y="6785"/>
                    <a:pt x="6791" y="7816"/>
                    <a:pt x="6791" y="8942"/>
                  </a:cubicBezTo>
                  <a:lnTo>
                    <a:pt x="6791" y="15337"/>
                  </a:lnTo>
                  <a:cubicBezTo>
                    <a:pt x="6788" y="15876"/>
                    <a:pt x="6448" y="16354"/>
                    <a:pt x="5943" y="16537"/>
                  </a:cubicBezTo>
                  <a:lnTo>
                    <a:pt x="5943" y="8956"/>
                  </a:lnTo>
                  <a:cubicBezTo>
                    <a:pt x="5943" y="8722"/>
                    <a:pt x="5753" y="8532"/>
                    <a:pt x="5519" y="8532"/>
                  </a:cubicBezTo>
                  <a:cubicBezTo>
                    <a:pt x="5285" y="8532"/>
                    <a:pt x="5095" y="8722"/>
                    <a:pt x="5095" y="8956"/>
                  </a:cubicBezTo>
                  <a:lnTo>
                    <a:pt x="5095" y="20828"/>
                  </a:lnTo>
                  <a:lnTo>
                    <a:pt x="4247" y="20828"/>
                  </a:lnTo>
                  <a:lnTo>
                    <a:pt x="4247" y="15330"/>
                  </a:lnTo>
                  <a:cubicBezTo>
                    <a:pt x="4250" y="15116"/>
                    <a:pt x="4094" y="14933"/>
                    <a:pt x="3884" y="14899"/>
                  </a:cubicBezTo>
                  <a:cubicBezTo>
                    <a:pt x="3862" y="14895"/>
                    <a:pt x="3840" y="14894"/>
                    <a:pt x="3818" y="14894"/>
                  </a:cubicBezTo>
                  <a:cubicBezTo>
                    <a:pt x="3591" y="14894"/>
                    <a:pt x="3399" y="15081"/>
                    <a:pt x="3399" y="15316"/>
                  </a:cubicBezTo>
                  <a:lnTo>
                    <a:pt x="3399" y="20828"/>
                  </a:lnTo>
                  <a:lnTo>
                    <a:pt x="2551" y="20828"/>
                  </a:lnTo>
                  <a:lnTo>
                    <a:pt x="2551" y="10879"/>
                  </a:lnTo>
                  <a:cubicBezTo>
                    <a:pt x="2554" y="10666"/>
                    <a:pt x="2398" y="10479"/>
                    <a:pt x="2188" y="10445"/>
                  </a:cubicBezTo>
                  <a:cubicBezTo>
                    <a:pt x="2167" y="10442"/>
                    <a:pt x="2146" y="10441"/>
                    <a:pt x="2126" y="10441"/>
                  </a:cubicBezTo>
                  <a:cubicBezTo>
                    <a:pt x="1897" y="10441"/>
                    <a:pt x="1703" y="10626"/>
                    <a:pt x="1703" y="10866"/>
                  </a:cubicBezTo>
                  <a:lnTo>
                    <a:pt x="1703" y="16537"/>
                  </a:lnTo>
                  <a:cubicBezTo>
                    <a:pt x="1194" y="16354"/>
                    <a:pt x="855" y="15876"/>
                    <a:pt x="855" y="15337"/>
                  </a:cubicBezTo>
                  <a:lnTo>
                    <a:pt x="855" y="8942"/>
                  </a:lnTo>
                  <a:cubicBezTo>
                    <a:pt x="851" y="7816"/>
                    <a:pt x="1493" y="6785"/>
                    <a:pt x="2503" y="6286"/>
                  </a:cubicBezTo>
                  <a:cubicBezTo>
                    <a:pt x="2941" y="6632"/>
                    <a:pt x="3402" y="6822"/>
                    <a:pt x="3823" y="6822"/>
                  </a:cubicBezTo>
                  <a:cubicBezTo>
                    <a:pt x="4244" y="6822"/>
                    <a:pt x="4705" y="6632"/>
                    <a:pt x="5142" y="6286"/>
                  </a:cubicBezTo>
                  <a:close/>
                  <a:moveTo>
                    <a:pt x="3823" y="1"/>
                  </a:moveTo>
                  <a:cubicBezTo>
                    <a:pt x="2185" y="1"/>
                    <a:pt x="855" y="1330"/>
                    <a:pt x="855" y="2969"/>
                  </a:cubicBezTo>
                  <a:cubicBezTo>
                    <a:pt x="855" y="3851"/>
                    <a:pt x="1204" y="4807"/>
                    <a:pt x="1815" y="5588"/>
                  </a:cubicBezTo>
                  <a:cubicBezTo>
                    <a:pt x="1835" y="5615"/>
                    <a:pt x="1855" y="5638"/>
                    <a:pt x="1876" y="5662"/>
                  </a:cubicBezTo>
                  <a:cubicBezTo>
                    <a:pt x="1401" y="5947"/>
                    <a:pt x="990" y="6330"/>
                    <a:pt x="678" y="6788"/>
                  </a:cubicBezTo>
                  <a:cubicBezTo>
                    <a:pt x="241" y="7423"/>
                    <a:pt x="7" y="8172"/>
                    <a:pt x="7" y="8942"/>
                  </a:cubicBezTo>
                  <a:lnTo>
                    <a:pt x="7" y="15337"/>
                  </a:lnTo>
                  <a:cubicBezTo>
                    <a:pt x="7" y="15337"/>
                    <a:pt x="736" y="17216"/>
                    <a:pt x="1703" y="17416"/>
                  </a:cubicBezTo>
                  <a:lnTo>
                    <a:pt x="1703" y="20873"/>
                  </a:lnTo>
                  <a:lnTo>
                    <a:pt x="431" y="20873"/>
                  </a:lnTo>
                  <a:cubicBezTo>
                    <a:pt x="421" y="20872"/>
                    <a:pt x="411" y="20871"/>
                    <a:pt x="401" y="20871"/>
                  </a:cubicBezTo>
                  <a:cubicBezTo>
                    <a:pt x="180" y="20871"/>
                    <a:pt x="0" y="21052"/>
                    <a:pt x="7" y="21276"/>
                  </a:cubicBezTo>
                  <a:cubicBezTo>
                    <a:pt x="7" y="21510"/>
                    <a:pt x="431" y="21676"/>
                    <a:pt x="431" y="21676"/>
                  </a:cubicBezTo>
                  <a:lnTo>
                    <a:pt x="7202" y="21676"/>
                  </a:lnTo>
                  <a:cubicBezTo>
                    <a:pt x="7204" y="21677"/>
                    <a:pt x="7206" y="21677"/>
                    <a:pt x="7208" y="21677"/>
                  </a:cubicBezTo>
                  <a:cubicBezTo>
                    <a:pt x="7416" y="21677"/>
                    <a:pt x="7599" y="21525"/>
                    <a:pt x="7632" y="21317"/>
                  </a:cubicBezTo>
                  <a:cubicBezTo>
                    <a:pt x="7670" y="21059"/>
                    <a:pt x="7473" y="20828"/>
                    <a:pt x="7212" y="20828"/>
                  </a:cubicBezTo>
                  <a:lnTo>
                    <a:pt x="5943" y="20828"/>
                  </a:lnTo>
                  <a:lnTo>
                    <a:pt x="5943" y="17396"/>
                  </a:lnTo>
                  <a:cubicBezTo>
                    <a:pt x="6927" y="17189"/>
                    <a:pt x="7632" y="16324"/>
                    <a:pt x="7639" y="15316"/>
                  </a:cubicBezTo>
                  <a:lnTo>
                    <a:pt x="7639" y="8942"/>
                  </a:lnTo>
                  <a:cubicBezTo>
                    <a:pt x="7639" y="8172"/>
                    <a:pt x="7405" y="7419"/>
                    <a:pt x="6967" y="6785"/>
                  </a:cubicBezTo>
                  <a:cubicBezTo>
                    <a:pt x="6652" y="6330"/>
                    <a:pt x="6245" y="5947"/>
                    <a:pt x="5767" y="5662"/>
                  </a:cubicBezTo>
                  <a:cubicBezTo>
                    <a:pt x="5787" y="5638"/>
                    <a:pt x="5811" y="5615"/>
                    <a:pt x="5828" y="5588"/>
                  </a:cubicBezTo>
                  <a:cubicBezTo>
                    <a:pt x="6438" y="4804"/>
                    <a:pt x="6791" y="3851"/>
                    <a:pt x="6791" y="2969"/>
                  </a:cubicBezTo>
                  <a:cubicBezTo>
                    <a:pt x="6791" y="1330"/>
                    <a:pt x="5461" y="1"/>
                    <a:pt x="382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73"/>
            <p:cNvSpPr/>
            <p:nvPr/>
          </p:nvSpPr>
          <p:spPr>
            <a:xfrm>
              <a:off x="5927475" y="2187475"/>
              <a:ext cx="24475" cy="21225"/>
            </a:xfrm>
            <a:custGeom>
              <a:avLst/>
              <a:gdLst/>
              <a:ahLst/>
              <a:cxnLst/>
              <a:rect l="l" t="t" r="r" b="b"/>
              <a:pathLst>
                <a:path w="979" h="849" extrusionOk="0">
                  <a:moveTo>
                    <a:pt x="550" y="0"/>
                  </a:moveTo>
                  <a:cubicBezTo>
                    <a:pt x="231" y="0"/>
                    <a:pt x="0" y="370"/>
                    <a:pt x="205" y="667"/>
                  </a:cubicBezTo>
                  <a:cubicBezTo>
                    <a:pt x="293" y="792"/>
                    <a:pt x="422" y="849"/>
                    <a:pt x="549" y="849"/>
                  </a:cubicBezTo>
                  <a:cubicBezTo>
                    <a:pt x="765" y="849"/>
                    <a:pt x="977" y="686"/>
                    <a:pt x="979" y="426"/>
                  </a:cubicBezTo>
                  <a:cubicBezTo>
                    <a:pt x="979" y="249"/>
                    <a:pt x="870" y="86"/>
                    <a:pt x="704" y="29"/>
                  </a:cubicBezTo>
                  <a:cubicBezTo>
                    <a:pt x="651" y="9"/>
                    <a:pt x="600" y="0"/>
                    <a:pt x="55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58" name="Google Shape;3758;p73"/>
          <p:cNvGrpSpPr/>
          <p:nvPr/>
        </p:nvGrpSpPr>
        <p:grpSpPr>
          <a:xfrm>
            <a:off x="6024504" y="2641850"/>
            <a:ext cx="545075" cy="542700"/>
            <a:chOff x="6443875" y="1973075"/>
            <a:chExt cx="545075" cy="542700"/>
          </a:xfrm>
        </p:grpSpPr>
        <p:sp>
          <p:nvSpPr>
            <p:cNvPr id="3759" name="Google Shape;3759;p73"/>
            <p:cNvSpPr/>
            <p:nvPr/>
          </p:nvSpPr>
          <p:spPr>
            <a:xfrm>
              <a:off x="6443875" y="1973075"/>
              <a:ext cx="545075" cy="542700"/>
            </a:xfrm>
            <a:custGeom>
              <a:avLst/>
              <a:gdLst/>
              <a:ahLst/>
              <a:cxnLst/>
              <a:rect l="l" t="t" r="r" b="b"/>
              <a:pathLst>
                <a:path w="21803" h="21708" extrusionOk="0">
                  <a:moveTo>
                    <a:pt x="14390" y="866"/>
                  </a:moveTo>
                  <a:cubicBezTo>
                    <a:pt x="14622" y="866"/>
                    <a:pt x="14845" y="943"/>
                    <a:pt x="14971" y="1088"/>
                  </a:cubicBezTo>
                  <a:cubicBezTo>
                    <a:pt x="15198" y="1349"/>
                    <a:pt x="15093" y="1838"/>
                    <a:pt x="14689" y="2428"/>
                  </a:cubicBezTo>
                  <a:cubicBezTo>
                    <a:pt x="13824" y="3686"/>
                    <a:pt x="13444" y="4015"/>
                    <a:pt x="13040" y="4365"/>
                  </a:cubicBezTo>
                  <a:cubicBezTo>
                    <a:pt x="12823" y="4551"/>
                    <a:pt x="12613" y="4748"/>
                    <a:pt x="12416" y="4951"/>
                  </a:cubicBezTo>
                  <a:cubicBezTo>
                    <a:pt x="12379" y="4992"/>
                    <a:pt x="12342" y="5033"/>
                    <a:pt x="12297" y="5077"/>
                  </a:cubicBezTo>
                  <a:cubicBezTo>
                    <a:pt x="10686" y="6756"/>
                    <a:pt x="9282" y="8462"/>
                    <a:pt x="9909" y="9561"/>
                  </a:cubicBezTo>
                  <a:cubicBezTo>
                    <a:pt x="10045" y="9816"/>
                    <a:pt x="10296" y="9989"/>
                    <a:pt x="10584" y="10023"/>
                  </a:cubicBezTo>
                  <a:cubicBezTo>
                    <a:pt x="10630" y="10029"/>
                    <a:pt x="10677" y="10032"/>
                    <a:pt x="10724" y="10032"/>
                  </a:cubicBezTo>
                  <a:cubicBezTo>
                    <a:pt x="11579" y="10032"/>
                    <a:pt x="12689" y="9011"/>
                    <a:pt x="13933" y="7781"/>
                  </a:cubicBezTo>
                  <a:cubicBezTo>
                    <a:pt x="14055" y="7662"/>
                    <a:pt x="14167" y="7550"/>
                    <a:pt x="14268" y="7455"/>
                  </a:cubicBezTo>
                  <a:cubicBezTo>
                    <a:pt x="14747" y="6994"/>
                    <a:pt x="15398" y="6230"/>
                    <a:pt x="16087" y="5423"/>
                  </a:cubicBezTo>
                  <a:cubicBezTo>
                    <a:pt x="16840" y="4541"/>
                    <a:pt x="17620" y="3625"/>
                    <a:pt x="18183" y="3103"/>
                  </a:cubicBezTo>
                  <a:cubicBezTo>
                    <a:pt x="18576" y="2734"/>
                    <a:pt x="19019" y="2576"/>
                    <a:pt x="19373" y="2576"/>
                  </a:cubicBezTo>
                  <a:cubicBezTo>
                    <a:pt x="19517" y="2576"/>
                    <a:pt x="19646" y="2602"/>
                    <a:pt x="19750" y="2652"/>
                  </a:cubicBezTo>
                  <a:cubicBezTo>
                    <a:pt x="19950" y="2747"/>
                    <a:pt x="20038" y="2916"/>
                    <a:pt x="20025" y="3167"/>
                  </a:cubicBezTo>
                  <a:cubicBezTo>
                    <a:pt x="19984" y="3781"/>
                    <a:pt x="19302" y="4280"/>
                    <a:pt x="18641" y="4762"/>
                  </a:cubicBezTo>
                  <a:cubicBezTo>
                    <a:pt x="18308" y="5002"/>
                    <a:pt x="17993" y="5230"/>
                    <a:pt x="17739" y="5487"/>
                  </a:cubicBezTo>
                  <a:cubicBezTo>
                    <a:pt x="17545" y="5681"/>
                    <a:pt x="17321" y="5925"/>
                    <a:pt x="17060" y="6210"/>
                  </a:cubicBezTo>
                  <a:cubicBezTo>
                    <a:pt x="16280" y="7061"/>
                    <a:pt x="15215" y="8225"/>
                    <a:pt x="14129" y="8914"/>
                  </a:cubicBezTo>
                  <a:cubicBezTo>
                    <a:pt x="13088" y="9575"/>
                    <a:pt x="12372" y="10569"/>
                    <a:pt x="12308" y="11437"/>
                  </a:cubicBezTo>
                  <a:cubicBezTo>
                    <a:pt x="12274" y="11858"/>
                    <a:pt x="12403" y="12214"/>
                    <a:pt x="12671" y="12448"/>
                  </a:cubicBezTo>
                  <a:cubicBezTo>
                    <a:pt x="12819" y="12576"/>
                    <a:pt x="13016" y="12642"/>
                    <a:pt x="13260" y="12642"/>
                  </a:cubicBezTo>
                  <a:cubicBezTo>
                    <a:pt x="13308" y="12642"/>
                    <a:pt x="13356" y="12640"/>
                    <a:pt x="13407" y="12635"/>
                  </a:cubicBezTo>
                  <a:cubicBezTo>
                    <a:pt x="14499" y="12536"/>
                    <a:pt x="16538" y="11274"/>
                    <a:pt x="17447" y="10138"/>
                  </a:cubicBezTo>
                  <a:cubicBezTo>
                    <a:pt x="18488" y="8836"/>
                    <a:pt x="19563" y="8013"/>
                    <a:pt x="20199" y="8013"/>
                  </a:cubicBezTo>
                  <a:cubicBezTo>
                    <a:pt x="20249" y="8013"/>
                    <a:pt x="20296" y="8018"/>
                    <a:pt x="20340" y="8028"/>
                  </a:cubicBezTo>
                  <a:cubicBezTo>
                    <a:pt x="20642" y="8096"/>
                    <a:pt x="20863" y="8283"/>
                    <a:pt x="20900" y="8493"/>
                  </a:cubicBezTo>
                  <a:cubicBezTo>
                    <a:pt x="20958" y="8839"/>
                    <a:pt x="20578" y="9304"/>
                    <a:pt x="19882" y="9741"/>
                  </a:cubicBezTo>
                  <a:lnTo>
                    <a:pt x="19882" y="9738"/>
                  </a:lnTo>
                  <a:cubicBezTo>
                    <a:pt x="19004" y="10287"/>
                    <a:pt x="18458" y="10830"/>
                    <a:pt x="17932" y="11352"/>
                  </a:cubicBezTo>
                  <a:cubicBezTo>
                    <a:pt x="17311" y="11966"/>
                    <a:pt x="16728" y="12550"/>
                    <a:pt x="15601" y="13140"/>
                  </a:cubicBezTo>
                  <a:cubicBezTo>
                    <a:pt x="13977" y="13995"/>
                    <a:pt x="13023" y="14884"/>
                    <a:pt x="12257" y="15603"/>
                  </a:cubicBezTo>
                  <a:cubicBezTo>
                    <a:pt x="11989" y="15854"/>
                    <a:pt x="11734" y="16091"/>
                    <a:pt x="11490" y="16288"/>
                  </a:cubicBezTo>
                  <a:cubicBezTo>
                    <a:pt x="11371" y="16386"/>
                    <a:pt x="11239" y="16502"/>
                    <a:pt x="11086" y="16627"/>
                  </a:cubicBezTo>
                  <a:cubicBezTo>
                    <a:pt x="10004" y="17560"/>
                    <a:pt x="8196" y="19120"/>
                    <a:pt x="5527" y="19151"/>
                  </a:cubicBezTo>
                  <a:cubicBezTo>
                    <a:pt x="5415" y="19154"/>
                    <a:pt x="5306" y="19198"/>
                    <a:pt x="5228" y="19277"/>
                  </a:cubicBezTo>
                  <a:lnTo>
                    <a:pt x="3807" y="20701"/>
                  </a:lnTo>
                  <a:lnTo>
                    <a:pt x="1066" y="17957"/>
                  </a:lnTo>
                  <a:lnTo>
                    <a:pt x="2616" y="16407"/>
                  </a:lnTo>
                  <a:cubicBezTo>
                    <a:pt x="2735" y="16288"/>
                    <a:pt x="2772" y="16115"/>
                    <a:pt x="2715" y="15959"/>
                  </a:cubicBezTo>
                  <a:cubicBezTo>
                    <a:pt x="2311" y="14880"/>
                    <a:pt x="2152" y="12323"/>
                    <a:pt x="3437" y="10036"/>
                  </a:cubicBezTo>
                  <a:cubicBezTo>
                    <a:pt x="4577" y="8008"/>
                    <a:pt x="4763" y="7343"/>
                    <a:pt x="5001" y="6502"/>
                  </a:cubicBezTo>
                  <a:cubicBezTo>
                    <a:pt x="5045" y="6356"/>
                    <a:pt x="5082" y="6207"/>
                    <a:pt x="5133" y="6047"/>
                  </a:cubicBezTo>
                  <a:cubicBezTo>
                    <a:pt x="5191" y="5850"/>
                    <a:pt x="5245" y="5627"/>
                    <a:pt x="5306" y="5389"/>
                  </a:cubicBezTo>
                  <a:cubicBezTo>
                    <a:pt x="5483" y="4673"/>
                    <a:pt x="5751" y="3588"/>
                    <a:pt x="6178" y="3350"/>
                  </a:cubicBezTo>
                  <a:cubicBezTo>
                    <a:pt x="6217" y="3329"/>
                    <a:pt x="6267" y="3307"/>
                    <a:pt x="6342" y="3307"/>
                  </a:cubicBezTo>
                  <a:cubicBezTo>
                    <a:pt x="6385" y="3307"/>
                    <a:pt x="6436" y="3315"/>
                    <a:pt x="6497" y="3333"/>
                  </a:cubicBezTo>
                  <a:cubicBezTo>
                    <a:pt x="6775" y="3422"/>
                    <a:pt x="6955" y="3615"/>
                    <a:pt x="7046" y="3924"/>
                  </a:cubicBezTo>
                  <a:cubicBezTo>
                    <a:pt x="7257" y="4599"/>
                    <a:pt x="6975" y="5630"/>
                    <a:pt x="6385" y="6376"/>
                  </a:cubicBezTo>
                  <a:cubicBezTo>
                    <a:pt x="5832" y="7072"/>
                    <a:pt x="5801" y="7869"/>
                    <a:pt x="5761" y="8880"/>
                  </a:cubicBezTo>
                  <a:cubicBezTo>
                    <a:pt x="5757" y="9025"/>
                    <a:pt x="5751" y="9175"/>
                    <a:pt x="5744" y="9331"/>
                  </a:cubicBezTo>
                  <a:cubicBezTo>
                    <a:pt x="5686" y="10504"/>
                    <a:pt x="5859" y="11305"/>
                    <a:pt x="6012" y="12007"/>
                  </a:cubicBezTo>
                  <a:cubicBezTo>
                    <a:pt x="6114" y="12479"/>
                    <a:pt x="6202" y="12882"/>
                    <a:pt x="6202" y="13323"/>
                  </a:cubicBezTo>
                  <a:cubicBezTo>
                    <a:pt x="6198" y="13557"/>
                    <a:pt x="6388" y="13751"/>
                    <a:pt x="6626" y="13751"/>
                  </a:cubicBezTo>
                  <a:cubicBezTo>
                    <a:pt x="6856" y="13751"/>
                    <a:pt x="7046" y="13564"/>
                    <a:pt x="7050" y="13330"/>
                  </a:cubicBezTo>
                  <a:cubicBezTo>
                    <a:pt x="7050" y="12798"/>
                    <a:pt x="6948" y="12329"/>
                    <a:pt x="6839" y="11831"/>
                  </a:cubicBezTo>
                  <a:cubicBezTo>
                    <a:pt x="6707" y="11213"/>
                    <a:pt x="6555" y="10518"/>
                    <a:pt x="6582" y="9541"/>
                  </a:cubicBezTo>
                  <a:cubicBezTo>
                    <a:pt x="7450" y="8703"/>
                    <a:pt x="10551" y="5674"/>
                    <a:pt x="11622" y="4046"/>
                  </a:cubicBezTo>
                  <a:cubicBezTo>
                    <a:pt x="11887" y="3642"/>
                    <a:pt x="12121" y="3262"/>
                    <a:pt x="12325" y="2930"/>
                  </a:cubicBezTo>
                  <a:cubicBezTo>
                    <a:pt x="12918" y="1966"/>
                    <a:pt x="13346" y="1268"/>
                    <a:pt x="13953" y="966"/>
                  </a:cubicBezTo>
                  <a:cubicBezTo>
                    <a:pt x="14087" y="898"/>
                    <a:pt x="14241" y="866"/>
                    <a:pt x="14390" y="866"/>
                  </a:cubicBezTo>
                  <a:close/>
                  <a:moveTo>
                    <a:pt x="14394" y="0"/>
                  </a:moveTo>
                  <a:cubicBezTo>
                    <a:pt x="14116" y="0"/>
                    <a:pt x="13832" y="63"/>
                    <a:pt x="13573" y="192"/>
                  </a:cubicBezTo>
                  <a:cubicBezTo>
                    <a:pt x="12752" y="603"/>
                    <a:pt x="12270" y="1386"/>
                    <a:pt x="11605" y="2472"/>
                  </a:cubicBezTo>
                  <a:cubicBezTo>
                    <a:pt x="11402" y="2801"/>
                    <a:pt x="11175" y="3174"/>
                    <a:pt x="10917" y="3564"/>
                  </a:cubicBezTo>
                  <a:cubicBezTo>
                    <a:pt x="10079" y="4833"/>
                    <a:pt x="7844" y="7102"/>
                    <a:pt x="6639" y="8289"/>
                  </a:cubicBezTo>
                  <a:cubicBezTo>
                    <a:pt x="6680" y="7696"/>
                    <a:pt x="6761" y="7255"/>
                    <a:pt x="7050" y="6888"/>
                  </a:cubicBezTo>
                  <a:cubicBezTo>
                    <a:pt x="7827" y="5911"/>
                    <a:pt x="8152" y="4616"/>
                    <a:pt x="7861" y="3662"/>
                  </a:cubicBezTo>
                  <a:cubicBezTo>
                    <a:pt x="7684" y="3089"/>
                    <a:pt x="7291" y="2682"/>
                    <a:pt x="6751" y="2513"/>
                  </a:cubicBezTo>
                  <a:cubicBezTo>
                    <a:pt x="6613" y="2468"/>
                    <a:pt x="6475" y="2446"/>
                    <a:pt x="6341" y="2446"/>
                  </a:cubicBezTo>
                  <a:cubicBezTo>
                    <a:pt x="6138" y="2446"/>
                    <a:pt x="5942" y="2497"/>
                    <a:pt x="5764" y="2597"/>
                  </a:cubicBezTo>
                  <a:cubicBezTo>
                    <a:pt x="5018" y="3015"/>
                    <a:pt x="4719" y="4209"/>
                    <a:pt x="4482" y="5169"/>
                  </a:cubicBezTo>
                  <a:cubicBezTo>
                    <a:pt x="4424" y="5399"/>
                    <a:pt x="4373" y="5613"/>
                    <a:pt x="4319" y="5789"/>
                  </a:cubicBezTo>
                  <a:cubicBezTo>
                    <a:pt x="4268" y="5959"/>
                    <a:pt x="4228" y="6108"/>
                    <a:pt x="4187" y="6254"/>
                  </a:cubicBezTo>
                  <a:cubicBezTo>
                    <a:pt x="3963" y="7041"/>
                    <a:pt x="3790" y="7665"/>
                    <a:pt x="2698" y="9606"/>
                  </a:cubicBezTo>
                  <a:cubicBezTo>
                    <a:pt x="1354" y="11994"/>
                    <a:pt x="1429" y="14609"/>
                    <a:pt x="1833" y="15976"/>
                  </a:cubicBezTo>
                  <a:lnTo>
                    <a:pt x="167" y="17641"/>
                  </a:lnTo>
                  <a:cubicBezTo>
                    <a:pt x="1" y="17808"/>
                    <a:pt x="1" y="18076"/>
                    <a:pt x="167" y="18242"/>
                  </a:cubicBezTo>
                  <a:lnTo>
                    <a:pt x="3508" y="21583"/>
                  </a:lnTo>
                  <a:cubicBezTo>
                    <a:pt x="3590" y="21666"/>
                    <a:pt x="3698" y="21708"/>
                    <a:pt x="3807" y="21708"/>
                  </a:cubicBezTo>
                  <a:cubicBezTo>
                    <a:pt x="3915" y="21708"/>
                    <a:pt x="4024" y="21666"/>
                    <a:pt x="4105" y="21583"/>
                  </a:cubicBezTo>
                  <a:lnTo>
                    <a:pt x="5710" y="19979"/>
                  </a:lnTo>
                  <a:cubicBezTo>
                    <a:pt x="8593" y="19880"/>
                    <a:pt x="10567" y="18177"/>
                    <a:pt x="11639" y="17255"/>
                  </a:cubicBezTo>
                  <a:cubicBezTo>
                    <a:pt x="11785" y="17126"/>
                    <a:pt x="11911" y="17017"/>
                    <a:pt x="12023" y="16929"/>
                  </a:cubicBezTo>
                  <a:cubicBezTo>
                    <a:pt x="12291" y="16715"/>
                    <a:pt x="12555" y="16464"/>
                    <a:pt x="12833" y="16203"/>
                  </a:cubicBezTo>
                  <a:cubicBezTo>
                    <a:pt x="13563" y="15521"/>
                    <a:pt x="14472" y="14673"/>
                    <a:pt x="15992" y="13869"/>
                  </a:cubicBezTo>
                  <a:cubicBezTo>
                    <a:pt x="17230" y="13222"/>
                    <a:pt x="17891" y="12567"/>
                    <a:pt x="18526" y="11933"/>
                  </a:cubicBezTo>
                  <a:cubicBezTo>
                    <a:pt x="19045" y="11420"/>
                    <a:pt x="19530" y="10939"/>
                    <a:pt x="20330" y="10437"/>
                  </a:cubicBezTo>
                  <a:cubicBezTo>
                    <a:pt x="21714" y="9568"/>
                    <a:pt x="21802" y="8744"/>
                    <a:pt x="21731" y="8330"/>
                  </a:cubicBezTo>
                  <a:lnTo>
                    <a:pt x="21731" y="8330"/>
                  </a:lnTo>
                  <a:lnTo>
                    <a:pt x="21735" y="8333"/>
                  </a:lnTo>
                  <a:cubicBezTo>
                    <a:pt x="21640" y="7774"/>
                    <a:pt x="21178" y="7333"/>
                    <a:pt x="20530" y="7184"/>
                  </a:cubicBezTo>
                  <a:cubicBezTo>
                    <a:pt x="20421" y="7158"/>
                    <a:pt x="20310" y="7146"/>
                    <a:pt x="20197" y="7146"/>
                  </a:cubicBezTo>
                  <a:cubicBezTo>
                    <a:pt x="18939" y="7146"/>
                    <a:pt x="17542" y="8642"/>
                    <a:pt x="16785" y="9592"/>
                  </a:cubicBezTo>
                  <a:cubicBezTo>
                    <a:pt x="16368" y="10111"/>
                    <a:pt x="15601" y="10725"/>
                    <a:pt x="14784" y="11193"/>
                  </a:cubicBezTo>
                  <a:cubicBezTo>
                    <a:pt x="13982" y="11652"/>
                    <a:pt x="13468" y="11781"/>
                    <a:pt x="13267" y="11781"/>
                  </a:cubicBezTo>
                  <a:cubicBezTo>
                    <a:pt x="13244" y="11781"/>
                    <a:pt x="13225" y="11780"/>
                    <a:pt x="13210" y="11776"/>
                  </a:cubicBezTo>
                  <a:cubicBezTo>
                    <a:pt x="13163" y="11719"/>
                    <a:pt x="13142" y="11614"/>
                    <a:pt x="13152" y="11481"/>
                  </a:cubicBezTo>
                  <a:cubicBezTo>
                    <a:pt x="13190" y="10983"/>
                    <a:pt x="13648" y="10209"/>
                    <a:pt x="14584" y="9612"/>
                  </a:cubicBezTo>
                  <a:cubicBezTo>
                    <a:pt x="15764" y="8866"/>
                    <a:pt x="16874" y="7652"/>
                    <a:pt x="17684" y="6766"/>
                  </a:cubicBezTo>
                  <a:cubicBezTo>
                    <a:pt x="17939" y="6488"/>
                    <a:pt x="18159" y="6247"/>
                    <a:pt x="18339" y="6071"/>
                  </a:cubicBezTo>
                  <a:cubicBezTo>
                    <a:pt x="18546" y="5861"/>
                    <a:pt x="18834" y="5650"/>
                    <a:pt x="19140" y="5430"/>
                  </a:cubicBezTo>
                  <a:cubicBezTo>
                    <a:pt x="19923" y="4863"/>
                    <a:pt x="20808" y="4219"/>
                    <a:pt x="20870" y="3205"/>
                  </a:cubicBezTo>
                  <a:cubicBezTo>
                    <a:pt x="20907" y="2611"/>
                    <a:pt x="20622" y="2109"/>
                    <a:pt x="20110" y="1868"/>
                  </a:cubicBezTo>
                  <a:cubicBezTo>
                    <a:pt x="19882" y="1761"/>
                    <a:pt x="19630" y="1709"/>
                    <a:pt x="19368" y="1709"/>
                  </a:cubicBezTo>
                  <a:cubicBezTo>
                    <a:pt x="18774" y="1709"/>
                    <a:pt x="18128" y="1975"/>
                    <a:pt x="17603" y="2465"/>
                  </a:cubicBezTo>
                  <a:cubicBezTo>
                    <a:pt x="17006" y="3025"/>
                    <a:pt x="16209" y="3954"/>
                    <a:pt x="15439" y="4857"/>
                  </a:cubicBezTo>
                  <a:cubicBezTo>
                    <a:pt x="14764" y="5647"/>
                    <a:pt x="14126" y="6397"/>
                    <a:pt x="13678" y="6827"/>
                  </a:cubicBezTo>
                  <a:cubicBezTo>
                    <a:pt x="13576" y="6926"/>
                    <a:pt x="13461" y="7041"/>
                    <a:pt x="13336" y="7163"/>
                  </a:cubicBezTo>
                  <a:cubicBezTo>
                    <a:pt x="12895" y="7597"/>
                    <a:pt x="12342" y="8140"/>
                    <a:pt x="11816" y="8561"/>
                  </a:cubicBezTo>
                  <a:cubicBezTo>
                    <a:pt x="11116" y="9117"/>
                    <a:pt x="10810" y="9169"/>
                    <a:pt x="10719" y="9169"/>
                  </a:cubicBezTo>
                  <a:cubicBezTo>
                    <a:pt x="10709" y="9169"/>
                    <a:pt x="10701" y="9169"/>
                    <a:pt x="10696" y="9168"/>
                  </a:cubicBezTo>
                  <a:cubicBezTo>
                    <a:pt x="10683" y="9168"/>
                    <a:pt x="10673" y="9165"/>
                    <a:pt x="10649" y="9127"/>
                  </a:cubicBezTo>
                  <a:cubicBezTo>
                    <a:pt x="10595" y="9032"/>
                    <a:pt x="10483" y="8649"/>
                    <a:pt x="11259" y="7563"/>
                  </a:cubicBezTo>
                  <a:cubicBezTo>
                    <a:pt x="11785" y="6824"/>
                    <a:pt x="12491" y="6088"/>
                    <a:pt x="12911" y="5650"/>
                  </a:cubicBezTo>
                  <a:cubicBezTo>
                    <a:pt x="12956" y="5606"/>
                    <a:pt x="12996" y="5565"/>
                    <a:pt x="13034" y="5525"/>
                  </a:cubicBezTo>
                  <a:cubicBezTo>
                    <a:pt x="13213" y="5338"/>
                    <a:pt x="13403" y="5158"/>
                    <a:pt x="13600" y="4992"/>
                  </a:cubicBezTo>
                  <a:cubicBezTo>
                    <a:pt x="14044" y="4605"/>
                    <a:pt x="14465" y="4243"/>
                    <a:pt x="15391" y="2892"/>
                  </a:cubicBezTo>
                  <a:cubicBezTo>
                    <a:pt x="16304" y="1566"/>
                    <a:pt x="15849" y="789"/>
                    <a:pt x="15612" y="515"/>
                  </a:cubicBezTo>
                  <a:cubicBezTo>
                    <a:pt x="15319" y="180"/>
                    <a:pt x="14865" y="0"/>
                    <a:pt x="143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73"/>
            <p:cNvSpPr/>
            <p:nvPr/>
          </p:nvSpPr>
          <p:spPr>
            <a:xfrm>
              <a:off x="6638500" y="2218075"/>
              <a:ext cx="100775" cy="113875"/>
            </a:xfrm>
            <a:custGeom>
              <a:avLst/>
              <a:gdLst/>
              <a:ahLst/>
              <a:cxnLst/>
              <a:rect l="l" t="t" r="r" b="b"/>
              <a:pathLst>
                <a:path w="4031" h="4555" extrusionOk="0">
                  <a:moveTo>
                    <a:pt x="488" y="0"/>
                  </a:moveTo>
                  <a:cubicBezTo>
                    <a:pt x="414" y="0"/>
                    <a:pt x="340" y="19"/>
                    <a:pt x="272" y="60"/>
                  </a:cubicBezTo>
                  <a:cubicBezTo>
                    <a:pt x="65" y="182"/>
                    <a:pt x="1" y="447"/>
                    <a:pt x="130" y="650"/>
                  </a:cubicBezTo>
                  <a:cubicBezTo>
                    <a:pt x="354" y="1030"/>
                    <a:pt x="808" y="1478"/>
                    <a:pt x="1331" y="1993"/>
                  </a:cubicBezTo>
                  <a:cubicBezTo>
                    <a:pt x="2043" y="2696"/>
                    <a:pt x="2928" y="3571"/>
                    <a:pt x="3152" y="4263"/>
                  </a:cubicBezTo>
                  <a:cubicBezTo>
                    <a:pt x="3210" y="4436"/>
                    <a:pt x="3373" y="4555"/>
                    <a:pt x="3556" y="4555"/>
                  </a:cubicBezTo>
                  <a:cubicBezTo>
                    <a:pt x="3600" y="4555"/>
                    <a:pt x="3644" y="4548"/>
                    <a:pt x="3688" y="4534"/>
                  </a:cubicBezTo>
                  <a:cubicBezTo>
                    <a:pt x="3909" y="4460"/>
                    <a:pt x="4031" y="4222"/>
                    <a:pt x="3960" y="3998"/>
                  </a:cubicBezTo>
                  <a:cubicBezTo>
                    <a:pt x="3671" y="3113"/>
                    <a:pt x="2745" y="2197"/>
                    <a:pt x="1928" y="1390"/>
                  </a:cubicBezTo>
                  <a:lnTo>
                    <a:pt x="1924" y="1390"/>
                  </a:lnTo>
                  <a:cubicBezTo>
                    <a:pt x="1463" y="935"/>
                    <a:pt x="1029" y="504"/>
                    <a:pt x="859" y="219"/>
                  </a:cubicBezTo>
                  <a:cubicBezTo>
                    <a:pt x="782" y="79"/>
                    <a:pt x="637" y="0"/>
                    <a:pt x="48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3"/>
            <p:cNvSpPr/>
            <p:nvPr/>
          </p:nvSpPr>
          <p:spPr>
            <a:xfrm>
              <a:off x="6585425" y="2341175"/>
              <a:ext cx="25625" cy="21300"/>
            </a:xfrm>
            <a:custGeom>
              <a:avLst/>
              <a:gdLst/>
              <a:ahLst/>
              <a:cxnLst/>
              <a:rect l="l" t="t" r="r" b="b"/>
              <a:pathLst>
                <a:path w="1025" h="852" extrusionOk="0">
                  <a:moveTo>
                    <a:pt x="524" y="0"/>
                  </a:moveTo>
                  <a:cubicBezTo>
                    <a:pt x="523" y="0"/>
                    <a:pt x="521" y="0"/>
                    <a:pt x="519" y="0"/>
                  </a:cubicBezTo>
                  <a:lnTo>
                    <a:pt x="513" y="0"/>
                  </a:lnTo>
                  <a:cubicBezTo>
                    <a:pt x="350" y="0"/>
                    <a:pt x="204" y="95"/>
                    <a:pt x="136" y="241"/>
                  </a:cubicBezTo>
                  <a:cubicBezTo>
                    <a:pt x="0" y="539"/>
                    <a:pt x="229" y="851"/>
                    <a:pt x="522" y="851"/>
                  </a:cubicBezTo>
                  <a:cubicBezTo>
                    <a:pt x="573" y="851"/>
                    <a:pt x="626" y="842"/>
                    <a:pt x="679" y="821"/>
                  </a:cubicBezTo>
                  <a:cubicBezTo>
                    <a:pt x="794" y="780"/>
                    <a:pt x="882" y="689"/>
                    <a:pt x="923" y="574"/>
                  </a:cubicBezTo>
                  <a:cubicBezTo>
                    <a:pt x="1024" y="297"/>
                    <a:pt x="820" y="0"/>
                    <a:pt x="52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2" name="Google Shape;3762;p73"/>
          <p:cNvGrpSpPr/>
          <p:nvPr/>
        </p:nvGrpSpPr>
        <p:grpSpPr>
          <a:xfrm>
            <a:off x="6815296" y="2641638"/>
            <a:ext cx="542775" cy="543125"/>
            <a:chOff x="7177525" y="1972900"/>
            <a:chExt cx="542775" cy="543125"/>
          </a:xfrm>
        </p:grpSpPr>
        <p:sp>
          <p:nvSpPr>
            <p:cNvPr id="3763" name="Google Shape;3763;p73"/>
            <p:cNvSpPr/>
            <p:nvPr/>
          </p:nvSpPr>
          <p:spPr>
            <a:xfrm>
              <a:off x="7177525" y="1972900"/>
              <a:ext cx="542775" cy="543125"/>
            </a:xfrm>
            <a:custGeom>
              <a:avLst/>
              <a:gdLst/>
              <a:ahLst/>
              <a:cxnLst/>
              <a:rect l="l" t="t" r="r" b="b"/>
              <a:pathLst>
                <a:path w="21711" h="21725" extrusionOk="0">
                  <a:moveTo>
                    <a:pt x="10859" y="2591"/>
                  </a:moveTo>
                  <a:cubicBezTo>
                    <a:pt x="11330" y="2591"/>
                    <a:pt x="11568" y="3161"/>
                    <a:pt x="11232" y="3493"/>
                  </a:cubicBezTo>
                  <a:cubicBezTo>
                    <a:pt x="11124" y="3602"/>
                    <a:pt x="10992" y="3651"/>
                    <a:pt x="10862" y="3651"/>
                  </a:cubicBezTo>
                  <a:cubicBezTo>
                    <a:pt x="10590" y="3651"/>
                    <a:pt x="10330" y="3439"/>
                    <a:pt x="10330" y="3120"/>
                  </a:cubicBezTo>
                  <a:cubicBezTo>
                    <a:pt x="10330" y="2825"/>
                    <a:pt x="10567" y="2591"/>
                    <a:pt x="10859" y="2591"/>
                  </a:cubicBezTo>
                  <a:close/>
                  <a:moveTo>
                    <a:pt x="2440" y="963"/>
                  </a:moveTo>
                  <a:lnTo>
                    <a:pt x="3233" y="1237"/>
                  </a:lnTo>
                  <a:lnTo>
                    <a:pt x="1863" y="5186"/>
                  </a:lnTo>
                  <a:lnTo>
                    <a:pt x="1069" y="4911"/>
                  </a:lnTo>
                  <a:lnTo>
                    <a:pt x="2440" y="963"/>
                  </a:lnTo>
                  <a:close/>
                  <a:moveTo>
                    <a:pt x="19285" y="966"/>
                  </a:moveTo>
                  <a:lnTo>
                    <a:pt x="20652" y="4911"/>
                  </a:lnTo>
                  <a:lnTo>
                    <a:pt x="19858" y="5189"/>
                  </a:lnTo>
                  <a:lnTo>
                    <a:pt x="18488" y="1241"/>
                  </a:lnTo>
                  <a:lnTo>
                    <a:pt x="19285" y="966"/>
                  </a:lnTo>
                  <a:close/>
                  <a:moveTo>
                    <a:pt x="10859" y="9161"/>
                  </a:moveTo>
                  <a:cubicBezTo>
                    <a:pt x="11544" y="9161"/>
                    <a:pt x="12162" y="9575"/>
                    <a:pt x="12426" y="10210"/>
                  </a:cubicBezTo>
                  <a:cubicBezTo>
                    <a:pt x="12687" y="10840"/>
                    <a:pt x="12541" y="11573"/>
                    <a:pt x="12056" y="12058"/>
                  </a:cubicBezTo>
                  <a:cubicBezTo>
                    <a:pt x="11732" y="12382"/>
                    <a:pt x="11299" y="12553"/>
                    <a:pt x="10859" y="12553"/>
                  </a:cubicBezTo>
                  <a:cubicBezTo>
                    <a:pt x="10641" y="12553"/>
                    <a:pt x="10420" y="12511"/>
                    <a:pt x="10211" y="12425"/>
                  </a:cubicBezTo>
                  <a:cubicBezTo>
                    <a:pt x="9577" y="12163"/>
                    <a:pt x="9163" y="11543"/>
                    <a:pt x="9163" y="10857"/>
                  </a:cubicBezTo>
                  <a:cubicBezTo>
                    <a:pt x="9163" y="9921"/>
                    <a:pt x="9923" y="9161"/>
                    <a:pt x="10859" y="9161"/>
                  </a:cubicBezTo>
                  <a:close/>
                  <a:moveTo>
                    <a:pt x="5625" y="9117"/>
                  </a:moveTo>
                  <a:lnTo>
                    <a:pt x="5625" y="9117"/>
                  </a:lnTo>
                  <a:cubicBezTo>
                    <a:pt x="5252" y="10247"/>
                    <a:pt x="5252" y="11468"/>
                    <a:pt x="5628" y="12598"/>
                  </a:cubicBezTo>
                  <a:lnTo>
                    <a:pt x="2548" y="11770"/>
                  </a:lnTo>
                  <a:lnTo>
                    <a:pt x="2548" y="9942"/>
                  </a:lnTo>
                  <a:lnTo>
                    <a:pt x="5625" y="9117"/>
                  </a:lnTo>
                  <a:close/>
                  <a:moveTo>
                    <a:pt x="16086" y="9114"/>
                  </a:moveTo>
                  <a:lnTo>
                    <a:pt x="19166" y="9942"/>
                  </a:lnTo>
                  <a:lnTo>
                    <a:pt x="19166" y="11770"/>
                  </a:lnTo>
                  <a:lnTo>
                    <a:pt x="16086" y="12598"/>
                  </a:lnTo>
                  <a:cubicBezTo>
                    <a:pt x="16463" y="11465"/>
                    <a:pt x="16463" y="10243"/>
                    <a:pt x="16086" y="9114"/>
                  </a:cubicBezTo>
                  <a:close/>
                  <a:moveTo>
                    <a:pt x="13925" y="11295"/>
                  </a:moveTo>
                  <a:lnTo>
                    <a:pt x="14879" y="13232"/>
                  </a:lnTo>
                  <a:cubicBezTo>
                    <a:pt x="14041" y="14656"/>
                    <a:pt x="12512" y="15531"/>
                    <a:pt x="10861" y="15535"/>
                  </a:cubicBezTo>
                  <a:lnTo>
                    <a:pt x="10861" y="15535"/>
                  </a:lnTo>
                  <a:cubicBezTo>
                    <a:pt x="9206" y="15531"/>
                    <a:pt x="7677" y="14656"/>
                    <a:pt x="6839" y="13232"/>
                  </a:cubicBezTo>
                  <a:lnTo>
                    <a:pt x="7792" y="11295"/>
                  </a:lnTo>
                  <a:lnTo>
                    <a:pt x="8352" y="11295"/>
                  </a:lnTo>
                  <a:cubicBezTo>
                    <a:pt x="8559" y="12516"/>
                    <a:pt x="9617" y="13412"/>
                    <a:pt x="10859" y="13412"/>
                  </a:cubicBezTo>
                  <a:cubicBezTo>
                    <a:pt x="12100" y="13412"/>
                    <a:pt x="13159" y="12516"/>
                    <a:pt x="13366" y="11295"/>
                  </a:cubicBezTo>
                  <a:close/>
                  <a:moveTo>
                    <a:pt x="849" y="5732"/>
                  </a:moveTo>
                  <a:lnTo>
                    <a:pt x="1697" y="6027"/>
                  </a:lnTo>
                  <a:lnTo>
                    <a:pt x="1697" y="15684"/>
                  </a:lnTo>
                  <a:lnTo>
                    <a:pt x="849" y="15980"/>
                  </a:lnTo>
                  <a:lnTo>
                    <a:pt x="849" y="5732"/>
                  </a:lnTo>
                  <a:close/>
                  <a:moveTo>
                    <a:pt x="20862" y="5732"/>
                  </a:moveTo>
                  <a:lnTo>
                    <a:pt x="20862" y="15980"/>
                  </a:lnTo>
                  <a:lnTo>
                    <a:pt x="20014" y="15688"/>
                  </a:lnTo>
                  <a:lnTo>
                    <a:pt x="20014" y="6027"/>
                  </a:lnTo>
                  <a:lnTo>
                    <a:pt x="20862" y="5732"/>
                  </a:lnTo>
                  <a:close/>
                  <a:moveTo>
                    <a:pt x="1863" y="16526"/>
                  </a:moveTo>
                  <a:lnTo>
                    <a:pt x="3233" y="20474"/>
                  </a:lnTo>
                  <a:lnTo>
                    <a:pt x="2440" y="20749"/>
                  </a:lnTo>
                  <a:lnTo>
                    <a:pt x="1069" y="16800"/>
                  </a:lnTo>
                  <a:lnTo>
                    <a:pt x="1863" y="16526"/>
                  </a:lnTo>
                  <a:close/>
                  <a:moveTo>
                    <a:pt x="19855" y="16526"/>
                  </a:moveTo>
                  <a:lnTo>
                    <a:pt x="20649" y="16800"/>
                  </a:lnTo>
                  <a:lnTo>
                    <a:pt x="19282" y="20749"/>
                  </a:lnTo>
                  <a:lnTo>
                    <a:pt x="18488" y="20474"/>
                  </a:lnTo>
                  <a:lnTo>
                    <a:pt x="19855" y="16526"/>
                  </a:lnTo>
                  <a:close/>
                  <a:moveTo>
                    <a:pt x="19541" y="0"/>
                  </a:moveTo>
                  <a:cubicBezTo>
                    <a:pt x="19495" y="0"/>
                    <a:pt x="19449" y="8"/>
                    <a:pt x="19404" y="23"/>
                  </a:cubicBezTo>
                  <a:lnTo>
                    <a:pt x="17809" y="576"/>
                  </a:lnTo>
                  <a:cubicBezTo>
                    <a:pt x="17769" y="589"/>
                    <a:pt x="17731" y="606"/>
                    <a:pt x="17701" y="630"/>
                  </a:cubicBezTo>
                  <a:cubicBezTo>
                    <a:pt x="17545" y="739"/>
                    <a:pt x="17480" y="935"/>
                    <a:pt x="17545" y="1115"/>
                  </a:cubicBezTo>
                  <a:lnTo>
                    <a:pt x="19166" y="5800"/>
                  </a:lnTo>
                  <a:lnTo>
                    <a:pt x="19166" y="9063"/>
                  </a:lnTo>
                  <a:lnTo>
                    <a:pt x="15638" y="8117"/>
                  </a:lnTo>
                  <a:cubicBezTo>
                    <a:pt x="14729" y="6536"/>
                    <a:pt x="13098" y="5505"/>
                    <a:pt x="11280" y="5362"/>
                  </a:cubicBezTo>
                  <a:lnTo>
                    <a:pt x="11280" y="4443"/>
                  </a:lnTo>
                  <a:cubicBezTo>
                    <a:pt x="11924" y="4233"/>
                    <a:pt x="12324" y="3585"/>
                    <a:pt x="12216" y="2916"/>
                  </a:cubicBezTo>
                  <a:cubicBezTo>
                    <a:pt x="12111" y="2248"/>
                    <a:pt x="11534" y="1753"/>
                    <a:pt x="10856" y="1753"/>
                  </a:cubicBezTo>
                  <a:cubicBezTo>
                    <a:pt x="10177" y="1753"/>
                    <a:pt x="9600" y="2248"/>
                    <a:pt x="9495" y="2916"/>
                  </a:cubicBezTo>
                  <a:cubicBezTo>
                    <a:pt x="9390" y="3585"/>
                    <a:pt x="9787" y="4233"/>
                    <a:pt x="10432" y="4443"/>
                  </a:cubicBezTo>
                  <a:lnTo>
                    <a:pt x="10432" y="5376"/>
                  </a:lnTo>
                  <a:cubicBezTo>
                    <a:pt x="10248" y="5389"/>
                    <a:pt x="10065" y="5413"/>
                    <a:pt x="9885" y="5444"/>
                  </a:cubicBezTo>
                  <a:cubicBezTo>
                    <a:pt x="9675" y="5477"/>
                    <a:pt x="9522" y="5664"/>
                    <a:pt x="9526" y="5878"/>
                  </a:cubicBezTo>
                  <a:cubicBezTo>
                    <a:pt x="9535" y="6110"/>
                    <a:pt x="9726" y="6288"/>
                    <a:pt x="9951" y="6288"/>
                  </a:cubicBezTo>
                  <a:cubicBezTo>
                    <a:pt x="9975" y="6288"/>
                    <a:pt x="10000" y="6286"/>
                    <a:pt x="10024" y="6281"/>
                  </a:cubicBezTo>
                  <a:cubicBezTo>
                    <a:pt x="10299" y="6231"/>
                    <a:pt x="10577" y="6207"/>
                    <a:pt x="10856" y="6207"/>
                  </a:cubicBezTo>
                  <a:cubicBezTo>
                    <a:pt x="13980" y="6207"/>
                    <a:pt x="16222" y="9222"/>
                    <a:pt x="15323" y="12214"/>
                  </a:cubicBezTo>
                  <a:lnTo>
                    <a:pt x="14567" y="10681"/>
                  </a:lnTo>
                  <a:cubicBezTo>
                    <a:pt x="14493" y="10538"/>
                    <a:pt x="14351" y="10447"/>
                    <a:pt x="14192" y="10447"/>
                  </a:cubicBezTo>
                  <a:cubicBezTo>
                    <a:pt x="14189" y="10447"/>
                    <a:pt x="14186" y="10447"/>
                    <a:pt x="14183" y="10447"/>
                  </a:cubicBezTo>
                  <a:lnTo>
                    <a:pt x="13362" y="10447"/>
                  </a:lnTo>
                  <a:cubicBezTo>
                    <a:pt x="13155" y="9222"/>
                    <a:pt x="12094" y="8327"/>
                    <a:pt x="10856" y="8327"/>
                  </a:cubicBezTo>
                  <a:cubicBezTo>
                    <a:pt x="9614" y="8327"/>
                    <a:pt x="8556" y="9222"/>
                    <a:pt x="8345" y="10447"/>
                  </a:cubicBezTo>
                  <a:lnTo>
                    <a:pt x="7528" y="10447"/>
                  </a:lnTo>
                  <a:cubicBezTo>
                    <a:pt x="7525" y="10447"/>
                    <a:pt x="7522" y="10447"/>
                    <a:pt x="7519" y="10447"/>
                  </a:cubicBezTo>
                  <a:cubicBezTo>
                    <a:pt x="7360" y="10447"/>
                    <a:pt x="7214" y="10538"/>
                    <a:pt x="7144" y="10681"/>
                  </a:cubicBezTo>
                  <a:lnTo>
                    <a:pt x="6391" y="12214"/>
                  </a:lnTo>
                  <a:cubicBezTo>
                    <a:pt x="5967" y="10810"/>
                    <a:pt x="6229" y="9287"/>
                    <a:pt x="7097" y="8106"/>
                  </a:cubicBezTo>
                  <a:cubicBezTo>
                    <a:pt x="7229" y="7937"/>
                    <a:pt x="7216" y="7696"/>
                    <a:pt x="7070" y="7543"/>
                  </a:cubicBezTo>
                  <a:cubicBezTo>
                    <a:pt x="6985" y="7457"/>
                    <a:pt x="6875" y="7415"/>
                    <a:pt x="6765" y="7415"/>
                  </a:cubicBezTo>
                  <a:cubicBezTo>
                    <a:pt x="6637" y="7415"/>
                    <a:pt x="6509" y="7473"/>
                    <a:pt x="6425" y="7584"/>
                  </a:cubicBezTo>
                  <a:cubicBezTo>
                    <a:pt x="6296" y="7757"/>
                    <a:pt x="6178" y="7940"/>
                    <a:pt x="6069" y="8127"/>
                  </a:cubicBezTo>
                  <a:lnTo>
                    <a:pt x="2545" y="9077"/>
                  </a:lnTo>
                  <a:lnTo>
                    <a:pt x="2545" y="5813"/>
                  </a:lnTo>
                  <a:lnTo>
                    <a:pt x="4170" y="1129"/>
                  </a:lnTo>
                  <a:cubicBezTo>
                    <a:pt x="4244" y="908"/>
                    <a:pt x="4125" y="664"/>
                    <a:pt x="3905" y="589"/>
                  </a:cubicBezTo>
                  <a:lnTo>
                    <a:pt x="2311" y="36"/>
                  </a:lnTo>
                  <a:cubicBezTo>
                    <a:pt x="2265" y="21"/>
                    <a:pt x="2218" y="14"/>
                    <a:pt x="2172" y="14"/>
                  </a:cubicBezTo>
                  <a:cubicBezTo>
                    <a:pt x="1995" y="14"/>
                    <a:pt x="1831" y="123"/>
                    <a:pt x="1771" y="301"/>
                  </a:cubicBezTo>
                  <a:lnTo>
                    <a:pt x="75" y="5193"/>
                  </a:lnTo>
                  <a:cubicBezTo>
                    <a:pt x="68" y="5213"/>
                    <a:pt x="62" y="5237"/>
                    <a:pt x="58" y="5257"/>
                  </a:cubicBezTo>
                  <a:lnTo>
                    <a:pt x="7" y="5532"/>
                  </a:lnTo>
                  <a:cubicBezTo>
                    <a:pt x="4" y="5556"/>
                    <a:pt x="1" y="5583"/>
                    <a:pt x="1" y="5606"/>
                  </a:cubicBezTo>
                  <a:lnTo>
                    <a:pt x="1" y="16132"/>
                  </a:lnTo>
                  <a:cubicBezTo>
                    <a:pt x="1" y="16156"/>
                    <a:pt x="4" y="16183"/>
                    <a:pt x="7" y="16207"/>
                  </a:cubicBezTo>
                  <a:lnTo>
                    <a:pt x="58" y="16482"/>
                  </a:lnTo>
                  <a:cubicBezTo>
                    <a:pt x="62" y="16502"/>
                    <a:pt x="68" y="16526"/>
                    <a:pt x="75" y="16546"/>
                  </a:cubicBezTo>
                  <a:lnTo>
                    <a:pt x="1771" y="21438"/>
                  </a:lnTo>
                  <a:cubicBezTo>
                    <a:pt x="1831" y="21615"/>
                    <a:pt x="1995" y="21725"/>
                    <a:pt x="2172" y="21725"/>
                  </a:cubicBezTo>
                  <a:cubicBezTo>
                    <a:pt x="2218" y="21725"/>
                    <a:pt x="2265" y="21717"/>
                    <a:pt x="2311" y="21702"/>
                  </a:cubicBezTo>
                  <a:lnTo>
                    <a:pt x="3898" y="21153"/>
                  </a:lnTo>
                  <a:cubicBezTo>
                    <a:pt x="3952" y="21136"/>
                    <a:pt x="4000" y="21108"/>
                    <a:pt x="4044" y="21075"/>
                  </a:cubicBezTo>
                  <a:cubicBezTo>
                    <a:pt x="4176" y="20959"/>
                    <a:pt x="4224" y="20776"/>
                    <a:pt x="4170" y="20610"/>
                  </a:cubicBezTo>
                  <a:lnTo>
                    <a:pt x="2545" y="15929"/>
                  </a:lnTo>
                  <a:lnTo>
                    <a:pt x="2545" y="12648"/>
                  </a:lnTo>
                  <a:lnTo>
                    <a:pt x="6073" y="13595"/>
                  </a:lnTo>
                  <a:cubicBezTo>
                    <a:pt x="7056" y="15311"/>
                    <a:pt x="8881" y="16366"/>
                    <a:pt x="10856" y="16366"/>
                  </a:cubicBezTo>
                  <a:cubicBezTo>
                    <a:pt x="12833" y="16366"/>
                    <a:pt x="14658" y="15311"/>
                    <a:pt x="15638" y="13595"/>
                  </a:cubicBezTo>
                  <a:lnTo>
                    <a:pt x="19166" y="12648"/>
                  </a:lnTo>
                  <a:lnTo>
                    <a:pt x="19166" y="15915"/>
                  </a:lnTo>
                  <a:lnTo>
                    <a:pt x="17545" y="20596"/>
                  </a:lnTo>
                  <a:cubicBezTo>
                    <a:pt x="17467" y="20820"/>
                    <a:pt x="17586" y="21061"/>
                    <a:pt x="17806" y="21136"/>
                  </a:cubicBezTo>
                  <a:lnTo>
                    <a:pt x="19404" y="21689"/>
                  </a:lnTo>
                  <a:cubicBezTo>
                    <a:pt x="19448" y="21702"/>
                    <a:pt x="19495" y="21712"/>
                    <a:pt x="19543" y="21712"/>
                  </a:cubicBezTo>
                  <a:cubicBezTo>
                    <a:pt x="19723" y="21712"/>
                    <a:pt x="19882" y="21597"/>
                    <a:pt x="19940" y="21427"/>
                  </a:cubicBezTo>
                  <a:lnTo>
                    <a:pt x="21636" y="16532"/>
                  </a:lnTo>
                  <a:cubicBezTo>
                    <a:pt x="21646" y="16512"/>
                    <a:pt x="21649" y="16492"/>
                    <a:pt x="21653" y="16468"/>
                  </a:cubicBezTo>
                  <a:lnTo>
                    <a:pt x="21704" y="16193"/>
                  </a:lnTo>
                  <a:cubicBezTo>
                    <a:pt x="21707" y="16170"/>
                    <a:pt x="21710" y="16142"/>
                    <a:pt x="21710" y="16119"/>
                  </a:cubicBezTo>
                  <a:lnTo>
                    <a:pt x="21710" y="5593"/>
                  </a:lnTo>
                  <a:cubicBezTo>
                    <a:pt x="21710" y="5569"/>
                    <a:pt x="21707" y="5542"/>
                    <a:pt x="21704" y="5518"/>
                  </a:cubicBezTo>
                  <a:lnTo>
                    <a:pt x="21656" y="5243"/>
                  </a:lnTo>
                  <a:cubicBezTo>
                    <a:pt x="21649" y="5223"/>
                    <a:pt x="21646" y="5199"/>
                    <a:pt x="21639" y="5179"/>
                  </a:cubicBezTo>
                  <a:lnTo>
                    <a:pt x="19943" y="288"/>
                  </a:lnTo>
                  <a:cubicBezTo>
                    <a:pt x="19881" y="110"/>
                    <a:pt x="19716" y="0"/>
                    <a:pt x="195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3"/>
            <p:cNvSpPr/>
            <p:nvPr/>
          </p:nvSpPr>
          <p:spPr>
            <a:xfrm>
              <a:off x="7368675" y="2125925"/>
              <a:ext cx="26750" cy="21250"/>
            </a:xfrm>
            <a:custGeom>
              <a:avLst/>
              <a:gdLst/>
              <a:ahLst/>
              <a:cxnLst/>
              <a:rect l="l" t="t" r="r" b="b"/>
              <a:pathLst>
                <a:path w="1070" h="850" extrusionOk="0">
                  <a:moveTo>
                    <a:pt x="569" y="1"/>
                  </a:moveTo>
                  <a:cubicBezTo>
                    <a:pt x="566" y="1"/>
                    <a:pt x="563" y="1"/>
                    <a:pt x="560" y="1"/>
                  </a:cubicBezTo>
                  <a:lnTo>
                    <a:pt x="513" y="1"/>
                  </a:lnTo>
                  <a:cubicBezTo>
                    <a:pt x="510" y="1"/>
                    <a:pt x="507" y="1"/>
                    <a:pt x="504" y="1"/>
                  </a:cubicBezTo>
                  <a:cubicBezTo>
                    <a:pt x="352" y="1"/>
                    <a:pt x="216" y="88"/>
                    <a:pt x="150" y="225"/>
                  </a:cubicBezTo>
                  <a:cubicBezTo>
                    <a:pt x="1" y="540"/>
                    <a:pt x="228" y="849"/>
                    <a:pt x="526" y="849"/>
                  </a:cubicBezTo>
                  <a:cubicBezTo>
                    <a:pt x="838" y="849"/>
                    <a:pt x="1069" y="513"/>
                    <a:pt x="886" y="184"/>
                  </a:cubicBezTo>
                  <a:cubicBezTo>
                    <a:pt x="820" y="71"/>
                    <a:pt x="698" y="1"/>
                    <a:pt x="56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5" name="Google Shape;3765;p73"/>
          <p:cNvGrpSpPr/>
          <p:nvPr/>
        </p:nvGrpSpPr>
        <p:grpSpPr>
          <a:xfrm>
            <a:off x="7603788" y="2641813"/>
            <a:ext cx="457050" cy="542775"/>
            <a:chOff x="7952975" y="1973125"/>
            <a:chExt cx="457050" cy="542775"/>
          </a:xfrm>
        </p:grpSpPr>
        <p:sp>
          <p:nvSpPr>
            <p:cNvPr id="3766" name="Google Shape;3766;p73"/>
            <p:cNvSpPr/>
            <p:nvPr/>
          </p:nvSpPr>
          <p:spPr>
            <a:xfrm>
              <a:off x="7952975" y="1973125"/>
              <a:ext cx="457050" cy="542775"/>
            </a:xfrm>
            <a:custGeom>
              <a:avLst/>
              <a:gdLst/>
              <a:ahLst/>
              <a:cxnLst/>
              <a:rect l="l" t="t" r="r" b="b"/>
              <a:pathLst>
                <a:path w="18282" h="21711" extrusionOk="0">
                  <a:moveTo>
                    <a:pt x="9146" y="845"/>
                  </a:moveTo>
                  <a:cubicBezTo>
                    <a:pt x="9617" y="845"/>
                    <a:pt x="9851" y="1418"/>
                    <a:pt x="9519" y="1751"/>
                  </a:cubicBezTo>
                  <a:cubicBezTo>
                    <a:pt x="9411" y="1859"/>
                    <a:pt x="9278" y="1908"/>
                    <a:pt x="9148" y="1908"/>
                  </a:cubicBezTo>
                  <a:cubicBezTo>
                    <a:pt x="8875" y="1908"/>
                    <a:pt x="8613" y="1696"/>
                    <a:pt x="8613" y="1378"/>
                  </a:cubicBezTo>
                  <a:cubicBezTo>
                    <a:pt x="8613" y="1082"/>
                    <a:pt x="8851" y="848"/>
                    <a:pt x="9146" y="845"/>
                  </a:cubicBezTo>
                  <a:close/>
                  <a:moveTo>
                    <a:pt x="9143" y="3897"/>
                  </a:moveTo>
                  <a:cubicBezTo>
                    <a:pt x="12181" y="3897"/>
                    <a:pt x="14655" y="6372"/>
                    <a:pt x="14655" y="9410"/>
                  </a:cubicBezTo>
                  <a:lnTo>
                    <a:pt x="14655" y="14760"/>
                  </a:lnTo>
                  <a:cubicBezTo>
                    <a:pt x="14662" y="15608"/>
                    <a:pt x="14852" y="16442"/>
                    <a:pt x="15211" y="17212"/>
                  </a:cubicBezTo>
                  <a:cubicBezTo>
                    <a:pt x="15605" y="18057"/>
                    <a:pt x="16164" y="18739"/>
                    <a:pt x="16833" y="19183"/>
                  </a:cubicBezTo>
                  <a:cubicBezTo>
                    <a:pt x="17263" y="19471"/>
                    <a:pt x="17280" y="20051"/>
                    <a:pt x="17046" y="20428"/>
                  </a:cubicBezTo>
                  <a:cubicBezTo>
                    <a:pt x="16866" y="20716"/>
                    <a:pt x="16584" y="20860"/>
                    <a:pt x="16233" y="20860"/>
                  </a:cubicBezTo>
                  <a:cubicBezTo>
                    <a:pt x="15922" y="20860"/>
                    <a:pt x="15557" y="20747"/>
                    <a:pt x="15160" y="20519"/>
                  </a:cubicBezTo>
                  <a:cubicBezTo>
                    <a:pt x="14750" y="20282"/>
                    <a:pt x="14390" y="20197"/>
                    <a:pt x="14071" y="20197"/>
                  </a:cubicBezTo>
                  <a:cubicBezTo>
                    <a:pt x="13596" y="20197"/>
                    <a:pt x="13206" y="20387"/>
                    <a:pt x="12867" y="20553"/>
                  </a:cubicBezTo>
                  <a:cubicBezTo>
                    <a:pt x="12548" y="20709"/>
                    <a:pt x="12246" y="20859"/>
                    <a:pt x="11887" y="20859"/>
                  </a:cubicBezTo>
                  <a:cubicBezTo>
                    <a:pt x="11320" y="20859"/>
                    <a:pt x="11049" y="20730"/>
                    <a:pt x="10740" y="20580"/>
                  </a:cubicBezTo>
                  <a:cubicBezTo>
                    <a:pt x="10374" y="20401"/>
                    <a:pt x="9960" y="20201"/>
                    <a:pt x="9143" y="20201"/>
                  </a:cubicBezTo>
                  <a:cubicBezTo>
                    <a:pt x="8325" y="20201"/>
                    <a:pt x="7911" y="20401"/>
                    <a:pt x="7545" y="20580"/>
                  </a:cubicBezTo>
                  <a:cubicBezTo>
                    <a:pt x="7233" y="20730"/>
                    <a:pt x="6965" y="20859"/>
                    <a:pt x="6395" y="20859"/>
                  </a:cubicBezTo>
                  <a:cubicBezTo>
                    <a:pt x="6039" y="20859"/>
                    <a:pt x="5737" y="20709"/>
                    <a:pt x="5418" y="20553"/>
                  </a:cubicBezTo>
                  <a:cubicBezTo>
                    <a:pt x="5079" y="20387"/>
                    <a:pt x="4690" y="20196"/>
                    <a:pt x="4214" y="20196"/>
                  </a:cubicBezTo>
                  <a:cubicBezTo>
                    <a:pt x="3894" y="20196"/>
                    <a:pt x="3535" y="20282"/>
                    <a:pt x="3125" y="20519"/>
                  </a:cubicBezTo>
                  <a:cubicBezTo>
                    <a:pt x="2728" y="20747"/>
                    <a:pt x="2362" y="20860"/>
                    <a:pt x="2051" y="20860"/>
                  </a:cubicBezTo>
                  <a:cubicBezTo>
                    <a:pt x="1698" y="20860"/>
                    <a:pt x="1415" y="20716"/>
                    <a:pt x="1235" y="20428"/>
                  </a:cubicBezTo>
                  <a:cubicBezTo>
                    <a:pt x="1005" y="20051"/>
                    <a:pt x="1018" y="19471"/>
                    <a:pt x="1452" y="19183"/>
                  </a:cubicBezTo>
                  <a:cubicBezTo>
                    <a:pt x="2117" y="18739"/>
                    <a:pt x="2677" y="18057"/>
                    <a:pt x="3071" y="17212"/>
                  </a:cubicBezTo>
                  <a:cubicBezTo>
                    <a:pt x="3430" y="16442"/>
                    <a:pt x="3620" y="15608"/>
                    <a:pt x="3630" y="14760"/>
                  </a:cubicBezTo>
                  <a:lnTo>
                    <a:pt x="3630" y="9468"/>
                  </a:lnTo>
                  <a:cubicBezTo>
                    <a:pt x="3630" y="6527"/>
                    <a:pt x="5913" y="4057"/>
                    <a:pt x="8854" y="3905"/>
                  </a:cubicBezTo>
                  <a:cubicBezTo>
                    <a:pt x="8951" y="3900"/>
                    <a:pt x="9047" y="3897"/>
                    <a:pt x="9143" y="3897"/>
                  </a:cubicBezTo>
                  <a:close/>
                  <a:moveTo>
                    <a:pt x="9143" y="0"/>
                  </a:moveTo>
                  <a:cubicBezTo>
                    <a:pt x="8464" y="0"/>
                    <a:pt x="7887" y="492"/>
                    <a:pt x="7779" y="1160"/>
                  </a:cubicBezTo>
                  <a:cubicBezTo>
                    <a:pt x="7674" y="1832"/>
                    <a:pt x="8074" y="2480"/>
                    <a:pt x="8719" y="2687"/>
                  </a:cubicBezTo>
                  <a:lnTo>
                    <a:pt x="8719" y="3067"/>
                  </a:lnTo>
                  <a:cubicBezTo>
                    <a:pt x="5408" y="3284"/>
                    <a:pt x="2782" y="6045"/>
                    <a:pt x="2782" y="9410"/>
                  </a:cubicBezTo>
                  <a:lnTo>
                    <a:pt x="2782" y="14760"/>
                  </a:lnTo>
                  <a:cubicBezTo>
                    <a:pt x="2782" y="16242"/>
                    <a:pt x="2043" y="17768"/>
                    <a:pt x="981" y="18477"/>
                  </a:cubicBezTo>
                  <a:cubicBezTo>
                    <a:pt x="204" y="18993"/>
                    <a:pt x="1" y="20045"/>
                    <a:pt x="513" y="20872"/>
                  </a:cubicBezTo>
                  <a:cubicBezTo>
                    <a:pt x="797" y="21327"/>
                    <a:pt x="1324" y="21709"/>
                    <a:pt x="2055" y="21709"/>
                  </a:cubicBezTo>
                  <a:cubicBezTo>
                    <a:pt x="2484" y="21709"/>
                    <a:pt x="2983" y="21577"/>
                    <a:pt x="3545" y="21252"/>
                  </a:cubicBezTo>
                  <a:cubicBezTo>
                    <a:pt x="3806" y="21103"/>
                    <a:pt x="4017" y="21043"/>
                    <a:pt x="4212" y="21043"/>
                  </a:cubicBezTo>
                  <a:cubicBezTo>
                    <a:pt x="4491" y="21043"/>
                    <a:pt x="4736" y="21164"/>
                    <a:pt x="5041" y="21313"/>
                  </a:cubicBezTo>
                  <a:cubicBezTo>
                    <a:pt x="5415" y="21500"/>
                    <a:pt x="5839" y="21707"/>
                    <a:pt x="6395" y="21707"/>
                  </a:cubicBezTo>
                  <a:cubicBezTo>
                    <a:pt x="7158" y="21707"/>
                    <a:pt x="7558" y="21513"/>
                    <a:pt x="7911" y="21340"/>
                  </a:cubicBezTo>
                  <a:cubicBezTo>
                    <a:pt x="8237" y="21184"/>
                    <a:pt x="8518" y="21049"/>
                    <a:pt x="9143" y="21049"/>
                  </a:cubicBezTo>
                  <a:cubicBezTo>
                    <a:pt x="9763" y="21049"/>
                    <a:pt x="10045" y="21184"/>
                    <a:pt x="10370" y="21340"/>
                  </a:cubicBezTo>
                  <a:cubicBezTo>
                    <a:pt x="10723" y="21510"/>
                    <a:pt x="11127" y="21707"/>
                    <a:pt x="11887" y="21707"/>
                  </a:cubicBezTo>
                  <a:cubicBezTo>
                    <a:pt x="12443" y="21707"/>
                    <a:pt x="12867" y="21500"/>
                    <a:pt x="13240" y="21313"/>
                  </a:cubicBezTo>
                  <a:cubicBezTo>
                    <a:pt x="13547" y="21164"/>
                    <a:pt x="13792" y="21043"/>
                    <a:pt x="14070" y="21043"/>
                  </a:cubicBezTo>
                  <a:cubicBezTo>
                    <a:pt x="14265" y="21043"/>
                    <a:pt x="14476" y="21103"/>
                    <a:pt x="14736" y="21252"/>
                  </a:cubicBezTo>
                  <a:cubicBezTo>
                    <a:pt x="15299" y="21578"/>
                    <a:pt x="15798" y="21710"/>
                    <a:pt x="16229" y="21710"/>
                  </a:cubicBezTo>
                  <a:cubicBezTo>
                    <a:pt x="16958" y="21710"/>
                    <a:pt x="17487" y="21327"/>
                    <a:pt x="17769" y="20872"/>
                  </a:cubicBezTo>
                  <a:cubicBezTo>
                    <a:pt x="18281" y="20045"/>
                    <a:pt x="18078" y="18993"/>
                    <a:pt x="17301" y="18477"/>
                  </a:cubicBezTo>
                  <a:lnTo>
                    <a:pt x="17304" y="18477"/>
                  </a:lnTo>
                  <a:cubicBezTo>
                    <a:pt x="16242" y="17768"/>
                    <a:pt x="15503" y="16239"/>
                    <a:pt x="15503" y="14760"/>
                  </a:cubicBezTo>
                  <a:lnTo>
                    <a:pt x="15503" y="9410"/>
                  </a:lnTo>
                  <a:cubicBezTo>
                    <a:pt x="15503" y="6045"/>
                    <a:pt x="12877" y="3284"/>
                    <a:pt x="9567" y="3067"/>
                  </a:cubicBezTo>
                  <a:lnTo>
                    <a:pt x="9567" y="2687"/>
                  </a:lnTo>
                  <a:cubicBezTo>
                    <a:pt x="10211" y="2480"/>
                    <a:pt x="10608" y="1832"/>
                    <a:pt x="10503" y="1160"/>
                  </a:cubicBezTo>
                  <a:cubicBezTo>
                    <a:pt x="10398" y="492"/>
                    <a:pt x="9821" y="0"/>
                    <a:pt x="91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73"/>
            <p:cNvSpPr/>
            <p:nvPr/>
          </p:nvSpPr>
          <p:spPr>
            <a:xfrm>
              <a:off x="8096800" y="2123550"/>
              <a:ext cx="176250" cy="169650"/>
            </a:xfrm>
            <a:custGeom>
              <a:avLst/>
              <a:gdLst/>
              <a:ahLst/>
              <a:cxnLst/>
              <a:rect l="l" t="t" r="r" b="b"/>
              <a:pathLst>
                <a:path w="7050" h="6786" extrusionOk="0">
                  <a:moveTo>
                    <a:pt x="3393" y="849"/>
                  </a:moveTo>
                  <a:cubicBezTo>
                    <a:pt x="4421" y="849"/>
                    <a:pt x="5347" y="1470"/>
                    <a:pt x="5740" y="2420"/>
                  </a:cubicBezTo>
                  <a:cubicBezTo>
                    <a:pt x="6134" y="3369"/>
                    <a:pt x="5917" y="4465"/>
                    <a:pt x="5191" y="5191"/>
                  </a:cubicBezTo>
                  <a:cubicBezTo>
                    <a:pt x="4703" y="5679"/>
                    <a:pt x="4053" y="5938"/>
                    <a:pt x="3390" y="5938"/>
                  </a:cubicBezTo>
                  <a:cubicBezTo>
                    <a:pt x="3062" y="5938"/>
                    <a:pt x="2732" y="5874"/>
                    <a:pt x="2416" y="5744"/>
                  </a:cubicBezTo>
                  <a:cubicBezTo>
                    <a:pt x="1466" y="5350"/>
                    <a:pt x="849" y="4421"/>
                    <a:pt x="849" y="3393"/>
                  </a:cubicBezTo>
                  <a:cubicBezTo>
                    <a:pt x="849" y="1989"/>
                    <a:pt x="1989" y="852"/>
                    <a:pt x="3393" y="849"/>
                  </a:cubicBezTo>
                  <a:close/>
                  <a:moveTo>
                    <a:pt x="3389" y="0"/>
                  </a:moveTo>
                  <a:cubicBezTo>
                    <a:pt x="2953" y="0"/>
                    <a:pt x="2512" y="85"/>
                    <a:pt x="2094" y="259"/>
                  </a:cubicBezTo>
                  <a:cubicBezTo>
                    <a:pt x="825" y="785"/>
                    <a:pt x="1" y="2023"/>
                    <a:pt x="1" y="3393"/>
                  </a:cubicBezTo>
                  <a:cubicBezTo>
                    <a:pt x="1" y="5266"/>
                    <a:pt x="1517" y="6782"/>
                    <a:pt x="3393" y="6785"/>
                  </a:cubicBezTo>
                  <a:cubicBezTo>
                    <a:pt x="4763" y="6785"/>
                    <a:pt x="6002" y="5958"/>
                    <a:pt x="6524" y="4692"/>
                  </a:cubicBezTo>
                  <a:cubicBezTo>
                    <a:pt x="7050" y="3424"/>
                    <a:pt x="6761" y="1965"/>
                    <a:pt x="5791" y="995"/>
                  </a:cubicBezTo>
                  <a:cubicBezTo>
                    <a:pt x="5142" y="346"/>
                    <a:pt x="4273" y="0"/>
                    <a:pt x="33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3"/>
            <p:cNvSpPr/>
            <p:nvPr/>
          </p:nvSpPr>
          <p:spPr>
            <a:xfrm>
              <a:off x="8147100" y="2173950"/>
              <a:ext cx="71675" cy="68875"/>
            </a:xfrm>
            <a:custGeom>
              <a:avLst/>
              <a:gdLst/>
              <a:ahLst/>
              <a:cxnLst/>
              <a:rect l="l" t="t" r="r" b="b"/>
              <a:pathLst>
                <a:path w="2867" h="2755" extrusionOk="0">
                  <a:moveTo>
                    <a:pt x="1381" y="848"/>
                  </a:moveTo>
                  <a:cubicBezTo>
                    <a:pt x="1852" y="848"/>
                    <a:pt x="2086" y="1418"/>
                    <a:pt x="1754" y="1754"/>
                  </a:cubicBezTo>
                  <a:cubicBezTo>
                    <a:pt x="1647" y="1861"/>
                    <a:pt x="1515" y="1909"/>
                    <a:pt x="1385" y="1909"/>
                  </a:cubicBezTo>
                  <a:cubicBezTo>
                    <a:pt x="1112" y="1909"/>
                    <a:pt x="848" y="1697"/>
                    <a:pt x="848" y="1377"/>
                  </a:cubicBezTo>
                  <a:cubicBezTo>
                    <a:pt x="848" y="1085"/>
                    <a:pt x="1086" y="848"/>
                    <a:pt x="1381" y="848"/>
                  </a:cubicBezTo>
                  <a:close/>
                  <a:moveTo>
                    <a:pt x="1379" y="0"/>
                  </a:moveTo>
                  <a:cubicBezTo>
                    <a:pt x="1202" y="0"/>
                    <a:pt x="1022" y="34"/>
                    <a:pt x="852" y="105"/>
                  </a:cubicBezTo>
                  <a:cubicBezTo>
                    <a:pt x="336" y="319"/>
                    <a:pt x="0" y="821"/>
                    <a:pt x="0" y="1377"/>
                  </a:cubicBezTo>
                  <a:cubicBezTo>
                    <a:pt x="4" y="2137"/>
                    <a:pt x="618" y="2754"/>
                    <a:pt x="1381" y="2754"/>
                  </a:cubicBezTo>
                  <a:cubicBezTo>
                    <a:pt x="1937" y="2754"/>
                    <a:pt x="2439" y="2419"/>
                    <a:pt x="2653" y="1906"/>
                  </a:cubicBezTo>
                  <a:cubicBezTo>
                    <a:pt x="2867" y="1391"/>
                    <a:pt x="2748" y="797"/>
                    <a:pt x="2354" y="404"/>
                  </a:cubicBezTo>
                  <a:cubicBezTo>
                    <a:pt x="2091" y="140"/>
                    <a:pt x="1738" y="0"/>
                    <a:pt x="137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3"/>
            <p:cNvSpPr/>
            <p:nvPr/>
          </p:nvSpPr>
          <p:spPr>
            <a:xfrm>
              <a:off x="8147350" y="2309700"/>
              <a:ext cx="68200" cy="30650"/>
            </a:xfrm>
            <a:custGeom>
              <a:avLst/>
              <a:gdLst/>
              <a:ahLst/>
              <a:cxnLst/>
              <a:rect l="l" t="t" r="r" b="b"/>
              <a:pathLst>
                <a:path w="2728" h="1226" extrusionOk="0">
                  <a:moveTo>
                    <a:pt x="1368" y="1"/>
                  </a:moveTo>
                  <a:cubicBezTo>
                    <a:pt x="1368" y="1"/>
                    <a:pt x="1369" y="1"/>
                    <a:pt x="1369" y="1"/>
                  </a:cubicBezTo>
                  <a:lnTo>
                    <a:pt x="1369" y="1"/>
                  </a:lnTo>
                  <a:cubicBezTo>
                    <a:pt x="1370" y="1"/>
                    <a:pt x="1370" y="1"/>
                    <a:pt x="1371" y="1"/>
                  </a:cubicBezTo>
                  <a:close/>
                  <a:moveTo>
                    <a:pt x="1369" y="1"/>
                  </a:moveTo>
                  <a:cubicBezTo>
                    <a:pt x="919" y="1"/>
                    <a:pt x="489" y="181"/>
                    <a:pt x="173" y="499"/>
                  </a:cubicBezTo>
                  <a:cubicBezTo>
                    <a:pt x="4" y="662"/>
                    <a:pt x="0" y="937"/>
                    <a:pt x="170" y="1103"/>
                  </a:cubicBezTo>
                  <a:cubicBezTo>
                    <a:pt x="252" y="1185"/>
                    <a:pt x="360" y="1226"/>
                    <a:pt x="468" y="1226"/>
                  </a:cubicBezTo>
                  <a:cubicBezTo>
                    <a:pt x="580" y="1226"/>
                    <a:pt x="691" y="1183"/>
                    <a:pt x="774" y="1096"/>
                  </a:cubicBezTo>
                  <a:cubicBezTo>
                    <a:pt x="938" y="932"/>
                    <a:pt x="1154" y="850"/>
                    <a:pt x="1369" y="850"/>
                  </a:cubicBezTo>
                  <a:cubicBezTo>
                    <a:pt x="1584" y="850"/>
                    <a:pt x="1798" y="932"/>
                    <a:pt x="1961" y="1096"/>
                  </a:cubicBezTo>
                  <a:cubicBezTo>
                    <a:pt x="2044" y="1180"/>
                    <a:pt x="2153" y="1221"/>
                    <a:pt x="2261" y="1221"/>
                  </a:cubicBezTo>
                  <a:cubicBezTo>
                    <a:pt x="2370" y="1221"/>
                    <a:pt x="2478" y="1180"/>
                    <a:pt x="2562" y="1096"/>
                  </a:cubicBezTo>
                  <a:cubicBezTo>
                    <a:pt x="2728" y="934"/>
                    <a:pt x="2728" y="666"/>
                    <a:pt x="2565" y="499"/>
                  </a:cubicBezTo>
                  <a:cubicBezTo>
                    <a:pt x="2247" y="181"/>
                    <a:pt x="1816" y="1"/>
                    <a:pt x="136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3"/>
            <p:cNvSpPr/>
            <p:nvPr/>
          </p:nvSpPr>
          <p:spPr>
            <a:xfrm>
              <a:off x="8067800" y="2417750"/>
              <a:ext cx="79500" cy="35900"/>
            </a:xfrm>
            <a:custGeom>
              <a:avLst/>
              <a:gdLst/>
              <a:ahLst/>
              <a:cxnLst/>
              <a:rect l="l" t="t" r="r" b="b"/>
              <a:pathLst>
                <a:path w="3180" h="1436" extrusionOk="0">
                  <a:moveTo>
                    <a:pt x="425" y="0"/>
                  </a:moveTo>
                  <a:cubicBezTo>
                    <a:pt x="187" y="0"/>
                    <a:pt x="1" y="190"/>
                    <a:pt x="1" y="424"/>
                  </a:cubicBezTo>
                  <a:cubicBezTo>
                    <a:pt x="1" y="658"/>
                    <a:pt x="187" y="848"/>
                    <a:pt x="425" y="848"/>
                  </a:cubicBezTo>
                  <a:cubicBezTo>
                    <a:pt x="811" y="848"/>
                    <a:pt x="1005" y="954"/>
                    <a:pt x="1252" y="1089"/>
                  </a:cubicBezTo>
                  <a:cubicBezTo>
                    <a:pt x="1530" y="1245"/>
                    <a:pt x="1880" y="1435"/>
                    <a:pt x="2487" y="1435"/>
                  </a:cubicBezTo>
                  <a:cubicBezTo>
                    <a:pt x="2585" y="1435"/>
                    <a:pt x="2680" y="1432"/>
                    <a:pt x="2779" y="1422"/>
                  </a:cubicBezTo>
                  <a:cubicBezTo>
                    <a:pt x="3009" y="1395"/>
                    <a:pt x="3179" y="1184"/>
                    <a:pt x="3152" y="954"/>
                  </a:cubicBezTo>
                  <a:cubicBezTo>
                    <a:pt x="3130" y="736"/>
                    <a:pt x="2947" y="574"/>
                    <a:pt x="2733" y="574"/>
                  </a:cubicBezTo>
                  <a:cubicBezTo>
                    <a:pt x="2717" y="574"/>
                    <a:pt x="2700" y="575"/>
                    <a:pt x="2684" y="577"/>
                  </a:cubicBezTo>
                  <a:cubicBezTo>
                    <a:pt x="2619" y="584"/>
                    <a:pt x="2552" y="587"/>
                    <a:pt x="2487" y="587"/>
                  </a:cubicBezTo>
                  <a:cubicBezTo>
                    <a:pt x="2097" y="587"/>
                    <a:pt x="1904" y="482"/>
                    <a:pt x="1659" y="346"/>
                  </a:cubicBezTo>
                  <a:cubicBezTo>
                    <a:pt x="1378" y="194"/>
                    <a:pt x="1032" y="0"/>
                    <a:pt x="4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3"/>
            <p:cNvSpPr/>
            <p:nvPr/>
          </p:nvSpPr>
          <p:spPr>
            <a:xfrm>
              <a:off x="8215875" y="2417750"/>
              <a:ext cx="79575" cy="35900"/>
            </a:xfrm>
            <a:custGeom>
              <a:avLst/>
              <a:gdLst/>
              <a:ahLst/>
              <a:cxnLst/>
              <a:rect l="l" t="t" r="r" b="b"/>
              <a:pathLst>
                <a:path w="3183" h="1436" extrusionOk="0">
                  <a:moveTo>
                    <a:pt x="2758" y="0"/>
                  </a:moveTo>
                  <a:cubicBezTo>
                    <a:pt x="2148" y="0"/>
                    <a:pt x="1802" y="194"/>
                    <a:pt x="1520" y="346"/>
                  </a:cubicBezTo>
                  <a:cubicBezTo>
                    <a:pt x="1276" y="482"/>
                    <a:pt x="1082" y="587"/>
                    <a:pt x="692" y="587"/>
                  </a:cubicBezTo>
                  <a:cubicBezTo>
                    <a:pt x="628" y="587"/>
                    <a:pt x="560" y="584"/>
                    <a:pt x="496" y="577"/>
                  </a:cubicBezTo>
                  <a:cubicBezTo>
                    <a:pt x="479" y="575"/>
                    <a:pt x="463" y="574"/>
                    <a:pt x="446" y="574"/>
                  </a:cubicBezTo>
                  <a:cubicBezTo>
                    <a:pt x="233" y="574"/>
                    <a:pt x="50" y="736"/>
                    <a:pt x="27" y="950"/>
                  </a:cubicBezTo>
                  <a:cubicBezTo>
                    <a:pt x="0" y="1184"/>
                    <a:pt x="167" y="1395"/>
                    <a:pt x="401" y="1422"/>
                  </a:cubicBezTo>
                  <a:cubicBezTo>
                    <a:pt x="499" y="1432"/>
                    <a:pt x="594" y="1435"/>
                    <a:pt x="692" y="1435"/>
                  </a:cubicBezTo>
                  <a:cubicBezTo>
                    <a:pt x="1300" y="1435"/>
                    <a:pt x="1649" y="1245"/>
                    <a:pt x="1931" y="1089"/>
                  </a:cubicBezTo>
                  <a:cubicBezTo>
                    <a:pt x="2175" y="954"/>
                    <a:pt x="2368" y="848"/>
                    <a:pt x="2758" y="848"/>
                  </a:cubicBezTo>
                  <a:cubicBezTo>
                    <a:pt x="2992" y="848"/>
                    <a:pt x="3182" y="658"/>
                    <a:pt x="3182" y="424"/>
                  </a:cubicBezTo>
                  <a:cubicBezTo>
                    <a:pt x="3182" y="190"/>
                    <a:pt x="2992" y="0"/>
                    <a:pt x="275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3"/>
            <p:cNvSpPr/>
            <p:nvPr/>
          </p:nvSpPr>
          <p:spPr>
            <a:xfrm>
              <a:off x="8168475" y="2417325"/>
              <a:ext cx="25700" cy="21300"/>
            </a:xfrm>
            <a:custGeom>
              <a:avLst/>
              <a:gdLst/>
              <a:ahLst/>
              <a:cxnLst/>
              <a:rect l="l" t="t" r="r" b="b"/>
              <a:pathLst>
                <a:path w="1028" h="852" extrusionOk="0">
                  <a:moveTo>
                    <a:pt x="504" y="0"/>
                  </a:moveTo>
                  <a:cubicBezTo>
                    <a:pt x="345" y="0"/>
                    <a:pt x="203" y="95"/>
                    <a:pt x="139" y="241"/>
                  </a:cubicBezTo>
                  <a:cubicBezTo>
                    <a:pt x="0" y="539"/>
                    <a:pt x="231" y="851"/>
                    <a:pt x="525" y="851"/>
                  </a:cubicBezTo>
                  <a:cubicBezTo>
                    <a:pt x="576" y="851"/>
                    <a:pt x="629" y="842"/>
                    <a:pt x="682" y="821"/>
                  </a:cubicBezTo>
                  <a:cubicBezTo>
                    <a:pt x="794" y="777"/>
                    <a:pt x="882" y="689"/>
                    <a:pt x="923" y="574"/>
                  </a:cubicBezTo>
                  <a:cubicBezTo>
                    <a:pt x="1028" y="296"/>
                    <a:pt x="821" y="0"/>
                    <a:pt x="526" y="0"/>
                  </a:cubicBezTo>
                  <a:lnTo>
                    <a:pt x="512" y="0"/>
                  </a:lnTo>
                  <a:cubicBezTo>
                    <a:pt x="510"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73" name="Google Shape;3773;p73"/>
          <p:cNvGrpSpPr/>
          <p:nvPr/>
        </p:nvGrpSpPr>
        <p:grpSpPr>
          <a:xfrm>
            <a:off x="1041388" y="2641825"/>
            <a:ext cx="542850" cy="542750"/>
            <a:chOff x="1316700" y="1970500"/>
            <a:chExt cx="542850" cy="542750"/>
          </a:xfrm>
        </p:grpSpPr>
        <p:sp>
          <p:nvSpPr>
            <p:cNvPr id="3774" name="Google Shape;3774;p73"/>
            <p:cNvSpPr/>
            <p:nvPr/>
          </p:nvSpPr>
          <p:spPr>
            <a:xfrm>
              <a:off x="1516750" y="2160025"/>
              <a:ext cx="318725" cy="171575"/>
            </a:xfrm>
            <a:custGeom>
              <a:avLst/>
              <a:gdLst/>
              <a:ahLst/>
              <a:cxnLst/>
              <a:rect l="l" t="t" r="r" b="b"/>
              <a:pathLst>
                <a:path w="12749" h="6863" extrusionOk="0">
                  <a:moveTo>
                    <a:pt x="6129" y="860"/>
                  </a:moveTo>
                  <a:cubicBezTo>
                    <a:pt x="7105" y="860"/>
                    <a:pt x="8003" y="1493"/>
                    <a:pt x="8298" y="2467"/>
                  </a:cubicBezTo>
                  <a:cubicBezTo>
                    <a:pt x="8257" y="2518"/>
                    <a:pt x="8152" y="2626"/>
                    <a:pt x="7894" y="2775"/>
                  </a:cubicBezTo>
                  <a:cubicBezTo>
                    <a:pt x="7674" y="2908"/>
                    <a:pt x="7619" y="3203"/>
                    <a:pt x="7779" y="3406"/>
                  </a:cubicBezTo>
                  <a:cubicBezTo>
                    <a:pt x="7863" y="3507"/>
                    <a:pt x="7987" y="3561"/>
                    <a:pt x="8113" y="3561"/>
                  </a:cubicBezTo>
                  <a:cubicBezTo>
                    <a:pt x="8190" y="3561"/>
                    <a:pt x="8269" y="3541"/>
                    <a:pt x="8338" y="3498"/>
                  </a:cubicBezTo>
                  <a:cubicBezTo>
                    <a:pt x="8871" y="3182"/>
                    <a:pt x="9142" y="2857"/>
                    <a:pt x="9163" y="2528"/>
                  </a:cubicBezTo>
                  <a:cubicBezTo>
                    <a:pt x="9512" y="2495"/>
                    <a:pt x="9837" y="2479"/>
                    <a:pt x="10135" y="2479"/>
                  </a:cubicBezTo>
                  <a:cubicBezTo>
                    <a:pt x="10483" y="2479"/>
                    <a:pt x="10792" y="2501"/>
                    <a:pt x="11056" y="2545"/>
                  </a:cubicBezTo>
                  <a:cubicBezTo>
                    <a:pt x="11598" y="2636"/>
                    <a:pt x="11748" y="2792"/>
                    <a:pt x="11758" y="2830"/>
                  </a:cubicBezTo>
                  <a:cubicBezTo>
                    <a:pt x="11775" y="2898"/>
                    <a:pt x="11622" y="3305"/>
                    <a:pt x="10571" y="3919"/>
                  </a:cubicBezTo>
                  <a:cubicBezTo>
                    <a:pt x="9600" y="4488"/>
                    <a:pt x="8237" y="5021"/>
                    <a:pt x="6744" y="5421"/>
                  </a:cubicBezTo>
                  <a:lnTo>
                    <a:pt x="6748" y="5421"/>
                  </a:lnTo>
                  <a:cubicBezTo>
                    <a:pt x="5285" y="5816"/>
                    <a:pt x="3871" y="6032"/>
                    <a:pt x="2757" y="6032"/>
                  </a:cubicBezTo>
                  <a:cubicBezTo>
                    <a:pt x="2731" y="6032"/>
                    <a:pt x="2706" y="6032"/>
                    <a:pt x="2680" y="6032"/>
                  </a:cubicBezTo>
                  <a:cubicBezTo>
                    <a:pt x="1463" y="6025"/>
                    <a:pt x="1127" y="5750"/>
                    <a:pt x="1110" y="5682"/>
                  </a:cubicBezTo>
                  <a:cubicBezTo>
                    <a:pt x="1100" y="5645"/>
                    <a:pt x="1150" y="5435"/>
                    <a:pt x="1574" y="5085"/>
                  </a:cubicBezTo>
                  <a:cubicBezTo>
                    <a:pt x="1958" y="4770"/>
                    <a:pt x="2518" y="4441"/>
                    <a:pt x="3206" y="4122"/>
                  </a:cubicBezTo>
                  <a:cubicBezTo>
                    <a:pt x="3386" y="4404"/>
                    <a:pt x="3793" y="4546"/>
                    <a:pt x="4421" y="4553"/>
                  </a:cubicBezTo>
                  <a:lnTo>
                    <a:pt x="4424" y="4553"/>
                  </a:lnTo>
                  <a:cubicBezTo>
                    <a:pt x="4685" y="4553"/>
                    <a:pt x="4882" y="4322"/>
                    <a:pt x="4845" y="4064"/>
                  </a:cubicBezTo>
                  <a:cubicBezTo>
                    <a:pt x="4807" y="3858"/>
                    <a:pt x="4627" y="3705"/>
                    <a:pt x="4417" y="3705"/>
                  </a:cubicBezTo>
                  <a:cubicBezTo>
                    <a:pt x="4129" y="3701"/>
                    <a:pt x="3983" y="3661"/>
                    <a:pt x="3922" y="3640"/>
                  </a:cubicBezTo>
                  <a:cubicBezTo>
                    <a:pt x="3647" y="2450"/>
                    <a:pt x="4363" y="1256"/>
                    <a:pt x="5543" y="937"/>
                  </a:cubicBezTo>
                  <a:cubicBezTo>
                    <a:pt x="5739" y="885"/>
                    <a:pt x="5936" y="860"/>
                    <a:pt x="6129" y="860"/>
                  </a:cubicBezTo>
                  <a:close/>
                  <a:moveTo>
                    <a:pt x="6131" y="0"/>
                  </a:moveTo>
                  <a:cubicBezTo>
                    <a:pt x="5864" y="0"/>
                    <a:pt x="5594" y="35"/>
                    <a:pt x="5326" y="106"/>
                  </a:cubicBezTo>
                  <a:cubicBezTo>
                    <a:pt x="3912" y="486"/>
                    <a:pt x="2955" y="1798"/>
                    <a:pt x="3020" y="3260"/>
                  </a:cubicBezTo>
                  <a:cubicBezTo>
                    <a:pt x="1792" y="3810"/>
                    <a:pt x="1" y="4811"/>
                    <a:pt x="289" y="5886"/>
                  </a:cubicBezTo>
                  <a:cubicBezTo>
                    <a:pt x="458" y="6527"/>
                    <a:pt x="1266" y="6856"/>
                    <a:pt x="2677" y="6863"/>
                  </a:cubicBezTo>
                  <a:lnTo>
                    <a:pt x="2735" y="6863"/>
                  </a:lnTo>
                  <a:cubicBezTo>
                    <a:pt x="3925" y="6863"/>
                    <a:pt x="5425" y="6639"/>
                    <a:pt x="6965" y="6225"/>
                  </a:cubicBezTo>
                  <a:cubicBezTo>
                    <a:pt x="8535" y="5805"/>
                    <a:pt x="9967" y="5241"/>
                    <a:pt x="11001" y="4634"/>
                  </a:cubicBezTo>
                  <a:cubicBezTo>
                    <a:pt x="12219" y="3919"/>
                    <a:pt x="12748" y="3233"/>
                    <a:pt x="12579" y="2592"/>
                  </a:cubicBezTo>
                  <a:cubicBezTo>
                    <a:pt x="12371" y="1816"/>
                    <a:pt x="11246" y="1614"/>
                    <a:pt x="10131" y="1614"/>
                  </a:cubicBezTo>
                  <a:cubicBezTo>
                    <a:pt x="9701" y="1614"/>
                    <a:pt x="9272" y="1644"/>
                    <a:pt x="8898" y="1683"/>
                  </a:cubicBezTo>
                  <a:cubicBezTo>
                    <a:pt x="8354" y="630"/>
                    <a:pt x="7274" y="0"/>
                    <a:pt x="613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3"/>
            <p:cNvSpPr/>
            <p:nvPr/>
          </p:nvSpPr>
          <p:spPr>
            <a:xfrm>
              <a:off x="1343250" y="2062150"/>
              <a:ext cx="238825" cy="128600"/>
            </a:xfrm>
            <a:custGeom>
              <a:avLst/>
              <a:gdLst/>
              <a:ahLst/>
              <a:cxnLst/>
              <a:rect l="l" t="t" r="r" b="b"/>
              <a:pathLst>
                <a:path w="9553" h="5144" extrusionOk="0">
                  <a:moveTo>
                    <a:pt x="5046" y="845"/>
                  </a:moveTo>
                  <a:cubicBezTo>
                    <a:pt x="5922" y="845"/>
                    <a:pt x="6700" y="1636"/>
                    <a:pt x="6520" y="2616"/>
                  </a:cubicBezTo>
                  <a:cubicBezTo>
                    <a:pt x="6460" y="2628"/>
                    <a:pt x="6373" y="2636"/>
                    <a:pt x="6262" y="2636"/>
                  </a:cubicBezTo>
                  <a:cubicBezTo>
                    <a:pt x="5984" y="2636"/>
                    <a:pt x="5555" y="2589"/>
                    <a:pt x="5021" y="2447"/>
                  </a:cubicBezTo>
                  <a:cubicBezTo>
                    <a:pt x="4271" y="2243"/>
                    <a:pt x="3796" y="1982"/>
                    <a:pt x="3637" y="1840"/>
                  </a:cubicBezTo>
                  <a:cubicBezTo>
                    <a:pt x="3755" y="1507"/>
                    <a:pt x="3989" y="1226"/>
                    <a:pt x="4298" y="1046"/>
                  </a:cubicBezTo>
                  <a:lnTo>
                    <a:pt x="4298" y="1049"/>
                  </a:lnTo>
                  <a:cubicBezTo>
                    <a:pt x="4542" y="908"/>
                    <a:pt x="4798" y="845"/>
                    <a:pt x="5046" y="845"/>
                  </a:cubicBezTo>
                  <a:close/>
                  <a:moveTo>
                    <a:pt x="2195" y="2001"/>
                  </a:moveTo>
                  <a:cubicBezTo>
                    <a:pt x="2364" y="2001"/>
                    <a:pt x="2557" y="2008"/>
                    <a:pt x="2775" y="2026"/>
                  </a:cubicBezTo>
                  <a:cubicBezTo>
                    <a:pt x="2941" y="2711"/>
                    <a:pt x="4332" y="3139"/>
                    <a:pt x="4800" y="3264"/>
                  </a:cubicBezTo>
                  <a:cubicBezTo>
                    <a:pt x="5078" y="3339"/>
                    <a:pt x="5685" y="3485"/>
                    <a:pt x="6238" y="3485"/>
                  </a:cubicBezTo>
                  <a:cubicBezTo>
                    <a:pt x="6618" y="3485"/>
                    <a:pt x="6974" y="3414"/>
                    <a:pt x="7175" y="3203"/>
                  </a:cubicBezTo>
                  <a:cubicBezTo>
                    <a:pt x="8114" y="3651"/>
                    <a:pt x="8433" y="4004"/>
                    <a:pt x="8501" y="4133"/>
                  </a:cubicBezTo>
                  <a:cubicBezTo>
                    <a:pt x="8406" y="4193"/>
                    <a:pt x="8107" y="4297"/>
                    <a:pt x="7470" y="4297"/>
                  </a:cubicBezTo>
                  <a:cubicBezTo>
                    <a:pt x="7424" y="4297"/>
                    <a:pt x="7377" y="4297"/>
                    <a:pt x="7327" y="4296"/>
                  </a:cubicBezTo>
                  <a:cubicBezTo>
                    <a:pt x="6564" y="4279"/>
                    <a:pt x="5607" y="4126"/>
                    <a:pt x="4641" y="3865"/>
                  </a:cubicBezTo>
                  <a:cubicBezTo>
                    <a:pt x="3670" y="3607"/>
                    <a:pt x="2768" y="3261"/>
                    <a:pt x="2096" y="2895"/>
                  </a:cubicBezTo>
                  <a:cubicBezTo>
                    <a:pt x="1452" y="2542"/>
                    <a:pt x="1218" y="2274"/>
                    <a:pt x="1160" y="2165"/>
                  </a:cubicBezTo>
                  <a:cubicBezTo>
                    <a:pt x="1257" y="2106"/>
                    <a:pt x="1560" y="2001"/>
                    <a:pt x="2195" y="2001"/>
                  </a:cubicBezTo>
                  <a:close/>
                  <a:moveTo>
                    <a:pt x="5047" y="0"/>
                  </a:moveTo>
                  <a:cubicBezTo>
                    <a:pt x="4215" y="0"/>
                    <a:pt x="3426" y="443"/>
                    <a:pt x="3002" y="1195"/>
                  </a:cubicBezTo>
                  <a:cubicBezTo>
                    <a:pt x="2732" y="1169"/>
                    <a:pt x="2454" y="1152"/>
                    <a:pt x="2183" y="1152"/>
                  </a:cubicBezTo>
                  <a:cubicBezTo>
                    <a:pt x="1297" y="1152"/>
                    <a:pt x="492" y="1331"/>
                    <a:pt x="326" y="1941"/>
                  </a:cubicBezTo>
                  <a:cubicBezTo>
                    <a:pt x="0" y="3156"/>
                    <a:pt x="2744" y="4234"/>
                    <a:pt x="4420" y="4686"/>
                  </a:cubicBezTo>
                  <a:cubicBezTo>
                    <a:pt x="5285" y="4916"/>
                    <a:pt x="6479" y="5144"/>
                    <a:pt x="7476" y="5144"/>
                  </a:cubicBezTo>
                  <a:cubicBezTo>
                    <a:pt x="8416" y="5144"/>
                    <a:pt x="9179" y="4943"/>
                    <a:pt x="9335" y="4357"/>
                  </a:cubicBezTo>
                  <a:cubicBezTo>
                    <a:pt x="9552" y="3556"/>
                    <a:pt x="8450" y="2851"/>
                    <a:pt x="7392" y="2372"/>
                  </a:cubicBezTo>
                  <a:cubicBezTo>
                    <a:pt x="7402" y="1300"/>
                    <a:pt x="6686" y="357"/>
                    <a:pt x="5651" y="79"/>
                  </a:cubicBezTo>
                  <a:cubicBezTo>
                    <a:pt x="5451" y="26"/>
                    <a:pt x="5248" y="0"/>
                    <a:pt x="504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3"/>
            <p:cNvSpPr/>
            <p:nvPr/>
          </p:nvSpPr>
          <p:spPr>
            <a:xfrm>
              <a:off x="1583925" y="1970500"/>
              <a:ext cx="275625" cy="138750"/>
            </a:xfrm>
            <a:custGeom>
              <a:avLst/>
              <a:gdLst/>
              <a:ahLst/>
              <a:cxnLst/>
              <a:rect l="l" t="t" r="r" b="b"/>
              <a:pathLst>
                <a:path w="11025" h="5550" extrusionOk="0">
                  <a:moveTo>
                    <a:pt x="5512" y="848"/>
                  </a:moveTo>
                  <a:cubicBezTo>
                    <a:pt x="6513" y="848"/>
                    <a:pt x="7337" y="1632"/>
                    <a:pt x="7392" y="2632"/>
                  </a:cubicBezTo>
                  <a:cubicBezTo>
                    <a:pt x="7195" y="2755"/>
                    <a:pt x="6533" y="2938"/>
                    <a:pt x="5512" y="2938"/>
                  </a:cubicBezTo>
                  <a:cubicBezTo>
                    <a:pt x="4488" y="2938"/>
                    <a:pt x="3826" y="2755"/>
                    <a:pt x="3630" y="2632"/>
                  </a:cubicBezTo>
                  <a:cubicBezTo>
                    <a:pt x="3684" y="1632"/>
                    <a:pt x="4508" y="848"/>
                    <a:pt x="5512" y="848"/>
                  </a:cubicBezTo>
                  <a:close/>
                  <a:moveTo>
                    <a:pt x="8192" y="2968"/>
                  </a:moveTo>
                  <a:cubicBezTo>
                    <a:pt x="9681" y="3233"/>
                    <a:pt x="10133" y="3626"/>
                    <a:pt x="10173" y="3728"/>
                  </a:cubicBezTo>
                  <a:cubicBezTo>
                    <a:pt x="10143" y="3803"/>
                    <a:pt x="9861" y="4084"/>
                    <a:pt x="8881" y="4339"/>
                  </a:cubicBezTo>
                  <a:cubicBezTo>
                    <a:pt x="7968" y="4573"/>
                    <a:pt x="6771" y="4702"/>
                    <a:pt x="5512" y="4702"/>
                  </a:cubicBezTo>
                  <a:cubicBezTo>
                    <a:pt x="4251" y="4702"/>
                    <a:pt x="3053" y="4576"/>
                    <a:pt x="2141" y="4339"/>
                  </a:cubicBezTo>
                  <a:cubicBezTo>
                    <a:pt x="1160" y="4084"/>
                    <a:pt x="879" y="3803"/>
                    <a:pt x="848" y="3728"/>
                  </a:cubicBezTo>
                  <a:cubicBezTo>
                    <a:pt x="889" y="3626"/>
                    <a:pt x="1340" y="3233"/>
                    <a:pt x="2829" y="2968"/>
                  </a:cubicBezTo>
                  <a:cubicBezTo>
                    <a:pt x="3162" y="3745"/>
                    <a:pt x="5095" y="3789"/>
                    <a:pt x="5512" y="3789"/>
                  </a:cubicBezTo>
                  <a:cubicBezTo>
                    <a:pt x="5926" y="3789"/>
                    <a:pt x="7860" y="3745"/>
                    <a:pt x="8192" y="2968"/>
                  </a:cubicBezTo>
                  <a:close/>
                  <a:moveTo>
                    <a:pt x="5512" y="0"/>
                  </a:moveTo>
                  <a:cubicBezTo>
                    <a:pt x="4244" y="0"/>
                    <a:pt x="3141" y="872"/>
                    <a:pt x="2853" y="2107"/>
                  </a:cubicBezTo>
                  <a:cubicBezTo>
                    <a:pt x="1693" y="2293"/>
                    <a:pt x="0" y="2741"/>
                    <a:pt x="0" y="3728"/>
                  </a:cubicBezTo>
                  <a:cubicBezTo>
                    <a:pt x="0" y="4325"/>
                    <a:pt x="604" y="4797"/>
                    <a:pt x="1801" y="5126"/>
                  </a:cubicBezTo>
                  <a:cubicBezTo>
                    <a:pt x="2799" y="5400"/>
                    <a:pt x="4115" y="5550"/>
                    <a:pt x="5512" y="5550"/>
                  </a:cubicBezTo>
                  <a:cubicBezTo>
                    <a:pt x="6907" y="5550"/>
                    <a:pt x="8226" y="5400"/>
                    <a:pt x="9220" y="5126"/>
                  </a:cubicBezTo>
                  <a:cubicBezTo>
                    <a:pt x="10417" y="4797"/>
                    <a:pt x="11025" y="4329"/>
                    <a:pt x="11025" y="3728"/>
                  </a:cubicBezTo>
                  <a:cubicBezTo>
                    <a:pt x="11025" y="2741"/>
                    <a:pt x="9329" y="2293"/>
                    <a:pt x="8168" y="2107"/>
                  </a:cubicBezTo>
                  <a:cubicBezTo>
                    <a:pt x="7880" y="872"/>
                    <a:pt x="6778" y="0"/>
                    <a:pt x="55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3"/>
            <p:cNvSpPr/>
            <p:nvPr/>
          </p:nvSpPr>
          <p:spPr>
            <a:xfrm>
              <a:off x="1316700" y="2335225"/>
              <a:ext cx="360525" cy="178025"/>
            </a:xfrm>
            <a:custGeom>
              <a:avLst/>
              <a:gdLst/>
              <a:ahLst/>
              <a:cxnLst/>
              <a:rect l="l" t="t" r="r" b="b"/>
              <a:pathLst>
                <a:path w="14421" h="7121" extrusionOk="0">
                  <a:moveTo>
                    <a:pt x="7212" y="849"/>
                  </a:moveTo>
                  <a:cubicBezTo>
                    <a:pt x="8650" y="852"/>
                    <a:pt x="9828" y="2002"/>
                    <a:pt x="9861" y="3440"/>
                  </a:cubicBezTo>
                  <a:cubicBezTo>
                    <a:pt x="9668" y="3617"/>
                    <a:pt x="8739" y="3922"/>
                    <a:pt x="7212" y="3922"/>
                  </a:cubicBezTo>
                  <a:cubicBezTo>
                    <a:pt x="5682" y="3922"/>
                    <a:pt x="4753" y="3617"/>
                    <a:pt x="4559" y="3440"/>
                  </a:cubicBezTo>
                  <a:cubicBezTo>
                    <a:pt x="4593" y="2002"/>
                    <a:pt x="5770" y="852"/>
                    <a:pt x="7212" y="849"/>
                  </a:cubicBezTo>
                  <a:close/>
                  <a:moveTo>
                    <a:pt x="10693" y="3661"/>
                  </a:moveTo>
                  <a:cubicBezTo>
                    <a:pt x="12836" y="4020"/>
                    <a:pt x="13572" y="4607"/>
                    <a:pt x="13572" y="4831"/>
                  </a:cubicBezTo>
                  <a:cubicBezTo>
                    <a:pt x="13572" y="4957"/>
                    <a:pt x="13271" y="5364"/>
                    <a:pt x="11897" y="5740"/>
                  </a:cubicBezTo>
                  <a:cubicBezTo>
                    <a:pt x="10648" y="6083"/>
                    <a:pt x="8986" y="6273"/>
                    <a:pt x="7212" y="6273"/>
                  </a:cubicBezTo>
                  <a:cubicBezTo>
                    <a:pt x="5435" y="6273"/>
                    <a:pt x="3772" y="6083"/>
                    <a:pt x="2524" y="5740"/>
                  </a:cubicBezTo>
                  <a:cubicBezTo>
                    <a:pt x="1150" y="5364"/>
                    <a:pt x="852" y="4957"/>
                    <a:pt x="852" y="4831"/>
                  </a:cubicBezTo>
                  <a:cubicBezTo>
                    <a:pt x="852" y="4607"/>
                    <a:pt x="1585" y="4020"/>
                    <a:pt x="3732" y="3661"/>
                  </a:cubicBezTo>
                  <a:cubicBezTo>
                    <a:pt x="3820" y="4027"/>
                    <a:pt x="4220" y="4312"/>
                    <a:pt x="4922" y="4509"/>
                  </a:cubicBezTo>
                  <a:cubicBezTo>
                    <a:pt x="5540" y="4679"/>
                    <a:pt x="6354" y="4770"/>
                    <a:pt x="7212" y="4770"/>
                  </a:cubicBezTo>
                  <a:cubicBezTo>
                    <a:pt x="8070" y="4770"/>
                    <a:pt x="8881" y="4679"/>
                    <a:pt x="9498" y="4509"/>
                  </a:cubicBezTo>
                  <a:cubicBezTo>
                    <a:pt x="10204" y="4316"/>
                    <a:pt x="10604" y="4031"/>
                    <a:pt x="10693" y="3661"/>
                  </a:cubicBezTo>
                  <a:close/>
                  <a:moveTo>
                    <a:pt x="7212" y="1"/>
                  </a:moveTo>
                  <a:cubicBezTo>
                    <a:pt x="5550" y="1"/>
                    <a:pt x="4118" y="1168"/>
                    <a:pt x="3783" y="2793"/>
                  </a:cubicBezTo>
                  <a:cubicBezTo>
                    <a:pt x="2283" y="3027"/>
                    <a:pt x="0" y="3590"/>
                    <a:pt x="0" y="4831"/>
                  </a:cubicBezTo>
                  <a:cubicBezTo>
                    <a:pt x="0" y="5557"/>
                    <a:pt x="774" y="6141"/>
                    <a:pt x="2300" y="6558"/>
                  </a:cubicBezTo>
                  <a:cubicBezTo>
                    <a:pt x="3616" y="6921"/>
                    <a:pt x="5360" y="7121"/>
                    <a:pt x="7212" y="7121"/>
                  </a:cubicBezTo>
                  <a:cubicBezTo>
                    <a:pt x="9061" y="7121"/>
                    <a:pt x="10804" y="6921"/>
                    <a:pt x="12121" y="6558"/>
                  </a:cubicBezTo>
                  <a:cubicBezTo>
                    <a:pt x="13647" y="6141"/>
                    <a:pt x="14421" y="5557"/>
                    <a:pt x="14421" y="4831"/>
                  </a:cubicBezTo>
                  <a:cubicBezTo>
                    <a:pt x="14421" y="3590"/>
                    <a:pt x="12138" y="3027"/>
                    <a:pt x="10638" y="2793"/>
                  </a:cubicBezTo>
                  <a:cubicBezTo>
                    <a:pt x="10302" y="1168"/>
                    <a:pt x="8871" y="1"/>
                    <a:pt x="721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3"/>
            <p:cNvSpPr/>
            <p:nvPr/>
          </p:nvSpPr>
          <p:spPr>
            <a:xfrm>
              <a:off x="1387600" y="2010950"/>
              <a:ext cx="26725" cy="21225"/>
            </a:xfrm>
            <a:custGeom>
              <a:avLst/>
              <a:gdLst/>
              <a:ahLst/>
              <a:cxnLst/>
              <a:rect l="l" t="t" r="r" b="b"/>
              <a:pathLst>
                <a:path w="1069" h="849" extrusionOk="0">
                  <a:moveTo>
                    <a:pt x="504" y="0"/>
                  </a:moveTo>
                  <a:cubicBezTo>
                    <a:pt x="351" y="0"/>
                    <a:pt x="216" y="88"/>
                    <a:pt x="149" y="224"/>
                  </a:cubicBezTo>
                  <a:cubicBezTo>
                    <a:pt x="0" y="506"/>
                    <a:pt x="207" y="845"/>
                    <a:pt x="526" y="848"/>
                  </a:cubicBezTo>
                  <a:cubicBezTo>
                    <a:pt x="838" y="848"/>
                    <a:pt x="1069" y="512"/>
                    <a:pt x="882" y="183"/>
                  </a:cubicBezTo>
                  <a:cubicBezTo>
                    <a:pt x="818" y="68"/>
                    <a:pt x="692" y="0"/>
                    <a:pt x="560" y="0"/>
                  </a:cubicBezTo>
                  <a:lnTo>
                    <a:pt x="512" y="0"/>
                  </a:lnTo>
                  <a:cubicBezTo>
                    <a:pt x="510"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3"/>
            <p:cNvSpPr/>
            <p:nvPr/>
          </p:nvSpPr>
          <p:spPr>
            <a:xfrm>
              <a:off x="1521150" y="2027900"/>
              <a:ext cx="26750" cy="21225"/>
            </a:xfrm>
            <a:custGeom>
              <a:avLst/>
              <a:gdLst/>
              <a:ahLst/>
              <a:cxnLst/>
              <a:rect l="l" t="t" r="r" b="b"/>
              <a:pathLst>
                <a:path w="1070" h="849" extrusionOk="0">
                  <a:moveTo>
                    <a:pt x="504" y="1"/>
                  </a:moveTo>
                  <a:cubicBezTo>
                    <a:pt x="352" y="1"/>
                    <a:pt x="217" y="88"/>
                    <a:pt x="150" y="225"/>
                  </a:cubicBezTo>
                  <a:cubicBezTo>
                    <a:pt x="1" y="509"/>
                    <a:pt x="208" y="845"/>
                    <a:pt x="527" y="849"/>
                  </a:cubicBezTo>
                  <a:cubicBezTo>
                    <a:pt x="839" y="849"/>
                    <a:pt x="1069" y="516"/>
                    <a:pt x="886" y="187"/>
                  </a:cubicBezTo>
                  <a:cubicBezTo>
                    <a:pt x="818" y="69"/>
                    <a:pt x="693" y="1"/>
                    <a:pt x="561" y="1"/>
                  </a:cubicBezTo>
                  <a:lnTo>
                    <a:pt x="513" y="1"/>
                  </a:lnTo>
                  <a:cubicBezTo>
                    <a:pt x="510" y="1"/>
                    <a:pt x="507" y="1"/>
                    <a:pt x="5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73"/>
            <p:cNvSpPr/>
            <p:nvPr/>
          </p:nvSpPr>
          <p:spPr>
            <a:xfrm>
              <a:off x="1415750" y="2203875"/>
              <a:ext cx="25650" cy="21275"/>
            </a:xfrm>
            <a:custGeom>
              <a:avLst/>
              <a:gdLst/>
              <a:ahLst/>
              <a:cxnLst/>
              <a:rect l="l" t="t" r="r" b="b"/>
              <a:pathLst>
                <a:path w="1026" h="851" extrusionOk="0">
                  <a:moveTo>
                    <a:pt x="524" y="0"/>
                  </a:moveTo>
                  <a:cubicBezTo>
                    <a:pt x="522" y="0"/>
                    <a:pt x="519" y="0"/>
                    <a:pt x="516" y="0"/>
                  </a:cubicBezTo>
                  <a:lnTo>
                    <a:pt x="502" y="0"/>
                  </a:lnTo>
                  <a:cubicBezTo>
                    <a:pt x="207" y="0"/>
                    <a:pt x="0" y="295"/>
                    <a:pt x="106" y="574"/>
                  </a:cubicBezTo>
                  <a:cubicBezTo>
                    <a:pt x="143" y="686"/>
                    <a:pt x="231" y="777"/>
                    <a:pt x="346" y="821"/>
                  </a:cubicBezTo>
                  <a:cubicBezTo>
                    <a:pt x="399" y="841"/>
                    <a:pt x="451" y="850"/>
                    <a:pt x="502" y="850"/>
                  </a:cubicBezTo>
                  <a:cubicBezTo>
                    <a:pt x="795" y="850"/>
                    <a:pt x="1025" y="540"/>
                    <a:pt x="889" y="241"/>
                  </a:cubicBezTo>
                  <a:cubicBezTo>
                    <a:pt x="826" y="95"/>
                    <a:pt x="681" y="0"/>
                    <a:pt x="52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73"/>
            <p:cNvSpPr/>
            <p:nvPr/>
          </p:nvSpPr>
          <p:spPr>
            <a:xfrm>
              <a:off x="1350025" y="2324725"/>
              <a:ext cx="25700" cy="21300"/>
            </a:xfrm>
            <a:custGeom>
              <a:avLst/>
              <a:gdLst/>
              <a:ahLst/>
              <a:cxnLst/>
              <a:rect l="l" t="t" r="r" b="b"/>
              <a:pathLst>
                <a:path w="1028" h="852" extrusionOk="0">
                  <a:moveTo>
                    <a:pt x="524" y="0"/>
                  </a:moveTo>
                  <a:cubicBezTo>
                    <a:pt x="522" y="0"/>
                    <a:pt x="519" y="0"/>
                    <a:pt x="516" y="0"/>
                  </a:cubicBezTo>
                  <a:lnTo>
                    <a:pt x="503" y="0"/>
                  </a:lnTo>
                  <a:cubicBezTo>
                    <a:pt x="207" y="0"/>
                    <a:pt x="1" y="295"/>
                    <a:pt x="106" y="573"/>
                  </a:cubicBezTo>
                  <a:cubicBezTo>
                    <a:pt x="143" y="685"/>
                    <a:pt x="231" y="777"/>
                    <a:pt x="347" y="821"/>
                  </a:cubicBezTo>
                  <a:cubicBezTo>
                    <a:pt x="400" y="842"/>
                    <a:pt x="453" y="851"/>
                    <a:pt x="504" y="851"/>
                  </a:cubicBezTo>
                  <a:cubicBezTo>
                    <a:pt x="797" y="851"/>
                    <a:pt x="1028" y="539"/>
                    <a:pt x="889" y="241"/>
                  </a:cubicBezTo>
                  <a:cubicBezTo>
                    <a:pt x="823" y="94"/>
                    <a:pt x="681" y="0"/>
                    <a:pt x="52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3"/>
            <p:cNvSpPr/>
            <p:nvPr/>
          </p:nvSpPr>
          <p:spPr>
            <a:xfrm>
              <a:off x="1443300" y="2281225"/>
              <a:ext cx="25725" cy="21275"/>
            </a:xfrm>
            <a:custGeom>
              <a:avLst/>
              <a:gdLst/>
              <a:ahLst/>
              <a:cxnLst/>
              <a:rect l="l" t="t" r="r" b="b"/>
              <a:pathLst>
                <a:path w="1029" h="851" extrusionOk="0">
                  <a:moveTo>
                    <a:pt x="503" y="0"/>
                  </a:moveTo>
                  <a:cubicBezTo>
                    <a:pt x="208" y="0"/>
                    <a:pt x="1" y="295"/>
                    <a:pt x="106" y="573"/>
                  </a:cubicBezTo>
                  <a:cubicBezTo>
                    <a:pt x="143" y="689"/>
                    <a:pt x="232" y="780"/>
                    <a:pt x="347" y="821"/>
                  </a:cubicBezTo>
                  <a:cubicBezTo>
                    <a:pt x="400" y="841"/>
                    <a:pt x="453" y="851"/>
                    <a:pt x="504" y="851"/>
                  </a:cubicBezTo>
                  <a:cubicBezTo>
                    <a:pt x="798" y="851"/>
                    <a:pt x="1028" y="539"/>
                    <a:pt x="890" y="241"/>
                  </a:cubicBezTo>
                  <a:cubicBezTo>
                    <a:pt x="822" y="95"/>
                    <a:pt x="676" y="0"/>
                    <a:pt x="51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3"/>
            <p:cNvSpPr/>
            <p:nvPr/>
          </p:nvSpPr>
          <p:spPr>
            <a:xfrm>
              <a:off x="1636075" y="2355425"/>
              <a:ext cx="24100" cy="21050"/>
            </a:xfrm>
            <a:custGeom>
              <a:avLst/>
              <a:gdLst/>
              <a:ahLst/>
              <a:cxnLst/>
              <a:rect l="l" t="t" r="r" b="b"/>
              <a:pathLst>
                <a:path w="964" h="842" extrusionOk="0">
                  <a:moveTo>
                    <a:pt x="502" y="0"/>
                  </a:moveTo>
                  <a:cubicBezTo>
                    <a:pt x="500" y="0"/>
                    <a:pt x="498" y="0"/>
                    <a:pt x="496" y="0"/>
                  </a:cubicBezTo>
                  <a:cubicBezTo>
                    <a:pt x="340" y="0"/>
                    <a:pt x="200" y="85"/>
                    <a:pt x="133" y="224"/>
                  </a:cubicBezTo>
                  <a:cubicBezTo>
                    <a:pt x="0" y="478"/>
                    <a:pt x="156" y="787"/>
                    <a:pt x="438" y="835"/>
                  </a:cubicBezTo>
                  <a:cubicBezTo>
                    <a:pt x="463" y="839"/>
                    <a:pt x="489" y="841"/>
                    <a:pt x="514" y="841"/>
                  </a:cubicBezTo>
                  <a:cubicBezTo>
                    <a:pt x="762" y="841"/>
                    <a:pt x="964" y="619"/>
                    <a:pt x="930" y="363"/>
                  </a:cubicBezTo>
                  <a:cubicBezTo>
                    <a:pt x="893" y="155"/>
                    <a:pt x="713" y="0"/>
                    <a:pt x="50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3"/>
            <p:cNvSpPr/>
            <p:nvPr/>
          </p:nvSpPr>
          <p:spPr>
            <a:xfrm>
              <a:off x="1785150" y="2333200"/>
              <a:ext cx="25700" cy="21275"/>
            </a:xfrm>
            <a:custGeom>
              <a:avLst/>
              <a:gdLst/>
              <a:ahLst/>
              <a:cxnLst/>
              <a:rect l="l" t="t" r="r" b="b"/>
              <a:pathLst>
                <a:path w="1028" h="851" extrusionOk="0">
                  <a:moveTo>
                    <a:pt x="505" y="0"/>
                  </a:moveTo>
                  <a:cubicBezTo>
                    <a:pt x="345" y="0"/>
                    <a:pt x="203" y="95"/>
                    <a:pt x="140" y="241"/>
                  </a:cubicBezTo>
                  <a:cubicBezTo>
                    <a:pt x="1" y="540"/>
                    <a:pt x="233" y="850"/>
                    <a:pt x="527" y="850"/>
                  </a:cubicBezTo>
                  <a:cubicBezTo>
                    <a:pt x="578" y="850"/>
                    <a:pt x="630" y="841"/>
                    <a:pt x="683" y="821"/>
                  </a:cubicBezTo>
                  <a:cubicBezTo>
                    <a:pt x="795" y="777"/>
                    <a:pt x="883" y="689"/>
                    <a:pt x="923" y="574"/>
                  </a:cubicBezTo>
                  <a:cubicBezTo>
                    <a:pt x="1028" y="297"/>
                    <a:pt x="824" y="0"/>
                    <a:pt x="532" y="0"/>
                  </a:cubicBezTo>
                  <a:cubicBezTo>
                    <a:pt x="530" y="0"/>
                    <a:pt x="528" y="0"/>
                    <a:pt x="527" y="0"/>
                  </a:cubicBezTo>
                  <a:lnTo>
                    <a:pt x="513" y="0"/>
                  </a:lnTo>
                  <a:cubicBezTo>
                    <a:pt x="510" y="0"/>
                    <a:pt x="507" y="0"/>
                    <a:pt x="50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3"/>
            <p:cNvSpPr/>
            <p:nvPr/>
          </p:nvSpPr>
          <p:spPr>
            <a:xfrm>
              <a:off x="1731125" y="2407400"/>
              <a:ext cx="25625" cy="21275"/>
            </a:xfrm>
            <a:custGeom>
              <a:avLst/>
              <a:gdLst/>
              <a:ahLst/>
              <a:cxnLst/>
              <a:rect l="l" t="t" r="r" b="b"/>
              <a:pathLst>
                <a:path w="1025" h="851" extrusionOk="0">
                  <a:moveTo>
                    <a:pt x="505" y="0"/>
                  </a:moveTo>
                  <a:cubicBezTo>
                    <a:pt x="345" y="0"/>
                    <a:pt x="203" y="95"/>
                    <a:pt x="137" y="241"/>
                  </a:cubicBezTo>
                  <a:cubicBezTo>
                    <a:pt x="0" y="540"/>
                    <a:pt x="230" y="850"/>
                    <a:pt x="524" y="850"/>
                  </a:cubicBezTo>
                  <a:cubicBezTo>
                    <a:pt x="575" y="850"/>
                    <a:pt x="627" y="841"/>
                    <a:pt x="679" y="821"/>
                  </a:cubicBezTo>
                  <a:cubicBezTo>
                    <a:pt x="795" y="777"/>
                    <a:pt x="883" y="689"/>
                    <a:pt x="924" y="574"/>
                  </a:cubicBezTo>
                  <a:cubicBezTo>
                    <a:pt x="1025" y="297"/>
                    <a:pt x="824" y="0"/>
                    <a:pt x="528" y="0"/>
                  </a:cubicBezTo>
                  <a:cubicBezTo>
                    <a:pt x="527" y="0"/>
                    <a:pt x="525" y="0"/>
                    <a:pt x="523" y="1"/>
                  </a:cubicBezTo>
                  <a:lnTo>
                    <a:pt x="513" y="1"/>
                  </a:lnTo>
                  <a:cubicBezTo>
                    <a:pt x="510" y="0"/>
                    <a:pt x="508" y="0"/>
                    <a:pt x="50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3"/>
            <p:cNvSpPr/>
            <p:nvPr/>
          </p:nvSpPr>
          <p:spPr>
            <a:xfrm>
              <a:off x="1771750" y="2137050"/>
              <a:ext cx="24050" cy="21125"/>
            </a:xfrm>
            <a:custGeom>
              <a:avLst/>
              <a:gdLst/>
              <a:ahLst/>
              <a:cxnLst/>
              <a:rect l="l" t="t" r="r" b="b"/>
              <a:pathLst>
                <a:path w="962" h="845" extrusionOk="0">
                  <a:moveTo>
                    <a:pt x="503" y="0"/>
                  </a:moveTo>
                  <a:cubicBezTo>
                    <a:pt x="501" y="0"/>
                    <a:pt x="498" y="0"/>
                    <a:pt x="496" y="0"/>
                  </a:cubicBezTo>
                  <a:cubicBezTo>
                    <a:pt x="340" y="0"/>
                    <a:pt x="198" y="85"/>
                    <a:pt x="130" y="224"/>
                  </a:cubicBezTo>
                  <a:cubicBezTo>
                    <a:pt x="1" y="479"/>
                    <a:pt x="153" y="787"/>
                    <a:pt x="435" y="838"/>
                  </a:cubicBezTo>
                  <a:cubicBezTo>
                    <a:pt x="459" y="842"/>
                    <a:pt x="483" y="844"/>
                    <a:pt x="507" y="844"/>
                  </a:cubicBezTo>
                  <a:cubicBezTo>
                    <a:pt x="757" y="844"/>
                    <a:pt x="961" y="624"/>
                    <a:pt x="930" y="363"/>
                  </a:cubicBezTo>
                  <a:cubicBezTo>
                    <a:pt x="893" y="155"/>
                    <a:pt x="714" y="0"/>
                    <a:pt x="5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73"/>
            <p:cNvSpPr/>
            <p:nvPr/>
          </p:nvSpPr>
          <p:spPr>
            <a:xfrm>
              <a:off x="1810600" y="2465650"/>
              <a:ext cx="25725" cy="21300"/>
            </a:xfrm>
            <a:custGeom>
              <a:avLst/>
              <a:gdLst/>
              <a:ahLst/>
              <a:cxnLst/>
              <a:rect l="l" t="t" r="r" b="b"/>
              <a:pathLst>
                <a:path w="1029" h="852" extrusionOk="0">
                  <a:moveTo>
                    <a:pt x="513" y="1"/>
                  </a:moveTo>
                  <a:cubicBezTo>
                    <a:pt x="350" y="1"/>
                    <a:pt x="204" y="96"/>
                    <a:pt x="139" y="242"/>
                  </a:cubicBezTo>
                  <a:cubicBezTo>
                    <a:pt x="1" y="539"/>
                    <a:pt x="231" y="852"/>
                    <a:pt x="525" y="852"/>
                  </a:cubicBezTo>
                  <a:cubicBezTo>
                    <a:pt x="576" y="852"/>
                    <a:pt x="629" y="842"/>
                    <a:pt x="682" y="822"/>
                  </a:cubicBezTo>
                  <a:cubicBezTo>
                    <a:pt x="794" y="781"/>
                    <a:pt x="882" y="690"/>
                    <a:pt x="923" y="574"/>
                  </a:cubicBezTo>
                  <a:cubicBezTo>
                    <a:pt x="1028" y="296"/>
                    <a:pt x="821" y="1"/>
                    <a:pt x="5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73"/>
            <p:cNvSpPr/>
            <p:nvPr/>
          </p:nvSpPr>
          <p:spPr>
            <a:xfrm>
              <a:off x="1661350" y="2245150"/>
              <a:ext cx="25700" cy="21225"/>
            </a:xfrm>
            <a:custGeom>
              <a:avLst/>
              <a:gdLst/>
              <a:ahLst/>
              <a:cxnLst/>
              <a:rect l="l" t="t" r="r" b="b"/>
              <a:pathLst>
                <a:path w="1028" h="849" extrusionOk="0">
                  <a:moveTo>
                    <a:pt x="541" y="0"/>
                  </a:moveTo>
                  <a:cubicBezTo>
                    <a:pt x="505" y="0"/>
                    <a:pt x="468" y="5"/>
                    <a:pt x="431" y="15"/>
                  </a:cubicBezTo>
                  <a:cubicBezTo>
                    <a:pt x="65" y="113"/>
                    <a:pt x="0" y="602"/>
                    <a:pt x="329" y="792"/>
                  </a:cubicBezTo>
                  <a:cubicBezTo>
                    <a:pt x="398" y="831"/>
                    <a:pt x="470" y="849"/>
                    <a:pt x="540" y="849"/>
                  </a:cubicBezTo>
                  <a:cubicBezTo>
                    <a:pt x="799" y="849"/>
                    <a:pt x="1028" y="602"/>
                    <a:pt x="950" y="313"/>
                  </a:cubicBezTo>
                  <a:cubicBezTo>
                    <a:pt x="899" y="126"/>
                    <a:pt x="729" y="0"/>
                    <a:pt x="5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89" name="Google Shape;3789;p73"/>
          <p:cNvGrpSpPr/>
          <p:nvPr/>
        </p:nvGrpSpPr>
        <p:grpSpPr>
          <a:xfrm>
            <a:off x="4302900" y="1858400"/>
            <a:ext cx="490100" cy="542875"/>
            <a:chOff x="4693525" y="1277550"/>
            <a:chExt cx="490100" cy="542875"/>
          </a:xfrm>
        </p:grpSpPr>
        <p:sp>
          <p:nvSpPr>
            <p:cNvPr id="3790" name="Google Shape;3790;p73"/>
            <p:cNvSpPr/>
            <p:nvPr/>
          </p:nvSpPr>
          <p:spPr>
            <a:xfrm>
              <a:off x="4693525" y="1277550"/>
              <a:ext cx="490100" cy="542875"/>
            </a:xfrm>
            <a:custGeom>
              <a:avLst/>
              <a:gdLst/>
              <a:ahLst/>
              <a:cxnLst/>
              <a:rect l="l" t="t" r="r" b="b"/>
              <a:pathLst>
                <a:path w="19604" h="21715" extrusionOk="0">
                  <a:moveTo>
                    <a:pt x="14007" y="850"/>
                  </a:moveTo>
                  <a:cubicBezTo>
                    <a:pt x="14116" y="850"/>
                    <a:pt x="14226" y="864"/>
                    <a:pt x="14336" y="893"/>
                  </a:cubicBezTo>
                  <a:cubicBezTo>
                    <a:pt x="14895" y="1042"/>
                    <a:pt x="15282" y="1548"/>
                    <a:pt x="15279" y="2124"/>
                  </a:cubicBezTo>
                  <a:cubicBezTo>
                    <a:pt x="15279" y="2698"/>
                    <a:pt x="14892" y="3203"/>
                    <a:pt x="14332" y="3352"/>
                  </a:cubicBezTo>
                  <a:cubicBezTo>
                    <a:pt x="14186" y="3393"/>
                    <a:pt x="14075" y="3508"/>
                    <a:pt x="14037" y="3654"/>
                  </a:cubicBezTo>
                  <a:lnTo>
                    <a:pt x="12850" y="8095"/>
                  </a:lnTo>
                  <a:cubicBezTo>
                    <a:pt x="12667" y="8773"/>
                    <a:pt x="13070" y="9472"/>
                    <a:pt x="13749" y="9652"/>
                  </a:cubicBezTo>
                  <a:cubicBezTo>
                    <a:pt x="13786" y="9662"/>
                    <a:pt x="13820" y="9665"/>
                    <a:pt x="13857" y="9669"/>
                  </a:cubicBezTo>
                  <a:cubicBezTo>
                    <a:pt x="14112" y="9669"/>
                    <a:pt x="14342" y="9435"/>
                    <a:pt x="14271" y="9122"/>
                  </a:cubicBezTo>
                  <a:cubicBezTo>
                    <a:pt x="14234" y="8977"/>
                    <a:pt x="14119" y="8865"/>
                    <a:pt x="13973" y="8834"/>
                  </a:cubicBezTo>
                  <a:cubicBezTo>
                    <a:pt x="13742" y="8776"/>
                    <a:pt x="13606" y="8542"/>
                    <a:pt x="13667" y="8315"/>
                  </a:cubicBezTo>
                  <a:lnTo>
                    <a:pt x="14003" y="7063"/>
                  </a:lnTo>
                  <a:cubicBezTo>
                    <a:pt x="15224" y="8213"/>
                    <a:pt x="15916" y="9814"/>
                    <a:pt x="15913" y="11494"/>
                  </a:cubicBezTo>
                  <a:lnTo>
                    <a:pt x="15913" y="14109"/>
                  </a:lnTo>
                  <a:cubicBezTo>
                    <a:pt x="15920" y="15038"/>
                    <a:pt x="16130" y="15951"/>
                    <a:pt x="16520" y="16792"/>
                  </a:cubicBezTo>
                  <a:cubicBezTo>
                    <a:pt x="16951" y="17715"/>
                    <a:pt x="17562" y="18458"/>
                    <a:pt x="18291" y="18943"/>
                  </a:cubicBezTo>
                  <a:cubicBezTo>
                    <a:pt x="18786" y="19272"/>
                    <a:pt x="18807" y="19940"/>
                    <a:pt x="18539" y="20367"/>
                  </a:cubicBezTo>
                  <a:cubicBezTo>
                    <a:pt x="18332" y="20699"/>
                    <a:pt x="18009" y="20866"/>
                    <a:pt x="17607" y="20866"/>
                  </a:cubicBezTo>
                  <a:cubicBezTo>
                    <a:pt x="17257" y="20866"/>
                    <a:pt x="16848" y="20739"/>
                    <a:pt x="16405" y="20483"/>
                  </a:cubicBezTo>
                  <a:cubicBezTo>
                    <a:pt x="15963" y="20229"/>
                    <a:pt x="15575" y="20136"/>
                    <a:pt x="15229" y="20136"/>
                  </a:cubicBezTo>
                  <a:cubicBezTo>
                    <a:pt x="14712" y="20136"/>
                    <a:pt x="14290" y="20343"/>
                    <a:pt x="13922" y="20523"/>
                  </a:cubicBezTo>
                  <a:cubicBezTo>
                    <a:pt x="13566" y="20696"/>
                    <a:pt x="13233" y="20863"/>
                    <a:pt x="12826" y="20863"/>
                  </a:cubicBezTo>
                  <a:cubicBezTo>
                    <a:pt x="12192" y="20863"/>
                    <a:pt x="11893" y="20717"/>
                    <a:pt x="11544" y="20551"/>
                  </a:cubicBezTo>
                  <a:cubicBezTo>
                    <a:pt x="11147" y="20357"/>
                    <a:pt x="10696" y="20140"/>
                    <a:pt x="9807" y="20140"/>
                  </a:cubicBezTo>
                  <a:cubicBezTo>
                    <a:pt x="8918" y="20140"/>
                    <a:pt x="8467" y="20357"/>
                    <a:pt x="8067" y="20551"/>
                  </a:cubicBezTo>
                  <a:cubicBezTo>
                    <a:pt x="7721" y="20717"/>
                    <a:pt x="7422" y="20863"/>
                    <a:pt x="6785" y="20863"/>
                  </a:cubicBezTo>
                  <a:cubicBezTo>
                    <a:pt x="6381" y="20863"/>
                    <a:pt x="6045" y="20696"/>
                    <a:pt x="5689" y="20523"/>
                  </a:cubicBezTo>
                  <a:cubicBezTo>
                    <a:pt x="5321" y="20342"/>
                    <a:pt x="4899" y="20135"/>
                    <a:pt x="4383" y="20135"/>
                  </a:cubicBezTo>
                  <a:cubicBezTo>
                    <a:pt x="4038" y="20135"/>
                    <a:pt x="3651" y="20227"/>
                    <a:pt x="3209" y="20483"/>
                  </a:cubicBezTo>
                  <a:cubicBezTo>
                    <a:pt x="2765" y="20739"/>
                    <a:pt x="2355" y="20866"/>
                    <a:pt x="2005" y="20866"/>
                  </a:cubicBezTo>
                  <a:cubicBezTo>
                    <a:pt x="1603" y="20866"/>
                    <a:pt x="1280" y="20699"/>
                    <a:pt x="1076" y="20367"/>
                  </a:cubicBezTo>
                  <a:cubicBezTo>
                    <a:pt x="808" y="19940"/>
                    <a:pt x="828" y="19272"/>
                    <a:pt x="1323" y="18939"/>
                  </a:cubicBezTo>
                  <a:cubicBezTo>
                    <a:pt x="2049" y="18458"/>
                    <a:pt x="2663" y="17711"/>
                    <a:pt x="3091" y="16792"/>
                  </a:cubicBezTo>
                  <a:cubicBezTo>
                    <a:pt x="3484" y="15951"/>
                    <a:pt x="3691" y="15038"/>
                    <a:pt x="3701" y="14109"/>
                  </a:cubicBezTo>
                  <a:lnTo>
                    <a:pt x="3701" y="11494"/>
                  </a:lnTo>
                  <a:cubicBezTo>
                    <a:pt x="3698" y="9814"/>
                    <a:pt x="4390" y="8213"/>
                    <a:pt x="5614" y="7063"/>
                  </a:cubicBezTo>
                  <a:lnTo>
                    <a:pt x="5947" y="8315"/>
                  </a:lnTo>
                  <a:cubicBezTo>
                    <a:pt x="6008" y="8542"/>
                    <a:pt x="5872" y="8776"/>
                    <a:pt x="5642" y="8834"/>
                  </a:cubicBezTo>
                  <a:cubicBezTo>
                    <a:pt x="5496" y="8868"/>
                    <a:pt x="5380" y="8977"/>
                    <a:pt x="5343" y="9122"/>
                  </a:cubicBezTo>
                  <a:cubicBezTo>
                    <a:pt x="5275" y="9435"/>
                    <a:pt x="5499" y="9669"/>
                    <a:pt x="5757" y="9669"/>
                  </a:cubicBezTo>
                  <a:cubicBezTo>
                    <a:pt x="5794" y="9669"/>
                    <a:pt x="5832" y="9662"/>
                    <a:pt x="5865" y="9652"/>
                  </a:cubicBezTo>
                  <a:cubicBezTo>
                    <a:pt x="6544" y="9472"/>
                    <a:pt x="6948" y="8773"/>
                    <a:pt x="6764" y="8095"/>
                  </a:cubicBezTo>
                  <a:lnTo>
                    <a:pt x="5577" y="3654"/>
                  </a:lnTo>
                  <a:cubicBezTo>
                    <a:pt x="5540" y="3508"/>
                    <a:pt x="5424" y="3393"/>
                    <a:pt x="5279" y="3352"/>
                  </a:cubicBezTo>
                  <a:cubicBezTo>
                    <a:pt x="4722" y="3203"/>
                    <a:pt x="4336" y="2701"/>
                    <a:pt x="4332" y="2124"/>
                  </a:cubicBezTo>
                  <a:cubicBezTo>
                    <a:pt x="4332" y="1548"/>
                    <a:pt x="4719" y="1042"/>
                    <a:pt x="5275" y="893"/>
                  </a:cubicBezTo>
                  <a:cubicBezTo>
                    <a:pt x="5385" y="864"/>
                    <a:pt x="5495" y="850"/>
                    <a:pt x="5604" y="850"/>
                  </a:cubicBezTo>
                  <a:cubicBezTo>
                    <a:pt x="6052" y="850"/>
                    <a:pt x="6478" y="1086"/>
                    <a:pt x="6707" y="1487"/>
                  </a:cubicBezTo>
                  <a:cubicBezTo>
                    <a:pt x="6995" y="1985"/>
                    <a:pt x="6910" y="2616"/>
                    <a:pt x="6503" y="3023"/>
                  </a:cubicBezTo>
                  <a:cubicBezTo>
                    <a:pt x="6398" y="3132"/>
                    <a:pt x="6357" y="3288"/>
                    <a:pt x="6398" y="3437"/>
                  </a:cubicBezTo>
                  <a:lnTo>
                    <a:pt x="7144" y="6222"/>
                  </a:lnTo>
                  <a:cubicBezTo>
                    <a:pt x="7295" y="6791"/>
                    <a:pt x="7810" y="7164"/>
                    <a:pt x="8373" y="7164"/>
                  </a:cubicBezTo>
                  <a:cubicBezTo>
                    <a:pt x="8481" y="7164"/>
                    <a:pt x="8592" y="7150"/>
                    <a:pt x="8701" y="7121"/>
                  </a:cubicBezTo>
                  <a:cubicBezTo>
                    <a:pt x="8952" y="7053"/>
                    <a:pt x="9085" y="6782"/>
                    <a:pt x="8983" y="6544"/>
                  </a:cubicBezTo>
                  <a:cubicBezTo>
                    <a:pt x="8911" y="6386"/>
                    <a:pt x="8754" y="6289"/>
                    <a:pt x="8588" y="6289"/>
                  </a:cubicBezTo>
                  <a:cubicBezTo>
                    <a:pt x="8551" y="6289"/>
                    <a:pt x="8514" y="6294"/>
                    <a:pt x="8477" y="6304"/>
                  </a:cubicBezTo>
                  <a:cubicBezTo>
                    <a:pt x="8443" y="6312"/>
                    <a:pt x="8408" y="6316"/>
                    <a:pt x="8374" y="6316"/>
                  </a:cubicBezTo>
                  <a:cubicBezTo>
                    <a:pt x="8280" y="6316"/>
                    <a:pt x="8188" y="6285"/>
                    <a:pt x="8111" y="6226"/>
                  </a:cubicBezTo>
                  <a:cubicBezTo>
                    <a:pt x="8036" y="6168"/>
                    <a:pt x="7982" y="6083"/>
                    <a:pt x="7958" y="5992"/>
                  </a:cubicBezTo>
                  <a:lnTo>
                    <a:pt x="7880" y="5700"/>
                  </a:lnTo>
                  <a:cubicBezTo>
                    <a:pt x="8506" y="5491"/>
                    <a:pt x="9157" y="5387"/>
                    <a:pt x="9807" y="5387"/>
                  </a:cubicBezTo>
                  <a:cubicBezTo>
                    <a:pt x="10458" y="5387"/>
                    <a:pt x="11108" y="5491"/>
                    <a:pt x="11734" y="5700"/>
                  </a:cubicBezTo>
                  <a:lnTo>
                    <a:pt x="11656" y="5988"/>
                  </a:lnTo>
                  <a:cubicBezTo>
                    <a:pt x="11607" y="6184"/>
                    <a:pt x="11432" y="6313"/>
                    <a:pt x="11239" y="6313"/>
                  </a:cubicBezTo>
                  <a:cubicBezTo>
                    <a:pt x="11204" y="6313"/>
                    <a:pt x="11169" y="6309"/>
                    <a:pt x="11134" y="6300"/>
                  </a:cubicBezTo>
                  <a:cubicBezTo>
                    <a:pt x="11097" y="6291"/>
                    <a:pt x="11060" y="6286"/>
                    <a:pt x="11024" y="6286"/>
                  </a:cubicBezTo>
                  <a:cubicBezTo>
                    <a:pt x="10819" y="6286"/>
                    <a:pt x="10636" y="6433"/>
                    <a:pt x="10604" y="6646"/>
                  </a:cubicBezTo>
                  <a:cubicBezTo>
                    <a:pt x="10574" y="6870"/>
                    <a:pt x="10720" y="7077"/>
                    <a:pt x="10937" y="7128"/>
                  </a:cubicBezTo>
                  <a:cubicBezTo>
                    <a:pt x="11038" y="7152"/>
                    <a:pt x="11140" y="7164"/>
                    <a:pt x="11240" y="7164"/>
                  </a:cubicBezTo>
                  <a:cubicBezTo>
                    <a:pt x="11805" y="7164"/>
                    <a:pt x="12317" y="6790"/>
                    <a:pt x="12470" y="6222"/>
                  </a:cubicBezTo>
                  <a:lnTo>
                    <a:pt x="13216" y="3437"/>
                  </a:lnTo>
                  <a:cubicBezTo>
                    <a:pt x="13257" y="3288"/>
                    <a:pt x="13216" y="3132"/>
                    <a:pt x="13111" y="3023"/>
                  </a:cubicBezTo>
                  <a:cubicBezTo>
                    <a:pt x="12701" y="2616"/>
                    <a:pt x="12619" y="1985"/>
                    <a:pt x="12904" y="1487"/>
                  </a:cubicBezTo>
                  <a:cubicBezTo>
                    <a:pt x="13136" y="1086"/>
                    <a:pt x="13560" y="850"/>
                    <a:pt x="14007" y="850"/>
                  </a:cubicBezTo>
                  <a:close/>
                  <a:moveTo>
                    <a:pt x="5599" y="1"/>
                  </a:moveTo>
                  <a:cubicBezTo>
                    <a:pt x="5417" y="1"/>
                    <a:pt x="5233" y="24"/>
                    <a:pt x="5051" y="72"/>
                  </a:cubicBezTo>
                  <a:cubicBezTo>
                    <a:pt x="4173" y="310"/>
                    <a:pt x="3538" y="1083"/>
                    <a:pt x="3484" y="1992"/>
                  </a:cubicBezTo>
                  <a:cubicBezTo>
                    <a:pt x="3430" y="2905"/>
                    <a:pt x="3966" y="3749"/>
                    <a:pt x="4814" y="4089"/>
                  </a:cubicBezTo>
                  <a:lnTo>
                    <a:pt x="5363" y="6148"/>
                  </a:lnTo>
                  <a:cubicBezTo>
                    <a:pt x="3769" y="7464"/>
                    <a:pt x="2846" y="9424"/>
                    <a:pt x="2850" y="11490"/>
                  </a:cubicBezTo>
                  <a:lnTo>
                    <a:pt x="2850" y="14109"/>
                  </a:lnTo>
                  <a:cubicBezTo>
                    <a:pt x="2850" y="15754"/>
                    <a:pt x="2026" y="17450"/>
                    <a:pt x="848" y="18234"/>
                  </a:cubicBezTo>
                  <a:cubicBezTo>
                    <a:pt x="431" y="18512"/>
                    <a:pt x="150" y="18956"/>
                    <a:pt x="75" y="19455"/>
                  </a:cubicBezTo>
                  <a:cubicBezTo>
                    <a:pt x="0" y="19926"/>
                    <a:pt x="99" y="20408"/>
                    <a:pt x="350" y="20815"/>
                  </a:cubicBezTo>
                  <a:cubicBezTo>
                    <a:pt x="655" y="21304"/>
                    <a:pt x="1222" y="21714"/>
                    <a:pt x="2009" y="21714"/>
                  </a:cubicBezTo>
                  <a:cubicBezTo>
                    <a:pt x="2473" y="21714"/>
                    <a:pt x="3016" y="21568"/>
                    <a:pt x="3627" y="21215"/>
                  </a:cubicBezTo>
                  <a:cubicBezTo>
                    <a:pt x="3921" y="21046"/>
                    <a:pt x="4160" y="20979"/>
                    <a:pt x="4380" y="20979"/>
                  </a:cubicBezTo>
                  <a:cubicBezTo>
                    <a:pt x="4693" y="20979"/>
                    <a:pt x="4968" y="21114"/>
                    <a:pt x="5313" y="21283"/>
                  </a:cubicBezTo>
                  <a:cubicBezTo>
                    <a:pt x="5720" y="21483"/>
                    <a:pt x="6181" y="21711"/>
                    <a:pt x="6781" y="21711"/>
                  </a:cubicBezTo>
                  <a:cubicBezTo>
                    <a:pt x="7612" y="21711"/>
                    <a:pt x="8047" y="21497"/>
                    <a:pt x="8433" y="21314"/>
                  </a:cubicBezTo>
                  <a:cubicBezTo>
                    <a:pt x="8796" y="21137"/>
                    <a:pt x="9108" y="20988"/>
                    <a:pt x="9804" y="20988"/>
                  </a:cubicBezTo>
                  <a:cubicBezTo>
                    <a:pt x="10496" y="20988"/>
                    <a:pt x="10811" y="21137"/>
                    <a:pt x="11171" y="21314"/>
                  </a:cubicBezTo>
                  <a:cubicBezTo>
                    <a:pt x="11558" y="21500"/>
                    <a:pt x="11995" y="21711"/>
                    <a:pt x="12823" y="21711"/>
                  </a:cubicBezTo>
                  <a:cubicBezTo>
                    <a:pt x="13423" y="21711"/>
                    <a:pt x="13885" y="21483"/>
                    <a:pt x="14292" y="21283"/>
                  </a:cubicBezTo>
                  <a:cubicBezTo>
                    <a:pt x="14636" y="21114"/>
                    <a:pt x="14911" y="20979"/>
                    <a:pt x="15224" y="20979"/>
                  </a:cubicBezTo>
                  <a:cubicBezTo>
                    <a:pt x="15444" y="20979"/>
                    <a:pt x="15683" y="21046"/>
                    <a:pt x="15978" y="21215"/>
                  </a:cubicBezTo>
                  <a:cubicBezTo>
                    <a:pt x="16589" y="21568"/>
                    <a:pt x="17131" y="21711"/>
                    <a:pt x="17597" y="21711"/>
                  </a:cubicBezTo>
                  <a:cubicBezTo>
                    <a:pt x="18384" y="21711"/>
                    <a:pt x="18950" y="21303"/>
                    <a:pt x="19254" y="20815"/>
                  </a:cubicBezTo>
                  <a:cubicBezTo>
                    <a:pt x="19505" y="20408"/>
                    <a:pt x="19604" y="19926"/>
                    <a:pt x="19533" y="19455"/>
                  </a:cubicBezTo>
                  <a:lnTo>
                    <a:pt x="19536" y="19455"/>
                  </a:lnTo>
                  <a:cubicBezTo>
                    <a:pt x="19461" y="18956"/>
                    <a:pt x="19180" y="18512"/>
                    <a:pt x="18759" y="18234"/>
                  </a:cubicBezTo>
                  <a:cubicBezTo>
                    <a:pt x="17582" y="17450"/>
                    <a:pt x="16761" y="15754"/>
                    <a:pt x="16761" y="14109"/>
                  </a:cubicBezTo>
                  <a:lnTo>
                    <a:pt x="16761" y="11494"/>
                  </a:lnTo>
                  <a:cubicBezTo>
                    <a:pt x="16765" y="9424"/>
                    <a:pt x="15842" y="7464"/>
                    <a:pt x="14244" y="6151"/>
                  </a:cubicBezTo>
                  <a:lnTo>
                    <a:pt x="14797" y="4089"/>
                  </a:lnTo>
                  <a:cubicBezTo>
                    <a:pt x="15642" y="3749"/>
                    <a:pt x="16178" y="2905"/>
                    <a:pt x="16120" y="1992"/>
                  </a:cubicBezTo>
                  <a:cubicBezTo>
                    <a:pt x="16066" y="1083"/>
                    <a:pt x="15435" y="310"/>
                    <a:pt x="14553" y="72"/>
                  </a:cubicBezTo>
                  <a:cubicBezTo>
                    <a:pt x="14371" y="24"/>
                    <a:pt x="14188" y="1"/>
                    <a:pt x="14006" y="1"/>
                  </a:cubicBezTo>
                  <a:cubicBezTo>
                    <a:pt x="13305" y="1"/>
                    <a:pt x="12635" y="348"/>
                    <a:pt x="12236" y="954"/>
                  </a:cubicBezTo>
                  <a:cubicBezTo>
                    <a:pt x="11734" y="1714"/>
                    <a:pt x="11775" y="2711"/>
                    <a:pt x="12338" y="3430"/>
                  </a:cubicBezTo>
                  <a:lnTo>
                    <a:pt x="11948" y="4879"/>
                  </a:lnTo>
                  <a:cubicBezTo>
                    <a:pt x="11251" y="4652"/>
                    <a:pt x="10526" y="4538"/>
                    <a:pt x="9802" y="4538"/>
                  </a:cubicBezTo>
                  <a:cubicBezTo>
                    <a:pt x="9078" y="4538"/>
                    <a:pt x="8354" y="4652"/>
                    <a:pt x="7657" y="4879"/>
                  </a:cubicBezTo>
                  <a:lnTo>
                    <a:pt x="7270" y="3430"/>
                  </a:lnTo>
                  <a:cubicBezTo>
                    <a:pt x="7833" y="2711"/>
                    <a:pt x="7874" y="1714"/>
                    <a:pt x="7372" y="951"/>
                  </a:cubicBezTo>
                  <a:cubicBezTo>
                    <a:pt x="6973" y="347"/>
                    <a:pt x="6300" y="1"/>
                    <a:pt x="559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3"/>
            <p:cNvSpPr/>
            <p:nvPr/>
          </p:nvSpPr>
          <p:spPr>
            <a:xfrm>
              <a:off x="4843275" y="1542075"/>
              <a:ext cx="190850" cy="127225"/>
            </a:xfrm>
            <a:custGeom>
              <a:avLst/>
              <a:gdLst/>
              <a:ahLst/>
              <a:cxnLst/>
              <a:rect l="l" t="t" r="r" b="b"/>
              <a:pathLst>
                <a:path w="7634" h="5089" extrusionOk="0">
                  <a:moveTo>
                    <a:pt x="3240" y="902"/>
                  </a:moveTo>
                  <a:lnTo>
                    <a:pt x="2386" y="3321"/>
                  </a:lnTo>
                  <a:lnTo>
                    <a:pt x="1680" y="1737"/>
                  </a:lnTo>
                  <a:cubicBezTo>
                    <a:pt x="2104" y="1309"/>
                    <a:pt x="2647" y="1018"/>
                    <a:pt x="3240" y="902"/>
                  </a:cubicBezTo>
                  <a:close/>
                  <a:moveTo>
                    <a:pt x="4394" y="902"/>
                  </a:moveTo>
                  <a:lnTo>
                    <a:pt x="4394" y="902"/>
                  </a:lnTo>
                  <a:cubicBezTo>
                    <a:pt x="4987" y="1018"/>
                    <a:pt x="5530" y="1309"/>
                    <a:pt x="5954" y="1737"/>
                  </a:cubicBezTo>
                  <a:lnTo>
                    <a:pt x="5252" y="3321"/>
                  </a:lnTo>
                  <a:lnTo>
                    <a:pt x="4394" y="902"/>
                  </a:lnTo>
                  <a:close/>
                  <a:moveTo>
                    <a:pt x="6521" y="2551"/>
                  </a:moveTo>
                  <a:cubicBezTo>
                    <a:pt x="6687" y="2911"/>
                    <a:pt x="6779" y="3301"/>
                    <a:pt x="6785" y="3698"/>
                  </a:cubicBezTo>
                  <a:cubicBezTo>
                    <a:pt x="6687" y="3796"/>
                    <a:pt x="6371" y="3935"/>
                    <a:pt x="5856" y="4047"/>
                  </a:cubicBezTo>
                  <a:lnTo>
                    <a:pt x="6521" y="2551"/>
                  </a:lnTo>
                  <a:close/>
                  <a:moveTo>
                    <a:pt x="1114" y="2554"/>
                  </a:moveTo>
                  <a:lnTo>
                    <a:pt x="1778" y="4050"/>
                  </a:lnTo>
                  <a:cubicBezTo>
                    <a:pt x="1263" y="3935"/>
                    <a:pt x="947" y="3796"/>
                    <a:pt x="849" y="3698"/>
                  </a:cubicBezTo>
                  <a:cubicBezTo>
                    <a:pt x="856" y="3301"/>
                    <a:pt x="944" y="2911"/>
                    <a:pt x="1114" y="2554"/>
                  </a:cubicBezTo>
                  <a:close/>
                  <a:moveTo>
                    <a:pt x="3817" y="1811"/>
                  </a:moveTo>
                  <a:lnTo>
                    <a:pt x="4665" y="4210"/>
                  </a:lnTo>
                  <a:cubicBezTo>
                    <a:pt x="4404" y="4227"/>
                    <a:pt x="4119" y="4240"/>
                    <a:pt x="3817" y="4240"/>
                  </a:cubicBezTo>
                  <a:cubicBezTo>
                    <a:pt x="3512" y="4240"/>
                    <a:pt x="3227" y="4230"/>
                    <a:pt x="2966" y="4210"/>
                  </a:cubicBezTo>
                  <a:lnTo>
                    <a:pt x="2969" y="4210"/>
                  </a:lnTo>
                  <a:lnTo>
                    <a:pt x="3817" y="1811"/>
                  </a:lnTo>
                  <a:close/>
                  <a:moveTo>
                    <a:pt x="3817" y="0"/>
                  </a:moveTo>
                  <a:cubicBezTo>
                    <a:pt x="1711" y="0"/>
                    <a:pt x="1" y="1683"/>
                    <a:pt x="1" y="3748"/>
                  </a:cubicBezTo>
                  <a:cubicBezTo>
                    <a:pt x="1" y="4217"/>
                    <a:pt x="439" y="4573"/>
                    <a:pt x="1307" y="4803"/>
                  </a:cubicBezTo>
                  <a:cubicBezTo>
                    <a:pt x="1982" y="4987"/>
                    <a:pt x="2874" y="5088"/>
                    <a:pt x="3817" y="5088"/>
                  </a:cubicBezTo>
                  <a:cubicBezTo>
                    <a:pt x="4757" y="5088"/>
                    <a:pt x="5649" y="4987"/>
                    <a:pt x="6324" y="4803"/>
                  </a:cubicBezTo>
                  <a:cubicBezTo>
                    <a:pt x="7192" y="4573"/>
                    <a:pt x="7633" y="4217"/>
                    <a:pt x="7633" y="3748"/>
                  </a:cubicBezTo>
                  <a:cubicBezTo>
                    <a:pt x="7633" y="1683"/>
                    <a:pt x="5920" y="0"/>
                    <a:pt x="381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3"/>
            <p:cNvSpPr/>
            <p:nvPr/>
          </p:nvSpPr>
          <p:spPr>
            <a:xfrm>
              <a:off x="4820225" y="1319975"/>
              <a:ext cx="25675" cy="21300"/>
            </a:xfrm>
            <a:custGeom>
              <a:avLst/>
              <a:gdLst/>
              <a:ahLst/>
              <a:cxnLst/>
              <a:rect l="l" t="t" r="r" b="b"/>
              <a:pathLst>
                <a:path w="1027" h="852" extrusionOk="0">
                  <a:moveTo>
                    <a:pt x="536" y="1"/>
                  </a:moveTo>
                  <a:cubicBezTo>
                    <a:pt x="498" y="1"/>
                    <a:pt x="459" y="6"/>
                    <a:pt x="421" y="17"/>
                  </a:cubicBezTo>
                  <a:cubicBezTo>
                    <a:pt x="58" y="119"/>
                    <a:pt x="0" y="611"/>
                    <a:pt x="329" y="797"/>
                  </a:cubicBezTo>
                  <a:cubicBezTo>
                    <a:pt x="397" y="835"/>
                    <a:pt x="467" y="852"/>
                    <a:pt x="534" y="852"/>
                  </a:cubicBezTo>
                  <a:cubicBezTo>
                    <a:pt x="797" y="852"/>
                    <a:pt x="1027" y="597"/>
                    <a:pt x="943" y="309"/>
                  </a:cubicBezTo>
                  <a:cubicBezTo>
                    <a:pt x="890" y="123"/>
                    <a:pt x="720" y="1"/>
                    <a:pt x="5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3"/>
            <p:cNvSpPr/>
            <p:nvPr/>
          </p:nvSpPr>
          <p:spPr>
            <a:xfrm>
              <a:off x="5031900" y="1319975"/>
              <a:ext cx="25125" cy="21300"/>
            </a:xfrm>
            <a:custGeom>
              <a:avLst/>
              <a:gdLst/>
              <a:ahLst/>
              <a:cxnLst/>
              <a:rect l="l" t="t" r="r" b="b"/>
              <a:pathLst>
                <a:path w="1005" h="852" extrusionOk="0">
                  <a:moveTo>
                    <a:pt x="474" y="0"/>
                  </a:moveTo>
                  <a:cubicBezTo>
                    <a:pt x="297" y="0"/>
                    <a:pt x="121" y="108"/>
                    <a:pt x="65" y="309"/>
                  </a:cubicBezTo>
                  <a:cubicBezTo>
                    <a:pt x="0" y="533"/>
                    <a:pt x="132" y="767"/>
                    <a:pt x="356" y="835"/>
                  </a:cubicBezTo>
                  <a:cubicBezTo>
                    <a:pt x="397" y="846"/>
                    <a:pt x="436" y="851"/>
                    <a:pt x="474" y="851"/>
                  </a:cubicBezTo>
                  <a:cubicBezTo>
                    <a:pt x="781" y="851"/>
                    <a:pt x="1004" y="513"/>
                    <a:pt x="841" y="217"/>
                  </a:cubicBezTo>
                  <a:cubicBezTo>
                    <a:pt x="760" y="70"/>
                    <a:pt x="616" y="0"/>
                    <a:pt x="4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73"/>
            <p:cNvSpPr/>
            <p:nvPr/>
          </p:nvSpPr>
          <p:spPr>
            <a:xfrm>
              <a:off x="4771025" y="1722100"/>
              <a:ext cx="131050" cy="39450"/>
            </a:xfrm>
            <a:custGeom>
              <a:avLst/>
              <a:gdLst/>
              <a:ahLst/>
              <a:cxnLst/>
              <a:rect l="l" t="t" r="r" b="b"/>
              <a:pathLst>
                <a:path w="5242" h="1578" extrusionOk="0">
                  <a:moveTo>
                    <a:pt x="2518" y="1"/>
                  </a:moveTo>
                  <a:cubicBezTo>
                    <a:pt x="1883" y="1"/>
                    <a:pt x="1524" y="245"/>
                    <a:pt x="1236" y="438"/>
                  </a:cubicBezTo>
                  <a:cubicBezTo>
                    <a:pt x="985" y="608"/>
                    <a:pt x="801" y="730"/>
                    <a:pt x="425" y="730"/>
                  </a:cubicBezTo>
                  <a:cubicBezTo>
                    <a:pt x="191" y="730"/>
                    <a:pt x="1" y="920"/>
                    <a:pt x="1" y="1154"/>
                  </a:cubicBezTo>
                  <a:cubicBezTo>
                    <a:pt x="1" y="1388"/>
                    <a:pt x="191" y="1578"/>
                    <a:pt x="425" y="1578"/>
                  </a:cubicBezTo>
                  <a:cubicBezTo>
                    <a:pt x="1059" y="1578"/>
                    <a:pt x="1419" y="1337"/>
                    <a:pt x="1707" y="1140"/>
                  </a:cubicBezTo>
                  <a:cubicBezTo>
                    <a:pt x="1962" y="971"/>
                    <a:pt x="2141" y="849"/>
                    <a:pt x="2518" y="849"/>
                  </a:cubicBezTo>
                  <a:cubicBezTo>
                    <a:pt x="2894" y="849"/>
                    <a:pt x="3078" y="971"/>
                    <a:pt x="3329" y="1140"/>
                  </a:cubicBezTo>
                  <a:cubicBezTo>
                    <a:pt x="3617" y="1337"/>
                    <a:pt x="3976" y="1578"/>
                    <a:pt x="4611" y="1578"/>
                  </a:cubicBezTo>
                  <a:cubicBezTo>
                    <a:pt x="4689" y="1578"/>
                    <a:pt x="4767" y="1575"/>
                    <a:pt x="4838" y="1568"/>
                  </a:cubicBezTo>
                  <a:cubicBezTo>
                    <a:pt x="5072" y="1544"/>
                    <a:pt x="5242" y="1334"/>
                    <a:pt x="5218" y="1103"/>
                  </a:cubicBezTo>
                  <a:cubicBezTo>
                    <a:pt x="5196" y="884"/>
                    <a:pt x="5013" y="721"/>
                    <a:pt x="4797" y="721"/>
                  </a:cubicBezTo>
                  <a:cubicBezTo>
                    <a:pt x="4783" y="721"/>
                    <a:pt x="4768" y="722"/>
                    <a:pt x="4753" y="723"/>
                  </a:cubicBezTo>
                  <a:lnTo>
                    <a:pt x="4757" y="723"/>
                  </a:lnTo>
                  <a:cubicBezTo>
                    <a:pt x="4709" y="727"/>
                    <a:pt x="4662" y="730"/>
                    <a:pt x="4611" y="730"/>
                  </a:cubicBezTo>
                  <a:cubicBezTo>
                    <a:pt x="4234" y="730"/>
                    <a:pt x="4054" y="608"/>
                    <a:pt x="3803" y="438"/>
                  </a:cubicBezTo>
                  <a:cubicBezTo>
                    <a:pt x="3512" y="245"/>
                    <a:pt x="3152" y="1"/>
                    <a:pt x="251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73"/>
            <p:cNvSpPr/>
            <p:nvPr/>
          </p:nvSpPr>
          <p:spPr>
            <a:xfrm>
              <a:off x="4975150" y="1722100"/>
              <a:ext cx="131150" cy="39450"/>
            </a:xfrm>
            <a:custGeom>
              <a:avLst/>
              <a:gdLst/>
              <a:ahLst/>
              <a:cxnLst/>
              <a:rect l="l" t="t" r="r" b="b"/>
              <a:pathLst>
                <a:path w="5246" h="1578" extrusionOk="0">
                  <a:moveTo>
                    <a:pt x="2728" y="1"/>
                  </a:moveTo>
                  <a:cubicBezTo>
                    <a:pt x="2094" y="1"/>
                    <a:pt x="1734" y="245"/>
                    <a:pt x="1446" y="438"/>
                  </a:cubicBezTo>
                  <a:cubicBezTo>
                    <a:pt x="1191" y="608"/>
                    <a:pt x="1012" y="730"/>
                    <a:pt x="635" y="730"/>
                  </a:cubicBezTo>
                  <a:cubicBezTo>
                    <a:pt x="588" y="730"/>
                    <a:pt x="537" y="727"/>
                    <a:pt x="489" y="723"/>
                  </a:cubicBezTo>
                  <a:cubicBezTo>
                    <a:pt x="475" y="722"/>
                    <a:pt x="460" y="721"/>
                    <a:pt x="446" y="721"/>
                  </a:cubicBezTo>
                  <a:cubicBezTo>
                    <a:pt x="233" y="721"/>
                    <a:pt x="47" y="884"/>
                    <a:pt x="25" y="1103"/>
                  </a:cubicBezTo>
                  <a:cubicBezTo>
                    <a:pt x="1" y="1334"/>
                    <a:pt x="174" y="1544"/>
                    <a:pt x="404" y="1568"/>
                  </a:cubicBezTo>
                  <a:cubicBezTo>
                    <a:pt x="482" y="1575"/>
                    <a:pt x="557" y="1578"/>
                    <a:pt x="632" y="1578"/>
                  </a:cubicBezTo>
                  <a:cubicBezTo>
                    <a:pt x="1269" y="1578"/>
                    <a:pt x="1629" y="1337"/>
                    <a:pt x="1917" y="1140"/>
                  </a:cubicBezTo>
                  <a:cubicBezTo>
                    <a:pt x="2168" y="971"/>
                    <a:pt x="2352" y="849"/>
                    <a:pt x="2728" y="849"/>
                  </a:cubicBezTo>
                  <a:cubicBezTo>
                    <a:pt x="3105" y="849"/>
                    <a:pt x="3284" y="971"/>
                    <a:pt x="3539" y="1140"/>
                  </a:cubicBezTo>
                  <a:cubicBezTo>
                    <a:pt x="3827" y="1334"/>
                    <a:pt x="4187" y="1578"/>
                    <a:pt x="4821" y="1578"/>
                  </a:cubicBezTo>
                  <a:cubicBezTo>
                    <a:pt x="5055" y="1578"/>
                    <a:pt x="5245" y="1388"/>
                    <a:pt x="5245" y="1154"/>
                  </a:cubicBezTo>
                  <a:cubicBezTo>
                    <a:pt x="5245" y="920"/>
                    <a:pt x="5055" y="730"/>
                    <a:pt x="4821" y="730"/>
                  </a:cubicBezTo>
                  <a:cubicBezTo>
                    <a:pt x="4445" y="730"/>
                    <a:pt x="4265" y="608"/>
                    <a:pt x="4010" y="438"/>
                  </a:cubicBezTo>
                  <a:cubicBezTo>
                    <a:pt x="3722" y="245"/>
                    <a:pt x="3362" y="1"/>
                    <a:pt x="27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3"/>
            <p:cNvSpPr/>
            <p:nvPr/>
          </p:nvSpPr>
          <p:spPr>
            <a:xfrm>
              <a:off x="4925550" y="1721850"/>
              <a:ext cx="25725" cy="21300"/>
            </a:xfrm>
            <a:custGeom>
              <a:avLst/>
              <a:gdLst/>
              <a:ahLst/>
              <a:cxnLst/>
              <a:rect l="l" t="t" r="r" b="b"/>
              <a:pathLst>
                <a:path w="1029" h="852" extrusionOk="0">
                  <a:moveTo>
                    <a:pt x="513" y="0"/>
                  </a:moveTo>
                  <a:cubicBezTo>
                    <a:pt x="350" y="0"/>
                    <a:pt x="204" y="95"/>
                    <a:pt x="139" y="241"/>
                  </a:cubicBezTo>
                  <a:cubicBezTo>
                    <a:pt x="1" y="539"/>
                    <a:pt x="231" y="851"/>
                    <a:pt x="525" y="851"/>
                  </a:cubicBezTo>
                  <a:cubicBezTo>
                    <a:pt x="576" y="851"/>
                    <a:pt x="629" y="842"/>
                    <a:pt x="682" y="821"/>
                  </a:cubicBezTo>
                  <a:cubicBezTo>
                    <a:pt x="794" y="781"/>
                    <a:pt x="886" y="689"/>
                    <a:pt x="923" y="574"/>
                  </a:cubicBezTo>
                  <a:cubicBezTo>
                    <a:pt x="1028" y="296"/>
                    <a:pt x="821" y="0"/>
                    <a:pt x="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7" name="Google Shape;3797;p73"/>
          <p:cNvGrpSpPr/>
          <p:nvPr/>
        </p:nvGrpSpPr>
        <p:grpSpPr>
          <a:xfrm>
            <a:off x="4950935" y="1858463"/>
            <a:ext cx="445250" cy="542750"/>
            <a:chOff x="5361275" y="1277575"/>
            <a:chExt cx="445250" cy="542750"/>
          </a:xfrm>
        </p:grpSpPr>
        <p:sp>
          <p:nvSpPr>
            <p:cNvPr id="3798" name="Google Shape;3798;p73"/>
            <p:cNvSpPr/>
            <p:nvPr/>
          </p:nvSpPr>
          <p:spPr>
            <a:xfrm>
              <a:off x="5361275" y="1277575"/>
              <a:ext cx="445250" cy="542750"/>
            </a:xfrm>
            <a:custGeom>
              <a:avLst/>
              <a:gdLst/>
              <a:ahLst/>
              <a:cxnLst/>
              <a:rect l="l" t="t" r="r" b="b"/>
              <a:pathLst>
                <a:path w="17810" h="21710" extrusionOk="0">
                  <a:moveTo>
                    <a:pt x="6456" y="5473"/>
                  </a:moveTo>
                  <a:cubicBezTo>
                    <a:pt x="6605" y="5473"/>
                    <a:pt x="6750" y="5553"/>
                    <a:pt x="6825" y="5695"/>
                  </a:cubicBezTo>
                  <a:cubicBezTo>
                    <a:pt x="7816" y="7408"/>
                    <a:pt x="7344" y="9491"/>
                    <a:pt x="6846" y="11700"/>
                  </a:cubicBezTo>
                  <a:cubicBezTo>
                    <a:pt x="6462" y="13399"/>
                    <a:pt x="6066" y="15153"/>
                    <a:pt x="6462" y="16622"/>
                  </a:cubicBezTo>
                  <a:lnTo>
                    <a:pt x="5587" y="16622"/>
                  </a:lnTo>
                  <a:cubicBezTo>
                    <a:pt x="5231" y="15034"/>
                    <a:pt x="5631" y="13246"/>
                    <a:pt x="6025" y="11513"/>
                  </a:cubicBezTo>
                  <a:cubicBezTo>
                    <a:pt x="6466" y="9559"/>
                    <a:pt x="6920" y="7541"/>
                    <a:pt x="6096" y="6113"/>
                  </a:cubicBezTo>
                  <a:cubicBezTo>
                    <a:pt x="5974" y="5913"/>
                    <a:pt x="6042" y="5648"/>
                    <a:pt x="6245" y="5529"/>
                  </a:cubicBezTo>
                  <a:cubicBezTo>
                    <a:pt x="6312" y="5491"/>
                    <a:pt x="6384" y="5473"/>
                    <a:pt x="6456" y="5473"/>
                  </a:cubicBezTo>
                  <a:close/>
                  <a:moveTo>
                    <a:pt x="11467" y="9574"/>
                  </a:moveTo>
                  <a:cubicBezTo>
                    <a:pt x="11645" y="9574"/>
                    <a:pt x="11821" y="9683"/>
                    <a:pt x="11876" y="9885"/>
                  </a:cubicBezTo>
                  <a:cubicBezTo>
                    <a:pt x="11907" y="9993"/>
                    <a:pt x="11890" y="10109"/>
                    <a:pt x="11836" y="10207"/>
                  </a:cubicBezTo>
                  <a:cubicBezTo>
                    <a:pt x="11228" y="11255"/>
                    <a:pt x="11571" y="12768"/>
                    <a:pt x="11900" y="14233"/>
                  </a:cubicBezTo>
                  <a:cubicBezTo>
                    <a:pt x="12080" y="15024"/>
                    <a:pt x="12263" y="15841"/>
                    <a:pt x="12324" y="16622"/>
                  </a:cubicBezTo>
                  <a:lnTo>
                    <a:pt x="11473" y="16622"/>
                  </a:lnTo>
                  <a:cubicBezTo>
                    <a:pt x="11415" y="15909"/>
                    <a:pt x="11242" y="15153"/>
                    <a:pt x="11079" y="14417"/>
                  </a:cubicBezTo>
                  <a:cubicBezTo>
                    <a:pt x="10696" y="12721"/>
                    <a:pt x="10333" y="11116"/>
                    <a:pt x="11103" y="9783"/>
                  </a:cubicBezTo>
                  <a:cubicBezTo>
                    <a:pt x="11186" y="9641"/>
                    <a:pt x="11327" y="9574"/>
                    <a:pt x="11467" y="9574"/>
                  </a:cubicBezTo>
                  <a:close/>
                  <a:moveTo>
                    <a:pt x="8909" y="846"/>
                  </a:moveTo>
                  <a:cubicBezTo>
                    <a:pt x="8956" y="846"/>
                    <a:pt x="9003" y="847"/>
                    <a:pt x="9051" y="848"/>
                  </a:cubicBezTo>
                  <a:cubicBezTo>
                    <a:pt x="12514" y="926"/>
                    <a:pt x="15265" y="3803"/>
                    <a:pt x="15265" y="7266"/>
                  </a:cubicBezTo>
                  <a:lnTo>
                    <a:pt x="15265" y="16622"/>
                  </a:lnTo>
                  <a:lnTo>
                    <a:pt x="13182" y="16622"/>
                  </a:lnTo>
                  <a:cubicBezTo>
                    <a:pt x="13135" y="16038"/>
                    <a:pt x="13047" y="15455"/>
                    <a:pt x="12921" y="14885"/>
                  </a:cubicBezTo>
                  <a:cubicBezTo>
                    <a:pt x="13542" y="14440"/>
                    <a:pt x="14125" y="13491"/>
                    <a:pt x="14132" y="12232"/>
                  </a:cubicBezTo>
                  <a:cubicBezTo>
                    <a:pt x="14136" y="12015"/>
                    <a:pt x="13980" y="11828"/>
                    <a:pt x="13766" y="11791"/>
                  </a:cubicBezTo>
                  <a:cubicBezTo>
                    <a:pt x="13747" y="11789"/>
                    <a:pt x="13727" y="11787"/>
                    <a:pt x="13709" y="11787"/>
                  </a:cubicBezTo>
                  <a:cubicBezTo>
                    <a:pt x="13478" y="11787"/>
                    <a:pt x="13284" y="11973"/>
                    <a:pt x="13284" y="12212"/>
                  </a:cubicBezTo>
                  <a:cubicBezTo>
                    <a:pt x="13284" y="13022"/>
                    <a:pt x="12992" y="13592"/>
                    <a:pt x="12707" y="13928"/>
                  </a:cubicBezTo>
                  <a:cubicBezTo>
                    <a:pt x="12423" y="12659"/>
                    <a:pt x="12151" y="11370"/>
                    <a:pt x="12575" y="10631"/>
                  </a:cubicBezTo>
                  <a:cubicBezTo>
                    <a:pt x="12979" y="10020"/>
                    <a:pt x="12782" y="9196"/>
                    <a:pt x="12151" y="8830"/>
                  </a:cubicBezTo>
                  <a:cubicBezTo>
                    <a:pt x="11950" y="8714"/>
                    <a:pt x="11732" y="8659"/>
                    <a:pt x="11516" y="8659"/>
                  </a:cubicBezTo>
                  <a:cubicBezTo>
                    <a:pt x="11052" y="8659"/>
                    <a:pt x="10602" y="8914"/>
                    <a:pt x="10377" y="9359"/>
                  </a:cubicBezTo>
                  <a:cubicBezTo>
                    <a:pt x="9882" y="10214"/>
                    <a:pt x="9766" y="11133"/>
                    <a:pt x="9824" y="12069"/>
                  </a:cubicBezTo>
                  <a:cubicBezTo>
                    <a:pt x="9607" y="11835"/>
                    <a:pt x="9454" y="11554"/>
                    <a:pt x="9380" y="11245"/>
                  </a:cubicBezTo>
                  <a:cubicBezTo>
                    <a:pt x="9331" y="11048"/>
                    <a:pt x="9158" y="10919"/>
                    <a:pt x="8965" y="10919"/>
                  </a:cubicBezTo>
                  <a:cubicBezTo>
                    <a:pt x="8928" y="10919"/>
                    <a:pt x="8891" y="10923"/>
                    <a:pt x="8854" y="10933"/>
                  </a:cubicBezTo>
                  <a:cubicBezTo>
                    <a:pt x="8623" y="10994"/>
                    <a:pt x="8491" y="11235"/>
                    <a:pt x="8559" y="11465"/>
                  </a:cubicBezTo>
                  <a:cubicBezTo>
                    <a:pt x="8806" y="12385"/>
                    <a:pt x="9417" y="12968"/>
                    <a:pt x="9963" y="13182"/>
                  </a:cubicBezTo>
                  <a:cubicBezTo>
                    <a:pt x="10048" y="13657"/>
                    <a:pt x="10153" y="14132"/>
                    <a:pt x="10258" y="14607"/>
                  </a:cubicBezTo>
                  <a:cubicBezTo>
                    <a:pt x="10411" y="15285"/>
                    <a:pt x="10570" y="15984"/>
                    <a:pt x="10628" y="16622"/>
                  </a:cubicBezTo>
                  <a:lnTo>
                    <a:pt x="7358" y="16622"/>
                  </a:lnTo>
                  <a:cubicBezTo>
                    <a:pt x="6907" y="15329"/>
                    <a:pt x="7300" y="13579"/>
                    <a:pt x="7684" y="11886"/>
                  </a:cubicBezTo>
                  <a:cubicBezTo>
                    <a:pt x="7938" y="10760"/>
                    <a:pt x="8192" y="9613"/>
                    <a:pt x="8250" y="8501"/>
                  </a:cubicBezTo>
                  <a:cubicBezTo>
                    <a:pt x="8905" y="8090"/>
                    <a:pt x="9546" y="7110"/>
                    <a:pt x="9549" y="5787"/>
                  </a:cubicBezTo>
                  <a:cubicBezTo>
                    <a:pt x="9556" y="5570"/>
                    <a:pt x="9400" y="5383"/>
                    <a:pt x="9186" y="5349"/>
                  </a:cubicBezTo>
                  <a:cubicBezTo>
                    <a:pt x="9166" y="5346"/>
                    <a:pt x="9145" y="5345"/>
                    <a:pt x="9125" y="5345"/>
                  </a:cubicBezTo>
                  <a:cubicBezTo>
                    <a:pt x="8896" y="5345"/>
                    <a:pt x="8701" y="5533"/>
                    <a:pt x="8701" y="5770"/>
                  </a:cubicBezTo>
                  <a:cubicBezTo>
                    <a:pt x="8701" y="6489"/>
                    <a:pt x="8474" y="7015"/>
                    <a:pt x="8223" y="7361"/>
                  </a:cubicBezTo>
                  <a:cubicBezTo>
                    <a:pt x="8148" y="6635"/>
                    <a:pt x="7952" y="5933"/>
                    <a:pt x="7568" y="5271"/>
                  </a:cubicBezTo>
                  <a:cubicBezTo>
                    <a:pt x="7334" y="4862"/>
                    <a:pt x="6908" y="4634"/>
                    <a:pt x="6470" y="4634"/>
                  </a:cubicBezTo>
                  <a:cubicBezTo>
                    <a:pt x="6256" y="4634"/>
                    <a:pt x="6038" y="4688"/>
                    <a:pt x="5838" y="4803"/>
                  </a:cubicBezTo>
                  <a:cubicBezTo>
                    <a:pt x="5231" y="5153"/>
                    <a:pt x="5021" y="5926"/>
                    <a:pt x="5370" y="6533"/>
                  </a:cubicBezTo>
                  <a:cubicBezTo>
                    <a:pt x="6028" y="7676"/>
                    <a:pt x="5628" y="9447"/>
                    <a:pt x="5204" y="11326"/>
                  </a:cubicBezTo>
                  <a:cubicBezTo>
                    <a:pt x="5072" y="11917"/>
                    <a:pt x="4936" y="12517"/>
                    <a:pt x="4827" y="13114"/>
                  </a:cubicBezTo>
                  <a:cubicBezTo>
                    <a:pt x="4607" y="12544"/>
                    <a:pt x="4488" y="11737"/>
                    <a:pt x="4753" y="10750"/>
                  </a:cubicBezTo>
                  <a:cubicBezTo>
                    <a:pt x="4810" y="10526"/>
                    <a:pt x="4675" y="10295"/>
                    <a:pt x="4451" y="10234"/>
                  </a:cubicBezTo>
                  <a:cubicBezTo>
                    <a:pt x="4413" y="10224"/>
                    <a:pt x="4376" y="10219"/>
                    <a:pt x="4339" y="10219"/>
                  </a:cubicBezTo>
                  <a:cubicBezTo>
                    <a:pt x="4152" y="10219"/>
                    <a:pt x="3983" y="10343"/>
                    <a:pt x="3932" y="10533"/>
                  </a:cubicBezTo>
                  <a:cubicBezTo>
                    <a:pt x="3420" y="12449"/>
                    <a:pt x="4115" y="13857"/>
                    <a:pt x="4648" y="14437"/>
                  </a:cubicBezTo>
                  <a:cubicBezTo>
                    <a:pt x="4583" y="15176"/>
                    <a:pt x="4590" y="15906"/>
                    <a:pt x="4732" y="16622"/>
                  </a:cubicBezTo>
                  <a:lnTo>
                    <a:pt x="2544" y="16622"/>
                  </a:lnTo>
                  <a:lnTo>
                    <a:pt x="2544" y="7208"/>
                  </a:lnTo>
                  <a:cubicBezTo>
                    <a:pt x="2544" y="3700"/>
                    <a:pt x="5398" y="846"/>
                    <a:pt x="8909" y="846"/>
                  </a:cubicBezTo>
                  <a:close/>
                  <a:moveTo>
                    <a:pt x="15262" y="17470"/>
                  </a:moveTo>
                  <a:lnTo>
                    <a:pt x="15262" y="18742"/>
                  </a:lnTo>
                  <a:lnTo>
                    <a:pt x="2541" y="18742"/>
                  </a:lnTo>
                  <a:lnTo>
                    <a:pt x="2541" y="17470"/>
                  </a:lnTo>
                  <a:close/>
                  <a:moveTo>
                    <a:pt x="16534" y="19590"/>
                  </a:moveTo>
                  <a:cubicBezTo>
                    <a:pt x="16771" y="19590"/>
                    <a:pt x="16958" y="19780"/>
                    <a:pt x="16958" y="20014"/>
                  </a:cubicBezTo>
                  <a:lnTo>
                    <a:pt x="16958" y="20862"/>
                  </a:lnTo>
                  <a:lnTo>
                    <a:pt x="845" y="20862"/>
                  </a:lnTo>
                  <a:lnTo>
                    <a:pt x="845" y="20014"/>
                  </a:lnTo>
                  <a:cubicBezTo>
                    <a:pt x="845" y="19780"/>
                    <a:pt x="1035" y="19590"/>
                    <a:pt x="1269" y="19590"/>
                  </a:cubicBezTo>
                  <a:close/>
                  <a:moveTo>
                    <a:pt x="8905" y="0"/>
                  </a:moveTo>
                  <a:cubicBezTo>
                    <a:pt x="4922" y="0"/>
                    <a:pt x="1696" y="3226"/>
                    <a:pt x="1696" y="7208"/>
                  </a:cubicBezTo>
                  <a:lnTo>
                    <a:pt x="1696" y="18742"/>
                  </a:lnTo>
                  <a:lnTo>
                    <a:pt x="1272" y="18742"/>
                  </a:lnTo>
                  <a:cubicBezTo>
                    <a:pt x="567" y="18742"/>
                    <a:pt x="0" y="19311"/>
                    <a:pt x="0" y="20014"/>
                  </a:cubicBezTo>
                  <a:lnTo>
                    <a:pt x="0" y="21286"/>
                  </a:lnTo>
                  <a:cubicBezTo>
                    <a:pt x="0" y="21520"/>
                    <a:pt x="187" y="21710"/>
                    <a:pt x="424" y="21710"/>
                  </a:cubicBezTo>
                  <a:lnTo>
                    <a:pt x="17385" y="21710"/>
                  </a:lnTo>
                  <a:cubicBezTo>
                    <a:pt x="17619" y="21710"/>
                    <a:pt x="17809" y="21520"/>
                    <a:pt x="17809" y="21286"/>
                  </a:cubicBezTo>
                  <a:lnTo>
                    <a:pt x="17809" y="20014"/>
                  </a:lnTo>
                  <a:cubicBezTo>
                    <a:pt x="17809" y="19311"/>
                    <a:pt x="17239" y="18742"/>
                    <a:pt x="16537" y="18742"/>
                  </a:cubicBezTo>
                  <a:lnTo>
                    <a:pt x="16113" y="18742"/>
                  </a:lnTo>
                  <a:lnTo>
                    <a:pt x="16113" y="7208"/>
                  </a:lnTo>
                  <a:cubicBezTo>
                    <a:pt x="16113" y="3226"/>
                    <a:pt x="12884" y="0"/>
                    <a:pt x="890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3"/>
            <p:cNvSpPr/>
            <p:nvPr/>
          </p:nvSpPr>
          <p:spPr>
            <a:xfrm>
              <a:off x="5476350" y="1328700"/>
              <a:ext cx="72875" cy="53275"/>
            </a:xfrm>
            <a:custGeom>
              <a:avLst/>
              <a:gdLst/>
              <a:ahLst/>
              <a:cxnLst/>
              <a:rect l="l" t="t" r="r" b="b"/>
              <a:pathLst>
                <a:path w="2915" h="2131" extrusionOk="0">
                  <a:moveTo>
                    <a:pt x="2432" y="1"/>
                  </a:moveTo>
                  <a:cubicBezTo>
                    <a:pt x="2375" y="1"/>
                    <a:pt x="2316" y="13"/>
                    <a:pt x="2260" y="38"/>
                  </a:cubicBezTo>
                  <a:cubicBezTo>
                    <a:pt x="1496" y="346"/>
                    <a:pt x="811" y="818"/>
                    <a:pt x="255" y="1418"/>
                  </a:cubicBezTo>
                  <a:cubicBezTo>
                    <a:pt x="1" y="1690"/>
                    <a:pt x="194" y="2131"/>
                    <a:pt x="564" y="2131"/>
                  </a:cubicBezTo>
                  <a:cubicBezTo>
                    <a:pt x="682" y="2131"/>
                    <a:pt x="794" y="2083"/>
                    <a:pt x="876" y="1995"/>
                  </a:cubicBezTo>
                  <a:cubicBezTo>
                    <a:pt x="1347" y="1486"/>
                    <a:pt x="1927" y="1086"/>
                    <a:pt x="2575" y="825"/>
                  </a:cubicBezTo>
                  <a:cubicBezTo>
                    <a:pt x="2802" y="747"/>
                    <a:pt x="2914" y="492"/>
                    <a:pt x="2826" y="268"/>
                  </a:cubicBezTo>
                  <a:cubicBezTo>
                    <a:pt x="2761" y="102"/>
                    <a:pt x="2601" y="1"/>
                    <a:pt x="243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3"/>
            <p:cNvSpPr/>
            <p:nvPr/>
          </p:nvSpPr>
          <p:spPr>
            <a:xfrm>
              <a:off x="5566975" y="1625250"/>
              <a:ext cx="27275" cy="21325"/>
            </a:xfrm>
            <a:custGeom>
              <a:avLst/>
              <a:gdLst/>
              <a:ahLst/>
              <a:cxnLst/>
              <a:rect l="l" t="t" r="r" b="b"/>
              <a:pathLst>
                <a:path w="1091" h="853" extrusionOk="0">
                  <a:moveTo>
                    <a:pt x="511" y="1"/>
                  </a:moveTo>
                  <a:cubicBezTo>
                    <a:pt x="331" y="1"/>
                    <a:pt x="171" y="109"/>
                    <a:pt x="110" y="279"/>
                  </a:cubicBezTo>
                  <a:cubicBezTo>
                    <a:pt x="0" y="578"/>
                    <a:pt x="238" y="852"/>
                    <a:pt x="509" y="852"/>
                  </a:cubicBezTo>
                  <a:cubicBezTo>
                    <a:pt x="588" y="852"/>
                    <a:pt x="671" y="828"/>
                    <a:pt x="748" y="774"/>
                  </a:cubicBezTo>
                  <a:cubicBezTo>
                    <a:pt x="1091" y="537"/>
                    <a:pt x="924" y="4"/>
                    <a:pt x="51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73"/>
            <p:cNvSpPr/>
            <p:nvPr/>
          </p:nvSpPr>
          <p:spPr>
            <a:xfrm>
              <a:off x="5452100" y="1459900"/>
              <a:ext cx="26725" cy="21225"/>
            </a:xfrm>
            <a:custGeom>
              <a:avLst/>
              <a:gdLst/>
              <a:ahLst/>
              <a:cxnLst/>
              <a:rect l="l" t="t" r="r" b="b"/>
              <a:pathLst>
                <a:path w="1069" h="849" extrusionOk="0">
                  <a:moveTo>
                    <a:pt x="504" y="0"/>
                  </a:moveTo>
                  <a:cubicBezTo>
                    <a:pt x="351" y="0"/>
                    <a:pt x="213" y="87"/>
                    <a:pt x="146" y="224"/>
                  </a:cubicBezTo>
                  <a:cubicBezTo>
                    <a:pt x="0" y="509"/>
                    <a:pt x="207" y="848"/>
                    <a:pt x="526" y="848"/>
                  </a:cubicBezTo>
                  <a:cubicBezTo>
                    <a:pt x="835" y="848"/>
                    <a:pt x="1069" y="516"/>
                    <a:pt x="886" y="187"/>
                  </a:cubicBezTo>
                  <a:cubicBezTo>
                    <a:pt x="818" y="71"/>
                    <a:pt x="692" y="0"/>
                    <a:pt x="560" y="0"/>
                  </a:cubicBezTo>
                  <a:lnTo>
                    <a:pt x="513" y="0"/>
                  </a:lnTo>
                  <a:cubicBezTo>
                    <a:pt x="510"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73"/>
            <p:cNvSpPr/>
            <p:nvPr/>
          </p:nvSpPr>
          <p:spPr>
            <a:xfrm>
              <a:off x="5628075" y="1372975"/>
              <a:ext cx="26725" cy="21225"/>
            </a:xfrm>
            <a:custGeom>
              <a:avLst/>
              <a:gdLst/>
              <a:ahLst/>
              <a:cxnLst/>
              <a:rect l="l" t="t" r="r" b="b"/>
              <a:pathLst>
                <a:path w="1069" h="849" extrusionOk="0">
                  <a:moveTo>
                    <a:pt x="504" y="0"/>
                  </a:moveTo>
                  <a:cubicBezTo>
                    <a:pt x="351" y="0"/>
                    <a:pt x="213" y="88"/>
                    <a:pt x="146" y="224"/>
                  </a:cubicBezTo>
                  <a:cubicBezTo>
                    <a:pt x="0" y="509"/>
                    <a:pt x="207" y="848"/>
                    <a:pt x="526" y="848"/>
                  </a:cubicBezTo>
                  <a:cubicBezTo>
                    <a:pt x="835" y="848"/>
                    <a:pt x="1069" y="516"/>
                    <a:pt x="882" y="187"/>
                  </a:cubicBezTo>
                  <a:cubicBezTo>
                    <a:pt x="818" y="71"/>
                    <a:pt x="692" y="0"/>
                    <a:pt x="560" y="0"/>
                  </a:cubicBezTo>
                  <a:lnTo>
                    <a:pt x="512" y="0"/>
                  </a:lnTo>
                  <a:cubicBezTo>
                    <a:pt x="509"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73"/>
            <p:cNvSpPr/>
            <p:nvPr/>
          </p:nvSpPr>
          <p:spPr>
            <a:xfrm>
              <a:off x="5679975" y="1440800"/>
              <a:ext cx="26825" cy="21225"/>
            </a:xfrm>
            <a:custGeom>
              <a:avLst/>
              <a:gdLst/>
              <a:ahLst/>
              <a:cxnLst/>
              <a:rect l="l" t="t" r="r" b="b"/>
              <a:pathLst>
                <a:path w="1073" h="849" extrusionOk="0">
                  <a:moveTo>
                    <a:pt x="504" y="1"/>
                  </a:moveTo>
                  <a:cubicBezTo>
                    <a:pt x="354" y="1"/>
                    <a:pt x="216" y="88"/>
                    <a:pt x="149" y="225"/>
                  </a:cubicBezTo>
                  <a:cubicBezTo>
                    <a:pt x="0" y="510"/>
                    <a:pt x="207" y="849"/>
                    <a:pt x="526" y="849"/>
                  </a:cubicBezTo>
                  <a:cubicBezTo>
                    <a:pt x="838" y="849"/>
                    <a:pt x="1072" y="513"/>
                    <a:pt x="886" y="187"/>
                  </a:cubicBezTo>
                  <a:cubicBezTo>
                    <a:pt x="818" y="72"/>
                    <a:pt x="696" y="1"/>
                    <a:pt x="563" y="1"/>
                  </a:cubicBezTo>
                  <a:lnTo>
                    <a:pt x="512" y="1"/>
                  </a:lnTo>
                  <a:cubicBezTo>
                    <a:pt x="510" y="1"/>
                    <a:pt x="507" y="1"/>
                    <a:pt x="5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73"/>
            <p:cNvSpPr/>
            <p:nvPr/>
          </p:nvSpPr>
          <p:spPr>
            <a:xfrm>
              <a:off x="5570475" y="1319950"/>
              <a:ext cx="26750" cy="21250"/>
            </a:xfrm>
            <a:custGeom>
              <a:avLst/>
              <a:gdLst/>
              <a:ahLst/>
              <a:cxnLst/>
              <a:rect l="l" t="t" r="r" b="b"/>
              <a:pathLst>
                <a:path w="1070" h="850" extrusionOk="0">
                  <a:moveTo>
                    <a:pt x="504" y="1"/>
                  </a:moveTo>
                  <a:cubicBezTo>
                    <a:pt x="352" y="1"/>
                    <a:pt x="217" y="88"/>
                    <a:pt x="150" y="225"/>
                  </a:cubicBezTo>
                  <a:cubicBezTo>
                    <a:pt x="1" y="510"/>
                    <a:pt x="208" y="849"/>
                    <a:pt x="527" y="849"/>
                  </a:cubicBezTo>
                  <a:cubicBezTo>
                    <a:pt x="839" y="849"/>
                    <a:pt x="1069" y="513"/>
                    <a:pt x="886" y="188"/>
                  </a:cubicBezTo>
                  <a:cubicBezTo>
                    <a:pt x="818" y="72"/>
                    <a:pt x="696" y="1"/>
                    <a:pt x="561" y="1"/>
                  </a:cubicBezTo>
                  <a:lnTo>
                    <a:pt x="513" y="1"/>
                  </a:lnTo>
                  <a:cubicBezTo>
                    <a:pt x="510" y="1"/>
                    <a:pt x="507" y="1"/>
                    <a:pt x="5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05" name="Google Shape;3805;p73"/>
          <p:cNvGrpSpPr/>
          <p:nvPr/>
        </p:nvGrpSpPr>
        <p:grpSpPr>
          <a:xfrm>
            <a:off x="5554120" y="1858463"/>
            <a:ext cx="542775" cy="542750"/>
            <a:chOff x="5957625" y="1277575"/>
            <a:chExt cx="542775" cy="542750"/>
          </a:xfrm>
        </p:grpSpPr>
        <p:sp>
          <p:nvSpPr>
            <p:cNvPr id="3806" name="Google Shape;3806;p73"/>
            <p:cNvSpPr/>
            <p:nvPr/>
          </p:nvSpPr>
          <p:spPr>
            <a:xfrm>
              <a:off x="5957625" y="1277575"/>
              <a:ext cx="542775" cy="542750"/>
            </a:xfrm>
            <a:custGeom>
              <a:avLst/>
              <a:gdLst/>
              <a:ahLst/>
              <a:cxnLst/>
              <a:rect l="l" t="t" r="r" b="b"/>
              <a:pathLst>
                <a:path w="21711" h="21710" extrusionOk="0">
                  <a:moveTo>
                    <a:pt x="16008" y="5136"/>
                  </a:moveTo>
                  <a:cubicBezTo>
                    <a:pt x="19563" y="5699"/>
                    <a:pt x="20865" y="6669"/>
                    <a:pt x="20865" y="7202"/>
                  </a:cubicBezTo>
                  <a:cubicBezTo>
                    <a:pt x="20865" y="7598"/>
                    <a:pt x="20146" y="8260"/>
                    <a:pt x="18121" y="8820"/>
                  </a:cubicBezTo>
                  <a:cubicBezTo>
                    <a:pt x="16184" y="9352"/>
                    <a:pt x="13606" y="9644"/>
                    <a:pt x="10855" y="9644"/>
                  </a:cubicBezTo>
                  <a:cubicBezTo>
                    <a:pt x="8107" y="9644"/>
                    <a:pt x="5529" y="9352"/>
                    <a:pt x="3592" y="8820"/>
                  </a:cubicBezTo>
                  <a:cubicBezTo>
                    <a:pt x="1567" y="8263"/>
                    <a:pt x="848" y="7598"/>
                    <a:pt x="848" y="7202"/>
                  </a:cubicBezTo>
                  <a:cubicBezTo>
                    <a:pt x="848" y="6669"/>
                    <a:pt x="2151" y="5702"/>
                    <a:pt x="5706" y="5136"/>
                  </a:cubicBezTo>
                  <a:lnTo>
                    <a:pt x="5706" y="5156"/>
                  </a:lnTo>
                  <a:cubicBezTo>
                    <a:pt x="5706" y="6516"/>
                    <a:pt x="8942" y="6879"/>
                    <a:pt x="10858" y="6879"/>
                  </a:cubicBezTo>
                  <a:cubicBezTo>
                    <a:pt x="12772" y="6879"/>
                    <a:pt x="16008" y="6516"/>
                    <a:pt x="16008" y="5156"/>
                  </a:cubicBezTo>
                  <a:lnTo>
                    <a:pt x="16008" y="5136"/>
                  </a:lnTo>
                  <a:close/>
                  <a:moveTo>
                    <a:pt x="10855" y="0"/>
                  </a:moveTo>
                  <a:cubicBezTo>
                    <a:pt x="10204" y="0"/>
                    <a:pt x="9556" y="122"/>
                    <a:pt x="8949" y="366"/>
                  </a:cubicBezTo>
                  <a:cubicBezTo>
                    <a:pt x="8725" y="448"/>
                    <a:pt x="8613" y="699"/>
                    <a:pt x="8701" y="919"/>
                  </a:cubicBezTo>
                  <a:cubicBezTo>
                    <a:pt x="8768" y="1086"/>
                    <a:pt x="8929" y="1186"/>
                    <a:pt x="9099" y="1186"/>
                  </a:cubicBezTo>
                  <a:cubicBezTo>
                    <a:pt x="9154" y="1186"/>
                    <a:pt x="9210" y="1176"/>
                    <a:pt x="9264" y="1153"/>
                  </a:cubicBezTo>
                  <a:cubicBezTo>
                    <a:pt x="9777" y="949"/>
                    <a:pt x="10316" y="849"/>
                    <a:pt x="10854" y="849"/>
                  </a:cubicBezTo>
                  <a:cubicBezTo>
                    <a:pt x="11702" y="849"/>
                    <a:pt x="12544" y="1099"/>
                    <a:pt x="13267" y="1588"/>
                  </a:cubicBezTo>
                  <a:cubicBezTo>
                    <a:pt x="14447" y="2388"/>
                    <a:pt x="15156" y="3718"/>
                    <a:pt x="15160" y="5142"/>
                  </a:cubicBezTo>
                  <a:cubicBezTo>
                    <a:pt x="15122" y="5221"/>
                    <a:pt x="14834" y="5475"/>
                    <a:pt x="13935" y="5702"/>
                  </a:cubicBezTo>
                  <a:cubicBezTo>
                    <a:pt x="13097" y="5913"/>
                    <a:pt x="12002" y="6028"/>
                    <a:pt x="10855" y="6028"/>
                  </a:cubicBezTo>
                  <a:cubicBezTo>
                    <a:pt x="9709" y="6028"/>
                    <a:pt x="8613" y="5913"/>
                    <a:pt x="7775" y="5702"/>
                  </a:cubicBezTo>
                  <a:cubicBezTo>
                    <a:pt x="6876" y="5475"/>
                    <a:pt x="6588" y="5221"/>
                    <a:pt x="6550" y="5142"/>
                  </a:cubicBezTo>
                  <a:cubicBezTo>
                    <a:pt x="6554" y="4600"/>
                    <a:pt x="6656" y="4064"/>
                    <a:pt x="6856" y="3562"/>
                  </a:cubicBezTo>
                  <a:cubicBezTo>
                    <a:pt x="6944" y="3345"/>
                    <a:pt x="6839" y="3097"/>
                    <a:pt x="6622" y="3012"/>
                  </a:cubicBezTo>
                  <a:cubicBezTo>
                    <a:pt x="6569" y="2991"/>
                    <a:pt x="6514" y="2981"/>
                    <a:pt x="6461" y="2981"/>
                  </a:cubicBezTo>
                  <a:cubicBezTo>
                    <a:pt x="6293" y="2981"/>
                    <a:pt x="6136" y="3081"/>
                    <a:pt x="6069" y="3246"/>
                  </a:cubicBezTo>
                  <a:cubicBezTo>
                    <a:pt x="5940" y="3575"/>
                    <a:pt x="5841" y="3918"/>
                    <a:pt x="5780" y="4264"/>
                  </a:cubicBezTo>
                  <a:cubicBezTo>
                    <a:pt x="3925" y="4545"/>
                    <a:pt x="0" y="5360"/>
                    <a:pt x="0" y="7198"/>
                  </a:cubicBezTo>
                  <a:cubicBezTo>
                    <a:pt x="0" y="8189"/>
                    <a:pt x="1167" y="9030"/>
                    <a:pt x="3369" y="9634"/>
                  </a:cubicBezTo>
                  <a:cubicBezTo>
                    <a:pt x="4359" y="9908"/>
                    <a:pt x="5506" y="10119"/>
                    <a:pt x="6757" y="10265"/>
                  </a:cubicBezTo>
                  <a:lnTo>
                    <a:pt x="3830" y="21177"/>
                  </a:lnTo>
                  <a:cubicBezTo>
                    <a:pt x="3769" y="21401"/>
                    <a:pt x="3905" y="21635"/>
                    <a:pt x="4132" y="21696"/>
                  </a:cubicBezTo>
                  <a:cubicBezTo>
                    <a:pt x="4166" y="21706"/>
                    <a:pt x="4203" y="21710"/>
                    <a:pt x="4240" y="21710"/>
                  </a:cubicBezTo>
                  <a:cubicBezTo>
                    <a:pt x="4434" y="21710"/>
                    <a:pt x="4600" y="21581"/>
                    <a:pt x="4651" y="21398"/>
                  </a:cubicBezTo>
                  <a:lnTo>
                    <a:pt x="7609" y="10349"/>
                  </a:lnTo>
                  <a:cubicBezTo>
                    <a:pt x="8647" y="10441"/>
                    <a:pt x="9736" y="10489"/>
                    <a:pt x="10855" y="10489"/>
                  </a:cubicBezTo>
                  <a:cubicBezTo>
                    <a:pt x="11971" y="10489"/>
                    <a:pt x="13063" y="10441"/>
                    <a:pt x="14098" y="10349"/>
                  </a:cubicBezTo>
                  <a:lnTo>
                    <a:pt x="17059" y="21398"/>
                  </a:lnTo>
                  <a:cubicBezTo>
                    <a:pt x="17110" y="21581"/>
                    <a:pt x="17276" y="21710"/>
                    <a:pt x="17470" y="21710"/>
                  </a:cubicBezTo>
                  <a:cubicBezTo>
                    <a:pt x="17507" y="21710"/>
                    <a:pt x="17541" y="21706"/>
                    <a:pt x="17578" y="21696"/>
                  </a:cubicBezTo>
                  <a:cubicBezTo>
                    <a:pt x="17806" y="21635"/>
                    <a:pt x="17938" y="21401"/>
                    <a:pt x="17877" y="21177"/>
                  </a:cubicBezTo>
                  <a:lnTo>
                    <a:pt x="14953" y="10265"/>
                  </a:lnTo>
                  <a:cubicBezTo>
                    <a:pt x="16201" y="10119"/>
                    <a:pt x="17351" y="9908"/>
                    <a:pt x="18342" y="9634"/>
                  </a:cubicBezTo>
                  <a:cubicBezTo>
                    <a:pt x="20543" y="9030"/>
                    <a:pt x="21707" y="8189"/>
                    <a:pt x="21707" y="7198"/>
                  </a:cubicBezTo>
                  <a:cubicBezTo>
                    <a:pt x="21710" y="5360"/>
                    <a:pt x="17789" y="4545"/>
                    <a:pt x="15930" y="4267"/>
                  </a:cubicBezTo>
                  <a:cubicBezTo>
                    <a:pt x="15509" y="1845"/>
                    <a:pt x="13396" y="0"/>
                    <a:pt x="108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73"/>
            <p:cNvSpPr/>
            <p:nvPr/>
          </p:nvSpPr>
          <p:spPr>
            <a:xfrm>
              <a:off x="6215925" y="1473800"/>
              <a:ext cx="25725" cy="21275"/>
            </a:xfrm>
            <a:custGeom>
              <a:avLst/>
              <a:gdLst/>
              <a:ahLst/>
              <a:cxnLst/>
              <a:rect l="l" t="t" r="r" b="b"/>
              <a:pathLst>
                <a:path w="1029" h="851" extrusionOk="0">
                  <a:moveTo>
                    <a:pt x="513" y="0"/>
                  </a:moveTo>
                  <a:cubicBezTo>
                    <a:pt x="350" y="0"/>
                    <a:pt x="204" y="92"/>
                    <a:pt x="140" y="241"/>
                  </a:cubicBezTo>
                  <a:cubicBezTo>
                    <a:pt x="1" y="540"/>
                    <a:pt x="233" y="850"/>
                    <a:pt x="525" y="850"/>
                  </a:cubicBezTo>
                  <a:cubicBezTo>
                    <a:pt x="575" y="850"/>
                    <a:pt x="627" y="841"/>
                    <a:pt x="679" y="821"/>
                  </a:cubicBezTo>
                  <a:cubicBezTo>
                    <a:pt x="794" y="781"/>
                    <a:pt x="883" y="689"/>
                    <a:pt x="923" y="574"/>
                  </a:cubicBezTo>
                  <a:cubicBezTo>
                    <a:pt x="1029" y="296"/>
                    <a:pt x="822" y="0"/>
                    <a:pt x="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73"/>
            <p:cNvSpPr/>
            <p:nvPr/>
          </p:nvSpPr>
          <p:spPr>
            <a:xfrm>
              <a:off x="6139275" y="1468550"/>
              <a:ext cx="25700" cy="21200"/>
            </a:xfrm>
            <a:custGeom>
              <a:avLst/>
              <a:gdLst/>
              <a:ahLst/>
              <a:cxnLst/>
              <a:rect l="l" t="t" r="r" b="b"/>
              <a:pathLst>
                <a:path w="1028" h="848" extrusionOk="0">
                  <a:moveTo>
                    <a:pt x="504" y="0"/>
                  </a:moveTo>
                  <a:cubicBezTo>
                    <a:pt x="345" y="0"/>
                    <a:pt x="203" y="94"/>
                    <a:pt x="139" y="241"/>
                  </a:cubicBezTo>
                  <a:cubicBezTo>
                    <a:pt x="1" y="536"/>
                    <a:pt x="231" y="848"/>
                    <a:pt x="523" y="848"/>
                  </a:cubicBezTo>
                  <a:cubicBezTo>
                    <a:pt x="573" y="848"/>
                    <a:pt x="626" y="838"/>
                    <a:pt x="679" y="818"/>
                  </a:cubicBezTo>
                  <a:cubicBezTo>
                    <a:pt x="794" y="777"/>
                    <a:pt x="882" y="685"/>
                    <a:pt x="923" y="570"/>
                  </a:cubicBezTo>
                  <a:cubicBezTo>
                    <a:pt x="1027" y="293"/>
                    <a:pt x="823" y="0"/>
                    <a:pt x="528" y="0"/>
                  </a:cubicBezTo>
                  <a:cubicBezTo>
                    <a:pt x="526" y="0"/>
                    <a:pt x="524" y="0"/>
                    <a:pt x="523" y="0"/>
                  </a:cubicBezTo>
                  <a:lnTo>
                    <a:pt x="512" y="0"/>
                  </a:lnTo>
                  <a:cubicBezTo>
                    <a:pt x="510"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73"/>
            <p:cNvSpPr/>
            <p:nvPr/>
          </p:nvSpPr>
          <p:spPr>
            <a:xfrm>
              <a:off x="6064825" y="1448350"/>
              <a:ext cx="25700" cy="21300"/>
            </a:xfrm>
            <a:custGeom>
              <a:avLst/>
              <a:gdLst/>
              <a:ahLst/>
              <a:cxnLst/>
              <a:rect l="l" t="t" r="r" b="b"/>
              <a:pathLst>
                <a:path w="1028" h="852" extrusionOk="0">
                  <a:moveTo>
                    <a:pt x="512" y="1"/>
                  </a:moveTo>
                  <a:cubicBezTo>
                    <a:pt x="349" y="1"/>
                    <a:pt x="203" y="96"/>
                    <a:pt x="139" y="242"/>
                  </a:cubicBezTo>
                  <a:cubicBezTo>
                    <a:pt x="0" y="539"/>
                    <a:pt x="231" y="852"/>
                    <a:pt x="522" y="852"/>
                  </a:cubicBezTo>
                  <a:cubicBezTo>
                    <a:pt x="573" y="852"/>
                    <a:pt x="626" y="842"/>
                    <a:pt x="678" y="822"/>
                  </a:cubicBezTo>
                  <a:cubicBezTo>
                    <a:pt x="794" y="778"/>
                    <a:pt x="882" y="689"/>
                    <a:pt x="923" y="574"/>
                  </a:cubicBezTo>
                  <a:cubicBezTo>
                    <a:pt x="1028" y="296"/>
                    <a:pt x="821" y="1"/>
                    <a:pt x="5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73"/>
            <p:cNvSpPr/>
            <p:nvPr/>
          </p:nvSpPr>
          <p:spPr>
            <a:xfrm>
              <a:off x="6292075" y="1468550"/>
              <a:ext cx="26750" cy="21225"/>
            </a:xfrm>
            <a:custGeom>
              <a:avLst/>
              <a:gdLst/>
              <a:ahLst/>
              <a:cxnLst/>
              <a:rect l="l" t="t" r="r" b="b"/>
              <a:pathLst>
                <a:path w="1070" h="849" extrusionOk="0">
                  <a:moveTo>
                    <a:pt x="544" y="0"/>
                  </a:moveTo>
                  <a:cubicBezTo>
                    <a:pt x="235" y="0"/>
                    <a:pt x="1" y="333"/>
                    <a:pt x="187" y="662"/>
                  </a:cubicBezTo>
                  <a:cubicBezTo>
                    <a:pt x="255" y="777"/>
                    <a:pt x="377" y="848"/>
                    <a:pt x="510" y="848"/>
                  </a:cubicBezTo>
                  <a:lnTo>
                    <a:pt x="561" y="848"/>
                  </a:lnTo>
                  <a:cubicBezTo>
                    <a:pt x="713" y="848"/>
                    <a:pt x="856" y="760"/>
                    <a:pt x="924" y="624"/>
                  </a:cubicBezTo>
                  <a:cubicBezTo>
                    <a:pt x="1069" y="339"/>
                    <a:pt x="866" y="0"/>
                    <a:pt x="5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73"/>
            <p:cNvSpPr/>
            <p:nvPr/>
          </p:nvSpPr>
          <p:spPr>
            <a:xfrm>
              <a:off x="6366550" y="1448350"/>
              <a:ext cx="26725" cy="21225"/>
            </a:xfrm>
            <a:custGeom>
              <a:avLst/>
              <a:gdLst/>
              <a:ahLst/>
              <a:cxnLst/>
              <a:rect l="l" t="t" r="r" b="b"/>
              <a:pathLst>
                <a:path w="1069" h="849" extrusionOk="0">
                  <a:moveTo>
                    <a:pt x="546" y="1"/>
                  </a:moveTo>
                  <a:cubicBezTo>
                    <a:pt x="234" y="1"/>
                    <a:pt x="0" y="333"/>
                    <a:pt x="187" y="662"/>
                  </a:cubicBezTo>
                  <a:cubicBezTo>
                    <a:pt x="255" y="778"/>
                    <a:pt x="377" y="849"/>
                    <a:pt x="512" y="849"/>
                  </a:cubicBezTo>
                  <a:lnTo>
                    <a:pt x="560" y="849"/>
                  </a:lnTo>
                  <a:cubicBezTo>
                    <a:pt x="563" y="849"/>
                    <a:pt x="566" y="849"/>
                    <a:pt x="568" y="849"/>
                  </a:cubicBezTo>
                  <a:cubicBezTo>
                    <a:pt x="718" y="849"/>
                    <a:pt x="856" y="761"/>
                    <a:pt x="923" y="625"/>
                  </a:cubicBezTo>
                  <a:cubicBezTo>
                    <a:pt x="1069" y="340"/>
                    <a:pt x="865" y="1"/>
                    <a:pt x="5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73"/>
            <p:cNvSpPr/>
            <p:nvPr/>
          </p:nvSpPr>
          <p:spPr>
            <a:xfrm>
              <a:off x="6132325" y="1312675"/>
              <a:ext cx="26725" cy="21225"/>
            </a:xfrm>
            <a:custGeom>
              <a:avLst/>
              <a:gdLst/>
              <a:ahLst/>
              <a:cxnLst/>
              <a:rect l="l" t="t" r="r" b="b"/>
              <a:pathLst>
                <a:path w="1069" h="849" extrusionOk="0">
                  <a:moveTo>
                    <a:pt x="504" y="0"/>
                  </a:moveTo>
                  <a:cubicBezTo>
                    <a:pt x="351" y="0"/>
                    <a:pt x="212" y="88"/>
                    <a:pt x="146" y="224"/>
                  </a:cubicBezTo>
                  <a:cubicBezTo>
                    <a:pt x="0" y="509"/>
                    <a:pt x="207" y="848"/>
                    <a:pt x="526" y="848"/>
                  </a:cubicBezTo>
                  <a:cubicBezTo>
                    <a:pt x="834" y="848"/>
                    <a:pt x="1069" y="516"/>
                    <a:pt x="885" y="187"/>
                  </a:cubicBezTo>
                  <a:cubicBezTo>
                    <a:pt x="818" y="72"/>
                    <a:pt x="692" y="0"/>
                    <a:pt x="560" y="0"/>
                  </a:cubicBezTo>
                  <a:lnTo>
                    <a:pt x="512" y="0"/>
                  </a:lnTo>
                  <a:cubicBezTo>
                    <a:pt x="509" y="0"/>
                    <a:pt x="506"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73"/>
            <p:cNvSpPr/>
            <p:nvPr/>
          </p:nvSpPr>
          <p:spPr>
            <a:xfrm>
              <a:off x="6134275" y="1574500"/>
              <a:ext cx="181750" cy="209100"/>
            </a:xfrm>
            <a:custGeom>
              <a:avLst/>
              <a:gdLst/>
              <a:ahLst/>
              <a:cxnLst/>
              <a:rect l="l" t="t" r="r" b="b"/>
              <a:pathLst>
                <a:path w="7270" h="8364" extrusionOk="0">
                  <a:moveTo>
                    <a:pt x="4881" y="864"/>
                  </a:moveTo>
                  <a:cubicBezTo>
                    <a:pt x="4915" y="932"/>
                    <a:pt x="4939" y="1000"/>
                    <a:pt x="4963" y="1071"/>
                  </a:cubicBezTo>
                  <a:cubicBezTo>
                    <a:pt x="5102" y="1508"/>
                    <a:pt x="5346" y="2268"/>
                    <a:pt x="5997" y="2923"/>
                  </a:cubicBezTo>
                  <a:cubicBezTo>
                    <a:pt x="5807" y="2920"/>
                    <a:pt x="5617" y="2896"/>
                    <a:pt x="5431" y="2852"/>
                  </a:cubicBezTo>
                  <a:cubicBezTo>
                    <a:pt x="5400" y="2845"/>
                    <a:pt x="5369" y="2842"/>
                    <a:pt x="5339" y="2842"/>
                  </a:cubicBezTo>
                  <a:cubicBezTo>
                    <a:pt x="5050" y="2842"/>
                    <a:pt x="4832" y="3136"/>
                    <a:pt x="4946" y="3425"/>
                  </a:cubicBezTo>
                  <a:cubicBezTo>
                    <a:pt x="5139" y="3896"/>
                    <a:pt x="5407" y="4334"/>
                    <a:pt x="5740" y="4724"/>
                  </a:cubicBezTo>
                  <a:cubicBezTo>
                    <a:pt x="5624" y="4711"/>
                    <a:pt x="5512" y="4694"/>
                    <a:pt x="5404" y="4673"/>
                  </a:cubicBezTo>
                  <a:cubicBezTo>
                    <a:pt x="5377" y="4668"/>
                    <a:pt x="5351" y="4666"/>
                    <a:pt x="5325" y="4666"/>
                  </a:cubicBezTo>
                  <a:cubicBezTo>
                    <a:pt x="5007" y="4666"/>
                    <a:pt x="4790" y="5019"/>
                    <a:pt x="4963" y="5308"/>
                  </a:cubicBezTo>
                  <a:cubicBezTo>
                    <a:pt x="5204" y="5718"/>
                    <a:pt x="5472" y="6142"/>
                    <a:pt x="5801" y="6539"/>
                  </a:cubicBezTo>
                  <a:cubicBezTo>
                    <a:pt x="5153" y="6508"/>
                    <a:pt x="4505" y="6420"/>
                    <a:pt x="3871" y="6274"/>
                  </a:cubicBezTo>
                  <a:lnTo>
                    <a:pt x="4060" y="5572"/>
                  </a:lnTo>
                  <a:cubicBezTo>
                    <a:pt x="4111" y="5348"/>
                    <a:pt x="3976" y="5124"/>
                    <a:pt x="3755" y="5063"/>
                  </a:cubicBezTo>
                  <a:cubicBezTo>
                    <a:pt x="3719" y="5054"/>
                    <a:pt x="3683" y="5049"/>
                    <a:pt x="3647" y="5049"/>
                  </a:cubicBezTo>
                  <a:cubicBezTo>
                    <a:pt x="3464" y="5049"/>
                    <a:pt x="3296" y="5167"/>
                    <a:pt x="3240" y="5352"/>
                  </a:cubicBezTo>
                  <a:lnTo>
                    <a:pt x="3053" y="6054"/>
                  </a:lnTo>
                  <a:cubicBezTo>
                    <a:pt x="2429" y="5864"/>
                    <a:pt x="1825" y="5616"/>
                    <a:pt x="1248" y="5318"/>
                  </a:cubicBezTo>
                  <a:cubicBezTo>
                    <a:pt x="1733" y="5141"/>
                    <a:pt x="2174" y="4904"/>
                    <a:pt x="2592" y="4673"/>
                  </a:cubicBezTo>
                  <a:cubicBezTo>
                    <a:pt x="2907" y="4493"/>
                    <a:pt x="2866" y="4025"/>
                    <a:pt x="2524" y="3903"/>
                  </a:cubicBezTo>
                  <a:cubicBezTo>
                    <a:pt x="2419" y="3866"/>
                    <a:pt x="2314" y="3822"/>
                    <a:pt x="2212" y="3778"/>
                  </a:cubicBezTo>
                  <a:cubicBezTo>
                    <a:pt x="2690" y="3605"/>
                    <a:pt x="3141" y="3361"/>
                    <a:pt x="3548" y="3048"/>
                  </a:cubicBezTo>
                  <a:cubicBezTo>
                    <a:pt x="3813" y="2838"/>
                    <a:pt x="3735" y="2414"/>
                    <a:pt x="3413" y="2312"/>
                  </a:cubicBezTo>
                  <a:cubicBezTo>
                    <a:pt x="3229" y="2255"/>
                    <a:pt x="3053" y="2183"/>
                    <a:pt x="2887" y="2092"/>
                  </a:cubicBezTo>
                  <a:cubicBezTo>
                    <a:pt x="3779" y="1848"/>
                    <a:pt x="4373" y="1312"/>
                    <a:pt x="4712" y="1003"/>
                  </a:cubicBezTo>
                  <a:cubicBezTo>
                    <a:pt x="4763" y="952"/>
                    <a:pt x="4820" y="905"/>
                    <a:pt x="4881" y="864"/>
                  </a:cubicBezTo>
                  <a:close/>
                  <a:moveTo>
                    <a:pt x="4893" y="0"/>
                  </a:moveTo>
                  <a:cubicBezTo>
                    <a:pt x="4551" y="0"/>
                    <a:pt x="4301" y="228"/>
                    <a:pt x="4142" y="375"/>
                  </a:cubicBezTo>
                  <a:cubicBezTo>
                    <a:pt x="3792" y="687"/>
                    <a:pt x="3216" y="1213"/>
                    <a:pt x="2341" y="1339"/>
                  </a:cubicBezTo>
                  <a:cubicBezTo>
                    <a:pt x="1801" y="1400"/>
                    <a:pt x="1571" y="2055"/>
                    <a:pt x="1954" y="2438"/>
                  </a:cubicBezTo>
                  <a:cubicBezTo>
                    <a:pt x="2083" y="2567"/>
                    <a:pt x="2229" y="2682"/>
                    <a:pt x="2388" y="2780"/>
                  </a:cubicBezTo>
                  <a:cubicBezTo>
                    <a:pt x="2117" y="2913"/>
                    <a:pt x="1832" y="3021"/>
                    <a:pt x="1540" y="3103"/>
                  </a:cubicBezTo>
                  <a:cubicBezTo>
                    <a:pt x="963" y="3232"/>
                    <a:pt x="848" y="3998"/>
                    <a:pt x="1357" y="4293"/>
                  </a:cubicBezTo>
                  <a:cubicBezTo>
                    <a:pt x="1377" y="4304"/>
                    <a:pt x="1401" y="4317"/>
                    <a:pt x="1418" y="4327"/>
                  </a:cubicBezTo>
                  <a:cubicBezTo>
                    <a:pt x="1150" y="4456"/>
                    <a:pt x="872" y="4561"/>
                    <a:pt x="587" y="4639"/>
                  </a:cubicBezTo>
                  <a:cubicBezTo>
                    <a:pt x="414" y="4683"/>
                    <a:pt x="268" y="4792"/>
                    <a:pt x="180" y="4945"/>
                  </a:cubicBezTo>
                  <a:cubicBezTo>
                    <a:pt x="0" y="5253"/>
                    <a:pt x="105" y="5650"/>
                    <a:pt x="417" y="5827"/>
                  </a:cubicBezTo>
                  <a:cubicBezTo>
                    <a:pt x="1181" y="6268"/>
                    <a:pt x="1991" y="6617"/>
                    <a:pt x="2833" y="6875"/>
                  </a:cubicBezTo>
                  <a:lnTo>
                    <a:pt x="2578" y="7828"/>
                  </a:lnTo>
                  <a:cubicBezTo>
                    <a:pt x="2517" y="8055"/>
                    <a:pt x="2653" y="8289"/>
                    <a:pt x="2877" y="8347"/>
                  </a:cubicBezTo>
                  <a:cubicBezTo>
                    <a:pt x="2914" y="8357"/>
                    <a:pt x="2951" y="8364"/>
                    <a:pt x="2989" y="8364"/>
                  </a:cubicBezTo>
                  <a:cubicBezTo>
                    <a:pt x="3179" y="8364"/>
                    <a:pt x="3348" y="8235"/>
                    <a:pt x="3396" y="8048"/>
                  </a:cubicBezTo>
                  <a:lnTo>
                    <a:pt x="3650" y="7092"/>
                  </a:lnTo>
                  <a:cubicBezTo>
                    <a:pt x="4508" y="7292"/>
                    <a:pt x="5387" y="7394"/>
                    <a:pt x="6269" y="7397"/>
                  </a:cubicBezTo>
                  <a:lnTo>
                    <a:pt x="6293" y="7397"/>
                  </a:lnTo>
                  <a:cubicBezTo>
                    <a:pt x="6856" y="7377"/>
                    <a:pt x="7124" y="6692"/>
                    <a:pt x="6727" y="6295"/>
                  </a:cubicBezTo>
                  <a:cubicBezTo>
                    <a:pt x="6513" y="6078"/>
                    <a:pt x="6320" y="5844"/>
                    <a:pt x="6150" y="5596"/>
                  </a:cubicBezTo>
                  <a:lnTo>
                    <a:pt x="6150" y="5596"/>
                  </a:lnTo>
                  <a:cubicBezTo>
                    <a:pt x="6169" y="5598"/>
                    <a:pt x="6187" y="5598"/>
                    <a:pt x="6204" y="5598"/>
                  </a:cubicBezTo>
                  <a:cubicBezTo>
                    <a:pt x="6222" y="5598"/>
                    <a:pt x="6240" y="5598"/>
                    <a:pt x="6259" y="5596"/>
                  </a:cubicBezTo>
                  <a:cubicBezTo>
                    <a:pt x="6818" y="5562"/>
                    <a:pt x="7073" y="4887"/>
                    <a:pt x="6676" y="4493"/>
                  </a:cubicBezTo>
                  <a:cubicBezTo>
                    <a:pt x="6455" y="4273"/>
                    <a:pt x="6255" y="4032"/>
                    <a:pt x="6082" y="3771"/>
                  </a:cubicBezTo>
                  <a:cubicBezTo>
                    <a:pt x="6269" y="3768"/>
                    <a:pt x="6452" y="3740"/>
                    <a:pt x="6632" y="3693"/>
                  </a:cubicBezTo>
                  <a:lnTo>
                    <a:pt x="6659" y="3686"/>
                  </a:lnTo>
                  <a:cubicBezTo>
                    <a:pt x="7154" y="3527"/>
                    <a:pt x="7269" y="2879"/>
                    <a:pt x="6859" y="2560"/>
                  </a:cubicBezTo>
                  <a:lnTo>
                    <a:pt x="6859" y="2557"/>
                  </a:lnTo>
                  <a:cubicBezTo>
                    <a:pt x="6153" y="2010"/>
                    <a:pt x="5913" y="1261"/>
                    <a:pt x="5767" y="810"/>
                  </a:cubicBezTo>
                  <a:cubicBezTo>
                    <a:pt x="5689" y="562"/>
                    <a:pt x="5556" y="148"/>
                    <a:pt x="5105" y="29"/>
                  </a:cubicBezTo>
                  <a:cubicBezTo>
                    <a:pt x="5031" y="9"/>
                    <a:pt x="4960" y="0"/>
                    <a:pt x="489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4" name="Google Shape;3814;p73"/>
          <p:cNvGrpSpPr/>
          <p:nvPr/>
        </p:nvGrpSpPr>
        <p:grpSpPr>
          <a:xfrm>
            <a:off x="6254830" y="1858413"/>
            <a:ext cx="543300" cy="542850"/>
            <a:chOff x="6602375" y="1277575"/>
            <a:chExt cx="543300" cy="542850"/>
          </a:xfrm>
        </p:grpSpPr>
        <p:sp>
          <p:nvSpPr>
            <p:cNvPr id="3815" name="Google Shape;3815;p73"/>
            <p:cNvSpPr/>
            <p:nvPr/>
          </p:nvSpPr>
          <p:spPr>
            <a:xfrm>
              <a:off x="6602375" y="1277575"/>
              <a:ext cx="543300" cy="542850"/>
            </a:xfrm>
            <a:custGeom>
              <a:avLst/>
              <a:gdLst/>
              <a:ahLst/>
              <a:cxnLst/>
              <a:rect l="l" t="t" r="r" b="b"/>
              <a:pathLst>
                <a:path w="21732" h="21714" extrusionOk="0">
                  <a:moveTo>
                    <a:pt x="13671" y="848"/>
                  </a:moveTo>
                  <a:cubicBezTo>
                    <a:pt x="17644" y="848"/>
                    <a:pt x="20880" y="4081"/>
                    <a:pt x="20880" y="8056"/>
                  </a:cubicBezTo>
                  <a:cubicBezTo>
                    <a:pt x="20880" y="12032"/>
                    <a:pt x="17647" y="15265"/>
                    <a:pt x="13671" y="15265"/>
                  </a:cubicBezTo>
                  <a:cubicBezTo>
                    <a:pt x="9696" y="15265"/>
                    <a:pt x="6463" y="12032"/>
                    <a:pt x="6463" y="8056"/>
                  </a:cubicBezTo>
                  <a:cubicBezTo>
                    <a:pt x="6463" y="4081"/>
                    <a:pt x="9696" y="848"/>
                    <a:pt x="13671" y="848"/>
                  </a:cubicBezTo>
                  <a:close/>
                  <a:moveTo>
                    <a:pt x="6907" y="12425"/>
                  </a:moveTo>
                  <a:cubicBezTo>
                    <a:pt x="7528" y="13382"/>
                    <a:pt x="8346" y="14200"/>
                    <a:pt x="9306" y="14824"/>
                  </a:cubicBezTo>
                  <a:lnTo>
                    <a:pt x="8875" y="15251"/>
                  </a:lnTo>
                  <a:cubicBezTo>
                    <a:pt x="8792" y="15334"/>
                    <a:pt x="8683" y="15376"/>
                    <a:pt x="8575" y="15376"/>
                  </a:cubicBezTo>
                  <a:cubicBezTo>
                    <a:pt x="8466" y="15376"/>
                    <a:pt x="8357" y="15334"/>
                    <a:pt x="8274" y="15251"/>
                  </a:cubicBezTo>
                  <a:lnTo>
                    <a:pt x="6477" y="13453"/>
                  </a:lnTo>
                  <a:cubicBezTo>
                    <a:pt x="6310" y="13287"/>
                    <a:pt x="6310" y="13019"/>
                    <a:pt x="6477" y="12853"/>
                  </a:cubicBezTo>
                  <a:lnTo>
                    <a:pt x="6907" y="12425"/>
                  </a:lnTo>
                  <a:close/>
                  <a:moveTo>
                    <a:pt x="6320" y="14501"/>
                  </a:moveTo>
                  <a:lnTo>
                    <a:pt x="7226" y="15407"/>
                  </a:lnTo>
                  <a:lnTo>
                    <a:pt x="2308" y="20617"/>
                  </a:lnTo>
                  <a:cubicBezTo>
                    <a:pt x="2162" y="20773"/>
                    <a:pt x="1955" y="20862"/>
                    <a:pt x="1741" y="20862"/>
                  </a:cubicBezTo>
                  <a:cubicBezTo>
                    <a:pt x="1735" y="20862"/>
                    <a:pt x="1729" y="20862"/>
                    <a:pt x="1723" y="20862"/>
                  </a:cubicBezTo>
                  <a:cubicBezTo>
                    <a:pt x="1243" y="20862"/>
                    <a:pt x="856" y="20466"/>
                    <a:pt x="866" y="19987"/>
                  </a:cubicBezTo>
                  <a:cubicBezTo>
                    <a:pt x="866" y="19773"/>
                    <a:pt x="954" y="19566"/>
                    <a:pt x="1107" y="19420"/>
                  </a:cubicBezTo>
                  <a:lnTo>
                    <a:pt x="6320" y="14501"/>
                  </a:lnTo>
                  <a:close/>
                  <a:moveTo>
                    <a:pt x="13671" y="0"/>
                  </a:moveTo>
                  <a:cubicBezTo>
                    <a:pt x="9231" y="0"/>
                    <a:pt x="5615" y="3616"/>
                    <a:pt x="5615" y="8056"/>
                  </a:cubicBezTo>
                  <a:cubicBezTo>
                    <a:pt x="5615" y="9308"/>
                    <a:pt x="5907" y="10543"/>
                    <a:pt x="6470" y="11662"/>
                  </a:cubicBezTo>
                  <a:lnTo>
                    <a:pt x="5876" y="12256"/>
                  </a:lnTo>
                  <a:cubicBezTo>
                    <a:pt x="5438" y="12693"/>
                    <a:pt x="5377" y="13382"/>
                    <a:pt x="5737" y="13887"/>
                  </a:cubicBezTo>
                  <a:lnTo>
                    <a:pt x="527" y="18803"/>
                  </a:lnTo>
                  <a:cubicBezTo>
                    <a:pt x="204" y="19108"/>
                    <a:pt x="21" y="19532"/>
                    <a:pt x="18" y="19973"/>
                  </a:cubicBezTo>
                  <a:cubicBezTo>
                    <a:pt x="1" y="20930"/>
                    <a:pt x="774" y="21713"/>
                    <a:pt x="1731" y="21713"/>
                  </a:cubicBezTo>
                  <a:lnTo>
                    <a:pt x="1755" y="21713"/>
                  </a:lnTo>
                  <a:cubicBezTo>
                    <a:pt x="2199" y="21710"/>
                    <a:pt x="2623" y="21523"/>
                    <a:pt x="2928" y="21201"/>
                  </a:cubicBezTo>
                  <a:lnTo>
                    <a:pt x="7844" y="15991"/>
                  </a:lnTo>
                  <a:cubicBezTo>
                    <a:pt x="8065" y="16148"/>
                    <a:pt x="8321" y="16225"/>
                    <a:pt x="8576" y="16225"/>
                  </a:cubicBezTo>
                  <a:cubicBezTo>
                    <a:pt x="8903" y="16225"/>
                    <a:pt x="9229" y="16098"/>
                    <a:pt x="9475" y="15851"/>
                  </a:cubicBezTo>
                  <a:lnTo>
                    <a:pt x="10069" y="15258"/>
                  </a:lnTo>
                  <a:cubicBezTo>
                    <a:pt x="11188" y="15821"/>
                    <a:pt x="12423" y="16113"/>
                    <a:pt x="13675" y="16113"/>
                  </a:cubicBezTo>
                  <a:cubicBezTo>
                    <a:pt x="18118" y="16113"/>
                    <a:pt x="21731" y="12497"/>
                    <a:pt x="21731" y="8056"/>
                  </a:cubicBezTo>
                  <a:cubicBezTo>
                    <a:pt x="21731" y="3613"/>
                    <a:pt x="18118" y="0"/>
                    <a:pt x="1367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73"/>
            <p:cNvSpPr/>
            <p:nvPr/>
          </p:nvSpPr>
          <p:spPr>
            <a:xfrm>
              <a:off x="6785050" y="1319975"/>
              <a:ext cx="318125" cy="318100"/>
            </a:xfrm>
            <a:custGeom>
              <a:avLst/>
              <a:gdLst/>
              <a:ahLst/>
              <a:cxnLst/>
              <a:rect l="l" t="t" r="r" b="b"/>
              <a:pathLst>
                <a:path w="12725" h="12724" extrusionOk="0">
                  <a:moveTo>
                    <a:pt x="6364" y="3541"/>
                  </a:moveTo>
                  <a:cubicBezTo>
                    <a:pt x="7769" y="3541"/>
                    <a:pt x="8908" y="4681"/>
                    <a:pt x="8908" y="6086"/>
                  </a:cubicBezTo>
                  <a:cubicBezTo>
                    <a:pt x="8908" y="6913"/>
                    <a:pt x="8569" y="7822"/>
                    <a:pt x="7982" y="8575"/>
                  </a:cubicBezTo>
                  <a:cubicBezTo>
                    <a:pt x="7463" y="9237"/>
                    <a:pt x="6829" y="9664"/>
                    <a:pt x="6364" y="9664"/>
                  </a:cubicBezTo>
                  <a:cubicBezTo>
                    <a:pt x="5900" y="9664"/>
                    <a:pt x="5265" y="9237"/>
                    <a:pt x="4750" y="8575"/>
                  </a:cubicBezTo>
                  <a:cubicBezTo>
                    <a:pt x="4159" y="7822"/>
                    <a:pt x="3820" y="6913"/>
                    <a:pt x="3820" y="6086"/>
                  </a:cubicBezTo>
                  <a:cubicBezTo>
                    <a:pt x="3820" y="4681"/>
                    <a:pt x="4960" y="3541"/>
                    <a:pt x="6364" y="3541"/>
                  </a:cubicBezTo>
                  <a:close/>
                  <a:moveTo>
                    <a:pt x="7619" y="10075"/>
                  </a:moveTo>
                  <a:cubicBezTo>
                    <a:pt x="8121" y="10360"/>
                    <a:pt x="8512" y="10807"/>
                    <a:pt x="8725" y="11343"/>
                  </a:cubicBezTo>
                  <a:cubicBezTo>
                    <a:pt x="7977" y="11698"/>
                    <a:pt x="7170" y="11875"/>
                    <a:pt x="6363" y="11875"/>
                  </a:cubicBezTo>
                  <a:cubicBezTo>
                    <a:pt x="5555" y="11875"/>
                    <a:pt x="4748" y="11698"/>
                    <a:pt x="4000" y="11343"/>
                  </a:cubicBezTo>
                  <a:lnTo>
                    <a:pt x="4003" y="11343"/>
                  </a:lnTo>
                  <a:cubicBezTo>
                    <a:pt x="4217" y="10807"/>
                    <a:pt x="4604" y="10360"/>
                    <a:pt x="5106" y="10075"/>
                  </a:cubicBezTo>
                  <a:cubicBezTo>
                    <a:pt x="5530" y="10360"/>
                    <a:pt x="5964" y="10512"/>
                    <a:pt x="6364" y="10512"/>
                  </a:cubicBezTo>
                  <a:cubicBezTo>
                    <a:pt x="6765" y="10512"/>
                    <a:pt x="7199" y="10360"/>
                    <a:pt x="7619" y="10075"/>
                  </a:cubicBezTo>
                  <a:close/>
                  <a:moveTo>
                    <a:pt x="6343" y="0"/>
                  </a:moveTo>
                  <a:cubicBezTo>
                    <a:pt x="5366" y="0"/>
                    <a:pt x="4401" y="231"/>
                    <a:pt x="3525" y="668"/>
                  </a:cubicBezTo>
                  <a:cubicBezTo>
                    <a:pt x="3315" y="770"/>
                    <a:pt x="3227" y="1028"/>
                    <a:pt x="3332" y="1238"/>
                  </a:cubicBezTo>
                  <a:cubicBezTo>
                    <a:pt x="3406" y="1387"/>
                    <a:pt x="3557" y="1473"/>
                    <a:pt x="3714" y="1473"/>
                  </a:cubicBezTo>
                  <a:cubicBezTo>
                    <a:pt x="3778" y="1473"/>
                    <a:pt x="3844" y="1459"/>
                    <a:pt x="3905" y="1428"/>
                  </a:cubicBezTo>
                  <a:cubicBezTo>
                    <a:pt x="4662" y="1048"/>
                    <a:pt x="5495" y="848"/>
                    <a:pt x="6343" y="848"/>
                  </a:cubicBezTo>
                  <a:cubicBezTo>
                    <a:pt x="6350" y="848"/>
                    <a:pt x="6357" y="848"/>
                    <a:pt x="6364" y="848"/>
                  </a:cubicBezTo>
                  <a:cubicBezTo>
                    <a:pt x="8783" y="848"/>
                    <a:pt x="10917" y="2425"/>
                    <a:pt x="11629" y="4736"/>
                  </a:cubicBezTo>
                  <a:cubicBezTo>
                    <a:pt x="12341" y="7046"/>
                    <a:pt x="11463" y="9552"/>
                    <a:pt x="9468" y="10913"/>
                  </a:cubicBezTo>
                  <a:cubicBezTo>
                    <a:pt x="9214" y="10346"/>
                    <a:pt x="8810" y="9858"/>
                    <a:pt x="8301" y="9501"/>
                  </a:cubicBezTo>
                  <a:cubicBezTo>
                    <a:pt x="8423" y="9373"/>
                    <a:pt x="8539" y="9237"/>
                    <a:pt x="8647" y="9098"/>
                  </a:cubicBezTo>
                  <a:cubicBezTo>
                    <a:pt x="9353" y="8199"/>
                    <a:pt x="9756" y="7100"/>
                    <a:pt x="9756" y="6086"/>
                  </a:cubicBezTo>
                  <a:cubicBezTo>
                    <a:pt x="9756" y="4210"/>
                    <a:pt x="8233" y="2680"/>
                    <a:pt x="6364" y="2680"/>
                  </a:cubicBezTo>
                  <a:cubicBezTo>
                    <a:pt x="4492" y="2680"/>
                    <a:pt x="2972" y="4206"/>
                    <a:pt x="2972" y="6086"/>
                  </a:cubicBezTo>
                  <a:cubicBezTo>
                    <a:pt x="2972" y="7100"/>
                    <a:pt x="3376" y="8199"/>
                    <a:pt x="4078" y="9098"/>
                  </a:cubicBezTo>
                  <a:cubicBezTo>
                    <a:pt x="4187" y="9237"/>
                    <a:pt x="4305" y="9373"/>
                    <a:pt x="4427" y="9501"/>
                  </a:cubicBezTo>
                  <a:cubicBezTo>
                    <a:pt x="3915" y="9854"/>
                    <a:pt x="3511" y="10346"/>
                    <a:pt x="3260" y="10916"/>
                  </a:cubicBezTo>
                  <a:cubicBezTo>
                    <a:pt x="1754" y="9888"/>
                    <a:pt x="852" y="8182"/>
                    <a:pt x="852" y="6360"/>
                  </a:cubicBezTo>
                  <a:cubicBezTo>
                    <a:pt x="849" y="5506"/>
                    <a:pt x="1049" y="4664"/>
                    <a:pt x="1432" y="3901"/>
                  </a:cubicBezTo>
                  <a:cubicBezTo>
                    <a:pt x="1534" y="3691"/>
                    <a:pt x="1449" y="3440"/>
                    <a:pt x="1239" y="3335"/>
                  </a:cubicBezTo>
                  <a:cubicBezTo>
                    <a:pt x="1178" y="3304"/>
                    <a:pt x="1114" y="3289"/>
                    <a:pt x="1050" y="3289"/>
                  </a:cubicBezTo>
                  <a:cubicBezTo>
                    <a:pt x="896" y="3289"/>
                    <a:pt x="747" y="3375"/>
                    <a:pt x="672" y="3521"/>
                  </a:cubicBezTo>
                  <a:cubicBezTo>
                    <a:pt x="231" y="4403"/>
                    <a:pt x="1" y="5377"/>
                    <a:pt x="4" y="6364"/>
                  </a:cubicBezTo>
                  <a:cubicBezTo>
                    <a:pt x="4" y="9871"/>
                    <a:pt x="2857" y="12724"/>
                    <a:pt x="6364" y="12724"/>
                  </a:cubicBezTo>
                  <a:cubicBezTo>
                    <a:pt x="9872" y="12724"/>
                    <a:pt x="12725" y="9871"/>
                    <a:pt x="12725" y="6364"/>
                  </a:cubicBezTo>
                  <a:cubicBezTo>
                    <a:pt x="12725" y="2856"/>
                    <a:pt x="9872" y="3"/>
                    <a:pt x="6364" y="3"/>
                  </a:cubicBezTo>
                  <a:lnTo>
                    <a:pt x="6364" y="0"/>
                  </a:lnTo>
                  <a:cubicBezTo>
                    <a:pt x="6357" y="0"/>
                    <a:pt x="6350" y="0"/>
                    <a:pt x="63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73"/>
            <p:cNvSpPr/>
            <p:nvPr/>
          </p:nvSpPr>
          <p:spPr>
            <a:xfrm>
              <a:off x="6895725" y="1475250"/>
              <a:ext cx="42425" cy="29500"/>
            </a:xfrm>
            <a:custGeom>
              <a:avLst/>
              <a:gdLst/>
              <a:ahLst/>
              <a:cxnLst/>
              <a:rect l="l" t="t" r="r" b="b"/>
              <a:pathLst>
                <a:path w="1697" h="1180" extrusionOk="0">
                  <a:moveTo>
                    <a:pt x="437" y="0"/>
                  </a:moveTo>
                  <a:cubicBezTo>
                    <a:pt x="433" y="0"/>
                    <a:pt x="429" y="0"/>
                    <a:pt x="424" y="0"/>
                  </a:cubicBezTo>
                  <a:cubicBezTo>
                    <a:pt x="190" y="0"/>
                    <a:pt x="0" y="187"/>
                    <a:pt x="0" y="424"/>
                  </a:cubicBezTo>
                  <a:cubicBezTo>
                    <a:pt x="0" y="658"/>
                    <a:pt x="190" y="848"/>
                    <a:pt x="424" y="848"/>
                  </a:cubicBezTo>
                  <a:cubicBezTo>
                    <a:pt x="428" y="848"/>
                    <a:pt x="432" y="848"/>
                    <a:pt x="436" y="848"/>
                  </a:cubicBezTo>
                  <a:cubicBezTo>
                    <a:pt x="622" y="848"/>
                    <a:pt x="800" y="926"/>
                    <a:pt x="930" y="1055"/>
                  </a:cubicBezTo>
                  <a:cubicBezTo>
                    <a:pt x="1013" y="1138"/>
                    <a:pt x="1121" y="1180"/>
                    <a:pt x="1230" y="1180"/>
                  </a:cubicBezTo>
                  <a:cubicBezTo>
                    <a:pt x="1339" y="1180"/>
                    <a:pt x="1447" y="1138"/>
                    <a:pt x="1530" y="1055"/>
                  </a:cubicBezTo>
                  <a:cubicBezTo>
                    <a:pt x="1696" y="889"/>
                    <a:pt x="1696" y="621"/>
                    <a:pt x="1530" y="455"/>
                  </a:cubicBezTo>
                  <a:cubicBezTo>
                    <a:pt x="1241" y="166"/>
                    <a:pt x="846" y="0"/>
                    <a:pt x="43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3"/>
            <p:cNvSpPr/>
            <p:nvPr/>
          </p:nvSpPr>
          <p:spPr>
            <a:xfrm>
              <a:off x="6947700" y="1475250"/>
              <a:ext cx="44900" cy="29525"/>
            </a:xfrm>
            <a:custGeom>
              <a:avLst/>
              <a:gdLst/>
              <a:ahLst/>
              <a:cxnLst/>
              <a:rect l="l" t="t" r="r" b="b"/>
              <a:pathLst>
                <a:path w="1796" h="1181" extrusionOk="0">
                  <a:moveTo>
                    <a:pt x="1359" y="0"/>
                  </a:moveTo>
                  <a:cubicBezTo>
                    <a:pt x="949" y="0"/>
                    <a:pt x="558" y="166"/>
                    <a:pt x="269" y="455"/>
                  </a:cubicBezTo>
                  <a:cubicBezTo>
                    <a:pt x="1" y="723"/>
                    <a:pt x="191" y="1181"/>
                    <a:pt x="567" y="1181"/>
                  </a:cubicBezTo>
                  <a:cubicBezTo>
                    <a:pt x="679" y="1181"/>
                    <a:pt x="788" y="1136"/>
                    <a:pt x="866" y="1055"/>
                  </a:cubicBezTo>
                  <a:cubicBezTo>
                    <a:pt x="999" y="926"/>
                    <a:pt x="1174" y="848"/>
                    <a:pt x="1359" y="848"/>
                  </a:cubicBezTo>
                  <a:cubicBezTo>
                    <a:pt x="1363" y="848"/>
                    <a:pt x="1367" y="848"/>
                    <a:pt x="1371" y="848"/>
                  </a:cubicBezTo>
                  <a:cubicBezTo>
                    <a:pt x="1605" y="848"/>
                    <a:pt x="1795" y="658"/>
                    <a:pt x="1795" y="424"/>
                  </a:cubicBezTo>
                  <a:cubicBezTo>
                    <a:pt x="1795" y="187"/>
                    <a:pt x="1605" y="0"/>
                    <a:pt x="1371" y="0"/>
                  </a:cubicBezTo>
                  <a:cubicBezTo>
                    <a:pt x="1367" y="0"/>
                    <a:pt x="1363" y="0"/>
                    <a:pt x="135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73"/>
            <p:cNvSpPr/>
            <p:nvPr/>
          </p:nvSpPr>
          <p:spPr>
            <a:xfrm>
              <a:off x="6824825" y="1363425"/>
              <a:ext cx="26900" cy="21275"/>
            </a:xfrm>
            <a:custGeom>
              <a:avLst/>
              <a:gdLst/>
              <a:ahLst/>
              <a:cxnLst/>
              <a:rect l="l" t="t" r="r" b="b"/>
              <a:pathLst>
                <a:path w="1076" h="851" extrusionOk="0">
                  <a:moveTo>
                    <a:pt x="577" y="0"/>
                  </a:moveTo>
                  <a:cubicBezTo>
                    <a:pt x="482" y="0"/>
                    <a:pt x="386" y="32"/>
                    <a:pt x="306" y="101"/>
                  </a:cubicBezTo>
                  <a:cubicBezTo>
                    <a:pt x="1" y="352"/>
                    <a:pt x="180" y="850"/>
                    <a:pt x="577" y="850"/>
                  </a:cubicBezTo>
                  <a:cubicBezTo>
                    <a:pt x="869" y="850"/>
                    <a:pt x="1076" y="555"/>
                    <a:pt x="974" y="280"/>
                  </a:cubicBezTo>
                  <a:cubicBezTo>
                    <a:pt x="911" y="102"/>
                    <a:pt x="746" y="0"/>
                    <a:pt x="5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0" name="Google Shape;3820;p73"/>
          <p:cNvGrpSpPr/>
          <p:nvPr/>
        </p:nvGrpSpPr>
        <p:grpSpPr>
          <a:xfrm>
            <a:off x="7560925" y="1978963"/>
            <a:ext cx="542775" cy="301750"/>
            <a:chOff x="7893200" y="1390650"/>
            <a:chExt cx="542775" cy="301750"/>
          </a:xfrm>
        </p:grpSpPr>
        <p:sp>
          <p:nvSpPr>
            <p:cNvPr id="3821" name="Google Shape;3821;p73"/>
            <p:cNvSpPr/>
            <p:nvPr/>
          </p:nvSpPr>
          <p:spPr>
            <a:xfrm>
              <a:off x="8150925" y="1586175"/>
              <a:ext cx="25700" cy="21275"/>
            </a:xfrm>
            <a:custGeom>
              <a:avLst/>
              <a:gdLst/>
              <a:ahLst/>
              <a:cxnLst/>
              <a:rect l="l" t="t" r="r" b="b"/>
              <a:pathLst>
                <a:path w="1028" h="851" extrusionOk="0">
                  <a:moveTo>
                    <a:pt x="512" y="0"/>
                  </a:moveTo>
                  <a:cubicBezTo>
                    <a:pt x="353" y="0"/>
                    <a:pt x="203" y="95"/>
                    <a:pt x="139" y="241"/>
                  </a:cubicBezTo>
                  <a:cubicBezTo>
                    <a:pt x="0" y="539"/>
                    <a:pt x="231" y="851"/>
                    <a:pt x="525" y="851"/>
                  </a:cubicBezTo>
                  <a:cubicBezTo>
                    <a:pt x="576" y="851"/>
                    <a:pt x="629" y="842"/>
                    <a:pt x="682" y="821"/>
                  </a:cubicBezTo>
                  <a:cubicBezTo>
                    <a:pt x="794" y="780"/>
                    <a:pt x="885" y="689"/>
                    <a:pt x="923" y="573"/>
                  </a:cubicBezTo>
                  <a:cubicBezTo>
                    <a:pt x="1028" y="295"/>
                    <a:pt x="821" y="0"/>
                    <a:pt x="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73"/>
            <p:cNvSpPr/>
            <p:nvPr/>
          </p:nvSpPr>
          <p:spPr>
            <a:xfrm>
              <a:off x="8074250" y="1580900"/>
              <a:ext cx="25700" cy="21300"/>
            </a:xfrm>
            <a:custGeom>
              <a:avLst/>
              <a:gdLst/>
              <a:ahLst/>
              <a:cxnLst/>
              <a:rect l="l" t="t" r="r" b="b"/>
              <a:pathLst>
                <a:path w="1028" h="852" extrusionOk="0">
                  <a:moveTo>
                    <a:pt x="504" y="1"/>
                  </a:moveTo>
                  <a:cubicBezTo>
                    <a:pt x="345" y="1"/>
                    <a:pt x="203" y="95"/>
                    <a:pt x="140" y="242"/>
                  </a:cubicBezTo>
                  <a:cubicBezTo>
                    <a:pt x="1" y="539"/>
                    <a:pt x="231" y="852"/>
                    <a:pt x="525" y="852"/>
                  </a:cubicBezTo>
                  <a:cubicBezTo>
                    <a:pt x="576" y="852"/>
                    <a:pt x="629" y="842"/>
                    <a:pt x="682" y="822"/>
                  </a:cubicBezTo>
                  <a:cubicBezTo>
                    <a:pt x="794" y="777"/>
                    <a:pt x="886" y="689"/>
                    <a:pt x="923" y="574"/>
                  </a:cubicBezTo>
                  <a:cubicBezTo>
                    <a:pt x="1028" y="297"/>
                    <a:pt x="824" y="1"/>
                    <a:pt x="531" y="1"/>
                  </a:cubicBezTo>
                  <a:cubicBezTo>
                    <a:pt x="530" y="1"/>
                    <a:pt x="528" y="1"/>
                    <a:pt x="526" y="1"/>
                  </a:cubicBezTo>
                  <a:lnTo>
                    <a:pt x="513" y="1"/>
                  </a:lnTo>
                  <a:cubicBezTo>
                    <a:pt x="510" y="1"/>
                    <a:pt x="507" y="1"/>
                    <a:pt x="5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73"/>
            <p:cNvSpPr/>
            <p:nvPr/>
          </p:nvSpPr>
          <p:spPr>
            <a:xfrm>
              <a:off x="7999800" y="1561825"/>
              <a:ext cx="25700" cy="21300"/>
            </a:xfrm>
            <a:custGeom>
              <a:avLst/>
              <a:gdLst/>
              <a:ahLst/>
              <a:cxnLst/>
              <a:rect l="l" t="t" r="r" b="b"/>
              <a:pathLst>
                <a:path w="1028" h="852" extrusionOk="0">
                  <a:moveTo>
                    <a:pt x="504" y="0"/>
                  </a:moveTo>
                  <a:cubicBezTo>
                    <a:pt x="344" y="0"/>
                    <a:pt x="203" y="95"/>
                    <a:pt x="139" y="241"/>
                  </a:cubicBezTo>
                  <a:cubicBezTo>
                    <a:pt x="0" y="539"/>
                    <a:pt x="231" y="851"/>
                    <a:pt x="525" y="851"/>
                  </a:cubicBezTo>
                  <a:cubicBezTo>
                    <a:pt x="576" y="851"/>
                    <a:pt x="629" y="842"/>
                    <a:pt x="682" y="821"/>
                  </a:cubicBezTo>
                  <a:cubicBezTo>
                    <a:pt x="794" y="777"/>
                    <a:pt x="885" y="689"/>
                    <a:pt x="923" y="574"/>
                  </a:cubicBezTo>
                  <a:cubicBezTo>
                    <a:pt x="1028" y="296"/>
                    <a:pt x="821" y="0"/>
                    <a:pt x="526" y="0"/>
                  </a:cubicBezTo>
                  <a:lnTo>
                    <a:pt x="512" y="0"/>
                  </a:lnTo>
                  <a:cubicBezTo>
                    <a:pt x="510"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3"/>
            <p:cNvSpPr/>
            <p:nvPr/>
          </p:nvSpPr>
          <p:spPr>
            <a:xfrm>
              <a:off x="8227150" y="1580900"/>
              <a:ext cx="26750" cy="21225"/>
            </a:xfrm>
            <a:custGeom>
              <a:avLst/>
              <a:gdLst/>
              <a:ahLst/>
              <a:cxnLst/>
              <a:rect l="l" t="t" r="r" b="b"/>
              <a:pathLst>
                <a:path w="1070" h="849" extrusionOk="0">
                  <a:moveTo>
                    <a:pt x="543" y="1"/>
                  </a:moveTo>
                  <a:cubicBezTo>
                    <a:pt x="231" y="1"/>
                    <a:pt x="1" y="333"/>
                    <a:pt x="184" y="662"/>
                  </a:cubicBezTo>
                  <a:cubicBezTo>
                    <a:pt x="252" y="777"/>
                    <a:pt x="374" y="849"/>
                    <a:pt x="509" y="849"/>
                  </a:cubicBezTo>
                  <a:lnTo>
                    <a:pt x="557" y="849"/>
                  </a:lnTo>
                  <a:cubicBezTo>
                    <a:pt x="560" y="849"/>
                    <a:pt x="563" y="849"/>
                    <a:pt x="565" y="849"/>
                  </a:cubicBezTo>
                  <a:cubicBezTo>
                    <a:pt x="715" y="849"/>
                    <a:pt x="853" y="761"/>
                    <a:pt x="920" y="625"/>
                  </a:cubicBezTo>
                  <a:cubicBezTo>
                    <a:pt x="1069" y="340"/>
                    <a:pt x="862" y="1"/>
                    <a:pt x="5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73"/>
            <p:cNvSpPr/>
            <p:nvPr/>
          </p:nvSpPr>
          <p:spPr>
            <a:xfrm>
              <a:off x="8301600" y="1561825"/>
              <a:ext cx="26650" cy="21225"/>
            </a:xfrm>
            <a:custGeom>
              <a:avLst/>
              <a:gdLst/>
              <a:ahLst/>
              <a:cxnLst/>
              <a:rect l="l" t="t" r="r" b="b"/>
              <a:pathLst>
                <a:path w="1066" h="849" extrusionOk="0">
                  <a:moveTo>
                    <a:pt x="544" y="0"/>
                  </a:moveTo>
                  <a:cubicBezTo>
                    <a:pt x="232" y="0"/>
                    <a:pt x="1" y="333"/>
                    <a:pt x="184" y="662"/>
                  </a:cubicBezTo>
                  <a:cubicBezTo>
                    <a:pt x="252" y="777"/>
                    <a:pt x="374" y="848"/>
                    <a:pt x="510" y="848"/>
                  </a:cubicBezTo>
                  <a:lnTo>
                    <a:pt x="557" y="848"/>
                  </a:lnTo>
                  <a:cubicBezTo>
                    <a:pt x="713" y="848"/>
                    <a:pt x="852" y="764"/>
                    <a:pt x="920" y="625"/>
                  </a:cubicBezTo>
                  <a:cubicBezTo>
                    <a:pt x="1066" y="340"/>
                    <a:pt x="862" y="0"/>
                    <a:pt x="5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73"/>
            <p:cNvSpPr/>
            <p:nvPr/>
          </p:nvSpPr>
          <p:spPr>
            <a:xfrm>
              <a:off x="8067300" y="1425025"/>
              <a:ext cx="26825" cy="21225"/>
            </a:xfrm>
            <a:custGeom>
              <a:avLst/>
              <a:gdLst/>
              <a:ahLst/>
              <a:cxnLst/>
              <a:rect l="l" t="t" r="r" b="b"/>
              <a:pathLst>
                <a:path w="1073" h="849" extrusionOk="0">
                  <a:moveTo>
                    <a:pt x="512" y="1"/>
                  </a:moveTo>
                  <a:cubicBezTo>
                    <a:pt x="356" y="1"/>
                    <a:pt x="217" y="86"/>
                    <a:pt x="150" y="225"/>
                  </a:cubicBezTo>
                  <a:cubicBezTo>
                    <a:pt x="0" y="510"/>
                    <a:pt x="207" y="849"/>
                    <a:pt x="526" y="849"/>
                  </a:cubicBezTo>
                  <a:cubicBezTo>
                    <a:pt x="838" y="849"/>
                    <a:pt x="1072" y="517"/>
                    <a:pt x="886" y="188"/>
                  </a:cubicBezTo>
                  <a:cubicBezTo>
                    <a:pt x="818" y="72"/>
                    <a:pt x="696" y="1"/>
                    <a:pt x="56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3"/>
            <p:cNvSpPr/>
            <p:nvPr/>
          </p:nvSpPr>
          <p:spPr>
            <a:xfrm>
              <a:off x="7893200" y="1390650"/>
              <a:ext cx="542775" cy="301750"/>
            </a:xfrm>
            <a:custGeom>
              <a:avLst/>
              <a:gdLst/>
              <a:ahLst/>
              <a:cxnLst/>
              <a:rect l="l" t="t" r="r" b="b"/>
              <a:pathLst>
                <a:path w="21711" h="12070" extrusionOk="0">
                  <a:moveTo>
                    <a:pt x="15987" y="5138"/>
                  </a:moveTo>
                  <a:cubicBezTo>
                    <a:pt x="19539" y="5701"/>
                    <a:pt x="20842" y="6671"/>
                    <a:pt x="20842" y="7200"/>
                  </a:cubicBezTo>
                  <a:cubicBezTo>
                    <a:pt x="20842" y="7601"/>
                    <a:pt x="20123" y="8262"/>
                    <a:pt x="18097" y="8818"/>
                  </a:cubicBezTo>
                  <a:cubicBezTo>
                    <a:pt x="16164" y="9351"/>
                    <a:pt x="13582" y="9643"/>
                    <a:pt x="10835" y="9643"/>
                  </a:cubicBezTo>
                  <a:cubicBezTo>
                    <a:pt x="8084" y="9643"/>
                    <a:pt x="5506" y="9351"/>
                    <a:pt x="3572" y="8818"/>
                  </a:cubicBezTo>
                  <a:cubicBezTo>
                    <a:pt x="1547" y="8262"/>
                    <a:pt x="828" y="7601"/>
                    <a:pt x="828" y="7200"/>
                  </a:cubicBezTo>
                  <a:cubicBezTo>
                    <a:pt x="828" y="6671"/>
                    <a:pt x="2127" y="5701"/>
                    <a:pt x="5682" y="5138"/>
                  </a:cubicBezTo>
                  <a:lnTo>
                    <a:pt x="5682" y="5155"/>
                  </a:lnTo>
                  <a:cubicBezTo>
                    <a:pt x="5682" y="6515"/>
                    <a:pt x="8922" y="6878"/>
                    <a:pt x="10835" y="6878"/>
                  </a:cubicBezTo>
                  <a:cubicBezTo>
                    <a:pt x="12748" y="6878"/>
                    <a:pt x="15987" y="6515"/>
                    <a:pt x="15987" y="5155"/>
                  </a:cubicBezTo>
                  <a:lnTo>
                    <a:pt x="15987" y="5138"/>
                  </a:lnTo>
                  <a:close/>
                  <a:moveTo>
                    <a:pt x="10853" y="1"/>
                  </a:moveTo>
                  <a:cubicBezTo>
                    <a:pt x="10226" y="1"/>
                    <a:pt x="9585" y="117"/>
                    <a:pt x="8959" y="365"/>
                  </a:cubicBezTo>
                  <a:cubicBezTo>
                    <a:pt x="8759" y="440"/>
                    <a:pt x="8643" y="653"/>
                    <a:pt x="8691" y="860"/>
                  </a:cubicBezTo>
                  <a:cubicBezTo>
                    <a:pt x="8739" y="1057"/>
                    <a:pt x="8916" y="1185"/>
                    <a:pt x="9105" y="1185"/>
                  </a:cubicBezTo>
                  <a:cubicBezTo>
                    <a:pt x="9157" y="1185"/>
                    <a:pt x="9210" y="1176"/>
                    <a:pt x="9261" y="1155"/>
                  </a:cubicBezTo>
                  <a:cubicBezTo>
                    <a:pt x="9775" y="952"/>
                    <a:pt x="10315" y="851"/>
                    <a:pt x="10852" y="851"/>
                  </a:cubicBezTo>
                  <a:cubicBezTo>
                    <a:pt x="11700" y="851"/>
                    <a:pt x="12541" y="1102"/>
                    <a:pt x="13264" y="1590"/>
                  </a:cubicBezTo>
                  <a:cubicBezTo>
                    <a:pt x="14444" y="2390"/>
                    <a:pt x="15153" y="3720"/>
                    <a:pt x="15160" y="5145"/>
                  </a:cubicBezTo>
                  <a:cubicBezTo>
                    <a:pt x="15122" y="5223"/>
                    <a:pt x="14834" y="5477"/>
                    <a:pt x="13935" y="5704"/>
                  </a:cubicBezTo>
                  <a:cubicBezTo>
                    <a:pt x="13097" y="5915"/>
                    <a:pt x="12002" y="6030"/>
                    <a:pt x="10855" y="6030"/>
                  </a:cubicBezTo>
                  <a:cubicBezTo>
                    <a:pt x="9709" y="6030"/>
                    <a:pt x="8613" y="5915"/>
                    <a:pt x="7775" y="5704"/>
                  </a:cubicBezTo>
                  <a:cubicBezTo>
                    <a:pt x="6876" y="5477"/>
                    <a:pt x="6588" y="5223"/>
                    <a:pt x="6550" y="5145"/>
                  </a:cubicBezTo>
                  <a:cubicBezTo>
                    <a:pt x="6550" y="4609"/>
                    <a:pt x="6652" y="4076"/>
                    <a:pt x="6849" y="3577"/>
                  </a:cubicBezTo>
                  <a:cubicBezTo>
                    <a:pt x="6930" y="3381"/>
                    <a:pt x="6859" y="3153"/>
                    <a:pt x="6679" y="3038"/>
                  </a:cubicBezTo>
                  <a:cubicBezTo>
                    <a:pt x="6611" y="2998"/>
                    <a:pt x="6537" y="2979"/>
                    <a:pt x="6463" y="2979"/>
                  </a:cubicBezTo>
                  <a:cubicBezTo>
                    <a:pt x="6296" y="2979"/>
                    <a:pt x="6135" y="3078"/>
                    <a:pt x="6069" y="3245"/>
                  </a:cubicBezTo>
                  <a:cubicBezTo>
                    <a:pt x="5936" y="3574"/>
                    <a:pt x="5841" y="3917"/>
                    <a:pt x="5780" y="4263"/>
                  </a:cubicBezTo>
                  <a:cubicBezTo>
                    <a:pt x="3921" y="4544"/>
                    <a:pt x="0" y="5358"/>
                    <a:pt x="0" y="7197"/>
                  </a:cubicBezTo>
                  <a:cubicBezTo>
                    <a:pt x="0" y="8184"/>
                    <a:pt x="1164" y="9029"/>
                    <a:pt x="3365" y="9632"/>
                  </a:cubicBezTo>
                  <a:cubicBezTo>
                    <a:pt x="3745" y="9738"/>
                    <a:pt x="4145" y="9833"/>
                    <a:pt x="4566" y="9917"/>
                  </a:cubicBezTo>
                  <a:lnTo>
                    <a:pt x="4325" y="10809"/>
                  </a:lnTo>
                  <a:cubicBezTo>
                    <a:pt x="4267" y="11020"/>
                    <a:pt x="4376" y="11240"/>
                    <a:pt x="4576" y="11325"/>
                  </a:cubicBezTo>
                  <a:cubicBezTo>
                    <a:pt x="4627" y="11346"/>
                    <a:pt x="4680" y="11356"/>
                    <a:pt x="4732" y="11356"/>
                  </a:cubicBezTo>
                  <a:cubicBezTo>
                    <a:pt x="4918" y="11356"/>
                    <a:pt x="5092" y="11231"/>
                    <a:pt x="5143" y="11040"/>
                  </a:cubicBezTo>
                  <a:lnTo>
                    <a:pt x="5400" y="10073"/>
                  </a:lnTo>
                  <a:cubicBezTo>
                    <a:pt x="6917" y="10324"/>
                    <a:pt x="8633" y="10467"/>
                    <a:pt x="10431" y="10487"/>
                  </a:cubicBezTo>
                  <a:lnTo>
                    <a:pt x="10431" y="11634"/>
                  </a:lnTo>
                  <a:cubicBezTo>
                    <a:pt x="10428" y="11844"/>
                    <a:pt x="10580" y="12031"/>
                    <a:pt x="10791" y="12065"/>
                  </a:cubicBezTo>
                  <a:cubicBezTo>
                    <a:pt x="10812" y="12068"/>
                    <a:pt x="10833" y="12069"/>
                    <a:pt x="10854" y="12069"/>
                  </a:cubicBezTo>
                  <a:cubicBezTo>
                    <a:pt x="11085" y="12069"/>
                    <a:pt x="11279" y="11884"/>
                    <a:pt x="11279" y="11644"/>
                  </a:cubicBezTo>
                  <a:lnTo>
                    <a:pt x="11279" y="10491"/>
                  </a:lnTo>
                  <a:cubicBezTo>
                    <a:pt x="13074" y="10470"/>
                    <a:pt x="14793" y="10328"/>
                    <a:pt x="16306" y="10077"/>
                  </a:cubicBezTo>
                  <a:lnTo>
                    <a:pt x="16568" y="11044"/>
                  </a:lnTo>
                  <a:cubicBezTo>
                    <a:pt x="16616" y="11234"/>
                    <a:pt x="16788" y="11360"/>
                    <a:pt x="16976" y="11360"/>
                  </a:cubicBezTo>
                  <a:cubicBezTo>
                    <a:pt x="17013" y="11360"/>
                    <a:pt x="17050" y="11355"/>
                    <a:pt x="17087" y="11345"/>
                  </a:cubicBezTo>
                  <a:cubicBezTo>
                    <a:pt x="17314" y="11284"/>
                    <a:pt x="17446" y="11050"/>
                    <a:pt x="17385" y="10826"/>
                  </a:cubicBezTo>
                  <a:lnTo>
                    <a:pt x="17144" y="9921"/>
                  </a:lnTo>
                  <a:cubicBezTo>
                    <a:pt x="17565" y="9836"/>
                    <a:pt x="17965" y="9741"/>
                    <a:pt x="18342" y="9639"/>
                  </a:cubicBezTo>
                  <a:cubicBezTo>
                    <a:pt x="20547" y="9032"/>
                    <a:pt x="21710" y="8191"/>
                    <a:pt x="21710" y="7200"/>
                  </a:cubicBezTo>
                  <a:cubicBezTo>
                    <a:pt x="21710" y="5362"/>
                    <a:pt x="17785" y="4548"/>
                    <a:pt x="15930" y="4269"/>
                  </a:cubicBezTo>
                  <a:cubicBezTo>
                    <a:pt x="15480" y="1718"/>
                    <a:pt x="13264" y="1"/>
                    <a:pt x="1085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8" name="Google Shape;3828;p73"/>
          <p:cNvGrpSpPr/>
          <p:nvPr/>
        </p:nvGrpSpPr>
        <p:grpSpPr>
          <a:xfrm>
            <a:off x="6956065" y="1858625"/>
            <a:ext cx="446925" cy="542425"/>
            <a:chOff x="7295925" y="1277900"/>
            <a:chExt cx="446925" cy="542425"/>
          </a:xfrm>
        </p:grpSpPr>
        <p:sp>
          <p:nvSpPr>
            <p:cNvPr id="3829" name="Google Shape;3829;p73"/>
            <p:cNvSpPr/>
            <p:nvPr/>
          </p:nvSpPr>
          <p:spPr>
            <a:xfrm>
              <a:off x="7348650" y="1353200"/>
              <a:ext cx="42100" cy="28350"/>
            </a:xfrm>
            <a:custGeom>
              <a:avLst/>
              <a:gdLst/>
              <a:ahLst/>
              <a:cxnLst/>
              <a:rect l="l" t="t" r="r" b="b"/>
              <a:pathLst>
                <a:path w="1684" h="1134" extrusionOk="0">
                  <a:moveTo>
                    <a:pt x="437" y="1"/>
                  </a:moveTo>
                  <a:cubicBezTo>
                    <a:pt x="433" y="1"/>
                    <a:pt x="429" y="1"/>
                    <a:pt x="425" y="1"/>
                  </a:cubicBezTo>
                  <a:cubicBezTo>
                    <a:pt x="191" y="1"/>
                    <a:pt x="1" y="191"/>
                    <a:pt x="1" y="425"/>
                  </a:cubicBezTo>
                  <a:cubicBezTo>
                    <a:pt x="1" y="659"/>
                    <a:pt x="191" y="849"/>
                    <a:pt x="425" y="849"/>
                  </a:cubicBezTo>
                  <a:cubicBezTo>
                    <a:pt x="571" y="849"/>
                    <a:pt x="710" y="906"/>
                    <a:pt x="815" y="1008"/>
                  </a:cubicBezTo>
                  <a:cubicBezTo>
                    <a:pt x="893" y="1090"/>
                    <a:pt x="1002" y="1134"/>
                    <a:pt x="1114" y="1134"/>
                  </a:cubicBezTo>
                  <a:cubicBezTo>
                    <a:pt x="1494" y="1134"/>
                    <a:pt x="1683" y="676"/>
                    <a:pt x="1412" y="411"/>
                  </a:cubicBezTo>
                  <a:cubicBezTo>
                    <a:pt x="1154" y="150"/>
                    <a:pt x="803" y="1"/>
                    <a:pt x="43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3"/>
            <p:cNvSpPr/>
            <p:nvPr/>
          </p:nvSpPr>
          <p:spPr>
            <a:xfrm>
              <a:off x="7392675" y="1353200"/>
              <a:ext cx="42000" cy="28350"/>
            </a:xfrm>
            <a:custGeom>
              <a:avLst/>
              <a:gdLst/>
              <a:ahLst/>
              <a:cxnLst/>
              <a:rect l="l" t="t" r="r" b="b"/>
              <a:pathLst>
                <a:path w="1680" h="1134" extrusionOk="0">
                  <a:moveTo>
                    <a:pt x="1256" y="1"/>
                  </a:moveTo>
                  <a:cubicBezTo>
                    <a:pt x="886" y="1"/>
                    <a:pt x="530" y="147"/>
                    <a:pt x="268" y="411"/>
                  </a:cubicBezTo>
                  <a:cubicBezTo>
                    <a:pt x="1" y="676"/>
                    <a:pt x="190" y="1134"/>
                    <a:pt x="567" y="1134"/>
                  </a:cubicBezTo>
                  <a:cubicBezTo>
                    <a:pt x="679" y="1134"/>
                    <a:pt x="788" y="1090"/>
                    <a:pt x="866" y="1012"/>
                  </a:cubicBezTo>
                  <a:cubicBezTo>
                    <a:pt x="971" y="906"/>
                    <a:pt x="1110" y="849"/>
                    <a:pt x="1256" y="849"/>
                  </a:cubicBezTo>
                  <a:cubicBezTo>
                    <a:pt x="1490" y="849"/>
                    <a:pt x="1680" y="659"/>
                    <a:pt x="1680" y="425"/>
                  </a:cubicBezTo>
                  <a:cubicBezTo>
                    <a:pt x="1680" y="191"/>
                    <a:pt x="1490" y="1"/>
                    <a:pt x="125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73"/>
            <p:cNvSpPr/>
            <p:nvPr/>
          </p:nvSpPr>
          <p:spPr>
            <a:xfrm>
              <a:off x="7475875" y="1412400"/>
              <a:ext cx="42000" cy="28350"/>
            </a:xfrm>
            <a:custGeom>
              <a:avLst/>
              <a:gdLst/>
              <a:ahLst/>
              <a:cxnLst/>
              <a:rect l="l" t="t" r="r" b="b"/>
              <a:pathLst>
                <a:path w="1680" h="1134" extrusionOk="0">
                  <a:moveTo>
                    <a:pt x="437" y="0"/>
                  </a:moveTo>
                  <a:cubicBezTo>
                    <a:pt x="432" y="0"/>
                    <a:pt x="428" y="0"/>
                    <a:pt x="424" y="1"/>
                  </a:cubicBezTo>
                  <a:cubicBezTo>
                    <a:pt x="190" y="1"/>
                    <a:pt x="0" y="190"/>
                    <a:pt x="0" y="425"/>
                  </a:cubicBezTo>
                  <a:cubicBezTo>
                    <a:pt x="0" y="659"/>
                    <a:pt x="190" y="849"/>
                    <a:pt x="424" y="849"/>
                  </a:cubicBezTo>
                  <a:cubicBezTo>
                    <a:pt x="570" y="849"/>
                    <a:pt x="709" y="906"/>
                    <a:pt x="814" y="1008"/>
                  </a:cubicBezTo>
                  <a:cubicBezTo>
                    <a:pt x="892" y="1089"/>
                    <a:pt x="1001" y="1133"/>
                    <a:pt x="1113" y="1133"/>
                  </a:cubicBezTo>
                  <a:cubicBezTo>
                    <a:pt x="1489" y="1133"/>
                    <a:pt x="1679" y="676"/>
                    <a:pt x="1411" y="411"/>
                  </a:cubicBezTo>
                  <a:cubicBezTo>
                    <a:pt x="1153" y="149"/>
                    <a:pt x="802" y="0"/>
                    <a:pt x="43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73"/>
            <p:cNvSpPr/>
            <p:nvPr/>
          </p:nvSpPr>
          <p:spPr>
            <a:xfrm>
              <a:off x="7519875" y="1412400"/>
              <a:ext cx="42000" cy="28350"/>
            </a:xfrm>
            <a:custGeom>
              <a:avLst/>
              <a:gdLst/>
              <a:ahLst/>
              <a:cxnLst/>
              <a:rect l="l" t="t" r="r" b="b"/>
              <a:pathLst>
                <a:path w="1680" h="1134" extrusionOk="0">
                  <a:moveTo>
                    <a:pt x="1244" y="0"/>
                  </a:moveTo>
                  <a:cubicBezTo>
                    <a:pt x="878" y="0"/>
                    <a:pt x="527" y="149"/>
                    <a:pt x="265" y="408"/>
                  </a:cubicBezTo>
                  <a:cubicBezTo>
                    <a:pt x="1" y="676"/>
                    <a:pt x="191" y="1133"/>
                    <a:pt x="567" y="1133"/>
                  </a:cubicBezTo>
                  <a:cubicBezTo>
                    <a:pt x="679" y="1133"/>
                    <a:pt x="788" y="1089"/>
                    <a:pt x="866" y="1008"/>
                  </a:cubicBezTo>
                  <a:cubicBezTo>
                    <a:pt x="968" y="909"/>
                    <a:pt x="1103" y="848"/>
                    <a:pt x="1244" y="848"/>
                  </a:cubicBezTo>
                  <a:cubicBezTo>
                    <a:pt x="1248" y="848"/>
                    <a:pt x="1252" y="848"/>
                    <a:pt x="1256" y="849"/>
                  </a:cubicBezTo>
                  <a:cubicBezTo>
                    <a:pt x="1490" y="849"/>
                    <a:pt x="1680" y="659"/>
                    <a:pt x="1680" y="425"/>
                  </a:cubicBezTo>
                  <a:cubicBezTo>
                    <a:pt x="1680" y="190"/>
                    <a:pt x="1490" y="1"/>
                    <a:pt x="1256" y="1"/>
                  </a:cubicBezTo>
                  <a:cubicBezTo>
                    <a:pt x="1252" y="0"/>
                    <a:pt x="1248" y="0"/>
                    <a:pt x="12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3"/>
            <p:cNvSpPr/>
            <p:nvPr/>
          </p:nvSpPr>
          <p:spPr>
            <a:xfrm>
              <a:off x="7647100" y="1353200"/>
              <a:ext cx="42000" cy="28350"/>
            </a:xfrm>
            <a:custGeom>
              <a:avLst/>
              <a:gdLst/>
              <a:ahLst/>
              <a:cxnLst/>
              <a:rect l="l" t="t" r="r" b="b"/>
              <a:pathLst>
                <a:path w="1680" h="1134" extrusionOk="0">
                  <a:moveTo>
                    <a:pt x="1255" y="1"/>
                  </a:moveTo>
                  <a:cubicBezTo>
                    <a:pt x="885" y="1"/>
                    <a:pt x="529" y="147"/>
                    <a:pt x="268" y="411"/>
                  </a:cubicBezTo>
                  <a:cubicBezTo>
                    <a:pt x="0" y="676"/>
                    <a:pt x="190" y="1134"/>
                    <a:pt x="567" y="1134"/>
                  </a:cubicBezTo>
                  <a:cubicBezTo>
                    <a:pt x="678" y="1134"/>
                    <a:pt x="787" y="1090"/>
                    <a:pt x="865" y="1012"/>
                  </a:cubicBezTo>
                  <a:cubicBezTo>
                    <a:pt x="970" y="906"/>
                    <a:pt x="1109" y="849"/>
                    <a:pt x="1255" y="849"/>
                  </a:cubicBezTo>
                  <a:cubicBezTo>
                    <a:pt x="1489" y="849"/>
                    <a:pt x="1679" y="659"/>
                    <a:pt x="1679" y="425"/>
                  </a:cubicBezTo>
                  <a:cubicBezTo>
                    <a:pt x="1679" y="191"/>
                    <a:pt x="1489" y="1"/>
                    <a:pt x="125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73"/>
            <p:cNvSpPr/>
            <p:nvPr/>
          </p:nvSpPr>
          <p:spPr>
            <a:xfrm>
              <a:off x="7603075" y="1353200"/>
              <a:ext cx="42075" cy="28350"/>
            </a:xfrm>
            <a:custGeom>
              <a:avLst/>
              <a:gdLst/>
              <a:ahLst/>
              <a:cxnLst/>
              <a:rect l="l" t="t" r="r" b="b"/>
              <a:pathLst>
                <a:path w="1683" h="1134" extrusionOk="0">
                  <a:moveTo>
                    <a:pt x="437" y="1"/>
                  </a:moveTo>
                  <a:cubicBezTo>
                    <a:pt x="433" y="1"/>
                    <a:pt x="429" y="1"/>
                    <a:pt x="425" y="1"/>
                  </a:cubicBezTo>
                  <a:cubicBezTo>
                    <a:pt x="190" y="1"/>
                    <a:pt x="1" y="191"/>
                    <a:pt x="1" y="425"/>
                  </a:cubicBezTo>
                  <a:cubicBezTo>
                    <a:pt x="1" y="659"/>
                    <a:pt x="190" y="849"/>
                    <a:pt x="425" y="849"/>
                  </a:cubicBezTo>
                  <a:cubicBezTo>
                    <a:pt x="570" y="849"/>
                    <a:pt x="709" y="906"/>
                    <a:pt x="815" y="1008"/>
                  </a:cubicBezTo>
                  <a:cubicBezTo>
                    <a:pt x="893" y="1090"/>
                    <a:pt x="1001" y="1134"/>
                    <a:pt x="1113" y="1134"/>
                  </a:cubicBezTo>
                  <a:cubicBezTo>
                    <a:pt x="1493" y="1134"/>
                    <a:pt x="1683" y="676"/>
                    <a:pt x="1412" y="411"/>
                  </a:cubicBezTo>
                  <a:cubicBezTo>
                    <a:pt x="1153" y="150"/>
                    <a:pt x="802" y="1"/>
                    <a:pt x="43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73"/>
            <p:cNvSpPr/>
            <p:nvPr/>
          </p:nvSpPr>
          <p:spPr>
            <a:xfrm>
              <a:off x="7295925" y="1277900"/>
              <a:ext cx="446925" cy="542425"/>
            </a:xfrm>
            <a:custGeom>
              <a:avLst/>
              <a:gdLst/>
              <a:ahLst/>
              <a:cxnLst/>
              <a:rect l="l" t="t" r="r" b="b"/>
              <a:pathLst>
                <a:path w="17877" h="21697" extrusionOk="0">
                  <a:moveTo>
                    <a:pt x="3830" y="845"/>
                  </a:moveTo>
                  <a:cubicBezTo>
                    <a:pt x="5000" y="845"/>
                    <a:pt x="5950" y="1795"/>
                    <a:pt x="5950" y="2965"/>
                  </a:cubicBezTo>
                  <a:cubicBezTo>
                    <a:pt x="5950" y="4488"/>
                    <a:pt x="4610" y="5974"/>
                    <a:pt x="3830" y="5974"/>
                  </a:cubicBezTo>
                  <a:cubicBezTo>
                    <a:pt x="3050" y="5974"/>
                    <a:pt x="1710" y="4488"/>
                    <a:pt x="1710" y="2969"/>
                  </a:cubicBezTo>
                  <a:lnTo>
                    <a:pt x="1710" y="2965"/>
                  </a:lnTo>
                  <a:cubicBezTo>
                    <a:pt x="1710" y="1795"/>
                    <a:pt x="2660" y="845"/>
                    <a:pt x="3830" y="845"/>
                  </a:cubicBezTo>
                  <a:close/>
                  <a:moveTo>
                    <a:pt x="14006" y="835"/>
                  </a:moveTo>
                  <a:cubicBezTo>
                    <a:pt x="15180" y="838"/>
                    <a:pt x="16126" y="1792"/>
                    <a:pt x="16126" y="2965"/>
                  </a:cubicBezTo>
                  <a:cubicBezTo>
                    <a:pt x="16126" y="4488"/>
                    <a:pt x="14787" y="5974"/>
                    <a:pt x="14006" y="5974"/>
                  </a:cubicBezTo>
                  <a:cubicBezTo>
                    <a:pt x="13230" y="5974"/>
                    <a:pt x="11886" y="4488"/>
                    <a:pt x="11886" y="2965"/>
                  </a:cubicBezTo>
                  <a:cubicBezTo>
                    <a:pt x="11886" y="1792"/>
                    <a:pt x="12833" y="838"/>
                    <a:pt x="14006" y="835"/>
                  </a:cubicBezTo>
                  <a:close/>
                  <a:moveTo>
                    <a:pt x="8918" y="3203"/>
                  </a:moveTo>
                  <a:cubicBezTo>
                    <a:pt x="10092" y="3206"/>
                    <a:pt x="11038" y="4159"/>
                    <a:pt x="11038" y="5333"/>
                  </a:cubicBezTo>
                  <a:cubicBezTo>
                    <a:pt x="11038" y="6853"/>
                    <a:pt x="9698" y="8342"/>
                    <a:pt x="8918" y="8342"/>
                  </a:cubicBezTo>
                  <a:cubicBezTo>
                    <a:pt x="8138" y="8342"/>
                    <a:pt x="6798" y="6853"/>
                    <a:pt x="6798" y="5333"/>
                  </a:cubicBezTo>
                  <a:cubicBezTo>
                    <a:pt x="6795" y="4159"/>
                    <a:pt x="7744" y="3206"/>
                    <a:pt x="8918" y="3203"/>
                  </a:cubicBezTo>
                  <a:close/>
                  <a:moveTo>
                    <a:pt x="5170" y="6286"/>
                  </a:moveTo>
                  <a:cubicBezTo>
                    <a:pt x="5940" y="6673"/>
                    <a:pt x="6506" y="7372"/>
                    <a:pt x="6723" y="8206"/>
                  </a:cubicBezTo>
                  <a:cubicBezTo>
                    <a:pt x="6438" y="8410"/>
                    <a:pt x="6184" y="8651"/>
                    <a:pt x="5967" y="8922"/>
                  </a:cubicBezTo>
                  <a:cubicBezTo>
                    <a:pt x="5939" y="8708"/>
                    <a:pt x="5759" y="8553"/>
                    <a:pt x="5549" y="8553"/>
                  </a:cubicBezTo>
                  <a:cubicBezTo>
                    <a:pt x="5532" y="8553"/>
                    <a:pt x="5516" y="8554"/>
                    <a:pt x="5499" y="8556"/>
                  </a:cubicBezTo>
                  <a:cubicBezTo>
                    <a:pt x="5282" y="8583"/>
                    <a:pt x="5119" y="8769"/>
                    <a:pt x="5122" y="8990"/>
                  </a:cubicBezTo>
                  <a:lnTo>
                    <a:pt x="5122" y="20849"/>
                  </a:lnTo>
                  <a:lnTo>
                    <a:pt x="4274" y="20849"/>
                  </a:lnTo>
                  <a:lnTo>
                    <a:pt x="4274" y="15350"/>
                  </a:lnTo>
                  <a:cubicBezTo>
                    <a:pt x="4278" y="15136"/>
                    <a:pt x="4125" y="14953"/>
                    <a:pt x="3915" y="14919"/>
                  </a:cubicBezTo>
                  <a:cubicBezTo>
                    <a:pt x="3892" y="14916"/>
                    <a:pt x="3870" y="14914"/>
                    <a:pt x="3848" y="14914"/>
                  </a:cubicBezTo>
                  <a:cubicBezTo>
                    <a:pt x="3618" y="14914"/>
                    <a:pt x="3426" y="15101"/>
                    <a:pt x="3426" y="15336"/>
                  </a:cubicBezTo>
                  <a:lnTo>
                    <a:pt x="3426" y="20849"/>
                  </a:lnTo>
                  <a:lnTo>
                    <a:pt x="2578" y="20849"/>
                  </a:lnTo>
                  <a:lnTo>
                    <a:pt x="2578" y="8990"/>
                  </a:lnTo>
                  <a:cubicBezTo>
                    <a:pt x="2581" y="8776"/>
                    <a:pt x="2429" y="8593"/>
                    <a:pt x="2219" y="8559"/>
                  </a:cubicBezTo>
                  <a:cubicBezTo>
                    <a:pt x="2196" y="8555"/>
                    <a:pt x="2174" y="8554"/>
                    <a:pt x="2152" y="8554"/>
                  </a:cubicBezTo>
                  <a:cubicBezTo>
                    <a:pt x="1922" y="8554"/>
                    <a:pt x="1730" y="8741"/>
                    <a:pt x="1730" y="8976"/>
                  </a:cubicBezTo>
                  <a:lnTo>
                    <a:pt x="1730" y="16537"/>
                  </a:lnTo>
                  <a:cubicBezTo>
                    <a:pt x="1221" y="16354"/>
                    <a:pt x="882" y="15876"/>
                    <a:pt x="882" y="15336"/>
                  </a:cubicBezTo>
                  <a:lnTo>
                    <a:pt x="882" y="8942"/>
                  </a:lnTo>
                  <a:cubicBezTo>
                    <a:pt x="882" y="7816"/>
                    <a:pt x="1520" y="6785"/>
                    <a:pt x="2531" y="6286"/>
                  </a:cubicBezTo>
                  <a:cubicBezTo>
                    <a:pt x="2968" y="6629"/>
                    <a:pt x="3430" y="6822"/>
                    <a:pt x="3850" y="6822"/>
                  </a:cubicBezTo>
                  <a:cubicBezTo>
                    <a:pt x="4271" y="6822"/>
                    <a:pt x="4732" y="6629"/>
                    <a:pt x="5170" y="6286"/>
                  </a:cubicBezTo>
                  <a:close/>
                  <a:moveTo>
                    <a:pt x="5970" y="19397"/>
                  </a:moveTo>
                  <a:cubicBezTo>
                    <a:pt x="6221" y="19587"/>
                    <a:pt x="6510" y="19716"/>
                    <a:pt x="6818" y="19780"/>
                  </a:cubicBezTo>
                  <a:lnTo>
                    <a:pt x="6818" y="20849"/>
                  </a:lnTo>
                  <a:lnTo>
                    <a:pt x="5970" y="20849"/>
                  </a:lnTo>
                  <a:lnTo>
                    <a:pt x="5970" y="19397"/>
                  </a:lnTo>
                  <a:close/>
                  <a:moveTo>
                    <a:pt x="10258" y="8651"/>
                  </a:moveTo>
                  <a:cubicBezTo>
                    <a:pt x="10319" y="8684"/>
                    <a:pt x="10383" y="8715"/>
                    <a:pt x="10441" y="8752"/>
                  </a:cubicBezTo>
                  <a:cubicBezTo>
                    <a:pt x="10451" y="8759"/>
                    <a:pt x="10465" y="8766"/>
                    <a:pt x="10475" y="8773"/>
                  </a:cubicBezTo>
                  <a:cubicBezTo>
                    <a:pt x="11364" y="9309"/>
                    <a:pt x="11907" y="10269"/>
                    <a:pt x="11907" y="11310"/>
                  </a:cubicBezTo>
                  <a:lnTo>
                    <a:pt x="11907" y="17704"/>
                  </a:lnTo>
                  <a:cubicBezTo>
                    <a:pt x="11903" y="18244"/>
                    <a:pt x="11564" y="18722"/>
                    <a:pt x="11059" y="18902"/>
                  </a:cubicBezTo>
                  <a:lnTo>
                    <a:pt x="11059" y="11344"/>
                  </a:lnTo>
                  <a:cubicBezTo>
                    <a:pt x="11059" y="11110"/>
                    <a:pt x="10869" y="10920"/>
                    <a:pt x="10635" y="10920"/>
                  </a:cubicBezTo>
                  <a:cubicBezTo>
                    <a:pt x="10400" y="10920"/>
                    <a:pt x="10210" y="11110"/>
                    <a:pt x="10210" y="11344"/>
                  </a:cubicBezTo>
                  <a:lnTo>
                    <a:pt x="10210" y="20849"/>
                  </a:lnTo>
                  <a:lnTo>
                    <a:pt x="9362" y="20849"/>
                  </a:lnTo>
                  <a:lnTo>
                    <a:pt x="9362" y="17718"/>
                  </a:lnTo>
                  <a:cubicBezTo>
                    <a:pt x="9366" y="17504"/>
                    <a:pt x="9213" y="17321"/>
                    <a:pt x="9003" y="17284"/>
                  </a:cubicBezTo>
                  <a:cubicBezTo>
                    <a:pt x="8982" y="17281"/>
                    <a:pt x="8961" y="17279"/>
                    <a:pt x="8941" y="17279"/>
                  </a:cubicBezTo>
                  <a:cubicBezTo>
                    <a:pt x="8709" y="17279"/>
                    <a:pt x="8514" y="17467"/>
                    <a:pt x="8514" y="17704"/>
                  </a:cubicBezTo>
                  <a:lnTo>
                    <a:pt x="8514" y="20849"/>
                  </a:lnTo>
                  <a:lnTo>
                    <a:pt x="7666" y="20849"/>
                  </a:lnTo>
                  <a:lnTo>
                    <a:pt x="7666" y="13264"/>
                  </a:lnTo>
                  <a:cubicBezTo>
                    <a:pt x="7670" y="13050"/>
                    <a:pt x="7517" y="12867"/>
                    <a:pt x="7307" y="12833"/>
                  </a:cubicBezTo>
                  <a:cubicBezTo>
                    <a:pt x="7284" y="12829"/>
                    <a:pt x="7262" y="12828"/>
                    <a:pt x="7240" y="12828"/>
                  </a:cubicBezTo>
                  <a:cubicBezTo>
                    <a:pt x="7010" y="12828"/>
                    <a:pt x="6818" y="13015"/>
                    <a:pt x="6818" y="13250"/>
                  </a:cubicBezTo>
                  <a:lnTo>
                    <a:pt x="6818" y="18902"/>
                  </a:lnTo>
                  <a:cubicBezTo>
                    <a:pt x="6313" y="18722"/>
                    <a:pt x="5974" y="18244"/>
                    <a:pt x="5970" y="17704"/>
                  </a:cubicBezTo>
                  <a:lnTo>
                    <a:pt x="5970" y="11310"/>
                  </a:lnTo>
                  <a:cubicBezTo>
                    <a:pt x="5970" y="10269"/>
                    <a:pt x="6513" y="9309"/>
                    <a:pt x="7402" y="8773"/>
                  </a:cubicBezTo>
                  <a:cubicBezTo>
                    <a:pt x="7412" y="8766"/>
                    <a:pt x="7426" y="8759"/>
                    <a:pt x="7436" y="8752"/>
                  </a:cubicBezTo>
                  <a:cubicBezTo>
                    <a:pt x="7493" y="8715"/>
                    <a:pt x="7558" y="8684"/>
                    <a:pt x="7619" y="8651"/>
                  </a:cubicBezTo>
                  <a:cubicBezTo>
                    <a:pt x="8056" y="8997"/>
                    <a:pt x="8518" y="9190"/>
                    <a:pt x="8938" y="9190"/>
                  </a:cubicBezTo>
                  <a:cubicBezTo>
                    <a:pt x="9359" y="9190"/>
                    <a:pt x="9820" y="8997"/>
                    <a:pt x="10258" y="8651"/>
                  </a:cubicBezTo>
                  <a:close/>
                  <a:moveTo>
                    <a:pt x="11907" y="19393"/>
                  </a:moveTo>
                  <a:lnTo>
                    <a:pt x="11907" y="20849"/>
                  </a:lnTo>
                  <a:lnTo>
                    <a:pt x="11059" y="20849"/>
                  </a:lnTo>
                  <a:lnTo>
                    <a:pt x="11059" y="19780"/>
                  </a:lnTo>
                  <a:cubicBezTo>
                    <a:pt x="11367" y="19716"/>
                    <a:pt x="11656" y="19583"/>
                    <a:pt x="11907" y="19393"/>
                  </a:cubicBezTo>
                  <a:close/>
                  <a:moveTo>
                    <a:pt x="15329" y="6273"/>
                  </a:moveTo>
                  <a:cubicBezTo>
                    <a:pt x="16350" y="6778"/>
                    <a:pt x="16995" y="7816"/>
                    <a:pt x="16995" y="8956"/>
                  </a:cubicBezTo>
                  <a:lnTo>
                    <a:pt x="16995" y="15336"/>
                  </a:lnTo>
                  <a:cubicBezTo>
                    <a:pt x="16991" y="15876"/>
                    <a:pt x="16652" y="16354"/>
                    <a:pt x="16147" y="16534"/>
                  </a:cubicBezTo>
                  <a:lnTo>
                    <a:pt x="16147" y="8976"/>
                  </a:lnTo>
                  <a:cubicBezTo>
                    <a:pt x="16147" y="8742"/>
                    <a:pt x="15957" y="8552"/>
                    <a:pt x="15723" y="8552"/>
                  </a:cubicBezTo>
                  <a:cubicBezTo>
                    <a:pt x="15489" y="8552"/>
                    <a:pt x="15299" y="8742"/>
                    <a:pt x="15299" y="8976"/>
                  </a:cubicBezTo>
                  <a:lnTo>
                    <a:pt x="15299" y="20849"/>
                  </a:lnTo>
                  <a:lnTo>
                    <a:pt x="14451" y="20849"/>
                  </a:lnTo>
                  <a:lnTo>
                    <a:pt x="14451" y="15350"/>
                  </a:lnTo>
                  <a:cubicBezTo>
                    <a:pt x="14454" y="15136"/>
                    <a:pt x="14301" y="14953"/>
                    <a:pt x="14091" y="14919"/>
                  </a:cubicBezTo>
                  <a:cubicBezTo>
                    <a:pt x="14069" y="14916"/>
                    <a:pt x="14046" y="14914"/>
                    <a:pt x="14024" y="14914"/>
                  </a:cubicBezTo>
                  <a:cubicBezTo>
                    <a:pt x="13795" y="14914"/>
                    <a:pt x="13603" y="15101"/>
                    <a:pt x="13603" y="15336"/>
                  </a:cubicBezTo>
                  <a:lnTo>
                    <a:pt x="13603" y="20849"/>
                  </a:lnTo>
                  <a:lnTo>
                    <a:pt x="12714" y="20849"/>
                  </a:lnTo>
                  <a:lnTo>
                    <a:pt x="12714" y="17704"/>
                  </a:lnTo>
                  <a:lnTo>
                    <a:pt x="12755" y="17704"/>
                  </a:lnTo>
                  <a:lnTo>
                    <a:pt x="12755" y="11310"/>
                  </a:lnTo>
                  <a:lnTo>
                    <a:pt x="12714" y="11310"/>
                  </a:lnTo>
                  <a:lnTo>
                    <a:pt x="12714" y="8997"/>
                  </a:lnTo>
                  <a:cubicBezTo>
                    <a:pt x="12717" y="8773"/>
                    <a:pt x="12541" y="8579"/>
                    <a:pt x="12317" y="8566"/>
                  </a:cubicBezTo>
                  <a:cubicBezTo>
                    <a:pt x="12306" y="8565"/>
                    <a:pt x="12295" y="8564"/>
                    <a:pt x="12284" y="8564"/>
                  </a:cubicBezTo>
                  <a:cubicBezTo>
                    <a:pt x="12071" y="8564"/>
                    <a:pt x="11888" y="8719"/>
                    <a:pt x="11859" y="8935"/>
                  </a:cubicBezTo>
                  <a:cubicBezTo>
                    <a:pt x="11639" y="8661"/>
                    <a:pt x="11381" y="8416"/>
                    <a:pt x="11092" y="8213"/>
                  </a:cubicBezTo>
                  <a:cubicBezTo>
                    <a:pt x="11316" y="7372"/>
                    <a:pt x="11886" y="6666"/>
                    <a:pt x="12666" y="6276"/>
                  </a:cubicBezTo>
                  <a:cubicBezTo>
                    <a:pt x="13107" y="6622"/>
                    <a:pt x="13572" y="6815"/>
                    <a:pt x="13996" y="6815"/>
                  </a:cubicBezTo>
                  <a:cubicBezTo>
                    <a:pt x="14420" y="6815"/>
                    <a:pt x="14888" y="6622"/>
                    <a:pt x="15329" y="6273"/>
                  </a:cubicBezTo>
                  <a:close/>
                  <a:moveTo>
                    <a:pt x="3850" y="1"/>
                  </a:moveTo>
                  <a:cubicBezTo>
                    <a:pt x="2212" y="1"/>
                    <a:pt x="882" y="1327"/>
                    <a:pt x="882" y="2969"/>
                  </a:cubicBezTo>
                  <a:cubicBezTo>
                    <a:pt x="882" y="3851"/>
                    <a:pt x="1231" y="4804"/>
                    <a:pt x="1842" y="5587"/>
                  </a:cubicBezTo>
                  <a:cubicBezTo>
                    <a:pt x="1862" y="5611"/>
                    <a:pt x="1883" y="5638"/>
                    <a:pt x="1903" y="5662"/>
                  </a:cubicBezTo>
                  <a:cubicBezTo>
                    <a:pt x="1428" y="5947"/>
                    <a:pt x="1018" y="6330"/>
                    <a:pt x="706" y="6788"/>
                  </a:cubicBezTo>
                  <a:cubicBezTo>
                    <a:pt x="268" y="7419"/>
                    <a:pt x="34" y="8172"/>
                    <a:pt x="34" y="8942"/>
                  </a:cubicBezTo>
                  <a:lnTo>
                    <a:pt x="34" y="15336"/>
                  </a:lnTo>
                  <a:cubicBezTo>
                    <a:pt x="37" y="16344"/>
                    <a:pt x="746" y="17209"/>
                    <a:pt x="1730" y="17416"/>
                  </a:cubicBezTo>
                  <a:lnTo>
                    <a:pt x="1730" y="20849"/>
                  </a:lnTo>
                  <a:lnTo>
                    <a:pt x="472" y="20849"/>
                  </a:lnTo>
                  <a:cubicBezTo>
                    <a:pt x="469" y="20849"/>
                    <a:pt x="467" y="20849"/>
                    <a:pt x="465" y="20849"/>
                  </a:cubicBezTo>
                  <a:cubicBezTo>
                    <a:pt x="254" y="20849"/>
                    <a:pt x="74" y="21000"/>
                    <a:pt x="37" y="21212"/>
                  </a:cubicBezTo>
                  <a:cubicBezTo>
                    <a:pt x="0" y="21466"/>
                    <a:pt x="200" y="21697"/>
                    <a:pt x="458" y="21697"/>
                  </a:cubicBezTo>
                  <a:lnTo>
                    <a:pt x="17405" y="21697"/>
                  </a:lnTo>
                  <a:cubicBezTo>
                    <a:pt x="17408" y="21697"/>
                    <a:pt x="17410" y="21697"/>
                    <a:pt x="17412" y="21697"/>
                  </a:cubicBezTo>
                  <a:cubicBezTo>
                    <a:pt x="17623" y="21697"/>
                    <a:pt x="17803" y="21545"/>
                    <a:pt x="17839" y="21337"/>
                  </a:cubicBezTo>
                  <a:cubicBezTo>
                    <a:pt x="17877" y="21079"/>
                    <a:pt x="17677" y="20849"/>
                    <a:pt x="17419" y="20849"/>
                  </a:cubicBezTo>
                  <a:lnTo>
                    <a:pt x="16147" y="20849"/>
                  </a:lnTo>
                  <a:lnTo>
                    <a:pt x="16147" y="17416"/>
                  </a:lnTo>
                  <a:cubicBezTo>
                    <a:pt x="17131" y="17209"/>
                    <a:pt x="17839" y="16344"/>
                    <a:pt x="17843" y="15336"/>
                  </a:cubicBezTo>
                  <a:lnTo>
                    <a:pt x="17843" y="8942"/>
                  </a:lnTo>
                  <a:cubicBezTo>
                    <a:pt x="17843" y="8172"/>
                    <a:pt x="17609" y="7419"/>
                    <a:pt x="17171" y="6788"/>
                  </a:cubicBezTo>
                  <a:cubicBezTo>
                    <a:pt x="16859" y="6330"/>
                    <a:pt x="16449" y="5947"/>
                    <a:pt x="15974" y="5662"/>
                  </a:cubicBezTo>
                  <a:cubicBezTo>
                    <a:pt x="15994" y="5638"/>
                    <a:pt x="16011" y="5611"/>
                    <a:pt x="16031" y="5587"/>
                  </a:cubicBezTo>
                  <a:cubicBezTo>
                    <a:pt x="16645" y="4804"/>
                    <a:pt x="16995" y="3847"/>
                    <a:pt x="16995" y="2969"/>
                  </a:cubicBezTo>
                  <a:cubicBezTo>
                    <a:pt x="16995" y="1327"/>
                    <a:pt x="15665" y="1"/>
                    <a:pt x="14027" y="1"/>
                  </a:cubicBezTo>
                  <a:cubicBezTo>
                    <a:pt x="12388" y="1"/>
                    <a:pt x="11059" y="1327"/>
                    <a:pt x="11059" y="2969"/>
                  </a:cubicBezTo>
                  <a:cubicBezTo>
                    <a:pt x="11059" y="3067"/>
                    <a:pt x="11065" y="3165"/>
                    <a:pt x="11072" y="3267"/>
                  </a:cubicBezTo>
                  <a:cubicBezTo>
                    <a:pt x="10490" y="2658"/>
                    <a:pt x="9714" y="2354"/>
                    <a:pt x="8938" y="2354"/>
                  </a:cubicBezTo>
                  <a:cubicBezTo>
                    <a:pt x="8162" y="2354"/>
                    <a:pt x="7387" y="2658"/>
                    <a:pt x="6805" y="3267"/>
                  </a:cubicBezTo>
                  <a:cubicBezTo>
                    <a:pt x="6815" y="3165"/>
                    <a:pt x="6818" y="3067"/>
                    <a:pt x="6818" y="2969"/>
                  </a:cubicBezTo>
                  <a:cubicBezTo>
                    <a:pt x="6818" y="1327"/>
                    <a:pt x="5489" y="1"/>
                    <a:pt x="385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3"/>
            <p:cNvSpPr/>
            <p:nvPr/>
          </p:nvSpPr>
          <p:spPr>
            <a:xfrm>
              <a:off x="7463150" y="1550800"/>
              <a:ext cx="24525" cy="21250"/>
            </a:xfrm>
            <a:custGeom>
              <a:avLst/>
              <a:gdLst/>
              <a:ahLst/>
              <a:cxnLst/>
              <a:rect l="l" t="t" r="r" b="b"/>
              <a:pathLst>
                <a:path w="981" h="850" extrusionOk="0">
                  <a:moveTo>
                    <a:pt x="551" y="0"/>
                  </a:moveTo>
                  <a:cubicBezTo>
                    <a:pt x="232" y="0"/>
                    <a:pt x="1" y="371"/>
                    <a:pt x="204" y="665"/>
                  </a:cubicBezTo>
                  <a:cubicBezTo>
                    <a:pt x="292" y="793"/>
                    <a:pt x="422" y="850"/>
                    <a:pt x="550" y="850"/>
                  </a:cubicBezTo>
                  <a:cubicBezTo>
                    <a:pt x="766" y="850"/>
                    <a:pt x="977" y="688"/>
                    <a:pt x="977" y="428"/>
                  </a:cubicBezTo>
                  <a:cubicBezTo>
                    <a:pt x="981" y="248"/>
                    <a:pt x="869" y="89"/>
                    <a:pt x="703" y="28"/>
                  </a:cubicBezTo>
                  <a:cubicBezTo>
                    <a:pt x="651" y="9"/>
                    <a:pt x="600" y="0"/>
                    <a:pt x="55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7" name="Google Shape;3837;p73"/>
          <p:cNvGrpSpPr/>
          <p:nvPr/>
        </p:nvGrpSpPr>
        <p:grpSpPr>
          <a:xfrm>
            <a:off x="3596265" y="1871600"/>
            <a:ext cx="548700" cy="516475"/>
            <a:chOff x="4018575" y="1290800"/>
            <a:chExt cx="548700" cy="516475"/>
          </a:xfrm>
        </p:grpSpPr>
        <p:sp>
          <p:nvSpPr>
            <p:cNvPr id="3838" name="Google Shape;3838;p73"/>
            <p:cNvSpPr/>
            <p:nvPr/>
          </p:nvSpPr>
          <p:spPr>
            <a:xfrm>
              <a:off x="4018575" y="1290800"/>
              <a:ext cx="548700" cy="516475"/>
            </a:xfrm>
            <a:custGeom>
              <a:avLst/>
              <a:gdLst/>
              <a:ahLst/>
              <a:cxnLst/>
              <a:rect l="l" t="t" r="r" b="b"/>
              <a:pathLst>
                <a:path w="21948" h="20659" extrusionOk="0">
                  <a:moveTo>
                    <a:pt x="16503" y="4586"/>
                  </a:moveTo>
                  <a:cubicBezTo>
                    <a:pt x="17185" y="4586"/>
                    <a:pt x="17524" y="5407"/>
                    <a:pt x="17046" y="5889"/>
                  </a:cubicBezTo>
                  <a:cubicBezTo>
                    <a:pt x="16896" y="6040"/>
                    <a:pt x="16701" y="6115"/>
                    <a:pt x="16505" y="6115"/>
                  </a:cubicBezTo>
                  <a:cubicBezTo>
                    <a:pt x="16309" y="6115"/>
                    <a:pt x="16113" y="6040"/>
                    <a:pt x="15964" y="5889"/>
                  </a:cubicBezTo>
                  <a:cubicBezTo>
                    <a:pt x="15485" y="5407"/>
                    <a:pt x="15825" y="4586"/>
                    <a:pt x="16503" y="4586"/>
                  </a:cubicBezTo>
                  <a:close/>
                  <a:moveTo>
                    <a:pt x="12514" y="8093"/>
                  </a:moveTo>
                  <a:cubicBezTo>
                    <a:pt x="12833" y="8093"/>
                    <a:pt x="13152" y="8214"/>
                    <a:pt x="13396" y="8457"/>
                  </a:cubicBezTo>
                  <a:cubicBezTo>
                    <a:pt x="13749" y="8813"/>
                    <a:pt x="13857" y="9349"/>
                    <a:pt x="13664" y="9814"/>
                  </a:cubicBezTo>
                  <a:cubicBezTo>
                    <a:pt x="13470" y="10278"/>
                    <a:pt x="13016" y="10580"/>
                    <a:pt x="12514" y="10580"/>
                  </a:cubicBezTo>
                  <a:cubicBezTo>
                    <a:pt x="11405" y="10580"/>
                    <a:pt x="10852" y="9240"/>
                    <a:pt x="11635" y="8457"/>
                  </a:cubicBezTo>
                  <a:cubicBezTo>
                    <a:pt x="11878" y="8214"/>
                    <a:pt x="12196" y="8093"/>
                    <a:pt x="12514" y="8093"/>
                  </a:cubicBezTo>
                  <a:close/>
                  <a:moveTo>
                    <a:pt x="19308" y="844"/>
                  </a:moveTo>
                  <a:cubicBezTo>
                    <a:pt x="19881" y="844"/>
                    <a:pt x="20321" y="980"/>
                    <a:pt x="20594" y="1255"/>
                  </a:cubicBezTo>
                  <a:cubicBezTo>
                    <a:pt x="21300" y="1961"/>
                    <a:pt x="21082" y="3776"/>
                    <a:pt x="20007" y="6116"/>
                  </a:cubicBezTo>
                  <a:cubicBezTo>
                    <a:pt x="18976" y="8358"/>
                    <a:pt x="17310" y="10777"/>
                    <a:pt x="15655" y="12432"/>
                  </a:cubicBezTo>
                  <a:cubicBezTo>
                    <a:pt x="14282" y="13805"/>
                    <a:pt x="13090" y="14475"/>
                    <a:pt x="12020" y="14475"/>
                  </a:cubicBezTo>
                  <a:cubicBezTo>
                    <a:pt x="11955" y="14475"/>
                    <a:pt x="11892" y="14472"/>
                    <a:pt x="11829" y="14468"/>
                  </a:cubicBezTo>
                  <a:cubicBezTo>
                    <a:pt x="10886" y="14393"/>
                    <a:pt x="10054" y="13779"/>
                    <a:pt x="9346" y="13111"/>
                  </a:cubicBezTo>
                  <a:lnTo>
                    <a:pt x="11367" y="11086"/>
                  </a:lnTo>
                  <a:cubicBezTo>
                    <a:pt x="11719" y="11315"/>
                    <a:pt x="12118" y="11428"/>
                    <a:pt x="12515" y="11428"/>
                  </a:cubicBezTo>
                  <a:cubicBezTo>
                    <a:pt x="13055" y="11428"/>
                    <a:pt x="13591" y="11219"/>
                    <a:pt x="13996" y="10814"/>
                  </a:cubicBezTo>
                  <a:cubicBezTo>
                    <a:pt x="14695" y="10112"/>
                    <a:pt x="14807" y="9016"/>
                    <a:pt x="14264" y="8189"/>
                  </a:cubicBezTo>
                  <a:lnTo>
                    <a:pt x="15706" y="6747"/>
                  </a:lnTo>
                  <a:cubicBezTo>
                    <a:pt x="15955" y="6890"/>
                    <a:pt x="16229" y="6958"/>
                    <a:pt x="16500" y="6958"/>
                  </a:cubicBezTo>
                  <a:cubicBezTo>
                    <a:pt x="16988" y="6958"/>
                    <a:pt x="17469" y="6736"/>
                    <a:pt x="17785" y="6323"/>
                  </a:cubicBezTo>
                  <a:cubicBezTo>
                    <a:pt x="18274" y="5682"/>
                    <a:pt x="18213" y="4776"/>
                    <a:pt x="17639" y="4206"/>
                  </a:cubicBezTo>
                  <a:cubicBezTo>
                    <a:pt x="17328" y="3895"/>
                    <a:pt x="16915" y="3735"/>
                    <a:pt x="16501" y="3735"/>
                  </a:cubicBezTo>
                  <a:cubicBezTo>
                    <a:pt x="16158" y="3735"/>
                    <a:pt x="15813" y="3845"/>
                    <a:pt x="15523" y="4067"/>
                  </a:cubicBezTo>
                  <a:cubicBezTo>
                    <a:pt x="14882" y="4556"/>
                    <a:pt x="14705" y="5445"/>
                    <a:pt x="15105" y="6147"/>
                  </a:cubicBezTo>
                  <a:lnTo>
                    <a:pt x="13667" y="7585"/>
                  </a:lnTo>
                  <a:cubicBezTo>
                    <a:pt x="13315" y="7355"/>
                    <a:pt x="12915" y="7243"/>
                    <a:pt x="12518" y="7243"/>
                  </a:cubicBezTo>
                  <a:cubicBezTo>
                    <a:pt x="11977" y="7243"/>
                    <a:pt x="11440" y="7451"/>
                    <a:pt x="11035" y="7856"/>
                  </a:cubicBezTo>
                  <a:cubicBezTo>
                    <a:pt x="10336" y="8559"/>
                    <a:pt x="10224" y="9658"/>
                    <a:pt x="10770" y="10485"/>
                  </a:cubicBezTo>
                  <a:lnTo>
                    <a:pt x="8748" y="12507"/>
                  </a:lnTo>
                  <a:cubicBezTo>
                    <a:pt x="7405" y="11079"/>
                    <a:pt x="6859" y="9766"/>
                    <a:pt x="8016" y="7904"/>
                  </a:cubicBezTo>
                  <a:cubicBezTo>
                    <a:pt x="8138" y="7707"/>
                    <a:pt x="8077" y="7446"/>
                    <a:pt x="7877" y="7320"/>
                  </a:cubicBezTo>
                  <a:cubicBezTo>
                    <a:pt x="7808" y="7278"/>
                    <a:pt x="7731" y="7257"/>
                    <a:pt x="7656" y="7257"/>
                  </a:cubicBezTo>
                  <a:cubicBezTo>
                    <a:pt x="7514" y="7257"/>
                    <a:pt x="7375" y="7328"/>
                    <a:pt x="7293" y="7456"/>
                  </a:cubicBezTo>
                  <a:cubicBezTo>
                    <a:pt x="7066" y="7819"/>
                    <a:pt x="6879" y="8202"/>
                    <a:pt x="6740" y="8606"/>
                  </a:cubicBezTo>
                  <a:lnTo>
                    <a:pt x="5848" y="7717"/>
                  </a:lnTo>
                  <a:cubicBezTo>
                    <a:pt x="5112" y="6981"/>
                    <a:pt x="5441" y="6462"/>
                    <a:pt x="5753" y="6133"/>
                  </a:cubicBezTo>
                  <a:cubicBezTo>
                    <a:pt x="7395" y="4410"/>
                    <a:pt x="8863" y="3725"/>
                    <a:pt x="9937" y="3725"/>
                  </a:cubicBezTo>
                  <a:cubicBezTo>
                    <a:pt x="10250" y="3725"/>
                    <a:pt x="10530" y="3783"/>
                    <a:pt x="10770" y="3891"/>
                  </a:cubicBezTo>
                  <a:cubicBezTo>
                    <a:pt x="10489" y="4108"/>
                    <a:pt x="10217" y="4329"/>
                    <a:pt x="9953" y="4552"/>
                  </a:cubicBezTo>
                  <a:cubicBezTo>
                    <a:pt x="9773" y="4705"/>
                    <a:pt x="9753" y="4973"/>
                    <a:pt x="9902" y="5153"/>
                  </a:cubicBezTo>
                  <a:cubicBezTo>
                    <a:pt x="9986" y="5251"/>
                    <a:pt x="10106" y="5301"/>
                    <a:pt x="10227" y="5301"/>
                  </a:cubicBezTo>
                  <a:cubicBezTo>
                    <a:pt x="10324" y="5301"/>
                    <a:pt x="10422" y="5268"/>
                    <a:pt x="10502" y="5200"/>
                  </a:cubicBezTo>
                  <a:cubicBezTo>
                    <a:pt x="12270" y="3701"/>
                    <a:pt x="14478" y="2334"/>
                    <a:pt x="16405" y="1550"/>
                  </a:cubicBezTo>
                  <a:cubicBezTo>
                    <a:pt x="17559" y="1081"/>
                    <a:pt x="18550" y="844"/>
                    <a:pt x="19308" y="844"/>
                  </a:cubicBezTo>
                  <a:close/>
                  <a:moveTo>
                    <a:pt x="17958" y="11082"/>
                  </a:moveTo>
                  <a:lnTo>
                    <a:pt x="17958" y="11082"/>
                  </a:lnTo>
                  <a:cubicBezTo>
                    <a:pt x="18437" y="12147"/>
                    <a:pt x="17941" y="13979"/>
                    <a:pt x="15716" y="16099"/>
                  </a:cubicBezTo>
                  <a:lnTo>
                    <a:pt x="15713" y="16099"/>
                  </a:lnTo>
                  <a:cubicBezTo>
                    <a:pt x="15533" y="16270"/>
                    <a:pt x="15293" y="16446"/>
                    <a:pt x="14991" y="16446"/>
                  </a:cubicBezTo>
                  <a:cubicBezTo>
                    <a:pt x="14746" y="16446"/>
                    <a:pt x="14460" y="16330"/>
                    <a:pt x="14132" y="16001"/>
                  </a:cubicBezTo>
                  <a:lnTo>
                    <a:pt x="13243" y="15112"/>
                  </a:lnTo>
                  <a:cubicBezTo>
                    <a:pt x="14190" y="14790"/>
                    <a:pt x="15187" y="14101"/>
                    <a:pt x="16259" y="13033"/>
                  </a:cubicBezTo>
                  <a:cubicBezTo>
                    <a:pt x="16866" y="12419"/>
                    <a:pt x="17432" y="11768"/>
                    <a:pt x="17958" y="11082"/>
                  </a:cubicBezTo>
                  <a:close/>
                  <a:moveTo>
                    <a:pt x="6243" y="11736"/>
                  </a:moveTo>
                  <a:cubicBezTo>
                    <a:pt x="6544" y="11736"/>
                    <a:pt x="6846" y="11771"/>
                    <a:pt x="7144" y="11842"/>
                  </a:cubicBezTo>
                  <a:cubicBezTo>
                    <a:pt x="7517" y="12453"/>
                    <a:pt x="8009" y="12982"/>
                    <a:pt x="8436" y="13413"/>
                  </a:cubicBezTo>
                  <a:cubicBezTo>
                    <a:pt x="8901" y="13874"/>
                    <a:pt x="9420" y="14349"/>
                    <a:pt x="10007" y="14705"/>
                  </a:cubicBezTo>
                  <a:cubicBezTo>
                    <a:pt x="10285" y="15869"/>
                    <a:pt x="10010" y="17097"/>
                    <a:pt x="9264" y="18033"/>
                  </a:cubicBezTo>
                  <a:lnTo>
                    <a:pt x="9264" y="18029"/>
                  </a:lnTo>
                  <a:lnTo>
                    <a:pt x="3820" y="12588"/>
                  </a:lnTo>
                  <a:cubicBezTo>
                    <a:pt x="4514" y="12031"/>
                    <a:pt x="5371" y="11736"/>
                    <a:pt x="6243" y="11736"/>
                  </a:cubicBezTo>
                  <a:close/>
                  <a:moveTo>
                    <a:pt x="4542" y="14512"/>
                  </a:moveTo>
                  <a:lnTo>
                    <a:pt x="7198" y="17168"/>
                  </a:lnTo>
                  <a:cubicBezTo>
                    <a:pt x="7341" y="17989"/>
                    <a:pt x="6873" y="18616"/>
                    <a:pt x="6581" y="18922"/>
                  </a:cubicBezTo>
                  <a:cubicBezTo>
                    <a:pt x="6052" y="19470"/>
                    <a:pt x="5291" y="19807"/>
                    <a:pt x="4606" y="19807"/>
                  </a:cubicBezTo>
                  <a:cubicBezTo>
                    <a:pt x="4593" y="19807"/>
                    <a:pt x="4579" y="19807"/>
                    <a:pt x="4566" y="19807"/>
                  </a:cubicBezTo>
                  <a:cubicBezTo>
                    <a:pt x="4603" y="19522"/>
                    <a:pt x="4586" y="19237"/>
                    <a:pt x="4518" y="18959"/>
                  </a:cubicBezTo>
                  <a:cubicBezTo>
                    <a:pt x="4466" y="18754"/>
                    <a:pt x="4286" y="18636"/>
                    <a:pt x="4103" y="18636"/>
                  </a:cubicBezTo>
                  <a:cubicBezTo>
                    <a:pt x="3989" y="18636"/>
                    <a:pt x="3875" y="18682"/>
                    <a:pt x="3789" y="18779"/>
                  </a:cubicBezTo>
                  <a:cubicBezTo>
                    <a:pt x="3330" y="19297"/>
                    <a:pt x="2732" y="19445"/>
                    <a:pt x="2196" y="19445"/>
                  </a:cubicBezTo>
                  <a:cubicBezTo>
                    <a:pt x="1802" y="19445"/>
                    <a:pt x="1442" y="19365"/>
                    <a:pt x="1198" y="19291"/>
                  </a:cubicBezTo>
                  <a:cubicBezTo>
                    <a:pt x="1635" y="18847"/>
                    <a:pt x="1835" y="18118"/>
                    <a:pt x="2039" y="17351"/>
                  </a:cubicBezTo>
                  <a:cubicBezTo>
                    <a:pt x="2256" y="16547"/>
                    <a:pt x="2480" y="15719"/>
                    <a:pt x="2968" y="15231"/>
                  </a:cubicBezTo>
                  <a:cubicBezTo>
                    <a:pt x="3392" y="14814"/>
                    <a:pt x="3949" y="14556"/>
                    <a:pt x="4542" y="14512"/>
                  </a:cubicBezTo>
                  <a:close/>
                  <a:moveTo>
                    <a:pt x="19307" y="1"/>
                  </a:moveTo>
                  <a:cubicBezTo>
                    <a:pt x="18429" y="1"/>
                    <a:pt x="17346" y="257"/>
                    <a:pt x="16086" y="770"/>
                  </a:cubicBezTo>
                  <a:cubicBezTo>
                    <a:pt x="14617" y="1367"/>
                    <a:pt x="12995" y="2283"/>
                    <a:pt x="11513" y="3345"/>
                  </a:cubicBezTo>
                  <a:cubicBezTo>
                    <a:pt x="11071" y="3038"/>
                    <a:pt x="10536" y="2882"/>
                    <a:pt x="9942" y="2882"/>
                  </a:cubicBezTo>
                  <a:cubicBezTo>
                    <a:pt x="9609" y="2882"/>
                    <a:pt x="9258" y="2931"/>
                    <a:pt x="8894" y="3029"/>
                  </a:cubicBezTo>
                  <a:cubicBezTo>
                    <a:pt x="7694" y="3358"/>
                    <a:pt x="6394" y="4230"/>
                    <a:pt x="5136" y="5553"/>
                  </a:cubicBezTo>
                  <a:cubicBezTo>
                    <a:pt x="4325" y="6405"/>
                    <a:pt x="4366" y="7439"/>
                    <a:pt x="5248" y="8318"/>
                  </a:cubicBezTo>
                  <a:lnTo>
                    <a:pt x="6537" y="9607"/>
                  </a:lnTo>
                  <a:cubicBezTo>
                    <a:pt x="6510" y="10014"/>
                    <a:pt x="6557" y="10424"/>
                    <a:pt x="6676" y="10818"/>
                  </a:cubicBezTo>
                  <a:cubicBezTo>
                    <a:pt x="6686" y="10848"/>
                    <a:pt x="6696" y="10879"/>
                    <a:pt x="6706" y="10909"/>
                  </a:cubicBezTo>
                  <a:cubicBezTo>
                    <a:pt x="6554" y="10895"/>
                    <a:pt x="6402" y="10887"/>
                    <a:pt x="6250" y="10887"/>
                  </a:cubicBezTo>
                  <a:cubicBezTo>
                    <a:pt x="5002" y="10887"/>
                    <a:pt x="3796" y="11380"/>
                    <a:pt x="2904" y="12270"/>
                  </a:cubicBezTo>
                  <a:cubicBezTo>
                    <a:pt x="2738" y="12436"/>
                    <a:pt x="2738" y="12704"/>
                    <a:pt x="2904" y="12870"/>
                  </a:cubicBezTo>
                  <a:lnTo>
                    <a:pt x="3816" y="13782"/>
                  </a:lnTo>
                  <a:cubicBezTo>
                    <a:pt x="3270" y="13938"/>
                    <a:pt x="2771" y="14230"/>
                    <a:pt x="2371" y="14630"/>
                  </a:cubicBezTo>
                  <a:cubicBezTo>
                    <a:pt x="1723" y="15282"/>
                    <a:pt x="1455" y="16265"/>
                    <a:pt x="1221" y="17134"/>
                  </a:cubicBezTo>
                  <a:cubicBezTo>
                    <a:pt x="1028" y="17850"/>
                    <a:pt x="828" y="18593"/>
                    <a:pt x="468" y="18799"/>
                  </a:cubicBezTo>
                  <a:cubicBezTo>
                    <a:pt x="0" y="19071"/>
                    <a:pt x="48" y="19759"/>
                    <a:pt x="546" y="19963"/>
                  </a:cubicBezTo>
                  <a:cubicBezTo>
                    <a:pt x="997" y="20146"/>
                    <a:pt x="1476" y="20258"/>
                    <a:pt x="1964" y="20289"/>
                  </a:cubicBezTo>
                  <a:cubicBezTo>
                    <a:pt x="2047" y="20294"/>
                    <a:pt x="2128" y="20296"/>
                    <a:pt x="2208" y="20296"/>
                  </a:cubicBezTo>
                  <a:cubicBezTo>
                    <a:pt x="2756" y="20296"/>
                    <a:pt x="3252" y="20176"/>
                    <a:pt x="3681" y="19939"/>
                  </a:cubicBezTo>
                  <a:lnTo>
                    <a:pt x="3681" y="19939"/>
                  </a:lnTo>
                  <a:cubicBezTo>
                    <a:pt x="3657" y="20251"/>
                    <a:pt x="3857" y="20536"/>
                    <a:pt x="4159" y="20618"/>
                  </a:cubicBezTo>
                  <a:cubicBezTo>
                    <a:pt x="4176" y="20621"/>
                    <a:pt x="4193" y="20624"/>
                    <a:pt x="4210" y="20628"/>
                  </a:cubicBezTo>
                  <a:cubicBezTo>
                    <a:pt x="4342" y="20648"/>
                    <a:pt x="4474" y="20658"/>
                    <a:pt x="4610" y="20658"/>
                  </a:cubicBezTo>
                  <a:cubicBezTo>
                    <a:pt x="5523" y="20658"/>
                    <a:pt x="6503" y="20231"/>
                    <a:pt x="7195" y="19508"/>
                  </a:cubicBezTo>
                  <a:cubicBezTo>
                    <a:pt x="7626" y="19061"/>
                    <a:pt x="7907" y="18531"/>
                    <a:pt x="8019" y="17985"/>
                  </a:cubicBezTo>
                  <a:lnTo>
                    <a:pt x="8983" y="18949"/>
                  </a:lnTo>
                  <a:cubicBezTo>
                    <a:pt x="9066" y="19032"/>
                    <a:pt x="9174" y="19073"/>
                    <a:pt x="9282" y="19073"/>
                  </a:cubicBezTo>
                  <a:cubicBezTo>
                    <a:pt x="9390" y="19073"/>
                    <a:pt x="9498" y="19032"/>
                    <a:pt x="9580" y="18949"/>
                  </a:cubicBezTo>
                  <a:cubicBezTo>
                    <a:pt x="10580" y="17948"/>
                    <a:pt x="11079" y="16554"/>
                    <a:pt x="10940" y="15146"/>
                  </a:cubicBezTo>
                  <a:lnTo>
                    <a:pt x="10940" y="15146"/>
                  </a:lnTo>
                  <a:cubicBezTo>
                    <a:pt x="11208" y="15234"/>
                    <a:pt x="11486" y="15292"/>
                    <a:pt x="11764" y="15312"/>
                  </a:cubicBezTo>
                  <a:cubicBezTo>
                    <a:pt x="11852" y="15319"/>
                    <a:pt x="11937" y="15322"/>
                    <a:pt x="12025" y="15322"/>
                  </a:cubicBezTo>
                  <a:cubicBezTo>
                    <a:pt x="12097" y="15322"/>
                    <a:pt x="12171" y="15319"/>
                    <a:pt x="12246" y="15316"/>
                  </a:cubicBezTo>
                  <a:lnTo>
                    <a:pt x="13531" y="16605"/>
                  </a:lnTo>
                  <a:cubicBezTo>
                    <a:pt x="13993" y="17063"/>
                    <a:pt x="14495" y="17297"/>
                    <a:pt x="14990" y="17297"/>
                  </a:cubicBezTo>
                  <a:cubicBezTo>
                    <a:pt x="15445" y="17297"/>
                    <a:pt x="15892" y="17103"/>
                    <a:pt x="16299" y="16717"/>
                  </a:cubicBezTo>
                  <a:cubicBezTo>
                    <a:pt x="17622" y="15455"/>
                    <a:pt x="18498" y="14152"/>
                    <a:pt x="18823" y="12951"/>
                  </a:cubicBezTo>
                  <a:cubicBezTo>
                    <a:pt x="19098" y="11941"/>
                    <a:pt x="18986" y="11028"/>
                    <a:pt x="18508" y="10339"/>
                  </a:cubicBezTo>
                  <a:cubicBezTo>
                    <a:pt x="19393" y="9105"/>
                    <a:pt x="20187" y="7758"/>
                    <a:pt x="20777" y="6472"/>
                  </a:cubicBezTo>
                  <a:cubicBezTo>
                    <a:pt x="21350" y="5224"/>
                    <a:pt x="21700" y="4115"/>
                    <a:pt x="21812" y="3172"/>
                  </a:cubicBezTo>
                  <a:cubicBezTo>
                    <a:pt x="21947" y="2049"/>
                    <a:pt x="21741" y="1204"/>
                    <a:pt x="21194" y="658"/>
                  </a:cubicBezTo>
                  <a:cubicBezTo>
                    <a:pt x="20754" y="220"/>
                    <a:pt x="20118" y="1"/>
                    <a:pt x="193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3"/>
            <p:cNvSpPr/>
            <p:nvPr/>
          </p:nvSpPr>
          <p:spPr>
            <a:xfrm>
              <a:off x="4226350" y="1435050"/>
              <a:ext cx="25700" cy="21300"/>
            </a:xfrm>
            <a:custGeom>
              <a:avLst/>
              <a:gdLst/>
              <a:ahLst/>
              <a:cxnLst/>
              <a:rect l="l" t="t" r="r" b="b"/>
              <a:pathLst>
                <a:path w="1028" h="852" extrusionOk="0">
                  <a:moveTo>
                    <a:pt x="512" y="0"/>
                  </a:moveTo>
                  <a:cubicBezTo>
                    <a:pt x="349" y="0"/>
                    <a:pt x="203" y="95"/>
                    <a:pt x="139" y="241"/>
                  </a:cubicBezTo>
                  <a:cubicBezTo>
                    <a:pt x="0" y="539"/>
                    <a:pt x="231" y="851"/>
                    <a:pt x="524" y="851"/>
                  </a:cubicBezTo>
                  <a:cubicBezTo>
                    <a:pt x="576" y="851"/>
                    <a:pt x="628" y="842"/>
                    <a:pt x="682" y="821"/>
                  </a:cubicBezTo>
                  <a:cubicBezTo>
                    <a:pt x="794" y="777"/>
                    <a:pt x="882" y="689"/>
                    <a:pt x="923" y="573"/>
                  </a:cubicBezTo>
                  <a:cubicBezTo>
                    <a:pt x="1028" y="295"/>
                    <a:pt x="821" y="0"/>
                    <a:pt x="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0" name="Google Shape;3840;p73"/>
          <p:cNvGrpSpPr/>
          <p:nvPr/>
        </p:nvGrpSpPr>
        <p:grpSpPr>
          <a:xfrm>
            <a:off x="2893855" y="1858463"/>
            <a:ext cx="544475" cy="542750"/>
            <a:chOff x="3376075" y="1277600"/>
            <a:chExt cx="544475" cy="542750"/>
          </a:xfrm>
        </p:grpSpPr>
        <p:sp>
          <p:nvSpPr>
            <p:cNvPr id="3841" name="Google Shape;3841;p73"/>
            <p:cNvSpPr/>
            <p:nvPr/>
          </p:nvSpPr>
          <p:spPr>
            <a:xfrm>
              <a:off x="3376075" y="1277600"/>
              <a:ext cx="544475" cy="542750"/>
            </a:xfrm>
            <a:custGeom>
              <a:avLst/>
              <a:gdLst/>
              <a:ahLst/>
              <a:cxnLst/>
              <a:rect l="l" t="t" r="r" b="b"/>
              <a:pathLst>
                <a:path w="21779" h="21710" extrusionOk="0">
                  <a:moveTo>
                    <a:pt x="10466" y="1960"/>
                  </a:moveTo>
                  <a:lnTo>
                    <a:pt x="10466" y="2808"/>
                  </a:lnTo>
                  <a:cubicBezTo>
                    <a:pt x="6361" y="3021"/>
                    <a:pt x="3061" y="6325"/>
                    <a:pt x="2844" y="10430"/>
                  </a:cubicBezTo>
                  <a:lnTo>
                    <a:pt x="1996" y="10430"/>
                  </a:lnTo>
                  <a:cubicBezTo>
                    <a:pt x="2213" y="5857"/>
                    <a:pt x="5893" y="2177"/>
                    <a:pt x="10466" y="1960"/>
                  </a:cubicBezTo>
                  <a:close/>
                  <a:moveTo>
                    <a:pt x="11314" y="1960"/>
                  </a:moveTo>
                  <a:cubicBezTo>
                    <a:pt x="15887" y="2177"/>
                    <a:pt x="19570" y="5857"/>
                    <a:pt x="19784" y="10430"/>
                  </a:cubicBezTo>
                  <a:lnTo>
                    <a:pt x="18936" y="10430"/>
                  </a:lnTo>
                  <a:cubicBezTo>
                    <a:pt x="18726" y="6325"/>
                    <a:pt x="15422" y="3021"/>
                    <a:pt x="11314" y="2808"/>
                  </a:cubicBezTo>
                  <a:lnTo>
                    <a:pt x="11314" y="1960"/>
                  </a:lnTo>
                  <a:close/>
                  <a:moveTo>
                    <a:pt x="11314" y="3659"/>
                  </a:moveTo>
                  <a:cubicBezTo>
                    <a:pt x="14950" y="3873"/>
                    <a:pt x="17874" y="6793"/>
                    <a:pt x="18085" y="10430"/>
                  </a:cubicBezTo>
                  <a:lnTo>
                    <a:pt x="17688" y="10430"/>
                  </a:lnTo>
                  <a:cubicBezTo>
                    <a:pt x="17685" y="10430"/>
                    <a:pt x="17683" y="10430"/>
                    <a:pt x="17681" y="10430"/>
                  </a:cubicBezTo>
                  <a:cubicBezTo>
                    <a:pt x="17470" y="10430"/>
                    <a:pt x="17290" y="10585"/>
                    <a:pt x="17254" y="10793"/>
                  </a:cubicBezTo>
                  <a:cubicBezTo>
                    <a:pt x="17216" y="11047"/>
                    <a:pt x="17413" y="11278"/>
                    <a:pt x="17674" y="11278"/>
                  </a:cubicBezTo>
                  <a:lnTo>
                    <a:pt x="18085" y="11278"/>
                  </a:lnTo>
                  <a:cubicBezTo>
                    <a:pt x="17874" y="14918"/>
                    <a:pt x="14950" y="17838"/>
                    <a:pt x="11314" y="18052"/>
                  </a:cubicBezTo>
                  <a:lnTo>
                    <a:pt x="11314" y="17228"/>
                  </a:lnTo>
                  <a:cubicBezTo>
                    <a:pt x="11317" y="17014"/>
                    <a:pt x="11165" y="16831"/>
                    <a:pt x="10951" y="16797"/>
                  </a:cubicBezTo>
                  <a:cubicBezTo>
                    <a:pt x="10929" y="16793"/>
                    <a:pt x="10907" y="16792"/>
                    <a:pt x="10885" y="16792"/>
                  </a:cubicBezTo>
                  <a:cubicBezTo>
                    <a:pt x="10658" y="16792"/>
                    <a:pt x="10466" y="16979"/>
                    <a:pt x="10466" y="17214"/>
                  </a:cubicBezTo>
                  <a:lnTo>
                    <a:pt x="10466" y="18049"/>
                  </a:lnTo>
                  <a:cubicBezTo>
                    <a:pt x="9319" y="17984"/>
                    <a:pt x="8203" y="17645"/>
                    <a:pt x="7216" y="17058"/>
                  </a:cubicBezTo>
                  <a:cubicBezTo>
                    <a:pt x="7147" y="17017"/>
                    <a:pt x="7072" y="16998"/>
                    <a:pt x="6999" y="16998"/>
                  </a:cubicBezTo>
                  <a:cubicBezTo>
                    <a:pt x="6834" y="16998"/>
                    <a:pt x="6677" y="17095"/>
                    <a:pt x="6609" y="17262"/>
                  </a:cubicBezTo>
                  <a:cubicBezTo>
                    <a:pt x="6527" y="17462"/>
                    <a:pt x="6609" y="17686"/>
                    <a:pt x="6795" y="17794"/>
                  </a:cubicBezTo>
                  <a:cubicBezTo>
                    <a:pt x="7911" y="18452"/>
                    <a:pt x="9170" y="18832"/>
                    <a:pt x="10466" y="18900"/>
                  </a:cubicBezTo>
                  <a:lnTo>
                    <a:pt x="10466" y="19748"/>
                  </a:lnTo>
                  <a:cubicBezTo>
                    <a:pt x="5893" y="19531"/>
                    <a:pt x="2209" y="15850"/>
                    <a:pt x="1996" y="11278"/>
                  </a:cubicBezTo>
                  <a:lnTo>
                    <a:pt x="2844" y="11278"/>
                  </a:lnTo>
                  <a:cubicBezTo>
                    <a:pt x="2911" y="12577"/>
                    <a:pt x="3291" y="13842"/>
                    <a:pt x="3956" y="14962"/>
                  </a:cubicBezTo>
                  <a:cubicBezTo>
                    <a:pt x="4036" y="15096"/>
                    <a:pt x="4177" y="15168"/>
                    <a:pt x="4320" y="15168"/>
                  </a:cubicBezTo>
                  <a:cubicBezTo>
                    <a:pt x="4415" y="15168"/>
                    <a:pt x="4511" y="15137"/>
                    <a:pt x="4591" y="15070"/>
                  </a:cubicBezTo>
                  <a:cubicBezTo>
                    <a:pt x="4753" y="14935"/>
                    <a:pt x="4791" y="14697"/>
                    <a:pt x="4682" y="14517"/>
                  </a:cubicBezTo>
                  <a:cubicBezTo>
                    <a:pt x="4099" y="13530"/>
                    <a:pt x="3759" y="12421"/>
                    <a:pt x="3695" y="11278"/>
                  </a:cubicBezTo>
                  <a:lnTo>
                    <a:pt x="4092" y="11278"/>
                  </a:lnTo>
                  <a:cubicBezTo>
                    <a:pt x="4094" y="11278"/>
                    <a:pt x="4097" y="11278"/>
                    <a:pt x="4099" y="11278"/>
                  </a:cubicBezTo>
                  <a:cubicBezTo>
                    <a:pt x="4310" y="11278"/>
                    <a:pt x="4489" y="11126"/>
                    <a:pt x="4526" y="10918"/>
                  </a:cubicBezTo>
                  <a:cubicBezTo>
                    <a:pt x="4563" y="10661"/>
                    <a:pt x="4363" y="10430"/>
                    <a:pt x="4105" y="10430"/>
                  </a:cubicBezTo>
                  <a:lnTo>
                    <a:pt x="3695" y="10430"/>
                  </a:lnTo>
                  <a:cubicBezTo>
                    <a:pt x="3905" y="6793"/>
                    <a:pt x="6829" y="3869"/>
                    <a:pt x="10466" y="3659"/>
                  </a:cubicBezTo>
                  <a:lnTo>
                    <a:pt x="10466" y="4056"/>
                  </a:lnTo>
                  <a:cubicBezTo>
                    <a:pt x="10462" y="4270"/>
                    <a:pt x="10615" y="4453"/>
                    <a:pt x="10825" y="4490"/>
                  </a:cubicBezTo>
                  <a:cubicBezTo>
                    <a:pt x="10846" y="4493"/>
                    <a:pt x="10867" y="4495"/>
                    <a:pt x="10887" y="4495"/>
                  </a:cubicBezTo>
                  <a:cubicBezTo>
                    <a:pt x="11119" y="4495"/>
                    <a:pt x="11314" y="4306"/>
                    <a:pt x="11314" y="4070"/>
                  </a:cubicBezTo>
                  <a:lnTo>
                    <a:pt x="11314" y="3659"/>
                  </a:lnTo>
                  <a:close/>
                  <a:moveTo>
                    <a:pt x="19784" y="11278"/>
                  </a:moveTo>
                  <a:cubicBezTo>
                    <a:pt x="19570" y="15854"/>
                    <a:pt x="15887" y="19534"/>
                    <a:pt x="11314" y="19748"/>
                  </a:cubicBezTo>
                  <a:lnTo>
                    <a:pt x="11314" y="18900"/>
                  </a:lnTo>
                  <a:cubicBezTo>
                    <a:pt x="15418" y="18686"/>
                    <a:pt x="18722" y="15386"/>
                    <a:pt x="18936" y="11278"/>
                  </a:cubicBezTo>
                  <a:close/>
                  <a:moveTo>
                    <a:pt x="10887" y="1"/>
                  </a:moveTo>
                  <a:cubicBezTo>
                    <a:pt x="10658" y="1"/>
                    <a:pt x="10466" y="188"/>
                    <a:pt x="10466" y="423"/>
                  </a:cubicBezTo>
                  <a:lnTo>
                    <a:pt x="10466" y="1112"/>
                  </a:lnTo>
                  <a:cubicBezTo>
                    <a:pt x="5425" y="1329"/>
                    <a:pt x="1365" y="5389"/>
                    <a:pt x="1148" y="10430"/>
                  </a:cubicBezTo>
                  <a:lnTo>
                    <a:pt x="472" y="10430"/>
                  </a:lnTo>
                  <a:cubicBezTo>
                    <a:pt x="470" y="10430"/>
                    <a:pt x="468" y="10430"/>
                    <a:pt x="465" y="10430"/>
                  </a:cubicBezTo>
                  <a:cubicBezTo>
                    <a:pt x="255" y="10430"/>
                    <a:pt x="75" y="10581"/>
                    <a:pt x="38" y="10793"/>
                  </a:cubicBezTo>
                  <a:cubicBezTo>
                    <a:pt x="1" y="11047"/>
                    <a:pt x="201" y="11278"/>
                    <a:pt x="459" y="11278"/>
                  </a:cubicBezTo>
                  <a:lnTo>
                    <a:pt x="1148" y="11278"/>
                  </a:lnTo>
                  <a:cubicBezTo>
                    <a:pt x="1365" y="16319"/>
                    <a:pt x="5425" y="20379"/>
                    <a:pt x="10466" y="20596"/>
                  </a:cubicBezTo>
                  <a:lnTo>
                    <a:pt x="10466" y="21271"/>
                  </a:lnTo>
                  <a:cubicBezTo>
                    <a:pt x="10462" y="21485"/>
                    <a:pt x="10615" y="21668"/>
                    <a:pt x="10829" y="21705"/>
                  </a:cubicBezTo>
                  <a:cubicBezTo>
                    <a:pt x="10849" y="21708"/>
                    <a:pt x="10870" y="21710"/>
                    <a:pt x="10890" y="21710"/>
                  </a:cubicBezTo>
                  <a:cubicBezTo>
                    <a:pt x="11119" y="21710"/>
                    <a:pt x="11314" y="21522"/>
                    <a:pt x="11314" y="21285"/>
                  </a:cubicBezTo>
                  <a:lnTo>
                    <a:pt x="11314" y="20596"/>
                  </a:lnTo>
                  <a:cubicBezTo>
                    <a:pt x="16355" y="20382"/>
                    <a:pt x="20415" y="16319"/>
                    <a:pt x="20632" y="11278"/>
                  </a:cubicBezTo>
                  <a:lnTo>
                    <a:pt x="21307" y="11278"/>
                  </a:lnTo>
                  <a:cubicBezTo>
                    <a:pt x="21310" y="11278"/>
                    <a:pt x="21312" y="11278"/>
                    <a:pt x="21314" y="11278"/>
                  </a:cubicBezTo>
                  <a:cubicBezTo>
                    <a:pt x="21525" y="11278"/>
                    <a:pt x="21704" y="11126"/>
                    <a:pt x="21741" y="10918"/>
                  </a:cubicBezTo>
                  <a:cubicBezTo>
                    <a:pt x="21779" y="10661"/>
                    <a:pt x="21579" y="10430"/>
                    <a:pt x="21321" y="10430"/>
                  </a:cubicBezTo>
                  <a:lnTo>
                    <a:pt x="20632" y="10430"/>
                  </a:lnTo>
                  <a:cubicBezTo>
                    <a:pt x="20415" y="5389"/>
                    <a:pt x="16355" y="1329"/>
                    <a:pt x="11314" y="1112"/>
                  </a:cubicBezTo>
                  <a:lnTo>
                    <a:pt x="11314" y="437"/>
                  </a:lnTo>
                  <a:cubicBezTo>
                    <a:pt x="11317" y="223"/>
                    <a:pt x="11165" y="40"/>
                    <a:pt x="10954" y="6"/>
                  </a:cubicBezTo>
                  <a:cubicBezTo>
                    <a:pt x="10932" y="2"/>
                    <a:pt x="10909" y="1"/>
                    <a:pt x="108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3"/>
            <p:cNvSpPr/>
            <p:nvPr/>
          </p:nvSpPr>
          <p:spPr>
            <a:xfrm>
              <a:off x="3510500" y="1479825"/>
              <a:ext cx="275650" cy="162350"/>
            </a:xfrm>
            <a:custGeom>
              <a:avLst/>
              <a:gdLst/>
              <a:ahLst/>
              <a:cxnLst/>
              <a:rect l="l" t="t" r="r" b="b"/>
              <a:pathLst>
                <a:path w="11026" h="6494" extrusionOk="0">
                  <a:moveTo>
                    <a:pt x="5499" y="852"/>
                  </a:moveTo>
                  <a:cubicBezTo>
                    <a:pt x="6500" y="852"/>
                    <a:pt x="7328" y="1635"/>
                    <a:pt x="7379" y="2636"/>
                  </a:cubicBezTo>
                  <a:cubicBezTo>
                    <a:pt x="7182" y="2758"/>
                    <a:pt x="6524" y="2941"/>
                    <a:pt x="5499" y="2941"/>
                  </a:cubicBezTo>
                  <a:cubicBezTo>
                    <a:pt x="4475" y="2941"/>
                    <a:pt x="3817" y="2758"/>
                    <a:pt x="3620" y="2636"/>
                  </a:cubicBezTo>
                  <a:cubicBezTo>
                    <a:pt x="3674" y="1635"/>
                    <a:pt x="4499" y="852"/>
                    <a:pt x="5499" y="852"/>
                  </a:cubicBezTo>
                  <a:close/>
                  <a:moveTo>
                    <a:pt x="8182" y="2972"/>
                  </a:moveTo>
                  <a:cubicBezTo>
                    <a:pt x="9672" y="3233"/>
                    <a:pt x="10119" y="3626"/>
                    <a:pt x="10163" y="3728"/>
                  </a:cubicBezTo>
                  <a:cubicBezTo>
                    <a:pt x="10133" y="3803"/>
                    <a:pt x="9851" y="4088"/>
                    <a:pt x="8868" y="4339"/>
                  </a:cubicBezTo>
                  <a:cubicBezTo>
                    <a:pt x="7959" y="4573"/>
                    <a:pt x="6761" y="4702"/>
                    <a:pt x="5499" y="4702"/>
                  </a:cubicBezTo>
                  <a:cubicBezTo>
                    <a:pt x="4241" y="4702"/>
                    <a:pt x="3043" y="4573"/>
                    <a:pt x="2131" y="4339"/>
                  </a:cubicBezTo>
                  <a:cubicBezTo>
                    <a:pt x="1150" y="4088"/>
                    <a:pt x="869" y="3803"/>
                    <a:pt x="838" y="3728"/>
                  </a:cubicBezTo>
                  <a:cubicBezTo>
                    <a:pt x="879" y="3626"/>
                    <a:pt x="1330" y="3233"/>
                    <a:pt x="2819" y="2972"/>
                  </a:cubicBezTo>
                  <a:cubicBezTo>
                    <a:pt x="3148" y="3745"/>
                    <a:pt x="5085" y="3789"/>
                    <a:pt x="5499" y="3789"/>
                  </a:cubicBezTo>
                  <a:cubicBezTo>
                    <a:pt x="5916" y="3789"/>
                    <a:pt x="7850" y="3745"/>
                    <a:pt x="8182" y="2972"/>
                  </a:cubicBezTo>
                  <a:close/>
                  <a:moveTo>
                    <a:pt x="5513" y="0"/>
                  </a:moveTo>
                  <a:cubicBezTo>
                    <a:pt x="4244" y="0"/>
                    <a:pt x="3145" y="872"/>
                    <a:pt x="2853" y="2107"/>
                  </a:cubicBezTo>
                  <a:cubicBezTo>
                    <a:pt x="1697" y="2297"/>
                    <a:pt x="1" y="2745"/>
                    <a:pt x="1" y="3728"/>
                  </a:cubicBezTo>
                  <a:cubicBezTo>
                    <a:pt x="1" y="4329"/>
                    <a:pt x="608" y="4797"/>
                    <a:pt x="1802" y="5129"/>
                  </a:cubicBezTo>
                  <a:cubicBezTo>
                    <a:pt x="1849" y="5143"/>
                    <a:pt x="1900" y="5153"/>
                    <a:pt x="1948" y="5166"/>
                  </a:cubicBezTo>
                  <a:lnTo>
                    <a:pt x="1815" y="5672"/>
                  </a:lnTo>
                  <a:cubicBezTo>
                    <a:pt x="1754" y="5879"/>
                    <a:pt x="1859" y="6103"/>
                    <a:pt x="2063" y="6188"/>
                  </a:cubicBezTo>
                  <a:cubicBezTo>
                    <a:pt x="2114" y="6204"/>
                    <a:pt x="2165" y="6215"/>
                    <a:pt x="2219" y="6218"/>
                  </a:cubicBezTo>
                  <a:cubicBezTo>
                    <a:pt x="2412" y="6215"/>
                    <a:pt x="2579" y="6086"/>
                    <a:pt x="2629" y="5903"/>
                  </a:cubicBezTo>
                  <a:lnTo>
                    <a:pt x="2779" y="5339"/>
                  </a:lnTo>
                  <a:cubicBezTo>
                    <a:pt x="3542" y="5465"/>
                    <a:pt x="4315" y="5533"/>
                    <a:pt x="5089" y="5546"/>
                  </a:cubicBezTo>
                  <a:lnTo>
                    <a:pt x="5089" y="6055"/>
                  </a:lnTo>
                  <a:cubicBezTo>
                    <a:pt x="5085" y="6272"/>
                    <a:pt x="5238" y="6456"/>
                    <a:pt x="5448" y="6489"/>
                  </a:cubicBezTo>
                  <a:cubicBezTo>
                    <a:pt x="5470" y="6492"/>
                    <a:pt x="5491" y="6494"/>
                    <a:pt x="5511" y="6494"/>
                  </a:cubicBezTo>
                  <a:cubicBezTo>
                    <a:pt x="5743" y="6494"/>
                    <a:pt x="5937" y="6309"/>
                    <a:pt x="5937" y="6069"/>
                  </a:cubicBezTo>
                  <a:lnTo>
                    <a:pt x="5937" y="5550"/>
                  </a:lnTo>
                  <a:cubicBezTo>
                    <a:pt x="6710" y="5533"/>
                    <a:pt x="7480" y="5465"/>
                    <a:pt x="8244" y="5339"/>
                  </a:cubicBezTo>
                  <a:lnTo>
                    <a:pt x="8396" y="5903"/>
                  </a:lnTo>
                  <a:cubicBezTo>
                    <a:pt x="8444" y="6086"/>
                    <a:pt x="8613" y="6215"/>
                    <a:pt x="8803" y="6218"/>
                  </a:cubicBezTo>
                  <a:cubicBezTo>
                    <a:pt x="9088" y="6218"/>
                    <a:pt x="9292" y="5943"/>
                    <a:pt x="9210" y="5672"/>
                  </a:cubicBezTo>
                  <a:lnTo>
                    <a:pt x="9075" y="5166"/>
                  </a:lnTo>
                  <a:cubicBezTo>
                    <a:pt x="9125" y="5153"/>
                    <a:pt x="9176" y="5143"/>
                    <a:pt x="9224" y="5129"/>
                  </a:cubicBezTo>
                  <a:cubicBezTo>
                    <a:pt x="10418" y="4800"/>
                    <a:pt x="11025" y="4329"/>
                    <a:pt x="11025" y="3728"/>
                  </a:cubicBezTo>
                  <a:cubicBezTo>
                    <a:pt x="11025" y="2741"/>
                    <a:pt x="9329" y="2297"/>
                    <a:pt x="8169" y="2107"/>
                  </a:cubicBezTo>
                  <a:cubicBezTo>
                    <a:pt x="7881" y="872"/>
                    <a:pt x="6778" y="0"/>
                    <a:pt x="551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73"/>
            <p:cNvSpPr/>
            <p:nvPr/>
          </p:nvSpPr>
          <p:spPr>
            <a:xfrm>
              <a:off x="3542300" y="1448275"/>
              <a:ext cx="26650" cy="21225"/>
            </a:xfrm>
            <a:custGeom>
              <a:avLst/>
              <a:gdLst/>
              <a:ahLst/>
              <a:cxnLst/>
              <a:rect l="l" t="t" r="r" b="b"/>
              <a:pathLst>
                <a:path w="1066" h="849" extrusionOk="0">
                  <a:moveTo>
                    <a:pt x="566" y="0"/>
                  </a:moveTo>
                  <a:cubicBezTo>
                    <a:pt x="563" y="0"/>
                    <a:pt x="560" y="0"/>
                    <a:pt x="557" y="0"/>
                  </a:cubicBezTo>
                  <a:lnTo>
                    <a:pt x="509" y="0"/>
                  </a:lnTo>
                  <a:cubicBezTo>
                    <a:pt x="507" y="0"/>
                    <a:pt x="504" y="0"/>
                    <a:pt x="501" y="0"/>
                  </a:cubicBezTo>
                  <a:cubicBezTo>
                    <a:pt x="352" y="0"/>
                    <a:pt x="213" y="88"/>
                    <a:pt x="146" y="224"/>
                  </a:cubicBezTo>
                  <a:cubicBezTo>
                    <a:pt x="1" y="506"/>
                    <a:pt x="204" y="845"/>
                    <a:pt x="523" y="848"/>
                  </a:cubicBezTo>
                  <a:cubicBezTo>
                    <a:pt x="835" y="848"/>
                    <a:pt x="1066" y="513"/>
                    <a:pt x="883" y="187"/>
                  </a:cubicBezTo>
                  <a:cubicBezTo>
                    <a:pt x="816" y="71"/>
                    <a:pt x="698" y="0"/>
                    <a:pt x="56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73"/>
            <p:cNvSpPr/>
            <p:nvPr/>
          </p:nvSpPr>
          <p:spPr>
            <a:xfrm>
              <a:off x="3728800" y="1445050"/>
              <a:ext cx="26800" cy="21225"/>
            </a:xfrm>
            <a:custGeom>
              <a:avLst/>
              <a:gdLst/>
              <a:ahLst/>
              <a:cxnLst/>
              <a:rect l="l" t="t" r="r" b="b"/>
              <a:pathLst>
                <a:path w="1072" h="849" extrusionOk="0">
                  <a:moveTo>
                    <a:pt x="504" y="0"/>
                  </a:moveTo>
                  <a:cubicBezTo>
                    <a:pt x="354" y="0"/>
                    <a:pt x="216" y="88"/>
                    <a:pt x="149" y="224"/>
                  </a:cubicBezTo>
                  <a:cubicBezTo>
                    <a:pt x="0" y="509"/>
                    <a:pt x="207" y="849"/>
                    <a:pt x="526" y="849"/>
                  </a:cubicBezTo>
                  <a:cubicBezTo>
                    <a:pt x="838" y="849"/>
                    <a:pt x="1072" y="513"/>
                    <a:pt x="885" y="187"/>
                  </a:cubicBezTo>
                  <a:cubicBezTo>
                    <a:pt x="818" y="72"/>
                    <a:pt x="695" y="0"/>
                    <a:pt x="563" y="0"/>
                  </a:cubicBezTo>
                  <a:lnTo>
                    <a:pt x="512" y="0"/>
                  </a:lnTo>
                  <a:cubicBezTo>
                    <a:pt x="509"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73"/>
            <p:cNvSpPr/>
            <p:nvPr/>
          </p:nvSpPr>
          <p:spPr>
            <a:xfrm>
              <a:off x="3683250" y="1662400"/>
              <a:ext cx="25700" cy="21225"/>
            </a:xfrm>
            <a:custGeom>
              <a:avLst/>
              <a:gdLst/>
              <a:ahLst/>
              <a:cxnLst/>
              <a:rect l="l" t="t" r="r" b="b"/>
              <a:pathLst>
                <a:path w="1028" h="849" extrusionOk="0">
                  <a:moveTo>
                    <a:pt x="504" y="0"/>
                  </a:moveTo>
                  <a:cubicBezTo>
                    <a:pt x="348" y="0"/>
                    <a:pt x="203" y="95"/>
                    <a:pt x="139" y="241"/>
                  </a:cubicBezTo>
                  <a:cubicBezTo>
                    <a:pt x="1" y="536"/>
                    <a:pt x="231" y="848"/>
                    <a:pt x="525" y="848"/>
                  </a:cubicBezTo>
                  <a:cubicBezTo>
                    <a:pt x="576" y="848"/>
                    <a:pt x="629" y="839"/>
                    <a:pt x="682" y="818"/>
                  </a:cubicBezTo>
                  <a:cubicBezTo>
                    <a:pt x="798" y="777"/>
                    <a:pt x="886" y="686"/>
                    <a:pt x="923" y="570"/>
                  </a:cubicBezTo>
                  <a:cubicBezTo>
                    <a:pt x="1028" y="294"/>
                    <a:pt x="824" y="1"/>
                    <a:pt x="531" y="1"/>
                  </a:cubicBezTo>
                  <a:cubicBezTo>
                    <a:pt x="530" y="1"/>
                    <a:pt x="528" y="1"/>
                    <a:pt x="526" y="1"/>
                  </a:cubicBezTo>
                  <a:lnTo>
                    <a:pt x="513" y="1"/>
                  </a:lnTo>
                  <a:cubicBezTo>
                    <a:pt x="510"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73"/>
            <p:cNvSpPr/>
            <p:nvPr/>
          </p:nvSpPr>
          <p:spPr>
            <a:xfrm>
              <a:off x="3501425" y="1673250"/>
              <a:ext cx="22250" cy="21275"/>
            </a:xfrm>
            <a:custGeom>
              <a:avLst/>
              <a:gdLst/>
              <a:ahLst/>
              <a:cxnLst/>
              <a:rect l="l" t="t" r="r" b="b"/>
              <a:pathLst>
                <a:path w="890" h="851" extrusionOk="0">
                  <a:moveTo>
                    <a:pt x="464" y="1"/>
                  </a:moveTo>
                  <a:cubicBezTo>
                    <a:pt x="360" y="1"/>
                    <a:pt x="254" y="40"/>
                    <a:pt x="167" y="126"/>
                  </a:cubicBezTo>
                  <a:cubicBezTo>
                    <a:pt x="1" y="292"/>
                    <a:pt x="1" y="560"/>
                    <a:pt x="167" y="727"/>
                  </a:cubicBezTo>
                  <a:cubicBezTo>
                    <a:pt x="253" y="812"/>
                    <a:pt x="359" y="851"/>
                    <a:pt x="463" y="851"/>
                  </a:cubicBezTo>
                  <a:cubicBezTo>
                    <a:pt x="681" y="851"/>
                    <a:pt x="889" y="682"/>
                    <a:pt x="889" y="425"/>
                  </a:cubicBezTo>
                  <a:cubicBezTo>
                    <a:pt x="889" y="170"/>
                    <a:pt x="681" y="1"/>
                    <a:pt x="46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7" name="Google Shape;3847;p73"/>
          <p:cNvGrpSpPr/>
          <p:nvPr/>
        </p:nvGrpSpPr>
        <p:grpSpPr>
          <a:xfrm>
            <a:off x="2354270" y="1858463"/>
            <a:ext cx="381650" cy="542750"/>
            <a:chOff x="2812300" y="1277575"/>
            <a:chExt cx="381650" cy="542750"/>
          </a:xfrm>
        </p:grpSpPr>
        <p:sp>
          <p:nvSpPr>
            <p:cNvPr id="3848" name="Google Shape;3848;p73"/>
            <p:cNvSpPr/>
            <p:nvPr/>
          </p:nvSpPr>
          <p:spPr>
            <a:xfrm>
              <a:off x="2871000" y="1355000"/>
              <a:ext cx="52425" cy="56775"/>
            </a:xfrm>
            <a:custGeom>
              <a:avLst/>
              <a:gdLst/>
              <a:ahLst/>
              <a:cxnLst/>
              <a:rect l="l" t="t" r="r" b="b"/>
              <a:pathLst>
                <a:path w="2097" h="2271" extrusionOk="0">
                  <a:moveTo>
                    <a:pt x="1622" y="1"/>
                  </a:moveTo>
                  <a:cubicBezTo>
                    <a:pt x="1520" y="1"/>
                    <a:pt x="1418" y="37"/>
                    <a:pt x="1337" y="112"/>
                  </a:cubicBezTo>
                  <a:cubicBezTo>
                    <a:pt x="848" y="553"/>
                    <a:pt x="434" y="1069"/>
                    <a:pt x="112" y="1638"/>
                  </a:cubicBezTo>
                  <a:cubicBezTo>
                    <a:pt x="0" y="1845"/>
                    <a:pt x="71" y="2103"/>
                    <a:pt x="275" y="2215"/>
                  </a:cubicBezTo>
                  <a:cubicBezTo>
                    <a:pt x="341" y="2253"/>
                    <a:pt x="413" y="2270"/>
                    <a:pt x="484" y="2270"/>
                  </a:cubicBezTo>
                  <a:cubicBezTo>
                    <a:pt x="632" y="2270"/>
                    <a:pt x="776" y="2193"/>
                    <a:pt x="852" y="2056"/>
                  </a:cubicBezTo>
                  <a:cubicBezTo>
                    <a:pt x="1130" y="1564"/>
                    <a:pt x="1483" y="1119"/>
                    <a:pt x="1903" y="746"/>
                  </a:cubicBezTo>
                  <a:cubicBezTo>
                    <a:pt x="2080" y="590"/>
                    <a:pt x="2097" y="319"/>
                    <a:pt x="1937" y="142"/>
                  </a:cubicBezTo>
                  <a:cubicBezTo>
                    <a:pt x="1854" y="49"/>
                    <a:pt x="1738" y="1"/>
                    <a:pt x="16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73"/>
            <p:cNvSpPr/>
            <p:nvPr/>
          </p:nvSpPr>
          <p:spPr>
            <a:xfrm>
              <a:off x="2969275" y="1613650"/>
              <a:ext cx="67700" cy="21225"/>
            </a:xfrm>
            <a:custGeom>
              <a:avLst/>
              <a:gdLst/>
              <a:ahLst/>
              <a:cxnLst/>
              <a:rect l="l" t="t" r="r" b="b"/>
              <a:pathLst>
                <a:path w="2708" h="849" extrusionOk="0">
                  <a:moveTo>
                    <a:pt x="465" y="0"/>
                  </a:moveTo>
                  <a:cubicBezTo>
                    <a:pt x="255" y="0"/>
                    <a:pt x="75" y="152"/>
                    <a:pt x="41" y="360"/>
                  </a:cubicBezTo>
                  <a:cubicBezTo>
                    <a:pt x="1" y="617"/>
                    <a:pt x="201" y="848"/>
                    <a:pt x="459" y="848"/>
                  </a:cubicBezTo>
                  <a:lnTo>
                    <a:pt x="2250" y="848"/>
                  </a:lnTo>
                  <a:cubicBezTo>
                    <a:pt x="2511" y="848"/>
                    <a:pt x="2708" y="617"/>
                    <a:pt x="2670" y="360"/>
                  </a:cubicBezTo>
                  <a:cubicBezTo>
                    <a:pt x="2637" y="152"/>
                    <a:pt x="2454" y="0"/>
                    <a:pt x="2243" y="0"/>
                  </a:cubicBezTo>
                  <a:cubicBezTo>
                    <a:pt x="2241" y="0"/>
                    <a:pt x="2238" y="0"/>
                    <a:pt x="2236" y="0"/>
                  </a:cubicBezTo>
                  <a:lnTo>
                    <a:pt x="472" y="0"/>
                  </a:lnTo>
                  <a:cubicBezTo>
                    <a:pt x="470" y="0"/>
                    <a:pt x="468" y="0"/>
                    <a:pt x="4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73"/>
            <p:cNvSpPr/>
            <p:nvPr/>
          </p:nvSpPr>
          <p:spPr>
            <a:xfrm>
              <a:off x="2812300" y="1277575"/>
              <a:ext cx="381650" cy="542750"/>
            </a:xfrm>
            <a:custGeom>
              <a:avLst/>
              <a:gdLst/>
              <a:ahLst/>
              <a:cxnLst/>
              <a:rect l="l" t="t" r="r" b="b"/>
              <a:pathLst>
                <a:path w="15266" h="21710" extrusionOk="0">
                  <a:moveTo>
                    <a:pt x="7633" y="848"/>
                  </a:moveTo>
                  <a:cubicBezTo>
                    <a:pt x="11375" y="848"/>
                    <a:pt x="14418" y="3908"/>
                    <a:pt x="14418" y="7666"/>
                  </a:cubicBezTo>
                  <a:cubicBezTo>
                    <a:pt x="14418" y="9810"/>
                    <a:pt x="13549" y="12151"/>
                    <a:pt x="12036" y="14088"/>
                  </a:cubicBezTo>
                  <a:cubicBezTo>
                    <a:pt x="10652" y="15858"/>
                    <a:pt x="8966" y="16961"/>
                    <a:pt x="7633" y="16961"/>
                  </a:cubicBezTo>
                  <a:cubicBezTo>
                    <a:pt x="6303" y="16961"/>
                    <a:pt x="4618" y="15858"/>
                    <a:pt x="3230" y="14084"/>
                  </a:cubicBezTo>
                  <a:lnTo>
                    <a:pt x="3230" y="14088"/>
                  </a:lnTo>
                  <a:cubicBezTo>
                    <a:pt x="1717" y="12151"/>
                    <a:pt x="849" y="9810"/>
                    <a:pt x="849" y="7666"/>
                  </a:cubicBezTo>
                  <a:cubicBezTo>
                    <a:pt x="849" y="3908"/>
                    <a:pt x="3895" y="848"/>
                    <a:pt x="7633" y="848"/>
                  </a:cubicBezTo>
                  <a:close/>
                  <a:moveTo>
                    <a:pt x="9411" y="17381"/>
                  </a:moveTo>
                  <a:cubicBezTo>
                    <a:pt x="9886" y="18294"/>
                    <a:pt x="10951" y="18592"/>
                    <a:pt x="11901" y="18857"/>
                  </a:cubicBezTo>
                  <a:cubicBezTo>
                    <a:pt x="13132" y="19200"/>
                    <a:pt x="14211" y="19501"/>
                    <a:pt x="14394" y="20862"/>
                  </a:cubicBezTo>
                  <a:lnTo>
                    <a:pt x="876" y="20862"/>
                  </a:lnTo>
                  <a:cubicBezTo>
                    <a:pt x="1056" y="19501"/>
                    <a:pt x="2134" y="19200"/>
                    <a:pt x="3369" y="18857"/>
                  </a:cubicBezTo>
                  <a:cubicBezTo>
                    <a:pt x="4319" y="18592"/>
                    <a:pt x="5384" y="18294"/>
                    <a:pt x="5856" y="17381"/>
                  </a:cubicBezTo>
                  <a:cubicBezTo>
                    <a:pt x="6466" y="17659"/>
                    <a:pt x="7070" y="17809"/>
                    <a:pt x="7633" y="17809"/>
                  </a:cubicBezTo>
                  <a:cubicBezTo>
                    <a:pt x="8200" y="17809"/>
                    <a:pt x="8803" y="17659"/>
                    <a:pt x="9411" y="17381"/>
                  </a:cubicBezTo>
                  <a:close/>
                  <a:moveTo>
                    <a:pt x="7633" y="0"/>
                  </a:moveTo>
                  <a:cubicBezTo>
                    <a:pt x="3423" y="0"/>
                    <a:pt x="1" y="3440"/>
                    <a:pt x="1" y="7663"/>
                  </a:cubicBezTo>
                  <a:cubicBezTo>
                    <a:pt x="1" y="9997"/>
                    <a:pt x="934" y="12524"/>
                    <a:pt x="2562" y="14610"/>
                  </a:cubicBezTo>
                  <a:cubicBezTo>
                    <a:pt x="3352" y="15621"/>
                    <a:pt x="4227" y="16428"/>
                    <a:pt x="5109" y="16978"/>
                  </a:cubicBezTo>
                  <a:cubicBezTo>
                    <a:pt x="4828" y="17531"/>
                    <a:pt x="4156" y="17758"/>
                    <a:pt x="3139" y="18039"/>
                  </a:cubicBezTo>
                  <a:cubicBezTo>
                    <a:pt x="1741" y="18430"/>
                    <a:pt x="1" y="18915"/>
                    <a:pt x="1" y="21286"/>
                  </a:cubicBezTo>
                  <a:cubicBezTo>
                    <a:pt x="1" y="21520"/>
                    <a:pt x="191" y="21710"/>
                    <a:pt x="425" y="21710"/>
                  </a:cubicBezTo>
                  <a:lnTo>
                    <a:pt x="14842" y="21710"/>
                  </a:lnTo>
                  <a:cubicBezTo>
                    <a:pt x="15076" y="21710"/>
                    <a:pt x="15266" y="21520"/>
                    <a:pt x="15266" y="21286"/>
                  </a:cubicBezTo>
                  <a:cubicBezTo>
                    <a:pt x="15266" y="18915"/>
                    <a:pt x="13529" y="18430"/>
                    <a:pt x="12128" y="18039"/>
                  </a:cubicBezTo>
                  <a:cubicBezTo>
                    <a:pt x="11242" y="17795"/>
                    <a:pt x="10466" y="17578"/>
                    <a:pt x="10160" y="16978"/>
                  </a:cubicBezTo>
                  <a:cubicBezTo>
                    <a:pt x="11039" y="16425"/>
                    <a:pt x="11914" y="15621"/>
                    <a:pt x="12704" y="14610"/>
                  </a:cubicBezTo>
                  <a:cubicBezTo>
                    <a:pt x="14333" y="12524"/>
                    <a:pt x="15266" y="9993"/>
                    <a:pt x="15266" y="7663"/>
                  </a:cubicBezTo>
                  <a:cubicBezTo>
                    <a:pt x="15266" y="3440"/>
                    <a:pt x="11839" y="0"/>
                    <a:pt x="763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73"/>
            <p:cNvSpPr/>
            <p:nvPr/>
          </p:nvSpPr>
          <p:spPr>
            <a:xfrm>
              <a:off x="2854450" y="1463950"/>
              <a:ext cx="146475" cy="129350"/>
            </a:xfrm>
            <a:custGeom>
              <a:avLst/>
              <a:gdLst/>
              <a:ahLst/>
              <a:cxnLst/>
              <a:rect l="l" t="t" r="r" b="b"/>
              <a:pathLst>
                <a:path w="5859" h="5174" extrusionOk="0">
                  <a:moveTo>
                    <a:pt x="2100" y="849"/>
                  </a:moveTo>
                  <a:cubicBezTo>
                    <a:pt x="2657" y="849"/>
                    <a:pt x="3301" y="1164"/>
                    <a:pt x="3824" y="1687"/>
                  </a:cubicBezTo>
                  <a:cubicBezTo>
                    <a:pt x="4634" y="2501"/>
                    <a:pt x="4906" y="3600"/>
                    <a:pt x="4421" y="4088"/>
                  </a:cubicBezTo>
                  <a:cubicBezTo>
                    <a:pt x="4224" y="4285"/>
                    <a:pt x="3953" y="4326"/>
                    <a:pt x="3759" y="4326"/>
                  </a:cubicBezTo>
                  <a:cubicBezTo>
                    <a:pt x="3203" y="4326"/>
                    <a:pt x="2558" y="4014"/>
                    <a:pt x="2036" y="3488"/>
                  </a:cubicBezTo>
                  <a:cubicBezTo>
                    <a:pt x="1225" y="2674"/>
                    <a:pt x="954" y="1575"/>
                    <a:pt x="1439" y="1090"/>
                  </a:cubicBezTo>
                  <a:cubicBezTo>
                    <a:pt x="1636" y="893"/>
                    <a:pt x="1904" y="849"/>
                    <a:pt x="2100" y="849"/>
                  </a:cubicBezTo>
                  <a:close/>
                  <a:moveTo>
                    <a:pt x="2100" y="1"/>
                  </a:moveTo>
                  <a:cubicBezTo>
                    <a:pt x="1592" y="1"/>
                    <a:pt x="1157" y="171"/>
                    <a:pt x="839" y="489"/>
                  </a:cubicBezTo>
                  <a:cubicBezTo>
                    <a:pt x="1" y="1331"/>
                    <a:pt x="262" y="2911"/>
                    <a:pt x="1436" y="4088"/>
                  </a:cubicBezTo>
                  <a:cubicBezTo>
                    <a:pt x="2114" y="4767"/>
                    <a:pt x="2982" y="5174"/>
                    <a:pt x="3759" y="5174"/>
                  </a:cubicBezTo>
                  <a:cubicBezTo>
                    <a:pt x="4268" y="5174"/>
                    <a:pt x="4702" y="5004"/>
                    <a:pt x="5021" y="4685"/>
                  </a:cubicBezTo>
                  <a:cubicBezTo>
                    <a:pt x="5859" y="3848"/>
                    <a:pt x="5594" y="2267"/>
                    <a:pt x="4424" y="1090"/>
                  </a:cubicBezTo>
                  <a:cubicBezTo>
                    <a:pt x="3746" y="408"/>
                    <a:pt x="2877" y="1"/>
                    <a:pt x="2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73"/>
            <p:cNvSpPr/>
            <p:nvPr/>
          </p:nvSpPr>
          <p:spPr>
            <a:xfrm>
              <a:off x="3005400" y="1464125"/>
              <a:ext cx="146500" cy="129350"/>
            </a:xfrm>
            <a:custGeom>
              <a:avLst/>
              <a:gdLst/>
              <a:ahLst/>
              <a:cxnLst/>
              <a:rect l="l" t="t" r="r" b="b"/>
              <a:pathLst>
                <a:path w="5860" h="5174" extrusionOk="0">
                  <a:moveTo>
                    <a:pt x="3759" y="842"/>
                  </a:moveTo>
                  <a:cubicBezTo>
                    <a:pt x="3953" y="842"/>
                    <a:pt x="4224" y="886"/>
                    <a:pt x="4421" y="1079"/>
                  </a:cubicBezTo>
                  <a:cubicBezTo>
                    <a:pt x="4906" y="1568"/>
                    <a:pt x="4631" y="2667"/>
                    <a:pt x="3824" y="3481"/>
                  </a:cubicBezTo>
                  <a:cubicBezTo>
                    <a:pt x="3301" y="4007"/>
                    <a:pt x="2657" y="4319"/>
                    <a:pt x="2101" y="4319"/>
                  </a:cubicBezTo>
                  <a:cubicBezTo>
                    <a:pt x="1907" y="4319"/>
                    <a:pt x="1632" y="4275"/>
                    <a:pt x="1439" y="4081"/>
                  </a:cubicBezTo>
                  <a:cubicBezTo>
                    <a:pt x="954" y="3593"/>
                    <a:pt x="1225" y="2494"/>
                    <a:pt x="2036" y="1680"/>
                  </a:cubicBezTo>
                  <a:cubicBezTo>
                    <a:pt x="2558" y="1154"/>
                    <a:pt x="3203" y="842"/>
                    <a:pt x="3759" y="842"/>
                  </a:cubicBezTo>
                  <a:close/>
                  <a:moveTo>
                    <a:pt x="3759" y="1"/>
                  </a:moveTo>
                  <a:cubicBezTo>
                    <a:pt x="2982" y="1"/>
                    <a:pt x="2114" y="408"/>
                    <a:pt x="1436" y="1090"/>
                  </a:cubicBezTo>
                  <a:cubicBezTo>
                    <a:pt x="262" y="2267"/>
                    <a:pt x="1" y="3844"/>
                    <a:pt x="839" y="4685"/>
                  </a:cubicBezTo>
                  <a:cubicBezTo>
                    <a:pt x="1157" y="5004"/>
                    <a:pt x="1592" y="5174"/>
                    <a:pt x="2101" y="5174"/>
                  </a:cubicBezTo>
                  <a:cubicBezTo>
                    <a:pt x="2877" y="5174"/>
                    <a:pt x="3746" y="4767"/>
                    <a:pt x="4424" y="4085"/>
                  </a:cubicBezTo>
                  <a:cubicBezTo>
                    <a:pt x="5594" y="2908"/>
                    <a:pt x="5859" y="1330"/>
                    <a:pt x="5021" y="489"/>
                  </a:cubicBezTo>
                  <a:cubicBezTo>
                    <a:pt x="4702" y="170"/>
                    <a:pt x="4268" y="1"/>
                    <a:pt x="375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73"/>
            <p:cNvSpPr/>
            <p:nvPr/>
          </p:nvSpPr>
          <p:spPr>
            <a:xfrm>
              <a:off x="2938825" y="1329550"/>
              <a:ext cx="26750" cy="21225"/>
            </a:xfrm>
            <a:custGeom>
              <a:avLst/>
              <a:gdLst/>
              <a:ahLst/>
              <a:cxnLst/>
              <a:rect l="l" t="t" r="r" b="b"/>
              <a:pathLst>
                <a:path w="1070" h="849" extrusionOk="0">
                  <a:moveTo>
                    <a:pt x="566" y="0"/>
                  </a:moveTo>
                  <a:cubicBezTo>
                    <a:pt x="563" y="0"/>
                    <a:pt x="560" y="0"/>
                    <a:pt x="557" y="0"/>
                  </a:cubicBezTo>
                  <a:lnTo>
                    <a:pt x="513" y="0"/>
                  </a:lnTo>
                  <a:cubicBezTo>
                    <a:pt x="510" y="0"/>
                    <a:pt x="507" y="0"/>
                    <a:pt x="504" y="0"/>
                  </a:cubicBezTo>
                  <a:cubicBezTo>
                    <a:pt x="352" y="0"/>
                    <a:pt x="213" y="88"/>
                    <a:pt x="147" y="224"/>
                  </a:cubicBezTo>
                  <a:cubicBezTo>
                    <a:pt x="1" y="506"/>
                    <a:pt x="204" y="845"/>
                    <a:pt x="527" y="848"/>
                  </a:cubicBezTo>
                  <a:cubicBezTo>
                    <a:pt x="835" y="848"/>
                    <a:pt x="1069" y="513"/>
                    <a:pt x="883" y="187"/>
                  </a:cubicBezTo>
                  <a:cubicBezTo>
                    <a:pt x="820" y="71"/>
                    <a:pt x="699" y="0"/>
                    <a:pt x="56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4" name="Google Shape;3854;p73"/>
          <p:cNvGrpSpPr/>
          <p:nvPr/>
        </p:nvGrpSpPr>
        <p:grpSpPr>
          <a:xfrm>
            <a:off x="1743285" y="1858438"/>
            <a:ext cx="453050" cy="542800"/>
            <a:chOff x="2133700" y="1277575"/>
            <a:chExt cx="453050" cy="542800"/>
          </a:xfrm>
        </p:grpSpPr>
        <p:sp>
          <p:nvSpPr>
            <p:cNvPr id="3855" name="Google Shape;3855;p73"/>
            <p:cNvSpPr/>
            <p:nvPr/>
          </p:nvSpPr>
          <p:spPr>
            <a:xfrm>
              <a:off x="2133700" y="1340625"/>
              <a:ext cx="453050" cy="429850"/>
            </a:xfrm>
            <a:custGeom>
              <a:avLst/>
              <a:gdLst/>
              <a:ahLst/>
              <a:cxnLst/>
              <a:rect l="l" t="t" r="r" b="b"/>
              <a:pathLst>
                <a:path w="18122" h="17194" extrusionOk="0">
                  <a:moveTo>
                    <a:pt x="8556" y="850"/>
                  </a:moveTo>
                  <a:cubicBezTo>
                    <a:pt x="9262" y="850"/>
                    <a:pt x="9953" y="1403"/>
                    <a:pt x="10421" y="1881"/>
                  </a:cubicBezTo>
                  <a:cubicBezTo>
                    <a:pt x="11050" y="2528"/>
                    <a:pt x="11849" y="2650"/>
                    <a:pt x="12627" y="2650"/>
                  </a:cubicBezTo>
                  <a:cubicBezTo>
                    <a:pt x="12865" y="2650"/>
                    <a:pt x="13100" y="2638"/>
                    <a:pt x="13328" y="2627"/>
                  </a:cubicBezTo>
                  <a:cubicBezTo>
                    <a:pt x="13552" y="2617"/>
                    <a:pt x="13756" y="2609"/>
                    <a:pt x="13940" y="2609"/>
                  </a:cubicBezTo>
                  <a:cubicBezTo>
                    <a:pt x="14606" y="2609"/>
                    <a:pt x="15025" y="2712"/>
                    <a:pt x="15259" y="3177"/>
                  </a:cubicBezTo>
                  <a:cubicBezTo>
                    <a:pt x="15459" y="3570"/>
                    <a:pt x="15371" y="3753"/>
                    <a:pt x="15069" y="4279"/>
                  </a:cubicBezTo>
                  <a:cubicBezTo>
                    <a:pt x="14770" y="4788"/>
                    <a:pt x="14370" y="5483"/>
                    <a:pt x="14326" y="6677"/>
                  </a:cubicBezTo>
                  <a:cubicBezTo>
                    <a:pt x="14285" y="7821"/>
                    <a:pt x="15041" y="8384"/>
                    <a:pt x="15710" y="8882"/>
                  </a:cubicBezTo>
                  <a:cubicBezTo>
                    <a:pt x="16059" y="9140"/>
                    <a:pt x="16388" y="9388"/>
                    <a:pt x="16609" y="9700"/>
                  </a:cubicBezTo>
                  <a:cubicBezTo>
                    <a:pt x="17084" y="10375"/>
                    <a:pt x="17223" y="11138"/>
                    <a:pt x="16972" y="11694"/>
                  </a:cubicBezTo>
                  <a:lnTo>
                    <a:pt x="16972" y="11698"/>
                  </a:lnTo>
                  <a:cubicBezTo>
                    <a:pt x="16782" y="12115"/>
                    <a:pt x="16395" y="12370"/>
                    <a:pt x="15845" y="12427"/>
                  </a:cubicBezTo>
                  <a:cubicBezTo>
                    <a:pt x="14058" y="12617"/>
                    <a:pt x="13620" y="13625"/>
                    <a:pt x="13233" y="14517"/>
                  </a:cubicBezTo>
                  <a:cubicBezTo>
                    <a:pt x="12982" y="15093"/>
                    <a:pt x="12745" y="15640"/>
                    <a:pt x="12138" y="16013"/>
                  </a:cubicBezTo>
                  <a:cubicBezTo>
                    <a:pt x="11757" y="16245"/>
                    <a:pt x="11425" y="16347"/>
                    <a:pt x="11109" y="16347"/>
                  </a:cubicBezTo>
                  <a:cubicBezTo>
                    <a:pt x="10506" y="16347"/>
                    <a:pt x="9958" y="15979"/>
                    <a:pt x="9224" y="15443"/>
                  </a:cubicBezTo>
                  <a:cubicBezTo>
                    <a:pt x="8573" y="14971"/>
                    <a:pt x="7837" y="14435"/>
                    <a:pt x="6910" y="14256"/>
                  </a:cubicBezTo>
                  <a:cubicBezTo>
                    <a:pt x="6469" y="14171"/>
                    <a:pt x="6018" y="14127"/>
                    <a:pt x="5571" y="14127"/>
                  </a:cubicBezTo>
                  <a:cubicBezTo>
                    <a:pt x="4444" y="14127"/>
                    <a:pt x="3620" y="14418"/>
                    <a:pt x="2972" y="14652"/>
                  </a:cubicBezTo>
                  <a:cubicBezTo>
                    <a:pt x="2532" y="14811"/>
                    <a:pt x="2212" y="14924"/>
                    <a:pt x="1928" y="14924"/>
                  </a:cubicBezTo>
                  <a:cubicBezTo>
                    <a:pt x="1651" y="14924"/>
                    <a:pt x="1408" y="14817"/>
                    <a:pt x="1120" y="14537"/>
                  </a:cubicBezTo>
                  <a:cubicBezTo>
                    <a:pt x="933" y="14354"/>
                    <a:pt x="849" y="14174"/>
                    <a:pt x="849" y="13967"/>
                  </a:cubicBezTo>
                  <a:cubicBezTo>
                    <a:pt x="849" y="13292"/>
                    <a:pt x="1748" y="12431"/>
                    <a:pt x="2341" y="11861"/>
                  </a:cubicBezTo>
                  <a:cubicBezTo>
                    <a:pt x="2497" y="11711"/>
                    <a:pt x="2640" y="11572"/>
                    <a:pt x="2762" y="11447"/>
                  </a:cubicBezTo>
                  <a:cubicBezTo>
                    <a:pt x="3668" y="10500"/>
                    <a:pt x="4020" y="9995"/>
                    <a:pt x="4112" y="9520"/>
                  </a:cubicBezTo>
                  <a:cubicBezTo>
                    <a:pt x="4224" y="8954"/>
                    <a:pt x="3936" y="8560"/>
                    <a:pt x="3576" y="8061"/>
                  </a:cubicBezTo>
                  <a:cubicBezTo>
                    <a:pt x="3444" y="7882"/>
                    <a:pt x="3298" y="7682"/>
                    <a:pt x="3142" y="7434"/>
                  </a:cubicBezTo>
                  <a:cubicBezTo>
                    <a:pt x="1388" y="4663"/>
                    <a:pt x="1968" y="3926"/>
                    <a:pt x="2433" y="3336"/>
                  </a:cubicBezTo>
                  <a:cubicBezTo>
                    <a:pt x="2936" y="2696"/>
                    <a:pt x="3696" y="2620"/>
                    <a:pt x="4470" y="2620"/>
                  </a:cubicBezTo>
                  <a:cubicBezTo>
                    <a:pt x="4594" y="2620"/>
                    <a:pt x="4718" y="2622"/>
                    <a:pt x="4841" y="2624"/>
                  </a:cubicBezTo>
                  <a:cubicBezTo>
                    <a:pt x="4957" y="2626"/>
                    <a:pt x="5072" y="2628"/>
                    <a:pt x="5188" y="2628"/>
                  </a:cubicBezTo>
                  <a:cubicBezTo>
                    <a:pt x="5900" y="2628"/>
                    <a:pt x="6589" y="2556"/>
                    <a:pt x="6968" y="1966"/>
                  </a:cubicBezTo>
                  <a:cubicBezTo>
                    <a:pt x="7406" y="1284"/>
                    <a:pt x="7894" y="907"/>
                    <a:pt x="8420" y="857"/>
                  </a:cubicBezTo>
                  <a:cubicBezTo>
                    <a:pt x="8465" y="852"/>
                    <a:pt x="8510" y="850"/>
                    <a:pt x="8556" y="850"/>
                  </a:cubicBezTo>
                  <a:close/>
                  <a:moveTo>
                    <a:pt x="8557" y="1"/>
                  </a:moveTo>
                  <a:cubicBezTo>
                    <a:pt x="8481" y="1"/>
                    <a:pt x="8407" y="4"/>
                    <a:pt x="8332" y="12"/>
                  </a:cubicBezTo>
                  <a:cubicBezTo>
                    <a:pt x="7538" y="93"/>
                    <a:pt x="6839" y="599"/>
                    <a:pt x="6252" y="1511"/>
                  </a:cubicBezTo>
                  <a:cubicBezTo>
                    <a:pt x="6103" y="1746"/>
                    <a:pt x="5701" y="1783"/>
                    <a:pt x="5205" y="1783"/>
                  </a:cubicBezTo>
                  <a:cubicBezTo>
                    <a:pt x="5092" y="1783"/>
                    <a:pt x="4975" y="1781"/>
                    <a:pt x="4855" y="1779"/>
                  </a:cubicBezTo>
                  <a:cubicBezTo>
                    <a:pt x="4727" y="1777"/>
                    <a:pt x="4596" y="1775"/>
                    <a:pt x="4461" y="1775"/>
                  </a:cubicBezTo>
                  <a:cubicBezTo>
                    <a:pt x="3543" y="1775"/>
                    <a:pt x="2501" y="1879"/>
                    <a:pt x="1765" y="2814"/>
                  </a:cubicBezTo>
                  <a:cubicBezTo>
                    <a:pt x="1402" y="3275"/>
                    <a:pt x="1069" y="3818"/>
                    <a:pt x="1106" y="4646"/>
                  </a:cubicBezTo>
                  <a:cubicBezTo>
                    <a:pt x="1144" y="5497"/>
                    <a:pt x="1564" y="6528"/>
                    <a:pt x="2426" y="7888"/>
                  </a:cubicBezTo>
                  <a:cubicBezTo>
                    <a:pt x="2596" y="8156"/>
                    <a:pt x="2752" y="8370"/>
                    <a:pt x="2891" y="8560"/>
                  </a:cubicBezTo>
                  <a:cubicBezTo>
                    <a:pt x="3216" y="9008"/>
                    <a:pt x="3318" y="9171"/>
                    <a:pt x="3281" y="9361"/>
                  </a:cubicBezTo>
                  <a:cubicBezTo>
                    <a:pt x="3227" y="9642"/>
                    <a:pt x="2887" y="10090"/>
                    <a:pt x="2151" y="10860"/>
                  </a:cubicBezTo>
                  <a:cubicBezTo>
                    <a:pt x="2043" y="10972"/>
                    <a:pt x="1904" y="11108"/>
                    <a:pt x="1754" y="11250"/>
                  </a:cubicBezTo>
                  <a:cubicBezTo>
                    <a:pt x="1015" y="11959"/>
                    <a:pt x="4" y="12933"/>
                    <a:pt x="1" y="13964"/>
                  </a:cubicBezTo>
                  <a:cubicBezTo>
                    <a:pt x="1" y="14405"/>
                    <a:pt x="177" y="14802"/>
                    <a:pt x="530" y="15144"/>
                  </a:cubicBezTo>
                  <a:cubicBezTo>
                    <a:pt x="1011" y="15612"/>
                    <a:pt x="1467" y="15770"/>
                    <a:pt x="1915" y="15770"/>
                  </a:cubicBezTo>
                  <a:cubicBezTo>
                    <a:pt x="2363" y="15770"/>
                    <a:pt x="2804" y="15612"/>
                    <a:pt x="3257" y="15450"/>
                  </a:cubicBezTo>
                  <a:cubicBezTo>
                    <a:pt x="3870" y="15233"/>
                    <a:pt x="4592" y="14974"/>
                    <a:pt x="5576" y="14974"/>
                  </a:cubicBezTo>
                  <a:cubicBezTo>
                    <a:pt x="5932" y="14974"/>
                    <a:pt x="6323" y="15008"/>
                    <a:pt x="6754" y="15090"/>
                  </a:cubicBezTo>
                  <a:cubicBezTo>
                    <a:pt x="7491" y="15229"/>
                    <a:pt x="8118" y="15687"/>
                    <a:pt x="8722" y="16128"/>
                  </a:cubicBezTo>
                  <a:cubicBezTo>
                    <a:pt x="9424" y="16637"/>
                    <a:pt x="10184" y="17193"/>
                    <a:pt x="11110" y="17193"/>
                  </a:cubicBezTo>
                  <a:cubicBezTo>
                    <a:pt x="11558" y="17193"/>
                    <a:pt x="12043" y="17061"/>
                    <a:pt x="12579" y="16735"/>
                  </a:cubicBezTo>
                  <a:cubicBezTo>
                    <a:pt x="13417" y="16223"/>
                    <a:pt x="13732" y="15494"/>
                    <a:pt x="14010" y="14853"/>
                  </a:cubicBezTo>
                  <a:cubicBezTo>
                    <a:pt x="14377" y="14015"/>
                    <a:pt x="14638" y="13408"/>
                    <a:pt x="15937" y="13268"/>
                  </a:cubicBezTo>
                  <a:cubicBezTo>
                    <a:pt x="16788" y="13177"/>
                    <a:pt x="17430" y="12743"/>
                    <a:pt x="17745" y="12044"/>
                  </a:cubicBezTo>
                  <a:cubicBezTo>
                    <a:pt x="18122" y="11216"/>
                    <a:pt x="17949" y="10131"/>
                    <a:pt x="17301" y="9211"/>
                  </a:cubicBezTo>
                  <a:lnTo>
                    <a:pt x="17301" y="9215"/>
                  </a:lnTo>
                  <a:cubicBezTo>
                    <a:pt x="17002" y="8791"/>
                    <a:pt x="16602" y="8492"/>
                    <a:pt x="16215" y="8204"/>
                  </a:cubicBezTo>
                  <a:cubicBezTo>
                    <a:pt x="15554" y="7712"/>
                    <a:pt x="15150" y="7376"/>
                    <a:pt x="15174" y="6711"/>
                  </a:cubicBezTo>
                  <a:cubicBezTo>
                    <a:pt x="15208" y="5728"/>
                    <a:pt x="15523" y="5185"/>
                    <a:pt x="15801" y="4707"/>
                  </a:cubicBezTo>
                  <a:cubicBezTo>
                    <a:pt x="16110" y="4171"/>
                    <a:pt x="16432" y="3618"/>
                    <a:pt x="16015" y="2793"/>
                  </a:cubicBezTo>
                  <a:cubicBezTo>
                    <a:pt x="15569" y="1911"/>
                    <a:pt x="14753" y="1763"/>
                    <a:pt x="13929" y="1763"/>
                  </a:cubicBezTo>
                  <a:cubicBezTo>
                    <a:pt x="13713" y="1763"/>
                    <a:pt x="13498" y="1773"/>
                    <a:pt x="13288" y="1783"/>
                  </a:cubicBezTo>
                  <a:cubicBezTo>
                    <a:pt x="13065" y="1793"/>
                    <a:pt x="12846" y="1803"/>
                    <a:pt x="12633" y="1803"/>
                  </a:cubicBezTo>
                  <a:cubicBezTo>
                    <a:pt x="12009" y="1803"/>
                    <a:pt x="11444" y="1716"/>
                    <a:pt x="11029" y="1291"/>
                  </a:cubicBezTo>
                  <a:cubicBezTo>
                    <a:pt x="10194" y="434"/>
                    <a:pt x="9364" y="1"/>
                    <a:pt x="85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73"/>
            <p:cNvSpPr/>
            <p:nvPr/>
          </p:nvSpPr>
          <p:spPr>
            <a:xfrm>
              <a:off x="2221050" y="1489175"/>
              <a:ext cx="48375" cy="57500"/>
            </a:xfrm>
            <a:custGeom>
              <a:avLst/>
              <a:gdLst/>
              <a:ahLst/>
              <a:cxnLst/>
              <a:rect l="l" t="t" r="r" b="b"/>
              <a:pathLst>
                <a:path w="1935" h="2300" extrusionOk="0">
                  <a:moveTo>
                    <a:pt x="484" y="1"/>
                  </a:moveTo>
                  <a:cubicBezTo>
                    <a:pt x="411" y="1"/>
                    <a:pt x="336" y="20"/>
                    <a:pt x="269" y="60"/>
                  </a:cubicBezTo>
                  <a:cubicBezTo>
                    <a:pt x="65" y="183"/>
                    <a:pt x="1" y="444"/>
                    <a:pt x="123" y="647"/>
                  </a:cubicBezTo>
                  <a:cubicBezTo>
                    <a:pt x="275" y="902"/>
                    <a:pt x="448" y="1149"/>
                    <a:pt x="618" y="1390"/>
                  </a:cubicBezTo>
                  <a:cubicBezTo>
                    <a:pt x="781" y="1621"/>
                    <a:pt x="947" y="1858"/>
                    <a:pt x="1089" y="2092"/>
                  </a:cubicBezTo>
                  <a:cubicBezTo>
                    <a:pt x="1168" y="2225"/>
                    <a:pt x="1309" y="2299"/>
                    <a:pt x="1453" y="2299"/>
                  </a:cubicBezTo>
                  <a:cubicBezTo>
                    <a:pt x="1527" y="2299"/>
                    <a:pt x="1602" y="2280"/>
                    <a:pt x="1669" y="2238"/>
                  </a:cubicBezTo>
                  <a:cubicBezTo>
                    <a:pt x="1870" y="2119"/>
                    <a:pt x="1934" y="1858"/>
                    <a:pt x="1815" y="1658"/>
                  </a:cubicBezTo>
                  <a:cubicBezTo>
                    <a:pt x="1659" y="1397"/>
                    <a:pt x="1483" y="1146"/>
                    <a:pt x="1313" y="902"/>
                  </a:cubicBezTo>
                  <a:cubicBezTo>
                    <a:pt x="1144" y="661"/>
                    <a:pt x="988" y="440"/>
                    <a:pt x="852" y="213"/>
                  </a:cubicBezTo>
                  <a:cubicBezTo>
                    <a:pt x="773" y="77"/>
                    <a:pt x="630" y="1"/>
                    <a:pt x="4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73"/>
            <p:cNvSpPr/>
            <p:nvPr/>
          </p:nvSpPr>
          <p:spPr>
            <a:xfrm>
              <a:off x="2421525" y="1277575"/>
              <a:ext cx="81100" cy="78025"/>
            </a:xfrm>
            <a:custGeom>
              <a:avLst/>
              <a:gdLst/>
              <a:ahLst/>
              <a:cxnLst/>
              <a:rect l="l" t="t" r="r" b="b"/>
              <a:pathLst>
                <a:path w="3244" h="3121" extrusionOk="0">
                  <a:moveTo>
                    <a:pt x="1561" y="848"/>
                  </a:moveTo>
                  <a:cubicBezTo>
                    <a:pt x="2195" y="848"/>
                    <a:pt x="2514" y="1615"/>
                    <a:pt x="2066" y="2062"/>
                  </a:cubicBezTo>
                  <a:cubicBezTo>
                    <a:pt x="1921" y="2209"/>
                    <a:pt x="1743" y="2274"/>
                    <a:pt x="1568" y="2274"/>
                  </a:cubicBezTo>
                  <a:cubicBezTo>
                    <a:pt x="1202" y="2274"/>
                    <a:pt x="852" y="1989"/>
                    <a:pt x="852" y="1560"/>
                  </a:cubicBezTo>
                  <a:cubicBezTo>
                    <a:pt x="849" y="1167"/>
                    <a:pt x="1168" y="848"/>
                    <a:pt x="1561" y="848"/>
                  </a:cubicBezTo>
                  <a:close/>
                  <a:moveTo>
                    <a:pt x="1561" y="0"/>
                  </a:moveTo>
                  <a:cubicBezTo>
                    <a:pt x="1360" y="0"/>
                    <a:pt x="1157" y="39"/>
                    <a:pt x="964" y="119"/>
                  </a:cubicBezTo>
                  <a:cubicBezTo>
                    <a:pt x="384" y="360"/>
                    <a:pt x="1" y="929"/>
                    <a:pt x="4" y="1560"/>
                  </a:cubicBezTo>
                  <a:cubicBezTo>
                    <a:pt x="4" y="2422"/>
                    <a:pt x="699" y="3117"/>
                    <a:pt x="1561" y="3121"/>
                  </a:cubicBezTo>
                  <a:cubicBezTo>
                    <a:pt x="2192" y="3121"/>
                    <a:pt x="2762" y="2741"/>
                    <a:pt x="3003" y="2157"/>
                  </a:cubicBezTo>
                  <a:cubicBezTo>
                    <a:pt x="3244" y="1574"/>
                    <a:pt x="3111" y="906"/>
                    <a:pt x="2667" y="458"/>
                  </a:cubicBezTo>
                  <a:cubicBezTo>
                    <a:pt x="2367" y="158"/>
                    <a:pt x="1968" y="0"/>
                    <a:pt x="15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73"/>
            <p:cNvSpPr/>
            <p:nvPr/>
          </p:nvSpPr>
          <p:spPr>
            <a:xfrm>
              <a:off x="2211225" y="1742375"/>
              <a:ext cx="81075" cy="78000"/>
            </a:xfrm>
            <a:custGeom>
              <a:avLst/>
              <a:gdLst/>
              <a:ahLst/>
              <a:cxnLst/>
              <a:rect l="l" t="t" r="r" b="b"/>
              <a:pathLst>
                <a:path w="3243" h="3120" extrusionOk="0">
                  <a:moveTo>
                    <a:pt x="1679" y="845"/>
                  </a:moveTo>
                  <a:cubicBezTo>
                    <a:pt x="2044" y="845"/>
                    <a:pt x="2395" y="1129"/>
                    <a:pt x="2395" y="1561"/>
                  </a:cubicBezTo>
                  <a:cubicBezTo>
                    <a:pt x="2395" y="1951"/>
                    <a:pt x="2076" y="2270"/>
                    <a:pt x="1683" y="2270"/>
                  </a:cubicBezTo>
                  <a:cubicBezTo>
                    <a:pt x="1048" y="2270"/>
                    <a:pt x="733" y="1503"/>
                    <a:pt x="1181" y="1055"/>
                  </a:cubicBezTo>
                  <a:cubicBezTo>
                    <a:pt x="1325" y="910"/>
                    <a:pt x="1504" y="845"/>
                    <a:pt x="1679" y="845"/>
                  </a:cubicBezTo>
                  <a:close/>
                  <a:moveTo>
                    <a:pt x="1683" y="0"/>
                  </a:moveTo>
                  <a:cubicBezTo>
                    <a:pt x="1052" y="0"/>
                    <a:pt x="485" y="380"/>
                    <a:pt x="244" y="964"/>
                  </a:cubicBezTo>
                  <a:cubicBezTo>
                    <a:pt x="0" y="1544"/>
                    <a:pt x="136" y="2215"/>
                    <a:pt x="580" y="2663"/>
                  </a:cubicBezTo>
                  <a:cubicBezTo>
                    <a:pt x="879" y="2960"/>
                    <a:pt x="1279" y="3119"/>
                    <a:pt x="1684" y="3119"/>
                  </a:cubicBezTo>
                  <a:cubicBezTo>
                    <a:pt x="1885" y="3119"/>
                    <a:pt x="2087" y="3080"/>
                    <a:pt x="2280" y="2999"/>
                  </a:cubicBezTo>
                  <a:cubicBezTo>
                    <a:pt x="2863" y="2758"/>
                    <a:pt x="3243" y="2192"/>
                    <a:pt x="3243" y="1561"/>
                  </a:cubicBezTo>
                  <a:cubicBezTo>
                    <a:pt x="3243" y="699"/>
                    <a:pt x="2544" y="0"/>
                    <a:pt x="168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73"/>
            <p:cNvSpPr/>
            <p:nvPr/>
          </p:nvSpPr>
          <p:spPr>
            <a:xfrm>
              <a:off x="2300775" y="1481350"/>
              <a:ext cx="110250" cy="106025"/>
            </a:xfrm>
            <a:custGeom>
              <a:avLst/>
              <a:gdLst/>
              <a:ahLst/>
              <a:cxnLst/>
              <a:rect l="l" t="t" r="r" b="b"/>
              <a:pathLst>
                <a:path w="4410" h="4241" extrusionOk="0">
                  <a:moveTo>
                    <a:pt x="2297" y="847"/>
                  </a:moveTo>
                  <a:cubicBezTo>
                    <a:pt x="2610" y="847"/>
                    <a:pt x="2929" y="963"/>
                    <a:pt x="3189" y="1221"/>
                  </a:cubicBezTo>
                  <a:cubicBezTo>
                    <a:pt x="3552" y="1584"/>
                    <a:pt x="3660" y="2134"/>
                    <a:pt x="3464" y="2609"/>
                  </a:cubicBezTo>
                  <a:cubicBezTo>
                    <a:pt x="3267" y="3084"/>
                    <a:pt x="2802" y="3392"/>
                    <a:pt x="2290" y="3392"/>
                  </a:cubicBezTo>
                  <a:cubicBezTo>
                    <a:pt x="1584" y="3392"/>
                    <a:pt x="1018" y="2823"/>
                    <a:pt x="1018" y="2120"/>
                  </a:cubicBezTo>
                  <a:cubicBezTo>
                    <a:pt x="1018" y="1354"/>
                    <a:pt x="1644" y="847"/>
                    <a:pt x="2297" y="847"/>
                  </a:cubicBezTo>
                  <a:close/>
                  <a:moveTo>
                    <a:pt x="2286" y="1"/>
                  </a:moveTo>
                  <a:cubicBezTo>
                    <a:pt x="1735" y="1"/>
                    <a:pt x="1194" y="216"/>
                    <a:pt x="791" y="621"/>
                  </a:cubicBezTo>
                  <a:cubicBezTo>
                    <a:pt x="183" y="1228"/>
                    <a:pt x="0" y="2141"/>
                    <a:pt x="329" y="2931"/>
                  </a:cubicBezTo>
                  <a:cubicBezTo>
                    <a:pt x="658" y="3725"/>
                    <a:pt x="1432" y="4240"/>
                    <a:pt x="2290" y="4240"/>
                  </a:cubicBezTo>
                  <a:cubicBezTo>
                    <a:pt x="3460" y="4240"/>
                    <a:pt x="4407" y="3291"/>
                    <a:pt x="4410" y="2120"/>
                  </a:cubicBezTo>
                  <a:cubicBezTo>
                    <a:pt x="4410" y="1262"/>
                    <a:pt x="3891" y="489"/>
                    <a:pt x="3101" y="163"/>
                  </a:cubicBezTo>
                  <a:cubicBezTo>
                    <a:pt x="2837" y="54"/>
                    <a:pt x="2560" y="1"/>
                    <a:pt x="228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73"/>
            <p:cNvSpPr/>
            <p:nvPr/>
          </p:nvSpPr>
          <p:spPr>
            <a:xfrm>
              <a:off x="2345300" y="1523500"/>
              <a:ext cx="24100" cy="21025"/>
            </a:xfrm>
            <a:custGeom>
              <a:avLst/>
              <a:gdLst/>
              <a:ahLst/>
              <a:cxnLst/>
              <a:rect l="l" t="t" r="r" b="b"/>
              <a:pathLst>
                <a:path w="964" h="841" extrusionOk="0">
                  <a:moveTo>
                    <a:pt x="487" y="0"/>
                  </a:moveTo>
                  <a:cubicBezTo>
                    <a:pt x="334" y="0"/>
                    <a:pt x="199" y="88"/>
                    <a:pt x="132" y="224"/>
                  </a:cubicBezTo>
                  <a:cubicBezTo>
                    <a:pt x="0" y="479"/>
                    <a:pt x="156" y="787"/>
                    <a:pt x="438" y="835"/>
                  </a:cubicBezTo>
                  <a:cubicBezTo>
                    <a:pt x="462" y="839"/>
                    <a:pt x="486" y="841"/>
                    <a:pt x="510" y="841"/>
                  </a:cubicBezTo>
                  <a:cubicBezTo>
                    <a:pt x="760" y="841"/>
                    <a:pt x="964" y="620"/>
                    <a:pt x="930" y="360"/>
                  </a:cubicBezTo>
                  <a:cubicBezTo>
                    <a:pt x="893" y="152"/>
                    <a:pt x="713" y="0"/>
                    <a:pt x="502" y="0"/>
                  </a:cubicBezTo>
                  <a:cubicBezTo>
                    <a:pt x="500" y="0"/>
                    <a:pt x="498" y="0"/>
                    <a:pt x="495" y="0"/>
                  </a:cubicBezTo>
                  <a:cubicBezTo>
                    <a:pt x="492" y="0"/>
                    <a:pt x="490" y="0"/>
                    <a:pt x="48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73"/>
            <p:cNvSpPr/>
            <p:nvPr/>
          </p:nvSpPr>
          <p:spPr>
            <a:xfrm>
              <a:off x="2328925" y="1601150"/>
              <a:ext cx="57700" cy="28625"/>
            </a:xfrm>
            <a:custGeom>
              <a:avLst/>
              <a:gdLst/>
              <a:ahLst/>
              <a:cxnLst/>
              <a:rect l="l" t="t" r="r" b="b"/>
              <a:pathLst>
                <a:path w="2308" h="1145" extrusionOk="0">
                  <a:moveTo>
                    <a:pt x="472" y="1"/>
                  </a:moveTo>
                  <a:cubicBezTo>
                    <a:pt x="363" y="1"/>
                    <a:pt x="255" y="42"/>
                    <a:pt x="173" y="124"/>
                  </a:cubicBezTo>
                  <a:cubicBezTo>
                    <a:pt x="0" y="297"/>
                    <a:pt x="7" y="575"/>
                    <a:pt x="187" y="738"/>
                  </a:cubicBezTo>
                  <a:cubicBezTo>
                    <a:pt x="457" y="1009"/>
                    <a:pt x="811" y="1145"/>
                    <a:pt x="1165" y="1145"/>
                  </a:cubicBezTo>
                  <a:cubicBezTo>
                    <a:pt x="1519" y="1145"/>
                    <a:pt x="1873" y="1009"/>
                    <a:pt x="2141" y="738"/>
                  </a:cubicBezTo>
                  <a:cubicBezTo>
                    <a:pt x="2307" y="571"/>
                    <a:pt x="2307" y="303"/>
                    <a:pt x="2141" y="137"/>
                  </a:cubicBezTo>
                  <a:cubicBezTo>
                    <a:pt x="2058" y="56"/>
                    <a:pt x="1950" y="15"/>
                    <a:pt x="1842" y="15"/>
                  </a:cubicBezTo>
                  <a:cubicBezTo>
                    <a:pt x="1733" y="15"/>
                    <a:pt x="1624" y="57"/>
                    <a:pt x="1540" y="140"/>
                  </a:cubicBezTo>
                  <a:cubicBezTo>
                    <a:pt x="1437" y="246"/>
                    <a:pt x="1300" y="298"/>
                    <a:pt x="1164" y="298"/>
                  </a:cubicBezTo>
                  <a:cubicBezTo>
                    <a:pt x="1027" y="298"/>
                    <a:pt x="891" y="246"/>
                    <a:pt x="787" y="140"/>
                  </a:cubicBezTo>
                  <a:cubicBezTo>
                    <a:pt x="703" y="48"/>
                    <a:pt x="587" y="1"/>
                    <a:pt x="47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73"/>
            <p:cNvSpPr/>
            <p:nvPr/>
          </p:nvSpPr>
          <p:spPr>
            <a:xfrm>
              <a:off x="2201300" y="1445050"/>
              <a:ext cx="25700" cy="21300"/>
            </a:xfrm>
            <a:custGeom>
              <a:avLst/>
              <a:gdLst/>
              <a:ahLst/>
              <a:cxnLst/>
              <a:rect l="l" t="t" r="r" b="b"/>
              <a:pathLst>
                <a:path w="1028" h="852" extrusionOk="0">
                  <a:moveTo>
                    <a:pt x="507" y="0"/>
                  </a:moveTo>
                  <a:cubicBezTo>
                    <a:pt x="348" y="0"/>
                    <a:pt x="206" y="95"/>
                    <a:pt x="139" y="241"/>
                  </a:cubicBezTo>
                  <a:cubicBezTo>
                    <a:pt x="1" y="539"/>
                    <a:pt x="231" y="851"/>
                    <a:pt x="525" y="851"/>
                  </a:cubicBezTo>
                  <a:cubicBezTo>
                    <a:pt x="576" y="851"/>
                    <a:pt x="629" y="842"/>
                    <a:pt x="682" y="821"/>
                  </a:cubicBezTo>
                  <a:cubicBezTo>
                    <a:pt x="797" y="781"/>
                    <a:pt x="886" y="689"/>
                    <a:pt x="926" y="574"/>
                  </a:cubicBezTo>
                  <a:cubicBezTo>
                    <a:pt x="1028" y="296"/>
                    <a:pt x="821" y="0"/>
                    <a:pt x="526" y="0"/>
                  </a:cubicBezTo>
                  <a:lnTo>
                    <a:pt x="516" y="0"/>
                  </a:lnTo>
                  <a:cubicBezTo>
                    <a:pt x="513" y="0"/>
                    <a:pt x="510" y="0"/>
                    <a:pt x="50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73"/>
            <p:cNvSpPr/>
            <p:nvPr/>
          </p:nvSpPr>
          <p:spPr>
            <a:xfrm>
              <a:off x="2251825" y="1632725"/>
              <a:ext cx="25625" cy="21200"/>
            </a:xfrm>
            <a:custGeom>
              <a:avLst/>
              <a:gdLst/>
              <a:ahLst/>
              <a:cxnLst/>
              <a:rect l="l" t="t" r="r" b="b"/>
              <a:pathLst>
                <a:path w="1025" h="848" extrusionOk="0">
                  <a:moveTo>
                    <a:pt x="505" y="0"/>
                  </a:moveTo>
                  <a:cubicBezTo>
                    <a:pt x="345" y="0"/>
                    <a:pt x="203" y="94"/>
                    <a:pt x="137" y="241"/>
                  </a:cubicBezTo>
                  <a:cubicBezTo>
                    <a:pt x="1" y="536"/>
                    <a:pt x="229" y="848"/>
                    <a:pt x="522" y="848"/>
                  </a:cubicBezTo>
                  <a:cubicBezTo>
                    <a:pt x="573" y="848"/>
                    <a:pt x="626" y="838"/>
                    <a:pt x="679" y="818"/>
                  </a:cubicBezTo>
                  <a:cubicBezTo>
                    <a:pt x="795" y="777"/>
                    <a:pt x="883" y="686"/>
                    <a:pt x="924" y="570"/>
                  </a:cubicBezTo>
                  <a:cubicBezTo>
                    <a:pt x="1025" y="294"/>
                    <a:pt x="824" y="0"/>
                    <a:pt x="528" y="0"/>
                  </a:cubicBezTo>
                  <a:cubicBezTo>
                    <a:pt x="527" y="0"/>
                    <a:pt x="525" y="0"/>
                    <a:pt x="523" y="0"/>
                  </a:cubicBezTo>
                  <a:lnTo>
                    <a:pt x="513" y="0"/>
                  </a:lnTo>
                  <a:cubicBezTo>
                    <a:pt x="510" y="0"/>
                    <a:pt x="507" y="0"/>
                    <a:pt x="50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73"/>
            <p:cNvSpPr/>
            <p:nvPr/>
          </p:nvSpPr>
          <p:spPr>
            <a:xfrm>
              <a:off x="2391750" y="1666650"/>
              <a:ext cx="25625" cy="21200"/>
            </a:xfrm>
            <a:custGeom>
              <a:avLst/>
              <a:gdLst/>
              <a:ahLst/>
              <a:cxnLst/>
              <a:rect l="l" t="t" r="r" b="b"/>
              <a:pathLst>
                <a:path w="1025" h="848" extrusionOk="0">
                  <a:moveTo>
                    <a:pt x="505" y="0"/>
                  </a:moveTo>
                  <a:cubicBezTo>
                    <a:pt x="345" y="0"/>
                    <a:pt x="200" y="94"/>
                    <a:pt x="137" y="241"/>
                  </a:cubicBezTo>
                  <a:cubicBezTo>
                    <a:pt x="1" y="536"/>
                    <a:pt x="229" y="848"/>
                    <a:pt x="522" y="848"/>
                  </a:cubicBezTo>
                  <a:cubicBezTo>
                    <a:pt x="573" y="848"/>
                    <a:pt x="626" y="838"/>
                    <a:pt x="679" y="818"/>
                  </a:cubicBezTo>
                  <a:cubicBezTo>
                    <a:pt x="795" y="777"/>
                    <a:pt x="883" y="685"/>
                    <a:pt x="924" y="570"/>
                  </a:cubicBezTo>
                  <a:cubicBezTo>
                    <a:pt x="1025" y="293"/>
                    <a:pt x="821" y="0"/>
                    <a:pt x="528" y="0"/>
                  </a:cubicBezTo>
                  <a:cubicBezTo>
                    <a:pt x="527" y="0"/>
                    <a:pt x="525" y="0"/>
                    <a:pt x="523" y="0"/>
                  </a:cubicBezTo>
                  <a:lnTo>
                    <a:pt x="513" y="0"/>
                  </a:lnTo>
                  <a:cubicBezTo>
                    <a:pt x="510" y="0"/>
                    <a:pt x="508" y="0"/>
                    <a:pt x="50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73"/>
            <p:cNvSpPr/>
            <p:nvPr/>
          </p:nvSpPr>
          <p:spPr>
            <a:xfrm>
              <a:off x="2472325" y="1583950"/>
              <a:ext cx="25625" cy="21225"/>
            </a:xfrm>
            <a:custGeom>
              <a:avLst/>
              <a:gdLst/>
              <a:ahLst/>
              <a:cxnLst/>
              <a:rect l="l" t="t" r="r" b="b"/>
              <a:pathLst>
                <a:path w="1025" h="849" extrusionOk="0">
                  <a:moveTo>
                    <a:pt x="504" y="1"/>
                  </a:moveTo>
                  <a:cubicBezTo>
                    <a:pt x="345" y="1"/>
                    <a:pt x="200" y="95"/>
                    <a:pt x="136" y="242"/>
                  </a:cubicBezTo>
                  <a:cubicBezTo>
                    <a:pt x="0" y="536"/>
                    <a:pt x="229" y="848"/>
                    <a:pt x="522" y="848"/>
                  </a:cubicBezTo>
                  <a:cubicBezTo>
                    <a:pt x="573" y="848"/>
                    <a:pt x="626" y="839"/>
                    <a:pt x="679" y="818"/>
                  </a:cubicBezTo>
                  <a:cubicBezTo>
                    <a:pt x="794" y="778"/>
                    <a:pt x="883" y="686"/>
                    <a:pt x="923" y="571"/>
                  </a:cubicBezTo>
                  <a:cubicBezTo>
                    <a:pt x="1024" y="294"/>
                    <a:pt x="820" y="1"/>
                    <a:pt x="528" y="1"/>
                  </a:cubicBezTo>
                  <a:cubicBezTo>
                    <a:pt x="526" y="1"/>
                    <a:pt x="525" y="1"/>
                    <a:pt x="523" y="1"/>
                  </a:cubicBezTo>
                  <a:lnTo>
                    <a:pt x="513" y="1"/>
                  </a:lnTo>
                  <a:cubicBezTo>
                    <a:pt x="510" y="1"/>
                    <a:pt x="507" y="1"/>
                    <a:pt x="5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73"/>
            <p:cNvSpPr/>
            <p:nvPr/>
          </p:nvSpPr>
          <p:spPr>
            <a:xfrm>
              <a:off x="2436275" y="1450400"/>
              <a:ext cx="25625" cy="21200"/>
            </a:xfrm>
            <a:custGeom>
              <a:avLst/>
              <a:gdLst/>
              <a:ahLst/>
              <a:cxnLst/>
              <a:rect l="l" t="t" r="r" b="b"/>
              <a:pathLst>
                <a:path w="1025" h="848" extrusionOk="0">
                  <a:moveTo>
                    <a:pt x="505" y="0"/>
                  </a:moveTo>
                  <a:cubicBezTo>
                    <a:pt x="345" y="0"/>
                    <a:pt x="200" y="94"/>
                    <a:pt x="137" y="241"/>
                  </a:cubicBezTo>
                  <a:cubicBezTo>
                    <a:pt x="1" y="536"/>
                    <a:pt x="229" y="848"/>
                    <a:pt x="522" y="848"/>
                  </a:cubicBezTo>
                  <a:cubicBezTo>
                    <a:pt x="573" y="848"/>
                    <a:pt x="626" y="838"/>
                    <a:pt x="679" y="818"/>
                  </a:cubicBezTo>
                  <a:cubicBezTo>
                    <a:pt x="795" y="777"/>
                    <a:pt x="883" y="685"/>
                    <a:pt x="924" y="570"/>
                  </a:cubicBezTo>
                  <a:cubicBezTo>
                    <a:pt x="1025" y="293"/>
                    <a:pt x="821" y="0"/>
                    <a:pt x="528" y="0"/>
                  </a:cubicBezTo>
                  <a:cubicBezTo>
                    <a:pt x="527" y="0"/>
                    <a:pt x="525" y="0"/>
                    <a:pt x="523" y="0"/>
                  </a:cubicBezTo>
                  <a:lnTo>
                    <a:pt x="513" y="0"/>
                  </a:lnTo>
                  <a:cubicBezTo>
                    <a:pt x="510" y="0"/>
                    <a:pt x="507" y="0"/>
                    <a:pt x="50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73"/>
            <p:cNvSpPr/>
            <p:nvPr/>
          </p:nvSpPr>
          <p:spPr>
            <a:xfrm>
              <a:off x="2335525" y="1424950"/>
              <a:ext cx="26750" cy="21225"/>
            </a:xfrm>
            <a:custGeom>
              <a:avLst/>
              <a:gdLst/>
              <a:ahLst/>
              <a:cxnLst/>
              <a:rect l="l" t="t" r="r" b="b"/>
              <a:pathLst>
                <a:path w="1070" h="849" extrusionOk="0">
                  <a:moveTo>
                    <a:pt x="570" y="0"/>
                  </a:moveTo>
                  <a:cubicBezTo>
                    <a:pt x="567" y="0"/>
                    <a:pt x="564" y="0"/>
                    <a:pt x="561" y="1"/>
                  </a:cubicBezTo>
                  <a:lnTo>
                    <a:pt x="513" y="1"/>
                  </a:lnTo>
                  <a:cubicBezTo>
                    <a:pt x="510" y="0"/>
                    <a:pt x="507" y="0"/>
                    <a:pt x="504" y="0"/>
                  </a:cubicBezTo>
                  <a:cubicBezTo>
                    <a:pt x="352" y="0"/>
                    <a:pt x="213" y="88"/>
                    <a:pt x="147" y="224"/>
                  </a:cubicBezTo>
                  <a:cubicBezTo>
                    <a:pt x="1" y="506"/>
                    <a:pt x="204" y="845"/>
                    <a:pt x="527" y="849"/>
                  </a:cubicBezTo>
                  <a:cubicBezTo>
                    <a:pt x="835" y="849"/>
                    <a:pt x="1069" y="513"/>
                    <a:pt x="883" y="184"/>
                  </a:cubicBezTo>
                  <a:cubicBezTo>
                    <a:pt x="817" y="71"/>
                    <a:pt x="699" y="0"/>
                    <a:pt x="57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8" name="Google Shape;3868;p73"/>
          <p:cNvGrpSpPr/>
          <p:nvPr/>
        </p:nvGrpSpPr>
        <p:grpSpPr>
          <a:xfrm>
            <a:off x="1040275" y="1858450"/>
            <a:ext cx="545075" cy="542775"/>
            <a:chOff x="1440250" y="1277550"/>
            <a:chExt cx="545075" cy="542775"/>
          </a:xfrm>
        </p:grpSpPr>
        <p:sp>
          <p:nvSpPr>
            <p:cNvPr id="3869" name="Google Shape;3869;p73"/>
            <p:cNvSpPr/>
            <p:nvPr/>
          </p:nvSpPr>
          <p:spPr>
            <a:xfrm>
              <a:off x="1564325" y="1400525"/>
              <a:ext cx="296925" cy="296850"/>
            </a:xfrm>
            <a:custGeom>
              <a:avLst/>
              <a:gdLst/>
              <a:ahLst/>
              <a:cxnLst/>
              <a:rect l="l" t="t" r="r" b="b"/>
              <a:pathLst>
                <a:path w="11877" h="11874" extrusionOk="0">
                  <a:moveTo>
                    <a:pt x="5918" y="1"/>
                  </a:moveTo>
                  <a:cubicBezTo>
                    <a:pt x="5054" y="1"/>
                    <a:pt x="4203" y="194"/>
                    <a:pt x="3423" y="560"/>
                  </a:cubicBezTo>
                  <a:cubicBezTo>
                    <a:pt x="3213" y="659"/>
                    <a:pt x="3121" y="910"/>
                    <a:pt x="3220" y="1123"/>
                  </a:cubicBezTo>
                  <a:cubicBezTo>
                    <a:pt x="3291" y="1276"/>
                    <a:pt x="3445" y="1366"/>
                    <a:pt x="3605" y="1366"/>
                  </a:cubicBezTo>
                  <a:cubicBezTo>
                    <a:pt x="3665" y="1366"/>
                    <a:pt x="3725" y="1354"/>
                    <a:pt x="3783" y="1327"/>
                  </a:cubicBezTo>
                  <a:cubicBezTo>
                    <a:pt x="4485" y="999"/>
                    <a:pt x="5216" y="846"/>
                    <a:pt x="5933" y="846"/>
                  </a:cubicBezTo>
                  <a:cubicBezTo>
                    <a:pt x="8225" y="846"/>
                    <a:pt x="10365" y="2413"/>
                    <a:pt x="10903" y="4834"/>
                  </a:cubicBezTo>
                  <a:cubicBezTo>
                    <a:pt x="11609" y="8009"/>
                    <a:pt x="9193" y="11025"/>
                    <a:pt x="5940" y="11025"/>
                  </a:cubicBezTo>
                  <a:cubicBezTo>
                    <a:pt x="4200" y="11025"/>
                    <a:pt x="2579" y="10136"/>
                    <a:pt x="1646" y="8668"/>
                  </a:cubicBezTo>
                  <a:cubicBezTo>
                    <a:pt x="713" y="7202"/>
                    <a:pt x="591" y="5357"/>
                    <a:pt x="1330" y="3783"/>
                  </a:cubicBezTo>
                  <a:cubicBezTo>
                    <a:pt x="1435" y="3569"/>
                    <a:pt x="1347" y="3308"/>
                    <a:pt x="1130" y="3206"/>
                  </a:cubicBezTo>
                  <a:cubicBezTo>
                    <a:pt x="1072" y="3179"/>
                    <a:pt x="1011" y="3166"/>
                    <a:pt x="951" y="3166"/>
                  </a:cubicBezTo>
                  <a:cubicBezTo>
                    <a:pt x="786" y="3166"/>
                    <a:pt x="630" y="3262"/>
                    <a:pt x="560" y="3423"/>
                  </a:cubicBezTo>
                  <a:cubicBezTo>
                    <a:pt x="190" y="4210"/>
                    <a:pt x="1" y="5068"/>
                    <a:pt x="4" y="5937"/>
                  </a:cubicBezTo>
                  <a:cubicBezTo>
                    <a:pt x="4" y="9210"/>
                    <a:pt x="2667" y="11873"/>
                    <a:pt x="5940" y="11873"/>
                  </a:cubicBezTo>
                  <a:cubicBezTo>
                    <a:pt x="9214" y="11873"/>
                    <a:pt x="11877" y="9210"/>
                    <a:pt x="11877" y="5937"/>
                  </a:cubicBezTo>
                  <a:cubicBezTo>
                    <a:pt x="11877" y="2663"/>
                    <a:pt x="9214" y="1"/>
                    <a:pt x="5940" y="1"/>
                  </a:cubicBezTo>
                  <a:cubicBezTo>
                    <a:pt x="5933" y="1"/>
                    <a:pt x="5925" y="1"/>
                    <a:pt x="591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73"/>
            <p:cNvSpPr/>
            <p:nvPr/>
          </p:nvSpPr>
          <p:spPr>
            <a:xfrm>
              <a:off x="1621325" y="1464125"/>
              <a:ext cx="176325" cy="169625"/>
            </a:xfrm>
            <a:custGeom>
              <a:avLst/>
              <a:gdLst/>
              <a:ahLst/>
              <a:cxnLst/>
              <a:rect l="l" t="t" r="r" b="b"/>
              <a:pathLst>
                <a:path w="7053" h="6785" extrusionOk="0">
                  <a:moveTo>
                    <a:pt x="3658" y="848"/>
                  </a:moveTo>
                  <a:cubicBezTo>
                    <a:pt x="4320" y="848"/>
                    <a:pt x="4970" y="1107"/>
                    <a:pt x="5458" y="1595"/>
                  </a:cubicBezTo>
                  <a:cubicBezTo>
                    <a:pt x="6184" y="2321"/>
                    <a:pt x="6404" y="3417"/>
                    <a:pt x="6011" y="4366"/>
                  </a:cubicBezTo>
                  <a:cubicBezTo>
                    <a:pt x="5614" y="5316"/>
                    <a:pt x="4688" y="5937"/>
                    <a:pt x="3660" y="5937"/>
                  </a:cubicBezTo>
                  <a:cubicBezTo>
                    <a:pt x="2256" y="5937"/>
                    <a:pt x="1116" y="4797"/>
                    <a:pt x="1116" y="3393"/>
                  </a:cubicBezTo>
                  <a:cubicBezTo>
                    <a:pt x="1116" y="2365"/>
                    <a:pt x="1733" y="1436"/>
                    <a:pt x="2687" y="1042"/>
                  </a:cubicBezTo>
                  <a:cubicBezTo>
                    <a:pt x="3001" y="912"/>
                    <a:pt x="3331" y="848"/>
                    <a:pt x="3658" y="848"/>
                  </a:cubicBezTo>
                  <a:close/>
                  <a:moveTo>
                    <a:pt x="3661" y="0"/>
                  </a:moveTo>
                  <a:cubicBezTo>
                    <a:pt x="2779" y="0"/>
                    <a:pt x="1911" y="345"/>
                    <a:pt x="1262" y="995"/>
                  </a:cubicBezTo>
                  <a:cubicBezTo>
                    <a:pt x="292" y="1965"/>
                    <a:pt x="0" y="3423"/>
                    <a:pt x="526" y="4692"/>
                  </a:cubicBezTo>
                  <a:cubicBezTo>
                    <a:pt x="1052" y="5957"/>
                    <a:pt x="2286" y="6785"/>
                    <a:pt x="3660" y="6785"/>
                  </a:cubicBezTo>
                  <a:cubicBezTo>
                    <a:pt x="5533" y="6782"/>
                    <a:pt x="7049" y="5265"/>
                    <a:pt x="7052" y="3393"/>
                  </a:cubicBezTo>
                  <a:cubicBezTo>
                    <a:pt x="7052" y="2022"/>
                    <a:pt x="6225" y="784"/>
                    <a:pt x="4956" y="259"/>
                  </a:cubicBezTo>
                  <a:cubicBezTo>
                    <a:pt x="4537" y="85"/>
                    <a:pt x="4098" y="0"/>
                    <a:pt x="36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73"/>
            <p:cNvSpPr/>
            <p:nvPr/>
          </p:nvSpPr>
          <p:spPr>
            <a:xfrm>
              <a:off x="1667025" y="1506525"/>
              <a:ext cx="88225" cy="84825"/>
            </a:xfrm>
            <a:custGeom>
              <a:avLst/>
              <a:gdLst/>
              <a:ahLst/>
              <a:cxnLst/>
              <a:rect l="l" t="t" r="r" b="b"/>
              <a:pathLst>
                <a:path w="3529" h="3393" extrusionOk="0">
                  <a:moveTo>
                    <a:pt x="1837" y="847"/>
                  </a:moveTo>
                  <a:cubicBezTo>
                    <a:pt x="2045" y="847"/>
                    <a:pt x="2257" y="924"/>
                    <a:pt x="2429" y="1096"/>
                  </a:cubicBezTo>
                  <a:cubicBezTo>
                    <a:pt x="2965" y="1632"/>
                    <a:pt x="2585" y="2545"/>
                    <a:pt x="1832" y="2545"/>
                  </a:cubicBezTo>
                  <a:cubicBezTo>
                    <a:pt x="1364" y="2545"/>
                    <a:pt x="984" y="2165"/>
                    <a:pt x="984" y="1697"/>
                  </a:cubicBezTo>
                  <a:cubicBezTo>
                    <a:pt x="984" y="1185"/>
                    <a:pt x="1402" y="847"/>
                    <a:pt x="1837" y="847"/>
                  </a:cubicBezTo>
                  <a:close/>
                  <a:moveTo>
                    <a:pt x="1830" y="1"/>
                  </a:moveTo>
                  <a:cubicBezTo>
                    <a:pt x="1389" y="1"/>
                    <a:pt x="955" y="172"/>
                    <a:pt x="631" y="496"/>
                  </a:cubicBezTo>
                  <a:cubicBezTo>
                    <a:pt x="146" y="981"/>
                    <a:pt x="0" y="1714"/>
                    <a:pt x="265" y="2345"/>
                  </a:cubicBezTo>
                  <a:cubicBezTo>
                    <a:pt x="526" y="2979"/>
                    <a:pt x="1144" y="3393"/>
                    <a:pt x="1832" y="3393"/>
                  </a:cubicBezTo>
                  <a:cubicBezTo>
                    <a:pt x="2768" y="3393"/>
                    <a:pt x="3528" y="2633"/>
                    <a:pt x="3528" y="1697"/>
                  </a:cubicBezTo>
                  <a:cubicBezTo>
                    <a:pt x="3528" y="1012"/>
                    <a:pt x="3114" y="391"/>
                    <a:pt x="2480" y="130"/>
                  </a:cubicBezTo>
                  <a:cubicBezTo>
                    <a:pt x="2270" y="43"/>
                    <a:pt x="2049" y="1"/>
                    <a:pt x="183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73"/>
            <p:cNvSpPr/>
            <p:nvPr/>
          </p:nvSpPr>
          <p:spPr>
            <a:xfrm>
              <a:off x="1440250" y="1277550"/>
              <a:ext cx="545075" cy="542775"/>
            </a:xfrm>
            <a:custGeom>
              <a:avLst/>
              <a:gdLst/>
              <a:ahLst/>
              <a:cxnLst/>
              <a:rect l="l" t="t" r="r" b="b"/>
              <a:pathLst>
                <a:path w="21803" h="21711" extrusionOk="0">
                  <a:moveTo>
                    <a:pt x="11046" y="2800"/>
                  </a:moveTo>
                  <a:cubicBezTo>
                    <a:pt x="11183" y="2800"/>
                    <a:pt x="11403" y="2827"/>
                    <a:pt x="11724" y="2925"/>
                  </a:cubicBezTo>
                  <a:cubicBezTo>
                    <a:pt x="13112" y="3352"/>
                    <a:pt x="14926" y="4614"/>
                    <a:pt x="15561" y="5992"/>
                  </a:cubicBezTo>
                  <a:cubicBezTo>
                    <a:pt x="15639" y="6158"/>
                    <a:pt x="15792" y="6236"/>
                    <a:pt x="15944" y="6236"/>
                  </a:cubicBezTo>
                  <a:cubicBezTo>
                    <a:pt x="16136" y="6236"/>
                    <a:pt x="16327" y="6112"/>
                    <a:pt x="16365" y="5883"/>
                  </a:cubicBezTo>
                  <a:cubicBezTo>
                    <a:pt x="16443" y="5411"/>
                    <a:pt x="16548" y="5232"/>
                    <a:pt x="16595" y="5174"/>
                  </a:cubicBezTo>
                  <a:cubicBezTo>
                    <a:pt x="16677" y="5222"/>
                    <a:pt x="16863" y="5395"/>
                    <a:pt x="17091" y="5829"/>
                  </a:cubicBezTo>
                  <a:cubicBezTo>
                    <a:pt x="17769" y="7111"/>
                    <a:pt x="18162" y="9289"/>
                    <a:pt x="17637" y="10710"/>
                  </a:cubicBezTo>
                  <a:cubicBezTo>
                    <a:pt x="17527" y="11010"/>
                    <a:pt x="17766" y="11283"/>
                    <a:pt x="18037" y="11283"/>
                  </a:cubicBezTo>
                  <a:cubicBezTo>
                    <a:pt x="18118" y="11283"/>
                    <a:pt x="18203" y="11258"/>
                    <a:pt x="18281" y="11202"/>
                  </a:cubicBezTo>
                  <a:cubicBezTo>
                    <a:pt x="18671" y="10924"/>
                    <a:pt x="18871" y="10869"/>
                    <a:pt x="18946" y="10863"/>
                  </a:cubicBezTo>
                  <a:lnTo>
                    <a:pt x="18946" y="10863"/>
                  </a:lnTo>
                  <a:cubicBezTo>
                    <a:pt x="18970" y="10954"/>
                    <a:pt x="18980" y="11209"/>
                    <a:pt x="18834" y="11677"/>
                  </a:cubicBezTo>
                  <a:cubicBezTo>
                    <a:pt x="18407" y="13068"/>
                    <a:pt x="17145" y="14882"/>
                    <a:pt x="15768" y="15517"/>
                  </a:cubicBezTo>
                  <a:cubicBezTo>
                    <a:pt x="15388" y="15690"/>
                    <a:pt x="15466" y="16249"/>
                    <a:pt x="15876" y="16321"/>
                  </a:cubicBezTo>
                  <a:cubicBezTo>
                    <a:pt x="16351" y="16399"/>
                    <a:pt x="16527" y="16504"/>
                    <a:pt x="16585" y="16548"/>
                  </a:cubicBezTo>
                  <a:cubicBezTo>
                    <a:pt x="16538" y="16629"/>
                    <a:pt x="16365" y="16816"/>
                    <a:pt x="15934" y="17047"/>
                  </a:cubicBezTo>
                  <a:cubicBezTo>
                    <a:pt x="15062" y="17507"/>
                    <a:pt x="13779" y="17836"/>
                    <a:pt x="12601" y="17836"/>
                  </a:cubicBezTo>
                  <a:cubicBezTo>
                    <a:pt x="12042" y="17836"/>
                    <a:pt x="11506" y="17762"/>
                    <a:pt x="11049" y="17593"/>
                  </a:cubicBezTo>
                  <a:cubicBezTo>
                    <a:pt x="10997" y="17573"/>
                    <a:pt x="10946" y="17564"/>
                    <a:pt x="10898" y="17564"/>
                  </a:cubicBezTo>
                  <a:cubicBezTo>
                    <a:pt x="10578" y="17564"/>
                    <a:pt x="10348" y="17943"/>
                    <a:pt x="10557" y="18237"/>
                  </a:cubicBezTo>
                  <a:cubicBezTo>
                    <a:pt x="10835" y="18627"/>
                    <a:pt x="10890" y="18827"/>
                    <a:pt x="10896" y="18902"/>
                  </a:cubicBezTo>
                  <a:cubicBezTo>
                    <a:pt x="10868" y="18909"/>
                    <a:pt x="10823" y="18915"/>
                    <a:pt x="10760" y="18915"/>
                  </a:cubicBezTo>
                  <a:cubicBezTo>
                    <a:pt x="10624" y="18915"/>
                    <a:pt x="10403" y="18888"/>
                    <a:pt x="10082" y="18790"/>
                  </a:cubicBezTo>
                  <a:cubicBezTo>
                    <a:pt x="8695" y="18363"/>
                    <a:pt x="6877" y="17101"/>
                    <a:pt x="6242" y="15724"/>
                  </a:cubicBezTo>
                  <a:cubicBezTo>
                    <a:pt x="6166" y="15555"/>
                    <a:pt x="6013" y="15476"/>
                    <a:pt x="5861" y="15476"/>
                  </a:cubicBezTo>
                  <a:cubicBezTo>
                    <a:pt x="5670" y="15476"/>
                    <a:pt x="5480" y="15602"/>
                    <a:pt x="5442" y="15832"/>
                  </a:cubicBezTo>
                  <a:cubicBezTo>
                    <a:pt x="5360" y="16304"/>
                    <a:pt x="5259" y="16483"/>
                    <a:pt x="5211" y="16541"/>
                  </a:cubicBezTo>
                  <a:cubicBezTo>
                    <a:pt x="5130" y="16494"/>
                    <a:pt x="4943" y="16321"/>
                    <a:pt x="4713" y="15886"/>
                  </a:cubicBezTo>
                  <a:cubicBezTo>
                    <a:pt x="4034" y="14604"/>
                    <a:pt x="3644" y="12426"/>
                    <a:pt x="4166" y="11005"/>
                  </a:cubicBezTo>
                  <a:cubicBezTo>
                    <a:pt x="4278" y="10703"/>
                    <a:pt x="4041" y="10431"/>
                    <a:pt x="3769" y="10431"/>
                  </a:cubicBezTo>
                  <a:cubicBezTo>
                    <a:pt x="3687" y="10431"/>
                    <a:pt x="3602" y="10456"/>
                    <a:pt x="3522" y="10513"/>
                  </a:cubicBezTo>
                  <a:cubicBezTo>
                    <a:pt x="3132" y="10791"/>
                    <a:pt x="2935" y="10842"/>
                    <a:pt x="2860" y="10852"/>
                  </a:cubicBezTo>
                  <a:cubicBezTo>
                    <a:pt x="2837" y="10757"/>
                    <a:pt x="2826" y="10506"/>
                    <a:pt x="2969" y="10038"/>
                  </a:cubicBezTo>
                  <a:cubicBezTo>
                    <a:pt x="3396" y="8648"/>
                    <a:pt x="4662" y="6833"/>
                    <a:pt x="6035" y="6198"/>
                  </a:cubicBezTo>
                  <a:cubicBezTo>
                    <a:pt x="6415" y="6025"/>
                    <a:pt x="6341" y="5466"/>
                    <a:pt x="5930" y="5395"/>
                  </a:cubicBezTo>
                  <a:cubicBezTo>
                    <a:pt x="5455" y="5316"/>
                    <a:pt x="5279" y="5211"/>
                    <a:pt x="5218" y="5167"/>
                  </a:cubicBezTo>
                  <a:cubicBezTo>
                    <a:pt x="5269" y="5086"/>
                    <a:pt x="5442" y="4899"/>
                    <a:pt x="5873" y="4669"/>
                  </a:cubicBezTo>
                  <a:cubicBezTo>
                    <a:pt x="6745" y="4208"/>
                    <a:pt x="8027" y="3879"/>
                    <a:pt x="9205" y="3879"/>
                  </a:cubicBezTo>
                  <a:cubicBezTo>
                    <a:pt x="9763" y="3879"/>
                    <a:pt x="10298" y="3953"/>
                    <a:pt x="10754" y="4122"/>
                  </a:cubicBezTo>
                  <a:cubicBezTo>
                    <a:pt x="10806" y="4142"/>
                    <a:pt x="10857" y="4151"/>
                    <a:pt x="10907" y="4151"/>
                  </a:cubicBezTo>
                  <a:cubicBezTo>
                    <a:pt x="11228" y="4151"/>
                    <a:pt x="11458" y="3772"/>
                    <a:pt x="11249" y="3478"/>
                  </a:cubicBezTo>
                  <a:cubicBezTo>
                    <a:pt x="10968" y="3088"/>
                    <a:pt x="10917" y="2888"/>
                    <a:pt x="10910" y="2813"/>
                  </a:cubicBezTo>
                  <a:cubicBezTo>
                    <a:pt x="10939" y="2806"/>
                    <a:pt x="10984" y="2800"/>
                    <a:pt x="11046" y="2800"/>
                  </a:cubicBezTo>
                  <a:close/>
                  <a:moveTo>
                    <a:pt x="12000" y="0"/>
                  </a:moveTo>
                  <a:cubicBezTo>
                    <a:pt x="11814" y="0"/>
                    <a:pt x="11642" y="123"/>
                    <a:pt x="11592" y="313"/>
                  </a:cubicBezTo>
                  <a:cubicBezTo>
                    <a:pt x="11531" y="544"/>
                    <a:pt x="11670" y="781"/>
                    <a:pt x="11904" y="835"/>
                  </a:cubicBezTo>
                  <a:cubicBezTo>
                    <a:pt x="13681" y="1310"/>
                    <a:pt x="15398" y="3034"/>
                    <a:pt x="16073" y="4499"/>
                  </a:cubicBezTo>
                  <a:cubicBezTo>
                    <a:pt x="15975" y="4584"/>
                    <a:pt x="15890" y="4686"/>
                    <a:pt x="15829" y="4801"/>
                  </a:cubicBezTo>
                  <a:cubicBezTo>
                    <a:pt x="14607" y="3173"/>
                    <a:pt x="12318" y="1989"/>
                    <a:pt x="11110" y="1955"/>
                  </a:cubicBezTo>
                  <a:cubicBezTo>
                    <a:pt x="11082" y="1953"/>
                    <a:pt x="11055" y="1952"/>
                    <a:pt x="11027" y="1952"/>
                  </a:cubicBezTo>
                  <a:cubicBezTo>
                    <a:pt x="10889" y="1952"/>
                    <a:pt x="10751" y="1974"/>
                    <a:pt x="10618" y="2016"/>
                  </a:cubicBezTo>
                  <a:cubicBezTo>
                    <a:pt x="9810" y="1667"/>
                    <a:pt x="8761" y="1469"/>
                    <a:pt x="7684" y="1469"/>
                  </a:cubicBezTo>
                  <a:cubicBezTo>
                    <a:pt x="7640" y="1469"/>
                    <a:pt x="7596" y="1469"/>
                    <a:pt x="7552" y="1470"/>
                  </a:cubicBezTo>
                  <a:cubicBezTo>
                    <a:pt x="6249" y="1490"/>
                    <a:pt x="5025" y="1795"/>
                    <a:pt x="4102" y="2328"/>
                  </a:cubicBezTo>
                  <a:cubicBezTo>
                    <a:pt x="3895" y="2447"/>
                    <a:pt x="3827" y="2705"/>
                    <a:pt x="3942" y="2911"/>
                  </a:cubicBezTo>
                  <a:cubicBezTo>
                    <a:pt x="4022" y="3047"/>
                    <a:pt x="4164" y="3123"/>
                    <a:pt x="4311" y="3123"/>
                  </a:cubicBezTo>
                  <a:cubicBezTo>
                    <a:pt x="4384" y="3123"/>
                    <a:pt x="4458" y="3104"/>
                    <a:pt x="4526" y="3064"/>
                  </a:cubicBezTo>
                  <a:cubicBezTo>
                    <a:pt x="5418" y="2549"/>
                    <a:pt x="6574" y="2323"/>
                    <a:pt x="7684" y="2323"/>
                  </a:cubicBezTo>
                  <a:cubicBezTo>
                    <a:pt x="8555" y="2323"/>
                    <a:pt x="9397" y="2462"/>
                    <a:pt x="10062" y="2708"/>
                  </a:cubicBezTo>
                  <a:cubicBezTo>
                    <a:pt x="10055" y="2837"/>
                    <a:pt x="10069" y="2969"/>
                    <a:pt x="10103" y="3091"/>
                  </a:cubicBezTo>
                  <a:cubicBezTo>
                    <a:pt x="9812" y="3050"/>
                    <a:pt x="9511" y="3030"/>
                    <a:pt x="9208" y="3030"/>
                  </a:cubicBezTo>
                  <a:cubicBezTo>
                    <a:pt x="7411" y="3030"/>
                    <a:pt x="5505" y="3706"/>
                    <a:pt x="4753" y="4414"/>
                  </a:cubicBezTo>
                  <a:cubicBezTo>
                    <a:pt x="4631" y="4526"/>
                    <a:pt x="4526" y="4658"/>
                    <a:pt x="4451" y="4808"/>
                  </a:cubicBezTo>
                  <a:cubicBezTo>
                    <a:pt x="3596" y="5147"/>
                    <a:pt x="2674" y="5785"/>
                    <a:pt x="1894" y="6592"/>
                  </a:cubicBezTo>
                  <a:cubicBezTo>
                    <a:pt x="988" y="7525"/>
                    <a:pt x="337" y="8607"/>
                    <a:pt x="62" y="9638"/>
                  </a:cubicBezTo>
                  <a:cubicBezTo>
                    <a:pt x="1" y="9862"/>
                    <a:pt x="136" y="10096"/>
                    <a:pt x="360" y="10157"/>
                  </a:cubicBezTo>
                  <a:cubicBezTo>
                    <a:pt x="398" y="10167"/>
                    <a:pt x="435" y="10171"/>
                    <a:pt x="472" y="10171"/>
                  </a:cubicBezTo>
                  <a:cubicBezTo>
                    <a:pt x="662" y="10171"/>
                    <a:pt x="832" y="10042"/>
                    <a:pt x="883" y="9855"/>
                  </a:cubicBezTo>
                  <a:cubicBezTo>
                    <a:pt x="1358" y="8081"/>
                    <a:pt x="3077" y="6365"/>
                    <a:pt x="4546" y="5690"/>
                  </a:cubicBezTo>
                  <a:cubicBezTo>
                    <a:pt x="4631" y="5788"/>
                    <a:pt x="4733" y="5869"/>
                    <a:pt x="4845" y="5934"/>
                  </a:cubicBezTo>
                  <a:cubicBezTo>
                    <a:pt x="3220" y="7152"/>
                    <a:pt x="2033" y="9441"/>
                    <a:pt x="1999" y="10649"/>
                  </a:cubicBezTo>
                  <a:cubicBezTo>
                    <a:pt x="1992" y="10815"/>
                    <a:pt x="2012" y="10981"/>
                    <a:pt x="2063" y="11141"/>
                  </a:cubicBezTo>
                  <a:cubicBezTo>
                    <a:pt x="1697" y="11985"/>
                    <a:pt x="1500" y="13088"/>
                    <a:pt x="1517" y="14211"/>
                  </a:cubicBezTo>
                  <a:cubicBezTo>
                    <a:pt x="1537" y="15510"/>
                    <a:pt x="1839" y="16734"/>
                    <a:pt x="2375" y="17660"/>
                  </a:cubicBezTo>
                  <a:cubicBezTo>
                    <a:pt x="2453" y="17795"/>
                    <a:pt x="2594" y="17869"/>
                    <a:pt x="2740" y="17869"/>
                  </a:cubicBezTo>
                  <a:cubicBezTo>
                    <a:pt x="2812" y="17869"/>
                    <a:pt x="2885" y="17851"/>
                    <a:pt x="2952" y="17813"/>
                  </a:cubicBezTo>
                  <a:cubicBezTo>
                    <a:pt x="3152" y="17694"/>
                    <a:pt x="3223" y="17437"/>
                    <a:pt x="3108" y="17236"/>
                  </a:cubicBezTo>
                  <a:cubicBezTo>
                    <a:pt x="2189" y="15642"/>
                    <a:pt x="2192" y="13213"/>
                    <a:pt x="2752" y="11697"/>
                  </a:cubicBezTo>
                  <a:lnTo>
                    <a:pt x="2752" y="11697"/>
                  </a:lnTo>
                  <a:cubicBezTo>
                    <a:pt x="2779" y="11699"/>
                    <a:pt x="2807" y="11700"/>
                    <a:pt x="2835" y="11700"/>
                  </a:cubicBezTo>
                  <a:cubicBezTo>
                    <a:pt x="2937" y="11700"/>
                    <a:pt x="3040" y="11686"/>
                    <a:pt x="3139" y="11656"/>
                  </a:cubicBezTo>
                  <a:lnTo>
                    <a:pt x="3139" y="11656"/>
                  </a:lnTo>
                  <a:cubicBezTo>
                    <a:pt x="2850" y="13671"/>
                    <a:pt x="3630" y="16127"/>
                    <a:pt x="4458" y="17006"/>
                  </a:cubicBezTo>
                  <a:cubicBezTo>
                    <a:pt x="4570" y="17128"/>
                    <a:pt x="4706" y="17230"/>
                    <a:pt x="4852" y="17308"/>
                  </a:cubicBezTo>
                  <a:cubicBezTo>
                    <a:pt x="5191" y="18163"/>
                    <a:pt x="5832" y="19082"/>
                    <a:pt x="6636" y="19862"/>
                  </a:cubicBezTo>
                  <a:cubicBezTo>
                    <a:pt x="7569" y="20768"/>
                    <a:pt x="8651" y="21419"/>
                    <a:pt x="9682" y="21697"/>
                  </a:cubicBezTo>
                  <a:cubicBezTo>
                    <a:pt x="9719" y="21704"/>
                    <a:pt x="9757" y="21711"/>
                    <a:pt x="9794" y="21711"/>
                  </a:cubicBezTo>
                  <a:cubicBezTo>
                    <a:pt x="10004" y="21711"/>
                    <a:pt x="10184" y="21551"/>
                    <a:pt x="10211" y="21341"/>
                  </a:cubicBezTo>
                  <a:cubicBezTo>
                    <a:pt x="10242" y="21131"/>
                    <a:pt x="10106" y="20931"/>
                    <a:pt x="9903" y="20876"/>
                  </a:cubicBezTo>
                  <a:cubicBezTo>
                    <a:pt x="8125" y="20401"/>
                    <a:pt x="6409" y="18682"/>
                    <a:pt x="5734" y="17216"/>
                  </a:cubicBezTo>
                  <a:cubicBezTo>
                    <a:pt x="5832" y="17131"/>
                    <a:pt x="5917" y="17030"/>
                    <a:pt x="5978" y="16914"/>
                  </a:cubicBezTo>
                  <a:cubicBezTo>
                    <a:pt x="7199" y="18539"/>
                    <a:pt x="9489" y="19726"/>
                    <a:pt x="10696" y="19760"/>
                  </a:cubicBezTo>
                  <a:lnTo>
                    <a:pt x="10751" y="19760"/>
                  </a:lnTo>
                  <a:cubicBezTo>
                    <a:pt x="10760" y="19760"/>
                    <a:pt x="10769" y="19761"/>
                    <a:pt x="10779" y="19761"/>
                  </a:cubicBezTo>
                  <a:cubicBezTo>
                    <a:pt x="10918" y="19761"/>
                    <a:pt x="11055" y="19737"/>
                    <a:pt x="11188" y="19696"/>
                  </a:cubicBezTo>
                  <a:cubicBezTo>
                    <a:pt x="11996" y="20049"/>
                    <a:pt x="13044" y="20242"/>
                    <a:pt x="14119" y="20242"/>
                  </a:cubicBezTo>
                  <a:lnTo>
                    <a:pt x="14255" y="20242"/>
                  </a:lnTo>
                  <a:cubicBezTo>
                    <a:pt x="15557" y="20222"/>
                    <a:pt x="16782" y="19920"/>
                    <a:pt x="17705" y="19384"/>
                  </a:cubicBezTo>
                  <a:cubicBezTo>
                    <a:pt x="17908" y="19268"/>
                    <a:pt x="17979" y="19007"/>
                    <a:pt x="17864" y="18804"/>
                  </a:cubicBezTo>
                  <a:cubicBezTo>
                    <a:pt x="17785" y="18668"/>
                    <a:pt x="17642" y="18593"/>
                    <a:pt x="17496" y="18593"/>
                  </a:cubicBezTo>
                  <a:cubicBezTo>
                    <a:pt x="17423" y="18593"/>
                    <a:pt x="17348" y="18611"/>
                    <a:pt x="17281" y="18651"/>
                  </a:cubicBezTo>
                  <a:cubicBezTo>
                    <a:pt x="16389" y="19166"/>
                    <a:pt x="15233" y="19392"/>
                    <a:pt x="14122" y="19392"/>
                  </a:cubicBezTo>
                  <a:cubicBezTo>
                    <a:pt x="13252" y="19392"/>
                    <a:pt x="12409" y="19253"/>
                    <a:pt x="11744" y="19007"/>
                  </a:cubicBezTo>
                  <a:cubicBezTo>
                    <a:pt x="11751" y="18878"/>
                    <a:pt x="11738" y="18746"/>
                    <a:pt x="11704" y="18620"/>
                  </a:cubicBezTo>
                  <a:lnTo>
                    <a:pt x="11704" y="18620"/>
                  </a:lnTo>
                  <a:cubicBezTo>
                    <a:pt x="11995" y="18662"/>
                    <a:pt x="12296" y="18682"/>
                    <a:pt x="12600" y="18682"/>
                  </a:cubicBezTo>
                  <a:cubicBezTo>
                    <a:pt x="14394" y="18682"/>
                    <a:pt x="16299" y="18009"/>
                    <a:pt x="17050" y="17301"/>
                  </a:cubicBezTo>
                  <a:cubicBezTo>
                    <a:pt x="17175" y="17189"/>
                    <a:pt x="17277" y="17053"/>
                    <a:pt x="17355" y="16907"/>
                  </a:cubicBezTo>
                  <a:cubicBezTo>
                    <a:pt x="18210" y="16568"/>
                    <a:pt x="19129" y="15931"/>
                    <a:pt x="19909" y="15123"/>
                  </a:cubicBezTo>
                  <a:cubicBezTo>
                    <a:pt x="20815" y="14190"/>
                    <a:pt x="21466" y="13108"/>
                    <a:pt x="21741" y="12077"/>
                  </a:cubicBezTo>
                  <a:cubicBezTo>
                    <a:pt x="21802" y="11850"/>
                    <a:pt x="21670" y="11619"/>
                    <a:pt x="21446" y="11558"/>
                  </a:cubicBezTo>
                  <a:cubicBezTo>
                    <a:pt x="21409" y="11548"/>
                    <a:pt x="21372" y="11543"/>
                    <a:pt x="21336" y="11543"/>
                  </a:cubicBezTo>
                  <a:cubicBezTo>
                    <a:pt x="21147" y="11543"/>
                    <a:pt x="20975" y="11669"/>
                    <a:pt x="20924" y="11857"/>
                  </a:cubicBezTo>
                  <a:cubicBezTo>
                    <a:pt x="20449" y="13634"/>
                    <a:pt x="18726" y="15350"/>
                    <a:pt x="17260" y="16025"/>
                  </a:cubicBezTo>
                  <a:cubicBezTo>
                    <a:pt x="17175" y="15927"/>
                    <a:pt x="17074" y="15842"/>
                    <a:pt x="16958" y="15781"/>
                  </a:cubicBezTo>
                  <a:cubicBezTo>
                    <a:pt x="18587" y="14563"/>
                    <a:pt x="19770" y="12270"/>
                    <a:pt x="19804" y="11063"/>
                  </a:cubicBezTo>
                  <a:cubicBezTo>
                    <a:pt x="19814" y="10897"/>
                    <a:pt x="19791" y="10730"/>
                    <a:pt x="19743" y="10574"/>
                  </a:cubicBezTo>
                  <a:cubicBezTo>
                    <a:pt x="20106" y="9730"/>
                    <a:pt x="20306" y="8627"/>
                    <a:pt x="20289" y="7504"/>
                  </a:cubicBezTo>
                  <a:cubicBezTo>
                    <a:pt x="20269" y="6202"/>
                    <a:pt x="19964" y="4977"/>
                    <a:pt x="19431" y="4055"/>
                  </a:cubicBezTo>
                  <a:cubicBezTo>
                    <a:pt x="19352" y="3921"/>
                    <a:pt x="19210" y="3844"/>
                    <a:pt x="19063" y="3844"/>
                  </a:cubicBezTo>
                  <a:cubicBezTo>
                    <a:pt x="18991" y="3844"/>
                    <a:pt x="18918" y="3863"/>
                    <a:pt x="18851" y="3902"/>
                  </a:cubicBezTo>
                  <a:cubicBezTo>
                    <a:pt x="18651" y="4017"/>
                    <a:pt x="18580" y="4275"/>
                    <a:pt x="18695" y="4479"/>
                  </a:cubicBezTo>
                  <a:cubicBezTo>
                    <a:pt x="19614" y="6070"/>
                    <a:pt x="19611" y="8502"/>
                    <a:pt x="19051" y="10015"/>
                  </a:cubicBezTo>
                  <a:cubicBezTo>
                    <a:pt x="19030" y="10013"/>
                    <a:pt x="19008" y="10013"/>
                    <a:pt x="18987" y="10013"/>
                  </a:cubicBezTo>
                  <a:cubicBezTo>
                    <a:pt x="18879" y="10013"/>
                    <a:pt x="18770" y="10027"/>
                    <a:pt x="18668" y="10055"/>
                  </a:cubicBezTo>
                  <a:cubicBezTo>
                    <a:pt x="18956" y="8044"/>
                    <a:pt x="18173" y="5588"/>
                    <a:pt x="17345" y="4709"/>
                  </a:cubicBezTo>
                  <a:cubicBezTo>
                    <a:pt x="17233" y="4584"/>
                    <a:pt x="17101" y="4482"/>
                    <a:pt x="16951" y="4404"/>
                  </a:cubicBezTo>
                  <a:cubicBezTo>
                    <a:pt x="16616" y="3549"/>
                    <a:pt x="15975" y="2630"/>
                    <a:pt x="15171" y="1850"/>
                  </a:cubicBezTo>
                  <a:cubicBezTo>
                    <a:pt x="14238" y="944"/>
                    <a:pt x="13152" y="293"/>
                    <a:pt x="12121" y="18"/>
                  </a:cubicBezTo>
                  <a:cubicBezTo>
                    <a:pt x="12081" y="6"/>
                    <a:pt x="12040" y="0"/>
                    <a:pt x="1200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73"/>
            <p:cNvSpPr/>
            <p:nvPr/>
          </p:nvSpPr>
          <p:spPr>
            <a:xfrm>
              <a:off x="1601225" y="1440925"/>
              <a:ext cx="26825" cy="21200"/>
            </a:xfrm>
            <a:custGeom>
              <a:avLst/>
              <a:gdLst/>
              <a:ahLst/>
              <a:cxnLst/>
              <a:rect l="l" t="t" r="r" b="b"/>
              <a:pathLst>
                <a:path w="1073" h="848" extrusionOk="0">
                  <a:moveTo>
                    <a:pt x="565" y="0"/>
                  </a:moveTo>
                  <a:cubicBezTo>
                    <a:pt x="458" y="0"/>
                    <a:pt x="349" y="40"/>
                    <a:pt x="265" y="125"/>
                  </a:cubicBezTo>
                  <a:cubicBezTo>
                    <a:pt x="0" y="389"/>
                    <a:pt x="187" y="847"/>
                    <a:pt x="567" y="847"/>
                  </a:cubicBezTo>
                  <a:cubicBezTo>
                    <a:pt x="869" y="847"/>
                    <a:pt x="1072" y="542"/>
                    <a:pt x="957" y="260"/>
                  </a:cubicBezTo>
                  <a:cubicBezTo>
                    <a:pt x="887" y="93"/>
                    <a:pt x="727" y="0"/>
                    <a:pt x="5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74" name="Google Shape;3874;p73"/>
          <p:cNvGrpSpPr/>
          <p:nvPr/>
        </p:nvGrpSpPr>
        <p:grpSpPr>
          <a:xfrm>
            <a:off x="2696425" y="3425313"/>
            <a:ext cx="449200" cy="542775"/>
            <a:chOff x="2966325" y="2875250"/>
            <a:chExt cx="449200" cy="542775"/>
          </a:xfrm>
        </p:grpSpPr>
        <p:sp>
          <p:nvSpPr>
            <p:cNvPr id="3875" name="Google Shape;3875;p73"/>
            <p:cNvSpPr/>
            <p:nvPr/>
          </p:nvSpPr>
          <p:spPr>
            <a:xfrm>
              <a:off x="3031875" y="2917675"/>
              <a:ext cx="318025" cy="103775"/>
            </a:xfrm>
            <a:custGeom>
              <a:avLst/>
              <a:gdLst/>
              <a:ahLst/>
              <a:cxnLst/>
              <a:rect l="l" t="t" r="r" b="b"/>
              <a:pathLst>
                <a:path w="12721" h="4151" extrusionOk="0">
                  <a:moveTo>
                    <a:pt x="6360" y="0"/>
                  </a:moveTo>
                  <a:cubicBezTo>
                    <a:pt x="3297" y="0"/>
                    <a:pt x="0" y="662"/>
                    <a:pt x="0" y="2120"/>
                  </a:cubicBezTo>
                  <a:cubicBezTo>
                    <a:pt x="0" y="3602"/>
                    <a:pt x="3375" y="4047"/>
                    <a:pt x="4410" y="4149"/>
                  </a:cubicBezTo>
                  <a:lnTo>
                    <a:pt x="4454" y="4149"/>
                  </a:lnTo>
                  <a:cubicBezTo>
                    <a:pt x="4460" y="4149"/>
                    <a:pt x="4467" y="4149"/>
                    <a:pt x="4473" y="4149"/>
                  </a:cubicBezTo>
                  <a:cubicBezTo>
                    <a:pt x="4699" y="4149"/>
                    <a:pt x="4885" y="3973"/>
                    <a:pt x="4898" y="3745"/>
                  </a:cubicBezTo>
                  <a:cubicBezTo>
                    <a:pt x="4909" y="3511"/>
                    <a:pt x="4729" y="3311"/>
                    <a:pt x="4495" y="3301"/>
                  </a:cubicBezTo>
                  <a:lnTo>
                    <a:pt x="4495" y="3304"/>
                  </a:lnTo>
                  <a:cubicBezTo>
                    <a:pt x="3386" y="3195"/>
                    <a:pt x="2398" y="2989"/>
                    <a:pt x="1717" y="2724"/>
                  </a:cubicBezTo>
                  <a:cubicBezTo>
                    <a:pt x="1004" y="2442"/>
                    <a:pt x="848" y="2191"/>
                    <a:pt x="848" y="2120"/>
                  </a:cubicBezTo>
                  <a:cubicBezTo>
                    <a:pt x="848" y="2022"/>
                    <a:pt x="1113" y="1662"/>
                    <a:pt x="2280" y="1326"/>
                  </a:cubicBezTo>
                  <a:cubicBezTo>
                    <a:pt x="3365" y="1018"/>
                    <a:pt x="4814" y="848"/>
                    <a:pt x="6360" y="848"/>
                  </a:cubicBezTo>
                  <a:cubicBezTo>
                    <a:pt x="7911" y="848"/>
                    <a:pt x="9359" y="1018"/>
                    <a:pt x="10445" y="1326"/>
                  </a:cubicBezTo>
                  <a:cubicBezTo>
                    <a:pt x="11612" y="1662"/>
                    <a:pt x="11873" y="2018"/>
                    <a:pt x="11873" y="2120"/>
                  </a:cubicBezTo>
                  <a:cubicBezTo>
                    <a:pt x="11873" y="2191"/>
                    <a:pt x="11720" y="2442"/>
                    <a:pt x="11008" y="2724"/>
                  </a:cubicBezTo>
                  <a:cubicBezTo>
                    <a:pt x="10326" y="2989"/>
                    <a:pt x="9339" y="3195"/>
                    <a:pt x="8230" y="3304"/>
                  </a:cubicBezTo>
                  <a:cubicBezTo>
                    <a:pt x="7995" y="3328"/>
                    <a:pt x="7826" y="3535"/>
                    <a:pt x="7850" y="3765"/>
                  </a:cubicBezTo>
                  <a:cubicBezTo>
                    <a:pt x="7869" y="3987"/>
                    <a:pt x="8055" y="4150"/>
                    <a:pt x="8273" y="4150"/>
                  </a:cubicBezTo>
                  <a:cubicBezTo>
                    <a:pt x="8285" y="4150"/>
                    <a:pt x="8298" y="4150"/>
                    <a:pt x="8311" y="4149"/>
                  </a:cubicBezTo>
                  <a:cubicBezTo>
                    <a:pt x="9346" y="4047"/>
                    <a:pt x="12721" y="3606"/>
                    <a:pt x="12721" y="2120"/>
                  </a:cubicBezTo>
                  <a:cubicBezTo>
                    <a:pt x="12721" y="662"/>
                    <a:pt x="9424" y="0"/>
                    <a:pt x="63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73"/>
            <p:cNvSpPr/>
            <p:nvPr/>
          </p:nvSpPr>
          <p:spPr>
            <a:xfrm>
              <a:off x="3137025" y="2960225"/>
              <a:ext cx="107725" cy="21225"/>
            </a:xfrm>
            <a:custGeom>
              <a:avLst/>
              <a:gdLst/>
              <a:ahLst/>
              <a:cxnLst/>
              <a:rect l="l" t="t" r="r" b="b"/>
              <a:pathLst>
                <a:path w="4309" h="849" extrusionOk="0">
                  <a:moveTo>
                    <a:pt x="465" y="1"/>
                  </a:moveTo>
                  <a:cubicBezTo>
                    <a:pt x="254" y="1"/>
                    <a:pt x="75" y="152"/>
                    <a:pt x="41" y="360"/>
                  </a:cubicBezTo>
                  <a:cubicBezTo>
                    <a:pt x="0" y="618"/>
                    <a:pt x="201" y="849"/>
                    <a:pt x="458" y="849"/>
                  </a:cubicBezTo>
                  <a:lnTo>
                    <a:pt x="3851" y="849"/>
                  </a:lnTo>
                  <a:cubicBezTo>
                    <a:pt x="4112" y="849"/>
                    <a:pt x="4308" y="618"/>
                    <a:pt x="4271" y="360"/>
                  </a:cubicBezTo>
                  <a:cubicBezTo>
                    <a:pt x="4238" y="152"/>
                    <a:pt x="4055" y="1"/>
                    <a:pt x="3847" y="1"/>
                  </a:cubicBezTo>
                  <a:cubicBezTo>
                    <a:pt x="3845" y="1"/>
                    <a:pt x="3843" y="1"/>
                    <a:pt x="3840" y="1"/>
                  </a:cubicBezTo>
                  <a:lnTo>
                    <a:pt x="472" y="1"/>
                  </a:lnTo>
                  <a:cubicBezTo>
                    <a:pt x="470" y="1"/>
                    <a:pt x="467" y="1"/>
                    <a:pt x="4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73"/>
            <p:cNvSpPr/>
            <p:nvPr/>
          </p:nvSpPr>
          <p:spPr>
            <a:xfrm>
              <a:off x="2968350" y="2875250"/>
              <a:ext cx="445250" cy="542775"/>
            </a:xfrm>
            <a:custGeom>
              <a:avLst/>
              <a:gdLst/>
              <a:ahLst/>
              <a:cxnLst/>
              <a:rect l="l" t="t" r="r" b="b"/>
              <a:pathLst>
                <a:path w="17810" h="21711" extrusionOk="0">
                  <a:moveTo>
                    <a:pt x="8901" y="849"/>
                  </a:moveTo>
                  <a:cubicBezTo>
                    <a:pt x="13650" y="849"/>
                    <a:pt x="16958" y="2416"/>
                    <a:pt x="16958" y="3817"/>
                  </a:cubicBezTo>
                  <a:cubicBezTo>
                    <a:pt x="16958" y="5221"/>
                    <a:pt x="13650" y="6785"/>
                    <a:pt x="8901" y="6785"/>
                  </a:cubicBezTo>
                  <a:cubicBezTo>
                    <a:pt x="4152" y="6785"/>
                    <a:pt x="845" y="5221"/>
                    <a:pt x="845" y="3817"/>
                  </a:cubicBezTo>
                  <a:cubicBezTo>
                    <a:pt x="845" y="2416"/>
                    <a:pt x="4152" y="849"/>
                    <a:pt x="8901" y="849"/>
                  </a:cubicBezTo>
                  <a:close/>
                  <a:moveTo>
                    <a:pt x="12551" y="7311"/>
                  </a:moveTo>
                  <a:cubicBezTo>
                    <a:pt x="11741" y="8491"/>
                    <a:pt x="11276" y="10069"/>
                    <a:pt x="11276" y="11751"/>
                  </a:cubicBezTo>
                  <a:cubicBezTo>
                    <a:pt x="11276" y="13400"/>
                    <a:pt x="11720" y="14943"/>
                    <a:pt x="12501" y="16114"/>
                  </a:cubicBezTo>
                  <a:cubicBezTo>
                    <a:pt x="11459" y="15893"/>
                    <a:pt x="10211" y="15774"/>
                    <a:pt x="8905" y="15774"/>
                  </a:cubicBezTo>
                  <a:cubicBezTo>
                    <a:pt x="8684" y="15774"/>
                    <a:pt x="8464" y="15778"/>
                    <a:pt x="8243" y="15785"/>
                  </a:cubicBezTo>
                  <a:cubicBezTo>
                    <a:pt x="8508" y="14994"/>
                    <a:pt x="8688" y="14055"/>
                    <a:pt x="8773" y="13037"/>
                  </a:cubicBezTo>
                  <a:cubicBezTo>
                    <a:pt x="8789" y="12806"/>
                    <a:pt x="8616" y="12603"/>
                    <a:pt x="8386" y="12586"/>
                  </a:cubicBezTo>
                  <a:cubicBezTo>
                    <a:pt x="8373" y="12585"/>
                    <a:pt x="8360" y="12584"/>
                    <a:pt x="8348" y="12584"/>
                  </a:cubicBezTo>
                  <a:cubicBezTo>
                    <a:pt x="8130" y="12584"/>
                    <a:pt x="7947" y="12748"/>
                    <a:pt x="7928" y="12966"/>
                  </a:cubicBezTo>
                  <a:cubicBezTo>
                    <a:pt x="7836" y="14061"/>
                    <a:pt x="7629" y="15052"/>
                    <a:pt x="7324" y="15835"/>
                  </a:cubicBezTo>
                  <a:cubicBezTo>
                    <a:pt x="6649" y="15883"/>
                    <a:pt x="5974" y="15978"/>
                    <a:pt x="5309" y="16114"/>
                  </a:cubicBezTo>
                  <a:cubicBezTo>
                    <a:pt x="6089" y="14943"/>
                    <a:pt x="6534" y="13400"/>
                    <a:pt x="6534" y="11751"/>
                  </a:cubicBezTo>
                  <a:cubicBezTo>
                    <a:pt x="6534" y="10069"/>
                    <a:pt x="6069" y="8492"/>
                    <a:pt x="5259" y="7312"/>
                  </a:cubicBezTo>
                  <a:lnTo>
                    <a:pt x="5259" y="7312"/>
                  </a:lnTo>
                  <a:cubicBezTo>
                    <a:pt x="5932" y="7437"/>
                    <a:pt x="6610" y="7525"/>
                    <a:pt x="7290" y="7576"/>
                  </a:cubicBezTo>
                  <a:cubicBezTo>
                    <a:pt x="7514" y="8125"/>
                    <a:pt x="7694" y="8810"/>
                    <a:pt x="7813" y="9557"/>
                  </a:cubicBezTo>
                  <a:cubicBezTo>
                    <a:pt x="7846" y="9764"/>
                    <a:pt x="8023" y="9916"/>
                    <a:pt x="8230" y="9916"/>
                  </a:cubicBezTo>
                  <a:cubicBezTo>
                    <a:pt x="8254" y="9916"/>
                    <a:pt x="8274" y="9913"/>
                    <a:pt x="8298" y="9909"/>
                  </a:cubicBezTo>
                  <a:cubicBezTo>
                    <a:pt x="8528" y="9872"/>
                    <a:pt x="8688" y="9655"/>
                    <a:pt x="8650" y="9424"/>
                  </a:cubicBezTo>
                  <a:cubicBezTo>
                    <a:pt x="8559" y="8814"/>
                    <a:pt x="8413" y="8210"/>
                    <a:pt x="8216" y="7623"/>
                  </a:cubicBezTo>
                  <a:lnTo>
                    <a:pt x="8216" y="7623"/>
                  </a:lnTo>
                  <a:cubicBezTo>
                    <a:pt x="8443" y="7630"/>
                    <a:pt x="8674" y="7633"/>
                    <a:pt x="8905" y="7633"/>
                  </a:cubicBezTo>
                  <a:cubicBezTo>
                    <a:pt x="8941" y="7633"/>
                    <a:pt x="8977" y="7634"/>
                    <a:pt x="9013" y="7634"/>
                  </a:cubicBezTo>
                  <a:cubicBezTo>
                    <a:pt x="10201" y="7634"/>
                    <a:pt x="11386" y="7525"/>
                    <a:pt x="12551" y="7311"/>
                  </a:cubicBezTo>
                  <a:close/>
                  <a:moveTo>
                    <a:pt x="8905" y="16626"/>
                  </a:moveTo>
                  <a:cubicBezTo>
                    <a:pt x="10448" y="16626"/>
                    <a:pt x="11897" y="16795"/>
                    <a:pt x="12982" y="17108"/>
                  </a:cubicBezTo>
                  <a:cubicBezTo>
                    <a:pt x="14153" y="17440"/>
                    <a:pt x="14417" y="17800"/>
                    <a:pt x="14417" y="17898"/>
                  </a:cubicBezTo>
                  <a:cubicBezTo>
                    <a:pt x="14417" y="17996"/>
                    <a:pt x="14153" y="18352"/>
                    <a:pt x="12982" y="18688"/>
                  </a:cubicBezTo>
                  <a:cubicBezTo>
                    <a:pt x="11897" y="19000"/>
                    <a:pt x="10448" y="19170"/>
                    <a:pt x="8905" y="19170"/>
                  </a:cubicBezTo>
                  <a:cubicBezTo>
                    <a:pt x="7361" y="19170"/>
                    <a:pt x="5913" y="19000"/>
                    <a:pt x="4827" y="18688"/>
                  </a:cubicBezTo>
                  <a:cubicBezTo>
                    <a:pt x="3657" y="18352"/>
                    <a:pt x="3393" y="17996"/>
                    <a:pt x="3393" y="17898"/>
                  </a:cubicBezTo>
                  <a:cubicBezTo>
                    <a:pt x="3393" y="17800"/>
                    <a:pt x="3657" y="17437"/>
                    <a:pt x="4824" y="17104"/>
                  </a:cubicBezTo>
                  <a:lnTo>
                    <a:pt x="4827" y="17108"/>
                  </a:lnTo>
                  <a:cubicBezTo>
                    <a:pt x="5913" y="16795"/>
                    <a:pt x="7361" y="16626"/>
                    <a:pt x="8905" y="16626"/>
                  </a:cubicBezTo>
                  <a:close/>
                  <a:moveTo>
                    <a:pt x="4770" y="15371"/>
                  </a:moveTo>
                  <a:lnTo>
                    <a:pt x="4770" y="15371"/>
                  </a:lnTo>
                  <a:cubicBezTo>
                    <a:pt x="4515" y="15815"/>
                    <a:pt x="4193" y="16219"/>
                    <a:pt x="3810" y="16558"/>
                  </a:cubicBezTo>
                  <a:cubicBezTo>
                    <a:pt x="3806" y="16561"/>
                    <a:pt x="3803" y="16565"/>
                    <a:pt x="3800" y="16568"/>
                  </a:cubicBezTo>
                  <a:cubicBezTo>
                    <a:pt x="2965" y="16924"/>
                    <a:pt x="2545" y="17369"/>
                    <a:pt x="2545" y="17901"/>
                  </a:cubicBezTo>
                  <a:cubicBezTo>
                    <a:pt x="2545" y="18580"/>
                    <a:pt x="3233" y="19116"/>
                    <a:pt x="4593" y="19506"/>
                  </a:cubicBezTo>
                  <a:cubicBezTo>
                    <a:pt x="5754" y="19838"/>
                    <a:pt x="7283" y="20021"/>
                    <a:pt x="8905" y="20021"/>
                  </a:cubicBezTo>
                  <a:cubicBezTo>
                    <a:pt x="10523" y="20021"/>
                    <a:pt x="12056" y="19838"/>
                    <a:pt x="13216" y="19506"/>
                  </a:cubicBezTo>
                  <a:cubicBezTo>
                    <a:pt x="14577" y="19116"/>
                    <a:pt x="15265" y="18576"/>
                    <a:pt x="15265" y="17901"/>
                  </a:cubicBezTo>
                  <a:cubicBezTo>
                    <a:pt x="15265" y="17369"/>
                    <a:pt x="14841" y="16924"/>
                    <a:pt x="14010" y="16568"/>
                  </a:cubicBezTo>
                  <a:lnTo>
                    <a:pt x="13996" y="16558"/>
                  </a:lnTo>
                  <a:cubicBezTo>
                    <a:pt x="13617" y="16219"/>
                    <a:pt x="13291" y="15815"/>
                    <a:pt x="13040" y="15371"/>
                  </a:cubicBezTo>
                  <a:lnTo>
                    <a:pt x="13040" y="15371"/>
                  </a:lnTo>
                  <a:cubicBezTo>
                    <a:pt x="14163" y="15629"/>
                    <a:pt x="15113" y="15988"/>
                    <a:pt x="15811" y="16422"/>
                  </a:cubicBezTo>
                  <a:cubicBezTo>
                    <a:pt x="16551" y="16880"/>
                    <a:pt x="16961" y="17406"/>
                    <a:pt x="16961" y="17898"/>
                  </a:cubicBezTo>
                  <a:cubicBezTo>
                    <a:pt x="16958" y="18603"/>
                    <a:pt x="16151" y="19336"/>
                    <a:pt x="14743" y="19899"/>
                  </a:cubicBezTo>
                  <a:lnTo>
                    <a:pt x="14743" y="19903"/>
                  </a:lnTo>
                  <a:cubicBezTo>
                    <a:pt x="13189" y="20523"/>
                    <a:pt x="11117" y="20866"/>
                    <a:pt x="8905" y="20866"/>
                  </a:cubicBezTo>
                  <a:cubicBezTo>
                    <a:pt x="6693" y="20866"/>
                    <a:pt x="4617" y="20523"/>
                    <a:pt x="3067" y="19903"/>
                  </a:cubicBezTo>
                  <a:cubicBezTo>
                    <a:pt x="1656" y="19340"/>
                    <a:pt x="848" y="18607"/>
                    <a:pt x="848" y="17898"/>
                  </a:cubicBezTo>
                  <a:cubicBezTo>
                    <a:pt x="848" y="17406"/>
                    <a:pt x="1255" y="16880"/>
                    <a:pt x="1998" y="16422"/>
                  </a:cubicBezTo>
                  <a:cubicBezTo>
                    <a:pt x="2697" y="15988"/>
                    <a:pt x="3647" y="15629"/>
                    <a:pt x="4770" y="15371"/>
                  </a:cubicBezTo>
                  <a:close/>
                  <a:moveTo>
                    <a:pt x="8905" y="1"/>
                  </a:moveTo>
                  <a:cubicBezTo>
                    <a:pt x="6595" y="1"/>
                    <a:pt x="4410" y="367"/>
                    <a:pt x="2755" y="1029"/>
                  </a:cubicBezTo>
                  <a:cubicBezTo>
                    <a:pt x="977" y="1738"/>
                    <a:pt x="0" y="2728"/>
                    <a:pt x="0" y="3817"/>
                  </a:cubicBezTo>
                  <a:cubicBezTo>
                    <a:pt x="0" y="4906"/>
                    <a:pt x="977" y="5897"/>
                    <a:pt x="2755" y="6609"/>
                  </a:cubicBezTo>
                  <a:cubicBezTo>
                    <a:pt x="3101" y="6748"/>
                    <a:pt x="3467" y="6870"/>
                    <a:pt x="3850" y="6982"/>
                  </a:cubicBezTo>
                  <a:cubicBezTo>
                    <a:pt x="4983" y="7996"/>
                    <a:pt x="5686" y="9821"/>
                    <a:pt x="5686" y="11751"/>
                  </a:cubicBezTo>
                  <a:cubicBezTo>
                    <a:pt x="5689" y="12657"/>
                    <a:pt x="5533" y="13556"/>
                    <a:pt x="5221" y="14411"/>
                  </a:cubicBezTo>
                  <a:cubicBezTo>
                    <a:pt x="1998" y="15015"/>
                    <a:pt x="0" y="16348"/>
                    <a:pt x="0" y="17895"/>
                  </a:cubicBezTo>
                  <a:cubicBezTo>
                    <a:pt x="0" y="18987"/>
                    <a:pt x="977" y="19977"/>
                    <a:pt x="2751" y="20690"/>
                  </a:cubicBezTo>
                  <a:cubicBezTo>
                    <a:pt x="4403" y="21348"/>
                    <a:pt x="6588" y="21711"/>
                    <a:pt x="8905" y="21711"/>
                  </a:cubicBezTo>
                  <a:cubicBezTo>
                    <a:pt x="11222" y="21711"/>
                    <a:pt x="13410" y="21348"/>
                    <a:pt x="15058" y="20690"/>
                  </a:cubicBezTo>
                  <a:cubicBezTo>
                    <a:pt x="16832" y="19977"/>
                    <a:pt x="17809" y="18987"/>
                    <a:pt x="17809" y="17895"/>
                  </a:cubicBezTo>
                  <a:cubicBezTo>
                    <a:pt x="17809" y="16348"/>
                    <a:pt x="15811" y="15011"/>
                    <a:pt x="12589" y="14411"/>
                  </a:cubicBezTo>
                  <a:cubicBezTo>
                    <a:pt x="12277" y="13556"/>
                    <a:pt x="12117" y="12657"/>
                    <a:pt x="12121" y="11751"/>
                  </a:cubicBezTo>
                  <a:cubicBezTo>
                    <a:pt x="12121" y="9821"/>
                    <a:pt x="12823" y="7996"/>
                    <a:pt x="13956" y="6982"/>
                  </a:cubicBezTo>
                  <a:cubicBezTo>
                    <a:pt x="14342" y="6870"/>
                    <a:pt x="14709" y="6748"/>
                    <a:pt x="15051" y="6609"/>
                  </a:cubicBezTo>
                  <a:cubicBezTo>
                    <a:pt x="16829" y="5900"/>
                    <a:pt x="17809" y="4906"/>
                    <a:pt x="17809" y="3817"/>
                  </a:cubicBezTo>
                  <a:cubicBezTo>
                    <a:pt x="17809" y="2728"/>
                    <a:pt x="16829" y="1741"/>
                    <a:pt x="15051" y="1029"/>
                  </a:cubicBezTo>
                  <a:cubicBezTo>
                    <a:pt x="13399" y="367"/>
                    <a:pt x="11215" y="1"/>
                    <a:pt x="89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73"/>
            <p:cNvSpPr/>
            <p:nvPr/>
          </p:nvSpPr>
          <p:spPr>
            <a:xfrm>
              <a:off x="3137025" y="3312175"/>
              <a:ext cx="107725" cy="21225"/>
            </a:xfrm>
            <a:custGeom>
              <a:avLst/>
              <a:gdLst/>
              <a:ahLst/>
              <a:cxnLst/>
              <a:rect l="l" t="t" r="r" b="b"/>
              <a:pathLst>
                <a:path w="4309" h="849" extrusionOk="0">
                  <a:moveTo>
                    <a:pt x="465" y="0"/>
                  </a:moveTo>
                  <a:cubicBezTo>
                    <a:pt x="254" y="0"/>
                    <a:pt x="75" y="152"/>
                    <a:pt x="41" y="360"/>
                  </a:cubicBezTo>
                  <a:cubicBezTo>
                    <a:pt x="0" y="618"/>
                    <a:pt x="201" y="848"/>
                    <a:pt x="458" y="848"/>
                  </a:cubicBezTo>
                  <a:lnTo>
                    <a:pt x="3840" y="848"/>
                  </a:lnTo>
                  <a:cubicBezTo>
                    <a:pt x="3843" y="848"/>
                    <a:pt x="3845" y="848"/>
                    <a:pt x="3847" y="848"/>
                  </a:cubicBezTo>
                  <a:cubicBezTo>
                    <a:pt x="4055" y="848"/>
                    <a:pt x="4238" y="693"/>
                    <a:pt x="4271" y="485"/>
                  </a:cubicBezTo>
                  <a:cubicBezTo>
                    <a:pt x="4308" y="231"/>
                    <a:pt x="4112" y="0"/>
                    <a:pt x="3851" y="0"/>
                  </a:cubicBezTo>
                  <a:lnTo>
                    <a:pt x="472" y="0"/>
                  </a:lnTo>
                  <a:cubicBezTo>
                    <a:pt x="470" y="0"/>
                    <a:pt x="467" y="0"/>
                    <a:pt x="4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73"/>
            <p:cNvSpPr/>
            <p:nvPr/>
          </p:nvSpPr>
          <p:spPr>
            <a:xfrm>
              <a:off x="2978525" y="3062000"/>
              <a:ext cx="24625" cy="21225"/>
            </a:xfrm>
            <a:custGeom>
              <a:avLst/>
              <a:gdLst/>
              <a:ahLst/>
              <a:cxnLst/>
              <a:rect l="l" t="t" r="r" b="b"/>
              <a:pathLst>
                <a:path w="985" h="849" extrusionOk="0">
                  <a:moveTo>
                    <a:pt x="501" y="0"/>
                  </a:moveTo>
                  <a:cubicBezTo>
                    <a:pt x="351" y="0"/>
                    <a:pt x="213" y="88"/>
                    <a:pt x="150" y="224"/>
                  </a:cubicBezTo>
                  <a:cubicBezTo>
                    <a:pt x="0" y="540"/>
                    <a:pt x="228" y="848"/>
                    <a:pt x="526" y="848"/>
                  </a:cubicBezTo>
                  <a:cubicBezTo>
                    <a:pt x="784" y="848"/>
                    <a:pt x="984" y="618"/>
                    <a:pt x="947" y="360"/>
                  </a:cubicBezTo>
                  <a:cubicBezTo>
                    <a:pt x="910" y="152"/>
                    <a:pt x="730" y="0"/>
                    <a:pt x="516" y="0"/>
                  </a:cubicBezTo>
                  <a:cubicBezTo>
                    <a:pt x="514" y="0"/>
                    <a:pt x="512" y="0"/>
                    <a:pt x="509" y="0"/>
                  </a:cubicBezTo>
                  <a:cubicBezTo>
                    <a:pt x="506" y="0"/>
                    <a:pt x="504" y="0"/>
                    <a:pt x="5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73"/>
            <p:cNvSpPr/>
            <p:nvPr/>
          </p:nvSpPr>
          <p:spPr>
            <a:xfrm>
              <a:off x="3044250" y="3134075"/>
              <a:ext cx="24625" cy="21225"/>
            </a:xfrm>
            <a:custGeom>
              <a:avLst/>
              <a:gdLst/>
              <a:ahLst/>
              <a:cxnLst/>
              <a:rect l="l" t="t" r="r" b="b"/>
              <a:pathLst>
                <a:path w="985" h="849" extrusionOk="0">
                  <a:moveTo>
                    <a:pt x="501" y="1"/>
                  </a:moveTo>
                  <a:cubicBezTo>
                    <a:pt x="351" y="1"/>
                    <a:pt x="213" y="88"/>
                    <a:pt x="150" y="225"/>
                  </a:cubicBezTo>
                  <a:cubicBezTo>
                    <a:pt x="0" y="540"/>
                    <a:pt x="228" y="849"/>
                    <a:pt x="526" y="849"/>
                  </a:cubicBezTo>
                  <a:cubicBezTo>
                    <a:pt x="784" y="849"/>
                    <a:pt x="984" y="618"/>
                    <a:pt x="947" y="360"/>
                  </a:cubicBezTo>
                  <a:cubicBezTo>
                    <a:pt x="910" y="152"/>
                    <a:pt x="730" y="1"/>
                    <a:pt x="516" y="1"/>
                  </a:cubicBezTo>
                  <a:cubicBezTo>
                    <a:pt x="514" y="1"/>
                    <a:pt x="512" y="1"/>
                    <a:pt x="509" y="1"/>
                  </a:cubicBezTo>
                  <a:cubicBezTo>
                    <a:pt x="506" y="1"/>
                    <a:pt x="504" y="1"/>
                    <a:pt x="5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73"/>
            <p:cNvSpPr/>
            <p:nvPr/>
          </p:nvSpPr>
          <p:spPr>
            <a:xfrm>
              <a:off x="2966325" y="3191325"/>
              <a:ext cx="25675" cy="21250"/>
            </a:xfrm>
            <a:custGeom>
              <a:avLst/>
              <a:gdLst/>
              <a:ahLst/>
              <a:cxnLst/>
              <a:rect l="l" t="t" r="r" b="b"/>
              <a:pathLst>
                <a:path w="1027" h="850" extrusionOk="0">
                  <a:moveTo>
                    <a:pt x="524" y="0"/>
                  </a:moveTo>
                  <a:cubicBezTo>
                    <a:pt x="521" y="0"/>
                    <a:pt x="518" y="0"/>
                    <a:pt x="516" y="0"/>
                  </a:cubicBezTo>
                  <a:lnTo>
                    <a:pt x="502" y="0"/>
                  </a:lnTo>
                  <a:cubicBezTo>
                    <a:pt x="500" y="0"/>
                    <a:pt x="499" y="0"/>
                    <a:pt x="497" y="0"/>
                  </a:cubicBezTo>
                  <a:cubicBezTo>
                    <a:pt x="205" y="0"/>
                    <a:pt x="1" y="297"/>
                    <a:pt x="105" y="574"/>
                  </a:cubicBezTo>
                  <a:cubicBezTo>
                    <a:pt x="142" y="686"/>
                    <a:pt x="234" y="777"/>
                    <a:pt x="346" y="818"/>
                  </a:cubicBezTo>
                  <a:cubicBezTo>
                    <a:pt x="400" y="839"/>
                    <a:pt x="454" y="849"/>
                    <a:pt x="506" y="849"/>
                  </a:cubicBezTo>
                  <a:cubicBezTo>
                    <a:pt x="798" y="849"/>
                    <a:pt x="1027" y="538"/>
                    <a:pt x="889" y="241"/>
                  </a:cubicBezTo>
                  <a:cubicBezTo>
                    <a:pt x="825" y="95"/>
                    <a:pt x="683" y="0"/>
                    <a:pt x="52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73"/>
            <p:cNvSpPr/>
            <p:nvPr/>
          </p:nvSpPr>
          <p:spPr>
            <a:xfrm>
              <a:off x="3356425" y="3068350"/>
              <a:ext cx="25700" cy="21225"/>
            </a:xfrm>
            <a:custGeom>
              <a:avLst/>
              <a:gdLst/>
              <a:ahLst/>
              <a:cxnLst/>
              <a:rect l="l" t="t" r="r" b="b"/>
              <a:pathLst>
                <a:path w="1028" h="849" extrusionOk="0">
                  <a:moveTo>
                    <a:pt x="524" y="1"/>
                  </a:moveTo>
                  <a:cubicBezTo>
                    <a:pt x="521" y="1"/>
                    <a:pt x="518" y="1"/>
                    <a:pt x="516" y="1"/>
                  </a:cubicBezTo>
                  <a:lnTo>
                    <a:pt x="502" y="1"/>
                  </a:lnTo>
                  <a:cubicBezTo>
                    <a:pt x="500" y="1"/>
                    <a:pt x="499" y="1"/>
                    <a:pt x="497" y="1"/>
                  </a:cubicBezTo>
                  <a:cubicBezTo>
                    <a:pt x="205" y="1"/>
                    <a:pt x="1" y="298"/>
                    <a:pt x="105" y="574"/>
                  </a:cubicBezTo>
                  <a:cubicBezTo>
                    <a:pt x="142" y="686"/>
                    <a:pt x="234" y="778"/>
                    <a:pt x="346" y="818"/>
                  </a:cubicBezTo>
                  <a:cubicBezTo>
                    <a:pt x="400" y="839"/>
                    <a:pt x="453" y="849"/>
                    <a:pt x="504" y="849"/>
                  </a:cubicBezTo>
                  <a:cubicBezTo>
                    <a:pt x="797" y="849"/>
                    <a:pt x="1027" y="539"/>
                    <a:pt x="889" y="242"/>
                  </a:cubicBezTo>
                  <a:cubicBezTo>
                    <a:pt x="825" y="95"/>
                    <a:pt x="683" y="1"/>
                    <a:pt x="5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73"/>
            <p:cNvSpPr/>
            <p:nvPr/>
          </p:nvSpPr>
          <p:spPr>
            <a:xfrm>
              <a:off x="3305550" y="3178600"/>
              <a:ext cx="25675" cy="21250"/>
            </a:xfrm>
            <a:custGeom>
              <a:avLst/>
              <a:gdLst/>
              <a:ahLst/>
              <a:cxnLst/>
              <a:rect l="l" t="t" r="r" b="b"/>
              <a:pathLst>
                <a:path w="1027" h="850" extrusionOk="0">
                  <a:moveTo>
                    <a:pt x="524" y="1"/>
                  </a:moveTo>
                  <a:cubicBezTo>
                    <a:pt x="521" y="1"/>
                    <a:pt x="518" y="1"/>
                    <a:pt x="515" y="1"/>
                  </a:cubicBezTo>
                  <a:lnTo>
                    <a:pt x="502" y="1"/>
                  </a:lnTo>
                  <a:cubicBezTo>
                    <a:pt x="500" y="1"/>
                    <a:pt x="498" y="1"/>
                    <a:pt x="497" y="1"/>
                  </a:cubicBezTo>
                  <a:cubicBezTo>
                    <a:pt x="204" y="1"/>
                    <a:pt x="0" y="297"/>
                    <a:pt x="105" y="574"/>
                  </a:cubicBezTo>
                  <a:cubicBezTo>
                    <a:pt x="142" y="686"/>
                    <a:pt x="234" y="777"/>
                    <a:pt x="346" y="818"/>
                  </a:cubicBezTo>
                  <a:cubicBezTo>
                    <a:pt x="400" y="840"/>
                    <a:pt x="454" y="849"/>
                    <a:pt x="506" y="849"/>
                  </a:cubicBezTo>
                  <a:cubicBezTo>
                    <a:pt x="798" y="849"/>
                    <a:pt x="1027" y="538"/>
                    <a:pt x="888" y="241"/>
                  </a:cubicBezTo>
                  <a:cubicBezTo>
                    <a:pt x="825" y="95"/>
                    <a:pt x="683" y="1"/>
                    <a:pt x="5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73"/>
            <p:cNvSpPr/>
            <p:nvPr/>
          </p:nvSpPr>
          <p:spPr>
            <a:xfrm>
              <a:off x="3389825" y="3142550"/>
              <a:ext cx="25700" cy="21275"/>
            </a:xfrm>
            <a:custGeom>
              <a:avLst/>
              <a:gdLst/>
              <a:ahLst/>
              <a:cxnLst/>
              <a:rect l="l" t="t" r="r" b="b"/>
              <a:pathLst>
                <a:path w="1028" h="851" extrusionOk="0">
                  <a:moveTo>
                    <a:pt x="504" y="1"/>
                  </a:moveTo>
                  <a:cubicBezTo>
                    <a:pt x="345" y="1"/>
                    <a:pt x="203" y="95"/>
                    <a:pt x="140" y="242"/>
                  </a:cubicBezTo>
                  <a:cubicBezTo>
                    <a:pt x="1" y="540"/>
                    <a:pt x="232" y="851"/>
                    <a:pt x="525" y="851"/>
                  </a:cubicBezTo>
                  <a:cubicBezTo>
                    <a:pt x="575" y="851"/>
                    <a:pt x="627" y="842"/>
                    <a:pt x="679" y="822"/>
                  </a:cubicBezTo>
                  <a:cubicBezTo>
                    <a:pt x="794" y="778"/>
                    <a:pt x="882" y="686"/>
                    <a:pt x="923" y="574"/>
                  </a:cubicBezTo>
                  <a:cubicBezTo>
                    <a:pt x="1028" y="298"/>
                    <a:pt x="824" y="1"/>
                    <a:pt x="528" y="1"/>
                  </a:cubicBezTo>
                  <a:cubicBezTo>
                    <a:pt x="526" y="1"/>
                    <a:pt x="525" y="1"/>
                    <a:pt x="523" y="1"/>
                  </a:cubicBezTo>
                  <a:lnTo>
                    <a:pt x="513" y="1"/>
                  </a:lnTo>
                  <a:cubicBezTo>
                    <a:pt x="510" y="1"/>
                    <a:pt x="507" y="1"/>
                    <a:pt x="5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73"/>
            <p:cNvSpPr/>
            <p:nvPr/>
          </p:nvSpPr>
          <p:spPr>
            <a:xfrm>
              <a:off x="3178250" y="3002625"/>
              <a:ext cx="24100" cy="21050"/>
            </a:xfrm>
            <a:custGeom>
              <a:avLst/>
              <a:gdLst/>
              <a:ahLst/>
              <a:cxnLst/>
              <a:rect l="l" t="t" r="r" b="b"/>
              <a:pathLst>
                <a:path w="964" h="842" extrusionOk="0">
                  <a:moveTo>
                    <a:pt x="487" y="1"/>
                  </a:moveTo>
                  <a:cubicBezTo>
                    <a:pt x="334" y="1"/>
                    <a:pt x="195" y="88"/>
                    <a:pt x="129" y="225"/>
                  </a:cubicBezTo>
                  <a:cubicBezTo>
                    <a:pt x="0" y="479"/>
                    <a:pt x="153" y="788"/>
                    <a:pt x="434" y="835"/>
                  </a:cubicBezTo>
                  <a:cubicBezTo>
                    <a:pt x="459" y="840"/>
                    <a:pt x="483" y="842"/>
                    <a:pt x="507" y="842"/>
                  </a:cubicBezTo>
                  <a:cubicBezTo>
                    <a:pt x="760" y="842"/>
                    <a:pt x="964" y="621"/>
                    <a:pt x="929" y="361"/>
                  </a:cubicBezTo>
                  <a:cubicBezTo>
                    <a:pt x="893" y="153"/>
                    <a:pt x="713" y="1"/>
                    <a:pt x="502" y="1"/>
                  </a:cubicBezTo>
                  <a:cubicBezTo>
                    <a:pt x="500" y="1"/>
                    <a:pt x="498" y="1"/>
                    <a:pt x="495" y="1"/>
                  </a:cubicBezTo>
                  <a:cubicBezTo>
                    <a:pt x="492" y="1"/>
                    <a:pt x="489" y="1"/>
                    <a:pt x="4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6" name="Google Shape;3886;p73"/>
          <p:cNvGrpSpPr/>
          <p:nvPr/>
        </p:nvGrpSpPr>
        <p:grpSpPr>
          <a:xfrm>
            <a:off x="3464531" y="3425313"/>
            <a:ext cx="466450" cy="542775"/>
            <a:chOff x="3771200" y="2875250"/>
            <a:chExt cx="466450" cy="542775"/>
          </a:xfrm>
        </p:grpSpPr>
        <p:sp>
          <p:nvSpPr>
            <p:cNvPr id="3887" name="Google Shape;3887;p73"/>
            <p:cNvSpPr/>
            <p:nvPr/>
          </p:nvSpPr>
          <p:spPr>
            <a:xfrm>
              <a:off x="3771200" y="2875250"/>
              <a:ext cx="466450" cy="542775"/>
            </a:xfrm>
            <a:custGeom>
              <a:avLst/>
              <a:gdLst/>
              <a:ahLst/>
              <a:cxnLst/>
              <a:rect l="l" t="t" r="r" b="b"/>
              <a:pathLst>
                <a:path w="18658" h="21711" extrusionOk="0">
                  <a:moveTo>
                    <a:pt x="9366" y="849"/>
                  </a:moveTo>
                  <a:cubicBezTo>
                    <a:pt x="11395" y="849"/>
                    <a:pt x="13327" y="1662"/>
                    <a:pt x="14814" y="3145"/>
                  </a:cubicBezTo>
                  <a:cubicBezTo>
                    <a:pt x="16259" y="4587"/>
                    <a:pt x="17114" y="6531"/>
                    <a:pt x="17178" y="8522"/>
                  </a:cubicBezTo>
                  <a:lnTo>
                    <a:pt x="17127" y="8498"/>
                  </a:lnTo>
                  <a:cubicBezTo>
                    <a:pt x="16863" y="8376"/>
                    <a:pt x="16591" y="8274"/>
                    <a:pt x="16316" y="8183"/>
                  </a:cubicBezTo>
                  <a:cubicBezTo>
                    <a:pt x="16045" y="4526"/>
                    <a:pt x="12996" y="1694"/>
                    <a:pt x="9329" y="1694"/>
                  </a:cubicBezTo>
                  <a:cubicBezTo>
                    <a:pt x="5658" y="1694"/>
                    <a:pt x="2612" y="4526"/>
                    <a:pt x="2337" y="8183"/>
                  </a:cubicBezTo>
                  <a:cubicBezTo>
                    <a:pt x="2063" y="8274"/>
                    <a:pt x="1791" y="8376"/>
                    <a:pt x="1527" y="8498"/>
                  </a:cubicBezTo>
                  <a:lnTo>
                    <a:pt x="1476" y="8522"/>
                  </a:lnTo>
                  <a:cubicBezTo>
                    <a:pt x="1540" y="6531"/>
                    <a:pt x="2395" y="4584"/>
                    <a:pt x="3840" y="3145"/>
                  </a:cubicBezTo>
                  <a:cubicBezTo>
                    <a:pt x="5329" y="1663"/>
                    <a:pt x="7266" y="849"/>
                    <a:pt x="9301" y="849"/>
                  </a:cubicBezTo>
                  <a:lnTo>
                    <a:pt x="9329" y="849"/>
                  </a:lnTo>
                  <a:cubicBezTo>
                    <a:pt x="9341" y="849"/>
                    <a:pt x="9354" y="849"/>
                    <a:pt x="9366" y="849"/>
                  </a:cubicBezTo>
                  <a:close/>
                  <a:moveTo>
                    <a:pt x="9329" y="2538"/>
                  </a:moveTo>
                  <a:cubicBezTo>
                    <a:pt x="12429" y="2538"/>
                    <a:pt x="15048" y="4845"/>
                    <a:pt x="15438" y="7925"/>
                  </a:cubicBezTo>
                  <a:cubicBezTo>
                    <a:pt x="14915" y="7793"/>
                    <a:pt x="14335" y="7677"/>
                    <a:pt x="13711" y="7582"/>
                  </a:cubicBezTo>
                  <a:cubicBezTo>
                    <a:pt x="13467" y="6249"/>
                    <a:pt x="12629" y="5103"/>
                    <a:pt x="11435" y="4465"/>
                  </a:cubicBezTo>
                  <a:cubicBezTo>
                    <a:pt x="11371" y="4430"/>
                    <a:pt x="11302" y="4414"/>
                    <a:pt x="11234" y="4414"/>
                  </a:cubicBezTo>
                  <a:cubicBezTo>
                    <a:pt x="11084" y="4414"/>
                    <a:pt x="10939" y="4494"/>
                    <a:pt x="10862" y="4635"/>
                  </a:cubicBezTo>
                  <a:cubicBezTo>
                    <a:pt x="10750" y="4842"/>
                    <a:pt x="10828" y="5099"/>
                    <a:pt x="11035" y="5211"/>
                  </a:cubicBezTo>
                  <a:cubicBezTo>
                    <a:pt x="12198" y="5835"/>
                    <a:pt x="12931" y="7046"/>
                    <a:pt x="12938" y="8369"/>
                  </a:cubicBezTo>
                  <a:cubicBezTo>
                    <a:pt x="12792" y="8586"/>
                    <a:pt x="11595" y="9078"/>
                    <a:pt x="9329" y="9078"/>
                  </a:cubicBezTo>
                  <a:cubicBezTo>
                    <a:pt x="7059" y="9078"/>
                    <a:pt x="5862" y="8586"/>
                    <a:pt x="5716" y="8369"/>
                  </a:cubicBezTo>
                  <a:cubicBezTo>
                    <a:pt x="5723" y="7046"/>
                    <a:pt x="6455" y="5835"/>
                    <a:pt x="7619" y="5211"/>
                  </a:cubicBezTo>
                  <a:cubicBezTo>
                    <a:pt x="7829" y="5099"/>
                    <a:pt x="7907" y="4842"/>
                    <a:pt x="7795" y="4635"/>
                  </a:cubicBezTo>
                  <a:cubicBezTo>
                    <a:pt x="7719" y="4493"/>
                    <a:pt x="7573" y="4412"/>
                    <a:pt x="7423" y="4412"/>
                  </a:cubicBezTo>
                  <a:cubicBezTo>
                    <a:pt x="7354" y="4412"/>
                    <a:pt x="7284" y="4429"/>
                    <a:pt x="7219" y="4465"/>
                  </a:cubicBezTo>
                  <a:cubicBezTo>
                    <a:pt x="6025" y="5103"/>
                    <a:pt x="5187" y="6253"/>
                    <a:pt x="4942" y="7582"/>
                  </a:cubicBezTo>
                  <a:cubicBezTo>
                    <a:pt x="4318" y="7677"/>
                    <a:pt x="3738" y="7796"/>
                    <a:pt x="3216" y="7925"/>
                  </a:cubicBezTo>
                  <a:cubicBezTo>
                    <a:pt x="3606" y="4845"/>
                    <a:pt x="6225" y="2538"/>
                    <a:pt x="9329" y="2538"/>
                  </a:cubicBezTo>
                  <a:close/>
                  <a:moveTo>
                    <a:pt x="13789" y="8451"/>
                  </a:moveTo>
                  <a:cubicBezTo>
                    <a:pt x="16710" y="8926"/>
                    <a:pt x="17812" y="9730"/>
                    <a:pt x="17812" y="10140"/>
                  </a:cubicBezTo>
                  <a:cubicBezTo>
                    <a:pt x="17809" y="10483"/>
                    <a:pt x="17097" y="11025"/>
                    <a:pt x="15513" y="11463"/>
                  </a:cubicBezTo>
                  <a:cubicBezTo>
                    <a:pt x="13867" y="11914"/>
                    <a:pt x="11669" y="12165"/>
                    <a:pt x="9329" y="12165"/>
                  </a:cubicBezTo>
                  <a:cubicBezTo>
                    <a:pt x="6988" y="12165"/>
                    <a:pt x="4790" y="11914"/>
                    <a:pt x="3145" y="11463"/>
                  </a:cubicBezTo>
                  <a:cubicBezTo>
                    <a:pt x="1557" y="11025"/>
                    <a:pt x="848" y="10483"/>
                    <a:pt x="848" y="10140"/>
                  </a:cubicBezTo>
                  <a:cubicBezTo>
                    <a:pt x="848" y="9730"/>
                    <a:pt x="1951" y="8926"/>
                    <a:pt x="4871" y="8451"/>
                  </a:cubicBezTo>
                  <a:cubicBezTo>
                    <a:pt x="4909" y="8943"/>
                    <a:pt x="5407" y="9326"/>
                    <a:pt x="6364" y="9587"/>
                  </a:cubicBezTo>
                  <a:cubicBezTo>
                    <a:pt x="7161" y="9808"/>
                    <a:pt x="8213" y="9926"/>
                    <a:pt x="9329" y="9926"/>
                  </a:cubicBezTo>
                  <a:cubicBezTo>
                    <a:pt x="10445" y="9926"/>
                    <a:pt x="11496" y="9804"/>
                    <a:pt x="12297" y="9587"/>
                  </a:cubicBezTo>
                  <a:cubicBezTo>
                    <a:pt x="13250" y="9326"/>
                    <a:pt x="13752" y="8943"/>
                    <a:pt x="13789" y="8451"/>
                  </a:cubicBezTo>
                  <a:close/>
                  <a:moveTo>
                    <a:pt x="4593" y="12643"/>
                  </a:moveTo>
                  <a:cubicBezTo>
                    <a:pt x="6004" y="12884"/>
                    <a:pt x="7632" y="13013"/>
                    <a:pt x="9325" y="13013"/>
                  </a:cubicBezTo>
                  <a:cubicBezTo>
                    <a:pt x="11021" y="13013"/>
                    <a:pt x="12646" y="12884"/>
                    <a:pt x="14057" y="12643"/>
                  </a:cubicBezTo>
                  <a:lnTo>
                    <a:pt x="14057" y="12643"/>
                  </a:lnTo>
                  <a:cubicBezTo>
                    <a:pt x="12887" y="14048"/>
                    <a:pt x="11154" y="14859"/>
                    <a:pt x="9325" y="14859"/>
                  </a:cubicBezTo>
                  <a:cubicBezTo>
                    <a:pt x="7497" y="14859"/>
                    <a:pt x="5763" y="14048"/>
                    <a:pt x="4593" y="12643"/>
                  </a:cubicBezTo>
                  <a:close/>
                  <a:moveTo>
                    <a:pt x="2127" y="12033"/>
                  </a:moveTo>
                  <a:lnTo>
                    <a:pt x="2127" y="12033"/>
                  </a:lnTo>
                  <a:cubicBezTo>
                    <a:pt x="2371" y="12118"/>
                    <a:pt x="2632" y="12199"/>
                    <a:pt x="2917" y="12281"/>
                  </a:cubicBezTo>
                  <a:cubicBezTo>
                    <a:pt x="3063" y="12321"/>
                    <a:pt x="3216" y="12359"/>
                    <a:pt x="3372" y="12396"/>
                  </a:cubicBezTo>
                  <a:cubicBezTo>
                    <a:pt x="4651" y="14455"/>
                    <a:pt x="6903" y="15707"/>
                    <a:pt x="9325" y="15707"/>
                  </a:cubicBezTo>
                  <a:cubicBezTo>
                    <a:pt x="11747" y="15707"/>
                    <a:pt x="14000" y="14455"/>
                    <a:pt x="15278" y="12396"/>
                  </a:cubicBezTo>
                  <a:cubicBezTo>
                    <a:pt x="15434" y="12359"/>
                    <a:pt x="15587" y="12321"/>
                    <a:pt x="15733" y="12281"/>
                  </a:cubicBezTo>
                  <a:cubicBezTo>
                    <a:pt x="16018" y="12203"/>
                    <a:pt x="16279" y="12121"/>
                    <a:pt x="16523" y="12033"/>
                  </a:cubicBezTo>
                  <a:lnTo>
                    <a:pt x="16523" y="12033"/>
                  </a:lnTo>
                  <a:cubicBezTo>
                    <a:pt x="15818" y="13946"/>
                    <a:pt x="14569" y="16032"/>
                    <a:pt x="13012" y="17874"/>
                  </a:cubicBezTo>
                  <a:cubicBezTo>
                    <a:pt x="11357" y="19831"/>
                    <a:pt x="9905" y="20856"/>
                    <a:pt x="9325" y="20856"/>
                  </a:cubicBezTo>
                  <a:cubicBezTo>
                    <a:pt x="8749" y="20856"/>
                    <a:pt x="7297" y="19831"/>
                    <a:pt x="5641" y="17874"/>
                  </a:cubicBezTo>
                  <a:cubicBezTo>
                    <a:pt x="4084" y="16032"/>
                    <a:pt x="2833" y="13946"/>
                    <a:pt x="2127" y="12033"/>
                  </a:cubicBezTo>
                  <a:close/>
                  <a:moveTo>
                    <a:pt x="9298" y="1"/>
                  </a:moveTo>
                  <a:cubicBezTo>
                    <a:pt x="7039" y="1"/>
                    <a:pt x="4888" y="903"/>
                    <a:pt x="3243" y="2545"/>
                  </a:cubicBezTo>
                  <a:cubicBezTo>
                    <a:pt x="1577" y="4204"/>
                    <a:pt x="621" y="6473"/>
                    <a:pt x="621" y="8770"/>
                  </a:cubicBezTo>
                  <a:cubicBezTo>
                    <a:pt x="621" y="8854"/>
                    <a:pt x="624" y="8943"/>
                    <a:pt x="628" y="9031"/>
                  </a:cubicBezTo>
                  <a:cubicBezTo>
                    <a:pt x="210" y="9370"/>
                    <a:pt x="0" y="9743"/>
                    <a:pt x="0" y="10147"/>
                  </a:cubicBezTo>
                  <a:cubicBezTo>
                    <a:pt x="0" y="10686"/>
                    <a:pt x="360" y="11161"/>
                    <a:pt x="1079" y="11572"/>
                  </a:cubicBezTo>
                  <a:cubicBezTo>
                    <a:pt x="1744" y="13773"/>
                    <a:pt x="3168" y="16270"/>
                    <a:pt x="4993" y="18427"/>
                  </a:cubicBezTo>
                  <a:cubicBezTo>
                    <a:pt x="6337" y="20015"/>
                    <a:pt x="8179" y="21711"/>
                    <a:pt x="9329" y="21711"/>
                  </a:cubicBezTo>
                  <a:cubicBezTo>
                    <a:pt x="10475" y="21711"/>
                    <a:pt x="12317" y="20015"/>
                    <a:pt x="13660" y="18427"/>
                  </a:cubicBezTo>
                  <a:cubicBezTo>
                    <a:pt x="15485" y="16270"/>
                    <a:pt x="16910" y="13773"/>
                    <a:pt x="17578" y="11572"/>
                  </a:cubicBezTo>
                  <a:cubicBezTo>
                    <a:pt x="18294" y="11161"/>
                    <a:pt x="18657" y="10686"/>
                    <a:pt x="18657" y="10147"/>
                  </a:cubicBezTo>
                  <a:cubicBezTo>
                    <a:pt x="18657" y="9743"/>
                    <a:pt x="18443" y="9370"/>
                    <a:pt x="18026" y="9031"/>
                  </a:cubicBezTo>
                  <a:cubicBezTo>
                    <a:pt x="18029" y="8936"/>
                    <a:pt x="18033" y="8851"/>
                    <a:pt x="18033" y="8770"/>
                  </a:cubicBezTo>
                  <a:cubicBezTo>
                    <a:pt x="18033" y="6473"/>
                    <a:pt x="17076" y="4204"/>
                    <a:pt x="15411" y="2545"/>
                  </a:cubicBezTo>
                  <a:cubicBezTo>
                    <a:pt x="13766" y="903"/>
                    <a:pt x="11615" y="1"/>
                    <a:pt x="936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73"/>
            <p:cNvSpPr/>
            <p:nvPr/>
          </p:nvSpPr>
          <p:spPr>
            <a:xfrm>
              <a:off x="3991250" y="3140275"/>
              <a:ext cx="25725" cy="21275"/>
            </a:xfrm>
            <a:custGeom>
              <a:avLst/>
              <a:gdLst/>
              <a:ahLst/>
              <a:cxnLst/>
              <a:rect l="l" t="t" r="r" b="b"/>
              <a:pathLst>
                <a:path w="1029" h="851" extrusionOk="0">
                  <a:moveTo>
                    <a:pt x="505" y="0"/>
                  </a:moveTo>
                  <a:cubicBezTo>
                    <a:pt x="345" y="0"/>
                    <a:pt x="203" y="95"/>
                    <a:pt x="140" y="241"/>
                  </a:cubicBezTo>
                  <a:cubicBezTo>
                    <a:pt x="1" y="540"/>
                    <a:pt x="233" y="850"/>
                    <a:pt x="527" y="850"/>
                  </a:cubicBezTo>
                  <a:cubicBezTo>
                    <a:pt x="578" y="850"/>
                    <a:pt x="630" y="841"/>
                    <a:pt x="683" y="821"/>
                  </a:cubicBezTo>
                  <a:cubicBezTo>
                    <a:pt x="795" y="777"/>
                    <a:pt x="886" y="686"/>
                    <a:pt x="923" y="574"/>
                  </a:cubicBezTo>
                  <a:cubicBezTo>
                    <a:pt x="1028" y="297"/>
                    <a:pt x="824" y="0"/>
                    <a:pt x="532" y="0"/>
                  </a:cubicBezTo>
                  <a:cubicBezTo>
                    <a:pt x="530" y="0"/>
                    <a:pt x="528" y="0"/>
                    <a:pt x="527" y="0"/>
                  </a:cubicBezTo>
                  <a:lnTo>
                    <a:pt x="513" y="0"/>
                  </a:lnTo>
                  <a:cubicBezTo>
                    <a:pt x="510" y="0"/>
                    <a:pt x="507" y="0"/>
                    <a:pt x="50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73"/>
            <p:cNvSpPr/>
            <p:nvPr/>
          </p:nvSpPr>
          <p:spPr>
            <a:xfrm>
              <a:off x="3925800" y="3136025"/>
              <a:ext cx="25700" cy="21275"/>
            </a:xfrm>
            <a:custGeom>
              <a:avLst/>
              <a:gdLst/>
              <a:ahLst/>
              <a:cxnLst/>
              <a:rect l="l" t="t" r="r" b="b"/>
              <a:pathLst>
                <a:path w="1028" h="851" extrusionOk="0">
                  <a:moveTo>
                    <a:pt x="504" y="1"/>
                  </a:moveTo>
                  <a:cubicBezTo>
                    <a:pt x="348" y="1"/>
                    <a:pt x="202" y="95"/>
                    <a:pt x="139" y="242"/>
                  </a:cubicBezTo>
                  <a:cubicBezTo>
                    <a:pt x="0" y="540"/>
                    <a:pt x="232" y="851"/>
                    <a:pt x="527" y="851"/>
                  </a:cubicBezTo>
                  <a:cubicBezTo>
                    <a:pt x="577" y="851"/>
                    <a:pt x="629" y="842"/>
                    <a:pt x="682" y="822"/>
                  </a:cubicBezTo>
                  <a:cubicBezTo>
                    <a:pt x="794" y="778"/>
                    <a:pt x="885" y="686"/>
                    <a:pt x="923" y="574"/>
                  </a:cubicBezTo>
                  <a:cubicBezTo>
                    <a:pt x="1027" y="297"/>
                    <a:pt x="823" y="1"/>
                    <a:pt x="531" y="1"/>
                  </a:cubicBezTo>
                  <a:cubicBezTo>
                    <a:pt x="529" y="1"/>
                    <a:pt x="527" y="1"/>
                    <a:pt x="526" y="1"/>
                  </a:cubicBezTo>
                  <a:lnTo>
                    <a:pt x="512" y="1"/>
                  </a:lnTo>
                  <a:cubicBezTo>
                    <a:pt x="509" y="1"/>
                    <a:pt x="507" y="1"/>
                    <a:pt x="5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73"/>
            <p:cNvSpPr/>
            <p:nvPr/>
          </p:nvSpPr>
          <p:spPr>
            <a:xfrm>
              <a:off x="3862250" y="3119075"/>
              <a:ext cx="25650" cy="21275"/>
            </a:xfrm>
            <a:custGeom>
              <a:avLst/>
              <a:gdLst/>
              <a:ahLst/>
              <a:cxnLst/>
              <a:rect l="l" t="t" r="r" b="b"/>
              <a:pathLst>
                <a:path w="1026" h="851" extrusionOk="0">
                  <a:moveTo>
                    <a:pt x="505" y="0"/>
                  </a:moveTo>
                  <a:cubicBezTo>
                    <a:pt x="346" y="0"/>
                    <a:pt x="204" y="95"/>
                    <a:pt x="137" y="241"/>
                  </a:cubicBezTo>
                  <a:cubicBezTo>
                    <a:pt x="1" y="540"/>
                    <a:pt x="231" y="850"/>
                    <a:pt x="525" y="850"/>
                  </a:cubicBezTo>
                  <a:cubicBezTo>
                    <a:pt x="575" y="850"/>
                    <a:pt x="627" y="841"/>
                    <a:pt x="680" y="821"/>
                  </a:cubicBezTo>
                  <a:cubicBezTo>
                    <a:pt x="795" y="777"/>
                    <a:pt x="883" y="686"/>
                    <a:pt x="924" y="574"/>
                  </a:cubicBezTo>
                  <a:cubicBezTo>
                    <a:pt x="1025" y="297"/>
                    <a:pt x="824" y="0"/>
                    <a:pt x="529" y="0"/>
                  </a:cubicBezTo>
                  <a:cubicBezTo>
                    <a:pt x="527" y="0"/>
                    <a:pt x="525" y="0"/>
                    <a:pt x="524" y="0"/>
                  </a:cubicBezTo>
                  <a:lnTo>
                    <a:pt x="514" y="0"/>
                  </a:lnTo>
                  <a:cubicBezTo>
                    <a:pt x="511" y="0"/>
                    <a:pt x="508" y="0"/>
                    <a:pt x="50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73"/>
            <p:cNvSpPr/>
            <p:nvPr/>
          </p:nvSpPr>
          <p:spPr>
            <a:xfrm>
              <a:off x="4056225" y="3136025"/>
              <a:ext cx="26725" cy="21225"/>
            </a:xfrm>
            <a:custGeom>
              <a:avLst/>
              <a:gdLst/>
              <a:ahLst/>
              <a:cxnLst/>
              <a:rect l="l" t="t" r="r" b="b"/>
              <a:pathLst>
                <a:path w="1069" h="849" extrusionOk="0">
                  <a:moveTo>
                    <a:pt x="543" y="1"/>
                  </a:moveTo>
                  <a:cubicBezTo>
                    <a:pt x="234" y="1"/>
                    <a:pt x="0" y="333"/>
                    <a:pt x="187" y="662"/>
                  </a:cubicBezTo>
                  <a:cubicBezTo>
                    <a:pt x="251" y="778"/>
                    <a:pt x="377" y="849"/>
                    <a:pt x="509" y="849"/>
                  </a:cubicBezTo>
                  <a:lnTo>
                    <a:pt x="560" y="849"/>
                  </a:lnTo>
                  <a:cubicBezTo>
                    <a:pt x="713" y="849"/>
                    <a:pt x="855" y="764"/>
                    <a:pt x="923" y="625"/>
                  </a:cubicBezTo>
                  <a:cubicBezTo>
                    <a:pt x="1069" y="340"/>
                    <a:pt x="865" y="1"/>
                    <a:pt x="5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73"/>
            <p:cNvSpPr/>
            <p:nvPr/>
          </p:nvSpPr>
          <p:spPr>
            <a:xfrm>
              <a:off x="4119825" y="3119075"/>
              <a:ext cx="26650" cy="21225"/>
            </a:xfrm>
            <a:custGeom>
              <a:avLst/>
              <a:gdLst/>
              <a:ahLst/>
              <a:cxnLst/>
              <a:rect l="l" t="t" r="r" b="b"/>
              <a:pathLst>
                <a:path w="1066" h="849" extrusionOk="0">
                  <a:moveTo>
                    <a:pt x="543" y="0"/>
                  </a:moveTo>
                  <a:cubicBezTo>
                    <a:pt x="231" y="0"/>
                    <a:pt x="0" y="333"/>
                    <a:pt x="183" y="662"/>
                  </a:cubicBezTo>
                  <a:cubicBezTo>
                    <a:pt x="251" y="777"/>
                    <a:pt x="377" y="848"/>
                    <a:pt x="509" y="848"/>
                  </a:cubicBezTo>
                  <a:lnTo>
                    <a:pt x="557" y="848"/>
                  </a:lnTo>
                  <a:cubicBezTo>
                    <a:pt x="713" y="848"/>
                    <a:pt x="852" y="764"/>
                    <a:pt x="920" y="625"/>
                  </a:cubicBezTo>
                  <a:cubicBezTo>
                    <a:pt x="1065" y="340"/>
                    <a:pt x="862" y="0"/>
                    <a:pt x="5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73"/>
            <p:cNvSpPr/>
            <p:nvPr/>
          </p:nvSpPr>
          <p:spPr>
            <a:xfrm>
              <a:off x="3991275" y="2973800"/>
              <a:ext cx="25700" cy="21300"/>
            </a:xfrm>
            <a:custGeom>
              <a:avLst/>
              <a:gdLst/>
              <a:ahLst/>
              <a:cxnLst/>
              <a:rect l="l" t="t" r="r" b="b"/>
              <a:pathLst>
                <a:path w="1028" h="852" extrusionOk="0">
                  <a:moveTo>
                    <a:pt x="512" y="1"/>
                  </a:moveTo>
                  <a:cubicBezTo>
                    <a:pt x="349" y="1"/>
                    <a:pt x="203" y="96"/>
                    <a:pt x="139" y="241"/>
                  </a:cubicBezTo>
                  <a:cubicBezTo>
                    <a:pt x="0" y="539"/>
                    <a:pt x="231" y="852"/>
                    <a:pt x="524" y="852"/>
                  </a:cubicBezTo>
                  <a:cubicBezTo>
                    <a:pt x="575" y="852"/>
                    <a:pt x="628" y="842"/>
                    <a:pt x="682" y="822"/>
                  </a:cubicBezTo>
                  <a:cubicBezTo>
                    <a:pt x="794" y="781"/>
                    <a:pt x="882" y="689"/>
                    <a:pt x="922" y="574"/>
                  </a:cubicBezTo>
                  <a:cubicBezTo>
                    <a:pt x="1028" y="296"/>
                    <a:pt x="821" y="1"/>
                    <a:pt x="5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4" name="Google Shape;3894;p73"/>
          <p:cNvGrpSpPr/>
          <p:nvPr/>
        </p:nvGrpSpPr>
        <p:grpSpPr>
          <a:xfrm>
            <a:off x="4249888" y="3461363"/>
            <a:ext cx="542775" cy="470675"/>
            <a:chOff x="4546475" y="2911300"/>
            <a:chExt cx="542775" cy="470675"/>
          </a:xfrm>
        </p:grpSpPr>
        <p:sp>
          <p:nvSpPr>
            <p:cNvPr id="3895" name="Google Shape;3895;p73"/>
            <p:cNvSpPr/>
            <p:nvPr/>
          </p:nvSpPr>
          <p:spPr>
            <a:xfrm>
              <a:off x="4546475" y="2911300"/>
              <a:ext cx="542775" cy="470675"/>
            </a:xfrm>
            <a:custGeom>
              <a:avLst/>
              <a:gdLst/>
              <a:ahLst/>
              <a:cxnLst/>
              <a:rect l="l" t="t" r="r" b="b"/>
              <a:pathLst>
                <a:path w="21711" h="18827" extrusionOk="0">
                  <a:moveTo>
                    <a:pt x="7641" y="1657"/>
                  </a:moveTo>
                  <a:cubicBezTo>
                    <a:pt x="7844" y="1657"/>
                    <a:pt x="8114" y="1704"/>
                    <a:pt x="8460" y="1819"/>
                  </a:cubicBezTo>
                  <a:cubicBezTo>
                    <a:pt x="8277" y="1968"/>
                    <a:pt x="8097" y="2124"/>
                    <a:pt x="7928" y="2290"/>
                  </a:cubicBezTo>
                  <a:cubicBezTo>
                    <a:pt x="7694" y="2514"/>
                    <a:pt x="7477" y="2752"/>
                    <a:pt x="7273" y="3003"/>
                  </a:cubicBezTo>
                  <a:cubicBezTo>
                    <a:pt x="7056" y="2351"/>
                    <a:pt x="7070" y="1934"/>
                    <a:pt x="7229" y="1775"/>
                  </a:cubicBezTo>
                  <a:lnTo>
                    <a:pt x="7229" y="1775"/>
                  </a:lnTo>
                  <a:lnTo>
                    <a:pt x="7229" y="1778"/>
                  </a:lnTo>
                  <a:cubicBezTo>
                    <a:pt x="7302" y="1705"/>
                    <a:pt x="7437" y="1657"/>
                    <a:pt x="7641" y="1657"/>
                  </a:cubicBezTo>
                  <a:close/>
                  <a:moveTo>
                    <a:pt x="13548" y="859"/>
                  </a:moveTo>
                  <a:cubicBezTo>
                    <a:pt x="13558" y="859"/>
                    <a:pt x="13569" y="859"/>
                    <a:pt x="13579" y="859"/>
                  </a:cubicBezTo>
                  <a:cubicBezTo>
                    <a:pt x="17592" y="859"/>
                    <a:pt x="20855" y="4121"/>
                    <a:pt x="20855" y="8130"/>
                  </a:cubicBezTo>
                  <a:lnTo>
                    <a:pt x="20855" y="8130"/>
                  </a:lnTo>
                  <a:cubicBezTo>
                    <a:pt x="20855" y="10589"/>
                    <a:pt x="19661" y="12752"/>
                    <a:pt x="17809" y="14064"/>
                  </a:cubicBezTo>
                  <a:cubicBezTo>
                    <a:pt x="17623" y="13973"/>
                    <a:pt x="17426" y="13868"/>
                    <a:pt x="17216" y="13749"/>
                  </a:cubicBezTo>
                  <a:cubicBezTo>
                    <a:pt x="15648" y="12853"/>
                    <a:pt x="13820" y="11395"/>
                    <a:pt x="12070" y="9644"/>
                  </a:cubicBezTo>
                  <a:cubicBezTo>
                    <a:pt x="10316" y="7891"/>
                    <a:pt x="8857" y="6062"/>
                    <a:pt x="7962" y="4495"/>
                  </a:cubicBezTo>
                  <a:cubicBezTo>
                    <a:pt x="7843" y="4288"/>
                    <a:pt x="7738" y="4092"/>
                    <a:pt x="7646" y="3905"/>
                  </a:cubicBezTo>
                  <a:cubicBezTo>
                    <a:pt x="9004" y="1994"/>
                    <a:pt x="11205" y="859"/>
                    <a:pt x="13548" y="859"/>
                  </a:cubicBezTo>
                  <a:close/>
                  <a:moveTo>
                    <a:pt x="19892" y="13250"/>
                  </a:moveTo>
                  <a:cubicBezTo>
                    <a:pt x="20119" y="13946"/>
                    <a:pt x="20079" y="14339"/>
                    <a:pt x="19933" y="14482"/>
                  </a:cubicBezTo>
                  <a:lnTo>
                    <a:pt x="19936" y="14482"/>
                  </a:lnTo>
                  <a:cubicBezTo>
                    <a:pt x="19860" y="14558"/>
                    <a:pt x="19724" y="14601"/>
                    <a:pt x="19531" y="14601"/>
                  </a:cubicBezTo>
                  <a:cubicBezTo>
                    <a:pt x="19323" y="14601"/>
                    <a:pt x="19047" y="14551"/>
                    <a:pt x="18708" y="14438"/>
                  </a:cubicBezTo>
                  <a:cubicBezTo>
                    <a:pt x="18952" y="14241"/>
                    <a:pt x="19183" y="14027"/>
                    <a:pt x="19404" y="13803"/>
                  </a:cubicBezTo>
                  <a:cubicBezTo>
                    <a:pt x="19577" y="13627"/>
                    <a:pt x="19739" y="13444"/>
                    <a:pt x="19892" y="13250"/>
                  </a:cubicBezTo>
                  <a:close/>
                  <a:moveTo>
                    <a:pt x="5733" y="8461"/>
                  </a:moveTo>
                  <a:lnTo>
                    <a:pt x="5733" y="8461"/>
                  </a:lnTo>
                  <a:cubicBezTo>
                    <a:pt x="5553" y="8783"/>
                    <a:pt x="5445" y="9139"/>
                    <a:pt x="5414" y="9509"/>
                  </a:cubicBezTo>
                  <a:cubicBezTo>
                    <a:pt x="5357" y="10262"/>
                    <a:pt x="5625" y="11035"/>
                    <a:pt x="6215" y="11805"/>
                  </a:cubicBezTo>
                  <a:cubicBezTo>
                    <a:pt x="5642" y="11988"/>
                    <a:pt x="5123" y="12314"/>
                    <a:pt x="4709" y="12752"/>
                  </a:cubicBezTo>
                  <a:cubicBezTo>
                    <a:pt x="4485" y="12117"/>
                    <a:pt x="4420" y="11412"/>
                    <a:pt x="4532" y="11056"/>
                  </a:cubicBezTo>
                  <a:cubicBezTo>
                    <a:pt x="4597" y="10832"/>
                    <a:pt x="4471" y="10598"/>
                    <a:pt x="4247" y="10530"/>
                  </a:cubicBezTo>
                  <a:cubicBezTo>
                    <a:pt x="4205" y="10517"/>
                    <a:pt x="4163" y="10511"/>
                    <a:pt x="4121" y="10511"/>
                  </a:cubicBezTo>
                  <a:cubicBezTo>
                    <a:pt x="3944" y="10511"/>
                    <a:pt x="3779" y="10623"/>
                    <a:pt x="3718" y="10801"/>
                  </a:cubicBezTo>
                  <a:cubicBezTo>
                    <a:pt x="3498" y="11500"/>
                    <a:pt x="3684" y="12701"/>
                    <a:pt x="4132" y="13569"/>
                  </a:cubicBezTo>
                  <a:cubicBezTo>
                    <a:pt x="3986" y="13851"/>
                    <a:pt x="3881" y="14149"/>
                    <a:pt x="3817" y="14458"/>
                  </a:cubicBezTo>
                  <a:cubicBezTo>
                    <a:pt x="3270" y="14543"/>
                    <a:pt x="2731" y="14658"/>
                    <a:pt x="2202" y="14807"/>
                  </a:cubicBezTo>
                  <a:cubicBezTo>
                    <a:pt x="1785" y="12884"/>
                    <a:pt x="2049" y="11093"/>
                    <a:pt x="2928" y="9950"/>
                  </a:cubicBezTo>
                  <a:cubicBezTo>
                    <a:pt x="3569" y="9125"/>
                    <a:pt x="4509" y="8627"/>
                    <a:pt x="5733" y="8461"/>
                  </a:cubicBezTo>
                  <a:close/>
                  <a:moveTo>
                    <a:pt x="7131" y="4750"/>
                  </a:moveTo>
                  <a:cubicBezTo>
                    <a:pt x="7161" y="4804"/>
                    <a:pt x="7192" y="4858"/>
                    <a:pt x="7222" y="4912"/>
                  </a:cubicBezTo>
                  <a:cubicBezTo>
                    <a:pt x="8155" y="6544"/>
                    <a:pt x="9661" y="8437"/>
                    <a:pt x="11466" y="10242"/>
                  </a:cubicBezTo>
                  <a:cubicBezTo>
                    <a:pt x="13271" y="12046"/>
                    <a:pt x="15163" y="13552"/>
                    <a:pt x="16795" y="14485"/>
                  </a:cubicBezTo>
                  <a:cubicBezTo>
                    <a:pt x="16849" y="14516"/>
                    <a:pt x="16907" y="14550"/>
                    <a:pt x="16961" y="14580"/>
                  </a:cubicBezTo>
                  <a:cubicBezTo>
                    <a:pt x="15977" y="15089"/>
                    <a:pt x="14889" y="15367"/>
                    <a:pt x="13779" y="15394"/>
                  </a:cubicBezTo>
                  <a:lnTo>
                    <a:pt x="13779" y="15398"/>
                  </a:lnTo>
                  <a:cubicBezTo>
                    <a:pt x="12982" y="14896"/>
                    <a:pt x="11717" y="14611"/>
                    <a:pt x="10733" y="14458"/>
                  </a:cubicBezTo>
                  <a:cubicBezTo>
                    <a:pt x="10394" y="12820"/>
                    <a:pt x="8949" y="11642"/>
                    <a:pt x="7277" y="11642"/>
                  </a:cubicBezTo>
                  <a:lnTo>
                    <a:pt x="7195" y="11642"/>
                  </a:lnTo>
                  <a:cubicBezTo>
                    <a:pt x="6534" y="10917"/>
                    <a:pt x="6222" y="10225"/>
                    <a:pt x="6269" y="9583"/>
                  </a:cubicBezTo>
                  <a:cubicBezTo>
                    <a:pt x="6327" y="8790"/>
                    <a:pt x="6931" y="8315"/>
                    <a:pt x="6937" y="8311"/>
                  </a:cubicBezTo>
                  <a:cubicBezTo>
                    <a:pt x="7263" y="8064"/>
                    <a:pt x="7090" y="7541"/>
                    <a:pt x="6680" y="7541"/>
                  </a:cubicBezTo>
                  <a:cubicBezTo>
                    <a:pt x="6561" y="7541"/>
                    <a:pt x="6445" y="7545"/>
                    <a:pt x="6334" y="7548"/>
                  </a:cubicBezTo>
                  <a:cubicBezTo>
                    <a:pt x="6408" y="6571"/>
                    <a:pt x="6680" y="5618"/>
                    <a:pt x="7131" y="4750"/>
                  </a:cubicBezTo>
                  <a:close/>
                  <a:moveTo>
                    <a:pt x="7277" y="12504"/>
                  </a:moveTo>
                  <a:cubicBezTo>
                    <a:pt x="8728" y="12504"/>
                    <a:pt x="9912" y="13661"/>
                    <a:pt x="9950" y="15113"/>
                  </a:cubicBezTo>
                  <a:cubicBezTo>
                    <a:pt x="9875" y="15177"/>
                    <a:pt x="9638" y="15309"/>
                    <a:pt x="9112" y="15425"/>
                  </a:cubicBezTo>
                  <a:cubicBezTo>
                    <a:pt x="8891" y="15465"/>
                    <a:pt x="8742" y="15669"/>
                    <a:pt x="8766" y="15889"/>
                  </a:cubicBezTo>
                  <a:cubicBezTo>
                    <a:pt x="8789" y="16108"/>
                    <a:pt x="8972" y="16273"/>
                    <a:pt x="9193" y="16273"/>
                  </a:cubicBezTo>
                  <a:cubicBezTo>
                    <a:pt x="9195" y="16273"/>
                    <a:pt x="9198" y="16273"/>
                    <a:pt x="9200" y="16273"/>
                  </a:cubicBezTo>
                  <a:cubicBezTo>
                    <a:pt x="9230" y="16273"/>
                    <a:pt x="9261" y="16269"/>
                    <a:pt x="9292" y="16263"/>
                  </a:cubicBezTo>
                  <a:cubicBezTo>
                    <a:pt x="10187" y="16069"/>
                    <a:pt x="10689" y="15757"/>
                    <a:pt x="10787" y="15337"/>
                  </a:cubicBezTo>
                  <a:cubicBezTo>
                    <a:pt x="12952" y="15699"/>
                    <a:pt x="13695" y="16290"/>
                    <a:pt x="13695" y="16517"/>
                  </a:cubicBezTo>
                  <a:cubicBezTo>
                    <a:pt x="13695" y="16646"/>
                    <a:pt x="13389" y="17056"/>
                    <a:pt x="12002" y="17436"/>
                  </a:cubicBezTo>
                  <a:lnTo>
                    <a:pt x="12002" y="17433"/>
                  </a:lnTo>
                  <a:cubicBezTo>
                    <a:pt x="10747" y="17779"/>
                    <a:pt x="9068" y="17969"/>
                    <a:pt x="7277" y="17969"/>
                  </a:cubicBezTo>
                  <a:cubicBezTo>
                    <a:pt x="5485" y="17969"/>
                    <a:pt x="3806" y="17779"/>
                    <a:pt x="2548" y="17433"/>
                  </a:cubicBezTo>
                  <a:cubicBezTo>
                    <a:pt x="1160" y="17053"/>
                    <a:pt x="859" y="16642"/>
                    <a:pt x="859" y="16517"/>
                  </a:cubicBezTo>
                  <a:cubicBezTo>
                    <a:pt x="859" y="16286"/>
                    <a:pt x="1601" y="15699"/>
                    <a:pt x="3766" y="15337"/>
                  </a:cubicBezTo>
                  <a:cubicBezTo>
                    <a:pt x="3864" y="15754"/>
                    <a:pt x="4366" y="16066"/>
                    <a:pt x="5258" y="16259"/>
                  </a:cubicBezTo>
                  <a:cubicBezTo>
                    <a:pt x="5289" y="16266"/>
                    <a:pt x="5320" y="16269"/>
                    <a:pt x="5351" y="16269"/>
                  </a:cubicBezTo>
                  <a:cubicBezTo>
                    <a:pt x="5548" y="16269"/>
                    <a:pt x="5726" y="16133"/>
                    <a:pt x="5767" y="15934"/>
                  </a:cubicBezTo>
                  <a:cubicBezTo>
                    <a:pt x="5818" y="15703"/>
                    <a:pt x="5672" y="15476"/>
                    <a:pt x="5441" y="15425"/>
                  </a:cubicBezTo>
                  <a:cubicBezTo>
                    <a:pt x="4916" y="15309"/>
                    <a:pt x="4678" y="15177"/>
                    <a:pt x="4600" y="15113"/>
                  </a:cubicBezTo>
                  <a:cubicBezTo>
                    <a:pt x="4637" y="13661"/>
                    <a:pt x="5825" y="12504"/>
                    <a:pt x="7277" y="12504"/>
                  </a:cubicBezTo>
                  <a:close/>
                  <a:moveTo>
                    <a:pt x="13561" y="1"/>
                  </a:moveTo>
                  <a:cubicBezTo>
                    <a:pt x="12051" y="1"/>
                    <a:pt x="10572" y="424"/>
                    <a:pt x="9292" y="1222"/>
                  </a:cubicBezTo>
                  <a:cubicBezTo>
                    <a:pt x="8639" y="941"/>
                    <a:pt x="8085" y="800"/>
                    <a:pt x="7631" y="800"/>
                  </a:cubicBezTo>
                  <a:cubicBezTo>
                    <a:pt x="7206" y="800"/>
                    <a:pt x="6869" y="923"/>
                    <a:pt x="6622" y="1171"/>
                  </a:cubicBezTo>
                  <a:cubicBezTo>
                    <a:pt x="6113" y="1680"/>
                    <a:pt x="6123" y="2582"/>
                    <a:pt x="6673" y="3841"/>
                  </a:cubicBezTo>
                  <a:cubicBezTo>
                    <a:pt x="5960" y="4987"/>
                    <a:pt x="5547" y="6293"/>
                    <a:pt x="5469" y="7640"/>
                  </a:cubicBezTo>
                  <a:cubicBezTo>
                    <a:pt x="4091" y="7857"/>
                    <a:pt x="2992" y="8464"/>
                    <a:pt x="2249" y="9427"/>
                  </a:cubicBezTo>
                  <a:cubicBezTo>
                    <a:pt x="1184" y="10808"/>
                    <a:pt x="876" y="12857"/>
                    <a:pt x="1384" y="15089"/>
                  </a:cubicBezTo>
                  <a:cubicBezTo>
                    <a:pt x="594" y="15418"/>
                    <a:pt x="0" y="15879"/>
                    <a:pt x="0" y="16517"/>
                  </a:cubicBezTo>
                  <a:cubicBezTo>
                    <a:pt x="0" y="17250"/>
                    <a:pt x="781" y="17837"/>
                    <a:pt x="2321" y="18261"/>
                  </a:cubicBezTo>
                  <a:cubicBezTo>
                    <a:pt x="3647" y="18623"/>
                    <a:pt x="5407" y="18827"/>
                    <a:pt x="7273" y="18827"/>
                  </a:cubicBezTo>
                  <a:cubicBezTo>
                    <a:pt x="9139" y="18827"/>
                    <a:pt x="10896" y="18623"/>
                    <a:pt x="12226" y="18261"/>
                  </a:cubicBezTo>
                  <a:cubicBezTo>
                    <a:pt x="13766" y="17837"/>
                    <a:pt x="14546" y="17250"/>
                    <a:pt x="14546" y="16517"/>
                  </a:cubicBezTo>
                  <a:cubicBezTo>
                    <a:pt x="14546" y="16412"/>
                    <a:pt x="14529" y="16307"/>
                    <a:pt x="14495" y="16208"/>
                  </a:cubicBezTo>
                  <a:cubicBezTo>
                    <a:pt x="15693" y="16073"/>
                    <a:pt x="16846" y="15676"/>
                    <a:pt x="17870" y="15038"/>
                  </a:cubicBezTo>
                  <a:cubicBezTo>
                    <a:pt x="18518" y="15320"/>
                    <a:pt x="19071" y="15462"/>
                    <a:pt x="19522" y="15462"/>
                  </a:cubicBezTo>
                  <a:cubicBezTo>
                    <a:pt x="19950" y="15462"/>
                    <a:pt x="20289" y="15337"/>
                    <a:pt x="20537" y="15089"/>
                  </a:cubicBezTo>
                  <a:cubicBezTo>
                    <a:pt x="21045" y="14580"/>
                    <a:pt x="21032" y="13681"/>
                    <a:pt x="20486" y="12419"/>
                  </a:cubicBezTo>
                  <a:cubicBezTo>
                    <a:pt x="21290" y="11134"/>
                    <a:pt x="21710" y="9644"/>
                    <a:pt x="21707" y="8128"/>
                  </a:cubicBezTo>
                  <a:lnTo>
                    <a:pt x="21710" y="8128"/>
                  </a:lnTo>
                  <a:cubicBezTo>
                    <a:pt x="21710" y="3647"/>
                    <a:pt x="18064" y="1"/>
                    <a:pt x="13579" y="1"/>
                  </a:cubicBezTo>
                  <a:cubicBezTo>
                    <a:pt x="13573" y="1"/>
                    <a:pt x="13567" y="1"/>
                    <a:pt x="135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73"/>
            <p:cNvSpPr/>
            <p:nvPr/>
          </p:nvSpPr>
          <p:spPr>
            <a:xfrm>
              <a:off x="4872725" y="3008950"/>
              <a:ext cx="158425" cy="191725"/>
            </a:xfrm>
            <a:custGeom>
              <a:avLst/>
              <a:gdLst/>
              <a:ahLst/>
              <a:cxnLst/>
              <a:rect l="l" t="t" r="r" b="b"/>
              <a:pathLst>
                <a:path w="6337" h="7669" extrusionOk="0">
                  <a:moveTo>
                    <a:pt x="3059" y="852"/>
                  </a:moveTo>
                  <a:cubicBezTo>
                    <a:pt x="3120" y="852"/>
                    <a:pt x="3160" y="890"/>
                    <a:pt x="3270" y="993"/>
                  </a:cubicBezTo>
                  <a:cubicBezTo>
                    <a:pt x="3470" y="1176"/>
                    <a:pt x="3769" y="1458"/>
                    <a:pt x="4396" y="1539"/>
                  </a:cubicBezTo>
                  <a:cubicBezTo>
                    <a:pt x="4691" y="1580"/>
                    <a:pt x="5000" y="1831"/>
                    <a:pt x="5204" y="2197"/>
                  </a:cubicBezTo>
                  <a:cubicBezTo>
                    <a:pt x="5394" y="2536"/>
                    <a:pt x="5431" y="2865"/>
                    <a:pt x="5366" y="3004"/>
                  </a:cubicBezTo>
                  <a:cubicBezTo>
                    <a:pt x="5051" y="3707"/>
                    <a:pt x="5119" y="4093"/>
                    <a:pt x="5183" y="4433"/>
                  </a:cubicBezTo>
                  <a:cubicBezTo>
                    <a:pt x="5241" y="4758"/>
                    <a:pt x="5299" y="5094"/>
                    <a:pt x="4956" y="5959"/>
                  </a:cubicBezTo>
                  <a:cubicBezTo>
                    <a:pt x="4752" y="6471"/>
                    <a:pt x="4485" y="6790"/>
                    <a:pt x="4240" y="6814"/>
                  </a:cubicBezTo>
                  <a:cubicBezTo>
                    <a:pt x="4234" y="6814"/>
                    <a:pt x="4228" y="6814"/>
                    <a:pt x="4221" y="6814"/>
                  </a:cubicBezTo>
                  <a:cubicBezTo>
                    <a:pt x="4084" y="6814"/>
                    <a:pt x="3969" y="6711"/>
                    <a:pt x="3908" y="6610"/>
                  </a:cubicBezTo>
                  <a:cubicBezTo>
                    <a:pt x="3803" y="6447"/>
                    <a:pt x="3803" y="6241"/>
                    <a:pt x="3901" y="6078"/>
                  </a:cubicBezTo>
                  <a:cubicBezTo>
                    <a:pt x="4332" y="5382"/>
                    <a:pt x="4155" y="4714"/>
                    <a:pt x="3789" y="4361"/>
                  </a:cubicBezTo>
                  <a:cubicBezTo>
                    <a:pt x="3572" y="4151"/>
                    <a:pt x="3284" y="4036"/>
                    <a:pt x="2982" y="4036"/>
                  </a:cubicBezTo>
                  <a:cubicBezTo>
                    <a:pt x="2721" y="4039"/>
                    <a:pt x="2463" y="4120"/>
                    <a:pt x="2246" y="4270"/>
                  </a:cubicBezTo>
                  <a:cubicBezTo>
                    <a:pt x="2094" y="4370"/>
                    <a:pt x="1939" y="4411"/>
                    <a:pt x="1792" y="4411"/>
                  </a:cubicBezTo>
                  <a:cubicBezTo>
                    <a:pt x="1593" y="4411"/>
                    <a:pt x="1409" y="4337"/>
                    <a:pt x="1272" y="4239"/>
                  </a:cubicBezTo>
                  <a:cubicBezTo>
                    <a:pt x="1082" y="4100"/>
                    <a:pt x="906" y="3849"/>
                    <a:pt x="984" y="3564"/>
                  </a:cubicBezTo>
                  <a:cubicBezTo>
                    <a:pt x="1197" y="2781"/>
                    <a:pt x="1350" y="2730"/>
                    <a:pt x="1557" y="2658"/>
                  </a:cubicBezTo>
                  <a:cubicBezTo>
                    <a:pt x="1788" y="2580"/>
                    <a:pt x="2103" y="2472"/>
                    <a:pt x="2405" y="2007"/>
                  </a:cubicBezTo>
                  <a:cubicBezTo>
                    <a:pt x="2554" y="1780"/>
                    <a:pt x="2609" y="1542"/>
                    <a:pt x="2660" y="1332"/>
                  </a:cubicBezTo>
                  <a:cubicBezTo>
                    <a:pt x="2744" y="983"/>
                    <a:pt x="2778" y="925"/>
                    <a:pt x="2914" y="884"/>
                  </a:cubicBezTo>
                  <a:cubicBezTo>
                    <a:pt x="2981" y="864"/>
                    <a:pt x="3023" y="852"/>
                    <a:pt x="3059" y="852"/>
                  </a:cubicBezTo>
                  <a:close/>
                  <a:moveTo>
                    <a:pt x="3076" y="1"/>
                  </a:moveTo>
                  <a:cubicBezTo>
                    <a:pt x="2959" y="1"/>
                    <a:pt x="2827" y="20"/>
                    <a:pt x="2676" y="63"/>
                  </a:cubicBezTo>
                  <a:cubicBezTo>
                    <a:pt x="2039" y="250"/>
                    <a:pt x="1913" y="783"/>
                    <a:pt x="1828" y="1132"/>
                  </a:cubicBezTo>
                  <a:cubicBezTo>
                    <a:pt x="1791" y="1291"/>
                    <a:pt x="1754" y="1441"/>
                    <a:pt x="1689" y="1542"/>
                  </a:cubicBezTo>
                  <a:cubicBezTo>
                    <a:pt x="1547" y="1760"/>
                    <a:pt x="1452" y="1790"/>
                    <a:pt x="1282" y="1848"/>
                  </a:cubicBezTo>
                  <a:cubicBezTo>
                    <a:pt x="835" y="2000"/>
                    <a:pt x="465" y="2207"/>
                    <a:pt x="156" y="3337"/>
                  </a:cubicBezTo>
                  <a:cubicBezTo>
                    <a:pt x="0" y="3920"/>
                    <a:pt x="241" y="4548"/>
                    <a:pt x="773" y="4931"/>
                  </a:cubicBezTo>
                  <a:cubicBezTo>
                    <a:pt x="1074" y="5152"/>
                    <a:pt x="1430" y="5264"/>
                    <a:pt x="1786" y="5264"/>
                  </a:cubicBezTo>
                  <a:cubicBezTo>
                    <a:pt x="2112" y="5264"/>
                    <a:pt x="2438" y="5170"/>
                    <a:pt x="2724" y="4982"/>
                  </a:cubicBezTo>
                  <a:cubicBezTo>
                    <a:pt x="2813" y="4922"/>
                    <a:pt x="2902" y="4893"/>
                    <a:pt x="2983" y="4893"/>
                  </a:cubicBezTo>
                  <a:cubicBezTo>
                    <a:pt x="3063" y="4893"/>
                    <a:pt x="3137" y="4921"/>
                    <a:pt x="3195" y="4979"/>
                  </a:cubicBezTo>
                  <a:cubicBezTo>
                    <a:pt x="3314" y="5094"/>
                    <a:pt x="3365" y="5318"/>
                    <a:pt x="3175" y="5627"/>
                  </a:cubicBezTo>
                  <a:cubicBezTo>
                    <a:pt x="2904" y="6068"/>
                    <a:pt x="2907" y="6620"/>
                    <a:pt x="3179" y="7061"/>
                  </a:cubicBezTo>
                  <a:cubicBezTo>
                    <a:pt x="3416" y="7441"/>
                    <a:pt x="3806" y="7669"/>
                    <a:pt x="4220" y="7669"/>
                  </a:cubicBezTo>
                  <a:cubicBezTo>
                    <a:pt x="4250" y="7669"/>
                    <a:pt x="4284" y="7669"/>
                    <a:pt x="4318" y="7665"/>
                  </a:cubicBezTo>
                  <a:cubicBezTo>
                    <a:pt x="4658" y="7635"/>
                    <a:pt x="5299" y="7414"/>
                    <a:pt x="5753" y="6274"/>
                  </a:cubicBezTo>
                  <a:cubicBezTo>
                    <a:pt x="6187" y="5182"/>
                    <a:pt x="6099" y="4684"/>
                    <a:pt x="6025" y="4280"/>
                  </a:cubicBezTo>
                  <a:cubicBezTo>
                    <a:pt x="5974" y="3998"/>
                    <a:pt x="5940" y="3815"/>
                    <a:pt x="6150" y="3354"/>
                  </a:cubicBezTo>
                  <a:cubicBezTo>
                    <a:pt x="6337" y="2940"/>
                    <a:pt x="6262" y="2336"/>
                    <a:pt x="5953" y="1783"/>
                  </a:cubicBezTo>
                  <a:cubicBezTo>
                    <a:pt x="5614" y="1173"/>
                    <a:pt x="5075" y="766"/>
                    <a:pt x="4508" y="691"/>
                  </a:cubicBezTo>
                  <a:cubicBezTo>
                    <a:pt x="4155" y="643"/>
                    <a:pt x="4016" y="515"/>
                    <a:pt x="3857" y="365"/>
                  </a:cubicBezTo>
                  <a:cubicBezTo>
                    <a:pt x="3685" y="206"/>
                    <a:pt x="3465" y="1"/>
                    <a:pt x="307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73"/>
            <p:cNvSpPr/>
            <p:nvPr/>
          </p:nvSpPr>
          <p:spPr>
            <a:xfrm>
              <a:off x="4746875" y="3154100"/>
              <a:ext cx="25875" cy="21400"/>
            </a:xfrm>
            <a:custGeom>
              <a:avLst/>
              <a:gdLst/>
              <a:ahLst/>
              <a:cxnLst/>
              <a:rect l="l" t="t" r="r" b="b"/>
              <a:pathLst>
                <a:path w="1035" h="856" extrusionOk="0">
                  <a:moveTo>
                    <a:pt x="507" y="0"/>
                  </a:moveTo>
                  <a:cubicBezTo>
                    <a:pt x="348" y="0"/>
                    <a:pt x="202" y="94"/>
                    <a:pt x="139" y="241"/>
                  </a:cubicBezTo>
                  <a:cubicBezTo>
                    <a:pt x="1" y="541"/>
                    <a:pt x="230" y="856"/>
                    <a:pt x="525" y="856"/>
                  </a:cubicBezTo>
                  <a:cubicBezTo>
                    <a:pt x="577" y="856"/>
                    <a:pt x="631" y="846"/>
                    <a:pt x="685" y="825"/>
                  </a:cubicBezTo>
                  <a:cubicBezTo>
                    <a:pt x="801" y="784"/>
                    <a:pt x="889" y="692"/>
                    <a:pt x="930" y="577"/>
                  </a:cubicBezTo>
                  <a:cubicBezTo>
                    <a:pt x="1035" y="295"/>
                    <a:pt x="828" y="0"/>
                    <a:pt x="529" y="0"/>
                  </a:cubicBezTo>
                  <a:lnTo>
                    <a:pt x="516" y="0"/>
                  </a:lnTo>
                  <a:cubicBezTo>
                    <a:pt x="513" y="0"/>
                    <a:pt x="510" y="0"/>
                    <a:pt x="50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73"/>
            <p:cNvSpPr/>
            <p:nvPr/>
          </p:nvSpPr>
          <p:spPr>
            <a:xfrm>
              <a:off x="4828200" y="3221925"/>
              <a:ext cx="25875" cy="21425"/>
            </a:xfrm>
            <a:custGeom>
              <a:avLst/>
              <a:gdLst/>
              <a:ahLst/>
              <a:cxnLst/>
              <a:rect l="l" t="t" r="r" b="b"/>
              <a:pathLst>
                <a:path w="1035" h="857" extrusionOk="0">
                  <a:moveTo>
                    <a:pt x="507" y="1"/>
                  </a:moveTo>
                  <a:cubicBezTo>
                    <a:pt x="348" y="1"/>
                    <a:pt x="203" y="95"/>
                    <a:pt x="139" y="242"/>
                  </a:cubicBezTo>
                  <a:cubicBezTo>
                    <a:pt x="1" y="542"/>
                    <a:pt x="230" y="856"/>
                    <a:pt x="525" y="856"/>
                  </a:cubicBezTo>
                  <a:cubicBezTo>
                    <a:pt x="577" y="856"/>
                    <a:pt x="631" y="847"/>
                    <a:pt x="685" y="825"/>
                  </a:cubicBezTo>
                  <a:cubicBezTo>
                    <a:pt x="801" y="785"/>
                    <a:pt x="889" y="693"/>
                    <a:pt x="930" y="578"/>
                  </a:cubicBezTo>
                  <a:cubicBezTo>
                    <a:pt x="1035" y="296"/>
                    <a:pt x="828" y="1"/>
                    <a:pt x="529" y="1"/>
                  </a:cubicBezTo>
                  <a:lnTo>
                    <a:pt x="516" y="1"/>
                  </a:lnTo>
                  <a:cubicBezTo>
                    <a:pt x="513" y="1"/>
                    <a:pt x="510" y="1"/>
                    <a:pt x="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73"/>
            <p:cNvSpPr/>
            <p:nvPr/>
          </p:nvSpPr>
          <p:spPr>
            <a:xfrm>
              <a:off x="4809950" y="2996100"/>
              <a:ext cx="27000" cy="21400"/>
            </a:xfrm>
            <a:custGeom>
              <a:avLst/>
              <a:gdLst/>
              <a:ahLst/>
              <a:cxnLst/>
              <a:rect l="l" t="t" r="r" b="b"/>
              <a:pathLst>
                <a:path w="1080" h="856" extrusionOk="0">
                  <a:moveTo>
                    <a:pt x="508" y="1"/>
                  </a:moveTo>
                  <a:cubicBezTo>
                    <a:pt x="355" y="1"/>
                    <a:pt x="217" y="88"/>
                    <a:pt x="150" y="225"/>
                  </a:cubicBezTo>
                  <a:cubicBezTo>
                    <a:pt x="1" y="513"/>
                    <a:pt x="208" y="856"/>
                    <a:pt x="530" y="856"/>
                  </a:cubicBezTo>
                  <a:cubicBezTo>
                    <a:pt x="845" y="856"/>
                    <a:pt x="1080" y="516"/>
                    <a:pt x="893" y="187"/>
                  </a:cubicBezTo>
                  <a:cubicBezTo>
                    <a:pt x="825" y="72"/>
                    <a:pt x="700" y="1"/>
                    <a:pt x="564" y="1"/>
                  </a:cubicBezTo>
                  <a:lnTo>
                    <a:pt x="516" y="1"/>
                  </a:lnTo>
                  <a:cubicBezTo>
                    <a:pt x="514" y="1"/>
                    <a:pt x="511" y="1"/>
                    <a:pt x="50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73"/>
            <p:cNvSpPr/>
            <p:nvPr/>
          </p:nvSpPr>
          <p:spPr>
            <a:xfrm>
              <a:off x="4884850" y="2955825"/>
              <a:ext cx="26900" cy="21400"/>
            </a:xfrm>
            <a:custGeom>
              <a:avLst/>
              <a:gdLst/>
              <a:ahLst/>
              <a:cxnLst/>
              <a:rect l="l" t="t" r="r" b="b"/>
              <a:pathLst>
                <a:path w="1076" h="856" extrusionOk="0">
                  <a:moveTo>
                    <a:pt x="507" y="0"/>
                  </a:moveTo>
                  <a:cubicBezTo>
                    <a:pt x="354" y="0"/>
                    <a:pt x="216" y="88"/>
                    <a:pt x="146" y="228"/>
                  </a:cubicBezTo>
                  <a:cubicBezTo>
                    <a:pt x="0" y="513"/>
                    <a:pt x="207" y="855"/>
                    <a:pt x="529" y="855"/>
                  </a:cubicBezTo>
                  <a:cubicBezTo>
                    <a:pt x="841" y="855"/>
                    <a:pt x="1075" y="519"/>
                    <a:pt x="892" y="187"/>
                  </a:cubicBezTo>
                  <a:cubicBezTo>
                    <a:pt x="824" y="72"/>
                    <a:pt x="699" y="1"/>
                    <a:pt x="563" y="1"/>
                  </a:cubicBezTo>
                  <a:lnTo>
                    <a:pt x="516" y="1"/>
                  </a:lnTo>
                  <a:cubicBezTo>
                    <a:pt x="513" y="0"/>
                    <a:pt x="510" y="0"/>
                    <a:pt x="50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73"/>
            <p:cNvSpPr/>
            <p:nvPr/>
          </p:nvSpPr>
          <p:spPr>
            <a:xfrm>
              <a:off x="4951150" y="3068175"/>
              <a:ext cx="27000" cy="21400"/>
            </a:xfrm>
            <a:custGeom>
              <a:avLst/>
              <a:gdLst/>
              <a:ahLst/>
              <a:cxnLst/>
              <a:rect l="l" t="t" r="r" b="b"/>
              <a:pathLst>
                <a:path w="1080" h="856" extrusionOk="0">
                  <a:moveTo>
                    <a:pt x="508" y="1"/>
                  </a:moveTo>
                  <a:cubicBezTo>
                    <a:pt x="355" y="1"/>
                    <a:pt x="217" y="89"/>
                    <a:pt x="150" y="228"/>
                  </a:cubicBezTo>
                  <a:cubicBezTo>
                    <a:pt x="1" y="513"/>
                    <a:pt x="208" y="856"/>
                    <a:pt x="530" y="856"/>
                  </a:cubicBezTo>
                  <a:cubicBezTo>
                    <a:pt x="842" y="856"/>
                    <a:pt x="1080" y="517"/>
                    <a:pt x="893" y="188"/>
                  </a:cubicBezTo>
                  <a:cubicBezTo>
                    <a:pt x="825" y="72"/>
                    <a:pt x="700" y="1"/>
                    <a:pt x="564" y="1"/>
                  </a:cubicBezTo>
                  <a:lnTo>
                    <a:pt x="516" y="1"/>
                  </a:lnTo>
                  <a:cubicBezTo>
                    <a:pt x="514" y="1"/>
                    <a:pt x="511" y="1"/>
                    <a:pt x="50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73"/>
            <p:cNvSpPr/>
            <p:nvPr/>
          </p:nvSpPr>
          <p:spPr>
            <a:xfrm>
              <a:off x="4828725" y="3069200"/>
              <a:ext cx="24175" cy="21475"/>
            </a:xfrm>
            <a:custGeom>
              <a:avLst/>
              <a:gdLst/>
              <a:ahLst/>
              <a:cxnLst/>
              <a:rect l="l" t="t" r="r" b="b"/>
              <a:pathLst>
                <a:path w="967" h="859" extrusionOk="0">
                  <a:moveTo>
                    <a:pt x="521" y="1"/>
                  </a:moveTo>
                  <a:cubicBezTo>
                    <a:pt x="517" y="1"/>
                    <a:pt x="513" y="1"/>
                    <a:pt x="508" y="1"/>
                  </a:cubicBezTo>
                  <a:cubicBezTo>
                    <a:pt x="506" y="1"/>
                    <a:pt x="503" y="1"/>
                    <a:pt x="500" y="1"/>
                  </a:cubicBezTo>
                  <a:cubicBezTo>
                    <a:pt x="321" y="1"/>
                    <a:pt x="165" y="115"/>
                    <a:pt x="105" y="282"/>
                  </a:cubicBezTo>
                  <a:cubicBezTo>
                    <a:pt x="0" y="568"/>
                    <a:pt x="218" y="859"/>
                    <a:pt x="504" y="859"/>
                  </a:cubicBezTo>
                  <a:cubicBezTo>
                    <a:pt x="534" y="859"/>
                    <a:pt x="565" y="856"/>
                    <a:pt x="597" y="849"/>
                  </a:cubicBezTo>
                  <a:cubicBezTo>
                    <a:pt x="817" y="808"/>
                    <a:pt x="966" y="605"/>
                    <a:pt x="943" y="384"/>
                  </a:cubicBezTo>
                  <a:cubicBezTo>
                    <a:pt x="919" y="165"/>
                    <a:pt x="736" y="1"/>
                    <a:pt x="52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73"/>
            <p:cNvSpPr/>
            <p:nvPr/>
          </p:nvSpPr>
          <p:spPr>
            <a:xfrm>
              <a:off x="4715075" y="3301400"/>
              <a:ext cx="25875" cy="21475"/>
            </a:xfrm>
            <a:custGeom>
              <a:avLst/>
              <a:gdLst/>
              <a:ahLst/>
              <a:cxnLst/>
              <a:rect l="l" t="t" r="r" b="b"/>
              <a:pathLst>
                <a:path w="1035" h="859" extrusionOk="0">
                  <a:moveTo>
                    <a:pt x="507" y="0"/>
                  </a:moveTo>
                  <a:cubicBezTo>
                    <a:pt x="348" y="0"/>
                    <a:pt x="202" y="98"/>
                    <a:pt x="139" y="245"/>
                  </a:cubicBezTo>
                  <a:cubicBezTo>
                    <a:pt x="0" y="545"/>
                    <a:pt x="231" y="858"/>
                    <a:pt x="527" y="858"/>
                  </a:cubicBezTo>
                  <a:cubicBezTo>
                    <a:pt x="578" y="858"/>
                    <a:pt x="632" y="849"/>
                    <a:pt x="685" y="828"/>
                  </a:cubicBezTo>
                  <a:cubicBezTo>
                    <a:pt x="801" y="787"/>
                    <a:pt x="889" y="696"/>
                    <a:pt x="929" y="577"/>
                  </a:cubicBezTo>
                  <a:cubicBezTo>
                    <a:pt x="1035" y="299"/>
                    <a:pt x="828" y="0"/>
                    <a:pt x="529" y="0"/>
                  </a:cubicBezTo>
                  <a:lnTo>
                    <a:pt x="516" y="0"/>
                  </a:lnTo>
                  <a:cubicBezTo>
                    <a:pt x="513" y="0"/>
                    <a:pt x="510" y="0"/>
                    <a:pt x="50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04" name="Google Shape;3904;p73"/>
          <p:cNvGrpSpPr/>
          <p:nvPr/>
        </p:nvGrpSpPr>
        <p:grpSpPr>
          <a:xfrm>
            <a:off x="5111569" y="3425325"/>
            <a:ext cx="487650" cy="542750"/>
            <a:chOff x="5387475" y="2875225"/>
            <a:chExt cx="487650" cy="542750"/>
          </a:xfrm>
        </p:grpSpPr>
        <p:sp>
          <p:nvSpPr>
            <p:cNvPr id="3905" name="Google Shape;3905;p73"/>
            <p:cNvSpPr/>
            <p:nvPr/>
          </p:nvSpPr>
          <p:spPr>
            <a:xfrm>
              <a:off x="5599475" y="2875250"/>
              <a:ext cx="275650" cy="275650"/>
            </a:xfrm>
            <a:custGeom>
              <a:avLst/>
              <a:gdLst/>
              <a:ahLst/>
              <a:cxnLst/>
              <a:rect l="l" t="t" r="r" b="b"/>
              <a:pathLst>
                <a:path w="11026" h="11026" extrusionOk="0">
                  <a:moveTo>
                    <a:pt x="5513" y="850"/>
                  </a:moveTo>
                  <a:cubicBezTo>
                    <a:pt x="6292" y="850"/>
                    <a:pt x="7077" y="1045"/>
                    <a:pt x="7793" y="1446"/>
                  </a:cubicBezTo>
                  <a:cubicBezTo>
                    <a:pt x="9645" y="2484"/>
                    <a:pt x="10561" y="4638"/>
                    <a:pt x="10025" y="6694"/>
                  </a:cubicBezTo>
                  <a:cubicBezTo>
                    <a:pt x="9489" y="8746"/>
                    <a:pt x="7637" y="10177"/>
                    <a:pt x="5513" y="10177"/>
                  </a:cubicBezTo>
                  <a:cubicBezTo>
                    <a:pt x="4655" y="10177"/>
                    <a:pt x="3810" y="9940"/>
                    <a:pt x="3078" y="9492"/>
                  </a:cubicBezTo>
                  <a:cubicBezTo>
                    <a:pt x="3011" y="9451"/>
                    <a:pt x="2936" y="9430"/>
                    <a:pt x="2859" y="9430"/>
                  </a:cubicBezTo>
                  <a:cubicBezTo>
                    <a:pt x="2822" y="9430"/>
                    <a:pt x="2785" y="9435"/>
                    <a:pt x="2749" y="9445"/>
                  </a:cubicBezTo>
                  <a:lnTo>
                    <a:pt x="1154" y="9872"/>
                  </a:lnTo>
                  <a:cubicBezTo>
                    <a:pt x="1297" y="9343"/>
                    <a:pt x="1439" y="8810"/>
                    <a:pt x="1582" y="8281"/>
                  </a:cubicBezTo>
                  <a:cubicBezTo>
                    <a:pt x="1612" y="8169"/>
                    <a:pt x="1595" y="8047"/>
                    <a:pt x="1534" y="7949"/>
                  </a:cubicBezTo>
                  <a:cubicBezTo>
                    <a:pt x="428" y="6137"/>
                    <a:pt x="679" y="3810"/>
                    <a:pt x="2152" y="2280"/>
                  </a:cubicBezTo>
                  <a:cubicBezTo>
                    <a:pt x="3055" y="1342"/>
                    <a:pt x="4276" y="850"/>
                    <a:pt x="5513" y="850"/>
                  </a:cubicBezTo>
                  <a:close/>
                  <a:moveTo>
                    <a:pt x="5513" y="1"/>
                  </a:moveTo>
                  <a:cubicBezTo>
                    <a:pt x="2474" y="1"/>
                    <a:pt x="1" y="2474"/>
                    <a:pt x="1" y="5513"/>
                  </a:cubicBezTo>
                  <a:cubicBezTo>
                    <a:pt x="1" y="6466"/>
                    <a:pt x="249" y="7403"/>
                    <a:pt x="717" y="8230"/>
                  </a:cubicBezTo>
                  <a:cubicBezTo>
                    <a:pt x="584" y="8719"/>
                    <a:pt x="456" y="9211"/>
                    <a:pt x="323" y="9699"/>
                  </a:cubicBezTo>
                  <a:cubicBezTo>
                    <a:pt x="245" y="9984"/>
                    <a:pt x="327" y="10286"/>
                    <a:pt x="540" y="10493"/>
                  </a:cubicBezTo>
                  <a:cubicBezTo>
                    <a:pt x="694" y="10647"/>
                    <a:pt x="903" y="10729"/>
                    <a:pt x="1116" y="10729"/>
                  </a:cubicBezTo>
                  <a:cubicBezTo>
                    <a:pt x="1189" y="10729"/>
                    <a:pt x="1262" y="10720"/>
                    <a:pt x="1334" y="10700"/>
                  </a:cubicBezTo>
                  <a:lnTo>
                    <a:pt x="2796" y="10310"/>
                  </a:lnTo>
                  <a:cubicBezTo>
                    <a:pt x="3624" y="10778"/>
                    <a:pt x="4560" y="11025"/>
                    <a:pt x="5513" y="11025"/>
                  </a:cubicBezTo>
                  <a:cubicBezTo>
                    <a:pt x="8553" y="11025"/>
                    <a:pt x="11026" y="8553"/>
                    <a:pt x="11026" y="5513"/>
                  </a:cubicBezTo>
                  <a:cubicBezTo>
                    <a:pt x="11026" y="2474"/>
                    <a:pt x="8553" y="1"/>
                    <a:pt x="551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73"/>
            <p:cNvSpPr/>
            <p:nvPr/>
          </p:nvSpPr>
          <p:spPr>
            <a:xfrm>
              <a:off x="5387475" y="2875225"/>
              <a:ext cx="193375" cy="542750"/>
            </a:xfrm>
            <a:custGeom>
              <a:avLst/>
              <a:gdLst/>
              <a:ahLst/>
              <a:cxnLst/>
              <a:rect l="l" t="t" r="r" b="b"/>
              <a:pathLst>
                <a:path w="7735" h="21710" extrusionOk="0">
                  <a:moveTo>
                    <a:pt x="5106" y="1698"/>
                  </a:moveTo>
                  <a:cubicBezTo>
                    <a:pt x="4929" y="2139"/>
                    <a:pt x="4478" y="2536"/>
                    <a:pt x="3868" y="2953"/>
                  </a:cubicBezTo>
                  <a:cubicBezTo>
                    <a:pt x="3294" y="2563"/>
                    <a:pt x="2816" y="2163"/>
                    <a:pt x="2629" y="1698"/>
                  </a:cubicBezTo>
                  <a:close/>
                  <a:moveTo>
                    <a:pt x="6463" y="850"/>
                  </a:moveTo>
                  <a:cubicBezTo>
                    <a:pt x="6697" y="850"/>
                    <a:pt x="6887" y="1040"/>
                    <a:pt x="6887" y="1274"/>
                  </a:cubicBezTo>
                  <a:cubicBezTo>
                    <a:pt x="6887" y="2332"/>
                    <a:pt x="6449" y="3119"/>
                    <a:pt x="5387" y="3944"/>
                  </a:cubicBezTo>
                  <a:cubicBezTo>
                    <a:pt x="5136" y="3774"/>
                    <a:pt x="4885" y="3611"/>
                    <a:pt x="4634" y="3452"/>
                  </a:cubicBezTo>
                  <a:cubicBezTo>
                    <a:pt x="5381" y="2906"/>
                    <a:pt x="6039" y="2234"/>
                    <a:pt x="6039" y="1274"/>
                  </a:cubicBezTo>
                  <a:cubicBezTo>
                    <a:pt x="6039" y="1040"/>
                    <a:pt x="6229" y="850"/>
                    <a:pt x="6463" y="850"/>
                  </a:cubicBezTo>
                  <a:close/>
                  <a:moveTo>
                    <a:pt x="3868" y="5996"/>
                  </a:moveTo>
                  <a:cubicBezTo>
                    <a:pt x="4441" y="6386"/>
                    <a:pt x="4919" y="6786"/>
                    <a:pt x="5106" y="7251"/>
                  </a:cubicBezTo>
                  <a:lnTo>
                    <a:pt x="2629" y="7251"/>
                  </a:lnTo>
                  <a:cubicBezTo>
                    <a:pt x="2806" y="6810"/>
                    <a:pt x="3254" y="6417"/>
                    <a:pt x="3868" y="5996"/>
                  </a:cubicBezTo>
                  <a:close/>
                  <a:moveTo>
                    <a:pt x="5106" y="8099"/>
                  </a:moveTo>
                  <a:cubicBezTo>
                    <a:pt x="4929" y="8540"/>
                    <a:pt x="4478" y="8937"/>
                    <a:pt x="3868" y="9357"/>
                  </a:cubicBezTo>
                  <a:cubicBezTo>
                    <a:pt x="3294" y="8964"/>
                    <a:pt x="2816" y="8567"/>
                    <a:pt x="2629" y="8099"/>
                  </a:cubicBezTo>
                  <a:close/>
                  <a:moveTo>
                    <a:pt x="1273" y="847"/>
                  </a:moveTo>
                  <a:cubicBezTo>
                    <a:pt x="1507" y="847"/>
                    <a:pt x="1697" y="1037"/>
                    <a:pt x="1697" y="1271"/>
                  </a:cubicBezTo>
                  <a:cubicBezTo>
                    <a:pt x="1697" y="2587"/>
                    <a:pt x="2914" y="3364"/>
                    <a:pt x="4092" y="4113"/>
                  </a:cubicBezTo>
                  <a:cubicBezTo>
                    <a:pt x="5526" y="5026"/>
                    <a:pt x="6883" y="5891"/>
                    <a:pt x="6883" y="7661"/>
                  </a:cubicBezTo>
                  <a:cubicBezTo>
                    <a:pt x="6883" y="8723"/>
                    <a:pt x="6446" y="9510"/>
                    <a:pt x="5384" y="10334"/>
                  </a:cubicBezTo>
                  <a:cubicBezTo>
                    <a:pt x="5136" y="10165"/>
                    <a:pt x="4885" y="10002"/>
                    <a:pt x="4631" y="9839"/>
                  </a:cubicBezTo>
                  <a:cubicBezTo>
                    <a:pt x="5377" y="9293"/>
                    <a:pt x="6039" y="8621"/>
                    <a:pt x="6039" y="7661"/>
                  </a:cubicBezTo>
                  <a:cubicBezTo>
                    <a:pt x="6039" y="6349"/>
                    <a:pt x="4817" y="5572"/>
                    <a:pt x="3640" y="4822"/>
                  </a:cubicBezTo>
                  <a:cubicBezTo>
                    <a:pt x="2202" y="3906"/>
                    <a:pt x="849" y="3045"/>
                    <a:pt x="849" y="1271"/>
                  </a:cubicBezTo>
                  <a:cubicBezTo>
                    <a:pt x="849" y="1037"/>
                    <a:pt x="1039" y="847"/>
                    <a:pt x="1273" y="847"/>
                  </a:cubicBezTo>
                  <a:close/>
                  <a:moveTo>
                    <a:pt x="3868" y="12356"/>
                  </a:moveTo>
                  <a:cubicBezTo>
                    <a:pt x="4441" y="12746"/>
                    <a:pt x="4919" y="13147"/>
                    <a:pt x="5106" y="13611"/>
                  </a:cubicBezTo>
                  <a:lnTo>
                    <a:pt x="2629" y="13611"/>
                  </a:lnTo>
                  <a:cubicBezTo>
                    <a:pt x="2806" y="13170"/>
                    <a:pt x="3254" y="12773"/>
                    <a:pt x="3868" y="12356"/>
                  </a:cubicBezTo>
                  <a:close/>
                  <a:moveTo>
                    <a:pt x="5106" y="14459"/>
                  </a:moveTo>
                  <a:cubicBezTo>
                    <a:pt x="4929" y="14900"/>
                    <a:pt x="4478" y="15297"/>
                    <a:pt x="3868" y="15718"/>
                  </a:cubicBezTo>
                  <a:cubicBezTo>
                    <a:pt x="3294" y="15324"/>
                    <a:pt x="2816" y="14927"/>
                    <a:pt x="2629" y="14459"/>
                  </a:cubicBezTo>
                  <a:close/>
                  <a:moveTo>
                    <a:pt x="3868" y="18757"/>
                  </a:moveTo>
                  <a:cubicBezTo>
                    <a:pt x="4441" y="19151"/>
                    <a:pt x="4919" y="19547"/>
                    <a:pt x="5106" y="20016"/>
                  </a:cubicBezTo>
                  <a:lnTo>
                    <a:pt x="2629" y="20016"/>
                  </a:lnTo>
                  <a:cubicBezTo>
                    <a:pt x="2806" y="19575"/>
                    <a:pt x="3254" y="19178"/>
                    <a:pt x="3868" y="18757"/>
                  </a:cubicBezTo>
                  <a:close/>
                  <a:moveTo>
                    <a:pt x="2348" y="17767"/>
                  </a:moveTo>
                  <a:cubicBezTo>
                    <a:pt x="2599" y="17936"/>
                    <a:pt x="2853" y="18102"/>
                    <a:pt x="3101" y="18262"/>
                  </a:cubicBezTo>
                  <a:cubicBezTo>
                    <a:pt x="2355" y="18808"/>
                    <a:pt x="1697" y="19483"/>
                    <a:pt x="1697" y="20440"/>
                  </a:cubicBezTo>
                  <a:cubicBezTo>
                    <a:pt x="1697" y="20674"/>
                    <a:pt x="1507" y="20864"/>
                    <a:pt x="1273" y="20864"/>
                  </a:cubicBezTo>
                  <a:cubicBezTo>
                    <a:pt x="1039" y="20864"/>
                    <a:pt x="849" y="20674"/>
                    <a:pt x="849" y="20440"/>
                  </a:cubicBezTo>
                  <a:cubicBezTo>
                    <a:pt x="849" y="19378"/>
                    <a:pt x="1286" y="18591"/>
                    <a:pt x="2348" y="17767"/>
                  </a:cubicBezTo>
                  <a:close/>
                  <a:moveTo>
                    <a:pt x="2348" y="11379"/>
                  </a:moveTo>
                  <a:cubicBezTo>
                    <a:pt x="2599" y="11549"/>
                    <a:pt x="2850" y="11712"/>
                    <a:pt x="3101" y="11871"/>
                  </a:cubicBezTo>
                  <a:cubicBezTo>
                    <a:pt x="2355" y="12417"/>
                    <a:pt x="1697" y="13089"/>
                    <a:pt x="1697" y="14049"/>
                  </a:cubicBezTo>
                  <a:cubicBezTo>
                    <a:pt x="1697" y="15365"/>
                    <a:pt x="2914" y="16138"/>
                    <a:pt x="4095" y="16891"/>
                  </a:cubicBezTo>
                  <a:cubicBezTo>
                    <a:pt x="5530" y="17804"/>
                    <a:pt x="6887" y="18666"/>
                    <a:pt x="6887" y="20440"/>
                  </a:cubicBezTo>
                  <a:cubicBezTo>
                    <a:pt x="6887" y="20674"/>
                    <a:pt x="6697" y="20864"/>
                    <a:pt x="6463" y="20864"/>
                  </a:cubicBezTo>
                  <a:cubicBezTo>
                    <a:pt x="6229" y="20864"/>
                    <a:pt x="6039" y="20674"/>
                    <a:pt x="6039" y="20440"/>
                  </a:cubicBezTo>
                  <a:cubicBezTo>
                    <a:pt x="6039" y="19123"/>
                    <a:pt x="4821" y="18350"/>
                    <a:pt x="3640" y="17597"/>
                  </a:cubicBezTo>
                  <a:cubicBezTo>
                    <a:pt x="2205" y="16685"/>
                    <a:pt x="849" y="15820"/>
                    <a:pt x="849" y="14049"/>
                  </a:cubicBezTo>
                  <a:cubicBezTo>
                    <a:pt x="849" y="12990"/>
                    <a:pt x="1286" y="12200"/>
                    <a:pt x="2348" y="11379"/>
                  </a:cubicBezTo>
                  <a:close/>
                  <a:moveTo>
                    <a:pt x="1274" y="0"/>
                  </a:moveTo>
                  <a:cubicBezTo>
                    <a:pt x="1203" y="0"/>
                    <a:pt x="1131" y="6"/>
                    <a:pt x="1059" y="19"/>
                  </a:cubicBezTo>
                  <a:cubicBezTo>
                    <a:pt x="448" y="124"/>
                    <a:pt x="1" y="653"/>
                    <a:pt x="1" y="1274"/>
                  </a:cubicBezTo>
                  <a:cubicBezTo>
                    <a:pt x="1" y="2739"/>
                    <a:pt x="726" y="3706"/>
                    <a:pt x="1646" y="4466"/>
                  </a:cubicBezTo>
                  <a:cubicBezTo>
                    <a:pt x="811" y="5151"/>
                    <a:pt x="1" y="6125"/>
                    <a:pt x="1" y="7661"/>
                  </a:cubicBezTo>
                  <a:cubicBezTo>
                    <a:pt x="1" y="9127"/>
                    <a:pt x="726" y="10094"/>
                    <a:pt x="1646" y="10853"/>
                  </a:cubicBezTo>
                  <a:cubicBezTo>
                    <a:pt x="815" y="11539"/>
                    <a:pt x="1" y="12512"/>
                    <a:pt x="1" y="14052"/>
                  </a:cubicBezTo>
                  <a:cubicBezTo>
                    <a:pt x="1" y="15514"/>
                    <a:pt x="726" y="16484"/>
                    <a:pt x="1646" y="17244"/>
                  </a:cubicBezTo>
                  <a:cubicBezTo>
                    <a:pt x="811" y="17926"/>
                    <a:pt x="1" y="18900"/>
                    <a:pt x="1" y="20440"/>
                  </a:cubicBezTo>
                  <a:cubicBezTo>
                    <a:pt x="1" y="21057"/>
                    <a:pt x="448" y="21586"/>
                    <a:pt x="1059" y="21691"/>
                  </a:cubicBezTo>
                  <a:cubicBezTo>
                    <a:pt x="1132" y="21704"/>
                    <a:pt x="1204" y="21710"/>
                    <a:pt x="1276" y="21710"/>
                  </a:cubicBezTo>
                  <a:cubicBezTo>
                    <a:pt x="1806" y="21710"/>
                    <a:pt x="2291" y="21378"/>
                    <a:pt x="2473" y="20864"/>
                  </a:cubicBezTo>
                  <a:lnTo>
                    <a:pt x="5265" y="20864"/>
                  </a:lnTo>
                  <a:cubicBezTo>
                    <a:pt x="5444" y="21378"/>
                    <a:pt x="5929" y="21710"/>
                    <a:pt x="6459" y="21710"/>
                  </a:cubicBezTo>
                  <a:cubicBezTo>
                    <a:pt x="6531" y="21710"/>
                    <a:pt x="6604" y="21704"/>
                    <a:pt x="6676" y="21691"/>
                  </a:cubicBezTo>
                  <a:cubicBezTo>
                    <a:pt x="7287" y="21586"/>
                    <a:pt x="7735" y="21057"/>
                    <a:pt x="7735" y="20440"/>
                  </a:cubicBezTo>
                  <a:cubicBezTo>
                    <a:pt x="7735" y="18974"/>
                    <a:pt x="7009" y="18007"/>
                    <a:pt x="6090" y="17248"/>
                  </a:cubicBezTo>
                  <a:cubicBezTo>
                    <a:pt x="6510" y="16902"/>
                    <a:pt x="6829" y="16562"/>
                    <a:pt x="7080" y="16199"/>
                  </a:cubicBezTo>
                  <a:cubicBezTo>
                    <a:pt x="7212" y="16006"/>
                    <a:pt x="7165" y="15742"/>
                    <a:pt x="6971" y="15609"/>
                  </a:cubicBezTo>
                  <a:cubicBezTo>
                    <a:pt x="6898" y="15559"/>
                    <a:pt x="6813" y="15534"/>
                    <a:pt x="6730" y="15534"/>
                  </a:cubicBezTo>
                  <a:cubicBezTo>
                    <a:pt x="6595" y="15534"/>
                    <a:pt x="6463" y="15598"/>
                    <a:pt x="6381" y="15718"/>
                  </a:cubicBezTo>
                  <a:cubicBezTo>
                    <a:pt x="6147" y="16057"/>
                    <a:pt x="5832" y="16379"/>
                    <a:pt x="5387" y="16722"/>
                  </a:cubicBezTo>
                  <a:cubicBezTo>
                    <a:pt x="5136" y="16552"/>
                    <a:pt x="4882" y="16386"/>
                    <a:pt x="4634" y="16230"/>
                  </a:cubicBezTo>
                  <a:cubicBezTo>
                    <a:pt x="5381" y="15684"/>
                    <a:pt x="6039" y="15009"/>
                    <a:pt x="6039" y="14049"/>
                  </a:cubicBezTo>
                  <a:cubicBezTo>
                    <a:pt x="6039" y="12736"/>
                    <a:pt x="4821" y="11959"/>
                    <a:pt x="3640" y="11210"/>
                  </a:cubicBezTo>
                  <a:cubicBezTo>
                    <a:pt x="2205" y="10297"/>
                    <a:pt x="849" y="9432"/>
                    <a:pt x="849" y="7661"/>
                  </a:cubicBezTo>
                  <a:cubicBezTo>
                    <a:pt x="849" y="6600"/>
                    <a:pt x="1286" y="5813"/>
                    <a:pt x="2348" y="4988"/>
                  </a:cubicBezTo>
                  <a:cubicBezTo>
                    <a:pt x="2599" y="5161"/>
                    <a:pt x="2853" y="5324"/>
                    <a:pt x="3101" y="5484"/>
                  </a:cubicBezTo>
                  <a:cubicBezTo>
                    <a:pt x="2358" y="6026"/>
                    <a:pt x="1697" y="6701"/>
                    <a:pt x="1697" y="7661"/>
                  </a:cubicBezTo>
                  <a:cubicBezTo>
                    <a:pt x="1697" y="8974"/>
                    <a:pt x="2914" y="9751"/>
                    <a:pt x="4095" y="10501"/>
                  </a:cubicBezTo>
                  <a:cubicBezTo>
                    <a:pt x="5001" y="11077"/>
                    <a:pt x="5859" y="11623"/>
                    <a:pt x="6381" y="12383"/>
                  </a:cubicBezTo>
                  <a:cubicBezTo>
                    <a:pt x="6465" y="12498"/>
                    <a:pt x="6594" y="12560"/>
                    <a:pt x="6726" y="12560"/>
                  </a:cubicBezTo>
                  <a:cubicBezTo>
                    <a:pt x="6808" y="12560"/>
                    <a:pt x="6892" y="12536"/>
                    <a:pt x="6965" y="12485"/>
                  </a:cubicBezTo>
                  <a:cubicBezTo>
                    <a:pt x="7158" y="12353"/>
                    <a:pt x="7206" y="12095"/>
                    <a:pt x="7080" y="11902"/>
                  </a:cubicBezTo>
                  <a:cubicBezTo>
                    <a:pt x="6802" y="11508"/>
                    <a:pt x="6469" y="11155"/>
                    <a:pt x="6093" y="10857"/>
                  </a:cubicBezTo>
                  <a:cubicBezTo>
                    <a:pt x="6924" y="10172"/>
                    <a:pt x="7735" y="9198"/>
                    <a:pt x="7735" y="7661"/>
                  </a:cubicBezTo>
                  <a:cubicBezTo>
                    <a:pt x="7735" y="6196"/>
                    <a:pt x="7009" y="5229"/>
                    <a:pt x="6090" y="4469"/>
                  </a:cubicBezTo>
                  <a:cubicBezTo>
                    <a:pt x="6924" y="3784"/>
                    <a:pt x="7735" y="2811"/>
                    <a:pt x="7735" y="1274"/>
                  </a:cubicBezTo>
                  <a:cubicBezTo>
                    <a:pt x="7735" y="653"/>
                    <a:pt x="7287" y="124"/>
                    <a:pt x="6676" y="19"/>
                  </a:cubicBezTo>
                  <a:cubicBezTo>
                    <a:pt x="6604" y="6"/>
                    <a:pt x="6532" y="0"/>
                    <a:pt x="6461" y="0"/>
                  </a:cubicBezTo>
                  <a:cubicBezTo>
                    <a:pt x="5930" y="0"/>
                    <a:pt x="5444" y="336"/>
                    <a:pt x="5262" y="850"/>
                  </a:cubicBezTo>
                  <a:lnTo>
                    <a:pt x="2473" y="850"/>
                  </a:lnTo>
                  <a:cubicBezTo>
                    <a:pt x="2291" y="336"/>
                    <a:pt x="1805" y="0"/>
                    <a:pt x="1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73"/>
            <p:cNvSpPr/>
            <p:nvPr/>
          </p:nvSpPr>
          <p:spPr>
            <a:xfrm>
              <a:off x="5663100" y="2927575"/>
              <a:ext cx="148425" cy="170925"/>
            </a:xfrm>
            <a:custGeom>
              <a:avLst/>
              <a:gdLst/>
              <a:ahLst/>
              <a:cxnLst/>
              <a:rect l="l" t="t" r="r" b="b"/>
              <a:pathLst>
                <a:path w="5937" h="6837" extrusionOk="0">
                  <a:moveTo>
                    <a:pt x="2968" y="863"/>
                  </a:moveTo>
                  <a:cubicBezTo>
                    <a:pt x="4139" y="863"/>
                    <a:pt x="5088" y="1809"/>
                    <a:pt x="5088" y="2983"/>
                  </a:cubicBezTo>
                  <a:cubicBezTo>
                    <a:pt x="5088" y="4502"/>
                    <a:pt x="3748" y="5988"/>
                    <a:pt x="2968" y="5988"/>
                  </a:cubicBezTo>
                  <a:cubicBezTo>
                    <a:pt x="2191" y="5988"/>
                    <a:pt x="848" y="4506"/>
                    <a:pt x="848" y="2983"/>
                  </a:cubicBezTo>
                  <a:cubicBezTo>
                    <a:pt x="848" y="1809"/>
                    <a:pt x="1798" y="863"/>
                    <a:pt x="2968" y="863"/>
                  </a:cubicBezTo>
                  <a:close/>
                  <a:moveTo>
                    <a:pt x="2968" y="1"/>
                  </a:moveTo>
                  <a:cubicBezTo>
                    <a:pt x="1326" y="8"/>
                    <a:pt x="0" y="1341"/>
                    <a:pt x="0" y="2983"/>
                  </a:cubicBezTo>
                  <a:cubicBezTo>
                    <a:pt x="0" y="3865"/>
                    <a:pt x="350" y="4818"/>
                    <a:pt x="963" y="5601"/>
                  </a:cubicBezTo>
                  <a:cubicBezTo>
                    <a:pt x="1567" y="6375"/>
                    <a:pt x="2317" y="6836"/>
                    <a:pt x="2968" y="6836"/>
                  </a:cubicBezTo>
                  <a:cubicBezTo>
                    <a:pt x="3620" y="6836"/>
                    <a:pt x="4369" y="6375"/>
                    <a:pt x="4973" y="5601"/>
                  </a:cubicBezTo>
                  <a:cubicBezTo>
                    <a:pt x="5587" y="4818"/>
                    <a:pt x="5936" y="3865"/>
                    <a:pt x="5936" y="2983"/>
                  </a:cubicBezTo>
                  <a:cubicBezTo>
                    <a:pt x="5936" y="1341"/>
                    <a:pt x="4610" y="8"/>
                    <a:pt x="29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73"/>
            <p:cNvSpPr/>
            <p:nvPr/>
          </p:nvSpPr>
          <p:spPr>
            <a:xfrm>
              <a:off x="5694300" y="3003225"/>
              <a:ext cx="39450" cy="28350"/>
            </a:xfrm>
            <a:custGeom>
              <a:avLst/>
              <a:gdLst/>
              <a:ahLst/>
              <a:cxnLst/>
              <a:rect l="l" t="t" r="r" b="b"/>
              <a:pathLst>
                <a:path w="1578" h="1134" extrusionOk="0">
                  <a:moveTo>
                    <a:pt x="424" y="1"/>
                  </a:moveTo>
                  <a:cubicBezTo>
                    <a:pt x="190" y="1"/>
                    <a:pt x="0" y="191"/>
                    <a:pt x="0" y="425"/>
                  </a:cubicBezTo>
                  <a:cubicBezTo>
                    <a:pt x="0" y="659"/>
                    <a:pt x="190" y="849"/>
                    <a:pt x="424" y="849"/>
                  </a:cubicBezTo>
                  <a:cubicBezTo>
                    <a:pt x="570" y="849"/>
                    <a:pt x="709" y="906"/>
                    <a:pt x="815" y="1012"/>
                  </a:cubicBezTo>
                  <a:cubicBezTo>
                    <a:pt x="896" y="1093"/>
                    <a:pt x="1005" y="1134"/>
                    <a:pt x="1113" y="1134"/>
                  </a:cubicBezTo>
                  <a:cubicBezTo>
                    <a:pt x="1222" y="1134"/>
                    <a:pt x="1330" y="1093"/>
                    <a:pt x="1412" y="1012"/>
                  </a:cubicBezTo>
                  <a:cubicBezTo>
                    <a:pt x="1578" y="845"/>
                    <a:pt x="1578" y="577"/>
                    <a:pt x="1412" y="411"/>
                  </a:cubicBezTo>
                  <a:cubicBezTo>
                    <a:pt x="1150" y="147"/>
                    <a:pt x="794" y="1"/>
                    <a:pt x="4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73"/>
            <p:cNvSpPr/>
            <p:nvPr/>
          </p:nvSpPr>
          <p:spPr>
            <a:xfrm>
              <a:off x="5740850" y="3003225"/>
              <a:ext cx="39475" cy="28350"/>
            </a:xfrm>
            <a:custGeom>
              <a:avLst/>
              <a:gdLst/>
              <a:ahLst/>
              <a:cxnLst/>
              <a:rect l="l" t="t" r="r" b="b"/>
              <a:pathLst>
                <a:path w="1579" h="1134" extrusionOk="0">
                  <a:moveTo>
                    <a:pt x="1154" y="1"/>
                  </a:moveTo>
                  <a:cubicBezTo>
                    <a:pt x="784" y="1"/>
                    <a:pt x="428" y="147"/>
                    <a:pt x="167" y="411"/>
                  </a:cubicBezTo>
                  <a:cubicBezTo>
                    <a:pt x="1" y="577"/>
                    <a:pt x="1" y="845"/>
                    <a:pt x="167" y="1012"/>
                  </a:cubicBezTo>
                  <a:cubicBezTo>
                    <a:pt x="248" y="1093"/>
                    <a:pt x="357" y="1134"/>
                    <a:pt x="465" y="1134"/>
                  </a:cubicBezTo>
                  <a:cubicBezTo>
                    <a:pt x="574" y="1134"/>
                    <a:pt x="683" y="1093"/>
                    <a:pt x="764" y="1012"/>
                  </a:cubicBezTo>
                  <a:cubicBezTo>
                    <a:pt x="869" y="906"/>
                    <a:pt x="1008" y="849"/>
                    <a:pt x="1154" y="849"/>
                  </a:cubicBezTo>
                  <a:cubicBezTo>
                    <a:pt x="1388" y="849"/>
                    <a:pt x="1578" y="659"/>
                    <a:pt x="1578" y="425"/>
                  </a:cubicBezTo>
                  <a:cubicBezTo>
                    <a:pt x="1578" y="191"/>
                    <a:pt x="1388" y="1"/>
                    <a:pt x="115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73"/>
            <p:cNvSpPr/>
            <p:nvPr/>
          </p:nvSpPr>
          <p:spPr>
            <a:xfrm>
              <a:off x="5559625" y="3215825"/>
              <a:ext cx="21225" cy="21275"/>
            </a:xfrm>
            <a:custGeom>
              <a:avLst/>
              <a:gdLst/>
              <a:ahLst/>
              <a:cxnLst/>
              <a:rect l="l" t="t" r="r" b="b"/>
              <a:pathLst>
                <a:path w="849" h="851" extrusionOk="0">
                  <a:moveTo>
                    <a:pt x="428" y="0"/>
                  </a:moveTo>
                  <a:cubicBezTo>
                    <a:pt x="204" y="0"/>
                    <a:pt x="1" y="179"/>
                    <a:pt x="1" y="428"/>
                  </a:cubicBezTo>
                  <a:cubicBezTo>
                    <a:pt x="1" y="661"/>
                    <a:pt x="191" y="851"/>
                    <a:pt x="424" y="851"/>
                  </a:cubicBezTo>
                  <a:cubicBezTo>
                    <a:pt x="501" y="851"/>
                    <a:pt x="582" y="830"/>
                    <a:pt x="662" y="784"/>
                  </a:cubicBezTo>
                  <a:cubicBezTo>
                    <a:pt x="777" y="717"/>
                    <a:pt x="849" y="594"/>
                    <a:pt x="849" y="462"/>
                  </a:cubicBezTo>
                  <a:lnTo>
                    <a:pt x="849" y="411"/>
                  </a:lnTo>
                  <a:cubicBezTo>
                    <a:pt x="849" y="259"/>
                    <a:pt x="764" y="116"/>
                    <a:pt x="625" y="48"/>
                  </a:cubicBezTo>
                  <a:cubicBezTo>
                    <a:pt x="561" y="15"/>
                    <a:pt x="494" y="0"/>
                    <a:pt x="4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11" name="Google Shape;3911;p73"/>
          <p:cNvGrpSpPr/>
          <p:nvPr/>
        </p:nvGrpSpPr>
        <p:grpSpPr>
          <a:xfrm>
            <a:off x="5918125" y="3474075"/>
            <a:ext cx="542775" cy="445250"/>
            <a:chOff x="6173350" y="2924025"/>
            <a:chExt cx="542775" cy="445250"/>
          </a:xfrm>
        </p:grpSpPr>
        <p:sp>
          <p:nvSpPr>
            <p:cNvPr id="3912" name="Google Shape;3912;p73"/>
            <p:cNvSpPr/>
            <p:nvPr/>
          </p:nvSpPr>
          <p:spPr>
            <a:xfrm>
              <a:off x="6173350" y="2924025"/>
              <a:ext cx="542775" cy="445250"/>
            </a:xfrm>
            <a:custGeom>
              <a:avLst/>
              <a:gdLst/>
              <a:ahLst/>
              <a:cxnLst/>
              <a:rect l="l" t="t" r="r" b="b"/>
              <a:pathLst>
                <a:path w="21711" h="17810" extrusionOk="0">
                  <a:moveTo>
                    <a:pt x="10856" y="848"/>
                  </a:moveTo>
                  <a:cubicBezTo>
                    <a:pt x="13227" y="852"/>
                    <a:pt x="15154" y="2768"/>
                    <a:pt x="15160" y="5143"/>
                  </a:cubicBezTo>
                  <a:cubicBezTo>
                    <a:pt x="15123" y="5221"/>
                    <a:pt x="14835" y="5475"/>
                    <a:pt x="13936" y="5703"/>
                  </a:cubicBezTo>
                  <a:cubicBezTo>
                    <a:pt x="13098" y="5913"/>
                    <a:pt x="12002" y="6028"/>
                    <a:pt x="10856" y="6028"/>
                  </a:cubicBezTo>
                  <a:cubicBezTo>
                    <a:pt x="9709" y="6028"/>
                    <a:pt x="8614" y="5913"/>
                    <a:pt x="7776" y="5703"/>
                  </a:cubicBezTo>
                  <a:cubicBezTo>
                    <a:pt x="6877" y="5475"/>
                    <a:pt x="6588" y="5221"/>
                    <a:pt x="6551" y="5143"/>
                  </a:cubicBezTo>
                  <a:cubicBezTo>
                    <a:pt x="6551" y="4997"/>
                    <a:pt x="6561" y="4855"/>
                    <a:pt x="6575" y="4709"/>
                  </a:cubicBezTo>
                  <a:cubicBezTo>
                    <a:pt x="6578" y="4695"/>
                    <a:pt x="6578" y="4678"/>
                    <a:pt x="6582" y="4665"/>
                  </a:cubicBezTo>
                  <a:cubicBezTo>
                    <a:pt x="6833" y="2490"/>
                    <a:pt x="8668" y="852"/>
                    <a:pt x="10856" y="848"/>
                  </a:cubicBezTo>
                  <a:close/>
                  <a:moveTo>
                    <a:pt x="16009" y="5133"/>
                  </a:moveTo>
                  <a:cubicBezTo>
                    <a:pt x="19560" y="5696"/>
                    <a:pt x="20863" y="6659"/>
                    <a:pt x="20863" y="7199"/>
                  </a:cubicBezTo>
                  <a:cubicBezTo>
                    <a:pt x="20863" y="7595"/>
                    <a:pt x="20147" y="8257"/>
                    <a:pt x="18122" y="8817"/>
                  </a:cubicBezTo>
                  <a:cubicBezTo>
                    <a:pt x="16185" y="9349"/>
                    <a:pt x="13607" y="9641"/>
                    <a:pt x="10856" y="9641"/>
                  </a:cubicBezTo>
                  <a:cubicBezTo>
                    <a:pt x="8108" y="9641"/>
                    <a:pt x="5527" y="9349"/>
                    <a:pt x="3593" y="8817"/>
                  </a:cubicBezTo>
                  <a:cubicBezTo>
                    <a:pt x="1568" y="8260"/>
                    <a:pt x="849" y="7595"/>
                    <a:pt x="849" y="7199"/>
                  </a:cubicBezTo>
                  <a:cubicBezTo>
                    <a:pt x="849" y="6663"/>
                    <a:pt x="2155" y="5696"/>
                    <a:pt x="5706" y="5133"/>
                  </a:cubicBezTo>
                  <a:lnTo>
                    <a:pt x="5706" y="5153"/>
                  </a:lnTo>
                  <a:cubicBezTo>
                    <a:pt x="5706" y="6513"/>
                    <a:pt x="8943" y="6876"/>
                    <a:pt x="10856" y="6876"/>
                  </a:cubicBezTo>
                  <a:cubicBezTo>
                    <a:pt x="12769" y="6876"/>
                    <a:pt x="16009" y="6513"/>
                    <a:pt x="16009" y="5153"/>
                  </a:cubicBezTo>
                  <a:lnTo>
                    <a:pt x="16009" y="5133"/>
                  </a:lnTo>
                  <a:close/>
                  <a:moveTo>
                    <a:pt x="12888" y="11025"/>
                  </a:moveTo>
                  <a:lnTo>
                    <a:pt x="13122" y="11873"/>
                  </a:lnTo>
                  <a:lnTo>
                    <a:pt x="8590" y="11873"/>
                  </a:lnTo>
                  <a:lnTo>
                    <a:pt x="8827" y="11025"/>
                  </a:lnTo>
                  <a:close/>
                  <a:moveTo>
                    <a:pt x="13359" y="12721"/>
                  </a:moveTo>
                  <a:lnTo>
                    <a:pt x="13593" y="13569"/>
                  </a:lnTo>
                  <a:lnTo>
                    <a:pt x="12776" y="13569"/>
                  </a:lnTo>
                  <a:cubicBezTo>
                    <a:pt x="12773" y="13569"/>
                    <a:pt x="12771" y="13569"/>
                    <a:pt x="12769" y="13569"/>
                  </a:cubicBezTo>
                  <a:cubicBezTo>
                    <a:pt x="12558" y="13569"/>
                    <a:pt x="12379" y="13721"/>
                    <a:pt x="12345" y="13929"/>
                  </a:cubicBezTo>
                  <a:cubicBezTo>
                    <a:pt x="12308" y="14186"/>
                    <a:pt x="12504" y="14417"/>
                    <a:pt x="12766" y="14417"/>
                  </a:cubicBezTo>
                  <a:lnTo>
                    <a:pt x="13831" y="14417"/>
                  </a:lnTo>
                  <a:lnTo>
                    <a:pt x="14068" y="15265"/>
                  </a:lnTo>
                  <a:lnTo>
                    <a:pt x="7647" y="15265"/>
                  </a:lnTo>
                  <a:lnTo>
                    <a:pt x="7884" y="14417"/>
                  </a:lnTo>
                  <a:lnTo>
                    <a:pt x="8936" y="14417"/>
                  </a:lnTo>
                  <a:cubicBezTo>
                    <a:pt x="8938" y="14417"/>
                    <a:pt x="8940" y="14417"/>
                    <a:pt x="8943" y="14417"/>
                  </a:cubicBezTo>
                  <a:cubicBezTo>
                    <a:pt x="9153" y="14417"/>
                    <a:pt x="9333" y="14262"/>
                    <a:pt x="9367" y="14054"/>
                  </a:cubicBezTo>
                  <a:cubicBezTo>
                    <a:pt x="9407" y="13800"/>
                    <a:pt x="9207" y="13569"/>
                    <a:pt x="8949" y="13569"/>
                  </a:cubicBezTo>
                  <a:lnTo>
                    <a:pt x="8118" y="13569"/>
                  </a:lnTo>
                  <a:lnTo>
                    <a:pt x="8356" y="12721"/>
                  </a:lnTo>
                  <a:close/>
                  <a:moveTo>
                    <a:pt x="14302" y="16113"/>
                  </a:moveTo>
                  <a:lnTo>
                    <a:pt x="14540" y="16961"/>
                  </a:lnTo>
                  <a:lnTo>
                    <a:pt x="7175" y="16961"/>
                  </a:lnTo>
                  <a:lnTo>
                    <a:pt x="7409" y="16113"/>
                  </a:lnTo>
                  <a:close/>
                  <a:moveTo>
                    <a:pt x="10856" y="0"/>
                  </a:moveTo>
                  <a:cubicBezTo>
                    <a:pt x="8318" y="0"/>
                    <a:pt x="6202" y="1846"/>
                    <a:pt x="5781" y="4264"/>
                  </a:cubicBezTo>
                  <a:cubicBezTo>
                    <a:pt x="3817" y="4563"/>
                    <a:pt x="1" y="5377"/>
                    <a:pt x="1" y="7199"/>
                  </a:cubicBezTo>
                  <a:cubicBezTo>
                    <a:pt x="1" y="8186"/>
                    <a:pt x="1164" y="9027"/>
                    <a:pt x="3369" y="9634"/>
                  </a:cubicBezTo>
                  <a:cubicBezTo>
                    <a:pt x="3576" y="9692"/>
                    <a:pt x="3790" y="9746"/>
                    <a:pt x="4010" y="9797"/>
                  </a:cubicBezTo>
                  <a:lnTo>
                    <a:pt x="3098" y="13203"/>
                  </a:lnTo>
                  <a:cubicBezTo>
                    <a:pt x="3037" y="13430"/>
                    <a:pt x="3169" y="13664"/>
                    <a:pt x="3396" y="13722"/>
                  </a:cubicBezTo>
                  <a:cubicBezTo>
                    <a:pt x="3430" y="13732"/>
                    <a:pt x="3468" y="13739"/>
                    <a:pt x="3505" y="13739"/>
                  </a:cubicBezTo>
                  <a:cubicBezTo>
                    <a:pt x="3698" y="13739"/>
                    <a:pt x="3865" y="13610"/>
                    <a:pt x="3915" y="13423"/>
                  </a:cubicBezTo>
                  <a:lnTo>
                    <a:pt x="4838" y="9973"/>
                  </a:lnTo>
                  <a:cubicBezTo>
                    <a:pt x="5924" y="10173"/>
                    <a:pt x="7019" y="10313"/>
                    <a:pt x="8122" y="10391"/>
                  </a:cubicBezTo>
                  <a:lnTo>
                    <a:pt x="6209" y="17270"/>
                  </a:lnTo>
                  <a:cubicBezTo>
                    <a:pt x="6134" y="17541"/>
                    <a:pt x="6334" y="17809"/>
                    <a:pt x="6616" y="17809"/>
                  </a:cubicBezTo>
                  <a:lnTo>
                    <a:pt x="15096" y="17809"/>
                  </a:lnTo>
                  <a:cubicBezTo>
                    <a:pt x="15378" y="17809"/>
                    <a:pt x="15581" y="17541"/>
                    <a:pt x="15506" y="17270"/>
                  </a:cubicBezTo>
                  <a:lnTo>
                    <a:pt x="13590" y="10391"/>
                  </a:lnTo>
                  <a:cubicBezTo>
                    <a:pt x="14692" y="10313"/>
                    <a:pt x="15788" y="10173"/>
                    <a:pt x="16874" y="9973"/>
                  </a:cubicBezTo>
                  <a:lnTo>
                    <a:pt x="17796" y="13423"/>
                  </a:lnTo>
                  <a:cubicBezTo>
                    <a:pt x="17847" y="13610"/>
                    <a:pt x="18013" y="13739"/>
                    <a:pt x="18207" y="13739"/>
                  </a:cubicBezTo>
                  <a:cubicBezTo>
                    <a:pt x="18244" y="13739"/>
                    <a:pt x="18281" y="13732"/>
                    <a:pt x="18319" y="13722"/>
                  </a:cubicBezTo>
                  <a:cubicBezTo>
                    <a:pt x="18542" y="13664"/>
                    <a:pt x="18678" y="13430"/>
                    <a:pt x="18617" y="13203"/>
                  </a:cubicBezTo>
                  <a:lnTo>
                    <a:pt x="17705" y="9797"/>
                  </a:lnTo>
                  <a:cubicBezTo>
                    <a:pt x="17925" y="9746"/>
                    <a:pt x="18139" y="9692"/>
                    <a:pt x="18346" y="9634"/>
                  </a:cubicBezTo>
                  <a:cubicBezTo>
                    <a:pt x="20547" y="9027"/>
                    <a:pt x="21711" y="8186"/>
                    <a:pt x="21711" y="7199"/>
                  </a:cubicBezTo>
                  <a:cubicBezTo>
                    <a:pt x="21711" y="5374"/>
                    <a:pt x="17895" y="4563"/>
                    <a:pt x="15930" y="4264"/>
                  </a:cubicBezTo>
                  <a:cubicBezTo>
                    <a:pt x="15496" y="1802"/>
                    <a:pt x="13359" y="4"/>
                    <a:pt x="1085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73"/>
            <p:cNvSpPr/>
            <p:nvPr/>
          </p:nvSpPr>
          <p:spPr>
            <a:xfrm>
              <a:off x="6431675" y="3120100"/>
              <a:ext cx="25725" cy="21275"/>
            </a:xfrm>
            <a:custGeom>
              <a:avLst/>
              <a:gdLst/>
              <a:ahLst/>
              <a:cxnLst/>
              <a:rect l="l" t="t" r="r" b="b"/>
              <a:pathLst>
                <a:path w="1029" h="851" extrusionOk="0">
                  <a:moveTo>
                    <a:pt x="513" y="0"/>
                  </a:moveTo>
                  <a:cubicBezTo>
                    <a:pt x="350" y="0"/>
                    <a:pt x="204" y="95"/>
                    <a:pt x="139" y="241"/>
                  </a:cubicBezTo>
                  <a:cubicBezTo>
                    <a:pt x="1" y="539"/>
                    <a:pt x="231" y="851"/>
                    <a:pt x="525" y="851"/>
                  </a:cubicBezTo>
                  <a:cubicBezTo>
                    <a:pt x="576" y="851"/>
                    <a:pt x="629" y="842"/>
                    <a:pt x="682" y="821"/>
                  </a:cubicBezTo>
                  <a:cubicBezTo>
                    <a:pt x="794" y="780"/>
                    <a:pt x="882" y="689"/>
                    <a:pt x="923" y="573"/>
                  </a:cubicBezTo>
                  <a:cubicBezTo>
                    <a:pt x="1028" y="295"/>
                    <a:pt x="821" y="0"/>
                    <a:pt x="5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73"/>
            <p:cNvSpPr/>
            <p:nvPr/>
          </p:nvSpPr>
          <p:spPr>
            <a:xfrm>
              <a:off x="6355000" y="3114825"/>
              <a:ext cx="25625" cy="21275"/>
            </a:xfrm>
            <a:custGeom>
              <a:avLst/>
              <a:gdLst/>
              <a:ahLst/>
              <a:cxnLst/>
              <a:rect l="l" t="t" r="r" b="b"/>
              <a:pathLst>
                <a:path w="1025" h="851" extrusionOk="0">
                  <a:moveTo>
                    <a:pt x="505" y="1"/>
                  </a:moveTo>
                  <a:cubicBezTo>
                    <a:pt x="345" y="1"/>
                    <a:pt x="203" y="95"/>
                    <a:pt x="137" y="242"/>
                  </a:cubicBezTo>
                  <a:cubicBezTo>
                    <a:pt x="0" y="540"/>
                    <a:pt x="230" y="851"/>
                    <a:pt x="524" y="851"/>
                  </a:cubicBezTo>
                  <a:cubicBezTo>
                    <a:pt x="575" y="851"/>
                    <a:pt x="627" y="841"/>
                    <a:pt x="679" y="822"/>
                  </a:cubicBezTo>
                  <a:cubicBezTo>
                    <a:pt x="795" y="778"/>
                    <a:pt x="883" y="686"/>
                    <a:pt x="924" y="574"/>
                  </a:cubicBezTo>
                  <a:cubicBezTo>
                    <a:pt x="1025" y="297"/>
                    <a:pt x="824" y="1"/>
                    <a:pt x="528" y="1"/>
                  </a:cubicBezTo>
                  <a:cubicBezTo>
                    <a:pt x="527" y="1"/>
                    <a:pt x="525" y="1"/>
                    <a:pt x="523" y="1"/>
                  </a:cubicBezTo>
                  <a:lnTo>
                    <a:pt x="513" y="1"/>
                  </a:lnTo>
                  <a:cubicBezTo>
                    <a:pt x="510" y="1"/>
                    <a:pt x="507" y="1"/>
                    <a:pt x="5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73"/>
            <p:cNvSpPr/>
            <p:nvPr/>
          </p:nvSpPr>
          <p:spPr>
            <a:xfrm>
              <a:off x="6280550" y="3094650"/>
              <a:ext cx="25625" cy="21300"/>
            </a:xfrm>
            <a:custGeom>
              <a:avLst/>
              <a:gdLst/>
              <a:ahLst/>
              <a:cxnLst/>
              <a:rect l="l" t="t" r="r" b="b"/>
              <a:pathLst>
                <a:path w="1025" h="852" extrusionOk="0">
                  <a:moveTo>
                    <a:pt x="509" y="0"/>
                  </a:moveTo>
                  <a:cubicBezTo>
                    <a:pt x="350" y="0"/>
                    <a:pt x="204" y="95"/>
                    <a:pt x="136" y="241"/>
                  </a:cubicBezTo>
                  <a:cubicBezTo>
                    <a:pt x="0" y="539"/>
                    <a:pt x="229" y="851"/>
                    <a:pt x="522" y="851"/>
                  </a:cubicBezTo>
                  <a:cubicBezTo>
                    <a:pt x="573" y="851"/>
                    <a:pt x="626" y="842"/>
                    <a:pt x="679" y="821"/>
                  </a:cubicBezTo>
                  <a:cubicBezTo>
                    <a:pt x="794" y="781"/>
                    <a:pt x="883" y="689"/>
                    <a:pt x="923" y="574"/>
                  </a:cubicBezTo>
                  <a:cubicBezTo>
                    <a:pt x="1025" y="296"/>
                    <a:pt x="821" y="0"/>
                    <a:pt x="5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73"/>
            <p:cNvSpPr/>
            <p:nvPr/>
          </p:nvSpPr>
          <p:spPr>
            <a:xfrm>
              <a:off x="6507825" y="3114825"/>
              <a:ext cx="26750" cy="21225"/>
            </a:xfrm>
            <a:custGeom>
              <a:avLst/>
              <a:gdLst/>
              <a:ahLst/>
              <a:cxnLst/>
              <a:rect l="l" t="t" r="r" b="b"/>
              <a:pathLst>
                <a:path w="1070" h="849" extrusionOk="0">
                  <a:moveTo>
                    <a:pt x="543" y="1"/>
                  </a:moveTo>
                  <a:cubicBezTo>
                    <a:pt x="235" y="1"/>
                    <a:pt x="1" y="333"/>
                    <a:pt x="187" y="662"/>
                  </a:cubicBezTo>
                  <a:cubicBezTo>
                    <a:pt x="252" y="778"/>
                    <a:pt x="377" y="849"/>
                    <a:pt x="513" y="849"/>
                  </a:cubicBezTo>
                  <a:lnTo>
                    <a:pt x="557" y="849"/>
                  </a:lnTo>
                  <a:cubicBezTo>
                    <a:pt x="713" y="849"/>
                    <a:pt x="855" y="764"/>
                    <a:pt x="923" y="625"/>
                  </a:cubicBezTo>
                  <a:cubicBezTo>
                    <a:pt x="1069" y="340"/>
                    <a:pt x="862" y="1"/>
                    <a:pt x="5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73"/>
            <p:cNvSpPr/>
            <p:nvPr/>
          </p:nvSpPr>
          <p:spPr>
            <a:xfrm>
              <a:off x="6582275" y="3094650"/>
              <a:ext cx="26750" cy="21225"/>
            </a:xfrm>
            <a:custGeom>
              <a:avLst/>
              <a:gdLst/>
              <a:ahLst/>
              <a:cxnLst/>
              <a:rect l="l" t="t" r="r" b="b"/>
              <a:pathLst>
                <a:path w="1070" h="849" extrusionOk="0">
                  <a:moveTo>
                    <a:pt x="544" y="0"/>
                  </a:moveTo>
                  <a:cubicBezTo>
                    <a:pt x="235" y="0"/>
                    <a:pt x="1" y="336"/>
                    <a:pt x="187" y="665"/>
                  </a:cubicBezTo>
                  <a:cubicBezTo>
                    <a:pt x="250" y="778"/>
                    <a:pt x="372" y="849"/>
                    <a:pt x="501" y="849"/>
                  </a:cubicBezTo>
                  <a:cubicBezTo>
                    <a:pt x="504" y="849"/>
                    <a:pt x="507" y="849"/>
                    <a:pt x="510" y="848"/>
                  </a:cubicBezTo>
                  <a:lnTo>
                    <a:pt x="561" y="848"/>
                  </a:lnTo>
                  <a:cubicBezTo>
                    <a:pt x="563" y="849"/>
                    <a:pt x="566" y="849"/>
                    <a:pt x="569" y="849"/>
                  </a:cubicBezTo>
                  <a:cubicBezTo>
                    <a:pt x="719" y="849"/>
                    <a:pt x="857" y="761"/>
                    <a:pt x="924" y="625"/>
                  </a:cubicBezTo>
                  <a:cubicBezTo>
                    <a:pt x="1069" y="343"/>
                    <a:pt x="866" y="4"/>
                    <a:pt x="5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73"/>
            <p:cNvSpPr/>
            <p:nvPr/>
          </p:nvSpPr>
          <p:spPr>
            <a:xfrm>
              <a:off x="6431675" y="3263225"/>
              <a:ext cx="25700" cy="21275"/>
            </a:xfrm>
            <a:custGeom>
              <a:avLst/>
              <a:gdLst/>
              <a:ahLst/>
              <a:cxnLst/>
              <a:rect l="l" t="t" r="r" b="b"/>
              <a:pathLst>
                <a:path w="1028" h="851" extrusionOk="0">
                  <a:moveTo>
                    <a:pt x="504" y="1"/>
                  </a:moveTo>
                  <a:cubicBezTo>
                    <a:pt x="345" y="1"/>
                    <a:pt x="203" y="95"/>
                    <a:pt x="139" y="242"/>
                  </a:cubicBezTo>
                  <a:cubicBezTo>
                    <a:pt x="0" y="540"/>
                    <a:pt x="232" y="851"/>
                    <a:pt x="527" y="851"/>
                  </a:cubicBezTo>
                  <a:cubicBezTo>
                    <a:pt x="577" y="851"/>
                    <a:pt x="630" y="842"/>
                    <a:pt x="682" y="822"/>
                  </a:cubicBezTo>
                  <a:cubicBezTo>
                    <a:pt x="794" y="778"/>
                    <a:pt x="882" y="686"/>
                    <a:pt x="923" y="574"/>
                  </a:cubicBezTo>
                  <a:cubicBezTo>
                    <a:pt x="1028" y="298"/>
                    <a:pt x="824" y="1"/>
                    <a:pt x="528" y="1"/>
                  </a:cubicBezTo>
                  <a:cubicBezTo>
                    <a:pt x="526" y="1"/>
                    <a:pt x="524" y="1"/>
                    <a:pt x="523" y="1"/>
                  </a:cubicBezTo>
                  <a:lnTo>
                    <a:pt x="513" y="1"/>
                  </a:lnTo>
                  <a:cubicBezTo>
                    <a:pt x="510" y="1"/>
                    <a:pt x="507" y="1"/>
                    <a:pt x="5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19" name="Google Shape;3919;p73"/>
          <p:cNvGrpSpPr/>
          <p:nvPr/>
        </p:nvGrpSpPr>
        <p:grpSpPr>
          <a:xfrm>
            <a:off x="6779806" y="3425313"/>
            <a:ext cx="542775" cy="542775"/>
            <a:chOff x="6986800" y="2875250"/>
            <a:chExt cx="542775" cy="542775"/>
          </a:xfrm>
        </p:grpSpPr>
        <p:sp>
          <p:nvSpPr>
            <p:cNvPr id="3920" name="Google Shape;3920;p73"/>
            <p:cNvSpPr/>
            <p:nvPr/>
          </p:nvSpPr>
          <p:spPr>
            <a:xfrm>
              <a:off x="6986800" y="2875250"/>
              <a:ext cx="542775" cy="542775"/>
            </a:xfrm>
            <a:custGeom>
              <a:avLst/>
              <a:gdLst/>
              <a:ahLst/>
              <a:cxnLst/>
              <a:rect l="l" t="t" r="r" b="b"/>
              <a:pathLst>
                <a:path w="21711" h="21711" extrusionOk="0">
                  <a:moveTo>
                    <a:pt x="8068" y="6417"/>
                  </a:moveTo>
                  <a:cubicBezTo>
                    <a:pt x="9032" y="6417"/>
                    <a:pt x="10005" y="6610"/>
                    <a:pt x="10927" y="7006"/>
                  </a:cubicBezTo>
                  <a:cubicBezTo>
                    <a:pt x="10944" y="7060"/>
                    <a:pt x="10961" y="7111"/>
                    <a:pt x="10978" y="7165"/>
                  </a:cubicBezTo>
                  <a:lnTo>
                    <a:pt x="10608" y="7165"/>
                  </a:lnTo>
                  <a:cubicBezTo>
                    <a:pt x="10510" y="7165"/>
                    <a:pt x="10418" y="7165"/>
                    <a:pt x="10333" y="7162"/>
                  </a:cubicBezTo>
                  <a:cubicBezTo>
                    <a:pt x="10262" y="7160"/>
                    <a:pt x="10191" y="7159"/>
                    <a:pt x="10122" y="7159"/>
                  </a:cubicBezTo>
                  <a:cubicBezTo>
                    <a:pt x="9651" y="7159"/>
                    <a:pt x="9219" y="7217"/>
                    <a:pt x="8729" y="7705"/>
                  </a:cubicBezTo>
                  <a:lnTo>
                    <a:pt x="8237" y="8196"/>
                  </a:lnTo>
                  <a:cubicBezTo>
                    <a:pt x="7944" y="8489"/>
                    <a:pt x="7782" y="8532"/>
                    <a:pt x="7406" y="8532"/>
                  </a:cubicBezTo>
                  <a:cubicBezTo>
                    <a:pt x="7338" y="8532"/>
                    <a:pt x="7263" y="8530"/>
                    <a:pt x="7178" y="8529"/>
                  </a:cubicBezTo>
                  <a:cubicBezTo>
                    <a:pt x="7080" y="8529"/>
                    <a:pt x="6965" y="8522"/>
                    <a:pt x="6843" y="8522"/>
                  </a:cubicBezTo>
                  <a:lnTo>
                    <a:pt x="2959" y="8522"/>
                  </a:lnTo>
                  <a:cubicBezTo>
                    <a:pt x="4346" y="7146"/>
                    <a:pt x="6192" y="6417"/>
                    <a:pt x="8068" y="6417"/>
                  </a:cubicBezTo>
                  <a:close/>
                  <a:moveTo>
                    <a:pt x="16200" y="849"/>
                  </a:moveTo>
                  <a:cubicBezTo>
                    <a:pt x="16978" y="849"/>
                    <a:pt x="17763" y="1043"/>
                    <a:pt x="18478" y="1443"/>
                  </a:cubicBezTo>
                  <a:cubicBezTo>
                    <a:pt x="20326" y="2481"/>
                    <a:pt x="21246" y="4638"/>
                    <a:pt x="20710" y="6690"/>
                  </a:cubicBezTo>
                  <a:cubicBezTo>
                    <a:pt x="20174" y="8743"/>
                    <a:pt x="18318" y="10177"/>
                    <a:pt x="16198" y="10177"/>
                  </a:cubicBezTo>
                  <a:cubicBezTo>
                    <a:pt x="15340" y="10177"/>
                    <a:pt x="14499" y="9940"/>
                    <a:pt x="13766" y="9492"/>
                  </a:cubicBezTo>
                  <a:cubicBezTo>
                    <a:pt x="13698" y="9451"/>
                    <a:pt x="13620" y="9428"/>
                    <a:pt x="13542" y="9428"/>
                  </a:cubicBezTo>
                  <a:cubicBezTo>
                    <a:pt x="13505" y="9428"/>
                    <a:pt x="13468" y="9435"/>
                    <a:pt x="13434" y="9441"/>
                  </a:cubicBezTo>
                  <a:lnTo>
                    <a:pt x="13349" y="9465"/>
                  </a:lnTo>
                  <a:lnTo>
                    <a:pt x="11839" y="9869"/>
                  </a:lnTo>
                  <a:cubicBezTo>
                    <a:pt x="11982" y="9340"/>
                    <a:pt x="12124" y="8807"/>
                    <a:pt x="12267" y="8278"/>
                  </a:cubicBezTo>
                  <a:cubicBezTo>
                    <a:pt x="12297" y="8166"/>
                    <a:pt x="12280" y="8047"/>
                    <a:pt x="12219" y="7945"/>
                  </a:cubicBezTo>
                  <a:cubicBezTo>
                    <a:pt x="11110" y="6137"/>
                    <a:pt x="11364" y="3807"/>
                    <a:pt x="12837" y="2277"/>
                  </a:cubicBezTo>
                  <a:cubicBezTo>
                    <a:pt x="13740" y="1340"/>
                    <a:pt x="14963" y="849"/>
                    <a:pt x="16200" y="849"/>
                  </a:cubicBezTo>
                  <a:close/>
                  <a:moveTo>
                    <a:pt x="13037" y="15300"/>
                  </a:moveTo>
                  <a:cubicBezTo>
                    <a:pt x="13111" y="15300"/>
                    <a:pt x="13192" y="15301"/>
                    <a:pt x="13281" y="15303"/>
                  </a:cubicBezTo>
                  <a:cubicBezTo>
                    <a:pt x="13386" y="15303"/>
                    <a:pt x="13495" y="15306"/>
                    <a:pt x="13617" y="15306"/>
                  </a:cubicBezTo>
                  <a:lnTo>
                    <a:pt x="15092" y="15306"/>
                  </a:lnTo>
                  <a:cubicBezTo>
                    <a:pt x="14987" y="15744"/>
                    <a:pt x="14845" y="16168"/>
                    <a:pt x="14665" y="16578"/>
                  </a:cubicBezTo>
                  <a:lnTo>
                    <a:pt x="13617" y="16578"/>
                  </a:lnTo>
                  <a:cubicBezTo>
                    <a:pt x="13495" y="16578"/>
                    <a:pt x="13386" y="16578"/>
                    <a:pt x="13281" y="16582"/>
                  </a:cubicBezTo>
                  <a:cubicBezTo>
                    <a:pt x="13181" y="16584"/>
                    <a:pt x="13092" y="16586"/>
                    <a:pt x="13011" y="16586"/>
                  </a:cubicBezTo>
                  <a:cubicBezTo>
                    <a:pt x="12598" y="16586"/>
                    <a:pt x="12387" y="16536"/>
                    <a:pt x="12070" y="16215"/>
                  </a:cubicBezTo>
                  <a:lnTo>
                    <a:pt x="11795" y="15944"/>
                  </a:lnTo>
                  <a:lnTo>
                    <a:pt x="12070" y="15669"/>
                  </a:lnTo>
                  <a:cubicBezTo>
                    <a:pt x="12394" y="15345"/>
                    <a:pt x="12607" y="15300"/>
                    <a:pt x="13037" y="15300"/>
                  </a:cubicBezTo>
                  <a:close/>
                  <a:moveTo>
                    <a:pt x="10083" y="8010"/>
                  </a:moveTo>
                  <a:cubicBezTo>
                    <a:pt x="10150" y="8010"/>
                    <a:pt x="10223" y="8012"/>
                    <a:pt x="10306" y="8013"/>
                  </a:cubicBezTo>
                  <a:cubicBezTo>
                    <a:pt x="10394" y="8013"/>
                    <a:pt x="10489" y="8017"/>
                    <a:pt x="10594" y="8017"/>
                  </a:cubicBezTo>
                  <a:lnTo>
                    <a:pt x="11286" y="8017"/>
                  </a:lnTo>
                  <a:cubicBezTo>
                    <a:pt x="11320" y="8081"/>
                    <a:pt x="11354" y="8149"/>
                    <a:pt x="11391" y="8213"/>
                  </a:cubicBezTo>
                  <a:cubicBezTo>
                    <a:pt x="11259" y="8705"/>
                    <a:pt x="11127" y="9197"/>
                    <a:pt x="10995" y="9692"/>
                  </a:cubicBezTo>
                  <a:cubicBezTo>
                    <a:pt x="10917" y="9977"/>
                    <a:pt x="10998" y="10283"/>
                    <a:pt x="11212" y="10489"/>
                  </a:cubicBezTo>
                  <a:cubicBezTo>
                    <a:pt x="11368" y="10646"/>
                    <a:pt x="11578" y="10729"/>
                    <a:pt x="11792" y="10729"/>
                  </a:cubicBezTo>
                  <a:cubicBezTo>
                    <a:pt x="11866" y="10729"/>
                    <a:pt x="11940" y="10720"/>
                    <a:pt x="12012" y="10700"/>
                  </a:cubicBezTo>
                  <a:lnTo>
                    <a:pt x="13484" y="10306"/>
                  </a:lnTo>
                  <a:cubicBezTo>
                    <a:pt x="13864" y="10523"/>
                    <a:pt x="14271" y="10693"/>
                    <a:pt x="14695" y="10815"/>
                  </a:cubicBezTo>
                  <a:cubicBezTo>
                    <a:pt x="14936" y="11371"/>
                    <a:pt x="15103" y="11955"/>
                    <a:pt x="15198" y="12552"/>
                  </a:cubicBezTo>
                  <a:lnTo>
                    <a:pt x="12491" y="12552"/>
                  </a:lnTo>
                  <a:cubicBezTo>
                    <a:pt x="12351" y="12552"/>
                    <a:pt x="12226" y="12552"/>
                    <a:pt x="12107" y="12555"/>
                  </a:cubicBezTo>
                  <a:cubicBezTo>
                    <a:pt x="12001" y="12557"/>
                    <a:pt x="11905" y="12559"/>
                    <a:pt x="11816" y="12559"/>
                  </a:cubicBezTo>
                  <a:cubicBezTo>
                    <a:pt x="11324" y="12559"/>
                    <a:pt x="11060" y="12503"/>
                    <a:pt x="10672" y="12118"/>
                  </a:cubicBezTo>
                  <a:lnTo>
                    <a:pt x="10011" y="11456"/>
                  </a:lnTo>
                  <a:cubicBezTo>
                    <a:pt x="9363" y="10808"/>
                    <a:pt x="8846" y="10718"/>
                    <a:pt x="8213" y="10718"/>
                  </a:cubicBezTo>
                  <a:cubicBezTo>
                    <a:pt x="8101" y="10718"/>
                    <a:pt x="7985" y="10720"/>
                    <a:pt x="7864" y="10724"/>
                  </a:cubicBezTo>
                  <a:cubicBezTo>
                    <a:pt x="7728" y="10724"/>
                    <a:pt x="7589" y="10727"/>
                    <a:pt x="7433" y="10727"/>
                  </a:cubicBezTo>
                  <a:lnTo>
                    <a:pt x="7138" y="10727"/>
                  </a:lnTo>
                  <a:cubicBezTo>
                    <a:pt x="7135" y="10727"/>
                    <a:pt x="7133" y="10727"/>
                    <a:pt x="7131" y="10727"/>
                  </a:cubicBezTo>
                  <a:cubicBezTo>
                    <a:pt x="6920" y="10727"/>
                    <a:pt x="6740" y="10882"/>
                    <a:pt x="6704" y="11090"/>
                  </a:cubicBezTo>
                  <a:cubicBezTo>
                    <a:pt x="6666" y="11344"/>
                    <a:pt x="6863" y="11575"/>
                    <a:pt x="7124" y="11575"/>
                  </a:cubicBezTo>
                  <a:lnTo>
                    <a:pt x="7433" y="11575"/>
                  </a:lnTo>
                  <a:cubicBezTo>
                    <a:pt x="7596" y="11575"/>
                    <a:pt x="7745" y="11572"/>
                    <a:pt x="7881" y="11572"/>
                  </a:cubicBezTo>
                  <a:cubicBezTo>
                    <a:pt x="8003" y="11569"/>
                    <a:pt x="8112" y="11566"/>
                    <a:pt x="8212" y="11566"/>
                  </a:cubicBezTo>
                  <a:cubicBezTo>
                    <a:pt x="8721" y="11566"/>
                    <a:pt x="8986" y="11631"/>
                    <a:pt x="9414" y="12057"/>
                  </a:cubicBezTo>
                  <a:lnTo>
                    <a:pt x="10072" y="12718"/>
                  </a:lnTo>
                  <a:cubicBezTo>
                    <a:pt x="10689" y="13332"/>
                    <a:pt x="11212" y="13407"/>
                    <a:pt x="11826" y="13407"/>
                  </a:cubicBezTo>
                  <a:cubicBezTo>
                    <a:pt x="11921" y="13407"/>
                    <a:pt x="12019" y="13407"/>
                    <a:pt x="12121" y="13403"/>
                  </a:cubicBezTo>
                  <a:cubicBezTo>
                    <a:pt x="12236" y="13403"/>
                    <a:pt x="12358" y="13400"/>
                    <a:pt x="12487" y="13400"/>
                  </a:cubicBezTo>
                  <a:lnTo>
                    <a:pt x="15259" y="13400"/>
                  </a:lnTo>
                  <a:cubicBezTo>
                    <a:pt x="15262" y="13488"/>
                    <a:pt x="15265" y="13576"/>
                    <a:pt x="15265" y="13665"/>
                  </a:cubicBezTo>
                  <a:cubicBezTo>
                    <a:pt x="15265" y="13929"/>
                    <a:pt x="15248" y="14194"/>
                    <a:pt x="15221" y="14458"/>
                  </a:cubicBezTo>
                  <a:lnTo>
                    <a:pt x="13620" y="14458"/>
                  </a:lnTo>
                  <a:cubicBezTo>
                    <a:pt x="13508" y="14458"/>
                    <a:pt x="13403" y="14458"/>
                    <a:pt x="13301" y="14455"/>
                  </a:cubicBezTo>
                  <a:cubicBezTo>
                    <a:pt x="13218" y="14454"/>
                    <a:pt x="13136" y="14452"/>
                    <a:pt x="13057" y="14452"/>
                  </a:cubicBezTo>
                  <a:cubicBezTo>
                    <a:pt x="12503" y="14452"/>
                    <a:pt x="12034" y="14514"/>
                    <a:pt x="11476" y="15069"/>
                  </a:cubicBezTo>
                  <a:lnTo>
                    <a:pt x="11029" y="15520"/>
                  </a:lnTo>
                  <a:lnTo>
                    <a:pt x="8420" y="15520"/>
                  </a:lnTo>
                  <a:cubicBezTo>
                    <a:pt x="8281" y="15520"/>
                    <a:pt x="8159" y="15523"/>
                    <a:pt x="8037" y="15523"/>
                  </a:cubicBezTo>
                  <a:cubicBezTo>
                    <a:pt x="7927" y="15526"/>
                    <a:pt x="7828" y="15528"/>
                    <a:pt x="7736" y="15528"/>
                  </a:cubicBezTo>
                  <a:cubicBezTo>
                    <a:pt x="7247" y="15528"/>
                    <a:pt x="6984" y="15471"/>
                    <a:pt x="6598" y="15082"/>
                  </a:cubicBezTo>
                  <a:lnTo>
                    <a:pt x="5937" y="14421"/>
                  </a:lnTo>
                  <a:cubicBezTo>
                    <a:pt x="5280" y="13764"/>
                    <a:pt x="4758" y="13680"/>
                    <a:pt x="4114" y="13680"/>
                  </a:cubicBezTo>
                  <a:cubicBezTo>
                    <a:pt x="4006" y="13680"/>
                    <a:pt x="3895" y="13682"/>
                    <a:pt x="3779" y="13685"/>
                  </a:cubicBezTo>
                  <a:cubicBezTo>
                    <a:pt x="3647" y="13688"/>
                    <a:pt x="3511" y="13692"/>
                    <a:pt x="3362" y="13692"/>
                  </a:cubicBezTo>
                  <a:cubicBezTo>
                    <a:pt x="3360" y="13692"/>
                    <a:pt x="3358" y="13692"/>
                    <a:pt x="3355" y="13692"/>
                  </a:cubicBezTo>
                  <a:cubicBezTo>
                    <a:pt x="3145" y="13692"/>
                    <a:pt x="2965" y="13843"/>
                    <a:pt x="2931" y="14051"/>
                  </a:cubicBezTo>
                  <a:cubicBezTo>
                    <a:pt x="2891" y="14306"/>
                    <a:pt x="3091" y="14540"/>
                    <a:pt x="3349" y="14540"/>
                  </a:cubicBezTo>
                  <a:cubicBezTo>
                    <a:pt x="3511" y="14540"/>
                    <a:pt x="3664" y="14536"/>
                    <a:pt x="3796" y="14533"/>
                  </a:cubicBezTo>
                  <a:cubicBezTo>
                    <a:pt x="3919" y="14530"/>
                    <a:pt x="4029" y="14528"/>
                    <a:pt x="4130" y="14528"/>
                  </a:cubicBezTo>
                  <a:cubicBezTo>
                    <a:pt x="4643" y="14528"/>
                    <a:pt x="4908" y="14593"/>
                    <a:pt x="5336" y="15021"/>
                  </a:cubicBezTo>
                  <a:lnTo>
                    <a:pt x="5998" y="15683"/>
                  </a:lnTo>
                  <a:cubicBezTo>
                    <a:pt x="6615" y="16300"/>
                    <a:pt x="7141" y="16375"/>
                    <a:pt x="7755" y="16375"/>
                  </a:cubicBezTo>
                  <a:cubicBezTo>
                    <a:pt x="7853" y="16375"/>
                    <a:pt x="7952" y="16375"/>
                    <a:pt x="8054" y="16371"/>
                  </a:cubicBezTo>
                  <a:cubicBezTo>
                    <a:pt x="8172" y="16371"/>
                    <a:pt x="8291" y="16368"/>
                    <a:pt x="8423" y="16368"/>
                  </a:cubicBezTo>
                  <a:lnTo>
                    <a:pt x="11029" y="16368"/>
                  </a:lnTo>
                  <a:lnTo>
                    <a:pt x="11480" y="16816"/>
                  </a:lnTo>
                  <a:cubicBezTo>
                    <a:pt x="12029" y="17369"/>
                    <a:pt x="12497" y="17433"/>
                    <a:pt x="13043" y="17433"/>
                  </a:cubicBezTo>
                  <a:cubicBezTo>
                    <a:pt x="13128" y="17433"/>
                    <a:pt x="13216" y="17433"/>
                    <a:pt x="13305" y="17430"/>
                  </a:cubicBezTo>
                  <a:cubicBezTo>
                    <a:pt x="13406" y="17430"/>
                    <a:pt x="13512" y="17426"/>
                    <a:pt x="13624" y="17426"/>
                  </a:cubicBezTo>
                  <a:lnTo>
                    <a:pt x="14207" y="17426"/>
                  </a:lnTo>
                  <a:cubicBezTo>
                    <a:pt x="13895" y="17939"/>
                    <a:pt x="13518" y="18407"/>
                    <a:pt x="13091" y="18827"/>
                  </a:cubicBezTo>
                  <a:lnTo>
                    <a:pt x="8467" y="18827"/>
                  </a:lnTo>
                  <a:cubicBezTo>
                    <a:pt x="8294" y="18827"/>
                    <a:pt x="8138" y="18831"/>
                    <a:pt x="7989" y="18831"/>
                  </a:cubicBezTo>
                  <a:cubicBezTo>
                    <a:pt x="7856" y="18833"/>
                    <a:pt x="7734" y="18836"/>
                    <a:pt x="7621" y="18836"/>
                  </a:cubicBezTo>
                  <a:cubicBezTo>
                    <a:pt x="6988" y="18836"/>
                    <a:pt x="6625" y="18763"/>
                    <a:pt x="6110" y="18251"/>
                  </a:cubicBezTo>
                  <a:lnTo>
                    <a:pt x="5282" y="17423"/>
                  </a:lnTo>
                  <a:cubicBezTo>
                    <a:pt x="4491" y="16632"/>
                    <a:pt x="3860" y="16524"/>
                    <a:pt x="3083" y="16524"/>
                  </a:cubicBezTo>
                  <a:cubicBezTo>
                    <a:pt x="2947" y="16524"/>
                    <a:pt x="2807" y="16527"/>
                    <a:pt x="2660" y="16531"/>
                  </a:cubicBezTo>
                  <a:cubicBezTo>
                    <a:pt x="2490" y="16534"/>
                    <a:pt x="2314" y="16538"/>
                    <a:pt x="2117" y="16538"/>
                  </a:cubicBezTo>
                  <a:lnTo>
                    <a:pt x="1449" y="16538"/>
                  </a:lnTo>
                  <a:cubicBezTo>
                    <a:pt x="767" y="14970"/>
                    <a:pt x="665" y="13213"/>
                    <a:pt x="1161" y="11578"/>
                  </a:cubicBezTo>
                  <a:lnTo>
                    <a:pt x="3305" y="11578"/>
                  </a:lnTo>
                  <a:cubicBezTo>
                    <a:pt x="3307" y="11578"/>
                    <a:pt x="3310" y="11578"/>
                    <a:pt x="3313" y="11578"/>
                  </a:cubicBezTo>
                  <a:cubicBezTo>
                    <a:pt x="3486" y="11578"/>
                    <a:pt x="3645" y="11471"/>
                    <a:pt x="3708" y="11310"/>
                  </a:cubicBezTo>
                  <a:cubicBezTo>
                    <a:pt x="3834" y="11015"/>
                    <a:pt x="3620" y="10690"/>
                    <a:pt x="3298" y="10686"/>
                  </a:cubicBezTo>
                  <a:lnTo>
                    <a:pt x="1483" y="10686"/>
                  </a:lnTo>
                  <a:cubicBezTo>
                    <a:pt x="1690" y="10221"/>
                    <a:pt x="1948" y="9784"/>
                    <a:pt x="2250" y="9373"/>
                  </a:cubicBezTo>
                  <a:lnTo>
                    <a:pt x="6829" y="9373"/>
                  </a:lnTo>
                  <a:cubicBezTo>
                    <a:pt x="6944" y="9373"/>
                    <a:pt x="7046" y="9373"/>
                    <a:pt x="7148" y="9377"/>
                  </a:cubicBezTo>
                  <a:cubicBezTo>
                    <a:pt x="7233" y="9377"/>
                    <a:pt x="7317" y="9380"/>
                    <a:pt x="7396" y="9380"/>
                  </a:cubicBezTo>
                  <a:cubicBezTo>
                    <a:pt x="7887" y="9380"/>
                    <a:pt x="8311" y="9316"/>
                    <a:pt x="8830" y="8797"/>
                  </a:cubicBezTo>
                  <a:lnTo>
                    <a:pt x="9319" y="8305"/>
                  </a:lnTo>
                  <a:cubicBezTo>
                    <a:pt x="9577" y="8049"/>
                    <a:pt x="9738" y="8010"/>
                    <a:pt x="10083" y="8010"/>
                  </a:cubicBezTo>
                  <a:close/>
                  <a:moveTo>
                    <a:pt x="3077" y="17370"/>
                  </a:moveTo>
                  <a:cubicBezTo>
                    <a:pt x="3745" y="17370"/>
                    <a:pt x="4111" y="17453"/>
                    <a:pt x="4678" y="18020"/>
                  </a:cubicBezTo>
                  <a:lnTo>
                    <a:pt x="5506" y="18848"/>
                  </a:lnTo>
                  <a:cubicBezTo>
                    <a:pt x="6249" y="19594"/>
                    <a:pt x="6863" y="19686"/>
                    <a:pt x="7626" y="19686"/>
                  </a:cubicBezTo>
                  <a:cubicBezTo>
                    <a:pt x="7748" y="19686"/>
                    <a:pt x="7874" y="19682"/>
                    <a:pt x="8003" y="19679"/>
                  </a:cubicBezTo>
                  <a:cubicBezTo>
                    <a:pt x="8149" y="19679"/>
                    <a:pt x="8301" y="19675"/>
                    <a:pt x="8467" y="19675"/>
                  </a:cubicBezTo>
                  <a:lnTo>
                    <a:pt x="12046" y="19675"/>
                  </a:lnTo>
                  <a:cubicBezTo>
                    <a:pt x="10818" y="20490"/>
                    <a:pt x="9434" y="20878"/>
                    <a:pt x="8067" y="20878"/>
                  </a:cubicBezTo>
                  <a:cubicBezTo>
                    <a:pt x="5627" y="20878"/>
                    <a:pt x="3239" y="19641"/>
                    <a:pt x="1880" y="17386"/>
                  </a:cubicBezTo>
                  <a:lnTo>
                    <a:pt x="2117" y="17386"/>
                  </a:lnTo>
                  <a:cubicBezTo>
                    <a:pt x="2317" y="17386"/>
                    <a:pt x="2507" y="17382"/>
                    <a:pt x="2674" y="17376"/>
                  </a:cubicBezTo>
                  <a:cubicBezTo>
                    <a:pt x="2820" y="17372"/>
                    <a:pt x="2954" y="17370"/>
                    <a:pt x="3077" y="17370"/>
                  </a:cubicBezTo>
                  <a:close/>
                  <a:moveTo>
                    <a:pt x="16198" y="1"/>
                  </a:moveTo>
                  <a:cubicBezTo>
                    <a:pt x="13159" y="1"/>
                    <a:pt x="10686" y="2474"/>
                    <a:pt x="10686" y="5513"/>
                  </a:cubicBezTo>
                  <a:cubicBezTo>
                    <a:pt x="10686" y="5693"/>
                    <a:pt x="10696" y="5869"/>
                    <a:pt x="10713" y="6046"/>
                  </a:cubicBezTo>
                  <a:cubicBezTo>
                    <a:pt x="9868" y="5750"/>
                    <a:pt x="8982" y="5598"/>
                    <a:pt x="8087" y="5598"/>
                  </a:cubicBezTo>
                  <a:cubicBezTo>
                    <a:pt x="8077" y="5598"/>
                    <a:pt x="8067" y="5598"/>
                    <a:pt x="8057" y="5598"/>
                  </a:cubicBezTo>
                  <a:cubicBezTo>
                    <a:pt x="3617" y="5598"/>
                    <a:pt x="1" y="9211"/>
                    <a:pt x="1" y="13654"/>
                  </a:cubicBezTo>
                  <a:cubicBezTo>
                    <a:pt x="1" y="18095"/>
                    <a:pt x="3617" y="21711"/>
                    <a:pt x="8057" y="21711"/>
                  </a:cubicBezTo>
                  <a:cubicBezTo>
                    <a:pt x="12501" y="21711"/>
                    <a:pt x="16113" y="18095"/>
                    <a:pt x="16113" y="13654"/>
                  </a:cubicBezTo>
                  <a:cubicBezTo>
                    <a:pt x="16117" y="12749"/>
                    <a:pt x="15964" y="11853"/>
                    <a:pt x="15666" y="10998"/>
                  </a:cubicBezTo>
                  <a:lnTo>
                    <a:pt x="15666" y="10998"/>
                  </a:lnTo>
                  <a:cubicBezTo>
                    <a:pt x="15842" y="11015"/>
                    <a:pt x="16022" y="11025"/>
                    <a:pt x="16198" y="11025"/>
                  </a:cubicBezTo>
                  <a:cubicBezTo>
                    <a:pt x="19238" y="11025"/>
                    <a:pt x="21710" y="8553"/>
                    <a:pt x="21710" y="5513"/>
                  </a:cubicBezTo>
                  <a:cubicBezTo>
                    <a:pt x="21710" y="2474"/>
                    <a:pt x="19238" y="1"/>
                    <a:pt x="1619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73"/>
            <p:cNvSpPr/>
            <p:nvPr/>
          </p:nvSpPr>
          <p:spPr>
            <a:xfrm>
              <a:off x="7317550" y="2927575"/>
              <a:ext cx="148500" cy="170925"/>
            </a:xfrm>
            <a:custGeom>
              <a:avLst/>
              <a:gdLst/>
              <a:ahLst/>
              <a:cxnLst/>
              <a:rect l="l" t="t" r="r" b="b"/>
              <a:pathLst>
                <a:path w="5940" h="6837" extrusionOk="0">
                  <a:moveTo>
                    <a:pt x="2968" y="863"/>
                  </a:moveTo>
                  <a:cubicBezTo>
                    <a:pt x="4142" y="863"/>
                    <a:pt x="5088" y="1809"/>
                    <a:pt x="5088" y="2983"/>
                  </a:cubicBezTo>
                  <a:cubicBezTo>
                    <a:pt x="5088" y="4502"/>
                    <a:pt x="3748" y="5988"/>
                    <a:pt x="2968" y="5988"/>
                  </a:cubicBezTo>
                  <a:cubicBezTo>
                    <a:pt x="2191" y="5988"/>
                    <a:pt x="848" y="4506"/>
                    <a:pt x="848" y="2983"/>
                  </a:cubicBezTo>
                  <a:cubicBezTo>
                    <a:pt x="848" y="1809"/>
                    <a:pt x="1798" y="863"/>
                    <a:pt x="2968" y="863"/>
                  </a:cubicBezTo>
                  <a:close/>
                  <a:moveTo>
                    <a:pt x="2968" y="1"/>
                  </a:moveTo>
                  <a:cubicBezTo>
                    <a:pt x="1326" y="8"/>
                    <a:pt x="0" y="1341"/>
                    <a:pt x="0" y="2983"/>
                  </a:cubicBezTo>
                  <a:cubicBezTo>
                    <a:pt x="0" y="3865"/>
                    <a:pt x="353" y="4818"/>
                    <a:pt x="963" y="5601"/>
                  </a:cubicBezTo>
                  <a:cubicBezTo>
                    <a:pt x="1567" y="6375"/>
                    <a:pt x="2317" y="6836"/>
                    <a:pt x="2968" y="6836"/>
                  </a:cubicBezTo>
                  <a:cubicBezTo>
                    <a:pt x="3623" y="6836"/>
                    <a:pt x="4373" y="6375"/>
                    <a:pt x="4976" y="5601"/>
                  </a:cubicBezTo>
                  <a:cubicBezTo>
                    <a:pt x="5587" y="4818"/>
                    <a:pt x="5936" y="3865"/>
                    <a:pt x="5936" y="2983"/>
                  </a:cubicBezTo>
                  <a:cubicBezTo>
                    <a:pt x="5940" y="1341"/>
                    <a:pt x="4610" y="8"/>
                    <a:pt x="29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73"/>
            <p:cNvSpPr/>
            <p:nvPr/>
          </p:nvSpPr>
          <p:spPr>
            <a:xfrm>
              <a:off x="7348750" y="3003225"/>
              <a:ext cx="39450" cy="28350"/>
            </a:xfrm>
            <a:custGeom>
              <a:avLst/>
              <a:gdLst/>
              <a:ahLst/>
              <a:cxnLst/>
              <a:rect l="l" t="t" r="r" b="b"/>
              <a:pathLst>
                <a:path w="1578" h="1134" extrusionOk="0">
                  <a:moveTo>
                    <a:pt x="424" y="1"/>
                  </a:moveTo>
                  <a:cubicBezTo>
                    <a:pt x="187" y="1"/>
                    <a:pt x="0" y="191"/>
                    <a:pt x="0" y="425"/>
                  </a:cubicBezTo>
                  <a:cubicBezTo>
                    <a:pt x="0" y="659"/>
                    <a:pt x="187" y="849"/>
                    <a:pt x="424" y="849"/>
                  </a:cubicBezTo>
                  <a:cubicBezTo>
                    <a:pt x="570" y="849"/>
                    <a:pt x="709" y="906"/>
                    <a:pt x="814" y="1012"/>
                  </a:cubicBezTo>
                  <a:cubicBezTo>
                    <a:pt x="896" y="1093"/>
                    <a:pt x="1004" y="1134"/>
                    <a:pt x="1112" y="1134"/>
                  </a:cubicBezTo>
                  <a:cubicBezTo>
                    <a:pt x="1220" y="1134"/>
                    <a:pt x="1328" y="1093"/>
                    <a:pt x="1412" y="1012"/>
                  </a:cubicBezTo>
                  <a:cubicBezTo>
                    <a:pt x="1578" y="845"/>
                    <a:pt x="1578" y="577"/>
                    <a:pt x="1412" y="411"/>
                  </a:cubicBezTo>
                  <a:cubicBezTo>
                    <a:pt x="1150" y="147"/>
                    <a:pt x="794" y="1"/>
                    <a:pt x="4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73"/>
            <p:cNvSpPr/>
            <p:nvPr/>
          </p:nvSpPr>
          <p:spPr>
            <a:xfrm>
              <a:off x="7395300" y="3003225"/>
              <a:ext cx="39550" cy="28350"/>
            </a:xfrm>
            <a:custGeom>
              <a:avLst/>
              <a:gdLst/>
              <a:ahLst/>
              <a:cxnLst/>
              <a:rect l="l" t="t" r="r" b="b"/>
              <a:pathLst>
                <a:path w="1582" h="1134" extrusionOk="0">
                  <a:moveTo>
                    <a:pt x="1157" y="1"/>
                  </a:moveTo>
                  <a:cubicBezTo>
                    <a:pt x="784" y="1"/>
                    <a:pt x="428" y="147"/>
                    <a:pt x="167" y="411"/>
                  </a:cubicBezTo>
                  <a:cubicBezTo>
                    <a:pt x="1" y="577"/>
                    <a:pt x="1" y="845"/>
                    <a:pt x="167" y="1012"/>
                  </a:cubicBezTo>
                  <a:cubicBezTo>
                    <a:pt x="250" y="1093"/>
                    <a:pt x="359" y="1134"/>
                    <a:pt x="467" y="1134"/>
                  </a:cubicBezTo>
                  <a:cubicBezTo>
                    <a:pt x="576" y="1134"/>
                    <a:pt x="684" y="1093"/>
                    <a:pt x="767" y="1012"/>
                  </a:cubicBezTo>
                  <a:cubicBezTo>
                    <a:pt x="869" y="906"/>
                    <a:pt x="1012" y="849"/>
                    <a:pt x="1157" y="849"/>
                  </a:cubicBezTo>
                  <a:cubicBezTo>
                    <a:pt x="1391" y="849"/>
                    <a:pt x="1581" y="659"/>
                    <a:pt x="1581" y="425"/>
                  </a:cubicBezTo>
                  <a:cubicBezTo>
                    <a:pt x="1581" y="191"/>
                    <a:pt x="1391" y="1"/>
                    <a:pt x="11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73"/>
            <p:cNvSpPr/>
            <p:nvPr/>
          </p:nvSpPr>
          <p:spPr>
            <a:xfrm>
              <a:off x="7104100" y="3143400"/>
              <a:ext cx="25700" cy="21300"/>
            </a:xfrm>
            <a:custGeom>
              <a:avLst/>
              <a:gdLst/>
              <a:ahLst/>
              <a:cxnLst/>
              <a:rect l="l" t="t" r="r" b="b"/>
              <a:pathLst>
                <a:path w="1028" h="852" extrusionOk="0">
                  <a:moveTo>
                    <a:pt x="512" y="1"/>
                  </a:moveTo>
                  <a:cubicBezTo>
                    <a:pt x="353" y="1"/>
                    <a:pt x="203" y="96"/>
                    <a:pt x="139" y="242"/>
                  </a:cubicBezTo>
                  <a:cubicBezTo>
                    <a:pt x="0" y="539"/>
                    <a:pt x="231" y="852"/>
                    <a:pt x="525" y="852"/>
                  </a:cubicBezTo>
                  <a:cubicBezTo>
                    <a:pt x="576" y="852"/>
                    <a:pt x="629" y="842"/>
                    <a:pt x="682" y="822"/>
                  </a:cubicBezTo>
                  <a:cubicBezTo>
                    <a:pt x="794" y="781"/>
                    <a:pt x="885" y="690"/>
                    <a:pt x="923" y="574"/>
                  </a:cubicBezTo>
                  <a:cubicBezTo>
                    <a:pt x="1028" y="296"/>
                    <a:pt x="821" y="1"/>
                    <a:pt x="5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5" name="Google Shape;3925;p73"/>
          <p:cNvGrpSpPr/>
          <p:nvPr/>
        </p:nvGrpSpPr>
        <p:grpSpPr>
          <a:xfrm>
            <a:off x="7641488" y="3425350"/>
            <a:ext cx="381650" cy="542700"/>
            <a:chOff x="7880975" y="2875250"/>
            <a:chExt cx="381650" cy="542700"/>
          </a:xfrm>
        </p:grpSpPr>
        <p:sp>
          <p:nvSpPr>
            <p:cNvPr id="3926" name="Google Shape;3926;p73"/>
            <p:cNvSpPr/>
            <p:nvPr/>
          </p:nvSpPr>
          <p:spPr>
            <a:xfrm>
              <a:off x="7939075" y="2946100"/>
              <a:ext cx="45900" cy="54150"/>
            </a:xfrm>
            <a:custGeom>
              <a:avLst/>
              <a:gdLst/>
              <a:ahLst/>
              <a:cxnLst/>
              <a:rect l="l" t="t" r="r" b="b"/>
              <a:pathLst>
                <a:path w="1836" h="2166" extrusionOk="0">
                  <a:moveTo>
                    <a:pt x="1365" y="1"/>
                  </a:moveTo>
                  <a:cubicBezTo>
                    <a:pt x="1265" y="1"/>
                    <a:pt x="1164" y="36"/>
                    <a:pt x="1082" y="108"/>
                  </a:cubicBezTo>
                  <a:cubicBezTo>
                    <a:pt x="631" y="508"/>
                    <a:pt x="289" y="1017"/>
                    <a:pt x="89" y="1587"/>
                  </a:cubicBezTo>
                  <a:cubicBezTo>
                    <a:pt x="0" y="1807"/>
                    <a:pt x="112" y="2058"/>
                    <a:pt x="336" y="2140"/>
                  </a:cubicBezTo>
                  <a:cubicBezTo>
                    <a:pt x="384" y="2157"/>
                    <a:pt x="433" y="2166"/>
                    <a:pt x="481" y="2166"/>
                  </a:cubicBezTo>
                  <a:cubicBezTo>
                    <a:pt x="658" y="2166"/>
                    <a:pt x="824" y="2055"/>
                    <a:pt x="886" y="1879"/>
                  </a:cubicBezTo>
                  <a:cubicBezTo>
                    <a:pt x="1038" y="1441"/>
                    <a:pt x="1300" y="1051"/>
                    <a:pt x="1646" y="742"/>
                  </a:cubicBezTo>
                  <a:cubicBezTo>
                    <a:pt x="1822" y="586"/>
                    <a:pt x="1835" y="318"/>
                    <a:pt x="1683" y="142"/>
                  </a:cubicBezTo>
                  <a:cubicBezTo>
                    <a:pt x="1599" y="49"/>
                    <a:pt x="1482" y="1"/>
                    <a:pt x="13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73"/>
            <p:cNvSpPr/>
            <p:nvPr/>
          </p:nvSpPr>
          <p:spPr>
            <a:xfrm>
              <a:off x="7880975" y="2875250"/>
              <a:ext cx="381650" cy="542700"/>
            </a:xfrm>
            <a:custGeom>
              <a:avLst/>
              <a:gdLst/>
              <a:ahLst/>
              <a:cxnLst/>
              <a:rect l="l" t="t" r="r" b="b"/>
              <a:pathLst>
                <a:path w="15266" h="21708" extrusionOk="0">
                  <a:moveTo>
                    <a:pt x="7630" y="839"/>
                  </a:moveTo>
                  <a:cubicBezTo>
                    <a:pt x="10191" y="839"/>
                    <a:pt x="12084" y="1616"/>
                    <a:pt x="13105" y="3088"/>
                  </a:cubicBezTo>
                  <a:cubicBezTo>
                    <a:pt x="14173" y="4628"/>
                    <a:pt x="14272" y="6914"/>
                    <a:pt x="13403" y="9743"/>
                  </a:cubicBezTo>
                  <a:cubicBezTo>
                    <a:pt x="13295" y="9394"/>
                    <a:pt x="13240" y="9041"/>
                    <a:pt x="13308" y="8661"/>
                  </a:cubicBezTo>
                  <a:cubicBezTo>
                    <a:pt x="13352" y="8434"/>
                    <a:pt x="13200" y="8213"/>
                    <a:pt x="12969" y="8169"/>
                  </a:cubicBezTo>
                  <a:cubicBezTo>
                    <a:pt x="12944" y="8165"/>
                    <a:pt x="12919" y="8163"/>
                    <a:pt x="12894" y="8163"/>
                  </a:cubicBezTo>
                  <a:cubicBezTo>
                    <a:pt x="12695" y="8163"/>
                    <a:pt x="12516" y="8303"/>
                    <a:pt x="12477" y="8505"/>
                  </a:cubicBezTo>
                  <a:cubicBezTo>
                    <a:pt x="12314" y="9367"/>
                    <a:pt x="12606" y="10086"/>
                    <a:pt x="12864" y="10720"/>
                  </a:cubicBezTo>
                  <a:cubicBezTo>
                    <a:pt x="13064" y="11209"/>
                    <a:pt x="13234" y="11629"/>
                    <a:pt x="13172" y="12026"/>
                  </a:cubicBezTo>
                  <a:cubicBezTo>
                    <a:pt x="13098" y="12518"/>
                    <a:pt x="12681" y="12786"/>
                    <a:pt x="12002" y="13183"/>
                  </a:cubicBezTo>
                  <a:cubicBezTo>
                    <a:pt x="11619" y="13407"/>
                    <a:pt x="11229" y="13637"/>
                    <a:pt x="10879" y="13960"/>
                  </a:cubicBezTo>
                  <a:cubicBezTo>
                    <a:pt x="10499" y="14306"/>
                    <a:pt x="10415" y="14784"/>
                    <a:pt x="10330" y="15245"/>
                  </a:cubicBezTo>
                  <a:cubicBezTo>
                    <a:pt x="10160" y="16161"/>
                    <a:pt x="10018" y="16951"/>
                    <a:pt x="7630" y="16951"/>
                  </a:cubicBezTo>
                  <a:cubicBezTo>
                    <a:pt x="5242" y="16951"/>
                    <a:pt x="5096" y="16161"/>
                    <a:pt x="4929" y="15245"/>
                  </a:cubicBezTo>
                  <a:cubicBezTo>
                    <a:pt x="4845" y="14784"/>
                    <a:pt x="4756" y="14306"/>
                    <a:pt x="4377" y="13960"/>
                  </a:cubicBezTo>
                  <a:lnTo>
                    <a:pt x="4377" y="13956"/>
                  </a:lnTo>
                  <a:cubicBezTo>
                    <a:pt x="4027" y="13634"/>
                    <a:pt x="3634" y="13407"/>
                    <a:pt x="3257" y="13183"/>
                  </a:cubicBezTo>
                  <a:cubicBezTo>
                    <a:pt x="2579" y="12783"/>
                    <a:pt x="2158" y="12515"/>
                    <a:pt x="2083" y="12026"/>
                  </a:cubicBezTo>
                  <a:cubicBezTo>
                    <a:pt x="2022" y="11629"/>
                    <a:pt x="2195" y="11205"/>
                    <a:pt x="2392" y="10717"/>
                  </a:cubicBezTo>
                  <a:cubicBezTo>
                    <a:pt x="2650" y="10082"/>
                    <a:pt x="2945" y="9363"/>
                    <a:pt x="2782" y="8505"/>
                  </a:cubicBezTo>
                  <a:cubicBezTo>
                    <a:pt x="2743" y="8302"/>
                    <a:pt x="2567" y="8162"/>
                    <a:pt x="2368" y="8162"/>
                  </a:cubicBezTo>
                  <a:cubicBezTo>
                    <a:pt x="2341" y="8162"/>
                    <a:pt x="2314" y="8164"/>
                    <a:pt x="2287" y="8169"/>
                  </a:cubicBezTo>
                  <a:cubicBezTo>
                    <a:pt x="2060" y="8210"/>
                    <a:pt x="1907" y="8430"/>
                    <a:pt x="1948" y="8661"/>
                  </a:cubicBezTo>
                  <a:cubicBezTo>
                    <a:pt x="2019" y="9038"/>
                    <a:pt x="1961" y="9390"/>
                    <a:pt x="1853" y="9740"/>
                  </a:cubicBezTo>
                  <a:cubicBezTo>
                    <a:pt x="988" y="6911"/>
                    <a:pt x="1086" y="4628"/>
                    <a:pt x="2155" y="3084"/>
                  </a:cubicBezTo>
                  <a:cubicBezTo>
                    <a:pt x="3172" y="1616"/>
                    <a:pt x="5065" y="839"/>
                    <a:pt x="7630" y="839"/>
                  </a:cubicBezTo>
                  <a:close/>
                  <a:moveTo>
                    <a:pt x="9512" y="17559"/>
                  </a:moveTo>
                  <a:cubicBezTo>
                    <a:pt x="10021" y="18332"/>
                    <a:pt x="10971" y="18597"/>
                    <a:pt x="11894" y="18854"/>
                  </a:cubicBezTo>
                  <a:cubicBezTo>
                    <a:pt x="13128" y="19200"/>
                    <a:pt x="14207" y="19499"/>
                    <a:pt x="14387" y="20863"/>
                  </a:cubicBezTo>
                  <a:lnTo>
                    <a:pt x="872" y="20863"/>
                  </a:lnTo>
                  <a:cubicBezTo>
                    <a:pt x="1052" y="19499"/>
                    <a:pt x="2131" y="19200"/>
                    <a:pt x="3362" y="18858"/>
                  </a:cubicBezTo>
                  <a:cubicBezTo>
                    <a:pt x="4288" y="18600"/>
                    <a:pt x="5242" y="18332"/>
                    <a:pt x="5747" y="17559"/>
                  </a:cubicBezTo>
                  <a:cubicBezTo>
                    <a:pt x="6246" y="17728"/>
                    <a:pt x="6870" y="17810"/>
                    <a:pt x="7630" y="17810"/>
                  </a:cubicBezTo>
                  <a:cubicBezTo>
                    <a:pt x="8386" y="17810"/>
                    <a:pt x="9010" y="17725"/>
                    <a:pt x="9512" y="17559"/>
                  </a:cubicBezTo>
                  <a:close/>
                  <a:moveTo>
                    <a:pt x="7630" y="1"/>
                  </a:moveTo>
                  <a:cubicBezTo>
                    <a:pt x="4777" y="1"/>
                    <a:pt x="2643" y="907"/>
                    <a:pt x="1459" y="2616"/>
                  </a:cubicBezTo>
                  <a:cubicBezTo>
                    <a:pt x="109" y="4567"/>
                    <a:pt x="82" y="7464"/>
                    <a:pt x="1381" y="11008"/>
                  </a:cubicBezTo>
                  <a:cubicBezTo>
                    <a:pt x="1259" y="11378"/>
                    <a:pt x="1185" y="11762"/>
                    <a:pt x="1249" y="12169"/>
                  </a:cubicBezTo>
                  <a:cubicBezTo>
                    <a:pt x="1388" y="13081"/>
                    <a:pt x="2121" y="13512"/>
                    <a:pt x="2826" y="13926"/>
                  </a:cubicBezTo>
                  <a:cubicBezTo>
                    <a:pt x="3169" y="14126"/>
                    <a:pt x="3522" y="14336"/>
                    <a:pt x="3807" y="14597"/>
                  </a:cubicBezTo>
                  <a:cubicBezTo>
                    <a:pt x="3976" y="14750"/>
                    <a:pt x="4031" y="15055"/>
                    <a:pt x="4095" y="15411"/>
                  </a:cubicBezTo>
                  <a:cubicBezTo>
                    <a:pt x="4187" y="15910"/>
                    <a:pt x="4302" y="16534"/>
                    <a:pt x="4818" y="17023"/>
                  </a:cubicBezTo>
                  <a:cubicBezTo>
                    <a:pt x="4872" y="17074"/>
                    <a:pt x="4926" y="17121"/>
                    <a:pt x="4987" y="17165"/>
                  </a:cubicBezTo>
                  <a:cubicBezTo>
                    <a:pt x="4628" y="17623"/>
                    <a:pt x="3929" y="17820"/>
                    <a:pt x="3138" y="18040"/>
                  </a:cubicBezTo>
                  <a:cubicBezTo>
                    <a:pt x="1737" y="18427"/>
                    <a:pt x="1" y="18912"/>
                    <a:pt x="1" y="21283"/>
                  </a:cubicBezTo>
                  <a:cubicBezTo>
                    <a:pt x="1" y="21517"/>
                    <a:pt x="191" y="21707"/>
                    <a:pt x="425" y="21707"/>
                  </a:cubicBezTo>
                  <a:lnTo>
                    <a:pt x="14841" y="21707"/>
                  </a:lnTo>
                  <a:cubicBezTo>
                    <a:pt x="15075" y="21707"/>
                    <a:pt x="15265" y="21517"/>
                    <a:pt x="15265" y="21283"/>
                  </a:cubicBezTo>
                  <a:cubicBezTo>
                    <a:pt x="15265" y="18912"/>
                    <a:pt x="13525" y="18427"/>
                    <a:pt x="12128" y="18037"/>
                  </a:cubicBezTo>
                  <a:lnTo>
                    <a:pt x="12124" y="18040"/>
                  </a:lnTo>
                  <a:cubicBezTo>
                    <a:pt x="11331" y="17816"/>
                    <a:pt x="10632" y="17623"/>
                    <a:pt x="10276" y="17165"/>
                  </a:cubicBezTo>
                  <a:cubicBezTo>
                    <a:pt x="10333" y="17121"/>
                    <a:pt x="10391" y="17074"/>
                    <a:pt x="10445" y="17023"/>
                  </a:cubicBezTo>
                  <a:cubicBezTo>
                    <a:pt x="10957" y="16531"/>
                    <a:pt x="11073" y="15910"/>
                    <a:pt x="11164" y="15411"/>
                  </a:cubicBezTo>
                  <a:cubicBezTo>
                    <a:pt x="11229" y="15059"/>
                    <a:pt x="11286" y="14750"/>
                    <a:pt x="11453" y="14597"/>
                  </a:cubicBezTo>
                  <a:cubicBezTo>
                    <a:pt x="11738" y="14336"/>
                    <a:pt x="12090" y="14129"/>
                    <a:pt x="12433" y="13926"/>
                  </a:cubicBezTo>
                  <a:cubicBezTo>
                    <a:pt x="13142" y="13512"/>
                    <a:pt x="13875" y="13078"/>
                    <a:pt x="14014" y="12169"/>
                  </a:cubicBezTo>
                  <a:cubicBezTo>
                    <a:pt x="14075" y="11762"/>
                    <a:pt x="14000" y="11378"/>
                    <a:pt x="13878" y="11008"/>
                  </a:cubicBezTo>
                  <a:cubicBezTo>
                    <a:pt x="15177" y="7464"/>
                    <a:pt x="15154" y="4567"/>
                    <a:pt x="13803" y="2616"/>
                  </a:cubicBezTo>
                  <a:cubicBezTo>
                    <a:pt x="12616" y="907"/>
                    <a:pt x="10482" y="1"/>
                    <a:pt x="763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73"/>
            <p:cNvSpPr/>
            <p:nvPr/>
          </p:nvSpPr>
          <p:spPr>
            <a:xfrm>
              <a:off x="8081375" y="3119075"/>
              <a:ext cx="106625" cy="86600"/>
            </a:xfrm>
            <a:custGeom>
              <a:avLst/>
              <a:gdLst/>
              <a:ahLst/>
              <a:cxnLst/>
              <a:rect l="l" t="t" r="r" b="b"/>
              <a:pathLst>
                <a:path w="4265" h="3464" extrusionOk="0">
                  <a:moveTo>
                    <a:pt x="2323" y="847"/>
                  </a:moveTo>
                  <a:cubicBezTo>
                    <a:pt x="2812" y="847"/>
                    <a:pt x="3167" y="1284"/>
                    <a:pt x="3342" y="1557"/>
                  </a:cubicBezTo>
                  <a:cubicBezTo>
                    <a:pt x="3023" y="2097"/>
                    <a:pt x="2623" y="2446"/>
                    <a:pt x="2165" y="2565"/>
                  </a:cubicBezTo>
                  <a:cubicBezTo>
                    <a:pt x="2042" y="2598"/>
                    <a:pt x="1915" y="2614"/>
                    <a:pt x="1786" y="2614"/>
                  </a:cubicBezTo>
                  <a:cubicBezTo>
                    <a:pt x="1492" y="2614"/>
                    <a:pt x="1184" y="2529"/>
                    <a:pt x="872" y="2361"/>
                  </a:cubicBezTo>
                  <a:cubicBezTo>
                    <a:pt x="984" y="1785"/>
                    <a:pt x="1493" y="1062"/>
                    <a:pt x="2073" y="886"/>
                  </a:cubicBezTo>
                  <a:lnTo>
                    <a:pt x="2070" y="886"/>
                  </a:lnTo>
                  <a:cubicBezTo>
                    <a:pt x="2157" y="859"/>
                    <a:pt x="2242" y="847"/>
                    <a:pt x="2323" y="847"/>
                  </a:cubicBezTo>
                  <a:close/>
                  <a:moveTo>
                    <a:pt x="2317" y="1"/>
                  </a:moveTo>
                  <a:cubicBezTo>
                    <a:pt x="2153" y="1"/>
                    <a:pt x="1987" y="25"/>
                    <a:pt x="1822" y="75"/>
                  </a:cubicBezTo>
                  <a:cubicBezTo>
                    <a:pt x="777" y="394"/>
                    <a:pt x="0" y="1666"/>
                    <a:pt x="0" y="2589"/>
                  </a:cubicBezTo>
                  <a:cubicBezTo>
                    <a:pt x="0" y="2731"/>
                    <a:pt x="72" y="2863"/>
                    <a:pt x="190" y="2945"/>
                  </a:cubicBezTo>
                  <a:cubicBezTo>
                    <a:pt x="716" y="3287"/>
                    <a:pt x="1259" y="3464"/>
                    <a:pt x="1785" y="3464"/>
                  </a:cubicBezTo>
                  <a:cubicBezTo>
                    <a:pt x="1985" y="3464"/>
                    <a:pt x="2185" y="3437"/>
                    <a:pt x="2382" y="3386"/>
                  </a:cubicBezTo>
                  <a:cubicBezTo>
                    <a:pt x="3128" y="3186"/>
                    <a:pt x="3759" y="2619"/>
                    <a:pt x="4203" y="1744"/>
                  </a:cubicBezTo>
                  <a:cubicBezTo>
                    <a:pt x="4264" y="1625"/>
                    <a:pt x="4264" y="1483"/>
                    <a:pt x="4203" y="1361"/>
                  </a:cubicBezTo>
                  <a:cubicBezTo>
                    <a:pt x="3765" y="494"/>
                    <a:pt x="3058" y="1"/>
                    <a:pt x="231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73"/>
            <p:cNvSpPr/>
            <p:nvPr/>
          </p:nvSpPr>
          <p:spPr>
            <a:xfrm>
              <a:off x="7955350" y="3119075"/>
              <a:ext cx="106700" cy="86600"/>
            </a:xfrm>
            <a:custGeom>
              <a:avLst/>
              <a:gdLst/>
              <a:ahLst/>
              <a:cxnLst/>
              <a:rect l="l" t="t" r="r" b="b"/>
              <a:pathLst>
                <a:path w="4268" h="3464" extrusionOk="0">
                  <a:moveTo>
                    <a:pt x="1944" y="847"/>
                  </a:moveTo>
                  <a:cubicBezTo>
                    <a:pt x="2024" y="847"/>
                    <a:pt x="2108" y="859"/>
                    <a:pt x="2195" y="886"/>
                  </a:cubicBezTo>
                  <a:cubicBezTo>
                    <a:pt x="2775" y="1062"/>
                    <a:pt x="3284" y="1785"/>
                    <a:pt x="3396" y="2361"/>
                  </a:cubicBezTo>
                  <a:cubicBezTo>
                    <a:pt x="3085" y="2529"/>
                    <a:pt x="2777" y="2614"/>
                    <a:pt x="2482" y="2614"/>
                  </a:cubicBezTo>
                  <a:cubicBezTo>
                    <a:pt x="2353" y="2614"/>
                    <a:pt x="2227" y="2598"/>
                    <a:pt x="2104" y="2565"/>
                  </a:cubicBezTo>
                  <a:cubicBezTo>
                    <a:pt x="1646" y="2446"/>
                    <a:pt x="1242" y="2097"/>
                    <a:pt x="923" y="1557"/>
                  </a:cubicBezTo>
                  <a:cubicBezTo>
                    <a:pt x="1101" y="1284"/>
                    <a:pt x="1456" y="847"/>
                    <a:pt x="1944" y="847"/>
                  </a:cubicBezTo>
                  <a:close/>
                  <a:moveTo>
                    <a:pt x="1948" y="1"/>
                  </a:moveTo>
                  <a:cubicBezTo>
                    <a:pt x="1208" y="1"/>
                    <a:pt x="503" y="494"/>
                    <a:pt x="62" y="1361"/>
                  </a:cubicBezTo>
                  <a:cubicBezTo>
                    <a:pt x="1" y="1483"/>
                    <a:pt x="1" y="1625"/>
                    <a:pt x="62" y="1744"/>
                  </a:cubicBezTo>
                  <a:cubicBezTo>
                    <a:pt x="506" y="2619"/>
                    <a:pt x="1137" y="3186"/>
                    <a:pt x="1887" y="3386"/>
                  </a:cubicBezTo>
                  <a:cubicBezTo>
                    <a:pt x="2080" y="3437"/>
                    <a:pt x="2280" y="3464"/>
                    <a:pt x="2484" y="3464"/>
                  </a:cubicBezTo>
                  <a:cubicBezTo>
                    <a:pt x="3009" y="3464"/>
                    <a:pt x="3549" y="3287"/>
                    <a:pt x="4075" y="2945"/>
                  </a:cubicBezTo>
                  <a:cubicBezTo>
                    <a:pt x="4197" y="2867"/>
                    <a:pt x="4268" y="2731"/>
                    <a:pt x="4268" y="2589"/>
                  </a:cubicBezTo>
                  <a:cubicBezTo>
                    <a:pt x="4268" y="1666"/>
                    <a:pt x="3488" y="394"/>
                    <a:pt x="2443" y="75"/>
                  </a:cubicBezTo>
                  <a:cubicBezTo>
                    <a:pt x="2278" y="25"/>
                    <a:pt x="2112" y="1"/>
                    <a:pt x="19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73"/>
            <p:cNvSpPr/>
            <p:nvPr/>
          </p:nvSpPr>
          <p:spPr>
            <a:xfrm>
              <a:off x="8037625" y="3216600"/>
              <a:ext cx="67950" cy="30525"/>
            </a:xfrm>
            <a:custGeom>
              <a:avLst/>
              <a:gdLst/>
              <a:ahLst/>
              <a:cxnLst/>
              <a:rect l="l" t="t" r="r" b="b"/>
              <a:pathLst>
                <a:path w="2718" h="1221" extrusionOk="0">
                  <a:moveTo>
                    <a:pt x="1362" y="0"/>
                  </a:moveTo>
                  <a:cubicBezTo>
                    <a:pt x="929" y="0"/>
                    <a:pt x="495" y="167"/>
                    <a:pt x="166" y="499"/>
                  </a:cubicBezTo>
                  <a:cubicBezTo>
                    <a:pt x="0" y="665"/>
                    <a:pt x="0" y="933"/>
                    <a:pt x="166" y="1099"/>
                  </a:cubicBezTo>
                  <a:lnTo>
                    <a:pt x="170" y="1096"/>
                  </a:lnTo>
                  <a:cubicBezTo>
                    <a:pt x="251" y="1179"/>
                    <a:pt x="359" y="1221"/>
                    <a:pt x="467" y="1221"/>
                  </a:cubicBezTo>
                  <a:cubicBezTo>
                    <a:pt x="575" y="1221"/>
                    <a:pt x="684" y="1179"/>
                    <a:pt x="767" y="1096"/>
                  </a:cubicBezTo>
                  <a:cubicBezTo>
                    <a:pt x="931" y="931"/>
                    <a:pt x="1147" y="849"/>
                    <a:pt x="1362" y="849"/>
                  </a:cubicBezTo>
                  <a:cubicBezTo>
                    <a:pt x="1577" y="849"/>
                    <a:pt x="1793" y="931"/>
                    <a:pt x="1957" y="1096"/>
                  </a:cubicBezTo>
                  <a:cubicBezTo>
                    <a:pt x="2040" y="1177"/>
                    <a:pt x="2146" y="1216"/>
                    <a:pt x="2252" y="1216"/>
                  </a:cubicBezTo>
                  <a:cubicBezTo>
                    <a:pt x="2360" y="1216"/>
                    <a:pt x="2469" y="1175"/>
                    <a:pt x="2551" y="1093"/>
                  </a:cubicBezTo>
                  <a:cubicBezTo>
                    <a:pt x="2714" y="930"/>
                    <a:pt x="2717" y="665"/>
                    <a:pt x="2558" y="499"/>
                  </a:cubicBezTo>
                  <a:cubicBezTo>
                    <a:pt x="2229" y="167"/>
                    <a:pt x="1795" y="0"/>
                    <a:pt x="136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73"/>
            <p:cNvSpPr/>
            <p:nvPr/>
          </p:nvSpPr>
          <p:spPr>
            <a:xfrm>
              <a:off x="8002425" y="2924025"/>
              <a:ext cx="26725" cy="21225"/>
            </a:xfrm>
            <a:custGeom>
              <a:avLst/>
              <a:gdLst/>
              <a:ahLst/>
              <a:cxnLst/>
              <a:rect l="l" t="t" r="r" b="b"/>
              <a:pathLst>
                <a:path w="1069" h="849" extrusionOk="0">
                  <a:moveTo>
                    <a:pt x="569" y="0"/>
                  </a:moveTo>
                  <a:cubicBezTo>
                    <a:pt x="566" y="0"/>
                    <a:pt x="563" y="0"/>
                    <a:pt x="560" y="0"/>
                  </a:cubicBezTo>
                  <a:lnTo>
                    <a:pt x="509" y="0"/>
                  </a:lnTo>
                  <a:cubicBezTo>
                    <a:pt x="506" y="0"/>
                    <a:pt x="503" y="0"/>
                    <a:pt x="501" y="0"/>
                  </a:cubicBezTo>
                  <a:cubicBezTo>
                    <a:pt x="351" y="0"/>
                    <a:pt x="213" y="88"/>
                    <a:pt x="146" y="224"/>
                  </a:cubicBezTo>
                  <a:cubicBezTo>
                    <a:pt x="0" y="506"/>
                    <a:pt x="204" y="845"/>
                    <a:pt x="526" y="848"/>
                  </a:cubicBezTo>
                  <a:cubicBezTo>
                    <a:pt x="835" y="848"/>
                    <a:pt x="1069" y="513"/>
                    <a:pt x="882" y="184"/>
                  </a:cubicBezTo>
                  <a:cubicBezTo>
                    <a:pt x="819" y="71"/>
                    <a:pt x="698" y="0"/>
                    <a:pt x="56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2" name="Google Shape;3932;p73"/>
          <p:cNvGrpSpPr/>
          <p:nvPr/>
        </p:nvGrpSpPr>
        <p:grpSpPr>
          <a:xfrm>
            <a:off x="1903094" y="3425313"/>
            <a:ext cx="474425" cy="542775"/>
            <a:chOff x="2140225" y="2875175"/>
            <a:chExt cx="474425" cy="542775"/>
          </a:xfrm>
        </p:grpSpPr>
        <p:sp>
          <p:nvSpPr>
            <p:cNvPr id="3933" name="Google Shape;3933;p73"/>
            <p:cNvSpPr/>
            <p:nvPr/>
          </p:nvSpPr>
          <p:spPr>
            <a:xfrm>
              <a:off x="2140225" y="2875175"/>
              <a:ext cx="474425" cy="542775"/>
            </a:xfrm>
            <a:custGeom>
              <a:avLst/>
              <a:gdLst/>
              <a:ahLst/>
              <a:cxnLst/>
              <a:rect l="l" t="t" r="r" b="b"/>
              <a:pathLst>
                <a:path w="18977" h="21711" extrusionOk="0">
                  <a:moveTo>
                    <a:pt x="9489" y="852"/>
                  </a:moveTo>
                  <a:cubicBezTo>
                    <a:pt x="12762" y="852"/>
                    <a:pt x="15425" y="3515"/>
                    <a:pt x="15425" y="6788"/>
                  </a:cubicBezTo>
                  <a:cubicBezTo>
                    <a:pt x="15425" y="7667"/>
                    <a:pt x="15228" y="8535"/>
                    <a:pt x="14852" y="9332"/>
                  </a:cubicBezTo>
                  <a:lnTo>
                    <a:pt x="14584" y="9332"/>
                  </a:lnTo>
                  <a:cubicBezTo>
                    <a:pt x="14509" y="8403"/>
                    <a:pt x="14112" y="7555"/>
                    <a:pt x="13396" y="6802"/>
                  </a:cubicBezTo>
                  <a:cubicBezTo>
                    <a:pt x="13413" y="6636"/>
                    <a:pt x="13424" y="6463"/>
                    <a:pt x="13424" y="6293"/>
                  </a:cubicBezTo>
                  <a:cubicBezTo>
                    <a:pt x="13424" y="3847"/>
                    <a:pt x="11042" y="1859"/>
                    <a:pt x="9489" y="1859"/>
                  </a:cubicBezTo>
                  <a:cubicBezTo>
                    <a:pt x="7935" y="1859"/>
                    <a:pt x="5557" y="3847"/>
                    <a:pt x="5557" y="6293"/>
                  </a:cubicBezTo>
                  <a:cubicBezTo>
                    <a:pt x="5557" y="6463"/>
                    <a:pt x="5564" y="6636"/>
                    <a:pt x="5581" y="6802"/>
                  </a:cubicBezTo>
                  <a:cubicBezTo>
                    <a:pt x="4865" y="7555"/>
                    <a:pt x="4468" y="8403"/>
                    <a:pt x="4394" y="9332"/>
                  </a:cubicBezTo>
                  <a:lnTo>
                    <a:pt x="4126" y="9332"/>
                  </a:lnTo>
                  <a:cubicBezTo>
                    <a:pt x="3749" y="8535"/>
                    <a:pt x="3556" y="7667"/>
                    <a:pt x="3552" y="6788"/>
                  </a:cubicBezTo>
                  <a:cubicBezTo>
                    <a:pt x="3552" y="3515"/>
                    <a:pt x="6219" y="852"/>
                    <a:pt x="9489" y="852"/>
                  </a:cubicBezTo>
                  <a:close/>
                  <a:moveTo>
                    <a:pt x="9489" y="2711"/>
                  </a:moveTo>
                  <a:cubicBezTo>
                    <a:pt x="10520" y="2711"/>
                    <a:pt x="12576" y="4261"/>
                    <a:pt x="12576" y="6296"/>
                  </a:cubicBezTo>
                  <a:cubicBezTo>
                    <a:pt x="12576" y="6497"/>
                    <a:pt x="12562" y="6697"/>
                    <a:pt x="12531" y="6893"/>
                  </a:cubicBezTo>
                  <a:cubicBezTo>
                    <a:pt x="12515" y="7029"/>
                    <a:pt x="12559" y="7165"/>
                    <a:pt x="12657" y="7260"/>
                  </a:cubicBezTo>
                  <a:cubicBezTo>
                    <a:pt x="13305" y="7887"/>
                    <a:pt x="13658" y="8569"/>
                    <a:pt x="13736" y="9332"/>
                  </a:cubicBezTo>
                  <a:lnTo>
                    <a:pt x="11412" y="9332"/>
                  </a:lnTo>
                  <a:cubicBezTo>
                    <a:pt x="11410" y="9332"/>
                    <a:pt x="11407" y="9332"/>
                    <a:pt x="11405" y="9332"/>
                  </a:cubicBezTo>
                  <a:cubicBezTo>
                    <a:pt x="11194" y="9332"/>
                    <a:pt x="11015" y="9484"/>
                    <a:pt x="10978" y="9692"/>
                  </a:cubicBezTo>
                  <a:cubicBezTo>
                    <a:pt x="10941" y="9950"/>
                    <a:pt x="11141" y="10180"/>
                    <a:pt x="11398" y="10180"/>
                  </a:cubicBezTo>
                  <a:lnTo>
                    <a:pt x="15103" y="10180"/>
                  </a:lnTo>
                  <a:cubicBezTo>
                    <a:pt x="15105" y="10180"/>
                    <a:pt x="15107" y="10180"/>
                    <a:pt x="15110" y="10180"/>
                  </a:cubicBezTo>
                  <a:cubicBezTo>
                    <a:pt x="15320" y="10180"/>
                    <a:pt x="15500" y="10332"/>
                    <a:pt x="15537" y="10540"/>
                  </a:cubicBezTo>
                  <a:cubicBezTo>
                    <a:pt x="15574" y="10798"/>
                    <a:pt x="15378" y="11028"/>
                    <a:pt x="15116" y="11028"/>
                  </a:cubicBezTo>
                  <a:lnTo>
                    <a:pt x="3878" y="11028"/>
                  </a:lnTo>
                  <a:cubicBezTo>
                    <a:pt x="3876" y="11028"/>
                    <a:pt x="3873" y="11028"/>
                    <a:pt x="3871" y="11028"/>
                  </a:cubicBezTo>
                  <a:cubicBezTo>
                    <a:pt x="3660" y="11028"/>
                    <a:pt x="3481" y="10877"/>
                    <a:pt x="3444" y="10669"/>
                  </a:cubicBezTo>
                  <a:cubicBezTo>
                    <a:pt x="3403" y="10411"/>
                    <a:pt x="3603" y="10180"/>
                    <a:pt x="3861" y="10180"/>
                  </a:cubicBezTo>
                  <a:lnTo>
                    <a:pt x="7569" y="10180"/>
                  </a:lnTo>
                  <a:cubicBezTo>
                    <a:pt x="7571" y="10180"/>
                    <a:pt x="7573" y="10180"/>
                    <a:pt x="7576" y="10180"/>
                  </a:cubicBezTo>
                  <a:cubicBezTo>
                    <a:pt x="7786" y="10180"/>
                    <a:pt x="7966" y="10026"/>
                    <a:pt x="8000" y="9817"/>
                  </a:cubicBezTo>
                  <a:cubicBezTo>
                    <a:pt x="8040" y="9563"/>
                    <a:pt x="7840" y="9332"/>
                    <a:pt x="7582" y="9332"/>
                  </a:cubicBezTo>
                  <a:lnTo>
                    <a:pt x="5245" y="9332"/>
                  </a:lnTo>
                  <a:cubicBezTo>
                    <a:pt x="5323" y="8569"/>
                    <a:pt x="5676" y="7891"/>
                    <a:pt x="6324" y="7260"/>
                  </a:cubicBezTo>
                  <a:cubicBezTo>
                    <a:pt x="6422" y="7165"/>
                    <a:pt x="6466" y="7029"/>
                    <a:pt x="6446" y="6893"/>
                  </a:cubicBezTo>
                  <a:cubicBezTo>
                    <a:pt x="6419" y="6697"/>
                    <a:pt x="6405" y="6497"/>
                    <a:pt x="6405" y="6296"/>
                  </a:cubicBezTo>
                  <a:cubicBezTo>
                    <a:pt x="6405" y="4261"/>
                    <a:pt x="8461" y="2711"/>
                    <a:pt x="9489" y="2711"/>
                  </a:cubicBezTo>
                  <a:close/>
                  <a:moveTo>
                    <a:pt x="15001" y="11876"/>
                  </a:moveTo>
                  <a:cubicBezTo>
                    <a:pt x="16327" y="12721"/>
                    <a:pt x="16236" y="14434"/>
                    <a:pt x="16144" y="16093"/>
                  </a:cubicBezTo>
                  <a:cubicBezTo>
                    <a:pt x="16076" y="17338"/>
                    <a:pt x="16015" y="18413"/>
                    <a:pt x="16609" y="19041"/>
                  </a:cubicBezTo>
                  <a:cubicBezTo>
                    <a:pt x="16894" y="19343"/>
                    <a:pt x="17297" y="19495"/>
                    <a:pt x="17806" y="19495"/>
                  </a:cubicBezTo>
                  <a:cubicBezTo>
                    <a:pt x="17976" y="19495"/>
                    <a:pt x="18068" y="19594"/>
                    <a:pt x="18081" y="19689"/>
                  </a:cubicBezTo>
                  <a:cubicBezTo>
                    <a:pt x="18098" y="19814"/>
                    <a:pt x="17962" y="19933"/>
                    <a:pt x="17728" y="19997"/>
                  </a:cubicBezTo>
                  <a:lnTo>
                    <a:pt x="17722" y="19997"/>
                  </a:lnTo>
                  <a:cubicBezTo>
                    <a:pt x="17612" y="20026"/>
                    <a:pt x="17452" y="20045"/>
                    <a:pt x="17262" y="20045"/>
                  </a:cubicBezTo>
                  <a:cubicBezTo>
                    <a:pt x="16785" y="20045"/>
                    <a:pt x="16120" y="19926"/>
                    <a:pt x="15608" y="19553"/>
                  </a:cubicBezTo>
                  <a:cubicBezTo>
                    <a:pt x="15082" y="19166"/>
                    <a:pt x="14801" y="18576"/>
                    <a:pt x="14767" y="17803"/>
                  </a:cubicBezTo>
                  <a:cubicBezTo>
                    <a:pt x="14719" y="16663"/>
                    <a:pt x="14496" y="15767"/>
                    <a:pt x="14088" y="15052"/>
                  </a:cubicBezTo>
                  <a:cubicBezTo>
                    <a:pt x="13732" y="14431"/>
                    <a:pt x="13240" y="13952"/>
                    <a:pt x="12545" y="13552"/>
                  </a:cubicBezTo>
                  <a:cubicBezTo>
                    <a:pt x="12479" y="13513"/>
                    <a:pt x="12405" y="13495"/>
                    <a:pt x="12331" y="13495"/>
                  </a:cubicBezTo>
                  <a:cubicBezTo>
                    <a:pt x="12295" y="13495"/>
                    <a:pt x="12258" y="13499"/>
                    <a:pt x="12223" y="13508"/>
                  </a:cubicBezTo>
                  <a:cubicBezTo>
                    <a:pt x="10717" y="13912"/>
                    <a:pt x="10530" y="16056"/>
                    <a:pt x="10367" y="17945"/>
                  </a:cubicBezTo>
                  <a:cubicBezTo>
                    <a:pt x="10296" y="18790"/>
                    <a:pt x="10228" y="19587"/>
                    <a:pt x="10062" y="20157"/>
                  </a:cubicBezTo>
                  <a:cubicBezTo>
                    <a:pt x="9852" y="20866"/>
                    <a:pt x="9601" y="20866"/>
                    <a:pt x="9492" y="20866"/>
                  </a:cubicBezTo>
                  <a:cubicBezTo>
                    <a:pt x="9384" y="20866"/>
                    <a:pt x="9129" y="20866"/>
                    <a:pt x="8922" y="20157"/>
                  </a:cubicBezTo>
                  <a:cubicBezTo>
                    <a:pt x="8753" y="19587"/>
                    <a:pt x="8685" y="18790"/>
                    <a:pt x="8614" y="17945"/>
                  </a:cubicBezTo>
                  <a:cubicBezTo>
                    <a:pt x="8451" y="16056"/>
                    <a:pt x="8268" y="13912"/>
                    <a:pt x="6758" y="13508"/>
                  </a:cubicBezTo>
                  <a:cubicBezTo>
                    <a:pt x="6722" y="13498"/>
                    <a:pt x="6686" y="13493"/>
                    <a:pt x="6650" y="13493"/>
                  </a:cubicBezTo>
                  <a:cubicBezTo>
                    <a:pt x="6576" y="13493"/>
                    <a:pt x="6503" y="13513"/>
                    <a:pt x="6439" y="13552"/>
                  </a:cubicBezTo>
                  <a:cubicBezTo>
                    <a:pt x="5740" y="13952"/>
                    <a:pt x="5252" y="14431"/>
                    <a:pt x="4892" y="15052"/>
                  </a:cubicBezTo>
                  <a:cubicBezTo>
                    <a:pt x="4482" y="15764"/>
                    <a:pt x="4261" y="16663"/>
                    <a:pt x="4214" y="17803"/>
                  </a:cubicBezTo>
                  <a:cubicBezTo>
                    <a:pt x="4180" y="18579"/>
                    <a:pt x="3898" y="19166"/>
                    <a:pt x="3376" y="19553"/>
                  </a:cubicBezTo>
                  <a:cubicBezTo>
                    <a:pt x="2864" y="19926"/>
                    <a:pt x="2200" y="20045"/>
                    <a:pt x="1721" y="20045"/>
                  </a:cubicBezTo>
                  <a:cubicBezTo>
                    <a:pt x="1530" y="20045"/>
                    <a:pt x="1369" y="20026"/>
                    <a:pt x="1259" y="19997"/>
                  </a:cubicBezTo>
                  <a:cubicBezTo>
                    <a:pt x="1025" y="19933"/>
                    <a:pt x="890" y="19814"/>
                    <a:pt x="906" y="19689"/>
                  </a:cubicBezTo>
                  <a:cubicBezTo>
                    <a:pt x="920" y="19594"/>
                    <a:pt x="1008" y="19495"/>
                    <a:pt x="1181" y="19495"/>
                  </a:cubicBezTo>
                  <a:cubicBezTo>
                    <a:pt x="1690" y="19495"/>
                    <a:pt x="2094" y="19343"/>
                    <a:pt x="2379" y="19041"/>
                  </a:cubicBezTo>
                  <a:cubicBezTo>
                    <a:pt x="2972" y="18413"/>
                    <a:pt x="2911" y="17338"/>
                    <a:pt x="2847" y="16093"/>
                  </a:cubicBezTo>
                  <a:cubicBezTo>
                    <a:pt x="2755" y="14434"/>
                    <a:pt x="2660" y="12721"/>
                    <a:pt x="3990" y="11876"/>
                  </a:cubicBezTo>
                  <a:close/>
                  <a:moveTo>
                    <a:pt x="9489" y="1"/>
                  </a:moveTo>
                  <a:cubicBezTo>
                    <a:pt x="5747" y="1"/>
                    <a:pt x="2704" y="3043"/>
                    <a:pt x="2704" y="6785"/>
                  </a:cubicBezTo>
                  <a:cubicBezTo>
                    <a:pt x="2704" y="7711"/>
                    <a:pt x="2894" y="8630"/>
                    <a:pt x="3264" y="9482"/>
                  </a:cubicBezTo>
                  <a:cubicBezTo>
                    <a:pt x="2480" y="9899"/>
                    <a:pt x="2358" y="10967"/>
                    <a:pt x="3020" y="11554"/>
                  </a:cubicBezTo>
                  <a:cubicBezTo>
                    <a:pt x="1805" y="12728"/>
                    <a:pt x="1911" y="14597"/>
                    <a:pt x="1995" y="16137"/>
                  </a:cubicBezTo>
                  <a:cubicBezTo>
                    <a:pt x="2050" y="17144"/>
                    <a:pt x="2101" y="18094"/>
                    <a:pt x="1761" y="18454"/>
                  </a:cubicBezTo>
                  <a:cubicBezTo>
                    <a:pt x="1717" y="18501"/>
                    <a:pt x="1582" y="18644"/>
                    <a:pt x="1178" y="18644"/>
                  </a:cubicBezTo>
                  <a:cubicBezTo>
                    <a:pt x="605" y="18644"/>
                    <a:pt x="133" y="19037"/>
                    <a:pt x="62" y="19577"/>
                  </a:cubicBezTo>
                  <a:cubicBezTo>
                    <a:pt x="1" y="20048"/>
                    <a:pt x="279" y="20611"/>
                    <a:pt x="1039" y="20815"/>
                  </a:cubicBezTo>
                  <a:cubicBezTo>
                    <a:pt x="1215" y="20862"/>
                    <a:pt x="1457" y="20894"/>
                    <a:pt x="1735" y="20894"/>
                  </a:cubicBezTo>
                  <a:cubicBezTo>
                    <a:pt x="2370" y="20894"/>
                    <a:pt x="3196" y="20732"/>
                    <a:pt x="3875" y="20235"/>
                  </a:cubicBezTo>
                  <a:cubicBezTo>
                    <a:pt x="4604" y="19699"/>
                    <a:pt x="5014" y="18871"/>
                    <a:pt x="5059" y="17836"/>
                  </a:cubicBezTo>
                  <a:cubicBezTo>
                    <a:pt x="5150" y="15716"/>
                    <a:pt x="5879" y="14899"/>
                    <a:pt x="6694" y="14387"/>
                  </a:cubicBezTo>
                  <a:cubicBezTo>
                    <a:pt x="7491" y="14787"/>
                    <a:pt x="7637" y="16497"/>
                    <a:pt x="7769" y="18020"/>
                  </a:cubicBezTo>
                  <a:cubicBezTo>
                    <a:pt x="7843" y="18905"/>
                    <a:pt x="7915" y="19743"/>
                    <a:pt x="8108" y="20398"/>
                  </a:cubicBezTo>
                  <a:cubicBezTo>
                    <a:pt x="8362" y="21269"/>
                    <a:pt x="8827" y="21710"/>
                    <a:pt x="9489" y="21710"/>
                  </a:cubicBezTo>
                  <a:cubicBezTo>
                    <a:pt x="10154" y="21710"/>
                    <a:pt x="10618" y="21269"/>
                    <a:pt x="10873" y="20398"/>
                  </a:cubicBezTo>
                  <a:cubicBezTo>
                    <a:pt x="11066" y="19743"/>
                    <a:pt x="11137" y="18905"/>
                    <a:pt x="11212" y="18020"/>
                  </a:cubicBezTo>
                  <a:cubicBezTo>
                    <a:pt x="11344" y="16500"/>
                    <a:pt x="11490" y="14787"/>
                    <a:pt x="12287" y="14387"/>
                  </a:cubicBezTo>
                  <a:cubicBezTo>
                    <a:pt x="13101" y="14899"/>
                    <a:pt x="13831" y="15720"/>
                    <a:pt x="13922" y="17836"/>
                  </a:cubicBezTo>
                  <a:cubicBezTo>
                    <a:pt x="13963" y="18871"/>
                    <a:pt x="14373" y="19699"/>
                    <a:pt x="15106" y="20235"/>
                  </a:cubicBezTo>
                  <a:cubicBezTo>
                    <a:pt x="15783" y="20732"/>
                    <a:pt x="16608" y="20894"/>
                    <a:pt x="17243" y="20894"/>
                  </a:cubicBezTo>
                  <a:cubicBezTo>
                    <a:pt x="17522" y="20894"/>
                    <a:pt x="17765" y="20862"/>
                    <a:pt x="17942" y="20815"/>
                  </a:cubicBezTo>
                  <a:cubicBezTo>
                    <a:pt x="18702" y="20611"/>
                    <a:pt x="18977" y="20048"/>
                    <a:pt x="18919" y="19577"/>
                  </a:cubicBezTo>
                  <a:lnTo>
                    <a:pt x="18916" y="19577"/>
                  </a:lnTo>
                  <a:cubicBezTo>
                    <a:pt x="18844" y="19037"/>
                    <a:pt x="18376" y="18644"/>
                    <a:pt x="17800" y="18644"/>
                  </a:cubicBezTo>
                  <a:cubicBezTo>
                    <a:pt x="17396" y="18644"/>
                    <a:pt x="17264" y="18501"/>
                    <a:pt x="17219" y="18454"/>
                  </a:cubicBezTo>
                  <a:cubicBezTo>
                    <a:pt x="16877" y="18094"/>
                    <a:pt x="16928" y="17144"/>
                    <a:pt x="16985" y="16137"/>
                  </a:cubicBezTo>
                  <a:cubicBezTo>
                    <a:pt x="17070" y="14597"/>
                    <a:pt x="17172" y="12728"/>
                    <a:pt x="15958" y="11554"/>
                  </a:cubicBezTo>
                  <a:cubicBezTo>
                    <a:pt x="16622" y="10967"/>
                    <a:pt x="16497" y="9899"/>
                    <a:pt x="15717" y="9482"/>
                  </a:cubicBezTo>
                  <a:cubicBezTo>
                    <a:pt x="16083" y="8630"/>
                    <a:pt x="16273" y="7711"/>
                    <a:pt x="16273" y="6785"/>
                  </a:cubicBezTo>
                  <a:cubicBezTo>
                    <a:pt x="16273" y="3043"/>
                    <a:pt x="13230" y="1"/>
                    <a:pt x="948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73"/>
            <p:cNvSpPr/>
            <p:nvPr/>
          </p:nvSpPr>
          <p:spPr>
            <a:xfrm>
              <a:off x="2242175" y="3196425"/>
              <a:ext cx="25725" cy="21275"/>
            </a:xfrm>
            <a:custGeom>
              <a:avLst/>
              <a:gdLst/>
              <a:ahLst/>
              <a:cxnLst/>
              <a:rect l="l" t="t" r="r" b="b"/>
              <a:pathLst>
                <a:path w="1029" h="851" extrusionOk="0">
                  <a:moveTo>
                    <a:pt x="512" y="0"/>
                  </a:moveTo>
                  <a:cubicBezTo>
                    <a:pt x="350" y="0"/>
                    <a:pt x="204" y="95"/>
                    <a:pt x="139" y="241"/>
                  </a:cubicBezTo>
                  <a:cubicBezTo>
                    <a:pt x="1" y="539"/>
                    <a:pt x="231" y="851"/>
                    <a:pt x="525" y="851"/>
                  </a:cubicBezTo>
                  <a:cubicBezTo>
                    <a:pt x="576" y="851"/>
                    <a:pt x="629" y="841"/>
                    <a:pt x="682" y="821"/>
                  </a:cubicBezTo>
                  <a:cubicBezTo>
                    <a:pt x="794" y="780"/>
                    <a:pt x="882" y="689"/>
                    <a:pt x="923" y="573"/>
                  </a:cubicBezTo>
                  <a:cubicBezTo>
                    <a:pt x="1028" y="295"/>
                    <a:pt x="821" y="0"/>
                    <a:pt x="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73"/>
            <p:cNvSpPr/>
            <p:nvPr/>
          </p:nvSpPr>
          <p:spPr>
            <a:xfrm>
              <a:off x="2347075" y="3186900"/>
              <a:ext cx="25700" cy="21275"/>
            </a:xfrm>
            <a:custGeom>
              <a:avLst/>
              <a:gdLst/>
              <a:ahLst/>
              <a:cxnLst/>
              <a:rect l="l" t="t" r="r" b="b"/>
              <a:pathLst>
                <a:path w="1028" h="851" extrusionOk="0">
                  <a:moveTo>
                    <a:pt x="507" y="1"/>
                  </a:moveTo>
                  <a:cubicBezTo>
                    <a:pt x="348" y="1"/>
                    <a:pt x="206" y="95"/>
                    <a:pt x="139" y="242"/>
                  </a:cubicBezTo>
                  <a:cubicBezTo>
                    <a:pt x="0" y="540"/>
                    <a:pt x="232" y="851"/>
                    <a:pt x="527" y="851"/>
                  </a:cubicBezTo>
                  <a:cubicBezTo>
                    <a:pt x="577" y="851"/>
                    <a:pt x="630" y="842"/>
                    <a:pt x="682" y="822"/>
                  </a:cubicBezTo>
                  <a:cubicBezTo>
                    <a:pt x="797" y="778"/>
                    <a:pt x="886" y="686"/>
                    <a:pt x="926" y="574"/>
                  </a:cubicBezTo>
                  <a:cubicBezTo>
                    <a:pt x="1028" y="298"/>
                    <a:pt x="824" y="1"/>
                    <a:pt x="531" y="1"/>
                  </a:cubicBezTo>
                  <a:cubicBezTo>
                    <a:pt x="529" y="1"/>
                    <a:pt x="528" y="1"/>
                    <a:pt x="526" y="1"/>
                  </a:cubicBezTo>
                  <a:lnTo>
                    <a:pt x="516" y="1"/>
                  </a:lnTo>
                  <a:cubicBezTo>
                    <a:pt x="513" y="1"/>
                    <a:pt x="510" y="1"/>
                    <a:pt x="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73"/>
            <p:cNvSpPr/>
            <p:nvPr/>
          </p:nvSpPr>
          <p:spPr>
            <a:xfrm>
              <a:off x="2369375" y="3245175"/>
              <a:ext cx="25725" cy="21300"/>
            </a:xfrm>
            <a:custGeom>
              <a:avLst/>
              <a:gdLst/>
              <a:ahLst/>
              <a:cxnLst/>
              <a:rect l="l" t="t" r="r" b="b"/>
              <a:pathLst>
                <a:path w="1029" h="852" extrusionOk="0">
                  <a:moveTo>
                    <a:pt x="513" y="0"/>
                  </a:moveTo>
                  <a:cubicBezTo>
                    <a:pt x="350" y="0"/>
                    <a:pt x="204" y="95"/>
                    <a:pt x="140" y="241"/>
                  </a:cubicBezTo>
                  <a:cubicBezTo>
                    <a:pt x="1" y="539"/>
                    <a:pt x="231" y="851"/>
                    <a:pt x="525" y="851"/>
                  </a:cubicBezTo>
                  <a:cubicBezTo>
                    <a:pt x="576" y="851"/>
                    <a:pt x="629" y="842"/>
                    <a:pt x="682" y="821"/>
                  </a:cubicBezTo>
                  <a:cubicBezTo>
                    <a:pt x="794" y="781"/>
                    <a:pt x="882" y="689"/>
                    <a:pt x="923" y="574"/>
                  </a:cubicBezTo>
                  <a:cubicBezTo>
                    <a:pt x="1028" y="296"/>
                    <a:pt x="821" y="0"/>
                    <a:pt x="5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73"/>
            <p:cNvSpPr/>
            <p:nvPr/>
          </p:nvSpPr>
          <p:spPr>
            <a:xfrm>
              <a:off x="2488100" y="3195400"/>
              <a:ext cx="25700" cy="21275"/>
            </a:xfrm>
            <a:custGeom>
              <a:avLst/>
              <a:gdLst/>
              <a:ahLst/>
              <a:cxnLst/>
              <a:rect l="l" t="t" r="r" b="b"/>
              <a:pathLst>
                <a:path w="1028" h="851" extrusionOk="0">
                  <a:moveTo>
                    <a:pt x="504" y="0"/>
                  </a:moveTo>
                  <a:cubicBezTo>
                    <a:pt x="345" y="0"/>
                    <a:pt x="203" y="94"/>
                    <a:pt x="140" y="241"/>
                  </a:cubicBezTo>
                  <a:cubicBezTo>
                    <a:pt x="1" y="539"/>
                    <a:pt x="232" y="850"/>
                    <a:pt x="527" y="850"/>
                  </a:cubicBezTo>
                  <a:cubicBezTo>
                    <a:pt x="577" y="850"/>
                    <a:pt x="630" y="841"/>
                    <a:pt x="682" y="821"/>
                  </a:cubicBezTo>
                  <a:cubicBezTo>
                    <a:pt x="794" y="777"/>
                    <a:pt x="882" y="686"/>
                    <a:pt x="923" y="574"/>
                  </a:cubicBezTo>
                  <a:cubicBezTo>
                    <a:pt x="1028" y="297"/>
                    <a:pt x="824" y="0"/>
                    <a:pt x="528" y="0"/>
                  </a:cubicBezTo>
                  <a:cubicBezTo>
                    <a:pt x="526" y="0"/>
                    <a:pt x="525" y="0"/>
                    <a:pt x="523" y="0"/>
                  </a:cubicBezTo>
                  <a:lnTo>
                    <a:pt x="513" y="0"/>
                  </a:lnTo>
                  <a:cubicBezTo>
                    <a:pt x="510"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73"/>
            <p:cNvSpPr/>
            <p:nvPr/>
          </p:nvSpPr>
          <p:spPr>
            <a:xfrm>
              <a:off x="2321125" y="3024175"/>
              <a:ext cx="54200" cy="24950"/>
            </a:xfrm>
            <a:custGeom>
              <a:avLst/>
              <a:gdLst/>
              <a:ahLst/>
              <a:cxnLst/>
              <a:rect l="l" t="t" r="r" b="b"/>
              <a:pathLst>
                <a:path w="2168" h="998" extrusionOk="0">
                  <a:moveTo>
                    <a:pt x="1033" y="1"/>
                  </a:moveTo>
                  <a:cubicBezTo>
                    <a:pt x="771" y="1"/>
                    <a:pt x="509" y="68"/>
                    <a:pt x="275" y="204"/>
                  </a:cubicBezTo>
                  <a:cubicBezTo>
                    <a:pt x="72" y="319"/>
                    <a:pt x="0" y="581"/>
                    <a:pt x="119" y="784"/>
                  </a:cubicBezTo>
                  <a:cubicBezTo>
                    <a:pt x="196" y="921"/>
                    <a:pt x="340" y="998"/>
                    <a:pt x="487" y="998"/>
                  </a:cubicBezTo>
                  <a:cubicBezTo>
                    <a:pt x="559" y="998"/>
                    <a:pt x="632" y="979"/>
                    <a:pt x="699" y="940"/>
                  </a:cubicBezTo>
                  <a:cubicBezTo>
                    <a:pt x="803" y="881"/>
                    <a:pt x="918" y="851"/>
                    <a:pt x="1033" y="851"/>
                  </a:cubicBezTo>
                  <a:cubicBezTo>
                    <a:pt x="1149" y="851"/>
                    <a:pt x="1264" y="881"/>
                    <a:pt x="1367" y="940"/>
                  </a:cubicBezTo>
                  <a:cubicBezTo>
                    <a:pt x="1432" y="974"/>
                    <a:pt x="1503" y="994"/>
                    <a:pt x="1578" y="994"/>
                  </a:cubicBezTo>
                  <a:cubicBezTo>
                    <a:pt x="2012" y="994"/>
                    <a:pt x="2168" y="421"/>
                    <a:pt x="1791" y="204"/>
                  </a:cubicBezTo>
                  <a:cubicBezTo>
                    <a:pt x="1557" y="68"/>
                    <a:pt x="1295" y="1"/>
                    <a:pt x="103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73"/>
            <p:cNvSpPr/>
            <p:nvPr/>
          </p:nvSpPr>
          <p:spPr>
            <a:xfrm>
              <a:off x="2382100" y="3024175"/>
              <a:ext cx="54200" cy="24950"/>
            </a:xfrm>
            <a:custGeom>
              <a:avLst/>
              <a:gdLst/>
              <a:ahLst/>
              <a:cxnLst/>
              <a:rect l="l" t="t" r="r" b="b"/>
              <a:pathLst>
                <a:path w="2168" h="998" extrusionOk="0">
                  <a:moveTo>
                    <a:pt x="1033" y="1"/>
                  </a:moveTo>
                  <a:cubicBezTo>
                    <a:pt x="771" y="1"/>
                    <a:pt x="509" y="68"/>
                    <a:pt x="275" y="204"/>
                  </a:cubicBezTo>
                  <a:cubicBezTo>
                    <a:pt x="72" y="319"/>
                    <a:pt x="0" y="581"/>
                    <a:pt x="119" y="784"/>
                  </a:cubicBezTo>
                  <a:cubicBezTo>
                    <a:pt x="196" y="921"/>
                    <a:pt x="339" y="998"/>
                    <a:pt x="487" y="998"/>
                  </a:cubicBezTo>
                  <a:cubicBezTo>
                    <a:pt x="559" y="998"/>
                    <a:pt x="632" y="979"/>
                    <a:pt x="699" y="940"/>
                  </a:cubicBezTo>
                  <a:cubicBezTo>
                    <a:pt x="803" y="881"/>
                    <a:pt x="918" y="851"/>
                    <a:pt x="1033" y="851"/>
                  </a:cubicBezTo>
                  <a:cubicBezTo>
                    <a:pt x="1149" y="851"/>
                    <a:pt x="1264" y="881"/>
                    <a:pt x="1367" y="940"/>
                  </a:cubicBezTo>
                  <a:cubicBezTo>
                    <a:pt x="1432" y="974"/>
                    <a:pt x="1506" y="994"/>
                    <a:pt x="1581" y="994"/>
                  </a:cubicBezTo>
                  <a:cubicBezTo>
                    <a:pt x="2012" y="994"/>
                    <a:pt x="2168" y="421"/>
                    <a:pt x="1791" y="204"/>
                  </a:cubicBezTo>
                  <a:cubicBezTo>
                    <a:pt x="1557" y="68"/>
                    <a:pt x="1295" y="1"/>
                    <a:pt x="103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73"/>
            <p:cNvSpPr/>
            <p:nvPr/>
          </p:nvSpPr>
          <p:spPr>
            <a:xfrm>
              <a:off x="2353175" y="3058775"/>
              <a:ext cx="48700" cy="26550"/>
            </a:xfrm>
            <a:custGeom>
              <a:avLst/>
              <a:gdLst/>
              <a:ahLst/>
              <a:cxnLst/>
              <a:rect l="l" t="t" r="r" b="b"/>
              <a:pathLst>
                <a:path w="1948" h="1062" extrusionOk="0">
                  <a:moveTo>
                    <a:pt x="959" y="0"/>
                  </a:moveTo>
                  <a:cubicBezTo>
                    <a:pt x="658" y="0"/>
                    <a:pt x="371" y="126"/>
                    <a:pt x="160" y="340"/>
                  </a:cubicBezTo>
                  <a:cubicBezTo>
                    <a:pt x="1" y="506"/>
                    <a:pt x="4" y="771"/>
                    <a:pt x="167" y="933"/>
                  </a:cubicBezTo>
                  <a:cubicBezTo>
                    <a:pt x="250" y="1015"/>
                    <a:pt x="359" y="1056"/>
                    <a:pt x="467" y="1056"/>
                  </a:cubicBezTo>
                  <a:cubicBezTo>
                    <a:pt x="574" y="1056"/>
                    <a:pt x="681" y="1016"/>
                    <a:pt x="764" y="937"/>
                  </a:cubicBezTo>
                  <a:cubicBezTo>
                    <a:pt x="820" y="879"/>
                    <a:pt x="895" y="850"/>
                    <a:pt x="971" y="850"/>
                  </a:cubicBezTo>
                  <a:cubicBezTo>
                    <a:pt x="1047" y="850"/>
                    <a:pt x="1123" y="879"/>
                    <a:pt x="1181" y="937"/>
                  </a:cubicBezTo>
                  <a:cubicBezTo>
                    <a:pt x="1262" y="1020"/>
                    <a:pt x="1371" y="1061"/>
                    <a:pt x="1480" y="1061"/>
                  </a:cubicBezTo>
                  <a:cubicBezTo>
                    <a:pt x="1589" y="1061"/>
                    <a:pt x="1698" y="1020"/>
                    <a:pt x="1781" y="937"/>
                  </a:cubicBezTo>
                  <a:cubicBezTo>
                    <a:pt x="1948" y="774"/>
                    <a:pt x="1948" y="503"/>
                    <a:pt x="1781" y="340"/>
                  </a:cubicBezTo>
                  <a:cubicBezTo>
                    <a:pt x="1571" y="126"/>
                    <a:pt x="1284" y="0"/>
                    <a:pt x="983" y="0"/>
                  </a:cubicBezTo>
                  <a:cubicBezTo>
                    <a:pt x="979" y="0"/>
                    <a:pt x="975" y="1"/>
                    <a:pt x="971" y="1"/>
                  </a:cubicBezTo>
                  <a:cubicBezTo>
                    <a:pt x="967" y="1"/>
                    <a:pt x="963" y="0"/>
                    <a:pt x="95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73"/>
            <p:cNvSpPr/>
            <p:nvPr/>
          </p:nvSpPr>
          <p:spPr>
            <a:xfrm>
              <a:off x="2364375" y="3108475"/>
              <a:ext cx="25625" cy="21275"/>
            </a:xfrm>
            <a:custGeom>
              <a:avLst/>
              <a:gdLst/>
              <a:ahLst/>
              <a:cxnLst/>
              <a:rect l="l" t="t" r="r" b="b"/>
              <a:pathLst>
                <a:path w="1025" h="851" extrusionOk="0">
                  <a:moveTo>
                    <a:pt x="504" y="0"/>
                  </a:moveTo>
                  <a:cubicBezTo>
                    <a:pt x="345" y="0"/>
                    <a:pt x="203" y="95"/>
                    <a:pt x="139" y="241"/>
                  </a:cubicBezTo>
                  <a:cubicBezTo>
                    <a:pt x="0" y="540"/>
                    <a:pt x="230" y="850"/>
                    <a:pt x="524" y="850"/>
                  </a:cubicBezTo>
                  <a:cubicBezTo>
                    <a:pt x="574" y="850"/>
                    <a:pt x="626" y="841"/>
                    <a:pt x="679" y="821"/>
                  </a:cubicBezTo>
                  <a:cubicBezTo>
                    <a:pt x="794" y="777"/>
                    <a:pt x="882" y="686"/>
                    <a:pt x="923" y="574"/>
                  </a:cubicBezTo>
                  <a:cubicBezTo>
                    <a:pt x="1024" y="297"/>
                    <a:pt x="823" y="0"/>
                    <a:pt x="528" y="0"/>
                  </a:cubicBezTo>
                  <a:cubicBezTo>
                    <a:pt x="526" y="0"/>
                    <a:pt x="524" y="0"/>
                    <a:pt x="523" y="0"/>
                  </a:cubicBezTo>
                  <a:lnTo>
                    <a:pt x="513" y="0"/>
                  </a:lnTo>
                  <a:cubicBezTo>
                    <a:pt x="510" y="0"/>
                    <a:pt x="507" y="0"/>
                    <a:pt x="50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2" name="Google Shape;3942;p73"/>
          <p:cNvGrpSpPr/>
          <p:nvPr/>
        </p:nvGrpSpPr>
        <p:grpSpPr>
          <a:xfrm>
            <a:off x="1041438" y="3425125"/>
            <a:ext cx="542750" cy="543150"/>
            <a:chOff x="1292625" y="2813675"/>
            <a:chExt cx="542750" cy="543150"/>
          </a:xfrm>
        </p:grpSpPr>
        <p:sp>
          <p:nvSpPr>
            <p:cNvPr id="3943" name="Google Shape;3943;p73"/>
            <p:cNvSpPr/>
            <p:nvPr/>
          </p:nvSpPr>
          <p:spPr>
            <a:xfrm>
              <a:off x="1292625" y="2813675"/>
              <a:ext cx="542750" cy="543150"/>
            </a:xfrm>
            <a:custGeom>
              <a:avLst/>
              <a:gdLst/>
              <a:ahLst/>
              <a:cxnLst/>
              <a:rect l="l" t="t" r="r" b="b"/>
              <a:pathLst>
                <a:path w="21710" h="21726" extrusionOk="0">
                  <a:moveTo>
                    <a:pt x="16008" y="5137"/>
                  </a:moveTo>
                  <a:cubicBezTo>
                    <a:pt x="19563" y="5700"/>
                    <a:pt x="20862" y="6670"/>
                    <a:pt x="20862" y="7203"/>
                  </a:cubicBezTo>
                  <a:cubicBezTo>
                    <a:pt x="20862" y="7600"/>
                    <a:pt x="20143" y="8261"/>
                    <a:pt x="18118" y="8821"/>
                  </a:cubicBezTo>
                  <a:cubicBezTo>
                    <a:pt x="16184" y="9353"/>
                    <a:pt x="13606" y="9645"/>
                    <a:pt x="10855" y="9645"/>
                  </a:cubicBezTo>
                  <a:cubicBezTo>
                    <a:pt x="8104" y="9645"/>
                    <a:pt x="5526" y="9353"/>
                    <a:pt x="3592" y="8821"/>
                  </a:cubicBezTo>
                  <a:cubicBezTo>
                    <a:pt x="1567" y="8265"/>
                    <a:pt x="848" y="7600"/>
                    <a:pt x="848" y="7203"/>
                  </a:cubicBezTo>
                  <a:cubicBezTo>
                    <a:pt x="848" y="6670"/>
                    <a:pt x="2151" y="5700"/>
                    <a:pt x="5702" y="5137"/>
                  </a:cubicBezTo>
                  <a:lnTo>
                    <a:pt x="5702" y="5157"/>
                  </a:lnTo>
                  <a:cubicBezTo>
                    <a:pt x="5702" y="6518"/>
                    <a:pt x="8942" y="6881"/>
                    <a:pt x="10855" y="6881"/>
                  </a:cubicBezTo>
                  <a:cubicBezTo>
                    <a:pt x="12768" y="6881"/>
                    <a:pt x="16008" y="6518"/>
                    <a:pt x="16008" y="5157"/>
                  </a:cubicBezTo>
                  <a:lnTo>
                    <a:pt x="16008" y="5137"/>
                  </a:lnTo>
                  <a:close/>
                  <a:moveTo>
                    <a:pt x="10852" y="0"/>
                  </a:moveTo>
                  <a:cubicBezTo>
                    <a:pt x="10222" y="0"/>
                    <a:pt x="9578" y="117"/>
                    <a:pt x="8949" y="368"/>
                  </a:cubicBezTo>
                  <a:cubicBezTo>
                    <a:pt x="8731" y="452"/>
                    <a:pt x="8623" y="700"/>
                    <a:pt x="8711" y="917"/>
                  </a:cubicBezTo>
                  <a:cubicBezTo>
                    <a:pt x="8778" y="1083"/>
                    <a:pt x="8937" y="1185"/>
                    <a:pt x="9104" y="1185"/>
                  </a:cubicBezTo>
                  <a:cubicBezTo>
                    <a:pt x="9156" y="1185"/>
                    <a:pt x="9209" y="1175"/>
                    <a:pt x="9261" y="1155"/>
                  </a:cubicBezTo>
                  <a:cubicBezTo>
                    <a:pt x="9775" y="951"/>
                    <a:pt x="10315" y="850"/>
                    <a:pt x="10853" y="850"/>
                  </a:cubicBezTo>
                  <a:cubicBezTo>
                    <a:pt x="11702" y="850"/>
                    <a:pt x="12544" y="1101"/>
                    <a:pt x="13267" y="1589"/>
                  </a:cubicBezTo>
                  <a:cubicBezTo>
                    <a:pt x="14447" y="2389"/>
                    <a:pt x="15156" y="3719"/>
                    <a:pt x="15160" y="5144"/>
                  </a:cubicBezTo>
                  <a:cubicBezTo>
                    <a:pt x="15122" y="5222"/>
                    <a:pt x="14834" y="5480"/>
                    <a:pt x="13935" y="5703"/>
                  </a:cubicBezTo>
                  <a:cubicBezTo>
                    <a:pt x="13097" y="5917"/>
                    <a:pt x="12002" y="6029"/>
                    <a:pt x="10855" y="6029"/>
                  </a:cubicBezTo>
                  <a:cubicBezTo>
                    <a:pt x="9708" y="6029"/>
                    <a:pt x="8613" y="5914"/>
                    <a:pt x="7775" y="5703"/>
                  </a:cubicBezTo>
                  <a:cubicBezTo>
                    <a:pt x="6876" y="5480"/>
                    <a:pt x="6588" y="5225"/>
                    <a:pt x="6550" y="5144"/>
                  </a:cubicBezTo>
                  <a:cubicBezTo>
                    <a:pt x="6550" y="4601"/>
                    <a:pt x="6655" y="4065"/>
                    <a:pt x="6856" y="3563"/>
                  </a:cubicBezTo>
                  <a:cubicBezTo>
                    <a:pt x="6944" y="3343"/>
                    <a:pt x="6835" y="3098"/>
                    <a:pt x="6618" y="3010"/>
                  </a:cubicBezTo>
                  <a:cubicBezTo>
                    <a:pt x="6567" y="2989"/>
                    <a:pt x="6514" y="2979"/>
                    <a:pt x="6461" y="2979"/>
                  </a:cubicBezTo>
                  <a:cubicBezTo>
                    <a:pt x="6293" y="2979"/>
                    <a:pt x="6133" y="3082"/>
                    <a:pt x="6069" y="3248"/>
                  </a:cubicBezTo>
                  <a:cubicBezTo>
                    <a:pt x="5936" y="3577"/>
                    <a:pt x="5841" y="3916"/>
                    <a:pt x="5780" y="4265"/>
                  </a:cubicBezTo>
                  <a:cubicBezTo>
                    <a:pt x="3921" y="4550"/>
                    <a:pt x="0" y="5361"/>
                    <a:pt x="0" y="7203"/>
                  </a:cubicBezTo>
                  <a:cubicBezTo>
                    <a:pt x="0" y="8190"/>
                    <a:pt x="1164" y="9031"/>
                    <a:pt x="3368" y="9638"/>
                  </a:cubicBezTo>
                  <a:cubicBezTo>
                    <a:pt x="4356" y="9910"/>
                    <a:pt x="5505" y="10120"/>
                    <a:pt x="6757" y="10266"/>
                  </a:cubicBezTo>
                  <a:lnTo>
                    <a:pt x="3830" y="21178"/>
                  </a:lnTo>
                  <a:cubicBezTo>
                    <a:pt x="3762" y="21409"/>
                    <a:pt x="3894" y="21647"/>
                    <a:pt x="4125" y="21711"/>
                  </a:cubicBezTo>
                  <a:cubicBezTo>
                    <a:pt x="4161" y="21721"/>
                    <a:pt x="4197" y="21725"/>
                    <a:pt x="4233" y="21725"/>
                  </a:cubicBezTo>
                  <a:cubicBezTo>
                    <a:pt x="4426" y="21725"/>
                    <a:pt x="4602" y="21593"/>
                    <a:pt x="4647" y="21399"/>
                  </a:cubicBezTo>
                  <a:lnTo>
                    <a:pt x="7609" y="10354"/>
                  </a:lnTo>
                  <a:cubicBezTo>
                    <a:pt x="8643" y="10446"/>
                    <a:pt x="9736" y="10493"/>
                    <a:pt x="10852" y="10493"/>
                  </a:cubicBezTo>
                  <a:cubicBezTo>
                    <a:pt x="11971" y="10493"/>
                    <a:pt x="13063" y="10446"/>
                    <a:pt x="14098" y="10354"/>
                  </a:cubicBezTo>
                  <a:lnTo>
                    <a:pt x="17059" y="21399"/>
                  </a:lnTo>
                  <a:cubicBezTo>
                    <a:pt x="17107" y="21585"/>
                    <a:pt x="17276" y="21714"/>
                    <a:pt x="17466" y="21714"/>
                  </a:cubicBezTo>
                  <a:cubicBezTo>
                    <a:pt x="17504" y="21714"/>
                    <a:pt x="17541" y="21708"/>
                    <a:pt x="17578" y="21697"/>
                  </a:cubicBezTo>
                  <a:cubicBezTo>
                    <a:pt x="17802" y="21640"/>
                    <a:pt x="17938" y="21406"/>
                    <a:pt x="17877" y="21178"/>
                  </a:cubicBezTo>
                  <a:lnTo>
                    <a:pt x="14953" y="10266"/>
                  </a:lnTo>
                  <a:cubicBezTo>
                    <a:pt x="16201" y="10120"/>
                    <a:pt x="17351" y="9910"/>
                    <a:pt x="18341" y="9638"/>
                  </a:cubicBezTo>
                  <a:cubicBezTo>
                    <a:pt x="20546" y="9031"/>
                    <a:pt x="21707" y="8190"/>
                    <a:pt x="21707" y="7203"/>
                  </a:cubicBezTo>
                  <a:cubicBezTo>
                    <a:pt x="21710" y="5361"/>
                    <a:pt x="17785" y="4550"/>
                    <a:pt x="15930" y="4269"/>
                  </a:cubicBezTo>
                  <a:cubicBezTo>
                    <a:pt x="15483" y="1716"/>
                    <a:pt x="13265" y="0"/>
                    <a:pt x="1085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73"/>
            <p:cNvSpPr/>
            <p:nvPr/>
          </p:nvSpPr>
          <p:spPr>
            <a:xfrm>
              <a:off x="1550925" y="3009500"/>
              <a:ext cx="25625" cy="21275"/>
            </a:xfrm>
            <a:custGeom>
              <a:avLst/>
              <a:gdLst/>
              <a:ahLst/>
              <a:cxnLst/>
              <a:rect l="l" t="t" r="r" b="b"/>
              <a:pathLst>
                <a:path w="1025" h="851" extrusionOk="0">
                  <a:moveTo>
                    <a:pt x="501" y="1"/>
                  </a:moveTo>
                  <a:cubicBezTo>
                    <a:pt x="345" y="1"/>
                    <a:pt x="203" y="95"/>
                    <a:pt x="136" y="242"/>
                  </a:cubicBezTo>
                  <a:cubicBezTo>
                    <a:pt x="0" y="540"/>
                    <a:pt x="230" y="851"/>
                    <a:pt x="524" y="851"/>
                  </a:cubicBezTo>
                  <a:cubicBezTo>
                    <a:pt x="574" y="851"/>
                    <a:pt x="626" y="841"/>
                    <a:pt x="679" y="822"/>
                  </a:cubicBezTo>
                  <a:cubicBezTo>
                    <a:pt x="794" y="778"/>
                    <a:pt x="883" y="689"/>
                    <a:pt x="923" y="574"/>
                  </a:cubicBezTo>
                  <a:cubicBezTo>
                    <a:pt x="1025" y="296"/>
                    <a:pt x="818" y="1"/>
                    <a:pt x="523" y="1"/>
                  </a:cubicBezTo>
                  <a:lnTo>
                    <a:pt x="509" y="1"/>
                  </a:lnTo>
                  <a:cubicBezTo>
                    <a:pt x="507" y="1"/>
                    <a:pt x="504" y="1"/>
                    <a:pt x="5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73"/>
            <p:cNvSpPr/>
            <p:nvPr/>
          </p:nvSpPr>
          <p:spPr>
            <a:xfrm>
              <a:off x="1474250" y="3004175"/>
              <a:ext cx="25650" cy="21275"/>
            </a:xfrm>
            <a:custGeom>
              <a:avLst/>
              <a:gdLst/>
              <a:ahLst/>
              <a:cxnLst/>
              <a:rect l="l" t="t" r="r" b="b"/>
              <a:pathLst>
                <a:path w="1026" h="851" extrusionOk="0">
                  <a:moveTo>
                    <a:pt x="510" y="0"/>
                  </a:moveTo>
                  <a:cubicBezTo>
                    <a:pt x="350" y="0"/>
                    <a:pt x="201" y="95"/>
                    <a:pt x="137" y="241"/>
                  </a:cubicBezTo>
                  <a:cubicBezTo>
                    <a:pt x="1" y="539"/>
                    <a:pt x="229" y="851"/>
                    <a:pt x="522" y="851"/>
                  </a:cubicBezTo>
                  <a:cubicBezTo>
                    <a:pt x="573" y="851"/>
                    <a:pt x="626" y="842"/>
                    <a:pt x="679" y="821"/>
                  </a:cubicBezTo>
                  <a:cubicBezTo>
                    <a:pt x="795" y="780"/>
                    <a:pt x="883" y="689"/>
                    <a:pt x="924" y="573"/>
                  </a:cubicBezTo>
                  <a:cubicBezTo>
                    <a:pt x="1025" y="295"/>
                    <a:pt x="819" y="0"/>
                    <a:pt x="5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73"/>
            <p:cNvSpPr/>
            <p:nvPr/>
          </p:nvSpPr>
          <p:spPr>
            <a:xfrm>
              <a:off x="1399725" y="2985075"/>
              <a:ext cx="25725" cy="21300"/>
            </a:xfrm>
            <a:custGeom>
              <a:avLst/>
              <a:gdLst/>
              <a:ahLst/>
              <a:cxnLst/>
              <a:rect l="l" t="t" r="r" b="b"/>
              <a:pathLst>
                <a:path w="1029" h="852" extrusionOk="0">
                  <a:moveTo>
                    <a:pt x="513" y="1"/>
                  </a:moveTo>
                  <a:cubicBezTo>
                    <a:pt x="353" y="1"/>
                    <a:pt x="204" y="96"/>
                    <a:pt x="139" y="242"/>
                  </a:cubicBezTo>
                  <a:cubicBezTo>
                    <a:pt x="1" y="539"/>
                    <a:pt x="231" y="852"/>
                    <a:pt x="525" y="852"/>
                  </a:cubicBezTo>
                  <a:cubicBezTo>
                    <a:pt x="576" y="852"/>
                    <a:pt x="629" y="842"/>
                    <a:pt x="682" y="822"/>
                  </a:cubicBezTo>
                  <a:cubicBezTo>
                    <a:pt x="794" y="781"/>
                    <a:pt x="886" y="689"/>
                    <a:pt x="923" y="574"/>
                  </a:cubicBezTo>
                  <a:cubicBezTo>
                    <a:pt x="1028" y="296"/>
                    <a:pt x="821" y="1"/>
                    <a:pt x="5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73"/>
            <p:cNvSpPr/>
            <p:nvPr/>
          </p:nvSpPr>
          <p:spPr>
            <a:xfrm>
              <a:off x="1627075" y="3004175"/>
              <a:ext cx="26750" cy="21225"/>
            </a:xfrm>
            <a:custGeom>
              <a:avLst/>
              <a:gdLst/>
              <a:ahLst/>
              <a:cxnLst/>
              <a:rect l="l" t="t" r="r" b="b"/>
              <a:pathLst>
                <a:path w="1070" h="849" extrusionOk="0">
                  <a:moveTo>
                    <a:pt x="543" y="0"/>
                  </a:moveTo>
                  <a:cubicBezTo>
                    <a:pt x="235" y="0"/>
                    <a:pt x="1" y="336"/>
                    <a:pt x="184" y="661"/>
                  </a:cubicBezTo>
                  <a:cubicBezTo>
                    <a:pt x="250" y="778"/>
                    <a:pt x="372" y="848"/>
                    <a:pt x="501" y="848"/>
                  </a:cubicBezTo>
                  <a:cubicBezTo>
                    <a:pt x="504" y="848"/>
                    <a:pt x="507" y="848"/>
                    <a:pt x="510" y="848"/>
                  </a:cubicBezTo>
                  <a:lnTo>
                    <a:pt x="557" y="848"/>
                  </a:lnTo>
                  <a:cubicBezTo>
                    <a:pt x="560" y="848"/>
                    <a:pt x="563" y="848"/>
                    <a:pt x="566" y="848"/>
                  </a:cubicBezTo>
                  <a:cubicBezTo>
                    <a:pt x="718" y="848"/>
                    <a:pt x="857" y="761"/>
                    <a:pt x="923" y="624"/>
                  </a:cubicBezTo>
                  <a:cubicBezTo>
                    <a:pt x="1069" y="343"/>
                    <a:pt x="862" y="3"/>
                    <a:pt x="5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73"/>
            <p:cNvSpPr/>
            <p:nvPr/>
          </p:nvSpPr>
          <p:spPr>
            <a:xfrm>
              <a:off x="1701550" y="2985075"/>
              <a:ext cx="26725" cy="21225"/>
            </a:xfrm>
            <a:custGeom>
              <a:avLst/>
              <a:gdLst/>
              <a:ahLst/>
              <a:cxnLst/>
              <a:rect l="l" t="t" r="r" b="b"/>
              <a:pathLst>
                <a:path w="1069" h="849" extrusionOk="0">
                  <a:moveTo>
                    <a:pt x="543" y="1"/>
                  </a:moveTo>
                  <a:cubicBezTo>
                    <a:pt x="234" y="1"/>
                    <a:pt x="0" y="337"/>
                    <a:pt x="183" y="662"/>
                  </a:cubicBezTo>
                  <a:cubicBezTo>
                    <a:pt x="250" y="778"/>
                    <a:pt x="371" y="849"/>
                    <a:pt x="500" y="849"/>
                  </a:cubicBezTo>
                  <a:cubicBezTo>
                    <a:pt x="503" y="849"/>
                    <a:pt x="506" y="849"/>
                    <a:pt x="509" y="849"/>
                  </a:cubicBezTo>
                  <a:lnTo>
                    <a:pt x="556" y="849"/>
                  </a:lnTo>
                  <a:cubicBezTo>
                    <a:pt x="559" y="849"/>
                    <a:pt x="562" y="849"/>
                    <a:pt x="565" y="849"/>
                  </a:cubicBezTo>
                  <a:cubicBezTo>
                    <a:pt x="718" y="849"/>
                    <a:pt x="856" y="761"/>
                    <a:pt x="923" y="625"/>
                  </a:cubicBezTo>
                  <a:cubicBezTo>
                    <a:pt x="1069" y="343"/>
                    <a:pt x="862" y="4"/>
                    <a:pt x="5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73"/>
            <p:cNvSpPr/>
            <p:nvPr/>
          </p:nvSpPr>
          <p:spPr>
            <a:xfrm>
              <a:off x="1492925" y="3134100"/>
              <a:ext cx="141225" cy="164500"/>
            </a:xfrm>
            <a:custGeom>
              <a:avLst/>
              <a:gdLst/>
              <a:ahLst/>
              <a:cxnLst/>
              <a:rect l="l" t="t" r="r" b="b"/>
              <a:pathLst>
                <a:path w="5649" h="6580" extrusionOk="0">
                  <a:moveTo>
                    <a:pt x="3827" y="855"/>
                  </a:moveTo>
                  <a:cubicBezTo>
                    <a:pt x="4298" y="855"/>
                    <a:pt x="4536" y="1424"/>
                    <a:pt x="4203" y="1757"/>
                  </a:cubicBezTo>
                  <a:cubicBezTo>
                    <a:pt x="4094" y="1866"/>
                    <a:pt x="3961" y="1914"/>
                    <a:pt x="3830" y="1914"/>
                  </a:cubicBezTo>
                  <a:cubicBezTo>
                    <a:pt x="3558" y="1914"/>
                    <a:pt x="3298" y="1703"/>
                    <a:pt x="3298" y="1384"/>
                  </a:cubicBezTo>
                  <a:cubicBezTo>
                    <a:pt x="3298" y="1092"/>
                    <a:pt x="3535" y="855"/>
                    <a:pt x="3827" y="855"/>
                  </a:cubicBezTo>
                  <a:close/>
                  <a:moveTo>
                    <a:pt x="3831" y="1"/>
                  </a:moveTo>
                  <a:cubicBezTo>
                    <a:pt x="3374" y="1"/>
                    <a:pt x="2934" y="227"/>
                    <a:pt x="2673" y="627"/>
                  </a:cubicBezTo>
                  <a:cubicBezTo>
                    <a:pt x="2314" y="1180"/>
                    <a:pt x="2395" y="1913"/>
                    <a:pt x="2867" y="2371"/>
                  </a:cubicBezTo>
                  <a:lnTo>
                    <a:pt x="2758" y="2561"/>
                  </a:lnTo>
                  <a:lnTo>
                    <a:pt x="2236" y="2181"/>
                  </a:lnTo>
                  <a:lnTo>
                    <a:pt x="1920" y="1404"/>
                  </a:lnTo>
                  <a:cubicBezTo>
                    <a:pt x="1854" y="1240"/>
                    <a:pt x="1696" y="1142"/>
                    <a:pt x="1529" y="1142"/>
                  </a:cubicBezTo>
                  <a:cubicBezTo>
                    <a:pt x="1475" y="1142"/>
                    <a:pt x="1420" y="1152"/>
                    <a:pt x="1367" y="1173"/>
                  </a:cubicBezTo>
                  <a:cubicBezTo>
                    <a:pt x="1154" y="1262"/>
                    <a:pt x="1048" y="1506"/>
                    <a:pt x="1133" y="1723"/>
                  </a:cubicBezTo>
                  <a:lnTo>
                    <a:pt x="1493" y="2612"/>
                  </a:lnTo>
                  <a:cubicBezTo>
                    <a:pt x="1523" y="2686"/>
                    <a:pt x="1574" y="2751"/>
                    <a:pt x="1639" y="2798"/>
                  </a:cubicBezTo>
                  <a:lnTo>
                    <a:pt x="2334" y="3300"/>
                  </a:lnTo>
                  <a:lnTo>
                    <a:pt x="2076" y="3745"/>
                  </a:lnTo>
                  <a:lnTo>
                    <a:pt x="723" y="4108"/>
                  </a:lnTo>
                  <a:cubicBezTo>
                    <a:pt x="577" y="4145"/>
                    <a:pt x="462" y="4260"/>
                    <a:pt x="424" y="4406"/>
                  </a:cubicBezTo>
                  <a:lnTo>
                    <a:pt x="61" y="5760"/>
                  </a:lnTo>
                  <a:cubicBezTo>
                    <a:pt x="0" y="5987"/>
                    <a:pt x="133" y="6218"/>
                    <a:pt x="360" y="6279"/>
                  </a:cubicBezTo>
                  <a:cubicBezTo>
                    <a:pt x="397" y="6289"/>
                    <a:pt x="435" y="6292"/>
                    <a:pt x="468" y="6292"/>
                  </a:cubicBezTo>
                  <a:cubicBezTo>
                    <a:pt x="662" y="6292"/>
                    <a:pt x="828" y="6163"/>
                    <a:pt x="879" y="5980"/>
                  </a:cubicBezTo>
                  <a:lnTo>
                    <a:pt x="1177" y="4861"/>
                  </a:lnTo>
                  <a:lnTo>
                    <a:pt x="1754" y="4708"/>
                  </a:lnTo>
                  <a:lnTo>
                    <a:pt x="1649" y="5105"/>
                  </a:lnTo>
                  <a:cubicBezTo>
                    <a:pt x="1608" y="5251"/>
                    <a:pt x="1652" y="5407"/>
                    <a:pt x="1757" y="5515"/>
                  </a:cubicBezTo>
                  <a:lnTo>
                    <a:pt x="2697" y="6455"/>
                  </a:lnTo>
                  <a:cubicBezTo>
                    <a:pt x="2780" y="6538"/>
                    <a:pt x="2889" y="6580"/>
                    <a:pt x="2997" y="6580"/>
                  </a:cubicBezTo>
                  <a:cubicBezTo>
                    <a:pt x="3106" y="6580"/>
                    <a:pt x="3214" y="6538"/>
                    <a:pt x="3298" y="6455"/>
                  </a:cubicBezTo>
                  <a:cubicBezTo>
                    <a:pt x="3464" y="6289"/>
                    <a:pt x="3464" y="6021"/>
                    <a:pt x="3298" y="5855"/>
                  </a:cubicBezTo>
                  <a:lnTo>
                    <a:pt x="2531" y="5088"/>
                  </a:lnTo>
                  <a:lnTo>
                    <a:pt x="2751" y="4270"/>
                  </a:lnTo>
                  <a:lnTo>
                    <a:pt x="3097" y="3673"/>
                  </a:lnTo>
                  <a:lnTo>
                    <a:pt x="4078" y="3935"/>
                  </a:lnTo>
                  <a:cubicBezTo>
                    <a:pt x="4112" y="3945"/>
                    <a:pt x="4149" y="3952"/>
                    <a:pt x="4186" y="3952"/>
                  </a:cubicBezTo>
                  <a:lnTo>
                    <a:pt x="4200" y="3952"/>
                  </a:lnTo>
                  <a:lnTo>
                    <a:pt x="5231" y="3918"/>
                  </a:lnTo>
                  <a:cubicBezTo>
                    <a:pt x="5465" y="3911"/>
                    <a:pt x="5648" y="3714"/>
                    <a:pt x="5642" y="3480"/>
                  </a:cubicBezTo>
                  <a:cubicBezTo>
                    <a:pt x="5635" y="3250"/>
                    <a:pt x="5445" y="3069"/>
                    <a:pt x="5216" y="3069"/>
                  </a:cubicBezTo>
                  <a:cubicBezTo>
                    <a:pt x="5212" y="3069"/>
                    <a:pt x="5208" y="3070"/>
                    <a:pt x="5204" y="3070"/>
                  </a:cubicBezTo>
                  <a:lnTo>
                    <a:pt x="4234" y="3100"/>
                  </a:lnTo>
                  <a:lnTo>
                    <a:pt x="3535" y="2914"/>
                  </a:lnTo>
                  <a:lnTo>
                    <a:pt x="3630" y="2747"/>
                  </a:lnTo>
                  <a:cubicBezTo>
                    <a:pt x="3694" y="2758"/>
                    <a:pt x="3762" y="2761"/>
                    <a:pt x="3827" y="2761"/>
                  </a:cubicBezTo>
                  <a:cubicBezTo>
                    <a:pt x="4488" y="2761"/>
                    <a:pt x="5058" y="2296"/>
                    <a:pt x="5184" y="1645"/>
                  </a:cubicBezTo>
                  <a:cubicBezTo>
                    <a:pt x="5309" y="997"/>
                    <a:pt x="4960" y="353"/>
                    <a:pt x="4349" y="102"/>
                  </a:cubicBezTo>
                  <a:cubicBezTo>
                    <a:pt x="4180" y="33"/>
                    <a:pt x="4004" y="1"/>
                    <a:pt x="383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73"/>
            <p:cNvSpPr/>
            <p:nvPr/>
          </p:nvSpPr>
          <p:spPr>
            <a:xfrm>
              <a:off x="1467300" y="2848375"/>
              <a:ext cx="26750" cy="21225"/>
            </a:xfrm>
            <a:custGeom>
              <a:avLst/>
              <a:gdLst/>
              <a:ahLst/>
              <a:cxnLst/>
              <a:rect l="l" t="t" r="r" b="b"/>
              <a:pathLst>
                <a:path w="1070" h="849" extrusionOk="0">
                  <a:moveTo>
                    <a:pt x="501" y="1"/>
                  </a:moveTo>
                  <a:cubicBezTo>
                    <a:pt x="352" y="1"/>
                    <a:pt x="213" y="88"/>
                    <a:pt x="147" y="225"/>
                  </a:cubicBezTo>
                  <a:cubicBezTo>
                    <a:pt x="1" y="509"/>
                    <a:pt x="204" y="845"/>
                    <a:pt x="527" y="849"/>
                  </a:cubicBezTo>
                  <a:cubicBezTo>
                    <a:pt x="835" y="849"/>
                    <a:pt x="1069" y="513"/>
                    <a:pt x="883" y="187"/>
                  </a:cubicBezTo>
                  <a:cubicBezTo>
                    <a:pt x="815" y="68"/>
                    <a:pt x="693" y="1"/>
                    <a:pt x="557" y="1"/>
                  </a:cubicBezTo>
                  <a:lnTo>
                    <a:pt x="510" y="1"/>
                  </a:lnTo>
                  <a:cubicBezTo>
                    <a:pt x="507" y="1"/>
                    <a:pt x="504" y="1"/>
                    <a:pt x="5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54"/>
        <p:cNvGrpSpPr/>
        <p:nvPr/>
      </p:nvGrpSpPr>
      <p:grpSpPr>
        <a:xfrm>
          <a:off x="0" y="0"/>
          <a:ext cx="0" cy="0"/>
          <a:chOff x="0" y="0"/>
          <a:chExt cx="0" cy="0"/>
        </a:xfrm>
      </p:grpSpPr>
      <p:sp>
        <p:nvSpPr>
          <p:cNvPr id="3955" name="Google Shape;3955;p74"/>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ALTERNATIVE</a:t>
            </a:r>
            <a:r>
              <a:rPr lang="en"/>
              <a:t> RESOURCES</a:t>
            </a:r>
            <a:endParaRPr/>
          </a:p>
        </p:txBody>
      </p:sp>
      <p:grpSp>
        <p:nvGrpSpPr>
          <p:cNvPr id="3956" name="Google Shape;3956;p74"/>
          <p:cNvGrpSpPr/>
          <p:nvPr/>
        </p:nvGrpSpPr>
        <p:grpSpPr>
          <a:xfrm>
            <a:off x="976086" y="1344479"/>
            <a:ext cx="1535782" cy="1501364"/>
            <a:chOff x="4198102" y="3187129"/>
            <a:chExt cx="1677534" cy="1619245"/>
          </a:xfrm>
        </p:grpSpPr>
        <p:sp>
          <p:nvSpPr>
            <p:cNvPr id="3957" name="Google Shape;3957;p74"/>
            <p:cNvSpPr/>
            <p:nvPr/>
          </p:nvSpPr>
          <p:spPr>
            <a:xfrm>
              <a:off x="4670363" y="4505175"/>
              <a:ext cx="432268" cy="290492"/>
            </a:xfrm>
            <a:custGeom>
              <a:avLst/>
              <a:gdLst/>
              <a:ahLst/>
              <a:cxnLst/>
              <a:rect l="l" t="t" r="r" b="b"/>
              <a:pathLst>
                <a:path w="22730" h="15275" extrusionOk="0">
                  <a:moveTo>
                    <a:pt x="20443" y="0"/>
                  </a:moveTo>
                  <a:lnTo>
                    <a:pt x="3933" y="1143"/>
                  </a:lnTo>
                  <a:cubicBezTo>
                    <a:pt x="0" y="8644"/>
                    <a:pt x="22730" y="15275"/>
                    <a:pt x="22730" y="15275"/>
                  </a:cubicBezTo>
                  <a:lnTo>
                    <a:pt x="2044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74"/>
            <p:cNvSpPr/>
            <p:nvPr/>
          </p:nvSpPr>
          <p:spPr>
            <a:xfrm>
              <a:off x="4907797" y="4505175"/>
              <a:ext cx="194834" cy="290492"/>
            </a:xfrm>
            <a:custGeom>
              <a:avLst/>
              <a:gdLst/>
              <a:ahLst/>
              <a:cxnLst/>
              <a:rect l="l" t="t" r="r" b="b"/>
              <a:pathLst>
                <a:path w="10245" h="15275" extrusionOk="0">
                  <a:moveTo>
                    <a:pt x="7958" y="0"/>
                  </a:moveTo>
                  <a:lnTo>
                    <a:pt x="0" y="549"/>
                  </a:lnTo>
                  <a:cubicBezTo>
                    <a:pt x="1235" y="7363"/>
                    <a:pt x="10245" y="15275"/>
                    <a:pt x="10245" y="15275"/>
                  </a:cubicBezTo>
                  <a:lnTo>
                    <a:pt x="7958" y="0"/>
                  </a:ln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74"/>
            <p:cNvSpPr/>
            <p:nvPr/>
          </p:nvSpPr>
          <p:spPr>
            <a:xfrm>
              <a:off x="5575748" y="3666560"/>
              <a:ext cx="291386" cy="365497"/>
            </a:xfrm>
            <a:custGeom>
              <a:avLst/>
              <a:gdLst/>
              <a:ahLst/>
              <a:cxnLst/>
              <a:rect l="l" t="t" r="r" b="b"/>
              <a:pathLst>
                <a:path w="15322" h="19219" extrusionOk="0">
                  <a:moveTo>
                    <a:pt x="2971" y="0"/>
                  </a:moveTo>
                  <a:cubicBezTo>
                    <a:pt x="2384" y="0"/>
                    <a:pt x="1789" y="147"/>
                    <a:pt x="1190" y="467"/>
                  </a:cubicBezTo>
                  <a:lnTo>
                    <a:pt x="0" y="16931"/>
                  </a:lnTo>
                  <a:lnTo>
                    <a:pt x="15321" y="19218"/>
                  </a:lnTo>
                  <a:cubicBezTo>
                    <a:pt x="15321" y="19218"/>
                    <a:pt x="9676" y="0"/>
                    <a:pt x="29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74"/>
            <p:cNvSpPr/>
            <p:nvPr/>
          </p:nvSpPr>
          <p:spPr>
            <a:xfrm>
              <a:off x="5575748" y="3837204"/>
              <a:ext cx="291386" cy="194853"/>
            </a:xfrm>
            <a:custGeom>
              <a:avLst/>
              <a:gdLst/>
              <a:ahLst/>
              <a:cxnLst/>
              <a:rect l="l" t="t" r="r" b="b"/>
              <a:pathLst>
                <a:path w="15322" h="10246" extrusionOk="0">
                  <a:moveTo>
                    <a:pt x="549" y="1"/>
                  </a:moveTo>
                  <a:lnTo>
                    <a:pt x="0" y="7958"/>
                  </a:lnTo>
                  <a:lnTo>
                    <a:pt x="15321" y="10245"/>
                  </a:lnTo>
                  <a:cubicBezTo>
                    <a:pt x="15321" y="10245"/>
                    <a:pt x="7364" y="1236"/>
                    <a:pt x="549"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74"/>
            <p:cNvSpPr/>
            <p:nvPr/>
          </p:nvSpPr>
          <p:spPr>
            <a:xfrm>
              <a:off x="5283525" y="4212933"/>
              <a:ext cx="317459" cy="317478"/>
            </a:xfrm>
            <a:custGeom>
              <a:avLst/>
              <a:gdLst/>
              <a:ahLst/>
              <a:cxnLst/>
              <a:rect l="l" t="t" r="r" b="b"/>
              <a:pathLst>
                <a:path w="16693" h="16694" extrusionOk="0">
                  <a:moveTo>
                    <a:pt x="9010" y="1"/>
                  </a:moveTo>
                  <a:lnTo>
                    <a:pt x="4711" y="4711"/>
                  </a:lnTo>
                  <a:lnTo>
                    <a:pt x="0" y="9010"/>
                  </a:lnTo>
                  <a:lnTo>
                    <a:pt x="3750" y="16693"/>
                  </a:lnTo>
                  <a:lnTo>
                    <a:pt x="10199" y="10199"/>
                  </a:lnTo>
                  <a:lnTo>
                    <a:pt x="16693" y="3705"/>
                  </a:lnTo>
                  <a:lnTo>
                    <a:pt x="901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74"/>
            <p:cNvSpPr/>
            <p:nvPr/>
          </p:nvSpPr>
          <p:spPr>
            <a:xfrm>
              <a:off x="5373098" y="4262512"/>
              <a:ext cx="183538" cy="144400"/>
            </a:xfrm>
            <a:custGeom>
              <a:avLst/>
              <a:gdLst/>
              <a:ahLst/>
              <a:cxnLst/>
              <a:rect l="l" t="t" r="r" b="b"/>
              <a:pathLst>
                <a:path w="9651" h="7593" extrusionOk="0">
                  <a:moveTo>
                    <a:pt x="3110" y="0"/>
                  </a:moveTo>
                  <a:lnTo>
                    <a:pt x="1" y="2104"/>
                  </a:lnTo>
                  <a:lnTo>
                    <a:pt x="5489" y="7592"/>
                  </a:lnTo>
                  <a:lnTo>
                    <a:pt x="9650" y="3430"/>
                  </a:lnTo>
                  <a:lnTo>
                    <a:pt x="3110" y="0"/>
                  </a:ln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74"/>
            <p:cNvSpPr/>
            <p:nvPr/>
          </p:nvSpPr>
          <p:spPr>
            <a:xfrm>
              <a:off x="4198102" y="3202229"/>
              <a:ext cx="1523777" cy="1390312"/>
            </a:xfrm>
            <a:custGeom>
              <a:avLst/>
              <a:gdLst/>
              <a:ahLst/>
              <a:cxnLst/>
              <a:rect l="l" t="t" r="r" b="b"/>
              <a:pathLst>
                <a:path w="80125" h="73107" extrusionOk="0">
                  <a:moveTo>
                    <a:pt x="10711" y="0"/>
                  </a:moveTo>
                  <a:cubicBezTo>
                    <a:pt x="7851" y="0"/>
                    <a:pt x="5852" y="372"/>
                    <a:pt x="5076" y="1148"/>
                  </a:cubicBezTo>
                  <a:cubicBezTo>
                    <a:pt x="0" y="6224"/>
                    <a:pt x="12211" y="63711"/>
                    <a:pt x="32882" y="72034"/>
                  </a:cubicBezTo>
                  <a:cubicBezTo>
                    <a:pt x="34716" y="72773"/>
                    <a:pt x="36556" y="73107"/>
                    <a:pt x="38391" y="73107"/>
                  </a:cubicBezTo>
                  <a:cubicBezTo>
                    <a:pt x="46899" y="73107"/>
                    <a:pt x="55311" y="65933"/>
                    <a:pt x="62609" y="58635"/>
                  </a:cubicBezTo>
                  <a:cubicBezTo>
                    <a:pt x="71481" y="49762"/>
                    <a:pt x="80125" y="39244"/>
                    <a:pt x="76009" y="28954"/>
                  </a:cubicBezTo>
                  <a:cubicBezTo>
                    <a:pt x="68918" y="11441"/>
                    <a:pt x="26572" y="0"/>
                    <a:pt x="10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74"/>
            <p:cNvSpPr/>
            <p:nvPr/>
          </p:nvSpPr>
          <p:spPr>
            <a:xfrm>
              <a:off x="4716462" y="3603251"/>
              <a:ext cx="687102" cy="687102"/>
            </a:xfrm>
            <a:custGeom>
              <a:avLst/>
              <a:gdLst/>
              <a:ahLst/>
              <a:cxnLst/>
              <a:rect l="l" t="t" r="r" b="b"/>
              <a:pathLst>
                <a:path w="36130" h="36130" extrusionOk="0">
                  <a:moveTo>
                    <a:pt x="18065" y="1"/>
                  </a:moveTo>
                  <a:cubicBezTo>
                    <a:pt x="8049" y="1"/>
                    <a:pt x="0" y="8095"/>
                    <a:pt x="0" y="18065"/>
                  </a:cubicBezTo>
                  <a:cubicBezTo>
                    <a:pt x="0" y="28081"/>
                    <a:pt x="8049" y="36130"/>
                    <a:pt x="18065" y="36130"/>
                  </a:cubicBezTo>
                  <a:cubicBezTo>
                    <a:pt x="28035" y="36130"/>
                    <a:pt x="36129" y="28081"/>
                    <a:pt x="36129" y="18065"/>
                  </a:cubicBezTo>
                  <a:cubicBezTo>
                    <a:pt x="36129" y="8095"/>
                    <a:pt x="28035" y="1"/>
                    <a:pt x="18065"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74"/>
            <p:cNvSpPr/>
            <p:nvPr/>
          </p:nvSpPr>
          <p:spPr>
            <a:xfrm>
              <a:off x="4247661" y="3202077"/>
              <a:ext cx="667971" cy="642982"/>
            </a:xfrm>
            <a:custGeom>
              <a:avLst/>
              <a:gdLst/>
              <a:ahLst/>
              <a:cxnLst/>
              <a:rect l="l" t="t" r="r" b="b"/>
              <a:pathLst>
                <a:path w="35124" h="33810" extrusionOk="0">
                  <a:moveTo>
                    <a:pt x="8118" y="1"/>
                  </a:moveTo>
                  <a:cubicBezTo>
                    <a:pt x="5254" y="1"/>
                    <a:pt x="3252" y="375"/>
                    <a:pt x="2470" y="1156"/>
                  </a:cubicBezTo>
                  <a:cubicBezTo>
                    <a:pt x="1" y="3580"/>
                    <a:pt x="1602" y="18306"/>
                    <a:pt x="6266" y="33809"/>
                  </a:cubicBezTo>
                  <a:cubicBezTo>
                    <a:pt x="12486" y="30745"/>
                    <a:pt x="18157" y="26675"/>
                    <a:pt x="23050" y="21736"/>
                  </a:cubicBezTo>
                  <a:cubicBezTo>
                    <a:pt x="27990" y="16842"/>
                    <a:pt x="32060" y="11171"/>
                    <a:pt x="35124" y="4906"/>
                  </a:cubicBezTo>
                  <a:cubicBezTo>
                    <a:pt x="24524" y="1748"/>
                    <a:pt x="14309" y="1"/>
                    <a:pt x="811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74"/>
            <p:cNvSpPr/>
            <p:nvPr/>
          </p:nvSpPr>
          <p:spPr>
            <a:xfrm>
              <a:off x="4434660" y="3203180"/>
              <a:ext cx="1265482" cy="966279"/>
            </a:xfrm>
            <a:custGeom>
              <a:avLst/>
              <a:gdLst/>
              <a:ahLst/>
              <a:cxnLst/>
              <a:rect l="l" t="t" r="r" b="b"/>
              <a:pathLst>
                <a:path w="66543" h="50810" extrusionOk="0">
                  <a:moveTo>
                    <a:pt x="1" y="0"/>
                  </a:moveTo>
                  <a:lnTo>
                    <a:pt x="1" y="0"/>
                  </a:lnTo>
                  <a:cubicBezTo>
                    <a:pt x="39057" y="15184"/>
                    <a:pt x="58539" y="31556"/>
                    <a:pt x="57258" y="50810"/>
                  </a:cubicBezTo>
                  <a:cubicBezTo>
                    <a:pt x="62884" y="43859"/>
                    <a:pt x="66542" y="36358"/>
                    <a:pt x="63570" y="28904"/>
                  </a:cubicBezTo>
                  <a:cubicBezTo>
                    <a:pt x="56755" y="11982"/>
                    <a:pt x="17013" y="732"/>
                    <a:pt x="1"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74"/>
            <p:cNvSpPr/>
            <p:nvPr/>
          </p:nvSpPr>
          <p:spPr>
            <a:xfrm>
              <a:off x="4325937" y="3501488"/>
              <a:ext cx="772339" cy="1016561"/>
            </a:xfrm>
            <a:custGeom>
              <a:avLst/>
              <a:gdLst/>
              <a:ahLst/>
              <a:cxnLst/>
              <a:rect l="l" t="t" r="r" b="b"/>
              <a:pathLst>
                <a:path w="40612" h="53454" extrusionOk="0">
                  <a:moveTo>
                    <a:pt x="1" y="1"/>
                  </a:moveTo>
                  <a:cubicBezTo>
                    <a:pt x="5977" y="27189"/>
                    <a:pt x="16919" y="53453"/>
                    <a:pt x="32826" y="53453"/>
                  </a:cubicBezTo>
                  <a:cubicBezTo>
                    <a:pt x="35301" y="53453"/>
                    <a:pt x="37897" y="52818"/>
                    <a:pt x="40612" y="51451"/>
                  </a:cubicBezTo>
                  <a:cubicBezTo>
                    <a:pt x="28996" y="47792"/>
                    <a:pt x="15596" y="35536"/>
                    <a:pt x="1" y="1"/>
                  </a:cubicBezTo>
                  <a:close/>
                </a:path>
              </a:pathLst>
            </a:custGeom>
            <a:solidFill>
              <a:srgbClr val="FFFFFF">
                <a:alpha val="40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74"/>
            <p:cNvSpPr/>
            <p:nvPr/>
          </p:nvSpPr>
          <p:spPr>
            <a:xfrm>
              <a:off x="4697311" y="3626738"/>
              <a:ext cx="641898" cy="641879"/>
            </a:xfrm>
            <a:custGeom>
              <a:avLst/>
              <a:gdLst/>
              <a:ahLst/>
              <a:cxnLst/>
              <a:rect l="l" t="t" r="r" b="b"/>
              <a:pathLst>
                <a:path w="33753" h="33752" extrusionOk="0">
                  <a:moveTo>
                    <a:pt x="16876" y="0"/>
                  </a:moveTo>
                  <a:cubicBezTo>
                    <a:pt x="7547" y="0"/>
                    <a:pt x="1" y="7546"/>
                    <a:pt x="1" y="16876"/>
                  </a:cubicBezTo>
                  <a:cubicBezTo>
                    <a:pt x="1" y="26206"/>
                    <a:pt x="7547" y="33752"/>
                    <a:pt x="16876" y="33752"/>
                  </a:cubicBezTo>
                  <a:cubicBezTo>
                    <a:pt x="26206" y="33752"/>
                    <a:pt x="33752" y="26206"/>
                    <a:pt x="33752" y="16876"/>
                  </a:cubicBezTo>
                  <a:cubicBezTo>
                    <a:pt x="33752" y="7546"/>
                    <a:pt x="26206" y="0"/>
                    <a:pt x="16876" y="0"/>
                  </a:cubicBezTo>
                  <a:close/>
                </a:path>
              </a:pathLst>
            </a:cu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74"/>
            <p:cNvSpPr/>
            <p:nvPr/>
          </p:nvSpPr>
          <p:spPr>
            <a:xfrm>
              <a:off x="4818205" y="3746757"/>
              <a:ext cx="400965" cy="400965"/>
            </a:xfrm>
            <a:custGeom>
              <a:avLst/>
              <a:gdLst/>
              <a:ahLst/>
              <a:cxnLst/>
              <a:rect l="l" t="t" r="r" b="b"/>
              <a:pathLst>
                <a:path w="21084" h="21084" extrusionOk="0">
                  <a:moveTo>
                    <a:pt x="10519" y="1"/>
                  </a:moveTo>
                  <a:cubicBezTo>
                    <a:pt x="4711" y="1"/>
                    <a:pt x="1" y="4757"/>
                    <a:pt x="1" y="10565"/>
                  </a:cubicBezTo>
                  <a:cubicBezTo>
                    <a:pt x="1" y="16373"/>
                    <a:pt x="4711" y="21084"/>
                    <a:pt x="10519" y="21084"/>
                  </a:cubicBezTo>
                  <a:cubicBezTo>
                    <a:pt x="16328" y="21084"/>
                    <a:pt x="21084" y="16373"/>
                    <a:pt x="21084" y="10565"/>
                  </a:cubicBezTo>
                  <a:cubicBezTo>
                    <a:pt x="21084" y="4757"/>
                    <a:pt x="16328" y="1"/>
                    <a:pt x="10519" y="1"/>
                  </a:cubicBezTo>
                  <a:close/>
                </a:path>
              </a:pathLst>
            </a:custGeom>
            <a:solidFill>
              <a:srgbClr val="76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74"/>
            <p:cNvSpPr/>
            <p:nvPr/>
          </p:nvSpPr>
          <p:spPr>
            <a:xfrm>
              <a:off x="4837337" y="3869382"/>
              <a:ext cx="193979" cy="144400"/>
            </a:xfrm>
            <a:custGeom>
              <a:avLst/>
              <a:gdLst/>
              <a:ahLst/>
              <a:cxnLst/>
              <a:rect l="l" t="t" r="r" b="b"/>
              <a:pathLst>
                <a:path w="10200" h="7593" extrusionOk="0">
                  <a:moveTo>
                    <a:pt x="5106" y="1"/>
                  </a:moveTo>
                  <a:cubicBezTo>
                    <a:pt x="4128" y="1"/>
                    <a:pt x="3157" y="367"/>
                    <a:pt x="2425" y="1099"/>
                  </a:cubicBezTo>
                  <a:cubicBezTo>
                    <a:pt x="1" y="3522"/>
                    <a:pt x="1693" y="7593"/>
                    <a:pt x="5123" y="7593"/>
                  </a:cubicBezTo>
                  <a:cubicBezTo>
                    <a:pt x="8507" y="7593"/>
                    <a:pt x="10199" y="3522"/>
                    <a:pt x="7821" y="1099"/>
                  </a:cubicBezTo>
                  <a:cubicBezTo>
                    <a:pt x="7067" y="367"/>
                    <a:pt x="6083" y="1"/>
                    <a:pt x="51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74"/>
            <p:cNvSpPr/>
            <p:nvPr/>
          </p:nvSpPr>
          <p:spPr>
            <a:xfrm>
              <a:off x="4979987" y="3915043"/>
              <a:ext cx="105243" cy="77877"/>
            </a:xfrm>
            <a:custGeom>
              <a:avLst/>
              <a:gdLst/>
              <a:ahLst/>
              <a:cxnLst/>
              <a:rect l="l" t="t" r="r" b="b"/>
              <a:pathLst>
                <a:path w="5534" h="4095" extrusionOk="0">
                  <a:moveTo>
                    <a:pt x="2767" y="1"/>
                  </a:moveTo>
                  <a:cubicBezTo>
                    <a:pt x="2241" y="1"/>
                    <a:pt x="1715" y="207"/>
                    <a:pt x="1326" y="618"/>
                  </a:cubicBezTo>
                  <a:cubicBezTo>
                    <a:pt x="0" y="1899"/>
                    <a:pt x="915" y="4094"/>
                    <a:pt x="2744" y="4094"/>
                  </a:cubicBezTo>
                  <a:cubicBezTo>
                    <a:pt x="4619" y="4094"/>
                    <a:pt x="5534" y="1899"/>
                    <a:pt x="4208" y="618"/>
                  </a:cubicBezTo>
                  <a:cubicBezTo>
                    <a:pt x="3819" y="207"/>
                    <a:pt x="3293" y="1"/>
                    <a:pt x="27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74"/>
            <p:cNvSpPr/>
            <p:nvPr/>
          </p:nvSpPr>
          <p:spPr>
            <a:xfrm>
              <a:off x="5427031" y="4359044"/>
              <a:ext cx="14796" cy="11334"/>
            </a:xfrm>
            <a:custGeom>
              <a:avLst/>
              <a:gdLst/>
              <a:ahLst/>
              <a:cxnLst/>
              <a:rect l="l" t="t" r="r" b="b"/>
              <a:pathLst>
                <a:path w="778" h="596" extrusionOk="0">
                  <a:moveTo>
                    <a:pt x="366" y="1"/>
                  </a:moveTo>
                  <a:cubicBezTo>
                    <a:pt x="0" y="1"/>
                    <a:pt x="0" y="595"/>
                    <a:pt x="366" y="595"/>
                  </a:cubicBezTo>
                  <a:cubicBezTo>
                    <a:pt x="778" y="595"/>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74"/>
            <p:cNvSpPr/>
            <p:nvPr/>
          </p:nvSpPr>
          <p:spPr>
            <a:xfrm>
              <a:off x="5346131" y="4438195"/>
              <a:ext cx="13940" cy="11334"/>
            </a:xfrm>
            <a:custGeom>
              <a:avLst/>
              <a:gdLst/>
              <a:ahLst/>
              <a:cxnLst/>
              <a:rect l="l" t="t" r="r" b="b"/>
              <a:pathLst>
                <a:path w="733" h="596" extrusionOk="0">
                  <a:moveTo>
                    <a:pt x="367" y="1"/>
                  </a:moveTo>
                  <a:cubicBezTo>
                    <a:pt x="1" y="1"/>
                    <a:pt x="1" y="595"/>
                    <a:pt x="367" y="595"/>
                  </a:cubicBezTo>
                  <a:cubicBezTo>
                    <a:pt x="733" y="595"/>
                    <a:pt x="733"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74"/>
            <p:cNvSpPr/>
            <p:nvPr/>
          </p:nvSpPr>
          <p:spPr>
            <a:xfrm>
              <a:off x="5416591" y="4406892"/>
              <a:ext cx="13940" cy="11315"/>
            </a:xfrm>
            <a:custGeom>
              <a:avLst/>
              <a:gdLst/>
              <a:ahLst/>
              <a:cxnLst/>
              <a:rect l="l" t="t" r="r" b="b"/>
              <a:pathLst>
                <a:path w="733"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74"/>
            <p:cNvSpPr/>
            <p:nvPr/>
          </p:nvSpPr>
          <p:spPr>
            <a:xfrm>
              <a:off x="5496597" y="4315570"/>
              <a:ext cx="13940" cy="11315"/>
            </a:xfrm>
            <a:custGeom>
              <a:avLst/>
              <a:gdLst/>
              <a:ahLst/>
              <a:cxnLst/>
              <a:rect l="l" t="t" r="r" b="b"/>
              <a:pathLst>
                <a:path w="733" h="595" extrusionOk="0">
                  <a:moveTo>
                    <a:pt x="367" y="0"/>
                  </a:moveTo>
                  <a:cubicBezTo>
                    <a:pt x="1" y="0"/>
                    <a:pt x="1" y="595"/>
                    <a:pt x="367" y="595"/>
                  </a:cubicBezTo>
                  <a:cubicBezTo>
                    <a:pt x="732" y="595"/>
                    <a:pt x="732"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74"/>
            <p:cNvSpPr/>
            <p:nvPr/>
          </p:nvSpPr>
          <p:spPr>
            <a:xfrm>
              <a:off x="5506163" y="4282518"/>
              <a:ext cx="14815" cy="10460"/>
            </a:xfrm>
            <a:custGeom>
              <a:avLst/>
              <a:gdLst/>
              <a:ahLst/>
              <a:cxnLst/>
              <a:rect l="l" t="t" r="r" b="b"/>
              <a:pathLst>
                <a:path w="779" h="550"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74"/>
            <p:cNvSpPr/>
            <p:nvPr/>
          </p:nvSpPr>
          <p:spPr>
            <a:xfrm>
              <a:off x="5038257" y="4635635"/>
              <a:ext cx="13940" cy="10441"/>
            </a:xfrm>
            <a:custGeom>
              <a:avLst/>
              <a:gdLst/>
              <a:ahLst/>
              <a:cxnLst/>
              <a:rect l="l" t="t" r="r" b="b"/>
              <a:pathLst>
                <a:path w="733" h="549"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74"/>
            <p:cNvSpPr/>
            <p:nvPr/>
          </p:nvSpPr>
          <p:spPr>
            <a:xfrm>
              <a:off x="5019125" y="4649537"/>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74"/>
            <p:cNvSpPr/>
            <p:nvPr/>
          </p:nvSpPr>
          <p:spPr>
            <a:xfrm>
              <a:off x="5747952" y="3921566"/>
              <a:ext cx="14815" cy="10460"/>
            </a:xfrm>
            <a:custGeom>
              <a:avLst/>
              <a:gdLst/>
              <a:ahLst/>
              <a:cxnLst/>
              <a:rect l="l" t="t" r="r" b="b"/>
              <a:pathLst>
                <a:path w="779" h="550" extrusionOk="0">
                  <a:moveTo>
                    <a:pt x="367" y="1"/>
                  </a:moveTo>
                  <a:cubicBezTo>
                    <a:pt x="1" y="1"/>
                    <a:pt x="1" y="550"/>
                    <a:pt x="367" y="550"/>
                  </a:cubicBezTo>
                  <a:cubicBezTo>
                    <a:pt x="778" y="550"/>
                    <a:pt x="778"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74"/>
            <p:cNvSpPr/>
            <p:nvPr/>
          </p:nvSpPr>
          <p:spPr>
            <a:xfrm>
              <a:off x="5762747" y="3934612"/>
              <a:ext cx="14796" cy="10460"/>
            </a:xfrm>
            <a:custGeom>
              <a:avLst/>
              <a:gdLst/>
              <a:ahLst/>
              <a:cxnLst/>
              <a:rect l="l" t="t" r="r" b="b"/>
              <a:pathLst>
                <a:path w="778" h="550" extrusionOk="0">
                  <a:moveTo>
                    <a:pt x="412" y="1"/>
                  </a:moveTo>
                  <a:cubicBezTo>
                    <a:pt x="0" y="1"/>
                    <a:pt x="0" y="550"/>
                    <a:pt x="412" y="550"/>
                  </a:cubicBezTo>
                  <a:cubicBezTo>
                    <a:pt x="778" y="550"/>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74"/>
            <p:cNvSpPr/>
            <p:nvPr/>
          </p:nvSpPr>
          <p:spPr>
            <a:xfrm>
              <a:off x="5751432" y="3970289"/>
              <a:ext cx="13940" cy="10441"/>
            </a:xfrm>
            <a:custGeom>
              <a:avLst/>
              <a:gdLst/>
              <a:ahLst/>
              <a:cxnLst/>
              <a:rect l="l" t="t" r="r" b="b"/>
              <a:pathLst>
                <a:path w="733" h="549" extrusionOk="0">
                  <a:moveTo>
                    <a:pt x="366" y="0"/>
                  </a:moveTo>
                  <a:cubicBezTo>
                    <a:pt x="1" y="0"/>
                    <a:pt x="1"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74"/>
            <p:cNvSpPr/>
            <p:nvPr/>
          </p:nvSpPr>
          <p:spPr>
            <a:xfrm>
              <a:off x="5680991" y="3804152"/>
              <a:ext cx="13921" cy="11334"/>
            </a:xfrm>
            <a:custGeom>
              <a:avLst/>
              <a:gdLst/>
              <a:ahLst/>
              <a:cxnLst/>
              <a:rect l="l" t="t" r="r" b="b"/>
              <a:pathLst>
                <a:path w="732" h="596" extrusionOk="0">
                  <a:moveTo>
                    <a:pt x="366" y="1"/>
                  </a:moveTo>
                  <a:cubicBezTo>
                    <a:pt x="0" y="1"/>
                    <a:pt x="0" y="596"/>
                    <a:pt x="366" y="596"/>
                  </a:cubicBezTo>
                  <a:cubicBezTo>
                    <a:pt x="732" y="596"/>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74"/>
            <p:cNvSpPr/>
            <p:nvPr/>
          </p:nvSpPr>
          <p:spPr>
            <a:xfrm>
              <a:off x="4933014" y="4647806"/>
              <a:ext cx="13940" cy="10460"/>
            </a:xfrm>
            <a:custGeom>
              <a:avLst/>
              <a:gdLst/>
              <a:ahLst/>
              <a:cxnLst/>
              <a:rect l="l" t="t" r="r" b="b"/>
              <a:pathLst>
                <a:path w="733" h="550" extrusionOk="0">
                  <a:moveTo>
                    <a:pt x="366" y="0"/>
                  </a:moveTo>
                  <a:cubicBezTo>
                    <a:pt x="1" y="0"/>
                    <a:pt x="1"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74"/>
            <p:cNvSpPr/>
            <p:nvPr/>
          </p:nvSpPr>
          <p:spPr>
            <a:xfrm>
              <a:off x="5414841" y="3813737"/>
              <a:ext cx="14815" cy="11315"/>
            </a:xfrm>
            <a:custGeom>
              <a:avLst/>
              <a:gdLst/>
              <a:ahLst/>
              <a:cxnLst/>
              <a:rect l="l" t="t" r="r" b="b"/>
              <a:pathLst>
                <a:path w="779" h="595" extrusionOk="0">
                  <a:moveTo>
                    <a:pt x="412" y="0"/>
                  </a:moveTo>
                  <a:cubicBezTo>
                    <a:pt x="1" y="0"/>
                    <a:pt x="1" y="595"/>
                    <a:pt x="412" y="595"/>
                  </a:cubicBezTo>
                  <a:cubicBezTo>
                    <a:pt x="778" y="595"/>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74"/>
            <p:cNvSpPr/>
            <p:nvPr/>
          </p:nvSpPr>
          <p:spPr>
            <a:xfrm>
              <a:off x="5429637" y="3835474"/>
              <a:ext cx="14796" cy="10460"/>
            </a:xfrm>
            <a:custGeom>
              <a:avLst/>
              <a:gdLst/>
              <a:ahLst/>
              <a:cxnLst/>
              <a:rect l="l" t="t" r="r" b="b"/>
              <a:pathLst>
                <a:path w="778" h="550" extrusionOk="0">
                  <a:moveTo>
                    <a:pt x="412" y="0"/>
                  </a:moveTo>
                  <a:cubicBezTo>
                    <a:pt x="0" y="0"/>
                    <a:pt x="0" y="549"/>
                    <a:pt x="412" y="549"/>
                  </a:cubicBezTo>
                  <a:cubicBezTo>
                    <a:pt x="778" y="549"/>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74"/>
            <p:cNvSpPr/>
            <p:nvPr/>
          </p:nvSpPr>
          <p:spPr>
            <a:xfrm>
              <a:off x="5586189" y="4023328"/>
              <a:ext cx="13921" cy="11334"/>
            </a:xfrm>
            <a:custGeom>
              <a:avLst/>
              <a:gdLst/>
              <a:ahLst/>
              <a:cxnLst/>
              <a:rect l="l" t="t" r="r" b="b"/>
              <a:pathLst>
                <a:path w="732" h="596" extrusionOk="0">
                  <a:moveTo>
                    <a:pt x="366" y="1"/>
                  </a:moveTo>
                  <a:cubicBezTo>
                    <a:pt x="0" y="1"/>
                    <a:pt x="0" y="595"/>
                    <a:pt x="366" y="595"/>
                  </a:cubicBezTo>
                  <a:cubicBezTo>
                    <a:pt x="732" y="595"/>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74"/>
            <p:cNvSpPr/>
            <p:nvPr/>
          </p:nvSpPr>
          <p:spPr>
            <a:xfrm>
              <a:off x="5582709" y="3925921"/>
              <a:ext cx="13940" cy="11334"/>
            </a:xfrm>
            <a:custGeom>
              <a:avLst/>
              <a:gdLst/>
              <a:ahLst/>
              <a:cxnLst/>
              <a:rect l="l" t="t" r="r" b="b"/>
              <a:pathLst>
                <a:path w="733" h="596" extrusionOk="0">
                  <a:moveTo>
                    <a:pt x="366" y="1"/>
                  </a:moveTo>
                  <a:cubicBezTo>
                    <a:pt x="0" y="1"/>
                    <a:pt x="0" y="595"/>
                    <a:pt x="366" y="595"/>
                  </a:cubicBezTo>
                  <a:cubicBezTo>
                    <a:pt x="732" y="595"/>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74"/>
            <p:cNvSpPr/>
            <p:nvPr/>
          </p:nvSpPr>
          <p:spPr>
            <a:xfrm>
              <a:off x="5576623" y="3747632"/>
              <a:ext cx="13921" cy="10460"/>
            </a:xfrm>
            <a:custGeom>
              <a:avLst/>
              <a:gdLst/>
              <a:ahLst/>
              <a:cxnLst/>
              <a:rect l="l" t="t" r="r" b="b"/>
              <a:pathLst>
                <a:path w="732" h="550"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74"/>
            <p:cNvSpPr/>
            <p:nvPr/>
          </p:nvSpPr>
          <p:spPr>
            <a:xfrm>
              <a:off x="5534005" y="3818947"/>
              <a:ext cx="13921" cy="10460"/>
            </a:xfrm>
            <a:custGeom>
              <a:avLst/>
              <a:gdLst/>
              <a:ahLst/>
              <a:cxnLst/>
              <a:rect l="l" t="t" r="r" b="b"/>
              <a:pathLst>
                <a:path w="732" h="550"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74"/>
            <p:cNvSpPr/>
            <p:nvPr/>
          </p:nvSpPr>
          <p:spPr>
            <a:xfrm>
              <a:off x="5374847" y="3555422"/>
              <a:ext cx="13921" cy="11315"/>
            </a:xfrm>
            <a:custGeom>
              <a:avLst/>
              <a:gdLst/>
              <a:ahLst/>
              <a:cxnLst/>
              <a:rect l="l" t="t" r="r" b="b"/>
              <a:pathLst>
                <a:path w="732"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74"/>
            <p:cNvSpPr/>
            <p:nvPr/>
          </p:nvSpPr>
          <p:spPr>
            <a:xfrm>
              <a:off x="5379183" y="3531061"/>
              <a:ext cx="14815" cy="11334"/>
            </a:xfrm>
            <a:custGeom>
              <a:avLst/>
              <a:gdLst/>
              <a:ahLst/>
              <a:cxnLst/>
              <a:rect l="l" t="t" r="r" b="b"/>
              <a:pathLst>
                <a:path w="779" h="596" extrusionOk="0">
                  <a:moveTo>
                    <a:pt x="412" y="1"/>
                  </a:moveTo>
                  <a:cubicBezTo>
                    <a:pt x="1" y="1"/>
                    <a:pt x="1"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74"/>
            <p:cNvSpPr/>
            <p:nvPr/>
          </p:nvSpPr>
          <p:spPr>
            <a:xfrm>
              <a:off x="5439203" y="3656310"/>
              <a:ext cx="14796" cy="10460"/>
            </a:xfrm>
            <a:custGeom>
              <a:avLst/>
              <a:gdLst/>
              <a:ahLst/>
              <a:cxnLst/>
              <a:rect l="l" t="t" r="r" b="b"/>
              <a:pathLst>
                <a:path w="778" h="550" extrusionOk="0">
                  <a:moveTo>
                    <a:pt x="412" y="0"/>
                  </a:moveTo>
                  <a:cubicBezTo>
                    <a:pt x="0" y="0"/>
                    <a:pt x="0" y="549"/>
                    <a:pt x="412" y="549"/>
                  </a:cubicBezTo>
                  <a:cubicBezTo>
                    <a:pt x="778" y="549"/>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74"/>
            <p:cNvSpPr/>
            <p:nvPr/>
          </p:nvSpPr>
          <p:spPr>
            <a:xfrm>
              <a:off x="5238283" y="3454534"/>
              <a:ext cx="13940" cy="11315"/>
            </a:xfrm>
            <a:custGeom>
              <a:avLst/>
              <a:gdLst/>
              <a:ahLst/>
              <a:cxnLst/>
              <a:rect l="l" t="t" r="r" b="b"/>
              <a:pathLst>
                <a:path w="733" h="595" extrusionOk="0">
                  <a:moveTo>
                    <a:pt x="367" y="0"/>
                  </a:moveTo>
                  <a:cubicBezTo>
                    <a:pt x="1" y="0"/>
                    <a:pt x="1" y="595"/>
                    <a:pt x="367" y="595"/>
                  </a:cubicBezTo>
                  <a:cubicBezTo>
                    <a:pt x="733" y="595"/>
                    <a:pt x="733"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74"/>
            <p:cNvSpPr/>
            <p:nvPr/>
          </p:nvSpPr>
          <p:spPr>
            <a:xfrm>
              <a:off x="4894751" y="3404081"/>
              <a:ext cx="14796" cy="11334"/>
            </a:xfrm>
            <a:custGeom>
              <a:avLst/>
              <a:gdLst/>
              <a:ahLst/>
              <a:cxnLst/>
              <a:rect l="l" t="t" r="r" b="b"/>
              <a:pathLst>
                <a:path w="778" h="596" extrusionOk="0">
                  <a:moveTo>
                    <a:pt x="412" y="1"/>
                  </a:moveTo>
                  <a:cubicBezTo>
                    <a:pt x="0" y="1"/>
                    <a:pt x="0" y="595"/>
                    <a:pt x="412" y="595"/>
                  </a:cubicBezTo>
                  <a:cubicBezTo>
                    <a:pt x="778" y="595"/>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74"/>
            <p:cNvSpPr/>
            <p:nvPr/>
          </p:nvSpPr>
          <p:spPr>
            <a:xfrm>
              <a:off x="4922573" y="3422356"/>
              <a:ext cx="14815" cy="10441"/>
            </a:xfrm>
            <a:custGeom>
              <a:avLst/>
              <a:gdLst/>
              <a:ahLst/>
              <a:cxnLst/>
              <a:rect l="l" t="t" r="r" b="b"/>
              <a:pathLst>
                <a:path w="779" h="549"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74"/>
            <p:cNvSpPr/>
            <p:nvPr/>
          </p:nvSpPr>
          <p:spPr>
            <a:xfrm>
              <a:off x="4812120" y="3314508"/>
              <a:ext cx="13940" cy="11315"/>
            </a:xfrm>
            <a:custGeom>
              <a:avLst/>
              <a:gdLst/>
              <a:ahLst/>
              <a:cxnLst/>
              <a:rect l="l" t="t" r="r" b="b"/>
              <a:pathLst>
                <a:path w="733" h="595" extrusionOk="0">
                  <a:moveTo>
                    <a:pt x="367" y="0"/>
                  </a:moveTo>
                  <a:cubicBezTo>
                    <a:pt x="1" y="0"/>
                    <a:pt x="1" y="595"/>
                    <a:pt x="367" y="595"/>
                  </a:cubicBezTo>
                  <a:cubicBezTo>
                    <a:pt x="732" y="595"/>
                    <a:pt x="732"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74"/>
            <p:cNvSpPr/>
            <p:nvPr/>
          </p:nvSpPr>
          <p:spPr>
            <a:xfrm>
              <a:off x="5062599" y="3389304"/>
              <a:ext cx="13940" cy="11315"/>
            </a:xfrm>
            <a:custGeom>
              <a:avLst/>
              <a:gdLst/>
              <a:ahLst/>
              <a:cxnLst/>
              <a:rect l="l" t="t" r="r" b="b"/>
              <a:pathLst>
                <a:path w="733" h="595" extrusionOk="0">
                  <a:moveTo>
                    <a:pt x="367" y="0"/>
                  </a:moveTo>
                  <a:cubicBezTo>
                    <a:pt x="1" y="0"/>
                    <a:pt x="1" y="595"/>
                    <a:pt x="367" y="595"/>
                  </a:cubicBezTo>
                  <a:cubicBezTo>
                    <a:pt x="733" y="595"/>
                    <a:pt x="733"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74"/>
            <p:cNvSpPr/>
            <p:nvPr/>
          </p:nvSpPr>
          <p:spPr>
            <a:xfrm>
              <a:off x="5083480" y="3384949"/>
              <a:ext cx="14796" cy="10460"/>
            </a:xfrm>
            <a:custGeom>
              <a:avLst/>
              <a:gdLst/>
              <a:ahLst/>
              <a:cxnLst/>
              <a:rect l="l" t="t" r="r" b="b"/>
              <a:pathLst>
                <a:path w="778" h="550" extrusionOk="0">
                  <a:moveTo>
                    <a:pt x="366" y="1"/>
                  </a:moveTo>
                  <a:cubicBezTo>
                    <a:pt x="0" y="1"/>
                    <a:pt x="0" y="549"/>
                    <a:pt x="366" y="549"/>
                  </a:cubicBezTo>
                  <a:cubicBezTo>
                    <a:pt x="778" y="549"/>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74"/>
            <p:cNvSpPr/>
            <p:nvPr/>
          </p:nvSpPr>
          <p:spPr>
            <a:xfrm>
              <a:off x="5249598" y="3866776"/>
              <a:ext cx="13940" cy="11334"/>
            </a:xfrm>
            <a:custGeom>
              <a:avLst/>
              <a:gdLst/>
              <a:ahLst/>
              <a:cxnLst/>
              <a:rect l="l" t="t" r="r" b="b"/>
              <a:pathLst>
                <a:path w="733" h="596" extrusionOk="0">
                  <a:moveTo>
                    <a:pt x="366" y="1"/>
                  </a:moveTo>
                  <a:cubicBezTo>
                    <a:pt x="1" y="1"/>
                    <a:pt x="1" y="595"/>
                    <a:pt x="366" y="595"/>
                  </a:cubicBezTo>
                  <a:cubicBezTo>
                    <a:pt x="732" y="595"/>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74"/>
            <p:cNvSpPr/>
            <p:nvPr/>
          </p:nvSpPr>
          <p:spPr>
            <a:xfrm>
              <a:off x="5260039" y="3817198"/>
              <a:ext cx="14796" cy="11334"/>
            </a:xfrm>
            <a:custGeom>
              <a:avLst/>
              <a:gdLst/>
              <a:ahLst/>
              <a:cxnLst/>
              <a:rect l="l" t="t" r="r" b="b"/>
              <a:pathLst>
                <a:path w="778" h="596" extrusionOk="0">
                  <a:moveTo>
                    <a:pt x="412" y="1"/>
                  </a:moveTo>
                  <a:cubicBezTo>
                    <a:pt x="0" y="1"/>
                    <a:pt x="0" y="596"/>
                    <a:pt x="412" y="596"/>
                  </a:cubicBezTo>
                  <a:cubicBezTo>
                    <a:pt x="778" y="596"/>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74"/>
            <p:cNvSpPr/>
            <p:nvPr/>
          </p:nvSpPr>
          <p:spPr>
            <a:xfrm>
              <a:off x="5215671" y="3727625"/>
              <a:ext cx="14815" cy="10460"/>
            </a:xfrm>
            <a:custGeom>
              <a:avLst/>
              <a:gdLst/>
              <a:ahLst/>
              <a:cxnLst/>
              <a:rect l="l" t="t" r="r" b="b"/>
              <a:pathLst>
                <a:path w="779" h="550" extrusionOk="0">
                  <a:moveTo>
                    <a:pt x="367" y="0"/>
                  </a:moveTo>
                  <a:cubicBezTo>
                    <a:pt x="1" y="0"/>
                    <a:pt x="1" y="549"/>
                    <a:pt x="367" y="549"/>
                  </a:cubicBezTo>
                  <a:cubicBezTo>
                    <a:pt x="778" y="549"/>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74"/>
            <p:cNvSpPr/>
            <p:nvPr/>
          </p:nvSpPr>
          <p:spPr>
            <a:xfrm>
              <a:off x="5229592" y="3724145"/>
              <a:ext cx="14815" cy="10460"/>
            </a:xfrm>
            <a:custGeom>
              <a:avLst/>
              <a:gdLst/>
              <a:ahLst/>
              <a:cxnLst/>
              <a:rect l="l" t="t" r="r" b="b"/>
              <a:pathLst>
                <a:path w="779" h="550" extrusionOk="0">
                  <a:moveTo>
                    <a:pt x="412" y="1"/>
                  </a:moveTo>
                  <a:cubicBezTo>
                    <a:pt x="1" y="1"/>
                    <a:pt x="1" y="549"/>
                    <a:pt x="412" y="549"/>
                  </a:cubicBezTo>
                  <a:cubicBezTo>
                    <a:pt x="778" y="549"/>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74"/>
            <p:cNvSpPr/>
            <p:nvPr/>
          </p:nvSpPr>
          <p:spPr>
            <a:xfrm>
              <a:off x="5153065" y="3672836"/>
              <a:ext cx="13921" cy="11315"/>
            </a:xfrm>
            <a:custGeom>
              <a:avLst/>
              <a:gdLst/>
              <a:ahLst/>
              <a:cxnLst/>
              <a:rect l="l" t="t" r="r" b="b"/>
              <a:pathLst>
                <a:path w="732"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74"/>
            <p:cNvSpPr/>
            <p:nvPr/>
          </p:nvSpPr>
          <p:spPr>
            <a:xfrm>
              <a:off x="5113053" y="3670231"/>
              <a:ext cx="13940" cy="10441"/>
            </a:xfrm>
            <a:custGeom>
              <a:avLst/>
              <a:gdLst/>
              <a:ahLst/>
              <a:cxnLst/>
              <a:rect l="l" t="t" r="r" b="b"/>
              <a:pathLst>
                <a:path w="733" h="549"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74"/>
            <p:cNvSpPr/>
            <p:nvPr/>
          </p:nvSpPr>
          <p:spPr>
            <a:xfrm>
              <a:off x="5056514" y="3657185"/>
              <a:ext cx="13940" cy="10441"/>
            </a:xfrm>
            <a:custGeom>
              <a:avLst/>
              <a:gdLst/>
              <a:ahLst/>
              <a:cxnLst/>
              <a:rect l="l" t="t" r="r" b="b"/>
              <a:pathLst>
                <a:path w="733" h="549" extrusionOk="0">
                  <a:moveTo>
                    <a:pt x="367" y="0"/>
                  </a:moveTo>
                  <a:cubicBezTo>
                    <a:pt x="1" y="0"/>
                    <a:pt x="1" y="549"/>
                    <a:pt x="367" y="549"/>
                  </a:cubicBezTo>
                  <a:cubicBezTo>
                    <a:pt x="732" y="549"/>
                    <a:pt x="732"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74"/>
            <p:cNvSpPr/>
            <p:nvPr/>
          </p:nvSpPr>
          <p:spPr>
            <a:xfrm>
              <a:off x="5073915" y="3663270"/>
              <a:ext cx="13940" cy="11315"/>
            </a:xfrm>
            <a:custGeom>
              <a:avLst/>
              <a:gdLst/>
              <a:ahLst/>
              <a:cxnLst/>
              <a:rect l="l" t="t" r="r" b="b"/>
              <a:pathLst>
                <a:path w="733"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74"/>
            <p:cNvSpPr/>
            <p:nvPr/>
          </p:nvSpPr>
          <p:spPr>
            <a:xfrm>
              <a:off x="5256559" y="4044210"/>
              <a:ext cx="14796" cy="10460"/>
            </a:xfrm>
            <a:custGeom>
              <a:avLst/>
              <a:gdLst/>
              <a:ahLst/>
              <a:cxnLst/>
              <a:rect l="l" t="t" r="r" b="b"/>
              <a:pathLst>
                <a:path w="778" h="550" extrusionOk="0">
                  <a:moveTo>
                    <a:pt x="412" y="0"/>
                  </a:moveTo>
                  <a:cubicBezTo>
                    <a:pt x="0" y="0"/>
                    <a:pt x="0" y="549"/>
                    <a:pt x="412" y="549"/>
                  </a:cubicBezTo>
                  <a:cubicBezTo>
                    <a:pt x="778" y="549"/>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74"/>
            <p:cNvSpPr/>
            <p:nvPr/>
          </p:nvSpPr>
          <p:spPr>
            <a:xfrm>
              <a:off x="5180013" y="4020723"/>
              <a:ext cx="14815" cy="11334"/>
            </a:xfrm>
            <a:custGeom>
              <a:avLst/>
              <a:gdLst/>
              <a:ahLst/>
              <a:cxnLst/>
              <a:rect l="l" t="t" r="r" b="b"/>
              <a:pathLst>
                <a:path w="779" h="596" extrusionOk="0">
                  <a:moveTo>
                    <a:pt x="367" y="1"/>
                  </a:moveTo>
                  <a:cubicBezTo>
                    <a:pt x="1" y="1"/>
                    <a:pt x="1" y="595"/>
                    <a:pt x="367" y="595"/>
                  </a:cubicBezTo>
                  <a:cubicBezTo>
                    <a:pt x="778" y="595"/>
                    <a:pt x="778"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74"/>
            <p:cNvSpPr/>
            <p:nvPr/>
          </p:nvSpPr>
          <p:spPr>
            <a:xfrm>
              <a:off x="4709501" y="3626738"/>
              <a:ext cx="14796" cy="10460"/>
            </a:xfrm>
            <a:custGeom>
              <a:avLst/>
              <a:gdLst/>
              <a:ahLst/>
              <a:cxnLst/>
              <a:rect l="l" t="t" r="r" b="b"/>
              <a:pathLst>
                <a:path w="778" h="550" extrusionOk="0">
                  <a:moveTo>
                    <a:pt x="366" y="0"/>
                  </a:moveTo>
                  <a:cubicBezTo>
                    <a:pt x="0" y="0"/>
                    <a:pt x="0" y="549"/>
                    <a:pt x="366" y="549"/>
                  </a:cubicBezTo>
                  <a:cubicBezTo>
                    <a:pt x="778" y="549"/>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74"/>
            <p:cNvSpPr/>
            <p:nvPr/>
          </p:nvSpPr>
          <p:spPr>
            <a:xfrm>
              <a:off x="4527713" y="3778060"/>
              <a:ext cx="13940" cy="11334"/>
            </a:xfrm>
            <a:custGeom>
              <a:avLst/>
              <a:gdLst/>
              <a:ahLst/>
              <a:cxnLst/>
              <a:rect l="l" t="t" r="r" b="b"/>
              <a:pathLst>
                <a:path w="733" h="596" extrusionOk="0">
                  <a:moveTo>
                    <a:pt x="367" y="1"/>
                  </a:moveTo>
                  <a:cubicBezTo>
                    <a:pt x="1" y="1"/>
                    <a:pt x="1" y="596"/>
                    <a:pt x="367" y="596"/>
                  </a:cubicBezTo>
                  <a:cubicBezTo>
                    <a:pt x="733" y="596"/>
                    <a:pt x="733"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74"/>
            <p:cNvSpPr/>
            <p:nvPr/>
          </p:nvSpPr>
          <p:spPr>
            <a:xfrm>
              <a:off x="4774731" y="3426692"/>
              <a:ext cx="13921" cy="11334"/>
            </a:xfrm>
            <a:custGeom>
              <a:avLst/>
              <a:gdLst/>
              <a:ahLst/>
              <a:cxnLst/>
              <a:rect l="l" t="t" r="r" b="b"/>
              <a:pathLst>
                <a:path w="732" h="596" extrusionOk="0">
                  <a:moveTo>
                    <a:pt x="366" y="1"/>
                  </a:moveTo>
                  <a:cubicBezTo>
                    <a:pt x="0" y="1"/>
                    <a:pt x="0" y="595"/>
                    <a:pt x="366" y="595"/>
                  </a:cubicBezTo>
                  <a:cubicBezTo>
                    <a:pt x="732" y="595"/>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74"/>
            <p:cNvSpPr/>
            <p:nvPr/>
          </p:nvSpPr>
          <p:spPr>
            <a:xfrm>
              <a:off x="4260707" y="3187129"/>
              <a:ext cx="1614928" cy="1619245"/>
            </a:xfrm>
            <a:custGeom>
              <a:avLst/>
              <a:gdLst/>
              <a:ahLst/>
              <a:cxnLst/>
              <a:rect l="l" t="t" r="r" b="b"/>
              <a:pathLst>
                <a:path w="84918" h="85145" extrusionOk="0">
                  <a:moveTo>
                    <a:pt x="31420" y="5326"/>
                  </a:moveTo>
                  <a:lnTo>
                    <a:pt x="32837" y="5692"/>
                  </a:lnTo>
                  <a:lnTo>
                    <a:pt x="31923" y="6012"/>
                  </a:lnTo>
                  <a:cubicBezTo>
                    <a:pt x="31740" y="5783"/>
                    <a:pt x="31557" y="5555"/>
                    <a:pt x="31420" y="5326"/>
                  </a:cubicBezTo>
                  <a:close/>
                  <a:moveTo>
                    <a:pt x="29499" y="4869"/>
                  </a:moveTo>
                  <a:lnTo>
                    <a:pt x="30734" y="5143"/>
                  </a:lnTo>
                  <a:cubicBezTo>
                    <a:pt x="30917" y="5509"/>
                    <a:pt x="31191" y="5875"/>
                    <a:pt x="31465" y="6195"/>
                  </a:cubicBezTo>
                  <a:lnTo>
                    <a:pt x="30596" y="6515"/>
                  </a:lnTo>
                  <a:lnTo>
                    <a:pt x="30551" y="6515"/>
                  </a:lnTo>
                  <a:cubicBezTo>
                    <a:pt x="30139" y="5966"/>
                    <a:pt x="29773" y="5418"/>
                    <a:pt x="29499" y="4869"/>
                  </a:cubicBezTo>
                  <a:close/>
                  <a:moveTo>
                    <a:pt x="34758" y="6241"/>
                  </a:moveTo>
                  <a:cubicBezTo>
                    <a:pt x="35947" y="6561"/>
                    <a:pt x="37136" y="6927"/>
                    <a:pt x="38280" y="7293"/>
                  </a:cubicBezTo>
                  <a:cubicBezTo>
                    <a:pt x="37351" y="7517"/>
                    <a:pt x="36378" y="7629"/>
                    <a:pt x="35407" y="7629"/>
                  </a:cubicBezTo>
                  <a:cubicBezTo>
                    <a:pt x="34991" y="7629"/>
                    <a:pt x="34575" y="7608"/>
                    <a:pt x="34164" y="7567"/>
                  </a:cubicBezTo>
                  <a:cubicBezTo>
                    <a:pt x="34392" y="7201"/>
                    <a:pt x="34575" y="6835"/>
                    <a:pt x="34804" y="6469"/>
                  </a:cubicBezTo>
                  <a:lnTo>
                    <a:pt x="34758" y="6469"/>
                  </a:lnTo>
                  <a:cubicBezTo>
                    <a:pt x="34804" y="6424"/>
                    <a:pt x="34804" y="6287"/>
                    <a:pt x="34758" y="6241"/>
                  </a:cubicBezTo>
                  <a:close/>
                  <a:moveTo>
                    <a:pt x="68052" y="23848"/>
                  </a:moveTo>
                  <a:cubicBezTo>
                    <a:pt x="68829" y="24671"/>
                    <a:pt x="69515" y="25586"/>
                    <a:pt x="70156" y="26501"/>
                  </a:cubicBezTo>
                  <a:cubicBezTo>
                    <a:pt x="69890" y="26412"/>
                    <a:pt x="69586" y="26362"/>
                    <a:pt x="69281" y="26362"/>
                  </a:cubicBezTo>
                  <a:cubicBezTo>
                    <a:pt x="69113" y="26362"/>
                    <a:pt x="68946" y="26377"/>
                    <a:pt x="68784" y="26409"/>
                  </a:cubicBezTo>
                  <a:cubicBezTo>
                    <a:pt x="68522" y="26496"/>
                    <a:pt x="68593" y="26915"/>
                    <a:pt x="68877" y="26915"/>
                  </a:cubicBezTo>
                  <a:cubicBezTo>
                    <a:pt x="68891" y="26915"/>
                    <a:pt x="68906" y="26914"/>
                    <a:pt x="68921" y="26912"/>
                  </a:cubicBezTo>
                  <a:cubicBezTo>
                    <a:pt x="69067" y="26880"/>
                    <a:pt x="69212" y="26865"/>
                    <a:pt x="69356" y="26865"/>
                  </a:cubicBezTo>
                  <a:cubicBezTo>
                    <a:pt x="69618" y="26865"/>
                    <a:pt x="69874" y="26915"/>
                    <a:pt x="70110" y="27004"/>
                  </a:cubicBezTo>
                  <a:cubicBezTo>
                    <a:pt x="70147" y="27016"/>
                    <a:pt x="70180" y="27022"/>
                    <a:pt x="70211" y="27022"/>
                  </a:cubicBezTo>
                  <a:cubicBezTo>
                    <a:pt x="70296" y="27022"/>
                    <a:pt x="70363" y="26979"/>
                    <a:pt x="70430" y="26912"/>
                  </a:cubicBezTo>
                  <a:cubicBezTo>
                    <a:pt x="70567" y="27141"/>
                    <a:pt x="70704" y="27370"/>
                    <a:pt x="70842" y="27553"/>
                  </a:cubicBezTo>
                  <a:cubicBezTo>
                    <a:pt x="70470" y="27695"/>
                    <a:pt x="70081" y="27767"/>
                    <a:pt x="69696" y="27767"/>
                  </a:cubicBezTo>
                  <a:cubicBezTo>
                    <a:pt x="69465" y="27767"/>
                    <a:pt x="69235" y="27741"/>
                    <a:pt x="69012" y="27690"/>
                  </a:cubicBezTo>
                  <a:cubicBezTo>
                    <a:pt x="68989" y="27667"/>
                    <a:pt x="68978" y="27655"/>
                    <a:pt x="68967" y="27655"/>
                  </a:cubicBezTo>
                  <a:cubicBezTo>
                    <a:pt x="68955" y="27655"/>
                    <a:pt x="68944" y="27667"/>
                    <a:pt x="68921" y="27690"/>
                  </a:cubicBezTo>
                  <a:cubicBezTo>
                    <a:pt x="68463" y="26409"/>
                    <a:pt x="68189" y="25129"/>
                    <a:pt x="68052" y="23848"/>
                  </a:cubicBezTo>
                  <a:close/>
                  <a:moveTo>
                    <a:pt x="72397" y="30891"/>
                  </a:moveTo>
                  <a:cubicBezTo>
                    <a:pt x="72442" y="31074"/>
                    <a:pt x="72534" y="31303"/>
                    <a:pt x="72579" y="31486"/>
                  </a:cubicBezTo>
                  <a:cubicBezTo>
                    <a:pt x="72122" y="31714"/>
                    <a:pt x="71711" y="32080"/>
                    <a:pt x="71390" y="32446"/>
                  </a:cubicBezTo>
                  <a:cubicBezTo>
                    <a:pt x="71299" y="32355"/>
                    <a:pt x="71162" y="32172"/>
                    <a:pt x="71025" y="31989"/>
                  </a:cubicBezTo>
                  <a:cubicBezTo>
                    <a:pt x="71345" y="31531"/>
                    <a:pt x="71848" y="31120"/>
                    <a:pt x="72397" y="30891"/>
                  </a:cubicBezTo>
                  <a:close/>
                  <a:moveTo>
                    <a:pt x="72717" y="31943"/>
                  </a:moveTo>
                  <a:cubicBezTo>
                    <a:pt x="72941" y="32704"/>
                    <a:pt x="73077" y="33466"/>
                    <a:pt x="73168" y="34270"/>
                  </a:cubicBezTo>
                  <a:lnTo>
                    <a:pt x="73168" y="34270"/>
                  </a:lnTo>
                  <a:cubicBezTo>
                    <a:pt x="72667" y="33815"/>
                    <a:pt x="72166" y="33359"/>
                    <a:pt x="71711" y="32858"/>
                  </a:cubicBezTo>
                  <a:cubicBezTo>
                    <a:pt x="71985" y="32492"/>
                    <a:pt x="72351" y="32172"/>
                    <a:pt x="72717" y="31943"/>
                  </a:cubicBezTo>
                  <a:close/>
                  <a:moveTo>
                    <a:pt x="6573" y="971"/>
                  </a:moveTo>
                  <a:cubicBezTo>
                    <a:pt x="8712" y="971"/>
                    <a:pt x="10944" y="1466"/>
                    <a:pt x="12943" y="1759"/>
                  </a:cubicBezTo>
                  <a:cubicBezTo>
                    <a:pt x="16556" y="2262"/>
                    <a:pt x="20123" y="2902"/>
                    <a:pt x="23691" y="3588"/>
                  </a:cubicBezTo>
                  <a:cubicBezTo>
                    <a:pt x="24834" y="3817"/>
                    <a:pt x="25977" y="4091"/>
                    <a:pt x="27166" y="4320"/>
                  </a:cubicBezTo>
                  <a:cubicBezTo>
                    <a:pt x="27395" y="4960"/>
                    <a:pt x="27624" y="5555"/>
                    <a:pt x="27944" y="6104"/>
                  </a:cubicBezTo>
                  <a:cubicBezTo>
                    <a:pt x="27988" y="6191"/>
                    <a:pt x="28064" y="6227"/>
                    <a:pt x="28142" y="6227"/>
                  </a:cubicBezTo>
                  <a:cubicBezTo>
                    <a:pt x="28308" y="6227"/>
                    <a:pt x="28480" y="6062"/>
                    <a:pt x="28355" y="5875"/>
                  </a:cubicBezTo>
                  <a:cubicBezTo>
                    <a:pt x="28127" y="5418"/>
                    <a:pt x="27898" y="4960"/>
                    <a:pt x="27715" y="4457"/>
                  </a:cubicBezTo>
                  <a:lnTo>
                    <a:pt x="27715" y="4457"/>
                  </a:lnTo>
                  <a:lnTo>
                    <a:pt x="28859" y="4732"/>
                  </a:lnTo>
                  <a:cubicBezTo>
                    <a:pt x="29224" y="5463"/>
                    <a:pt x="29682" y="6195"/>
                    <a:pt x="30185" y="6881"/>
                  </a:cubicBezTo>
                  <a:cubicBezTo>
                    <a:pt x="30217" y="6913"/>
                    <a:pt x="30295" y="6946"/>
                    <a:pt x="30370" y="6946"/>
                  </a:cubicBezTo>
                  <a:cubicBezTo>
                    <a:pt x="30402" y="6946"/>
                    <a:pt x="30432" y="6940"/>
                    <a:pt x="30459" y="6927"/>
                  </a:cubicBezTo>
                  <a:cubicBezTo>
                    <a:pt x="30486" y="6980"/>
                    <a:pt x="30528" y="7003"/>
                    <a:pt x="30577" y="7003"/>
                  </a:cubicBezTo>
                  <a:cubicBezTo>
                    <a:pt x="30612" y="7003"/>
                    <a:pt x="30650" y="6991"/>
                    <a:pt x="30688" y="6973"/>
                  </a:cubicBezTo>
                  <a:lnTo>
                    <a:pt x="33661" y="5921"/>
                  </a:lnTo>
                  <a:lnTo>
                    <a:pt x="34255" y="6104"/>
                  </a:lnTo>
                  <a:cubicBezTo>
                    <a:pt x="33843" y="6241"/>
                    <a:pt x="33432" y="6424"/>
                    <a:pt x="33066" y="6698"/>
                  </a:cubicBezTo>
                  <a:cubicBezTo>
                    <a:pt x="32243" y="7064"/>
                    <a:pt x="31465" y="7476"/>
                    <a:pt x="30642" y="7887"/>
                  </a:cubicBezTo>
                  <a:cubicBezTo>
                    <a:pt x="30406" y="8005"/>
                    <a:pt x="30576" y="8326"/>
                    <a:pt x="30803" y="8326"/>
                  </a:cubicBezTo>
                  <a:cubicBezTo>
                    <a:pt x="30840" y="8326"/>
                    <a:pt x="30878" y="8318"/>
                    <a:pt x="30917" y="8299"/>
                  </a:cubicBezTo>
                  <a:cubicBezTo>
                    <a:pt x="31465" y="7979"/>
                    <a:pt x="32060" y="7704"/>
                    <a:pt x="32654" y="7430"/>
                  </a:cubicBezTo>
                  <a:lnTo>
                    <a:pt x="33432" y="7064"/>
                  </a:lnTo>
                  <a:cubicBezTo>
                    <a:pt x="33523" y="6973"/>
                    <a:pt x="33889" y="6744"/>
                    <a:pt x="34164" y="6652"/>
                  </a:cubicBezTo>
                  <a:lnTo>
                    <a:pt x="34164" y="6652"/>
                  </a:lnTo>
                  <a:cubicBezTo>
                    <a:pt x="33432" y="7979"/>
                    <a:pt x="32609" y="9305"/>
                    <a:pt x="31785" y="10585"/>
                  </a:cubicBezTo>
                  <a:lnTo>
                    <a:pt x="24788" y="7293"/>
                  </a:lnTo>
                  <a:cubicBezTo>
                    <a:pt x="24744" y="7274"/>
                    <a:pt x="24701" y="7265"/>
                    <a:pt x="24661" y="7265"/>
                  </a:cubicBezTo>
                  <a:cubicBezTo>
                    <a:pt x="24414" y="7265"/>
                    <a:pt x="24278" y="7586"/>
                    <a:pt x="24514" y="7704"/>
                  </a:cubicBezTo>
                  <a:lnTo>
                    <a:pt x="31511" y="10951"/>
                  </a:lnTo>
                  <a:cubicBezTo>
                    <a:pt x="24971" y="20830"/>
                    <a:pt x="16053" y="28925"/>
                    <a:pt x="5580" y="34413"/>
                  </a:cubicBezTo>
                  <a:cubicBezTo>
                    <a:pt x="4849" y="31897"/>
                    <a:pt x="4163" y="29336"/>
                    <a:pt x="3614" y="26775"/>
                  </a:cubicBezTo>
                  <a:cubicBezTo>
                    <a:pt x="2699" y="22659"/>
                    <a:pt x="2013" y="18497"/>
                    <a:pt x="1602" y="14336"/>
                  </a:cubicBezTo>
                  <a:cubicBezTo>
                    <a:pt x="1190" y="10265"/>
                    <a:pt x="595" y="5875"/>
                    <a:pt x="2150" y="1988"/>
                  </a:cubicBezTo>
                  <a:lnTo>
                    <a:pt x="2242" y="1988"/>
                  </a:lnTo>
                  <a:cubicBezTo>
                    <a:pt x="3558" y="1224"/>
                    <a:pt x="5042" y="971"/>
                    <a:pt x="6573" y="971"/>
                  </a:cubicBezTo>
                  <a:close/>
                  <a:moveTo>
                    <a:pt x="74089" y="36288"/>
                  </a:moveTo>
                  <a:cubicBezTo>
                    <a:pt x="74637" y="36562"/>
                    <a:pt x="75186" y="36791"/>
                    <a:pt x="75689" y="37065"/>
                  </a:cubicBezTo>
                  <a:cubicBezTo>
                    <a:pt x="76330" y="37431"/>
                    <a:pt x="76878" y="37797"/>
                    <a:pt x="77473" y="38254"/>
                  </a:cubicBezTo>
                  <a:cubicBezTo>
                    <a:pt x="77336" y="39077"/>
                    <a:pt x="77244" y="39901"/>
                    <a:pt x="77199" y="40724"/>
                  </a:cubicBezTo>
                  <a:cubicBezTo>
                    <a:pt x="77016" y="40724"/>
                    <a:pt x="76787" y="40678"/>
                    <a:pt x="76604" y="40678"/>
                  </a:cubicBezTo>
                  <a:cubicBezTo>
                    <a:pt x="76558" y="40266"/>
                    <a:pt x="76558" y="39809"/>
                    <a:pt x="76650" y="39397"/>
                  </a:cubicBezTo>
                  <a:cubicBezTo>
                    <a:pt x="76677" y="39207"/>
                    <a:pt x="76526" y="39098"/>
                    <a:pt x="76390" y="39098"/>
                  </a:cubicBezTo>
                  <a:cubicBezTo>
                    <a:pt x="76297" y="39098"/>
                    <a:pt x="76211" y="39149"/>
                    <a:pt x="76192" y="39260"/>
                  </a:cubicBezTo>
                  <a:cubicBezTo>
                    <a:pt x="76055" y="39718"/>
                    <a:pt x="76055" y="40221"/>
                    <a:pt x="76101" y="40678"/>
                  </a:cubicBezTo>
                  <a:lnTo>
                    <a:pt x="76055" y="40678"/>
                  </a:lnTo>
                  <a:cubicBezTo>
                    <a:pt x="76009" y="40678"/>
                    <a:pt x="75918" y="40724"/>
                    <a:pt x="75872" y="40769"/>
                  </a:cubicBezTo>
                  <a:cubicBezTo>
                    <a:pt x="75415" y="39489"/>
                    <a:pt x="74775" y="38254"/>
                    <a:pt x="74043" y="37111"/>
                  </a:cubicBezTo>
                  <a:cubicBezTo>
                    <a:pt x="74043" y="36836"/>
                    <a:pt x="74089" y="36562"/>
                    <a:pt x="74089" y="36288"/>
                  </a:cubicBezTo>
                  <a:close/>
                  <a:moveTo>
                    <a:pt x="73265" y="40815"/>
                  </a:moveTo>
                  <a:cubicBezTo>
                    <a:pt x="73403" y="41318"/>
                    <a:pt x="73494" y="41821"/>
                    <a:pt x="73448" y="42324"/>
                  </a:cubicBezTo>
                  <a:lnTo>
                    <a:pt x="72717" y="42279"/>
                  </a:lnTo>
                  <a:cubicBezTo>
                    <a:pt x="72900" y="41821"/>
                    <a:pt x="73083" y="41318"/>
                    <a:pt x="73265" y="40815"/>
                  </a:cubicBezTo>
                  <a:close/>
                  <a:moveTo>
                    <a:pt x="73951" y="37843"/>
                  </a:moveTo>
                  <a:cubicBezTo>
                    <a:pt x="74820" y="39306"/>
                    <a:pt x="75506" y="40907"/>
                    <a:pt x="75872" y="42553"/>
                  </a:cubicBezTo>
                  <a:lnTo>
                    <a:pt x="75232" y="42462"/>
                  </a:lnTo>
                  <a:cubicBezTo>
                    <a:pt x="75232" y="41867"/>
                    <a:pt x="75095" y="41273"/>
                    <a:pt x="74820" y="40769"/>
                  </a:cubicBezTo>
                  <a:cubicBezTo>
                    <a:pt x="74762" y="40682"/>
                    <a:pt x="74680" y="40646"/>
                    <a:pt x="74602" y="40646"/>
                  </a:cubicBezTo>
                  <a:cubicBezTo>
                    <a:pt x="74435" y="40646"/>
                    <a:pt x="74284" y="40811"/>
                    <a:pt x="74409" y="40998"/>
                  </a:cubicBezTo>
                  <a:cubicBezTo>
                    <a:pt x="74637" y="41410"/>
                    <a:pt x="74775" y="41913"/>
                    <a:pt x="74775" y="42416"/>
                  </a:cubicBezTo>
                  <a:lnTo>
                    <a:pt x="73951" y="42370"/>
                  </a:lnTo>
                  <a:cubicBezTo>
                    <a:pt x="73951" y="41547"/>
                    <a:pt x="73814" y="40769"/>
                    <a:pt x="73494" y="40083"/>
                  </a:cubicBezTo>
                  <a:cubicBezTo>
                    <a:pt x="73586" y="39718"/>
                    <a:pt x="73677" y="39397"/>
                    <a:pt x="73723" y="39032"/>
                  </a:cubicBezTo>
                  <a:cubicBezTo>
                    <a:pt x="73761" y="39055"/>
                    <a:pt x="73801" y="39065"/>
                    <a:pt x="73840" y="39065"/>
                  </a:cubicBezTo>
                  <a:cubicBezTo>
                    <a:pt x="74031" y="39065"/>
                    <a:pt x="74195" y="38818"/>
                    <a:pt x="74043" y="38666"/>
                  </a:cubicBezTo>
                  <a:lnTo>
                    <a:pt x="73860" y="38483"/>
                  </a:lnTo>
                  <a:cubicBezTo>
                    <a:pt x="73906" y="38254"/>
                    <a:pt x="73906" y="38071"/>
                    <a:pt x="73951" y="37843"/>
                  </a:cubicBezTo>
                  <a:close/>
                  <a:moveTo>
                    <a:pt x="81223" y="41547"/>
                  </a:moveTo>
                  <a:lnTo>
                    <a:pt x="81726" y="42050"/>
                  </a:lnTo>
                  <a:cubicBezTo>
                    <a:pt x="81452" y="42233"/>
                    <a:pt x="81223" y="42462"/>
                    <a:pt x="81040" y="42782"/>
                  </a:cubicBezTo>
                  <a:cubicBezTo>
                    <a:pt x="80903" y="42599"/>
                    <a:pt x="80720" y="42462"/>
                    <a:pt x="80537" y="42324"/>
                  </a:cubicBezTo>
                  <a:cubicBezTo>
                    <a:pt x="80628" y="42050"/>
                    <a:pt x="80857" y="41821"/>
                    <a:pt x="81132" y="41638"/>
                  </a:cubicBezTo>
                  <a:cubicBezTo>
                    <a:pt x="81177" y="41638"/>
                    <a:pt x="81223" y="41593"/>
                    <a:pt x="81223" y="41547"/>
                  </a:cubicBezTo>
                  <a:close/>
                  <a:moveTo>
                    <a:pt x="76284" y="42141"/>
                  </a:moveTo>
                  <a:lnTo>
                    <a:pt x="76284" y="42141"/>
                  </a:lnTo>
                  <a:cubicBezTo>
                    <a:pt x="77199" y="42187"/>
                    <a:pt x="78067" y="42462"/>
                    <a:pt x="78845" y="42873"/>
                  </a:cubicBezTo>
                  <a:cubicBezTo>
                    <a:pt x="78022" y="42782"/>
                    <a:pt x="77244" y="42690"/>
                    <a:pt x="76421" y="42599"/>
                  </a:cubicBezTo>
                  <a:lnTo>
                    <a:pt x="76284" y="42141"/>
                  </a:lnTo>
                  <a:close/>
                  <a:moveTo>
                    <a:pt x="82092" y="42416"/>
                  </a:moveTo>
                  <a:cubicBezTo>
                    <a:pt x="82412" y="42736"/>
                    <a:pt x="82732" y="43102"/>
                    <a:pt x="83052" y="43468"/>
                  </a:cubicBezTo>
                  <a:cubicBezTo>
                    <a:pt x="83052" y="43468"/>
                    <a:pt x="83082" y="43498"/>
                    <a:pt x="83118" y="43509"/>
                  </a:cubicBezTo>
                  <a:lnTo>
                    <a:pt x="83118" y="43509"/>
                  </a:lnTo>
                  <a:cubicBezTo>
                    <a:pt x="82579" y="43419"/>
                    <a:pt x="82084" y="43329"/>
                    <a:pt x="81589" y="43239"/>
                  </a:cubicBezTo>
                  <a:lnTo>
                    <a:pt x="81589" y="43285"/>
                  </a:lnTo>
                  <a:lnTo>
                    <a:pt x="81406" y="43102"/>
                  </a:lnTo>
                  <a:cubicBezTo>
                    <a:pt x="81589" y="42827"/>
                    <a:pt x="81818" y="42599"/>
                    <a:pt x="82092" y="42416"/>
                  </a:cubicBezTo>
                  <a:close/>
                  <a:moveTo>
                    <a:pt x="71402" y="25985"/>
                  </a:moveTo>
                  <a:cubicBezTo>
                    <a:pt x="75265" y="25985"/>
                    <a:pt x="77889" y="30029"/>
                    <a:pt x="79439" y="33086"/>
                  </a:cubicBezTo>
                  <a:cubicBezTo>
                    <a:pt x="81177" y="36425"/>
                    <a:pt x="82366" y="40038"/>
                    <a:pt x="83601" y="43559"/>
                  </a:cubicBezTo>
                  <a:lnTo>
                    <a:pt x="83235" y="43513"/>
                  </a:lnTo>
                  <a:cubicBezTo>
                    <a:pt x="83418" y="43468"/>
                    <a:pt x="83510" y="43239"/>
                    <a:pt x="83372" y="43102"/>
                  </a:cubicBezTo>
                  <a:cubicBezTo>
                    <a:pt x="82595" y="42141"/>
                    <a:pt x="81680" y="41273"/>
                    <a:pt x="80720" y="40495"/>
                  </a:cubicBezTo>
                  <a:cubicBezTo>
                    <a:pt x="80673" y="40457"/>
                    <a:pt x="80621" y="40441"/>
                    <a:pt x="80572" y="40441"/>
                  </a:cubicBezTo>
                  <a:cubicBezTo>
                    <a:pt x="80382" y="40441"/>
                    <a:pt x="80219" y="40680"/>
                    <a:pt x="80400" y="40861"/>
                  </a:cubicBezTo>
                  <a:cubicBezTo>
                    <a:pt x="80628" y="41044"/>
                    <a:pt x="80720" y="41135"/>
                    <a:pt x="80857" y="41273"/>
                  </a:cubicBezTo>
                  <a:cubicBezTo>
                    <a:pt x="80537" y="41455"/>
                    <a:pt x="80308" y="41730"/>
                    <a:pt x="80125" y="42096"/>
                  </a:cubicBezTo>
                  <a:lnTo>
                    <a:pt x="79897" y="41913"/>
                  </a:lnTo>
                  <a:cubicBezTo>
                    <a:pt x="79859" y="41894"/>
                    <a:pt x="79822" y="41885"/>
                    <a:pt x="79787" y="41885"/>
                  </a:cubicBezTo>
                  <a:cubicBezTo>
                    <a:pt x="79569" y="41885"/>
                    <a:pt x="79432" y="42213"/>
                    <a:pt x="79668" y="42370"/>
                  </a:cubicBezTo>
                  <a:cubicBezTo>
                    <a:pt x="80034" y="42599"/>
                    <a:pt x="80400" y="42827"/>
                    <a:pt x="80720" y="43148"/>
                  </a:cubicBezTo>
                  <a:lnTo>
                    <a:pt x="79942" y="43056"/>
                  </a:lnTo>
                  <a:cubicBezTo>
                    <a:pt x="79942" y="43010"/>
                    <a:pt x="79897" y="43010"/>
                    <a:pt x="79897" y="42965"/>
                  </a:cubicBezTo>
                  <a:cubicBezTo>
                    <a:pt x="78845" y="42187"/>
                    <a:pt x="77564" y="41730"/>
                    <a:pt x="76238" y="41684"/>
                  </a:cubicBezTo>
                  <a:lnTo>
                    <a:pt x="76147" y="41684"/>
                  </a:lnTo>
                  <a:cubicBezTo>
                    <a:pt x="76101" y="41501"/>
                    <a:pt x="76055" y="41318"/>
                    <a:pt x="76009" y="41135"/>
                  </a:cubicBezTo>
                  <a:lnTo>
                    <a:pt x="76055" y="41135"/>
                  </a:lnTo>
                  <a:cubicBezTo>
                    <a:pt x="76741" y="41135"/>
                    <a:pt x="77381" y="41227"/>
                    <a:pt x="78022" y="41455"/>
                  </a:cubicBezTo>
                  <a:cubicBezTo>
                    <a:pt x="78046" y="41464"/>
                    <a:pt x="78070" y="41467"/>
                    <a:pt x="78092" y="41467"/>
                  </a:cubicBezTo>
                  <a:cubicBezTo>
                    <a:pt x="78317" y="41467"/>
                    <a:pt x="78404" y="41081"/>
                    <a:pt x="78113" y="40998"/>
                  </a:cubicBezTo>
                  <a:cubicBezTo>
                    <a:pt x="77976" y="40952"/>
                    <a:pt x="77839" y="40907"/>
                    <a:pt x="77702" y="40861"/>
                  </a:cubicBezTo>
                  <a:cubicBezTo>
                    <a:pt x="77747" y="40083"/>
                    <a:pt x="77793" y="39260"/>
                    <a:pt x="77885" y="38483"/>
                  </a:cubicBezTo>
                  <a:cubicBezTo>
                    <a:pt x="78113" y="38437"/>
                    <a:pt x="78159" y="38163"/>
                    <a:pt x="77976" y="38025"/>
                  </a:cubicBezTo>
                  <a:lnTo>
                    <a:pt x="77885" y="37980"/>
                  </a:lnTo>
                  <a:cubicBezTo>
                    <a:pt x="77885" y="37934"/>
                    <a:pt x="77793" y="37888"/>
                    <a:pt x="77747" y="37843"/>
                  </a:cubicBezTo>
                  <a:cubicBezTo>
                    <a:pt x="77153" y="37431"/>
                    <a:pt x="76558" y="37019"/>
                    <a:pt x="75918" y="36653"/>
                  </a:cubicBezTo>
                  <a:cubicBezTo>
                    <a:pt x="75323" y="36333"/>
                    <a:pt x="74683" y="36059"/>
                    <a:pt x="74089" y="35739"/>
                  </a:cubicBezTo>
                  <a:cubicBezTo>
                    <a:pt x="74089" y="35281"/>
                    <a:pt x="74089" y="34778"/>
                    <a:pt x="74043" y="34275"/>
                  </a:cubicBezTo>
                  <a:lnTo>
                    <a:pt x="75003" y="34092"/>
                  </a:lnTo>
                  <a:cubicBezTo>
                    <a:pt x="75308" y="34049"/>
                    <a:pt x="75198" y="33632"/>
                    <a:pt x="74910" y="33632"/>
                  </a:cubicBezTo>
                  <a:cubicBezTo>
                    <a:pt x="74896" y="33632"/>
                    <a:pt x="74881" y="33633"/>
                    <a:pt x="74866" y="33635"/>
                  </a:cubicBezTo>
                  <a:lnTo>
                    <a:pt x="73997" y="33772"/>
                  </a:lnTo>
                  <a:cubicBezTo>
                    <a:pt x="73951" y="33544"/>
                    <a:pt x="73906" y="33315"/>
                    <a:pt x="73860" y="33086"/>
                  </a:cubicBezTo>
                  <a:lnTo>
                    <a:pt x="74226" y="33086"/>
                  </a:lnTo>
                  <a:cubicBezTo>
                    <a:pt x="74546" y="33086"/>
                    <a:pt x="74546" y="32583"/>
                    <a:pt x="74226" y="32583"/>
                  </a:cubicBezTo>
                  <a:lnTo>
                    <a:pt x="73814" y="32583"/>
                  </a:lnTo>
                  <a:cubicBezTo>
                    <a:pt x="73631" y="31623"/>
                    <a:pt x="73357" y="30708"/>
                    <a:pt x="72991" y="29793"/>
                  </a:cubicBezTo>
                  <a:lnTo>
                    <a:pt x="73448" y="29519"/>
                  </a:lnTo>
                  <a:cubicBezTo>
                    <a:pt x="73685" y="29361"/>
                    <a:pt x="73514" y="29034"/>
                    <a:pt x="73316" y="29034"/>
                  </a:cubicBezTo>
                  <a:cubicBezTo>
                    <a:pt x="73284" y="29034"/>
                    <a:pt x="73251" y="29043"/>
                    <a:pt x="73220" y="29062"/>
                  </a:cubicBezTo>
                  <a:lnTo>
                    <a:pt x="72808" y="29336"/>
                  </a:lnTo>
                  <a:cubicBezTo>
                    <a:pt x="72351" y="28147"/>
                    <a:pt x="71756" y="27049"/>
                    <a:pt x="71025" y="25998"/>
                  </a:cubicBezTo>
                  <a:cubicBezTo>
                    <a:pt x="71152" y="25989"/>
                    <a:pt x="71277" y="25985"/>
                    <a:pt x="71402" y="25985"/>
                  </a:cubicBezTo>
                  <a:close/>
                  <a:moveTo>
                    <a:pt x="67151" y="45377"/>
                  </a:moveTo>
                  <a:cubicBezTo>
                    <a:pt x="68029" y="45377"/>
                    <a:pt x="68932" y="45459"/>
                    <a:pt x="69835" y="45571"/>
                  </a:cubicBezTo>
                  <a:cubicBezTo>
                    <a:pt x="69607" y="45892"/>
                    <a:pt x="69424" y="46166"/>
                    <a:pt x="69241" y="46486"/>
                  </a:cubicBezTo>
                  <a:lnTo>
                    <a:pt x="66817" y="46715"/>
                  </a:lnTo>
                  <a:cubicBezTo>
                    <a:pt x="66726" y="46257"/>
                    <a:pt x="66680" y="45800"/>
                    <a:pt x="66588" y="45389"/>
                  </a:cubicBezTo>
                  <a:cubicBezTo>
                    <a:pt x="66775" y="45380"/>
                    <a:pt x="66962" y="45377"/>
                    <a:pt x="67151" y="45377"/>
                  </a:cubicBezTo>
                  <a:close/>
                  <a:moveTo>
                    <a:pt x="68875" y="46989"/>
                  </a:moveTo>
                  <a:cubicBezTo>
                    <a:pt x="68281" y="47812"/>
                    <a:pt x="67686" y="48636"/>
                    <a:pt x="67091" y="49459"/>
                  </a:cubicBezTo>
                  <a:lnTo>
                    <a:pt x="67000" y="49504"/>
                  </a:lnTo>
                  <a:cubicBezTo>
                    <a:pt x="67000" y="48727"/>
                    <a:pt x="66954" y="47995"/>
                    <a:pt x="66863" y="47218"/>
                  </a:cubicBezTo>
                  <a:lnTo>
                    <a:pt x="68875" y="46989"/>
                  </a:lnTo>
                  <a:close/>
                  <a:moveTo>
                    <a:pt x="64027" y="55221"/>
                  </a:moveTo>
                  <a:lnTo>
                    <a:pt x="64073" y="55313"/>
                  </a:lnTo>
                  <a:lnTo>
                    <a:pt x="69927" y="57782"/>
                  </a:lnTo>
                  <a:lnTo>
                    <a:pt x="68555" y="59108"/>
                  </a:lnTo>
                  <a:lnTo>
                    <a:pt x="68509" y="59063"/>
                  </a:lnTo>
                  <a:cubicBezTo>
                    <a:pt x="68098" y="58926"/>
                    <a:pt x="67732" y="58697"/>
                    <a:pt x="67366" y="58468"/>
                  </a:cubicBezTo>
                  <a:cubicBezTo>
                    <a:pt x="67318" y="58436"/>
                    <a:pt x="67271" y="58422"/>
                    <a:pt x="67228" y="58422"/>
                  </a:cubicBezTo>
                  <a:cubicBezTo>
                    <a:pt x="67027" y="58422"/>
                    <a:pt x="66911" y="58729"/>
                    <a:pt x="67137" y="58880"/>
                  </a:cubicBezTo>
                  <a:cubicBezTo>
                    <a:pt x="67457" y="59108"/>
                    <a:pt x="67823" y="59291"/>
                    <a:pt x="68189" y="59474"/>
                  </a:cubicBezTo>
                  <a:lnTo>
                    <a:pt x="67274" y="60389"/>
                  </a:lnTo>
                  <a:cubicBezTo>
                    <a:pt x="67274" y="60343"/>
                    <a:pt x="67229" y="60298"/>
                    <a:pt x="67183" y="60252"/>
                  </a:cubicBezTo>
                  <a:lnTo>
                    <a:pt x="66726" y="60069"/>
                  </a:lnTo>
                  <a:cubicBezTo>
                    <a:pt x="66687" y="60050"/>
                    <a:pt x="66649" y="60041"/>
                    <a:pt x="66612" y="60041"/>
                  </a:cubicBezTo>
                  <a:cubicBezTo>
                    <a:pt x="66385" y="60041"/>
                    <a:pt x="66215" y="60362"/>
                    <a:pt x="66451" y="60480"/>
                  </a:cubicBezTo>
                  <a:lnTo>
                    <a:pt x="66909" y="60709"/>
                  </a:lnTo>
                  <a:lnTo>
                    <a:pt x="66954" y="60709"/>
                  </a:lnTo>
                  <a:lnTo>
                    <a:pt x="65537" y="62081"/>
                  </a:lnTo>
                  <a:cubicBezTo>
                    <a:pt x="65033" y="61761"/>
                    <a:pt x="64622" y="61441"/>
                    <a:pt x="64165" y="61075"/>
                  </a:cubicBezTo>
                  <a:cubicBezTo>
                    <a:pt x="63799" y="60801"/>
                    <a:pt x="63433" y="60480"/>
                    <a:pt x="63113" y="60206"/>
                  </a:cubicBezTo>
                  <a:cubicBezTo>
                    <a:pt x="62427" y="59703"/>
                    <a:pt x="61741" y="59154"/>
                    <a:pt x="61055" y="58605"/>
                  </a:cubicBezTo>
                  <a:lnTo>
                    <a:pt x="61786" y="57828"/>
                  </a:lnTo>
                  <a:lnTo>
                    <a:pt x="64439" y="59337"/>
                  </a:lnTo>
                  <a:cubicBezTo>
                    <a:pt x="64464" y="59347"/>
                    <a:pt x="64488" y="59352"/>
                    <a:pt x="64513" y="59352"/>
                  </a:cubicBezTo>
                  <a:cubicBezTo>
                    <a:pt x="64712" y="59352"/>
                    <a:pt x="64872" y="59043"/>
                    <a:pt x="64668" y="58880"/>
                  </a:cubicBezTo>
                  <a:cubicBezTo>
                    <a:pt x="63799" y="58422"/>
                    <a:pt x="62930" y="57919"/>
                    <a:pt x="62107" y="57462"/>
                  </a:cubicBezTo>
                  <a:cubicBezTo>
                    <a:pt x="62381" y="57142"/>
                    <a:pt x="62655" y="56822"/>
                    <a:pt x="62975" y="56502"/>
                  </a:cubicBezTo>
                  <a:lnTo>
                    <a:pt x="64988" y="57645"/>
                  </a:lnTo>
                  <a:cubicBezTo>
                    <a:pt x="65012" y="57655"/>
                    <a:pt x="65037" y="57659"/>
                    <a:pt x="65061" y="57659"/>
                  </a:cubicBezTo>
                  <a:cubicBezTo>
                    <a:pt x="65261" y="57659"/>
                    <a:pt x="65420" y="57351"/>
                    <a:pt x="65216" y="57188"/>
                  </a:cubicBezTo>
                  <a:lnTo>
                    <a:pt x="63296" y="56044"/>
                  </a:lnTo>
                  <a:cubicBezTo>
                    <a:pt x="63524" y="55770"/>
                    <a:pt x="63799" y="55496"/>
                    <a:pt x="64027" y="55221"/>
                  </a:cubicBezTo>
                  <a:close/>
                  <a:moveTo>
                    <a:pt x="60689" y="58971"/>
                  </a:moveTo>
                  <a:cubicBezTo>
                    <a:pt x="61603" y="59703"/>
                    <a:pt x="62518" y="60435"/>
                    <a:pt x="63433" y="61166"/>
                  </a:cubicBezTo>
                  <a:cubicBezTo>
                    <a:pt x="63982" y="61624"/>
                    <a:pt x="64530" y="62081"/>
                    <a:pt x="65125" y="62493"/>
                  </a:cubicBezTo>
                  <a:lnTo>
                    <a:pt x="63616" y="63910"/>
                  </a:lnTo>
                  <a:cubicBezTo>
                    <a:pt x="63661" y="63865"/>
                    <a:pt x="63616" y="63773"/>
                    <a:pt x="63570" y="63682"/>
                  </a:cubicBezTo>
                  <a:lnTo>
                    <a:pt x="62610" y="62538"/>
                  </a:lnTo>
                  <a:cubicBezTo>
                    <a:pt x="62552" y="62469"/>
                    <a:pt x="62488" y="62441"/>
                    <a:pt x="62428" y="62441"/>
                  </a:cubicBezTo>
                  <a:cubicBezTo>
                    <a:pt x="62251" y="62441"/>
                    <a:pt x="62107" y="62688"/>
                    <a:pt x="62244" y="62859"/>
                  </a:cubicBezTo>
                  <a:lnTo>
                    <a:pt x="63250" y="64048"/>
                  </a:lnTo>
                  <a:cubicBezTo>
                    <a:pt x="63296" y="64093"/>
                    <a:pt x="63341" y="64139"/>
                    <a:pt x="63433" y="64139"/>
                  </a:cubicBezTo>
                  <a:lnTo>
                    <a:pt x="60780" y="66746"/>
                  </a:lnTo>
                  <a:lnTo>
                    <a:pt x="57487" y="62218"/>
                  </a:lnTo>
                  <a:lnTo>
                    <a:pt x="58311" y="61441"/>
                  </a:lnTo>
                  <a:lnTo>
                    <a:pt x="60323" y="63865"/>
                  </a:lnTo>
                  <a:cubicBezTo>
                    <a:pt x="60378" y="63920"/>
                    <a:pt x="60439" y="63943"/>
                    <a:pt x="60497" y="63943"/>
                  </a:cubicBezTo>
                  <a:cubicBezTo>
                    <a:pt x="60677" y="63943"/>
                    <a:pt x="60827" y="63718"/>
                    <a:pt x="60689" y="63545"/>
                  </a:cubicBezTo>
                  <a:lnTo>
                    <a:pt x="58631" y="61121"/>
                  </a:lnTo>
                  <a:lnTo>
                    <a:pt x="59591" y="60160"/>
                  </a:lnTo>
                  <a:lnTo>
                    <a:pt x="60963" y="61532"/>
                  </a:lnTo>
                  <a:cubicBezTo>
                    <a:pt x="61014" y="61583"/>
                    <a:pt x="61072" y="61605"/>
                    <a:pt x="61128" y="61605"/>
                  </a:cubicBezTo>
                  <a:cubicBezTo>
                    <a:pt x="61325" y="61605"/>
                    <a:pt x="61507" y="61344"/>
                    <a:pt x="61329" y="61166"/>
                  </a:cubicBezTo>
                  <a:lnTo>
                    <a:pt x="59911" y="59794"/>
                  </a:lnTo>
                  <a:cubicBezTo>
                    <a:pt x="60186" y="59520"/>
                    <a:pt x="60460" y="59246"/>
                    <a:pt x="60689" y="58971"/>
                  </a:cubicBezTo>
                  <a:close/>
                  <a:moveTo>
                    <a:pt x="57122" y="62538"/>
                  </a:moveTo>
                  <a:lnTo>
                    <a:pt x="60414" y="67066"/>
                  </a:lnTo>
                  <a:lnTo>
                    <a:pt x="58951" y="68484"/>
                  </a:lnTo>
                  <a:cubicBezTo>
                    <a:pt x="58677" y="68026"/>
                    <a:pt x="58448" y="67523"/>
                    <a:pt x="58265" y="67020"/>
                  </a:cubicBezTo>
                  <a:cubicBezTo>
                    <a:pt x="58213" y="66916"/>
                    <a:pt x="58113" y="66871"/>
                    <a:pt x="58019" y="66871"/>
                  </a:cubicBezTo>
                  <a:cubicBezTo>
                    <a:pt x="57865" y="66871"/>
                    <a:pt x="57723" y="66988"/>
                    <a:pt x="57808" y="67158"/>
                  </a:cubicBezTo>
                  <a:cubicBezTo>
                    <a:pt x="58036" y="67752"/>
                    <a:pt x="58265" y="68301"/>
                    <a:pt x="58585" y="68850"/>
                  </a:cubicBezTo>
                  <a:lnTo>
                    <a:pt x="57487" y="69902"/>
                  </a:lnTo>
                  <a:cubicBezTo>
                    <a:pt x="56664" y="68118"/>
                    <a:pt x="55841" y="66289"/>
                    <a:pt x="55018" y="64505"/>
                  </a:cubicBezTo>
                  <a:cubicBezTo>
                    <a:pt x="55338" y="64231"/>
                    <a:pt x="55612" y="63910"/>
                    <a:pt x="55933" y="63682"/>
                  </a:cubicBezTo>
                  <a:lnTo>
                    <a:pt x="56756" y="65191"/>
                  </a:lnTo>
                  <a:cubicBezTo>
                    <a:pt x="56800" y="65279"/>
                    <a:pt x="56876" y="65315"/>
                    <a:pt x="56954" y="65315"/>
                  </a:cubicBezTo>
                  <a:cubicBezTo>
                    <a:pt x="57120" y="65315"/>
                    <a:pt x="57292" y="65149"/>
                    <a:pt x="57167" y="64962"/>
                  </a:cubicBezTo>
                  <a:lnTo>
                    <a:pt x="56298" y="63316"/>
                  </a:lnTo>
                  <a:lnTo>
                    <a:pt x="57122" y="62538"/>
                  </a:lnTo>
                  <a:close/>
                  <a:moveTo>
                    <a:pt x="39103" y="7521"/>
                  </a:moveTo>
                  <a:cubicBezTo>
                    <a:pt x="39697" y="7704"/>
                    <a:pt x="40200" y="7887"/>
                    <a:pt x="40749" y="8116"/>
                  </a:cubicBezTo>
                  <a:cubicBezTo>
                    <a:pt x="40155" y="8345"/>
                    <a:pt x="39514" y="8573"/>
                    <a:pt x="38874" y="8665"/>
                  </a:cubicBezTo>
                  <a:cubicBezTo>
                    <a:pt x="38569" y="8752"/>
                    <a:pt x="38679" y="9171"/>
                    <a:pt x="38967" y="9171"/>
                  </a:cubicBezTo>
                  <a:cubicBezTo>
                    <a:pt x="38981" y="9171"/>
                    <a:pt x="38996" y="9170"/>
                    <a:pt x="39011" y="9168"/>
                  </a:cubicBezTo>
                  <a:cubicBezTo>
                    <a:pt x="39286" y="9122"/>
                    <a:pt x="39560" y="9031"/>
                    <a:pt x="39834" y="8939"/>
                  </a:cubicBezTo>
                  <a:cubicBezTo>
                    <a:pt x="40292" y="9671"/>
                    <a:pt x="40886" y="10265"/>
                    <a:pt x="41572" y="10723"/>
                  </a:cubicBezTo>
                  <a:cubicBezTo>
                    <a:pt x="41609" y="10752"/>
                    <a:pt x="41646" y="10765"/>
                    <a:pt x="41681" y="10765"/>
                  </a:cubicBezTo>
                  <a:cubicBezTo>
                    <a:pt x="41863" y="10765"/>
                    <a:pt x="41993" y="10419"/>
                    <a:pt x="41801" y="10265"/>
                  </a:cubicBezTo>
                  <a:cubicBezTo>
                    <a:pt x="41206" y="9899"/>
                    <a:pt x="40703" y="9396"/>
                    <a:pt x="40338" y="8802"/>
                  </a:cubicBezTo>
                  <a:cubicBezTo>
                    <a:pt x="40703" y="8665"/>
                    <a:pt x="41115" y="8527"/>
                    <a:pt x="41481" y="8390"/>
                  </a:cubicBezTo>
                  <a:cubicBezTo>
                    <a:pt x="42304" y="8665"/>
                    <a:pt x="43082" y="8939"/>
                    <a:pt x="43905" y="9259"/>
                  </a:cubicBezTo>
                  <a:cubicBezTo>
                    <a:pt x="46283" y="10128"/>
                    <a:pt x="48707" y="11134"/>
                    <a:pt x="51039" y="12278"/>
                  </a:cubicBezTo>
                  <a:cubicBezTo>
                    <a:pt x="51039" y="12278"/>
                    <a:pt x="51039" y="12323"/>
                    <a:pt x="51039" y="12323"/>
                  </a:cubicBezTo>
                  <a:cubicBezTo>
                    <a:pt x="51131" y="12598"/>
                    <a:pt x="51222" y="12826"/>
                    <a:pt x="51314" y="13055"/>
                  </a:cubicBezTo>
                  <a:cubicBezTo>
                    <a:pt x="50033" y="12918"/>
                    <a:pt x="48890" y="12186"/>
                    <a:pt x="48158" y="11089"/>
                  </a:cubicBezTo>
                  <a:cubicBezTo>
                    <a:pt x="48103" y="11007"/>
                    <a:pt x="48033" y="10974"/>
                    <a:pt x="47964" y="10974"/>
                  </a:cubicBezTo>
                  <a:cubicBezTo>
                    <a:pt x="47802" y="10974"/>
                    <a:pt x="47650" y="11157"/>
                    <a:pt x="47746" y="11317"/>
                  </a:cubicBezTo>
                  <a:cubicBezTo>
                    <a:pt x="48524" y="12598"/>
                    <a:pt x="49850" y="13375"/>
                    <a:pt x="51314" y="13558"/>
                  </a:cubicBezTo>
                  <a:cubicBezTo>
                    <a:pt x="51405" y="13558"/>
                    <a:pt x="51451" y="13512"/>
                    <a:pt x="51496" y="13512"/>
                  </a:cubicBezTo>
                  <a:cubicBezTo>
                    <a:pt x="51679" y="14015"/>
                    <a:pt x="51908" y="14519"/>
                    <a:pt x="52182" y="14976"/>
                  </a:cubicBezTo>
                  <a:cubicBezTo>
                    <a:pt x="52004" y="15008"/>
                    <a:pt x="51820" y="15023"/>
                    <a:pt x="51635" y="15023"/>
                  </a:cubicBezTo>
                  <a:cubicBezTo>
                    <a:pt x="51296" y="15023"/>
                    <a:pt x="50952" y="14973"/>
                    <a:pt x="50628" y="14884"/>
                  </a:cubicBezTo>
                  <a:cubicBezTo>
                    <a:pt x="50601" y="14877"/>
                    <a:pt x="50576" y="14873"/>
                    <a:pt x="50552" y="14873"/>
                  </a:cubicBezTo>
                  <a:cubicBezTo>
                    <a:pt x="50288" y="14873"/>
                    <a:pt x="50197" y="15300"/>
                    <a:pt x="50490" y="15342"/>
                  </a:cubicBezTo>
                  <a:cubicBezTo>
                    <a:pt x="50843" y="15417"/>
                    <a:pt x="51195" y="15451"/>
                    <a:pt x="51548" y="15451"/>
                  </a:cubicBezTo>
                  <a:cubicBezTo>
                    <a:pt x="51836" y="15451"/>
                    <a:pt x="52123" y="15429"/>
                    <a:pt x="52411" y="15387"/>
                  </a:cubicBezTo>
                  <a:cubicBezTo>
                    <a:pt x="52960" y="16348"/>
                    <a:pt x="53600" y="17263"/>
                    <a:pt x="54286" y="18131"/>
                  </a:cubicBezTo>
                  <a:cubicBezTo>
                    <a:pt x="54330" y="18186"/>
                    <a:pt x="54384" y="18209"/>
                    <a:pt x="54439" y="18209"/>
                  </a:cubicBezTo>
                  <a:cubicBezTo>
                    <a:pt x="54613" y="18209"/>
                    <a:pt x="54791" y="17974"/>
                    <a:pt x="54652" y="17766"/>
                  </a:cubicBezTo>
                  <a:cubicBezTo>
                    <a:pt x="53326" y="16211"/>
                    <a:pt x="52320" y="14381"/>
                    <a:pt x="51634" y="12461"/>
                  </a:cubicBezTo>
                  <a:lnTo>
                    <a:pt x="51634" y="12461"/>
                  </a:lnTo>
                  <a:cubicBezTo>
                    <a:pt x="52182" y="12735"/>
                    <a:pt x="52686" y="13009"/>
                    <a:pt x="53234" y="13238"/>
                  </a:cubicBezTo>
                  <a:cubicBezTo>
                    <a:pt x="53417" y="14244"/>
                    <a:pt x="54240" y="15387"/>
                    <a:pt x="54744" y="16119"/>
                  </a:cubicBezTo>
                  <a:cubicBezTo>
                    <a:pt x="55567" y="17263"/>
                    <a:pt x="56527" y="18314"/>
                    <a:pt x="57670" y="19183"/>
                  </a:cubicBezTo>
                  <a:cubicBezTo>
                    <a:pt x="57732" y="19235"/>
                    <a:pt x="57797" y="19256"/>
                    <a:pt x="57856" y="19256"/>
                  </a:cubicBezTo>
                  <a:cubicBezTo>
                    <a:pt x="58061" y="19256"/>
                    <a:pt x="58213" y="19005"/>
                    <a:pt x="58036" y="18863"/>
                  </a:cubicBezTo>
                  <a:cubicBezTo>
                    <a:pt x="57030" y="18086"/>
                    <a:pt x="56161" y="17217"/>
                    <a:pt x="55430" y="16211"/>
                  </a:cubicBezTo>
                  <a:cubicBezTo>
                    <a:pt x="55064" y="15753"/>
                    <a:pt x="54744" y="15296"/>
                    <a:pt x="54515" y="14793"/>
                  </a:cubicBezTo>
                  <a:cubicBezTo>
                    <a:pt x="54378" y="14564"/>
                    <a:pt x="54240" y="14290"/>
                    <a:pt x="54103" y="14061"/>
                  </a:cubicBezTo>
                  <a:cubicBezTo>
                    <a:pt x="54058" y="13878"/>
                    <a:pt x="53966" y="13741"/>
                    <a:pt x="53875" y="13604"/>
                  </a:cubicBezTo>
                  <a:lnTo>
                    <a:pt x="53875" y="13604"/>
                  </a:lnTo>
                  <a:cubicBezTo>
                    <a:pt x="54744" y="14061"/>
                    <a:pt x="55612" y="14519"/>
                    <a:pt x="56436" y="14976"/>
                  </a:cubicBezTo>
                  <a:cubicBezTo>
                    <a:pt x="56390" y="15067"/>
                    <a:pt x="56390" y="15159"/>
                    <a:pt x="56436" y="15205"/>
                  </a:cubicBezTo>
                  <a:cubicBezTo>
                    <a:pt x="56893" y="16073"/>
                    <a:pt x="57442" y="16851"/>
                    <a:pt x="58082" y="17583"/>
                  </a:cubicBezTo>
                  <a:cubicBezTo>
                    <a:pt x="58138" y="17638"/>
                    <a:pt x="58198" y="17661"/>
                    <a:pt x="58256" y="17661"/>
                  </a:cubicBezTo>
                  <a:cubicBezTo>
                    <a:pt x="58436" y="17661"/>
                    <a:pt x="58586" y="17436"/>
                    <a:pt x="58448" y="17263"/>
                  </a:cubicBezTo>
                  <a:cubicBezTo>
                    <a:pt x="57899" y="16668"/>
                    <a:pt x="57442" y="16028"/>
                    <a:pt x="57076" y="15342"/>
                  </a:cubicBezTo>
                  <a:lnTo>
                    <a:pt x="57076" y="15342"/>
                  </a:lnTo>
                  <a:cubicBezTo>
                    <a:pt x="59408" y="16714"/>
                    <a:pt x="61695" y="18223"/>
                    <a:pt x="63844" y="19915"/>
                  </a:cubicBezTo>
                  <a:lnTo>
                    <a:pt x="63844" y="21379"/>
                  </a:lnTo>
                  <a:cubicBezTo>
                    <a:pt x="63799" y="21333"/>
                    <a:pt x="63707" y="21287"/>
                    <a:pt x="63661" y="21241"/>
                  </a:cubicBezTo>
                  <a:cubicBezTo>
                    <a:pt x="62472" y="21150"/>
                    <a:pt x="61375" y="20784"/>
                    <a:pt x="60369" y="20189"/>
                  </a:cubicBezTo>
                  <a:cubicBezTo>
                    <a:pt x="60324" y="20160"/>
                    <a:pt x="60281" y="20147"/>
                    <a:pt x="60240" y="20147"/>
                  </a:cubicBezTo>
                  <a:cubicBezTo>
                    <a:pt x="60033" y="20147"/>
                    <a:pt x="59910" y="20486"/>
                    <a:pt x="60140" y="20601"/>
                  </a:cubicBezTo>
                  <a:cubicBezTo>
                    <a:pt x="61192" y="21241"/>
                    <a:pt x="62427" y="21653"/>
                    <a:pt x="63661" y="21744"/>
                  </a:cubicBezTo>
                  <a:cubicBezTo>
                    <a:pt x="63753" y="21744"/>
                    <a:pt x="63844" y="21699"/>
                    <a:pt x="63844" y="21653"/>
                  </a:cubicBezTo>
                  <a:cubicBezTo>
                    <a:pt x="63844" y="22019"/>
                    <a:pt x="63890" y="22430"/>
                    <a:pt x="63936" y="22796"/>
                  </a:cubicBezTo>
                  <a:cubicBezTo>
                    <a:pt x="62793" y="22796"/>
                    <a:pt x="61603" y="22247"/>
                    <a:pt x="60597" y="21836"/>
                  </a:cubicBezTo>
                  <a:cubicBezTo>
                    <a:pt x="59180" y="21333"/>
                    <a:pt x="57853" y="20601"/>
                    <a:pt x="56710" y="19641"/>
                  </a:cubicBezTo>
                  <a:cubicBezTo>
                    <a:pt x="56663" y="19603"/>
                    <a:pt x="56611" y="19586"/>
                    <a:pt x="56562" y="19586"/>
                  </a:cubicBezTo>
                  <a:cubicBezTo>
                    <a:pt x="56372" y="19586"/>
                    <a:pt x="56209" y="19825"/>
                    <a:pt x="56390" y="20007"/>
                  </a:cubicBezTo>
                  <a:cubicBezTo>
                    <a:pt x="57487" y="20921"/>
                    <a:pt x="58722" y="21653"/>
                    <a:pt x="60049" y="22156"/>
                  </a:cubicBezTo>
                  <a:cubicBezTo>
                    <a:pt x="60963" y="22568"/>
                    <a:pt x="61878" y="22888"/>
                    <a:pt x="62838" y="23162"/>
                  </a:cubicBezTo>
                  <a:cubicBezTo>
                    <a:pt x="62701" y="23208"/>
                    <a:pt x="62655" y="23299"/>
                    <a:pt x="62655" y="23437"/>
                  </a:cubicBezTo>
                  <a:lnTo>
                    <a:pt x="62838" y="24488"/>
                  </a:lnTo>
                  <a:cubicBezTo>
                    <a:pt x="62857" y="24600"/>
                    <a:pt x="62943" y="24651"/>
                    <a:pt x="63036" y="24651"/>
                  </a:cubicBezTo>
                  <a:cubicBezTo>
                    <a:pt x="63172" y="24651"/>
                    <a:pt x="63323" y="24541"/>
                    <a:pt x="63296" y="24351"/>
                  </a:cubicBezTo>
                  <a:cubicBezTo>
                    <a:pt x="63250" y="24031"/>
                    <a:pt x="63204" y="23665"/>
                    <a:pt x="63113" y="23345"/>
                  </a:cubicBezTo>
                  <a:cubicBezTo>
                    <a:pt x="63113" y="23299"/>
                    <a:pt x="63113" y="23254"/>
                    <a:pt x="63067" y="23208"/>
                  </a:cubicBezTo>
                  <a:lnTo>
                    <a:pt x="63067" y="23208"/>
                  </a:lnTo>
                  <a:cubicBezTo>
                    <a:pt x="63387" y="23254"/>
                    <a:pt x="63707" y="23254"/>
                    <a:pt x="64027" y="23254"/>
                  </a:cubicBezTo>
                  <a:cubicBezTo>
                    <a:pt x="64119" y="23848"/>
                    <a:pt x="64210" y="24397"/>
                    <a:pt x="64347" y="24991"/>
                  </a:cubicBezTo>
                  <a:cubicBezTo>
                    <a:pt x="64385" y="25103"/>
                    <a:pt x="64482" y="25154"/>
                    <a:pt x="64582" y="25154"/>
                  </a:cubicBezTo>
                  <a:cubicBezTo>
                    <a:pt x="64727" y="25154"/>
                    <a:pt x="64878" y="25044"/>
                    <a:pt x="64851" y="24854"/>
                  </a:cubicBezTo>
                  <a:cubicBezTo>
                    <a:pt x="64439" y="23345"/>
                    <a:pt x="64256" y="21790"/>
                    <a:pt x="64347" y="20235"/>
                  </a:cubicBezTo>
                  <a:lnTo>
                    <a:pt x="64347" y="20235"/>
                  </a:lnTo>
                  <a:cubicBezTo>
                    <a:pt x="64713" y="20555"/>
                    <a:pt x="65125" y="20875"/>
                    <a:pt x="65491" y="21196"/>
                  </a:cubicBezTo>
                  <a:cubicBezTo>
                    <a:pt x="65399" y="21241"/>
                    <a:pt x="65354" y="21333"/>
                    <a:pt x="65354" y="21424"/>
                  </a:cubicBezTo>
                  <a:cubicBezTo>
                    <a:pt x="65491" y="23940"/>
                    <a:pt x="66085" y="26409"/>
                    <a:pt x="67091" y="28742"/>
                  </a:cubicBezTo>
                  <a:cubicBezTo>
                    <a:pt x="67135" y="28829"/>
                    <a:pt x="67207" y="28865"/>
                    <a:pt x="67281" y="28865"/>
                  </a:cubicBezTo>
                  <a:cubicBezTo>
                    <a:pt x="67440" y="28865"/>
                    <a:pt x="67611" y="28700"/>
                    <a:pt x="67549" y="28513"/>
                  </a:cubicBezTo>
                  <a:cubicBezTo>
                    <a:pt x="66588" y="26318"/>
                    <a:pt x="65994" y="23940"/>
                    <a:pt x="65857" y="21561"/>
                  </a:cubicBezTo>
                  <a:lnTo>
                    <a:pt x="65857" y="21561"/>
                  </a:lnTo>
                  <a:cubicBezTo>
                    <a:pt x="66497" y="22110"/>
                    <a:pt x="67091" y="22705"/>
                    <a:pt x="67640" y="23345"/>
                  </a:cubicBezTo>
                  <a:cubicBezTo>
                    <a:pt x="67595" y="23391"/>
                    <a:pt x="67549" y="23482"/>
                    <a:pt x="67549" y="23574"/>
                  </a:cubicBezTo>
                  <a:cubicBezTo>
                    <a:pt x="67686" y="25266"/>
                    <a:pt x="68098" y="27004"/>
                    <a:pt x="68738" y="28604"/>
                  </a:cubicBezTo>
                  <a:cubicBezTo>
                    <a:pt x="68773" y="28709"/>
                    <a:pt x="68861" y="28754"/>
                    <a:pt x="68952" y="28754"/>
                  </a:cubicBezTo>
                  <a:cubicBezTo>
                    <a:pt x="69099" y="28754"/>
                    <a:pt x="69252" y="28637"/>
                    <a:pt x="69195" y="28467"/>
                  </a:cubicBezTo>
                  <a:cubicBezTo>
                    <a:pt x="69149" y="28376"/>
                    <a:pt x="69104" y="28239"/>
                    <a:pt x="69058" y="28147"/>
                  </a:cubicBezTo>
                  <a:lnTo>
                    <a:pt x="69058" y="28147"/>
                  </a:lnTo>
                  <a:cubicBezTo>
                    <a:pt x="69275" y="28176"/>
                    <a:pt x="69492" y="28191"/>
                    <a:pt x="69708" y="28191"/>
                  </a:cubicBezTo>
                  <a:cubicBezTo>
                    <a:pt x="70174" y="28191"/>
                    <a:pt x="70633" y="28120"/>
                    <a:pt x="71070" y="27964"/>
                  </a:cubicBezTo>
                  <a:cubicBezTo>
                    <a:pt x="71482" y="28742"/>
                    <a:pt x="71893" y="29565"/>
                    <a:pt x="72214" y="30388"/>
                  </a:cubicBezTo>
                  <a:cubicBezTo>
                    <a:pt x="71619" y="30662"/>
                    <a:pt x="71116" y="31028"/>
                    <a:pt x="70704" y="31531"/>
                  </a:cubicBezTo>
                  <a:cubicBezTo>
                    <a:pt x="70613" y="31394"/>
                    <a:pt x="70521" y="31257"/>
                    <a:pt x="70430" y="31120"/>
                  </a:cubicBezTo>
                  <a:cubicBezTo>
                    <a:pt x="70375" y="31038"/>
                    <a:pt x="70301" y="31005"/>
                    <a:pt x="70226" y="31005"/>
                  </a:cubicBezTo>
                  <a:cubicBezTo>
                    <a:pt x="70050" y="31005"/>
                    <a:pt x="69876" y="31188"/>
                    <a:pt x="69973" y="31348"/>
                  </a:cubicBezTo>
                  <a:cubicBezTo>
                    <a:pt x="70339" y="31851"/>
                    <a:pt x="70704" y="32355"/>
                    <a:pt x="71070" y="32858"/>
                  </a:cubicBezTo>
                  <a:cubicBezTo>
                    <a:pt x="71070" y="32949"/>
                    <a:pt x="71162" y="33086"/>
                    <a:pt x="71299" y="33086"/>
                  </a:cubicBezTo>
                  <a:cubicBezTo>
                    <a:pt x="71802" y="33681"/>
                    <a:pt x="72397" y="34230"/>
                    <a:pt x="72991" y="34778"/>
                  </a:cubicBezTo>
                  <a:cubicBezTo>
                    <a:pt x="73037" y="34824"/>
                    <a:pt x="73128" y="34824"/>
                    <a:pt x="73220" y="34824"/>
                  </a:cubicBezTo>
                  <a:cubicBezTo>
                    <a:pt x="73220" y="35190"/>
                    <a:pt x="73220" y="35556"/>
                    <a:pt x="73220" y="35967"/>
                  </a:cubicBezTo>
                  <a:cubicBezTo>
                    <a:pt x="72900" y="36105"/>
                    <a:pt x="72579" y="36288"/>
                    <a:pt x="72305" y="36471"/>
                  </a:cubicBezTo>
                  <a:cubicBezTo>
                    <a:pt x="69653" y="34778"/>
                    <a:pt x="67549" y="32309"/>
                    <a:pt x="66268" y="29473"/>
                  </a:cubicBezTo>
                  <a:cubicBezTo>
                    <a:pt x="66225" y="29386"/>
                    <a:pt x="66153" y="29349"/>
                    <a:pt x="66080" y="29349"/>
                  </a:cubicBezTo>
                  <a:cubicBezTo>
                    <a:pt x="65924" y="29349"/>
                    <a:pt x="65763" y="29515"/>
                    <a:pt x="65857" y="29702"/>
                  </a:cubicBezTo>
                  <a:cubicBezTo>
                    <a:pt x="67137" y="32583"/>
                    <a:pt x="69241" y="35007"/>
                    <a:pt x="71848" y="36745"/>
                  </a:cubicBezTo>
                  <a:cubicBezTo>
                    <a:pt x="71436" y="37019"/>
                    <a:pt x="71070" y="37339"/>
                    <a:pt x="70704" y="37751"/>
                  </a:cubicBezTo>
                  <a:cubicBezTo>
                    <a:pt x="70527" y="37893"/>
                    <a:pt x="70707" y="38144"/>
                    <a:pt x="70903" y="38144"/>
                  </a:cubicBezTo>
                  <a:cubicBezTo>
                    <a:pt x="70960" y="38144"/>
                    <a:pt x="71019" y="38123"/>
                    <a:pt x="71070" y="38071"/>
                  </a:cubicBezTo>
                  <a:cubicBezTo>
                    <a:pt x="71665" y="37431"/>
                    <a:pt x="72397" y="36882"/>
                    <a:pt x="73174" y="36516"/>
                  </a:cubicBezTo>
                  <a:lnTo>
                    <a:pt x="73174" y="36516"/>
                  </a:lnTo>
                  <a:cubicBezTo>
                    <a:pt x="73174" y="37019"/>
                    <a:pt x="73128" y="37522"/>
                    <a:pt x="73037" y="37980"/>
                  </a:cubicBezTo>
                  <a:cubicBezTo>
                    <a:pt x="72945" y="37980"/>
                    <a:pt x="72900" y="37980"/>
                    <a:pt x="72854" y="38025"/>
                  </a:cubicBezTo>
                  <a:cubicBezTo>
                    <a:pt x="70613" y="39443"/>
                    <a:pt x="70201" y="41959"/>
                    <a:pt x="69881" y="44382"/>
                  </a:cubicBezTo>
                  <a:cubicBezTo>
                    <a:pt x="69858" y="44542"/>
                    <a:pt x="69973" y="44622"/>
                    <a:pt x="70098" y="44622"/>
                  </a:cubicBezTo>
                  <a:cubicBezTo>
                    <a:pt x="70224" y="44622"/>
                    <a:pt x="70361" y="44542"/>
                    <a:pt x="70384" y="44382"/>
                  </a:cubicBezTo>
                  <a:cubicBezTo>
                    <a:pt x="70659" y="42233"/>
                    <a:pt x="71025" y="39901"/>
                    <a:pt x="72900" y="38574"/>
                  </a:cubicBezTo>
                  <a:lnTo>
                    <a:pt x="72900" y="38574"/>
                  </a:lnTo>
                  <a:cubicBezTo>
                    <a:pt x="72808" y="39077"/>
                    <a:pt x="72671" y="39626"/>
                    <a:pt x="72488" y="40129"/>
                  </a:cubicBezTo>
                  <a:cubicBezTo>
                    <a:pt x="71893" y="41867"/>
                    <a:pt x="71116" y="43559"/>
                    <a:pt x="70156" y="45160"/>
                  </a:cubicBezTo>
                  <a:lnTo>
                    <a:pt x="70110" y="45160"/>
                  </a:lnTo>
                  <a:cubicBezTo>
                    <a:pt x="68921" y="44977"/>
                    <a:pt x="67686" y="44885"/>
                    <a:pt x="66497" y="44885"/>
                  </a:cubicBezTo>
                  <a:cubicBezTo>
                    <a:pt x="66405" y="44474"/>
                    <a:pt x="66314" y="44062"/>
                    <a:pt x="66223" y="43651"/>
                  </a:cubicBezTo>
                  <a:lnTo>
                    <a:pt x="66223" y="43651"/>
                  </a:lnTo>
                  <a:cubicBezTo>
                    <a:pt x="67091" y="43788"/>
                    <a:pt x="68006" y="43925"/>
                    <a:pt x="68875" y="44108"/>
                  </a:cubicBezTo>
                  <a:cubicBezTo>
                    <a:pt x="68892" y="44111"/>
                    <a:pt x="68909" y="44113"/>
                    <a:pt x="68926" y="44113"/>
                  </a:cubicBezTo>
                  <a:cubicBezTo>
                    <a:pt x="69129" y="44113"/>
                    <a:pt x="69273" y="43866"/>
                    <a:pt x="69104" y="43696"/>
                  </a:cubicBezTo>
                  <a:cubicBezTo>
                    <a:pt x="69058" y="42599"/>
                    <a:pt x="69287" y="41455"/>
                    <a:pt x="69744" y="40449"/>
                  </a:cubicBezTo>
                  <a:cubicBezTo>
                    <a:pt x="69837" y="40262"/>
                    <a:pt x="69676" y="40097"/>
                    <a:pt x="69521" y="40097"/>
                  </a:cubicBezTo>
                  <a:cubicBezTo>
                    <a:pt x="69448" y="40097"/>
                    <a:pt x="69376" y="40133"/>
                    <a:pt x="69332" y="40221"/>
                  </a:cubicBezTo>
                  <a:cubicBezTo>
                    <a:pt x="68829" y="41273"/>
                    <a:pt x="68601" y="42416"/>
                    <a:pt x="68646" y="43559"/>
                  </a:cubicBezTo>
                  <a:cubicBezTo>
                    <a:pt x="67777" y="43422"/>
                    <a:pt x="66909" y="43285"/>
                    <a:pt x="66085" y="43148"/>
                  </a:cubicBezTo>
                  <a:cubicBezTo>
                    <a:pt x="65354" y="40541"/>
                    <a:pt x="64256" y="38025"/>
                    <a:pt x="62793" y="35739"/>
                  </a:cubicBezTo>
                  <a:cubicBezTo>
                    <a:pt x="62749" y="35651"/>
                    <a:pt x="62677" y="35615"/>
                    <a:pt x="62604" y="35615"/>
                  </a:cubicBezTo>
                  <a:cubicBezTo>
                    <a:pt x="62449" y="35615"/>
                    <a:pt x="62288" y="35781"/>
                    <a:pt x="62381" y="35967"/>
                  </a:cubicBezTo>
                  <a:cubicBezTo>
                    <a:pt x="65079" y="40221"/>
                    <a:pt x="66497" y="45114"/>
                    <a:pt x="66543" y="50145"/>
                  </a:cubicBezTo>
                  <a:cubicBezTo>
                    <a:pt x="64256" y="53209"/>
                    <a:pt x="61832" y="56182"/>
                    <a:pt x="59225" y="59017"/>
                  </a:cubicBezTo>
                  <a:cubicBezTo>
                    <a:pt x="54149" y="64505"/>
                    <a:pt x="48021" y="69947"/>
                    <a:pt x="40795" y="72417"/>
                  </a:cubicBezTo>
                  <a:cubicBezTo>
                    <a:pt x="38799" y="73094"/>
                    <a:pt x="36914" y="73403"/>
                    <a:pt x="35132" y="73403"/>
                  </a:cubicBezTo>
                  <a:cubicBezTo>
                    <a:pt x="23194" y="73403"/>
                    <a:pt x="15907" y="59527"/>
                    <a:pt x="11251" y="49459"/>
                  </a:cubicBezTo>
                  <a:cubicBezTo>
                    <a:pt x="9056" y="44748"/>
                    <a:pt x="7227" y="39855"/>
                    <a:pt x="5718" y="34870"/>
                  </a:cubicBezTo>
                  <a:lnTo>
                    <a:pt x="5763" y="34870"/>
                  </a:lnTo>
                  <a:cubicBezTo>
                    <a:pt x="16373" y="29290"/>
                    <a:pt x="25383" y="21150"/>
                    <a:pt x="31968" y="11180"/>
                  </a:cubicBezTo>
                  <a:cubicBezTo>
                    <a:pt x="31998" y="11190"/>
                    <a:pt x="32028" y="11194"/>
                    <a:pt x="32056" y="11194"/>
                  </a:cubicBezTo>
                  <a:cubicBezTo>
                    <a:pt x="32287" y="11194"/>
                    <a:pt x="32447" y="10891"/>
                    <a:pt x="32243" y="10768"/>
                  </a:cubicBezTo>
                  <a:cubicBezTo>
                    <a:pt x="32563" y="10220"/>
                    <a:pt x="32929" y="9717"/>
                    <a:pt x="33249" y="9168"/>
                  </a:cubicBezTo>
                  <a:lnTo>
                    <a:pt x="33295" y="9168"/>
                  </a:lnTo>
                  <a:lnTo>
                    <a:pt x="36359" y="9442"/>
                  </a:lnTo>
                  <a:cubicBezTo>
                    <a:pt x="36374" y="9444"/>
                    <a:pt x="36388" y="9445"/>
                    <a:pt x="36402" y="9445"/>
                  </a:cubicBezTo>
                  <a:cubicBezTo>
                    <a:pt x="36678" y="9445"/>
                    <a:pt x="36664" y="9028"/>
                    <a:pt x="36359" y="8985"/>
                  </a:cubicBezTo>
                  <a:lnTo>
                    <a:pt x="33523" y="8710"/>
                  </a:lnTo>
                  <a:cubicBezTo>
                    <a:pt x="33661" y="8482"/>
                    <a:pt x="33752" y="8253"/>
                    <a:pt x="33889" y="8024"/>
                  </a:cubicBezTo>
                  <a:cubicBezTo>
                    <a:pt x="34386" y="8077"/>
                    <a:pt x="34882" y="8103"/>
                    <a:pt x="35377" y="8103"/>
                  </a:cubicBezTo>
                  <a:cubicBezTo>
                    <a:pt x="36613" y="8103"/>
                    <a:pt x="37835" y="7939"/>
                    <a:pt x="39011" y="7613"/>
                  </a:cubicBezTo>
                  <a:cubicBezTo>
                    <a:pt x="39057" y="7613"/>
                    <a:pt x="39103" y="7567"/>
                    <a:pt x="39103" y="7521"/>
                  </a:cubicBezTo>
                  <a:close/>
                  <a:moveTo>
                    <a:pt x="41984" y="73011"/>
                  </a:moveTo>
                  <a:cubicBezTo>
                    <a:pt x="41984" y="73423"/>
                    <a:pt x="42030" y="73789"/>
                    <a:pt x="42030" y="74200"/>
                  </a:cubicBezTo>
                  <a:cubicBezTo>
                    <a:pt x="41389" y="74155"/>
                    <a:pt x="40795" y="73972"/>
                    <a:pt x="40292" y="73606"/>
                  </a:cubicBezTo>
                  <a:cubicBezTo>
                    <a:pt x="40841" y="73423"/>
                    <a:pt x="41435" y="73240"/>
                    <a:pt x="41984" y="73011"/>
                  </a:cubicBezTo>
                  <a:close/>
                  <a:moveTo>
                    <a:pt x="39697" y="73743"/>
                  </a:moveTo>
                  <a:cubicBezTo>
                    <a:pt x="40338" y="74292"/>
                    <a:pt x="41206" y="74658"/>
                    <a:pt x="42075" y="74704"/>
                  </a:cubicBezTo>
                  <a:cubicBezTo>
                    <a:pt x="42075" y="74932"/>
                    <a:pt x="42121" y="75161"/>
                    <a:pt x="42167" y="75390"/>
                  </a:cubicBezTo>
                  <a:cubicBezTo>
                    <a:pt x="42121" y="75344"/>
                    <a:pt x="42075" y="75344"/>
                    <a:pt x="42030" y="75344"/>
                  </a:cubicBezTo>
                  <a:cubicBezTo>
                    <a:pt x="40932" y="75161"/>
                    <a:pt x="39834" y="74658"/>
                    <a:pt x="39011" y="73926"/>
                  </a:cubicBezTo>
                  <a:cubicBezTo>
                    <a:pt x="39240" y="73880"/>
                    <a:pt x="39469" y="73789"/>
                    <a:pt x="39697" y="73743"/>
                  </a:cubicBezTo>
                  <a:close/>
                  <a:moveTo>
                    <a:pt x="36633" y="74292"/>
                  </a:moveTo>
                  <a:cubicBezTo>
                    <a:pt x="37090" y="74841"/>
                    <a:pt x="37594" y="75252"/>
                    <a:pt x="38188" y="75618"/>
                  </a:cubicBezTo>
                  <a:lnTo>
                    <a:pt x="37273" y="76350"/>
                  </a:lnTo>
                  <a:cubicBezTo>
                    <a:pt x="36862" y="75710"/>
                    <a:pt x="36496" y="75024"/>
                    <a:pt x="36222" y="74338"/>
                  </a:cubicBezTo>
                  <a:lnTo>
                    <a:pt x="36313" y="74338"/>
                  </a:lnTo>
                  <a:lnTo>
                    <a:pt x="36633" y="74292"/>
                  </a:lnTo>
                  <a:close/>
                  <a:moveTo>
                    <a:pt x="42624" y="78408"/>
                  </a:moveTo>
                  <a:cubicBezTo>
                    <a:pt x="42761" y="78957"/>
                    <a:pt x="42899" y="79551"/>
                    <a:pt x="42990" y="80100"/>
                  </a:cubicBezTo>
                  <a:cubicBezTo>
                    <a:pt x="42716" y="80192"/>
                    <a:pt x="42487" y="80283"/>
                    <a:pt x="42213" y="80329"/>
                  </a:cubicBezTo>
                  <a:cubicBezTo>
                    <a:pt x="42121" y="79643"/>
                    <a:pt x="42304" y="79002"/>
                    <a:pt x="42624" y="78408"/>
                  </a:cubicBezTo>
                  <a:close/>
                  <a:moveTo>
                    <a:pt x="43127" y="80603"/>
                  </a:moveTo>
                  <a:lnTo>
                    <a:pt x="43219" y="81060"/>
                  </a:lnTo>
                  <a:cubicBezTo>
                    <a:pt x="42846" y="81230"/>
                    <a:pt x="42473" y="81324"/>
                    <a:pt x="42081" y="81324"/>
                  </a:cubicBezTo>
                  <a:cubicBezTo>
                    <a:pt x="41944" y="81324"/>
                    <a:pt x="41806" y="81313"/>
                    <a:pt x="41664" y="81289"/>
                  </a:cubicBezTo>
                  <a:cubicBezTo>
                    <a:pt x="41572" y="81289"/>
                    <a:pt x="41435" y="81335"/>
                    <a:pt x="41389" y="81426"/>
                  </a:cubicBezTo>
                  <a:cubicBezTo>
                    <a:pt x="41206" y="81289"/>
                    <a:pt x="41024" y="81106"/>
                    <a:pt x="40886" y="80923"/>
                  </a:cubicBezTo>
                  <a:lnTo>
                    <a:pt x="40886" y="80923"/>
                  </a:lnTo>
                  <a:cubicBezTo>
                    <a:pt x="40981" y="80929"/>
                    <a:pt x="41076" y="80932"/>
                    <a:pt x="41172" y="80932"/>
                  </a:cubicBezTo>
                  <a:cubicBezTo>
                    <a:pt x="41818" y="80932"/>
                    <a:pt x="42490" y="80802"/>
                    <a:pt x="43127" y="80603"/>
                  </a:cubicBezTo>
                  <a:close/>
                  <a:moveTo>
                    <a:pt x="43310" y="81564"/>
                  </a:moveTo>
                  <a:cubicBezTo>
                    <a:pt x="43447" y="82158"/>
                    <a:pt x="43585" y="82753"/>
                    <a:pt x="43722" y="83347"/>
                  </a:cubicBezTo>
                  <a:cubicBezTo>
                    <a:pt x="43036" y="82844"/>
                    <a:pt x="42396" y="82341"/>
                    <a:pt x="41801" y="81792"/>
                  </a:cubicBezTo>
                  <a:lnTo>
                    <a:pt x="41801" y="81792"/>
                  </a:lnTo>
                  <a:cubicBezTo>
                    <a:pt x="41887" y="81800"/>
                    <a:pt x="41975" y="81804"/>
                    <a:pt x="42063" y="81804"/>
                  </a:cubicBezTo>
                  <a:cubicBezTo>
                    <a:pt x="42490" y="81804"/>
                    <a:pt x="42931" y="81715"/>
                    <a:pt x="43310" y="81564"/>
                  </a:cubicBezTo>
                  <a:close/>
                  <a:moveTo>
                    <a:pt x="25657" y="71411"/>
                  </a:moveTo>
                  <a:cubicBezTo>
                    <a:pt x="27395" y="72600"/>
                    <a:pt x="29316" y="73469"/>
                    <a:pt x="31328" y="73972"/>
                  </a:cubicBezTo>
                  <a:cubicBezTo>
                    <a:pt x="31328" y="74155"/>
                    <a:pt x="31282" y="74292"/>
                    <a:pt x="31282" y="74475"/>
                  </a:cubicBezTo>
                  <a:cubicBezTo>
                    <a:pt x="31260" y="74612"/>
                    <a:pt x="31374" y="74681"/>
                    <a:pt x="31494" y="74681"/>
                  </a:cubicBezTo>
                  <a:cubicBezTo>
                    <a:pt x="31614" y="74681"/>
                    <a:pt x="31740" y="74612"/>
                    <a:pt x="31740" y="74475"/>
                  </a:cubicBezTo>
                  <a:cubicBezTo>
                    <a:pt x="31740" y="74338"/>
                    <a:pt x="31785" y="74200"/>
                    <a:pt x="31785" y="74063"/>
                  </a:cubicBezTo>
                  <a:cubicBezTo>
                    <a:pt x="32380" y="74200"/>
                    <a:pt x="32975" y="74292"/>
                    <a:pt x="33569" y="74338"/>
                  </a:cubicBezTo>
                  <a:cubicBezTo>
                    <a:pt x="33569" y="74612"/>
                    <a:pt x="33569" y="74886"/>
                    <a:pt x="33615" y="75161"/>
                  </a:cubicBezTo>
                  <a:cubicBezTo>
                    <a:pt x="33633" y="75272"/>
                    <a:pt x="33720" y="75323"/>
                    <a:pt x="33813" y="75323"/>
                  </a:cubicBezTo>
                  <a:cubicBezTo>
                    <a:pt x="33949" y="75323"/>
                    <a:pt x="34099" y="75214"/>
                    <a:pt x="34072" y="75024"/>
                  </a:cubicBezTo>
                  <a:cubicBezTo>
                    <a:pt x="34072" y="74795"/>
                    <a:pt x="34026" y="74566"/>
                    <a:pt x="34072" y="74383"/>
                  </a:cubicBezTo>
                  <a:lnTo>
                    <a:pt x="34392" y="74383"/>
                  </a:lnTo>
                  <a:cubicBezTo>
                    <a:pt x="34392" y="75024"/>
                    <a:pt x="34575" y="75664"/>
                    <a:pt x="34850" y="76213"/>
                  </a:cubicBezTo>
                  <a:cubicBezTo>
                    <a:pt x="34894" y="76315"/>
                    <a:pt x="34970" y="76357"/>
                    <a:pt x="35049" y="76357"/>
                  </a:cubicBezTo>
                  <a:cubicBezTo>
                    <a:pt x="35214" y="76357"/>
                    <a:pt x="35385" y="76170"/>
                    <a:pt x="35261" y="75984"/>
                  </a:cubicBezTo>
                  <a:cubicBezTo>
                    <a:pt x="35032" y="75481"/>
                    <a:pt x="34895" y="74932"/>
                    <a:pt x="34850" y="74383"/>
                  </a:cubicBezTo>
                  <a:lnTo>
                    <a:pt x="35718" y="74383"/>
                  </a:lnTo>
                  <a:cubicBezTo>
                    <a:pt x="36130" y="75390"/>
                    <a:pt x="36633" y="76350"/>
                    <a:pt x="37319" y="77265"/>
                  </a:cubicBezTo>
                  <a:cubicBezTo>
                    <a:pt x="37372" y="77330"/>
                    <a:pt x="37443" y="77358"/>
                    <a:pt x="37514" y="77358"/>
                  </a:cubicBezTo>
                  <a:cubicBezTo>
                    <a:pt x="37689" y="77358"/>
                    <a:pt x="37861" y="77186"/>
                    <a:pt x="37731" y="76990"/>
                  </a:cubicBezTo>
                  <a:cubicBezTo>
                    <a:pt x="37685" y="76944"/>
                    <a:pt x="37639" y="76853"/>
                    <a:pt x="37548" y="76762"/>
                  </a:cubicBezTo>
                  <a:lnTo>
                    <a:pt x="38645" y="75893"/>
                  </a:lnTo>
                  <a:cubicBezTo>
                    <a:pt x="38737" y="75938"/>
                    <a:pt x="38828" y="75984"/>
                    <a:pt x="38966" y="76030"/>
                  </a:cubicBezTo>
                  <a:cubicBezTo>
                    <a:pt x="39004" y="76049"/>
                    <a:pt x="39041" y="76057"/>
                    <a:pt x="39077" y="76057"/>
                  </a:cubicBezTo>
                  <a:cubicBezTo>
                    <a:pt x="39294" y="76057"/>
                    <a:pt x="39430" y="75736"/>
                    <a:pt x="39194" y="75618"/>
                  </a:cubicBezTo>
                  <a:cubicBezTo>
                    <a:pt x="38462" y="75298"/>
                    <a:pt x="37776" y="74841"/>
                    <a:pt x="37228" y="74246"/>
                  </a:cubicBezTo>
                  <a:cubicBezTo>
                    <a:pt x="37594" y="74200"/>
                    <a:pt x="38005" y="74155"/>
                    <a:pt x="38417" y="74063"/>
                  </a:cubicBezTo>
                  <a:cubicBezTo>
                    <a:pt x="39377" y="74978"/>
                    <a:pt x="40612" y="75618"/>
                    <a:pt x="41938" y="75801"/>
                  </a:cubicBezTo>
                  <a:cubicBezTo>
                    <a:pt x="41955" y="75810"/>
                    <a:pt x="41973" y="75813"/>
                    <a:pt x="41992" y="75813"/>
                  </a:cubicBezTo>
                  <a:cubicBezTo>
                    <a:pt x="42060" y="75813"/>
                    <a:pt x="42136" y="75766"/>
                    <a:pt x="42183" y="75709"/>
                  </a:cubicBezTo>
                  <a:lnTo>
                    <a:pt x="42183" y="75709"/>
                  </a:lnTo>
                  <a:cubicBezTo>
                    <a:pt x="42171" y="75743"/>
                    <a:pt x="42181" y="75784"/>
                    <a:pt x="42213" y="75847"/>
                  </a:cubicBezTo>
                  <a:lnTo>
                    <a:pt x="41389" y="77036"/>
                  </a:lnTo>
                  <a:cubicBezTo>
                    <a:pt x="41259" y="77232"/>
                    <a:pt x="41431" y="77404"/>
                    <a:pt x="41606" y="77404"/>
                  </a:cubicBezTo>
                  <a:cubicBezTo>
                    <a:pt x="41677" y="77404"/>
                    <a:pt x="41748" y="77376"/>
                    <a:pt x="41801" y="77310"/>
                  </a:cubicBezTo>
                  <a:lnTo>
                    <a:pt x="42304" y="76533"/>
                  </a:lnTo>
                  <a:cubicBezTo>
                    <a:pt x="42350" y="76944"/>
                    <a:pt x="42441" y="77356"/>
                    <a:pt x="42487" y="77768"/>
                  </a:cubicBezTo>
                  <a:cubicBezTo>
                    <a:pt x="42441" y="77768"/>
                    <a:pt x="42396" y="77813"/>
                    <a:pt x="42396" y="77859"/>
                  </a:cubicBezTo>
                  <a:cubicBezTo>
                    <a:pt x="41892" y="78591"/>
                    <a:pt x="41618" y="79460"/>
                    <a:pt x="41664" y="80329"/>
                  </a:cubicBezTo>
                  <a:cubicBezTo>
                    <a:pt x="41664" y="80374"/>
                    <a:pt x="41664" y="80420"/>
                    <a:pt x="41664" y="80420"/>
                  </a:cubicBezTo>
                  <a:cubicBezTo>
                    <a:pt x="41481" y="80466"/>
                    <a:pt x="41252" y="80466"/>
                    <a:pt x="41069" y="80466"/>
                  </a:cubicBezTo>
                  <a:cubicBezTo>
                    <a:pt x="41024" y="79963"/>
                    <a:pt x="41069" y="79414"/>
                    <a:pt x="41206" y="78911"/>
                  </a:cubicBezTo>
                  <a:cubicBezTo>
                    <a:pt x="41261" y="78749"/>
                    <a:pt x="41123" y="78634"/>
                    <a:pt x="40982" y="78634"/>
                  </a:cubicBezTo>
                  <a:cubicBezTo>
                    <a:pt x="40885" y="78634"/>
                    <a:pt x="40786" y="78689"/>
                    <a:pt x="40749" y="78820"/>
                  </a:cubicBezTo>
                  <a:cubicBezTo>
                    <a:pt x="40566" y="79323"/>
                    <a:pt x="40520" y="79917"/>
                    <a:pt x="40566" y="80466"/>
                  </a:cubicBezTo>
                  <a:cubicBezTo>
                    <a:pt x="40520" y="80466"/>
                    <a:pt x="40429" y="80466"/>
                    <a:pt x="40429" y="80512"/>
                  </a:cubicBezTo>
                  <a:cubicBezTo>
                    <a:pt x="40155" y="80283"/>
                    <a:pt x="39926" y="80009"/>
                    <a:pt x="39652" y="79734"/>
                  </a:cubicBezTo>
                  <a:cubicBezTo>
                    <a:pt x="39594" y="79665"/>
                    <a:pt x="39530" y="79636"/>
                    <a:pt x="39471" y="79636"/>
                  </a:cubicBezTo>
                  <a:cubicBezTo>
                    <a:pt x="39296" y="79636"/>
                    <a:pt x="39161" y="79884"/>
                    <a:pt x="39331" y="80054"/>
                  </a:cubicBezTo>
                  <a:cubicBezTo>
                    <a:pt x="40520" y="81472"/>
                    <a:pt x="41892" y="82707"/>
                    <a:pt x="43402" y="83759"/>
                  </a:cubicBezTo>
                  <a:cubicBezTo>
                    <a:pt x="40200" y="82570"/>
                    <a:pt x="36999" y="81243"/>
                    <a:pt x="33843" y="79780"/>
                  </a:cubicBezTo>
                  <a:cubicBezTo>
                    <a:pt x="30505" y="78225"/>
                    <a:pt x="25429" y="75755"/>
                    <a:pt x="25657" y="71411"/>
                  </a:cubicBezTo>
                  <a:close/>
                  <a:moveTo>
                    <a:pt x="6368" y="1"/>
                  </a:moveTo>
                  <a:cubicBezTo>
                    <a:pt x="4853" y="1"/>
                    <a:pt x="3364" y="242"/>
                    <a:pt x="1967" y="981"/>
                  </a:cubicBezTo>
                  <a:cubicBezTo>
                    <a:pt x="1920" y="958"/>
                    <a:pt x="1867" y="946"/>
                    <a:pt x="1813" y="946"/>
                  </a:cubicBezTo>
                  <a:cubicBezTo>
                    <a:pt x="1658" y="946"/>
                    <a:pt x="1498" y="1041"/>
                    <a:pt x="1464" y="1210"/>
                  </a:cubicBezTo>
                  <a:cubicBezTo>
                    <a:pt x="1" y="4503"/>
                    <a:pt x="92" y="7933"/>
                    <a:pt x="367" y="11500"/>
                  </a:cubicBezTo>
                  <a:cubicBezTo>
                    <a:pt x="1281" y="23162"/>
                    <a:pt x="4025" y="34641"/>
                    <a:pt x="8462" y="45480"/>
                  </a:cubicBezTo>
                  <a:cubicBezTo>
                    <a:pt x="11343" y="52477"/>
                    <a:pt x="14773" y="59566"/>
                    <a:pt x="19437" y="65557"/>
                  </a:cubicBezTo>
                  <a:cubicBezTo>
                    <a:pt x="20992" y="67523"/>
                    <a:pt x="22776" y="69307"/>
                    <a:pt x="24788" y="70816"/>
                  </a:cubicBezTo>
                  <a:cubicBezTo>
                    <a:pt x="24285" y="74566"/>
                    <a:pt x="27212" y="77310"/>
                    <a:pt x="30231" y="79048"/>
                  </a:cubicBezTo>
                  <a:cubicBezTo>
                    <a:pt x="34621" y="81609"/>
                    <a:pt x="39560" y="83439"/>
                    <a:pt x="44362" y="85131"/>
                  </a:cubicBezTo>
                  <a:cubicBezTo>
                    <a:pt x="44401" y="85140"/>
                    <a:pt x="44439" y="85145"/>
                    <a:pt x="44475" y="85145"/>
                  </a:cubicBezTo>
                  <a:cubicBezTo>
                    <a:pt x="44782" y="85145"/>
                    <a:pt x="44993" y="84822"/>
                    <a:pt x="44911" y="84536"/>
                  </a:cubicBezTo>
                  <a:cubicBezTo>
                    <a:pt x="44179" y="80740"/>
                    <a:pt x="42944" y="76670"/>
                    <a:pt x="42944" y="72783"/>
                  </a:cubicBezTo>
                  <a:cubicBezTo>
                    <a:pt x="42944" y="72737"/>
                    <a:pt x="42944" y="72737"/>
                    <a:pt x="42944" y="72691"/>
                  </a:cubicBezTo>
                  <a:cubicBezTo>
                    <a:pt x="47106" y="70953"/>
                    <a:pt x="50902" y="68118"/>
                    <a:pt x="54240" y="65191"/>
                  </a:cubicBezTo>
                  <a:lnTo>
                    <a:pt x="56939" y="70999"/>
                  </a:lnTo>
                  <a:cubicBezTo>
                    <a:pt x="57017" y="71155"/>
                    <a:pt x="57168" y="71237"/>
                    <a:pt x="57327" y="71237"/>
                  </a:cubicBezTo>
                  <a:cubicBezTo>
                    <a:pt x="57447" y="71237"/>
                    <a:pt x="57572" y="71189"/>
                    <a:pt x="57670" y="71091"/>
                  </a:cubicBezTo>
                  <a:lnTo>
                    <a:pt x="71116" y="57965"/>
                  </a:lnTo>
                  <a:cubicBezTo>
                    <a:pt x="71345" y="57782"/>
                    <a:pt x="71299" y="57371"/>
                    <a:pt x="71025" y="57233"/>
                  </a:cubicBezTo>
                  <a:lnTo>
                    <a:pt x="64622" y="54535"/>
                  </a:lnTo>
                  <a:cubicBezTo>
                    <a:pt x="67229" y="51425"/>
                    <a:pt x="69561" y="48041"/>
                    <a:pt x="71619" y="44520"/>
                  </a:cubicBezTo>
                  <a:cubicBezTo>
                    <a:pt x="71848" y="44108"/>
                    <a:pt x="72076" y="43651"/>
                    <a:pt x="72305" y="43239"/>
                  </a:cubicBezTo>
                  <a:cubicBezTo>
                    <a:pt x="76284" y="43468"/>
                    <a:pt x="80263" y="43925"/>
                    <a:pt x="84196" y="44657"/>
                  </a:cubicBezTo>
                  <a:cubicBezTo>
                    <a:pt x="84219" y="44660"/>
                    <a:pt x="84243" y="44662"/>
                    <a:pt x="84267" y="44662"/>
                  </a:cubicBezTo>
                  <a:cubicBezTo>
                    <a:pt x="84573" y="44662"/>
                    <a:pt x="84917" y="44401"/>
                    <a:pt x="84790" y="44062"/>
                  </a:cubicBezTo>
                  <a:cubicBezTo>
                    <a:pt x="83098" y="39489"/>
                    <a:pt x="81680" y="34550"/>
                    <a:pt x="78982" y="30434"/>
                  </a:cubicBezTo>
                  <a:cubicBezTo>
                    <a:pt x="77331" y="27827"/>
                    <a:pt x="74854" y="25013"/>
                    <a:pt x="71513" y="25013"/>
                  </a:cubicBezTo>
                  <a:cubicBezTo>
                    <a:pt x="71337" y="25013"/>
                    <a:pt x="71159" y="25021"/>
                    <a:pt x="70979" y="25037"/>
                  </a:cubicBezTo>
                  <a:cubicBezTo>
                    <a:pt x="70796" y="25037"/>
                    <a:pt x="70659" y="25129"/>
                    <a:pt x="70567" y="25312"/>
                  </a:cubicBezTo>
                  <a:cubicBezTo>
                    <a:pt x="65994" y="18955"/>
                    <a:pt x="58448" y="14701"/>
                    <a:pt x="51542" y="11409"/>
                  </a:cubicBezTo>
                  <a:cubicBezTo>
                    <a:pt x="43310" y="7476"/>
                    <a:pt x="34529" y="4869"/>
                    <a:pt x="25611" y="2994"/>
                  </a:cubicBezTo>
                  <a:cubicBezTo>
                    <a:pt x="21084" y="2033"/>
                    <a:pt x="16511" y="1256"/>
                    <a:pt x="11937" y="616"/>
                  </a:cubicBezTo>
                  <a:cubicBezTo>
                    <a:pt x="10123" y="364"/>
                    <a:pt x="8226" y="1"/>
                    <a:pt x="636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74"/>
            <p:cNvSpPr/>
            <p:nvPr/>
          </p:nvSpPr>
          <p:spPr>
            <a:xfrm>
              <a:off x="4666883" y="3616563"/>
              <a:ext cx="697543" cy="659299"/>
            </a:xfrm>
            <a:custGeom>
              <a:avLst/>
              <a:gdLst/>
              <a:ahLst/>
              <a:cxnLst/>
              <a:rect l="l" t="t" r="r" b="b"/>
              <a:pathLst>
                <a:path w="36679" h="34668" extrusionOk="0">
                  <a:moveTo>
                    <a:pt x="20580" y="1038"/>
                  </a:moveTo>
                  <a:lnTo>
                    <a:pt x="20580" y="1038"/>
                  </a:lnTo>
                  <a:cubicBezTo>
                    <a:pt x="21129" y="1084"/>
                    <a:pt x="21678" y="1130"/>
                    <a:pt x="22181" y="1267"/>
                  </a:cubicBezTo>
                  <a:cubicBezTo>
                    <a:pt x="22227" y="1450"/>
                    <a:pt x="22272" y="1633"/>
                    <a:pt x="22318" y="1770"/>
                  </a:cubicBezTo>
                  <a:cubicBezTo>
                    <a:pt x="21724" y="1587"/>
                    <a:pt x="21129" y="1313"/>
                    <a:pt x="20580" y="1038"/>
                  </a:cubicBezTo>
                  <a:close/>
                  <a:moveTo>
                    <a:pt x="33065" y="10414"/>
                  </a:moveTo>
                  <a:cubicBezTo>
                    <a:pt x="33751" y="11786"/>
                    <a:pt x="34254" y="13249"/>
                    <a:pt x="34575" y="14758"/>
                  </a:cubicBezTo>
                  <a:cubicBezTo>
                    <a:pt x="33660" y="13478"/>
                    <a:pt x="33111" y="11969"/>
                    <a:pt x="33065" y="10414"/>
                  </a:cubicBezTo>
                  <a:close/>
                  <a:moveTo>
                    <a:pt x="34803" y="19743"/>
                  </a:moveTo>
                  <a:cubicBezTo>
                    <a:pt x="34758" y="20521"/>
                    <a:pt x="34620" y="21253"/>
                    <a:pt x="34437" y="21984"/>
                  </a:cubicBezTo>
                  <a:cubicBezTo>
                    <a:pt x="34437" y="21207"/>
                    <a:pt x="34575" y="20475"/>
                    <a:pt x="34803" y="19743"/>
                  </a:cubicBezTo>
                  <a:close/>
                  <a:moveTo>
                    <a:pt x="19483" y="1038"/>
                  </a:moveTo>
                  <a:cubicBezTo>
                    <a:pt x="20397" y="1587"/>
                    <a:pt x="21403" y="2090"/>
                    <a:pt x="22410" y="2456"/>
                  </a:cubicBezTo>
                  <a:cubicBezTo>
                    <a:pt x="22547" y="2914"/>
                    <a:pt x="22730" y="3371"/>
                    <a:pt x="22913" y="3782"/>
                  </a:cubicBezTo>
                  <a:cubicBezTo>
                    <a:pt x="22956" y="3870"/>
                    <a:pt x="23033" y="3906"/>
                    <a:pt x="23112" y="3906"/>
                  </a:cubicBezTo>
                  <a:cubicBezTo>
                    <a:pt x="23281" y="3906"/>
                    <a:pt x="23463" y="3741"/>
                    <a:pt x="23370" y="3554"/>
                  </a:cubicBezTo>
                  <a:cubicBezTo>
                    <a:pt x="23050" y="2868"/>
                    <a:pt x="22821" y="2090"/>
                    <a:pt x="22684" y="1359"/>
                  </a:cubicBezTo>
                  <a:lnTo>
                    <a:pt x="22684" y="1359"/>
                  </a:lnTo>
                  <a:lnTo>
                    <a:pt x="22867" y="1404"/>
                  </a:lnTo>
                  <a:lnTo>
                    <a:pt x="23050" y="1770"/>
                  </a:lnTo>
                  <a:cubicBezTo>
                    <a:pt x="23098" y="1866"/>
                    <a:pt x="23173" y="1906"/>
                    <a:pt x="23250" y="1906"/>
                  </a:cubicBezTo>
                  <a:cubicBezTo>
                    <a:pt x="23392" y="1906"/>
                    <a:pt x="23537" y="1766"/>
                    <a:pt x="23507" y="1587"/>
                  </a:cubicBezTo>
                  <a:lnTo>
                    <a:pt x="23507" y="1587"/>
                  </a:lnTo>
                  <a:cubicBezTo>
                    <a:pt x="23782" y="1679"/>
                    <a:pt x="24056" y="1770"/>
                    <a:pt x="24285" y="1862"/>
                  </a:cubicBezTo>
                  <a:cubicBezTo>
                    <a:pt x="24650" y="3325"/>
                    <a:pt x="25108" y="4743"/>
                    <a:pt x="26251" y="5795"/>
                  </a:cubicBezTo>
                  <a:cubicBezTo>
                    <a:pt x="26296" y="5850"/>
                    <a:pt x="26351" y="5873"/>
                    <a:pt x="26406" y="5873"/>
                  </a:cubicBezTo>
                  <a:cubicBezTo>
                    <a:pt x="26577" y="5873"/>
                    <a:pt x="26744" y="5648"/>
                    <a:pt x="26571" y="5475"/>
                  </a:cubicBezTo>
                  <a:cubicBezTo>
                    <a:pt x="25702" y="4514"/>
                    <a:pt x="25108" y="3371"/>
                    <a:pt x="24833" y="2090"/>
                  </a:cubicBezTo>
                  <a:lnTo>
                    <a:pt x="24833" y="2090"/>
                  </a:lnTo>
                  <a:cubicBezTo>
                    <a:pt x="25702" y="2456"/>
                    <a:pt x="26480" y="2868"/>
                    <a:pt x="27257" y="3417"/>
                  </a:cubicBezTo>
                  <a:cubicBezTo>
                    <a:pt x="27349" y="3645"/>
                    <a:pt x="27440" y="3874"/>
                    <a:pt x="27532" y="4011"/>
                  </a:cubicBezTo>
                  <a:cubicBezTo>
                    <a:pt x="27852" y="4789"/>
                    <a:pt x="28263" y="5475"/>
                    <a:pt x="28766" y="6115"/>
                  </a:cubicBezTo>
                  <a:cubicBezTo>
                    <a:pt x="28821" y="6197"/>
                    <a:pt x="28896" y="6230"/>
                    <a:pt x="28969" y="6230"/>
                  </a:cubicBezTo>
                  <a:cubicBezTo>
                    <a:pt x="29142" y="6230"/>
                    <a:pt x="29306" y="6047"/>
                    <a:pt x="29178" y="5886"/>
                  </a:cubicBezTo>
                  <a:cubicBezTo>
                    <a:pt x="28812" y="5429"/>
                    <a:pt x="28538" y="4926"/>
                    <a:pt x="28263" y="4423"/>
                  </a:cubicBezTo>
                  <a:cubicBezTo>
                    <a:pt x="28172" y="4286"/>
                    <a:pt x="28126" y="4148"/>
                    <a:pt x="28035" y="4011"/>
                  </a:cubicBezTo>
                  <a:lnTo>
                    <a:pt x="28035" y="4011"/>
                  </a:lnTo>
                  <a:cubicBezTo>
                    <a:pt x="28858" y="4697"/>
                    <a:pt x="29635" y="5429"/>
                    <a:pt x="30321" y="6206"/>
                  </a:cubicBezTo>
                  <a:cubicBezTo>
                    <a:pt x="30276" y="6389"/>
                    <a:pt x="30230" y="6618"/>
                    <a:pt x="30184" y="6801"/>
                  </a:cubicBezTo>
                  <a:cubicBezTo>
                    <a:pt x="30184" y="6778"/>
                    <a:pt x="30173" y="6767"/>
                    <a:pt x="30156" y="6767"/>
                  </a:cubicBezTo>
                  <a:cubicBezTo>
                    <a:pt x="30138" y="6767"/>
                    <a:pt x="30116" y="6778"/>
                    <a:pt x="30093" y="6801"/>
                  </a:cubicBezTo>
                  <a:lnTo>
                    <a:pt x="28492" y="6984"/>
                  </a:lnTo>
                  <a:cubicBezTo>
                    <a:pt x="28187" y="7027"/>
                    <a:pt x="28297" y="7444"/>
                    <a:pt x="28585" y="7444"/>
                  </a:cubicBezTo>
                  <a:cubicBezTo>
                    <a:pt x="28599" y="7444"/>
                    <a:pt x="28614" y="7443"/>
                    <a:pt x="28629" y="7441"/>
                  </a:cubicBezTo>
                  <a:lnTo>
                    <a:pt x="30138" y="7258"/>
                  </a:lnTo>
                  <a:lnTo>
                    <a:pt x="30138" y="7258"/>
                  </a:lnTo>
                  <a:cubicBezTo>
                    <a:pt x="30093" y="7441"/>
                    <a:pt x="30093" y="7624"/>
                    <a:pt x="30047" y="7853"/>
                  </a:cubicBezTo>
                  <a:cubicBezTo>
                    <a:pt x="30047" y="7807"/>
                    <a:pt x="30001" y="7807"/>
                    <a:pt x="29956" y="7807"/>
                  </a:cubicBezTo>
                  <a:cubicBezTo>
                    <a:pt x="29931" y="7799"/>
                    <a:pt x="29907" y="7795"/>
                    <a:pt x="29883" y="7795"/>
                  </a:cubicBezTo>
                  <a:cubicBezTo>
                    <a:pt x="29774" y="7795"/>
                    <a:pt x="29681" y="7877"/>
                    <a:pt x="29681" y="7990"/>
                  </a:cubicBezTo>
                  <a:cubicBezTo>
                    <a:pt x="29544" y="7990"/>
                    <a:pt x="29407" y="8036"/>
                    <a:pt x="29270" y="8036"/>
                  </a:cubicBezTo>
                  <a:lnTo>
                    <a:pt x="28721" y="8127"/>
                  </a:lnTo>
                  <a:cubicBezTo>
                    <a:pt x="28416" y="8171"/>
                    <a:pt x="28526" y="8588"/>
                    <a:pt x="28814" y="8588"/>
                  </a:cubicBezTo>
                  <a:cubicBezTo>
                    <a:pt x="28828" y="8588"/>
                    <a:pt x="28843" y="8587"/>
                    <a:pt x="28858" y="8584"/>
                  </a:cubicBezTo>
                  <a:lnTo>
                    <a:pt x="29452" y="8493"/>
                  </a:lnTo>
                  <a:cubicBezTo>
                    <a:pt x="29635" y="8493"/>
                    <a:pt x="29818" y="8447"/>
                    <a:pt x="30047" y="8402"/>
                  </a:cubicBezTo>
                  <a:lnTo>
                    <a:pt x="30047" y="8402"/>
                  </a:lnTo>
                  <a:cubicBezTo>
                    <a:pt x="29956" y="9819"/>
                    <a:pt x="30093" y="11237"/>
                    <a:pt x="30504" y="12609"/>
                  </a:cubicBezTo>
                  <a:cubicBezTo>
                    <a:pt x="30524" y="12747"/>
                    <a:pt x="30628" y="12808"/>
                    <a:pt x="30733" y="12808"/>
                  </a:cubicBezTo>
                  <a:cubicBezTo>
                    <a:pt x="30873" y="12808"/>
                    <a:pt x="31014" y="12700"/>
                    <a:pt x="30962" y="12518"/>
                  </a:cubicBezTo>
                  <a:cubicBezTo>
                    <a:pt x="30413" y="10597"/>
                    <a:pt x="30367" y="8630"/>
                    <a:pt x="30733" y="6709"/>
                  </a:cubicBezTo>
                  <a:lnTo>
                    <a:pt x="30733" y="6709"/>
                  </a:lnTo>
                  <a:cubicBezTo>
                    <a:pt x="31373" y="7533"/>
                    <a:pt x="32014" y="8402"/>
                    <a:pt x="32517" y="9362"/>
                  </a:cubicBezTo>
                  <a:cubicBezTo>
                    <a:pt x="32608" y="11694"/>
                    <a:pt x="33020" y="13981"/>
                    <a:pt x="34712" y="15673"/>
                  </a:cubicBezTo>
                  <a:cubicBezTo>
                    <a:pt x="34758" y="16039"/>
                    <a:pt x="34803" y="16405"/>
                    <a:pt x="34849" y="16771"/>
                  </a:cubicBezTo>
                  <a:cubicBezTo>
                    <a:pt x="33568" y="15399"/>
                    <a:pt x="32608" y="13752"/>
                    <a:pt x="32014" y="11969"/>
                  </a:cubicBezTo>
                  <a:cubicBezTo>
                    <a:pt x="31958" y="11857"/>
                    <a:pt x="31849" y="11806"/>
                    <a:pt x="31746" y="11806"/>
                  </a:cubicBezTo>
                  <a:cubicBezTo>
                    <a:pt x="31595" y="11806"/>
                    <a:pt x="31456" y="11916"/>
                    <a:pt x="31510" y="12106"/>
                  </a:cubicBezTo>
                  <a:cubicBezTo>
                    <a:pt x="32242" y="14118"/>
                    <a:pt x="33340" y="15948"/>
                    <a:pt x="34849" y="17502"/>
                  </a:cubicBezTo>
                  <a:lnTo>
                    <a:pt x="34895" y="17502"/>
                  </a:lnTo>
                  <a:cubicBezTo>
                    <a:pt x="34895" y="17868"/>
                    <a:pt x="34895" y="18234"/>
                    <a:pt x="34895" y="18554"/>
                  </a:cubicBezTo>
                  <a:cubicBezTo>
                    <a:pt x="34849" y="18554"/>
                    <a:pt x="34849" y="18554"/>
                    <a:pt x="34803" y="18600"/>
                  </a:cubicBezTo>
                  <a:cubicBezTo>
                    <a:pt x="34346" y="18143"/>
                    <a:pt x="33980" y="17685"/>
                    <a:pt x="33614" y="17182"/>
                  </a:cubicBezTo>
                  <a:cubicBezTo>
                    <a:pt x="32974" y="16496"/>
                    <a:pt x="32425" y="15719"/>
                    <a:pt x="31922" y="14896"/>
                  </a:cubicBezTo>
                  <a:cubicBezTo>
                    <a:pt x="31883" y="14830"/>
                    <a:pt x="31821" y="14802"/>
                    <a:pt x="31756" y="14802"/>
                  </a:cubicBezTo>
                  <a:cubicBezTo>
                    <a:pt x="31594" y="14802"/>
                    <a:pt x="31413" y="14974"/>
                    <a:pt x="31510" y="15170"/>
                  </a:cubicBezTo>
                  <a:cubicBezTo>
                    <a:pt x="32014" y="15948"/>
                    <a:pt x="32562" y="16725"/>
                    <a:pt x="33157" y="17457"/>
                  </a:cubicBezTo>
                  <a:cubicBezTo>
                    <a:pt x="32196" y="18692"/>
                    <a:pt x="31556" y="20201"/>
                    <a:pt x="31282" y="21756"/>
                  </a:cubicBezTo>
                  <a:cubicBezTo>
                    <a:pt x="31255" y="21946"/>
                    <a:pt x="31405" y="22055"/>
                    <a:pt x="31541" y="22055"/>
                  </a:cubicBezTo>
                  <a:cubicBezTo>
                    <a:pt x="31634" y="22055"/>
                    <a:pt x="31721" y="22004"/>
                    <a:pt x="31739" y="21893"/>
                  </a:cubicBezTo>
                  <a:cubicBezTo>
                    <a:pt x="32014" y="20384"/>
                    <a:pt x="32608" y="19012"/>
                    <a:pt x="33477" y="17823"/>
                  </a:cubicBezTo>
                  <a:lnTo>
                    <a:pt x="33889" y="18326"/>
                  </a:lnTo>
                  <a:lnTo>
                    <a:pt x="33843" y="18371"/>
                  </a:lnTo>
                  <a:cubicBezTo>
                    <a:pt x="33523" y="18692"/>
                    <a:pt x="33340" y="19149"/>
                    <a:pt x="33248" y="19560"/>
                  </a:cubicBezTo>
                  <a:cubicBezTo>
                    <a:pt x="33248" y="19753"/>
                    <a:pt x="33414" y="19880"/>
                    <a:pt x="33556" y="19880"/>
                  </a:cubicBezTo>
                  <a:cubicBezTo>
                    <a:pt x="33650" y="19880"/>
                    <a:pt x="33733" y="19825"/>
                    <a:pt x="33751" y="19698"/>
                  </a:cubicBezTo>
                  <a:cubicBezTo>
                    <a:pt x="33797" y="19332"/>
                    <a:pt x="33934" y="19012"/>
                    <a:pt x="34163" y="18737"/>
                  </a:cubicBezTo>
                  <a:lnTo>
                    <a:pt x="34163" y="18692"/>
                  </a:lnTo>
                  <a:cubicBezTo>
                    <a:pt x="34300" y="18829"/>
                    <a:pt x="34437" y="18920"/>
                    <a:pt x="34575" y="19057"/>
                  </a:cubicBezTo>
                  <a:cubicBezTo>
                    <a:pt x="34026" y="20246"/>
                    <a:pt x="33843" y="21618"/>
                    <a:pt x="33934" y="22945"/>
                  </a:cubicBezTo>
                  <a:cubicBezTo>
                    <a:pt x="33934" y="23036"/>
                    <a:pt x="33980" y="23082"/>
                    <a:pt x="34072" y="23128"/>
                  </a:cubicBezTo>
                  <a:cubicBezTo>
                    <a:pt x="33797" y="23859"/>
                    <a:pt x="33477" y="24591"/>
                    <a:pt x="33111" y="25277"/>
                  </a:cubicBezTo>
                  <a:cubicBezTo>
                    <a:pt x="32974" y="24408"/>
                    <a:pt x="32882" y="23585"/>
                    <a:pt x="32882" y="22716"/>
                  </a:cubicBezTo>
                  <a:cubicBezTo>
                    <a:pt x="32882" y="22556"/>
                    <a:pt x="32757" y="22476"/>
                    <a:pt x="32631" y="22476"/>
                  </a:cubicBezTo>
                  <a:cubicBezTo>
                    <a:pt x="32505" y="22476"/>
                    <a:pt x="32379" y="22556"/>
                    <a:pt x="32379" y="22716"/>
                  </a:cubicBezTo>
                  <a:cubicBezTo>
                    <a:pt x="32379" y="23722"/>
                    <a:pt x="32517" y="24774"/>
                    <a:pt x="32700" y="25780"/>
                  </a:cubicBezTo>
                  <a:cubicBezTo>
                    <a:pt x="32745" y="25780"/>
                    <a:pt x="32745" y="25826"/>
                    <a:pt x="32791" y="25872"/>
                  </a:cubicBezTo>
                  <a:cubicBezTo>
                    <a:pt x="32654" y="26100"/>
                    <a:pt x="32471" y="26329"/>
                    <a:pt x="32334" y="26603"/>
                  </a:cubicBezTo>
                  <a:cubicBezTo>
                    <a:pt x="31922" y="25689"/>
                    <a:pt x="31739" y="24683"/>
                    <a:pt x="31739" y="23676"/>
                  </a:cubicBezTo>
                  <a:cubicBezTo>
                    <a:pt x="31739" y="23516"/>
                    <a:pt x="31613" y="23436"/>
                    <a:pt x="31488" y="23436"/>
                  </a:cubicBezTo>
                  <a:cubicBezTo>
                    <a:pt x="31362" y="23436"/>
                    <a:pt x="31236" y="23516"/>
                    <a:pt x="31236" y="23676"/>
                  </a:cubicBezTo>
                  <a:cubicBezTo>
                    <a:pt x="31236" y="24408"/>
                    <a:pt x="31328" y="25094"/>
                    <a:pt x="31556" y="25780"/>
                  </a:cubicBezTo>
                  <a:cubicBezTo>
                    <a:pt x="30093" y="26009"/>
                    <a:pt x="29132" y="27061"/>
                    <a:pt x="28218" y="28204"/>
                  </a:cubicBezTo>
                  <a:cubicBezTo>
                    <a:pt x="28079" y="28377"/>
                    <a:pt x="28255" y="28603"/>
                    <a:pt x="28428" y="28603"/>
                  </a:cubicBezTo>
                  <a:cubicBezTo>
                    <a:pt x="28484" y="28603"/>
                    <a:pt x="28539" y="28580"/>
                    <a:pt x="28584" y="28524"/>
                  </a:cubicBezTo>
                  <a:cubicBezTo>
                    <a:pt x="29407" y="27518"/>
                    <a:pt x="30276" y="26420"/>
                    <a:pt x="31693" y="26237"/>
                  </a:cubicBezTo>
                  <a:cubicBezTo>
                    <a:pt x="31785" y="26512"/>
                    <a:pt x="31876" y="26741"/>
                    <a:pt x="31968" y="26969"/>
                  </a:cubicBezTo>
                  <a:cubicBezTo>
                    <a:pt x="31968" y="27015"/>
                    <a:pt x="31968" y="27015"/>
                    <a:pt x="32014" y="27015"/>
                  </a:cubicBezTo>
                  <a:cubicBezTo>
                    <a:pt x="31739" y="27381"/>
                    <a:pt x="31465" y="27747"/>
                    <a:pt x="31190" y="28067"/>
                  </a:cubicBezTo>
                  <a:cubicBezTo>
                    <a:pt x="30687" y="28570"/>
                    <a:pt x="30184" y="29073"/>
                    <a:pt x="29681" y="29576"/>
                  </a:cubicBezTo>
                  <a:cubicBezTo>
                    <a:pt x="30047" y="28661"/>
                    <a:pt x="30687" y="27838"/>
                    <a:pt x="31510" y="27289"/>
                  </a:cubicBezTo>
                  <a:cubicBezTo>
                    <a:pt x="31741" y="27136"/>
                    <a:pt x="31585" y="26790"/>
                    <a:pt x="31394" y="26790"/>
                  </a:cubicBezTo>
                  <a:cubicBezTo>
                    <a:pt x="31357" y="26790"/>
                    <a:pt x="31319" y="26802"/>
                    <a:pt x="31282" y="26832"/>
                  </a:cubicBezTo>
                  <a:cubicBezTo>
                    <a:pt x="30184" y="27609"/>
                    <a:pt x="29407" y="28707"/>
                    <a:pt x="28995" y="29988"/>
                  </a:cubicBezTo>
                  <a:cubicBezTo>
                    <a:pt x="28949" y="30033"/>
                    <a:pt x="28949" y="30079"/>
                    <a:pt x="28995" y="30125"/>
                  </a:cubicBezTo>
                  <a:cubicBezTo>
                    <a:pt x="25970" y="32486"/>
                    <a:pt x="22243" y="33698"/>
                    <a:pt x="18507" y="33698"/>
                  </a:cubicBezTo>
                  <a:cubicBezTo>
                    <a:pt x="14789" y="33698"/>
                    <a:pt x="11060" y="32497"/>
                    <a:pt x="8004" y="30033"/>
                  </a:cubicBezTo>
                  <a:cubicBezTo>
                    <a:pt x="1144" y="24362"/>
                    <a:pt x="92" y="14210"/>
                    <a:pt x="5625" y="7258"/>
                  </a:cubicBezTo>
                  <a:cubicBezTo>
                    <a:pt x="8735" y="3737"/>
                    <a:pt x="13080" y="1542"/>
                    <a:pt x="17745" y="1084"/>
                  </a:cubicBezTo>
                  <a:cubicBezTo>
                    <a:pt x="17745" y="1176"/>
                    <a:pt x="17790" y="1267"/>
                    <a:pt x="17882" y="1313"/>
                  </a:cubicBezTo>
                  <a:cubicBezTo>
                    <a:pt x="18476" y="1679"/>
                    <a:pt x="19071" y="1999"/>
                    <a:pt x="19711" y="2273"/>
                  </a:cubicBezTo>
                  <a:cubicBezTo>
                    <a:pt x="19750" y="2292"/>
                    <a:pt x="19788" y="2301"/>
                    <a:pt x="19825" y="2301"/>
                  </a:cubicBezTo>
                  <a:cubicBezTo>
                    <a:pt x="20051" y="2301"/>
                    <a:pt x="20215" y="1980"/>
                    <a:pt x="19940" y="1862"/>
                  </a:cubicBezTo>
                  <a:cubicBezTo>
                    <a:pt x="19437" y="1633"/>
                    <a:pt x="18888" y="1359"/>
                    <a:pt x="18385" y="1038"/>
                  </a:cubicBezTo>
                  <a:close/>
                  <a:moveTo>
                    <a:pt x="19076" y="1"/>
                  </a:moveTo>
                  <a:cubicBezTo>
                    <a:pt x="13445" y="1"/>
                    <a:pt x="7809" y="2810"/>
                    <a:pt x="4391" y="7258"/>
                  </a:cubicBezTo>
                  <a:cubicBezTo>
                    <a:pt x="4345" y="7350"/>
                    <a:pt x="4299" y="7395"/>
                    <a:pt x="4299" y="7487"/>
                  </a:cubicBezTo>
                  <a:cubicBezTo>
                    <a:pt x="686" y="12700"/>
                    <a:pt x="0" y="19698"/>
                    <a:pt x="3019" y="25369"/>
                  </a:cubicBezTo>
                  <a:cubicBezTo>
                    <a:pt x="6166" y="31132"/>
                    <a:pt x="12163" y="34667"/>
                    <a:pt x="18594" y="34667"/>
                  </a:cubicBezTo>
                  <a:cubicBezTo>
                    <a:pt x="19358" y="34667"/>
                    <a:pt x="20128" y="34617"/>
                    <a:pt x="20900" y="34515"/>
                  </a:cubicBezTo>
                  <a:cubicBezTo>
                    <a:pt x="28446" y="33463"/>
                    <a:pt x="34895" y="27701"/>
                    <a:pt x="35809" y="20018"/>
                  </a:cubicBezTo>
                  <a:cubicBezTo>
                    <a:pt x="36678" y="12655"/>
                    <a:pt x="32288" y="4240"/>
                    <a:pt x="25336" y="1267"/>
                  </a:cubicBezTo>
                  <a:cubicBezTo>
                    <a:pt x="23330" y="402"/>
                    <a:pt x="21203" y="1"/>
                    <a:pt x="19076"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74"/>
            <p:cNvSpPr/>
            <p:nvPr/>
          </p:nvSpPr>
          <p:spPr>
            <a:xfrm>
              <a:off x="4993033" y="4685195"/>
              <a:ext cx="13065" cy="9585"/>
            </a:xfrm>
            <a:custGeom>
              <a:avLst/>
              <a:gdLst/>
              <a:ahLst/>
              <a:cxnLst/>
              <a:rect l="l" t="t" r="r" b="b"/>
              <a:pathLst>
                <a:path w="687" h="504" extrusionOk="0">
                  <a:moveTo>
                    <a:pt x="275" y="1"/>
                  </a:moveTo>
                  <a:cubicBezTo>
                    <a:pt x="0" y="47"/>
                    <a:pt x="0" y="458"/>
                    <a:pt x="275" y="504"/>
                  </a:cubicBezTo>
                  <a:lnTo>
                    <a:pt x="412" y="504"/>
                  </a:lnTo>
                  <a:cubicBezTo>
                    <a:pt x="686" y="458"/>
                    <a:pt x="686" y="47"/>
                    <a:pt x="412"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74"/>
            <p:cNvSpPr/>
            <p:nvPr/>
          </p:nvSpPr>
          <p:spPr>
            <a:xfrm>
              <a:off x="4980957" y="4669904"/>
              <a:ext cx="14605" cy="10612"/>
            </a:xfrm>
            <a:custGeom>
              <a:avLst/>
              <a:gdLst/>
              <a:ahLst/>
              <a:cxnLst/>
              <a:rect l="l" t="t" r="r" b="b"/>
              <a:pathLst>
                <a:path w="768" h="558" extrusionOk="0">
                  <a:moveTo>
                    <a:pt x="379" y="1"/>
                  </a:moveTo>
                  <a:cubicBezTo>
                    <a:pt x="182" y="1"/>
                    <a:pt x="0" y="261"/>
                    <a:pt x="178" y="439"/>
                  </a:cubicBezTo>
                  <a:lnTo>
                    <a:pt x="224" y="485"/>
                  </a:lnTo>
                  <a:cubicBezTo>
                    <a:pt x="275" y="536"/>
                    <a:pt x="332" y="557"/>
                    <a:pt x="389" y="557"/>
                  </a:cubicBezTo>
                  <a:cubicBezTo>
                    <a:pt x="586" y="557"/>
                    <a:pt x="767" y="297"/>
                    <a:pt x="589" y="119"/>
                  </a:cubicBezTo>
                  <a:lnTo>
                    <a:pt x="544" y="73"/>
                  </a:lnTo>
                  <a:cubicBezTo>
                    <a:pt x="493" y="22"/>
                    <a:pt x="435" y="1"/>
                    <a:pt x="37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74"/>
            <p:cNvSpPr/>
            <p:nvPr/>
          </p:nvSpPr>
          <p:spPr>
            <a:xfrm>
              <a:off x="5038371" y="4664675"/>
              <a:ext cx="14662" cy="10269"/>
            </a:xfrm>
            <a:custGeom>
              <a:avLst/>
              <a:gdLst/>
              <a:ahLst/>
              <a:cxnLst/>
              <a:rect l="l" t="t" r="r" b="b"/>
              <a:pathLst>
                <a:path w="771" h="540" extrusionOk="0">
                  <a:moveTo>
                    <a:pt x="376" y="1"/>
                  </a:moveTo>
                  <a:cubicBezTo>
                    <a:pt x="180" y="1"/>
                    <a:pt x="0" y="252"/>
                    <a:pt x="177" y="394"/>
                  </a:cubicBezTo>
                  <a:lnTo>
                    <a:pt x="269" y="485"/>
                  </a:lnTo>
                  <a:cubicBezTo>
                    <a:pt x="307" y="523"/>
                    <a:pt x="352" y="539"/>
                    <a:pt x="399" y="539"/>
                  </a:cubicBezTo>
                  <a:cubicBezTo>
                    <a:pt x="578" y="539"/>
                    <a:pt x="770" y="301"/>
                    <a:pt x="589" y="119"/>
                  </a:cubicBezTo>
                  <a:lnTo>
                    <a:pt x="543" y="74"/>
                  </a:lnTo>
                  <a:cubicBezTo>
                    <a:pt x="492" y="22"/>
                    <a:pt x="433" y="1"/>
                    <a:pt x="376"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74"/>
            <p:cNvSpPr/>
            <p:nvPr/>
          </p:nvSpPr>
          <p:spPr>
            <a:xfrm>
              <a:off x="5014808" y="4631984"/>
              <a:ext cx="13921" cy="10384"/>
            </a:xfrm>
            <a:custGeom>
              <a:avLst/>
              <a:gdLst/>
              <a:ahLst/>
              <a:cxnLst/>
              <a:rect l="l" t="t" r="r" b="b"/>
              <a:pathLst>
                <a:path w="732" h="546" extrusionOk="0">
                  <a:moveTo>
                    <a:pt x="371" y="1"/>
                  </a:moveTo>
                  <a:cubicBezTo>
                    <a:pt x="193" y="1"/>
                    <a:pt x="0" y="239"/>
                    <a:pt x="181" y="421"/>
                  </a:cubicBezTo>
                  <a:lnTo>
                    <a:pt x="227" y="466"/>
                  </a:lnTo>
                  <a:cubicBezTo>
                    <a:pt x="283" y="522"/>
                    <a:pt x="344" y="545"/>
                    <a:pt x="401" y="545"/>
                  </a:cubicBezTo>
                  <a:cubicBezTo>
                    <a:pt x="582" y="545"/>
                    <a:pt x="732" y="319"/>
                    <a:pt x="593" y="146"/>
                  </a:cubicBezTo>
                  <a:lnTo>
                    <a:pt x="502" y="55"/>
                  </a:lnTo>
                  <a:cubicBezTo>
                    <a:pt x="464" y="17"/>
                    <a:pt x="418" y="1"/>
                    <a:pt x="371"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74"/>
            <p:cNvSpPr/>
            <p:nvPr/>
          </p:nvSpPr>
          <p:spPr>
            <a:xfrm>
              <a:off x="4982631" y="4635179"/>
              <a:ext cx="34859" cy="32653"/>
            </a:xfrm>
            <a:custGeom>
              <a:avLst/>
              <a:gdLst/>
              <a:ahLst/>
              <a:cxnLst/>
              <a:rect l="l" t="t" r="r" b="b"/>
              <a:pathLst>
                <a:path w="1833" h="1717" extrusionOk="0">
                  <a:moveTo>
                    <a:pt x="1483" y="1"/>
                  </a:moveTo>
                  <a:cubicBezTo>
                    <a:pt x="1408" y="1"/>
                    <a:pt x="1333" y="34"/>
                    <a:pt x="1279" y="115"/>
                  </a:cubicBezTo>
                  <a:cubicBezTo>
                    <a:pt x="1005" y="573"/>
                    <a:pt x="639" y="939"/>
                    <a:pt x="227" y="1259"/>
                  </a:cubicBezTo>
                  <a:cubicBezTo>
                    <a:pt x="1" y="1410"/>
                    <a:pt x="117" y="1716"/>
                    <a:pt x="318" y="1716"/>
                  </a:cubicBezTo>
                  <a:cubicBezTo>
                    <a:pt x="361" y="1716"/>
                    <a:pt x="408" y="1702"/>
                    <a:pt x="456" y="1670"/>
                  </a:cubicBezTo>
                  <a:cubicBezTo>
                    <a:pt x="959" y="1305"/>
                    <a:pt x="1370" y="847"/>
                    <a:pt x="1736" y="344"/>
                  </a:cubicBezTo>
                  <a:cubicBezTo>
                    <a:pt x="1833" y="184"/>
                    <a:pt x="1659" y="1"/>
                    <a:pt x="1483"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74"/>
            <p:cNvSpPr/>
            <p:nvPr/>
          </p:nvSpPr>
          <p:spPr>
            <a:xfrm>
              <a:off x="5000906" y="4667584"/>
              <a:ext cx="22022" cy="20254"/>
            </a:xfrm>
            <a:custGeom>
              <a:avLst/>
              <a:gdLst/>
              <a:ahLst/>
              <a:cxnLst/>
              <a:rect l="l" t="t" r="r" b="b"/>
              <a:pathLst>
                <a:path w="1158" h="1065" extrusionOk="0">
                  <a:moveTo>
                    <a:pt x="861" y="0"/>
                  </a:moveTo>
                  <a:cubicBezTo>
                    <a:pt x="794" y="0"/>
                    <a:pt x="727" y="31"/>
                    <a:pt x="684" y="104"/>
                  </a:cubicBezTo>
                  <a:cubicBezTo>
                    <a:pt x="547" y="287"/>
                    <a:pt x="409" y="469"/>
                    <a:pt x="226" y="607"/>
                  </a:cubicBezTo>
                  <a:cubicBezTo>
                    <a:pt x="0" y="758"/>
                    <a:pt x="147" y="1064"/>
                    <a:pt x="334" y="1064"/>
                  </a:cubicBezTo>
                  <a:cubicBezTo>
                    <a:pt x="374" y="1064"/>
                    <a:pt x="415" y="1050"/>
                    <a:pt x="455" y="1018"/>
                  </a:cubicBezTo>
                  <a:cubicBezTo>
                    <a:pt x="684" y="835"/>
                    <a:pt x="912" y="607"/>
                    <a:pt x="1095" y="332"/>
                  </a:cubicBezTo>
                  <a:cubicBezTo>
                    <a:pt x="1158" y="145"/>
                    <a:pt x="1007" y="0"/>
                    <a:pt x="861"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74"/>
            <p:cNvSpPr/>
            <p:nvPr/>
          </p:nvSpPr>
          <p:spPr>
            <a:xfrm>
              <a:off x="5667070" y="3944197"/>
              <a:ext cx="13065" cy="8710"/>
            </a:xfrm>
            <a:custGeom>
              <a:avLst/>
              <a:gdLst/>
              <a:ahLst/>
              <a:cxnLst/>
              <a:rect l="l" t="t" r="r" b="b"/>
              <a:pathLst>
                <a:path w="687" h="458" extrusionOk="0">
                  <a:moveTo>
                    <a:pt x="321" y="0"/>
                  </a:moveTo>
                  <a:cubicBezTo>
                    <a:pt x="0" y="0"/>
                    <a:pt x="0" y="412"/>
                    <a:pt x="321" y="457"/>
                  </a:cubicBezTo>
                  <a:lnTo>
                    <a:pt x="412" y="457"/>
                  </a:lnTo>
                  <a:cubicBezTo>
                    <a:pt x="686" y="412"/>
                    <a:pt x="686" y="0"/>
                    <a:pt x="412"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74"/>
            <p:cNvSpPr/>
            <p:nvPr/>
          </p:nvSpPr>
          <p:spPr>
            <a:xfrm>
              <a:off x="5703793" y="3911372"/>
              <a:ext cx="14415" cy="9984"/>
            </a:xfrm>
            <a:custGeom>
              <a:avLst/>
              <a:gdLst/>
              <a:ahLst/>
              <a:cxnLst/>
              <a:rect l="l" t="t" r="r" b="b"/>
              <a:pathLst>
                <a:path w="758" h="525" extrusionOk="0">
                  <a:moveTo>
                    <a:pt x="438" y="1"/>
                  </a:moveTo>
                  <a:cubicBezTo>
                    <a:pt x="381" y="1"/>
                    <a:pt x="320" y="24"/>
                    <a:pt x="265" y="80"/>
                  </a:cubicBezTo>
                  <a:lnTo>
                    <a:pt x="173" y="125"/>
                  </a:lnTo>
                  <a:cubicBezTo>
                    <a:pt x="0" y="299"/>
                    <a:pt x="168" y="524"/>
                    <a:pt x="359" y="524"/>
                  </a:cubicBezTo>
                  <a:cubicBezTo>
                    <a:pt x="420" y="524"/>
                    <a:pt x="484" y="501"/>
                    <a:pt x="539" y="446"/>
                  </a:cubicBezTo>
                  <a:lnTo>
                    <a:pt x="585" y="400"/>
                  </a:lnTo>
                  <a:cubicBezTo>
                    <a:pt x="758" y="227"/>
                    <a:pt x="616" y="1"/>
                    <a:pt x="43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74"/>
            <p:cNvSpPr/>
            <p:nvPr/>
          </p:nvSpPr>
          <p:spPr>
            <a:xfrm>
              <a:off x="5642024" y="3713952"/>
              <a:ext cx="14529" cy="10726"/>
            </a:xfrm>
            <a:custGeom>
              <a:avLst/>
              <a:gdLst/>
              <a:ahLst/>
              <a:cxnLst/>
              <a:rect l="l" t="t" r="r" b="b"/>
              <a:pathLst>
                <a:path w="764" h="564" extrusionOk="0">
                  <a:moveTo>
                    <a:pt x="360" y="1"/>
                  </a:moveTo>
                  <a:cubicBezTo>
                    <a:pt x="169" y="1"/>
                    <a:pt x="1" y="226"/>
                    <a:pt x="174" y="399"/>
                  </a:cubicBezTo>
                  <a:lnTo>
                    <a:pt x="266" y="491"/>
                  </a:lnTo>
                  <a:cubicBezTo>
                    <a:pt x="317" y="542"/>
                    <a:pt x="372" y="563"/>
                    <a:pt x="425" y="563"/>
                  </a:cubicBezTo>
                  <a:cubicBezTo>
                    <a:pt x="610" y="563"/>
                    <a:pt x="763" y="303"/>
                    <a:pt x="586" y="125"/>
                  </a:cubicBezTo>
                  <a:lnTo>
                    <a:pt x="540" y="79"/>
                  </a:lnTo>
                  <a:cubicBezTo>
                    <a:pt x="484" y="24"/>
                    <a:pt x="421" y="1"/>
                    <a:pt x="36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74"/>
            <p:cNvSpPr/>
            <p:nvPr/>
          </p:nvSpPr>
          <p:spPr>
            <a:xfrm>
              <a:off x="4899277" y="4627724"/>
              <a:ext cx="13788" cy="10288"/>
            </a:xfrm>
            <a:custGeom>
              <a:avLst/>
              <a:gdLst/>
              <a:ahLst/>
              <a:cxnLst/>
              <a:rect l="l" t="t" r="r" b="b"/>
              <a:pathLst>
                <a:path w="725" h="541" extrusionOk="0">
                  <a:moveTo>
                    <a:pt x="356" y="0"/>
                  </a:moveTo>
                  <a:cubicBezTo>
                    <a:pt x="310" y="0"/>
                    <a:pt x="263" y="15"/>
                    <a:pt x="220" y="50"/>
                  </a:cubicBezTo>
                  <a:lnTo>
                    <a:pt x="174" y="142"/>
                  </a:lnTo>
                  <a:cubicBezTo>
                    <a:pt x="1" y="315"/>
                    <a:pt x="142" y="540"/>
                    <a:pt x="321" y="540"/>
                  </a:cubicBezTo>
                  <a:cubicBezTo>
                    <a:pt x="378" y="540"/>
                    <a:pt x="439" y="517"/>
                    <a:pt x="494" y="462"/>
                  </a:cubicBezTo>
                  <a:lnTo>
                    <a:pt x="540" y="416"/>
                  </a:lnTo>
                  <a:cubicBezTo>
                    <a:pt x="725" y="268"/>
                    <a:pt x="551" y="0"/>
                    <a:pt x="356"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74"/>
            <p:cNvSpPr/>
            <p:nvPr/>
          </p:nvSpPr>
          <p:spPr>
            <a:xfrm>
              <a:off x="5252261" y="3643264"/>
              <a:ext cx="161592" cy="156628"/>
            </a:xfrm>
            <a:custGeom>
              <a:avLst/>
              <a:gdLst/>
              <a:ahLst/>
              <a:cxnLst/>
              <a:rect l="l" t="t" r="r" b="b"/>
              <a:pathLst>
                <a:path w="8497" h="8236" extrusionOk="0">
                  <a:moveTo>
                    <a:pt x="318" y="0"/>
                  </a:moveTo>
                  <a:cubicBezTo>
                    <a:pt x="116" y="0"/>
                    <a:pt x="0" y="307"/>
                    <a:pt x="226" y="458"/>
                  </a:cubicBezTo>
                  <a:cubicBezTo>
                    <a:pt x="3153" y="2653"/>
                    <a:pt x="5760" y="5214"/>
                    <a:pt x="7910" y="8141"/>
                  </a:cubicBezTo>
                  <a:cubicBezTo>
                    <a:pt x="7963" y="8208"/>
                    <a:pt x="8040" y="8236"/>
                    <a:pt x="8118" y="8236"/>
                  </a:cubicBezTo>
                  <a:cubicBezTo>
                    <a:pt x="8305" y="8236"/>
                    <a:pt x="8496" y="8074"/>
                    <a:pt x="8367" y="7912"/>
                  </a:cubicBezTo>
                  <a:cubicBezTo>
                    <a:pt x="6126" y="4894"/>
                    <a:pt x="3428" y="2287"/>
                    <a:pt x="455" y="46"/>
                  </a:cubicBezTo>
                  <a:cubicBezTo>
                    <a:pt x="407" y="14"/>
                    <a:pt x="360" y="0"/>
                    <a:pt x="31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74"/>
            <p:cNvSpPr/>
            <p:nvPr/>
          </p:nvSpPr>
          <p:spPr>
            <a:xfrm>
              <a:off x="5498442" y="3721901"/>
              <a:ext cx="14853" cy="11125"/>
            </a:xfrm>
            <a:custGeom>
              <a:avLst/>
              <a:gdLst/>
              <a:ahLst/>
              <a:cxnLst/>
              <a:rect l="l" t="t" r="r" b="b"/>
              <a:pathLst>
                <a:path w="781" h="585" extrusionOk="0">
                  <a:moveTo>
                    <a:pt x="379" y="0"/>
                  </a:moveTo>
                  <a:cubicBezTo>
                    <a:pt x="182" y="0"/>
                    <a:pt x="0" y="261"/>
                    <a:pt x="178" y="439"/>
                  </a:cubicBezTo>
                  <a:lnTo>
                    <a:pt x="270" y="530"/>
                  </a:lnTo>
                  <a:cubicBezTo>
                    <a:pt x="317" y="568"/>
                    <a:pt x="368" y="584"/>
                    <a:pt x="418" y="584"/>
                  </a:cubicBezTo>
                  <a:cubicBezTo>
                    <a:pt x="609" y="584"/>
                    <a:pt x="781" y="346"/>
                    <a:pt x="635" y="164"/>
                  </a:cubicBezTo>
                  <a:lnTo>
                    <a:pt x="544" y="73"/>
                  </a:lnTo>
                  <a:cubicBezTo>
                    <a:pt x="493" y="22"/>
                    <a:pt x="435"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74"/>
            <p:cNvSpPr/>
            <p:nvPr/>
          </p:nvSpPr>
          <p:spPr>
            <a:xfrm>
              <a:off x="5488876" y="3684494"/>
              <a:ext cx="14605" cy="11468"/>
            </a:xfrm>
            <a:custGeom>
              <a:avLst/>
              <a:gdLst/>
              <a:ahLst/>
              <a:cxnLst/>
              <a:rect l="l" t="t" r="r" b="b"/>
              <a:pathLst>
                <a:path w="768" h="603" extrusionOk="0">
                  <a:moveTo>
                    <a:pt x="429" y="1"/>
                  </a:moveTo>
                  <a:cubicBezTo>
                    <a:pt x="376" y="1"/>
                    <a:pt x="321" y="22"/>
                    <a:pt x="270" y="73"/>
                  </a:cubicBezTo>
                  <a:lnTo>
                    <a:pt x="178" y="165"/>
                  </a:lnTo>
                  <a:cubicBezTo>
                    <a:pt x="0" y="342"/>
                    <a:pt x="182" y="603"/>
                    <a:pt x="379" y="603"/>
                  </a:cubicBezTo>
                  <a:cubicBezTo>
                    <a:pt x="435" y="603"/>
                    <a:pt x="493" y="582"/>
                    <a:pt x="544" y="531"/>
                  </a:cubicBezTo>
                  <a:lnTo>
                    <a:pt x="590" y="439"/>
                  </a:lnTo>
                  <a:cubicBezTo>
                    <a:pt x="767" y="261"/>
                    <a:pt x="614" y="1"/>
                    <a:pt x="42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74"/>
            <p:cNvSpPr/>
            <p:nvPr/>
          </p:nvSpPr>
          <p:spPr>
            <a:xfrm>
              <a:off x="5561200" y="3780931"/>
              <a:ext cx="91056" cy="90219"/>
            </a:xfrm>
            <a:custGeom>
              <a:avLst/>
              <a:gdLst/>
              <a:ahLst/>
              <a:cxnLst/>
              <a:rect l="l" t="t" r="r" b="b"/>
              <a:pathLst>
                <a:path w="4788" h="4744" extrusionOk="0">
                  <a:moveTo>
                    <a:pt x="319" y="1"/>
                  </a:moveTo>
                  <a:cubicBezTo>
                    <a:pt x="152" y="1"/>
                    <a:pt x="1" y="166"/>
                    <a:pt x="125" y="353"/>
                  </a:cubicBezTo>
                  <a:cubicBezTo>
                    <a:pt x="1223" y="2045"/>
                    <a:pt x="2641" y="3554"/>
                    <a:pt x="4333" y="4698"/>
                  </a:cubicBezTo>
                  <a:cubicBezTo>
                    <a:pt x="4381" y="4730"/>
                    <a:pt x="4427" y="4744"/>
                    <a:pt x="4470" y="4744"/>
                  </a:cubicBezTo>
                  <a:cubicBezTo>
                    <a:pt x="4672" y="4744"/>
                    <a:pt x="4788" y="4437"/>
                    <a:pt x="4561" y="4286"/>
                  </a:cubicBezTo>
                  <a:cubicBezTo>
                    <a:pt x="2961" y="3189"/>
                    <a:pt x="1589" y="1771"/>
                    <a:pt x="537" y="124"/>
                  </a:cubicBezTo>
                  <a:cubicBezTo>
                    <a:pt x="478" y="37"/>
                    <a:pt x="397" y="1"/>
                    <a:pt x="31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74"/>
            <p:cNvSpPr/>
            <p:nvPr/>
          </p:nvSpPr>
          <p:spPr>
            <a:xfrm>
              <a:off x="5546347" y="3754820"/>
              <a:ext cx="14453" cy="10840"/>
            </a:xfrm>
            <a:custGeom>
              <a:avLst/>
              <a:gdLst/>
              <a:ahLst/>
              <a:cxnLst/>
              <a:rect l="l" t="t" r="r" b="b"/>
              <a:pathLst>
                <a:path w="760" h="570" extrusionOk="0">
                  <a:moveTo>
                    <a:pt x="400" y="1"/>
                  </a:moveTo>
                  <a:cubicBezTo>
                    <a:pt x="339" y="1"/>
                    <a:pt x="276" y="24"/>
                    <a:pt x="220" y="80"/>
                  </a:cubicBezTo>
                  <a:lnTo>
                    <a:pt x="174" y="125"/>
                  </a:lnTo>
                  <a:cubicBezTo>
                    <a:pt x="1" y="334"/>
                    <a:pt x="144" y="569"/>
                    <a:pt x="323" y="569"/>
                  </a:cubicBezTo>
                  <a:cubicBezTo>
                    <a:pt x="380" y="569"/>
                    <a:pt x="440" y="546"/>
                    <a:pt x="495" y="491"/>
                  </a:cubicBezTo>
                  <a:lnTo>
                    <a:pt x="586" y="400"/>
                  </a:lnTo>
                  <a:cubicBezTo>
                    <a:pt x="759" y="227"/>
                    <a:pt x="591" y="1"/>
                    <a:pt x="40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74"/>
            <p:cNvSpPr/>
            <p:nvPr/>
          </p:nvSpPr>
          <p:spPr>
            <a:xfrm>
              <a:off x="5555742" y="3841350"/>
              <a:ext cx="28831" cy="93718"/>
            </a:xfrm>
            <a:custGeom>
              <a:avLst/>
              <a:gdLst/>
              <a:ahLst/>
              <a:cxnLst/>
              <a:rect l="l" t="t" r="r" b="b"/>
              <a:pathLst>
                <a:path w="1516" h="4928" extrusionOk="0">
                  <a:moveTo>
                    <a:pt x="361" y="0"/>
                  </a:moveTo>
                  <a:cubicBezTo>
                    <a:pt x="241" y="0"/>
                    <a:pt x="115" y="80"/>
                    <a:pt x="92" y="240"/>
                  </a:cubicBezTo>
                  <a:cubicBezTo>
                    <a:pt x="1" y="1795"/>
                    <a:pt x="275" y="3350"/>
                    <a:pt x="961" y="4814"/>
                  </a:cubicBezTo>
                  <a:cubicBezTo>
                    <a:pt x="1001" y="4894"/>
                    <a:pt x="1069" y="4927"/>
                    <a:pt x="1141" y="4927"/>
                  </a:cubicBezTo>
                  <a:cubicBezTo>
                    <a:pt x="1315" y="4927"/>
                    <a:pt x="1515" y="4733"/>
                    <a:pt x="1418" y="4539"/>
                  </a:cubicBezTo>
                  <a:cubicBezTo>
                    <a:pt x="732" y="3213"/>
                    <a:pt x="458" y="1704"/>
                    <a:pt x="595" y="240"/>
                  </a:cubicBezTo>
                  <a:cubicBezTo>
                    <a:pt x="595" y="80"/>
                    <a:pt x="481" y="0"/>
                    <a:pt x="361"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74"/>
            <p:cNvSpPr/>
            <p:nvPr/>
          </p:nvSpPr>
          <p:spPr>
            <a:xfrm>
              <a:off x="5534005" y="3848082"/>
              <a:ext cx="17458" cy="44520"/>
            </a:xfrm>
            <a:custGeom>
              <a:avLst/>
              <a:gdLst/>
              <a:ahLst/>
              <a:cxnLst/>
              <a:rect l="l" t="t" r="r" b="b"/>
              <a:pathLst>
                <a:path w="918" h="2341" extrusionOk="0">
                  <a:moveTo>
                    <a:pt x="298" y="1"/>
                  </a:moveTo>
                  <a:cubicBezTo>
                    <a:pt x="183" y="1"/>
                    <a:pt x="69" y="69"/>
                    <a:pt x="46" y="206"/>
                  </a:cubicBezTo>
                  <a:cubicBezTo>
                    <a:pt x="0" y="892"/>
                    <a:pt x="137" y="1578"/>
                    <a:pt x="412" y="2219"/>
                  </a:cubicBezTo>
                  <a:cubicBezTo>
                    <a:pt x="455" y="2304"/>
                    <a:pt x="525" y="2341"/>
                    <a:pt x="596" y="2341"/>
                  </a:cubicBezTo>
                  <a:cubicBezTo>
                    <a:pt x="753" y="2341"/>
                    <a:pt x="918" y="2164"/>
                    <a:pt x="823" y="1944"/>
                  </a:cubicBezTo>
                  <a:cubicBezTo>
                    <a:pt x="595" y="1395"/>
                    <a:pt x="503" y="801"/>
                    <a:pt x="549" y="206"/>
                  </a:cubicBezTo>
                  <a:cubicBezTo>
                    <a:pt x="526" y="69"/>
                    <a:pt x="412" y="1"/>
                    <a:pt x="29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74"/>
            <p:cNvSpPr/>
            <p:nvPr/>
          </p:nvSpPr>
          <p:spPr>
            <a:xfrm>
              <a:off x="5519951" y="3945395"/>
              <a:ext cx="49750" cy="28032"/>
            </a:xfrm>
            <a:custGeom>
              <a:avLst/>
              <a:gdLst/>
              <a:ahLst/>
              <a:cxnLst/>
              <a:rect l="l" t="t" r="r" b="b"/>
              <a:pathLst>
                <a:path w="2616" h="1474" extrusionOk="0">
                  <a:moveTo>
                    <a:pt x="2225" y="1"/>
                  </a:moveTo>
                  <a:cubicBezTo>
                    <a:pt x="2188" y="1"/>
                    <a:pt x="2150" y="9"/>
                    <a:pt x="2111" y="29"/>
                  </a:cubicBezTo>
                  <a:cubicBezTo>
                    <a:pt x="1471" y="303"/>
                    <a:pt x="831" y="669"/>
                    <a:pt x="236" y="1035"/>
                  </a:cubicBezTo>
                  <a:cubicBezTo>
                    <a:pt x="0" y="1153"/>
                    <a:pt x="170" y="1474"/>
                    <a:pt x="368" y="1474"/>
                  </a:cubicBezTo>
                  <a:cubicBezTo>
                    <a:pt x="400" y="1474"/>
                    <a:pt x="433" y="1465"/>
                    <a:pt x="465" y="1446"/>
                  </a:cubicBezTo>
                  <a:cubicBezTo>
                    <a:pt x="1059" y="1080"/>
                    <a:pt x="1700" y="760"/>
                    <a:pt x="2340" y="440"/>
                  </a:cubicBezTo>
                  <a:cubicBezTo>
                    <a:pt x="2615" y="322"/>
                    <a:pt x="2451" y="1"/>
                    <a:pt x="2225"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74"/>
            <p:cNvSpPr/>
            <p:nvPr/>
          </p:nvSpPr>
          <p:spPr>
            <a:xfrm>
              <a:off x="5519190" y="3928583"/>
              <a:ext cx="27024" cy="15271"/>
            </a:xfrm>
            <a:custGeom>
              <a:avLst/>
              <a:gdLst/>
              <a:ahLst/>
              <a:cxnLst/>
              <a:rect l="l" t="t" r="r" b="b"/>
              <a:pathLst>
                <a:path w="1421" h="803" extrusionOk="0">
                  <a:moveTo>
                    <a:pt x="1091" y="1"/>
                  </a:moveTo>
                  <a:cubicBezTo>
                    <a:pt x="1050" y="1"/>
                    <a:pt x="1007" y="14"/>
                    <a:pt x="962" y="44"/>
                  </a:cubicBezTo>
                  <a:lnTo>
                    <a:pt x="276" y="364"/>
                  </a:lnTo>
                  <a:cubicBezTo>
                    <a:pt x="1" y="482"/>
                    <a:pt x="165" y="803"/>
                    <a:pt x="392" y="803"/>
                  </a:cubicBezTo>
                  <a:cubicBezTo>
                    <a:pt x="428" y="803"/>
                    <a:pt x="467" y="794"/>
                    <a:pt x="505" y="775"/>
                  </a:cubicBezTo>
                  <a:lnTo>
                    <a:pt x="1191" y="455"/>
                  </a:lnTo>
                  <a:cubicBezTo>
                    <a:pt x="1421" y="340"/>
                    <a:pt x="1298" y="1"/>
                    <a:pt x="1091"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74"/>
            <p:cNvSpPr/>
            <p:nvPr/>
          </p:nvSpPr>
          <p:spPr>
            <a:xfrm>
              <a:off x="5305358" y="3538382"/>
              <a:ext cx="14529" cy="10726"/>
            </a:xfrm>
            <a:custGeom>
              <a:avLst/>
              <a:gdLst/>
              <a:ahLst/>
              <a:cxnLst/>
              <a:rect l="l" t="t" r="r" b="b"/>
              <a:pathLst>
                <a:path w="764" h="564" extrusionOk="0">
                  <a:moveTo>
                    <a:pt x="339" y="1"/>
                  </a:moveTo>
                  <a:cubicBezTo>
                    <a:pt x="154" y="1"/>
                    <a:pt x="1" y="261"/>
                    <a:pt x="178" y="439"/>
                  </a:cubicBezTo>
                  <a:lnTo>
                    <a:pt x="270" y="485"/>
                  </a:lnTo>
                  <a:cubicBezTo>
                    <a:pt x="325" y="540"/>
                    <a:pt x="386" y="563"/>
                    <a:pt x="443" y="563"/>
                  </a:cubicBezTo>
                  <a:cubicBezTo>
                    <a:pt x="622" y="563"/>
                    <a:pt x="763" y="338"/>
                    <a:pt x="590" y="165"/>
                  </a:cubicBezTo>
                  <a:lnTo>
                    <a:pt x="499" y="73"/>
                  </a:lnTo>
                  <a:cubicBezTo>
                    <a:pt x="448" y="22"/>
                    <a:pt x="392" y="1"/>
                    <a:pt x="33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74"/>
            <p:cNvSpPr/>
            <p:nvPr/>
          </p:nvSpPr>
          <p:spPr>
            <a:xfrm>
              <a:off x="5409669" y="3547587"/>
              <a:ext cx="62910" cy="30694"/>
            </a:xfrm>
            <a:custGeom>
              <a:avLst/>
              <a:gdLst/>
              <a:ahLst/>
              <a:cxnLst/>
              <a:rect l="l" t="t" r="r" b="b"/>
              <a:pathLst>
                <a:path w="3308" h="1614" extrusionOk="0">
                  <a:moveTo>
                    <a:pt x="318" y="1"/>
                  </a:moveTo>
                  <a:cubicBezTo>
                    <a:pt x="117" y="1"/>
                    <a:pt x="1" y="307"/>
                    <a:pt x="227" y="458"/>
                  </a:cubicBezTo>
                  <a:cubicBezTo>
                    <a:pt x="1005" y="1007"/>
                    <a:pt x="1919" y="1418"/>
                    <a:pt x="2925" y="1601"/>
                  </a:cubicBezTo>
                  <a:cubicBezTo>
                    <a:pt x="2950" y="1610"/>
                    <a:pt x="2974" y="1613"/>
                    <a:pt x="2996" y="1613"/>
                  </a:cubicBezTo>
                  <a:cubicBezTo>
                    <a:pt x="3221" y="1613"/>
                    <a:pt x="3308" y="1231"/>
                    <a:pt x="3017" y="1190"/>
                  </a:cubicBezTo>
                  <a:cubicBezTo>
                    <a:pt x="2102" y="961"/>
                    <a:pt x="1233" y="595"/>
                    <a:pt x="456" y="46"/>
                  </a:cubicBezTo>
                  <a:cubicBezTo>
                    <a:pt x="408" y="14"/>
                    <a:pt x="361" y="1"/>
                    <a:pt x="31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74"/>
            <p:cNvSpPr/>
            <p:nvPr/>
          </p:nvSpPr>
          <p:spPr>
            <a:xfrm>
              <a:off x="4754725" y="3271662"/>
              <a:ext cx="8710" cy="12628"/>
            </a:xfrm>
            <a:custGeom>
              <a:avLst/>
              <a:gdLst/>
              <a:ahLst/>
              <a:cxnLst/>
              <a:rect l="l" t="t" r="r" b="b"/>
              <a:pathLst>
                <a:path w="458" h="664" extrusionOk="0">
                  <a:moveTo>
                    <a:pt x="229" y="1"/>
                  </a:moveTo>
                  <a:cubicBezTo>
                    <a:pt x="115" y="1"/>
                    <a:pt x="0" y="81"/>
                    <a:pt x="0" y="241"/>
                  </a:cubicBezTo>
                  <a:lnTo>
                    <a:pt x="0" y="424"/>
                  </a:lnTo>
                  <a:cubicBezTo>
                    <a:pt x="0" y="584"/>
                    <a:pt x="115" y="664"/>
                    <a:pt x="229" y="664"/>
                  </a:cubicBezTo>
                  <a:cubicBezTo>
                    <a:pt x="343" y="664"/>
                    <a:pt x="458" y="584"/>
                    <a:pt x="458" y="424"/>
                  </a:cubicBezTo>
                  <a:lnTo>
                    <a:pt x="458" y="241"/>
                  </a:lnTo>
                  <a:cubicBezTo>
                    <a:pt x="458" y="81"/>
                    <a:pt x="343" y="1"/>
                    <a:pt x="22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74"/>
            <p:cNvSpPr/>
            <p:nvPr/>
          </p:nvSpPr>
          <p:spPr>
            <a:xfrm>
              <a:off x="4961901" y="3353019"/>
              <a:ext cx="15309" cy="10840"/>
            </a:xfrm>
            <a:custGeom>
              <a:avLst/>
              <a:gdLst/>
              <a:ahLst/>
              <a:cxnLst/>
              <a:rect l="l" t="t" r="r" b="b"/>
              <a:pathLst>
                <a:path w="805" h="570" extrusionOk="0">
                  <a:moveTo>
                    <a:pt x="445" y="0"/>
                  </a:moveTo>
                  <a:cubicBezTo>
                    <a:pt x="384" y="0"/>
                    <a:pt x="321" y="23"/>
                    <a:pt x="265" y="79"/>
                  </a:cubicBezTo>
                  <a:lnTo>
                    <a:pt x="174" y="170"/>
                  </a:lnTo>
                  <a:cubicBezTo>
                    <a:pt x="1" y="343"/>
                    <a:pt x="168" y="569"/>
                    <a:pt x="359" y="569"/>
                  </a:cubicBezTo>
                  <a:cubicBezTo>
                    <a:pt x="421" y="569"/>
                    <a:pt x="484" y="546"/>
                    <a:pt x="540" y="490"/>
                  </a:cubicBezTo>
                  <a:lnTo>
                    <a:pt x="631" y="399"/>
                  </a:lnTo>
                  <a:cubicBezTo>
                    <a:pt x="804" y="226"/>
                    <a:pt x="636" y="0"/>
                    <a:pt x="44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74"/>
            <p:cNvSpPr/>
            <p:nvPr/>
          </p:nvSpPr>
          <p:spPr>
            <a:xfrm>
              <a:off x="4806909" y="3742345"/>
              <a:ext cx="422702" cy="411748"/>
            </a:xfrm>
            <a:custGeom>
              <a:avLst/>
              <a:gdLst/>
              <a:ahLst/>
              <a:cxnLst/>
              <a:rect l="l" t="t" r="r" b="b"/>
              <a:pathLst>
                <a:path w="22227" h="21651" extrusionOk="0">
                  <a:moveTo>
                    <a:pt x="20397" y="6772"/>
                  </a:moveTo>
                  <a:cubicBezTo>
                    <a:pt x="20489" y="6955"/>
                    <a:pt x="20580" y="7184"/>
                    <a:pt x="20626" y="7367"/>
                  </a:cubicBezTo>
                  <a:lnTo>
                    <a:pt x="20123" y="7321"/>
                  </a:lnTo>
                  <a:cubicBezTo>
                    <a:pt x="20214" y="7138"/>
                    <a:pt x="20306" y="6955"/>
                    <a:pt x="20397" y="6772"/>
                  </a:cubicBezTo>
                  <a:close/>
                  <a:moveTo>
                    <a:pt x="21175" y="9837"/>
                  </a:moveTo>
                  <a:cubicBezTo>
                    <a:pt x="21175" y="10065"/>
                    <a:pt x="21221" y="10294"/>
                    <a:pt x="21221" y="10523"/>
                  </a:cubicBezTo>
                  <a:cubicBezTo>
                    <a:pt x="21083" y="10340"/>
                    <a:pt x="20946" y="10111"/>
                    <a:pt x="20809" y="9882"/>
                  </a:cubicBezTo>
                  <a:lnTo>
                    <a:pt x="21038" y="9882"/>
                  </a:lnTo>
                  <a:cubicBezTo>
                    <a:pt x="21083" y="9882"/>
                    <a:pt x="21129" y="9882"/>
                    <a:pt x="21175" y="9837"/>
                  </a:cubicBezTo>
                  <a:close/>
                  <a:moveTo>
                    <a:pt x="10796" y="532"/>
                  </a:moveTo>
                  <a:cubicBezTo>
                    <a:pt x="13199" y="532"/>
                    <a:pt x="15569" y="1345"/>
                    <a:pt x="17470" y="2885"/>
                  </a:cubicBezTo>
                  <a:lnTo>
                    <a:pt x="17059" y="2977"/>
                  </a:lnTo>
                  <a:cubicBezTo>
                    <a:pt x="16765" y="3019"/>
                    <a:pt x="16856" y="3445"/>
                    <a:pt x="17120" y="3445"/>
                  </a:cubicBezTo>
                  <a:cubicBezTo>
                    <a:pt x="17144" y="3445"/>
                    <a:pt x="17169" y="3442"/>
                    <a:pt x="17196" y="3434"/>
                  </a:cubicBezTo>
                  <a:lnTo>
                    <a:pt x="17653" y="3342"/>
                  </a:lnTo>
                  <a:cubicBezTo>
                    <a:pt x="17745" y="3297"/>
                    <a:pt x="17791" y="3251"/>
                    <a:pt x="17791" y="3160"/>
                  </a:cubicBezTo>
                  <a:lnTo>
                    <a:pt x="18202" y="3525"/>
                  </a:lnTo>
                  <a:lnTo>
                    <a:pt x="17516" y="3846"/>
                  </a:lnTo>
                  <a:cubicBezTo>
                    <a:pt x="17286" y="3960"/>
                    <a:pt x="17409" y="4300"/>
                    <a:pt x="17616" y="4300"/>
                  </a:cubicBezTo>
                  <a:cubicBezTo>
                    <a:pt x="17657" y="4300"/>
                    <a:pt x="17700" y="4287"/>
                    <a:pt x="17745" y="4257"/>
                  </a:cubicBezTo>
                  <a:lnTo>
                    <a:pt x="18568" y="3891"/>
                  </a:lnTo>
                  <a:cubicBezTo>
                    <a:pt x="18659" y="4028"/>
                    <a:pt x="18751" y="4120"/>
                    <a:pt x="18842" y="4211"/>
                  </a:cubicBezTo>
                  <a:cubicBezTo>
                    <a:pt x="18568" y="4577"/>
                    <a:pt x="18294" y="4989"/>
                    <a:pt x="18111" y="5400"/>
                  </a:cubicBezTo>
                  <a:cubicBezTo>
                    <a:pt x="18016" y="5620"/>
                    <a:pt x="18181" y="5797"/>
                    <a:pt x="18338" y="5797"/>
                  </a:cubicBezTo>
                  <a:cubicBezTo>
                    <a:pt x="18410" y="5797"/>
                    <a:pt x="18479" y="5761"/>
                    <a:pt x="18522" y="5675"/>
                  </a:cubicBezTo>
                  <a:cubicBezTo>
                    <a:pt x="18705" y="5309"/>
                    <a:pt x="18934" y="4943"/>
                    <a:pt x="19163" y="4623"/>
                  </a:cubicBezTo>
                  <a:cubicBezTo>
                    <a:pt x="19300" y="4806"/>
                    <a:pt x="19437" y="4989"/>
                    <a:pt x="19574" y="5172"/>
                  </a:cubicBezTo>
                  <a:cubicBezTo>
                    <a:pt x="19163" y="5675"/>
                    <a:pt x="18888" y="6178"/>
                    <a:pt x="18705" y="6772"/>
                  </a:cubicBezTo>
                  <a:cubicBezTo>
                    <a:pt x="18651" y="6935"/>
                    <a:pt x="18789" y="7049"/>
                    <a:pt x="18930" y="7049"/>
                  </a:cubicBezTo>
                  <a:cubicBezTo>
                    <a:pt x="19027" y="7049"/>
                    <a:pt x="19125" y="6995"/>
                    <a:pt x="19163" y="6864"/>
                  </a:cubicBezTo>
                  <a:cubicBezTo>
                    <a:pt x="19300" y="6452"/>
                    <a:pt x="19528" y="5995"/>
                    <a:pt x="19803" y="5629"/>
                  </a:cubicBezTo>
                  <a:cubicBezTo>
                    <a:pt x="19940" y="5812"/>
                    <a:pt x="20031" y="5995"/>
                    <a:pt x="20123" y="6224"/>
                  </a:cubicBezTo>
                  <a:cubicBezTo>
                    <a:pt x="20077" y="6224"/>
                    <a:pt x="20077" y="6269"/>
                    <a:pt x="20031" y="6315"/>
                  </a:cubicBezTo>
                  <a:cubicBezTo>
                    <a:pt x="19940" y="6635"/>
                    <a:pt x="19757" y="6910"/>
                    <a:pt x="19574" y="7184"/>
                  </a:cubicBezTo>
                  <a:lnTo>
                    <a:pt x="19208" y="7138"/>
                  </a:lnTo>
                  <a:cubicBezTo>
                    <a:pt x="19195" y="7136"/>
                    <a:pt x="19183" y="7135"/>
                    <a:pt x="19170" y="7135"/>
                  </a:cubicBezTo>
                  <a:cubicBezTo>
                    <a:pt x="18922" y="7135"/>
                    <a:pt x="18812" y="7554"/>
                    <a:pt x="19117" y="7641"/>
                  </a:cubicBezTo>
                  <a:lnTo>
                    <a:pt x="20717" y="7870"/>
                  </a:lnTo>
                  <a:lnTo>
                    <a:pt x="20855" y="7870"/>
                  </a:lnTo>
                  <a:cubicBezTo>
                    <a:pt x="20855" y="8007"/>
                    <a:pt x="20900" y="8144"/>
                    <a:pt x="20946" y="8236"/>
                  </a:cubicBezTo>
                  <a:cubicBezTo>
                    <a:pt x="20352" y="8236"/>
                    <a:pt x="19803" y="8099"/>
                    <a:pt x="19208" y="8099"/>
                  </a:cubicBezTo>
                  <a:cubicBezTo>
                    <a:pt x="18934" y="8099"/>
                    <a:pt x="18934" y="8556"/>
                    <a:pt x="19208" y="8556"/>
                  </a:cubicBezTo>
                  <a:cubicBezTo>
                    <a:pt x="19849" y="8556"/>
                    <a:pt x="20443" y="8739"/>
                    <a:pt x="21038" y="8739"/>
                  </a:cubicBezTo>
                  <a:cubicBezTo>
                    <a:pt x="21083" y="8968"/>
                    <a:pt x="21129" y="9196"/>
                    <a:pt x="21175" y="9425"/>
                  </a:cubicBezTo>
                  <a:cubicBezTo>
                    <a:pt x="21144" y="9425"/>
                    <a:pt x="21114" y="9405"/>
                    <a:pt x="21083" y="9405"/>
                  </a:cubicBezTo>
                  <a:cubicBezTo>
                    <a:pt x="21068" y="9405"/>
                    <a:pt x="21053" y="9410"/>
                    <a:pt x="21038" y="9425"/>
                  </a:cubicBezTo>
                  <a:cubicBezTo>
                    <a:pt x="20535" y="9379"/>
                    <a:pt x="20031" y="9334"/>
                    <a:pt x="19574" y="9151"/>
                  </a:cubicBezTo>
                  <a:cubicBezTo>
                    <a:pt x="19545" y="9142"/>
                    <a:pt x="19518" y="9139"/>
                    <a:pt x="19493" y="9139"/>
                  </a:cubicBezTo>
                  <a:cubicBezTo>
                    <a:pt x="19240" y="9139"/>
                    <a:pt x="19187" y="9525"/>
                    <a:pt x="19437" y="9608"/>
                  </a:cubicBezTo>
                  <a:cubicBezTo>
                    <a:pt x="19711" y="9699"/>
                    <a:pt x="19986" y="9791"/>
                    <a:pt x="20260" y="9837"/>
                  </a:cubicBezTo>
                  <a:cubicBezTo>
                    <a:pt x="20535" y="10340"/>
                    <a:pt x="20855" y="10843"/>
                    <a:pt x="21266" y="11254"/>
                  </a:cubicBezTo>
                  <a:cubicBezTo>
                    <a:pt x="21266" y="11574"/>
                    <a:pt x="21266" y="11895"/>
                    <a:pt x="21221" y="12215"/>
                  </a:cubicBezTo>
                  <a:lnTo>
                    <a:pt x="21175" y="12215"/>
                  </a:lnTo>
                  <a:cubicBezTo>
                    <a:pt x="21129" y="12215"/>
                    <a:pt x="21083" y="12215"/>
                    <a:pt x="21038" y="12260"/>
                  </a:cubicBezTo>
                  <a:cubicBezTo>
                    <a:pt x="21038" y="12215"/>
                    <a:pt x="21083" y="12215"/>
                    <a:pt x="21175" y="12215"/>
                  </a:cubicBezTo>
                  <a:lnTo>
                    <a:pt x="21129" y="12169"/>
                  </a:lnTo>
                  <a:cubicBezTo>
                    <a:pt x="21083" y="12123"/>
                    <a:pt x="21038" y="12078"/>
                    <a:pt x="20992" y="12032"/>
                  </a:cubicBezTo>
                  <a:cubicBezTo>
                    <a:pt x="20900" y="11895"/>
                    <a:pt x="20763" y="11757"/>
                    <a:pt x="20672" y="11574"/>
                  </a:cubicBezTo>
                  <a:cubicBezTo>
                    <a:pt x="20489" y="11346"/>
                    <a:pt x="20306" y="11071"/>
                    <a:pt x="20123" y="10843"/>
                  </a:cubicBezTo>
                  <a:cubicBezTo>
                    <a:pt x="20083" y="10776"/>
                    <a:pt x="20015" y="10748"/>
                    <a:pt x="19944" y="10748"/>
                  </a:cubicBezTo>
                  <a:cubicBezTo>
                    <a:pt x="19773" y="10748"/>
                    <a:pt x="19582" y="10910"/>
                    <a:pt x="19711" y="11071"/>
                  </a:cubicBezTo>
                  <a:cubicBezTo>
                    <a:pt x="19986" y="11483"/>
                    <a:pt x="20260" y="11849"/>
                    <a:pt x="20535" y="12215"/>
                  </a:cubicBezTo>
                  <a:cubicBezTo>
                    <a:pt x="20626" y="12352"/>
                    <a:pt x="20763" y="12489"/>
                    <a:pt x="20900" y="12626"/>
                  </a:cubicBezTo>
                  <a:cubicBezTo>
                    <a:pt x="20763" y="12603"/>
                    <a:pt x="20615" y="12592"/>
                    <a:pt x="20460" y="12592"/>
                  </a:cubicBezTo>
                  <a:cubicBezTo>
                    <a:pt x="20306" y="12592"/>
                    <a:pt x="20146" y="12603"/>
                    <a:pt x="19986" y="12626"/>
                  </a:cubicBezTo>
                  <a:cubicBezTo>
                    <a:pt x="19666" y="12626"/>
                    <a:pt x="19666" y="13129"/>
                    <a:pt x="19986" y="13129"/>
                  </a:cubicBezTo>
                  <a:cubicBezTo>
                    <a:pt x="20169" y="13107"/>
                    <a:pt x="20352" y="13095"/>
                    <a:pt x="20529" y="13095"/>
                  </a:cubicBezTo>
                  <a:cubicBezTo>
                    <a:pt x="20706" y="13095"/>
                    <a:pt x="20878" y="13107"/>
                    <a:pt x="21038" y="13129"/>
                  </a:cubicBezTo>
                  <a:cubicBezTo>
                    <a:pt x="21038" y="13175"/>
                    <a:pt x="21038" y="13267"/>
                    <a:pt x="20992" y="13358"/>
                  </a:cubicBezTo>
                  <a:lnTo>
                    <a:pt x="20900" y="13358"/>
                  </a:lnTo>
                  <a:cubicBezTo>
                    <a:pt x="20832" y="13381"/>
                    <a:pt x="20752" y="13392"/>
                    <a:pt x="20672" y="13392"/>
                  </a:cubicBezTo>
                  <a:cubicBezTo>
                    <a:pt x="20592" y="13392"/>
                    <a:pt x="20512" y="13381"/>
                    <a:pt x="20443" y="13358"/>
                  </a:cubicBezTo>
                  <a:cubicBezTo>
                    <a:pt x="20414" y="13350"/>
                    <a:pt x="20387" y="13346"/>
                    <a:pt x="20362" y="13346"/>
                  </a:cubicBezTo>
                  <a:cubicBezTo>
                    <a:pt x="20110" y="13346"/>
                    <a:pt x="20060" y="13732"/>
                    <a:pt x="20352" y="13815"/>
                  </a:cubicBezTo>
                  <a:cubicBezTo>
                    <a:pt x="20443" y="13838"/>
                    <a:pt x="20535" y="13850"/>
                    <a:pt x="20626" y="13850"/>
                  </a:cubicBezTo>
                  <a:cubicBezTo>
                    <a:pt x="20717" y="13850"/>
                    <a:pt x="20809" y="13838"/>
                    <a:pt x="20900" y="13815"/>
                  </a:cubicBezTo>
                  <a:lnTo>
                    <a:pt x="20900" y="13815"/>
                  </a:lnTo>
                  <a:cubicBezTo>
                    <a:pt x="20672" y="14684"/>
                    <a:pt x="20352" y="15508"/>
                    <a:pt x="19894" y="16285"/>
                  </a:cubicBezTo>
                  <a:cubicBezTo>
                    <a:pt x="18106" y="19468"/>
                    <a:pt x="14724" y="21168"/>
                    <a:pt x="11235" y="21168"/>
                  </a:cubicBezTo>
                  <a:cubicBezTo>
                    <a:pt x="10262" y="21168"/>
                    <a:pt x="9281" y="21036"/>
                    <a:pt x="8324" y="20767"/>
                  </a:cubicBezTo>
                  <a:cubicBezTo>
                    <a:pt x="3705" y="19486"/>
                    <a:pt x="686" y="15004"/>
                    <a:pt x="778" y="10248"/>
                  </a:cubicBezTo>
                  <a:lnTo>
                    <a:pt x="778" y="10202"/>
                  </a:lnTo>
                  <a:cubicBezTo>
                    <a:pt x="1006" y="5904"/>
                    <a:pt x="3842" y="2199"/>
                    <a:pt x="7958" y="919"/>
                  </a:cubicBezTo>
                  <a:cubicBezTo>
                    <a:pt x="8891" y="659"/>
                    <a:pt x="9846" y="532"/>
                    <a:pt x="10796" y="532"/>
                  </a:cubicBezTo>
                  <a:close/>
                  <a:moveTo>
                    <a:pt x="10985" y="0"/>
                  </a:moveTo>
                  <a:cubicBezTo>
                    <a:pt x="10514" y="0"/>
                    <a:pt x="10038" y="32"/>
                    <a:pt x="9559" y="95"/>
                  </a:cubicBezTo>
                  <a:cubicBezTo>
                    <a:pt x="4665" y="644"/>
                    <a:pt x="778" y="4897"/>
                    <a:pt x="366" y="9745"/>
                  </a:cubicBezTo>
                  <a:cubicBezTo>
                    <a:pt x="366" y="9791"/>
                    <a:pt x="320" y="9837"/>
                    <a:pt x="320" y="9882"/>
                  </a:cubicBezTo>
                  <a:cubicBezTo>
                    <a:pt x="0" y="14593"/>
                    <a:pt x="2699" y="18983"/>
                    <a:pt x="6997" y="20858"/>
                  </a:cubicBezTo>
                  <a:cubicBezTo>
                    <a:pt x="8331" y="21386"/>
                    <a:pt x="9773" y="21651"/>
                    <a:pt x="11212" y="21651"/>
                  </a:cubicBezTo>
                  <a:cubicBezTo>
                    <a:pt x="14262" y="21651"/>
                    <a:pt x="17296" y="20461"/>
                    <a:pt x="19254" y="18069"/>
                  </a:cubicBezTo>
                  <a:cubicBezTo>
                    <a:pt x="21403" y="15416"/>
                    <a:pt x="22227" y="11940"/>
                    <a:pt x="21495" y="8602"/>
                  </a:cubicBezTo>
                  <a:cubicBezTo>
                    <a:pt x="21541" y="8510"/>
                    <a:pt x="21495" y="8373"/>
                    <a:pt x="21403" y="8327"/>
                  </a:cubicBezTo>
                  <a:cubicBezTo>
                    <a:pt x="20276" y="3402"/>
                    <a:pt x="15911" y="0"/>
                    <a:pt x="10985"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74"/>
            <p:cNvSpPr/>
            <p:nvPr/>
          </p:nvSpPr>
          <p:spPr>
            <a:xfrm>
              <a:off x="5255532" y="3879670"/>
              <a:ext cx="13902" cy="10365"/>
            </a:xfrm>
            <a:custGeom>
              <a:avLst/>
              <a:gdLst/>
              <a:ahLst/>
              <a:cxnLst/>
              <a:rect l="l" t="t" r="r" b="b"/>
              <a:pathLst>
                <a:path w="731" h="545" extrusionOk="0">
                  <a:moveTo>
                    <a:pt x="363" y="0"/>
                  </a:moveTo>
                  <a:cubicBezTo>
                    <a:pt x="172" y="0"/>
                    <a:pt x="1" y="239"/>
                    <a:pt x="146" y="420"/>
                  </a:cubicBezTo>
                  <a:lnTo>
                    <a:pt x="237" y="466"/>
                  </a:lnTo>
                  <a:cubicBezTo>
                    <a:pt x="293" y="522"/>
                    <a:pt x="354" y="545"/>
                    <a:pt x="411" y="545"/>
                  </a:cubicBezTo>
                  <a:cubicBezTo>
                    <a:pt x="589" y="545"/>
                    <a:pt x="731" y="319"/>
                    <a:pt x="557" y="146"/>
                  </a:cubicBezTo>
                  <a:lnTo>
                    <a:pt x="512" y="55"/>
                  </a:lnTo>
                  <a:cubicBezTo>
                    <a:pt x="464" y="17"/>
                    <a:pt x="413" y="0"/>
                    <a:pt x="363"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74"/>
            <p:cNvSpPr/>
            <p:nvPr/>
          </p:nvSpPr>
          <p:spPr>
            <a:xfrm>
              <a:off x="5258403" y="3789737"/>
              <a:ext cx="14605" cy="10593"/>
            </a:xfrm>
            <a:custGeom>
              <a:avLst/>
              <a:gdLst/>
              <a:ahLst/>
              <a:cxnLst/>
              <a:rect l="l" t="t" r="r" b="b"/>
              <a:pathLst>
                <a:path w="768" h="557" extrusionOk="0">
                  <a:moveTo>
                    <a:pt x="378" y="1"/>
                  </a:moveTo>
                  <a:cubicBezTo>
                    <a:pt x="181" y="1"/>
                    <a:pt x="0" y="261"/>
                    <a:pt x="178" y="439"/>
                  </a:cubicBezTo>
                  <a:lnTo>
                    <a:pt x="269" y="485"/>
                  </a:lnTo>
                  <a:cubicBezTo>
                    <a:pt x="310" y="536"/>
                    <a:pt x="360" y="557"/>
                    <a:pt x="410" y="557"/>
                  </a:cubicBezTo>
                  <a:cubicBezTo>
                    <a:pt x="586" y="557"/>
                    <a:pt x="767" y="296"/>
                    <a:pt x="589" y="119"/>
                  </a:cubicBezTo>
                  <a:lnTo>
                    <a:pt x="544" y="73"/>
                  </a:lnTo>
                  <a:cubicBezTo>
                    <a:pt x="493" y="22"/>
                    <a:pt x="435" y="1"/>
                    <a:pt x="37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74"/>
            <p:cNvSpPr/>
            <p:nvPr/>
          </p:nvSpPr>
          <p:spPr>
            <a:xfrm>
              <a:off x="5163297" y="3693470"/>
              <a:ext cx="47544" cy="45186"/>
            </a:xfrm>
            <a:custGeom>
              <a:avLst/>
              <a:gdLst/>
              <a:ahLst/>
              <a:cxnLst/>
              <a:rect l="l" t="t" r="r" b="b"/>
              <a:pathLst>
                <a:path w="2500" h="2376" extrusionOk="0">
                  <a:moveTo>
                    <a:pt x="311" y="0"/>
                  </a:moveTo>
                  <a:cubicBezTo>
                    <a:pt x="153" y="0"/>
                    <a:pt x="0" y="118"/>
                    <a:pt x="57" y="287"/>
                  </a:cubicBezTo>
                  <a:cubicBezTo>
                    <a:pt x="377" y="1065"/>
                    <a:pt x="880" y="1796"/>
                    <a:pt x="1520" y="2300"/>
                  </a:cubicBezTo>
                  <a:cubicBezTo>
                    <a:pt x="1574" y="2353"/>
                    <a:pt x="1627" y="2375"/>
                    <a:pt x="1681" y="2375"/>
                  </a:cubicBezTo>
                  <a:cubicBezTo>
                    <a:pt x="1719" y="2375"/>
                    <a:pt x="1757" y="2364"/>
                    <a:pt x="1795" y="2345"/>
                  </a:cubicBezTo>
                  <a:cubicBezTo>
                    <a:pt x="1932" y="2345"/>
                    <a:pt x="2069" y="2345"/>
                    <a:pt x="2252" y="2300"/>
                  </a:cubicBezTo>
                  <a:cubicBezTo>
                    <a:pt x="2499" y="2176"/>
                    <a:pt x="2338" y="1829"/>
                    <a:pt x="2069" y="1829"/>
                  </a:cubicBezTo>
                  <a:cubicBezTo>
                    <a:pt x="2040" y="1829"/>
                    <a:pt x="2009" y="1833"/>
                    <a:pt x="1977" y="1842"/>
                  </a:cubicBezTo>
                  <a:cubicBezTo>
                    <a:pt x="1932" y="1888"/>
                    <a:pt x="1840" y="1888"/>
                    <a:pt x="1795" y="1888"/>
                  </a:cubicBezTo>
                  <a:cubicBezTo>
                    <a:pt x="1246" y="1431"/>
                    <a:pt x="788" y="836"/>
                    <a:pt x="560" y="150"/>
                  </a:cubicBezTo>
                  <a:cubicBezTo>
                    <a:pt x="507" y="45"/>
                    <a:pt x="408" y="0"/>
                    <a:pt x="311"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74"/>
            <p:cNvSpPr/>
            <p:nvPr/>
          </p:nvSpPr>
          <p:spPr>
            <a:xfrm>
              <a:off x="5128114" y="3698148"/>
              <a:ext cx="11924" cy="9889"/>
            </a:xfrm>
            <a:custGeom>
              <a:avLst/>
              <a:gdLst/>
              <a:ahLst/>
              <a:cxnLst/>
              <a:rect l="l" t="t" r="r" b="b"/>
              <a:pathLst>
                <a:path w="627" h="520" extrusionOk="0">
                  <a:moveTo>
                    <a:pt x="287" y="1"/>
                  </a:moveTo>
                  <a:cubicBezTo>
                    <a:pt x="189" y="1"/>
                    <a:pt x="101" y="58"/>
                    <a:pt x="77" y="178"/>
                  </a:cubicBezTo>
                  <a:cubicBezTo>
                    <a:pt x="0" y="333"/>
                    <a:pt x="118" y="519"/>
                    <a:pt x="294" y="519"/>
                  </a:cubicBezTo>
                  <a:cubicBezTo>
                    <a:pt x="327" y="519"/>
                    <a:pt x="362" y="513"/>
                    <a:pt x="397" y="499"/>
                  </a:cubicBezTo>
                  <a:cubicBezTo>
                    <a:pt x="580" y="453"/>
                    <a:pt x="626" y="270"/>
                    <a:pt x="535" y="133"/>
                  </a:cubicBezTo>
                  <a:cubicBezTo>
                    <a:pt x="470" y="46"/>
                    <a:pt x="375" y="1"/>
                    <a:pt x="287"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74"/>
            <p:cNvSpPr/>
            <p:nvPr/>
          </p:nvSpPr>
          <p:spPr>
            <a:xfrm>
              <a:off x="5283621" y="4020210"/>
              <a:ext cx="13864" cy="10726"/>
            </a:xfrm>
            <a:custGeom>
              <a:avLst/>
              <a:gdLst/>
              <a:ahLst/>
              <a:cxnLst/>
              <a:rect l="l" t="t" r="r" b="b"/>
              <a:pathLst>
                <a:path w="729" h="564" extrusionOk="0">
                  <a:moveTo>
                    <a:pt x="357" y="1"/>
                  </a:moveTo>
                  <a:cubicBezTo>
                    <a:pt x="182" y="1"/>
                    <a:pt x="0" y="261"/>
                    <a:pt x="178" y="439"/>
                  </a:cubicBezTo>
                  <a:lnTo>
                    <a:pt x="224" y="485"/>
                  </a:lnTo>
                  <a:cubicBezTo>
                    <a:pt x="279" y="540"/>
                    <a:pt x="340" y="564"/>
                    <a:pt x="398" y="564"/>
                  </a:cubicBezTo>
                  <a:cubicBezTo>
                    <a:pt x="578" y="564"/>
                    <a:pt x="728" y="338"/>
                    <a:pt x="590" y="165"/>
                  </a:cubicBezTo>
                  <a:lnTo>
                    <a:pt x="498" y="73"/>
                  </a:lnTo>
                  <a:cubicBezTo>
                    <a:pt x="457" y="22"/>
                    <a:pt x="408" y="1"/>
                    <a:pt x="357"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74"/>
            <p:cNvSpPr/>
            <p:nvPr/>
          </p:nvSpPr>
          <p:spPr>
            <a:xfrm>
              <a:off x="5290334" y="4004558"/>
              <a:ext cx="13959" cy="10250"/>
            </a:xfrm>
            <a:custGeom>
              <a:avLst/>
              <a:gdLst/>
              <a:ahLst/>
              <a:cxnLst/>
              <a:rect l="l" t="t" r="r" b="b"/>
              <a:pathLst>
                <a:path w="734" h="539" extrusionOk="0">
                  <a:moveTo>
                    <a:pt x="379" y="0"/>
                  </a:moveTo>
                  <a:cubicBezTo>
                    <a:pt x="328" y="0"/>
                    <a:pt x="278" y="22"/>
                    <a:pt x="237" y="73"/>
                  </a:cubicBezTo>
                  <a:lnTo>
                    <a:pt x="145" y="119"/>
                  </a:lnTo>
                  <a:cubicBezTo>
                    <a:pt x="0" y="300"/>
                    <a:pt x="171" y="539"/>
                    <a:pt x="362" y="539"/>
                  </a:cubicBezTo>
                  <a:cubicBezTo>
                    <a:pt x="412" y="539"/>
                    <a:pt x="464" y="523"/>
                    <a:pt x="511" y="485"/>
                  </a:cubicBezTo>
                  <a:lnTo>
                    <a:pt x="557" y="393"/>
                  </a:lnTo>
                  <a:cubicBezTo>
                    <a:pt x="734" y="252"/>
                    <a:pt x="554"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74"/>
            <p:cNvSpPr/>
            <p:nvPr/>
          </p:nvSpPr>
          <p:spPr>
            <a:xfrm>
              <a:off x="5187886" y="4165808"/>
              <a:ext cx="14586" cy="10384"/>
            </a:xfrm>
            <a:custGeom>
              <a:avLst/>
              <a:gdLst/>
              <a:ahLst/>
              <a:cxnLst/>
              <a:rect l="l" t="t" r="r" b="b"/>
              <a:pathLst>
                <a:path w="767" h="546" extrusionOk="0">
                  <a:moveTo>
                    <a:pt x="394" y="1"/>
                  </a:moveTo>
                  <a:cubicBezTo>
                    <a:pt x="193" y="1"/>
                    <a:pt x="0" y="239"/>
                    <a:pt x="181" y="421"/>
                  </a:cubicBezTo>
                  <a:lnTo>
                    <a:pt x="273" y="466"/>
                  </a:lnTo>
                  <a:cubicBezTo>
                    <a:pt x="317" y="522"/>
                    <a:pt x="372" y="545"/>
                    <a:pt x="427" y="545"/>
                  </a:cubicBezTo>
                  <a:cubicBezTo>
                    <a:pt x="598" y="545"/>
                    <a:pt x="766" y="319"/>
                    <a:pt x="593" y="146"/>
                  </a:cubicBezTo>
                  <a:lnTo>
                    <a:pt x="547" y="55"/>
                  </a:lnTo>
                  <a:cubicBezTo>
                    <a:pt x="500" y="17"/>
                    <a:pt x="447" y="1"/>
                    <a:pt x="394"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74"/>
            <p:cNvSpPr/>
            <p:nvPr/>
          </p:nvSpPr>
          <p:spPr>
            <a:xfrm>
              <a:off x="5182733" y="4189808"/>
              <a:ext cx="14605" cy="10612"/>
            </a:xfrm>
            <a:custGeom>
              <a:avLst/>
              <a:gdLst/>
              <a:ahLst/>
              <a:cxnLst/>
              <a:rect l="l" t="t" r="r" b="b"/>
              <a:pathLst>
                <a:path w="768" h="558" extrusionOk="0">
                  <a:moveTo>
                    <a:pt x="389" y="1"/>
                  </a:moveTo>
                  <a:cubicBezTo>
                    <a:pt x="332" y="1"/>
                    <a:pt x="275" y="22"/>
                    <a:pt x="224" y="73"/>
                  </a:cubicBezTo>
                  <a:lnTo>
                    <a:pt x="178" y="119"/>
                  </a:lnTo>
                  <a:cubicBezTo>
                    <a:pt x="0" y="297"/>
                    <a:pt x="182" y="557"/>
                    <a:pt x="379" y="557"/>
                  </a:cubicBezTo>
                  <a:cubicBezTo>
                    <a:pt x="435" y="557"/>
                    <a:pt x="493" y="536"/>
                    <a:pt x="544" y="485"/>
                  </a:cubicBezTo>
                  <a:lnTo>
                    <a:pt x="590" y="439"/>
                  </a:lnTo>
                  <a:cubicBezTo>
                    <a:pt x="767" y="261"/>
                    <a:pt x="586" y="1"/>
                    <a:pt x="38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74"/>
            <p:cNvSpPr/>
            <p:nvPr/>
          </p:nvSpPr>
          <p:spPr>
            <a:xfrm>
              <a:off x="4653932" y="3568810"/>
              <a:ext cx="15461" cy="11487"/>
            </a:xfrm>
            <a:custGeom>
              <a:avLst/>
              <a:gdLst/>
              <a:ahLst/>
              <a:cxnLst/>
              <a:rect l="l" t="t" r="r" b="b"/>
              <a:pathLst>
                <a:path w="813" h="604" extrusionOk="0">
                  <a:moveTo>
                    <a:pt x="437" y="1"/>
                  </a:moveTo>
                  <a:cubicBezTo>
                    <a:pt x="380" y="1"/>
                    <a:pt x="321" y="22"/>
                    <a:pt x="270" y="74"/>
                  </a:cubicBezTo>
                  <a:lnTo>
                    <a:pt x="178" y="165"/>
                  </a:lnTo>
                  <a:cubicBezTo>
                    <a:pt x="1" y="343"/>
                    <a:pt x="154" y="603"/>
                    <a:pt x="339" y="603"/>
                  </a:cubicBezTo>
                  <a:cubicBezTo>
                    <a:pt x="392" y="603"/>
                    <a:pt x="447" y="582"/>
                    <a:pt x="498" y="531"/>
                  </a:cubicBezTo>
                  <a:lnTo>
                    <a:pt x="636" y="394"/>
                  </a:lnTo>
                  <a:cubicBezTo>
                    <a:pt x="813" y="252"/>
                    <a:pt x="633" y="1"/>
                    <a:pt x="437"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74"/>
            <p:cNvSpPr/>
            <p:nvPr/>
          </p:nvSpPr>
          <p:spPr>
            <a:xfrm>
              <a:off x="4488689" y="3705356"/>
              <a:ext cx="15461" cy="11487"/>
            </a:xfrm>
            <a:custGeom>
              <a:avLst/>
              <a:gdLst/>
              <a:ahLst/>
              <a:cxnLst/>
              <a:rect l="l" t="t" r="r" b="b"/>
              <a:pathLst>
                <a:path w="813" h="604" extrusionOk="0">
                  <a:moveTo>
                    <a:pt x="376" y="1"/>
                  </a:moveTo>
                  <a:cubicBezTo>
                    <a:pt x="180" y="1"/>
                    <a:pt x="1" y="252"/>
                    <a:pt x="178" y="394"/>
                  </a:cubicBezTo>
                  <a:lnTo>
                    <a:pt x="315" y="531"/>
                  </a:lnTo>
                  <a:cubicBezTo>
                    <a:pt x="366" y="582"/>
                    <a:pt x="422" y="604"/>
                    <a:pt x="475" y="604"/>
                  </a:cubicBezTo>
                  <a:cubicBezTo>
                    <a:pt x="659" y="604"/>
                    <a:pt x="813" y="343"/>
                    <a:pt x="635" y="165"/>
                  </a:cubicBezTo>
                  <a:lnTo>
                    <a:pt x="544" y="74"/>
                  </a:lnTo>
                  <a:cubicBezTo>
                    <a:pt x="492" y="22"/>
                    <a:pt x="434" y="1"/>
                    <a:pt x="376"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74"/>
            <p:cNvSpPr/>
            <p:nvPr/>
          </p:nvSpPr>
          <p:spPr>
            <a:xfrm>
              <a:off x="4836481" y="3466705"/>
              <a:ext cx="16545" cy="9585"/>
            </a:xfrm>
            <a:custGeom>
              <a:avLst/>
              <a:gdLst/>
              <a:ahLst/>
              <a:cxnLst/>
              <a:rect l="l" t="t" r="r" b="b"/>
              <a:pathLst>
                <a:path w="870" h="504" extrusionOk="0">
                  <a:moveTo>
                    <a:pt x="320" y="0"/>
                  </a:moveTo>
                  <a:cubicBezTo>
                    <a:pt x="0" y="0"/>
                    <a:pt x="0" y="504"/>
                    <a:pt x="320" y="504"/>
                  </a:cubicBezTo>
                  <a:lnTo>
                    <a:pt x="549" y="504"/>
                  </a:lnTo>
                  <a:cubicBezTo>
                    <a:pt x="869" y="504"/>
                    <a:pt x="869" y="0"/>
                    <a:pt x="54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74"/>
            <p:cNvSpPr/>
            <p:nvPr/>
          </p:nvSpPr>
          <p:spPr>
            <a:xfrm>
              <a:off x="4345811" y="3240055"/>
              <a:ext cx="98587" cy="46289"/>
            </a:xfrm>
            <a:custGeom>
              <a:avLst/>
              <a:gdLst/>
              <a:ahLst/>
              <a:cxnLst/>
              <a:rect l="l" t="t" r="r" b="b"/>
              <a:pathLst>
                <a:path w="5184" h="2434" extrusionOk="0">
                  <a:moveTo>
                    <a:pt x="1413" y="0"/>
                  </a:moveTo>
                  <a:cubicBezTo>
                    <a:pt x="359" y="0"/>
                    <a:pt x="0" y="1647"/>
                    <a:pt x="1151" y="1903"/>
                  </a:cubicBezTo>
                  <a:lnTo>
                    <a:pt x="1105" y="1903"/>
                  </a:lnTo>
                  <a:lnTo>
                    <a:pt x="3575" y="2406"/>
                  </a:lnTo>
                  <a:cubicBezTo>
                    <a:pt x="3656" y="2425"/>
                    <a:pt x="3733" y="2433"/>
                    <a:pt x="3807" y="2433"/>
                  </a:cubicBezTo>
                  <a:cubicBezTo>
                    <a:pt x="4824" y="2433"/>
                    <a:pt x="5183" y="787"/>
                    <a:pt x="4032" y="531"/>
                  </a:cubicBezTo>
                  <a:lnTo>
                    <a:pt x="1654" y="28"/>
                  </a:lnTo>
                  <a:cubicBezTo>
                    <a:pt x="1570" y="9"/>
                    <a:pt x="1490" y="0"/>
                    <a:pt x="14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74"/>
            <p:cNvSpPr/>
            <p:nvPr/>
          </p:nvSpPr>
          <p:spPr>
            <a:xfrm>
              <a:off x="4443047" y="3267763"/>
              <a:ext cx="56216" cy="40317"/>
            </a:xfrm>
            <a:custGeom>
              <a:avLst/>
              <a:gdLst/>
              <a:ahLst/>
              <a:cxnLst/>
              <a:rect l="l" t="t" r="r" b="b"/>
              <a:pathLst>
                <a:path w="2956" h="2120" extrusionOk="0">
                  <a:moveTo>
                    <a:pt x="1578" y="1"/>
                  </a:moveTo>
                  <a:cubicBezTo>
                    <a:pt x="1346" y="1"/>
                    <a:pt x="1103" y="91"/>
                    <a:pt x="886" y="309"/>
                  </a:cubicBezTo>
                  <a:lnTo>
                    <a:pt x="703" y="446"/>
                  </a:lnTo>
                  <a:cubicBezTo>
                    <a:pt x="1" y="1148"/>
                    <a:pt x="646" y="2120"/>
                    <a:pt x="1397" y="2120"/>
                  </a:cubicBezTo>
                  <a:cubicBezTo>
                    <a:pt x="1625" y="2120"/>
                    <a:pt x="1862" y="2030"/>
                    <a:pt x="2075" y="1818"/>
                  </a:cubicBezTo>
                  <a:lnTo>
                    <a:pt x="2258" y="1635"/>
                  </a:lnTo>
                  <a:cubicBezTo>
                    <a:pt x="2955" y="937"/>
                    <a:pt x="2323" y="1"/>
                    <a:pt x="15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74"/>
            <p:cNvSpPr/>
            <p:nvPr/>
          </p:nvSpPr>
          <p:spPr>
            <a:xfrm>
              <a:off x="4762655" y="4073573"/>
              <a:ext cx="123975" cy="112774"/>
            </a:xfrm>
            <a:custGeom>
              <a:avLst/>
              <a:gdLst/>
              <a:ahLst/>
              <a:cxnLst/>
              <a:rect l="l" t="t" r="r" b="b"/>
              <a:pathLst>
                <a:path w="6519" h="5930" extrusionOk="0">
                  <a:moveTo>
                    <a:pt x="1308" y="0"/>
                  </a:moveTo>
                  <a:cubicBezTo>
                    <a:pt x="659" y="0"/>
                    <a:pt x="1" y="695"/>
                    <a:pt x="407" y="1475"/>
                  </a:cubicBezTo>
                  <a:cubicBezTo>
                    <a:pt x="1321" y="3304"/>
                    <a:pt x="2785" y="4813"/>
                    <a:pt x="4614" y="5819"/>
                  </a:cubicBezTo>
                  <a:cubicBezTo>
                    <a:pt x="4767" y="5896"/>
                    <a:pt x="4917" y="5930"/>
                    <a:pt x="5060" y="5930"/>
                  </a:cubicBezTo>
                  <a:cubicBezTo>
                    <a:pt x="5939" y="5930"/>
                    <a:pt x="6519" y="4639"/>
                    <a:pt x="5574" y="4127"/>
                  </a:cubicBezTo>
                  <a:cubicBezTo>
                    <a:pt x="4065" y="3304"/>
                    <a:pt x="2830" y="2024"/>
                    <a:pt x="2099" y="514"/>
                  </a:cubicBezTo>
                  <a:cubicBezTo>
                    <a:pt x="1910" y="151"/>
                    <a:pt x="1610" y="0"/>
                    <a:pt x="13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74"/>
            <p:cNvSpPr/>
            <p:nvPr/>
          </p:nvSpPr>
          <p:spPr>
            <a:xfrm>
              <a:off x="4734718" y="4015512"/>
              <a:ext cx="55683" cy="43493"/>
            </a:xfrm>
            <a:custGeom>
              <a:avLst/>
              <a:gdLst/>
              <a:ahLst/>
              <a:cxnLst/>
              <a:rect l="l" t="t" r="r" b="b"/>
              <a:pathLst>
                <a:path w="2928" h="2287" extrusionOk="0">
                  <a:moveTo>
                    <a:pt x="1464" y="0"/>
                  </a:moveTo>
                  <a:cubicBezTo>
                    <a:pt x="0" y="0"/>
                    <a:pt x="0" y="2287"/>
                    <a:pt x="1464" y="2287"/>
                  </a:cubicBezTo>
                  <a:cubicBezTo>
                    <a:pt x="2927" y="2287"/>
                    <a:pt x="2927"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74"/>
            <p:cNvSpPr/>
            <p:nvPr/>
          </p:nvSpPr>
          <p:spPr>
            <a:xfrm>
              <a:off x="4721672" y="3957243"/>
              <a:ext cx="55683" cy="43493"/>
            </a:xfrm>
            <a:custGeom>
              <a:avLst/>
              <a:gdLst/>
              <a:ahLst/>
              <a:cxnLst/>
              <a:rect l="l" t="t" r="r" b="b"/>
              <a:pathLst>
                <a:path w="2928" h="2287" extrusionOk="0">
                  <a:moveTo>
                    <a:pt x="1464" y="0"/>
                  </a:moveTo>
                  <a:cubicBezTo>
                    <a:pt x="0" y="0"/>
                    <a:pt x="0" y="2287"/>
                    <a:pt x="1464" y="2287"/>
                  </a:cubicBezTo>
                  <a:cubicBezTo>
                    <a:pt x="2927" y="2287"/>
                    <a:pt x="2927"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74"/>
            <p:cNvSpPr/>
            <p:nvPr/>
          </p:nvSpPr>
          <p:spPr>
            <a:xfrm>
              <a:off x="4733406" y="3833762"/>
              <a:ext cx="63442" cy="94137"/>
            </a:xfrm>
            <a:custGeom>
              <a:avLst/>
              <a:gdLst/>
              <a:ahLst/>
              <a:cxnLst/>
              <a:rect l="l" t="t" r="r" b="b"/>
              <a:pathLst>
                <a:path w="3336" h="4950" extrusionOk="0">
                  <a:moveTo>
                    <a:pt x="1983" y="1"/>
                  </a:moveTo>
                  <a:cubicBezTo>
                    <a:pt x="1681" y="1"/>
                    <a:pt x="1377" y="134"/>
                    <a:pt x="1167" y="456"/>
                  </a:cubicBezTo>
                  <a:cubicBezTo>
                    <a:pt x="435" y="1508"/>
                    <a:pt x="24" y="2743"/>
                    <a:pt x="24" y="4023"/>
                  </a:cubicBezTo>
                  <a:cubicBezTo>
                    <a:pt x="1" y="4641"/>
                    <a:pt x="470" y="4950"/>
                    <a:pt x="950" y="4950"/>
                  </a:cubicBezTo>
                  <a:cubicBezTo>
                    <a:pt x="1430" y="4950"/>
                    <a:pt x="1922" y="4641"/>
                    <a:pt x="1945" y="4023"/>
                  </a:cubicBezTo>
                  <a:cubicBezTo>
                    <a:pt x="1990" y="3109"/>
                    <a:pt x="2310" y="2194"/>
                    <a:pt x="2859" y="1417"/>
                  </a:cubicBezTo>
                  <a:cubicBezTo>
                    <a:pt x="3335" y="687"/>
                    <a:pt x="2666" y="1"/>
                    <a:pt x="198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74"/>
            <p:cNvSpPr/>
            <p:nvPr/>
          </p:nvSpPr>
          <p:spPr>
            <a:xfrm>
              <a:off x="4796468" y="4600795"/>
              <a:ext cx="66656" cy="49655"/>
            </a:xfrm>
            <a:custGeom>
              <a:avLst/>
              <a:gdLst/>
              <a:ahLst/>
              <a:cxnLst/>
              <a:rect l="l" t="t" r="r" b="b"/>
              <a:pathLst>
                <a:path w="3505" h="2611" extrusionOk="0">
                  <a:moveTo>
                    <a:pt x="1136" y="1"/>
                  </a:moveTo>
                  <a:cubicBezTo>
                    <a:pt x="967" y="1"/>
                    <a:pt x="796" y="47"/>
                    <a:pt x="641" y="140"/>
                  </a:cubicBezTo>
                  <a:cubicBezTo>
                    <a:pt x="183" y="369"/>
                    <a:pt x="1" y="963"/>
                    <a:pt x="275" y="1420"/>
                  </a:cubicBezTo>
                  <a:cubicBezTo>
                    <a:pt x="595" y="2015"/>
                    <a:pt x="1190" y="2427"/>
                    <a:pt x="1876" y="2564"/>
                  </a:cubicBezTo>
                  <a:cubicBezTo>
                    <a:pt x="1985" y="2596"/>
                    <a:pt x="2088" y="2611"/>
                    <a:pt x="2185" y="2611"/>
                  </a:cubicBezTo>
                  <a:cubicBezTo>
                    <a:pt x="3186" y="2611"/>
                    <a:pt x="3505" y="1026"/>
                    <a:pt x="2379" y="734"/>
                  </a:cubicBezTo>
                  <a:cubicBezTo>
                    <a:pt x="2319" y="734"/>
                    <a:pt x="2278" y="715"/>
                    <a:pt x="2232" y="701"/>
                  </a:cubicBezTo>
                  <a:lnTo>
                    <a:pt x="2232" y="701"/>
                  </a:lnTo>
                  <a:cubicBezTo>
                    <a:pt x="2281" y="701"/>
                    <a:pt x="2095" y="634"/>
                    <a:pt x="2059" y="597"/>
                  </a:cubicBezTo>
                  <a:lnTo>
                    <a:pt x="2059" y="597"/>
                  </a:lnTo>
                  <a:lnTo>
                    <a:pt x="2013" y="551"/>
                  </a:lnTo>
                  <a:lnTo>
                    <a:pt x="1967" y="506"/>
                  </a:lnTo>
                  <a:lnTo>
                    <a:pt x="1967" y="506"/>
                  </a:lnTo>
                  <a:cubicBezTo>
                    <a:pt x="1967" y="506"/>
                    <a:pt x="1967" y="506"/>
                    <a:pt x="1967" y="506"/>
                  </a:cubicBezTo>
                  <a:cubicBezTo>
                    <a:pt x="1786" y="174"/>
                    <a:pt x="1465" y="1"/>
                    <a:pt x="11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56" name="Google Shape;4056;p74"/>
          <p:cNvGrpSpPr/>
          <p:nvPr/>
        </p:nvGrpSpPr>
        <p:grpSpPr>
          <a:xfrm>
            <a:off x="796022" y="2919507"/>
            <a:ext cx="1896046" cy="1558670"/>
            <a:chOff x="3738867" y="859216"/>
            <a:chExt cx="2167405" cy="1852913"/>
          </a:xfrm>
        </p:grpSpPr>
        <p:sp>
          <p:nvSpPr>
            <p:cNvPr id="4057" name="Google Shape;4057;p74"/>
            <p:cNvSpPr/>
            <p:nvPr/>
          </p:nvSpPr>
          <p:spPr>
            <a:xfrm>
              <a:off x="4904316" y="2143848"/>
              <a:ext cx="327044" cy="443583"/>
            </a:xfrm>
            <a:custGeom>
              <a:avLst/>
              <a:gdLst/>
              <a:ahLst/>
              <a:cxnLst/>
              <a:rect l="l" t="t" r="r" b="b"/>
              <a:pathLst>
                <a:path w="17197" h="23325" extrusionOk="0">
                  <a:moveTo>
                    <a:pt x="2882" y="0"/>
                  </a:moveTo>
                  <a:lnTo>
                    <a:pt x="0" y="15915"/>
                  </a:lnTo>
                  <a:lnTo>
                    <a:pt x="6586" y="23324"/>
                  </a:lnTo>
                  <a:lnTo>
                    <a:pt x="17196" y="3201"/>
                  </a:lnTo>
                  <a:lnTo>
                    <a:pt x="28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74"/>
            <p:cNvSpPr/>
            <p:nvPr/>
          </p:nvSpPr>
          <p:spPr>
            <a:xfrm>
              <a:off x="4758205" y="2355189"/>
              <a:ext cx="359222" cy="349656"/>
            </a:xfrm>
            <a:custGeom>
              <a:avLst/>
              <a:gdLst/>
              <a:ahLst/>
              <a:cxnLst/>
              <a:rect l="l" t="t" r="r" b="b"/>
              <a:pathLst>
                <a:path w="18889" h="18386" extrusionOk="0">
                  <a:moveTo>
                    <a:pt x="5197" y="0"/>
                  </a:moveTo>
                  <a:cubicBezTo>
                    <a:pt x="3990" y="0"/>
                    <a:pt x="2790" y="458"/>
                    <a:pt x="1875" y="1372"/>
                  </a:cubicBezTo>
                  <a:cubicBezTo>
                    <a:pt x="0" y="3202"/>
                    <a:pt x="0" y="6220"/>
                    <a:pt x="1875" y="8049"/>
                  </a:cubicBezTo>
                  <a:lnTo>
                    <a:pt x="12211" y="18385"/>
                  </a:lnTo>
                  <a:lnTo>
                    <a:pt x="18888" y="11708"/>
                  </a:lnTo>
                  <a:lnTo>
                    <a:pt x="8552" y="1372"/>
                  </a:lnTo>
                  <a:cubicBezTo>
                    <a:pt x="7615" y="458"/>
                    <a:pt x="6403" y="0"/>
                    <a:pt x="51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74"/>
            <p:cNvSpPr/>
            <p:nvPr/>
          </p:nvSpPr>
          <p:spPr>
            <a:xfrm>
              <a:off x="4782547" y="2355189"/>
              <a:ext cx="334879" cy="247893"/>
            </a:xfrm>
            <a:custGeom>
              <a:avLst/>
              <a:gdLst/>
              <a:ahLst/>
              <a:cxnLst/>
              <a:rect l="l" t="t" r="r" b="b"/>
              <a:pathLst>
                <a:path w="17609" h="13035" extrusionOk="0">
                  <a:moveTo>
                    <a:pt x="3917" y="0"/>
                  </a:moveTo>
                  <a:cubicBezTo>
                    <a:pt x="2710" y="0"/>
                    <a:pt x="1510" y="458"/>
                    <a:pt x="595" y="1372"/>
                  </a:cubicBezTo>
                  <a:cubicBezTo>
                    <a:pt x="367" y="1601"/>
                    <a:pt x="184" y="1830"/>
                    <a:pt x="1" y="2104"/>
                  </a:cubicBezTo>
                  <a:cubicBezTo>
                    <a:pt x="803" y="1576"/>
                    <a:pt x="1713" y="1316"/>
                    <a:pt x="2618" y="1316"/>
                  </a:cubicBezTo>
                  <a:cubicBezTo>
                    <a:pt x="3829" y="1316"/>
                    <a:pt x="5030" y="1782"/>
                    <a:pt x="5946" y="2699"/>
                  </a:cubicBezTo>
                  <a:lnTo>
                    <a:pt x="16282" y="13034"/>
                  </a:lnTo>
                  <a:lnTo>
                    <a:pt x="17608" y="11708"/>
                  </a:lnTo>
                  <a:lnTo>
                    <a:pt x="7272" y="1372"/>
                  </a:lnTo>
                  <a:cubicBezTo>
                    <a:pt x="6335" y="458"/>
                    <a:pt x="5123" y="0"/>
                    <a:pt x="3917"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74"/>
            <p:cNvSpPr/>
            <p:nvPr/>
          </p:nvSpPr>
          <p:spPr>
            <a:xfrm>
              <a:off x="4946060" y="2148184"/>
              <a:ext cx="260064" cy="375748"/>
            </a:xfrm>
            <a:custGeom>
              <a:avLst/>
              <a:gdLst/>
              <a:ahLst/>
              <a:cxnLst/>
              <a:rect l="l" t="t" r="r" b="b"/>
              <a:pathLst>
                <a:path w="13675" h="19758" extrusionOk="0">
                  <a:moveTo>
                    <a:pt x="10977" y="1"/>
                  </a:moveTo>
                  <a:lnTo>
                    <a:pt x="4620" y="1098"/>
                  </a:lnTo>
                  <a:lnTo>
                    <a:pt x="1" y="3568"/>
                  </a:lnTo>
                  <a:cubicBezTo>
                    <a:pt x="2653" y="4894"/>
                    <a:pt x="5397" y="5992"/>
                    <a:pt x="8187" y="6952"/>
                  </a:cubicBezTo>
                  <a:lnTo>
                    <a:pt x="3522" y="17151"/>
                  </a:lnTo>
                  <a:lnTo>
                    <a:pt x="6175" y="19758"/>
                  </a:lnTo>
                  <a:lnTo>
                    <a:pt x="13675" y="5489"/>
                  </a:lnTo>
                  <a:lnTo>
                    <a:pt x="10977" y="1"/>
                  </a:ln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74"/>
            <p:cNvSpPr/>
            <p:nvPr/>
          </p:nvSpPr>
          <p:spPr>
            <a:xfrm>
              <a:off x="5336565" y="1711580"/>
              <a:ext cx="443583" cy="327044"/>
            </a:xfrm>
            <a:custGeom>
              <a:avLst/>
              <a:gdLst/>
              <a:ahLst/>
              <a:cxnLst/>
              <a:rect l="l" t="t" r="r" b="b"/>
              <a:pathLst>
                <a:path w="23325" h="17197" extrusionOk="0">
                  <a:moveTo>
                    <a:pt x="15916" y="1"/>
                  </a:moveTo>
                  <a:lnTo>
                    <a:pt x="1" y="2882"/>
                  </a:lnTo>
                  <a:lnTo>
                    <a:pt x="3156" y="17196"/>
                  </a:lnTo>
                  <a:lnTo>
                    <a:pt x="23325" y="6586"/>
                  </a:lnTo>
                  <a:lnTo>
                    <a:pt x="159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74"/>
            <p:cNvSpPr/>
            <p:nvPr/>
          </p:nvSpPr>
          <p:spPr>
            <a:xfrm>
              <a:off x="5539216" y="1575035"/>
              <a:ext cx="358347" cy="349656"/>
            </a:xfrm>
            <a:custGeom>
              <a:avLst/>
              <a:gdLst/>
              <a:ahLst/>
              <a:cxnLst/>
              <a:rect l="l" t="t" r="r" b="b"/>
              <a:pathLst>
                <a:path w="18843" h="18386" extrusionOk="0">
                  <a:moveTo>
                    <a:pt x="5169" y="1"/>
                  </a:moveTo>
                  <a:cubicBezTo>
                    <a:pt x="3957" y="1"/>
                    <a:pt x="2745" y="458"/>
                    <a:pt x="1830" y="1373"/>
                  </a:cubicBezTo>
                  <a:cubicBezTo>
                    <a:pt x="1" y="3202"/>
                    <a:pt x="1" y="6175"/>
                    <a:pt x="1830" y="8050"/>
                  </a:cubicBezTo>
                  <a:lnTo>
                    <a:pt x="12166" y="18385"/>
                  </a:lnTo>
                  <a:lnTo>
                    <a:pt x="18843" y="11708"/>
                  </a:lnTo>
                  <a:lnTo>
                    <a:pt x="8507" y="1373"/>
                  </a:lnTo>
                  <a:cubicBezTo>
                    <a:pt x="7592" y="458"/>
                    <a:pt x="6380" y="1"/>
                    <a:pt x="51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74"/>
            <p:cNvSpPr/>
            <p:nvPr/>
          </p:nvSpPr>
          <p:spPr>
            <a:xfrm>
              <a:off x="5539216" y="1589811"/>
              <a:ext cx="256584" cy="334879"/>
            </a:xfrm>
            <a:custGeom>
              <a:avLst/>
              <a:gdLst/>
              <a:ahLst/>
              <a:cxnLst/>
              <a:rect l="l" t="t" r="r" b="b"/>
              <a:pathLst>
                <a:path w="13492" h="17609" extrusionOk="0">
                  <a:moveTo>
                    <a:pt x="2562" y="1"/>
                  </a:moveTo>
                  <a:lnTo>
                    <a:pt x="2562" y="1"/>
                  </a:lnTo>
                  <a:cubicBezTo>
                    <a:pt x="2287" y="184"/>
                    <a:pt x="2059" y="367"/>
                    <a:pt x="1830" y="596"/>
                  </a:cubicBezTo>
                  <a:cubicBezTo>
                    <a:pt x="1" y="2425"/>
                    <a:pt x="1" y="5398"/>
                    <a:pt x="1830" y="7273"/>
                  </a:cubicBezTo>
                  <a:lnTo>
                    <a:pt x="12166" y="17608"/>
                  </a:lnTo>
                  <a:lnTo>
                    <a:pt x="13492" y="16282"/>
                  </a:lnTo>
                  <a:lnTo>
                    <a:pt x="3156" y="5946"/>
                  </a:lnTo>
                  <a:cubicBezTo>
                    <a:pt x="1556" y="4346"/>
                    <a:pt x="1327" y="1876"/>
                    <a:pt x="2562"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74"/>
            <p:cNvSpPr/>
            <p:nvPr/>
          </p:nvSpPr>
          <p:spPr>
            <a:xfrm>
              <a:off x="5340045" y="1753324"/>
              <a:ext cx="376623" cy="260083"/>
            </a:xfrm>
            <a:custGeom>
              <a:avLst/>
              <a:gdLst/>
              <a:ahLst/>
              <a:cxnLst/>
              <a:rect l="l" t="t" r="r" b="b"/>
              <a:pathLst>
                <a:path w="19804" h="13676" extrusionOk="0">
                  <a:moveTo>
                    <a:pt x="3614" y="1"/>
                  </a:moveTo>
                  <a:lnTo>
                    <a:pt x="1144" y="4620"/>
                  </a:lnTo>
                  <a:lnTo>
                    <a:pt x="1" y="10977"/>
                  </a:lnTo>
                  <a:lnTo>
                    <a:pt x="5534" y="13675"/>
                  </a:lnTo>
                  <a:lnTo>
                    <a:pt x="19803" y="6175"/>
                  </a:lnTo>
                  <a:lnTo>
                    <a:pt x="17196" y="3522"/>
                  </a:lnTo>
                  <a:lnTo>
                    <a:pt x="6998" y="8233"/>
                  </a:lnTo>
                  <a:cubicBezTo>
                    <a:pt x="6038" y="5397"/>
                    <a:pt x="4940" y="2653"/>
                    <a:pt x="3614"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74"/>
            <p:cNvSpPr/>
            <p:nvPr/>
          </p:nvSpPr>
          <p:spPr>
            <a:xfrm>
              <a:off x="5242638" y="2050776"/>
              <a:ext cx="316603" cy="317478"/>
            </a:xfrm>
            <a:custGeom>
              <a:avLst/>
              <a:gdLst/>
              <a:ahLst/>
              <a:cxnLst/>
              <a:rect l="l" t="t" r="r" b="b"/>
              <a:pathLst>
                <a:path w="16648" h="16694" extrusionOk="0">
                  <a:moveTo>
                    <a:pt x="9010" y="1"/>
                  </a:moveTo>
                  <a:lnTo>
                    <a:pt x="4711" y="4711"/>
                  </a:lnTo>
                  <a:lnTo>
                    <a:pt x="1" y="9010"/>
                  </a:lnTo>
                  <a:lnTo>
                    <a:pt x="3705" y="16693"/>
                  </a:lnTo>
                  <a:lnTo>
                    <a:pt x="10199" y="10199"/>
                  </a:lnTo>
                  <a:lnTo>
                    <a:pt x="16648" y="3705"/>
                  </a:lnTo>
                  <a:lnTo>
                    <a:pt x="901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74"/>
            <p:cNvSpPr/>
            <p:nvPr/>
          </p:nvSpPr>
          <p:spPr>
            <a:xfrm>
              <a:off x="5332229" y="2100355"/>
              <a:ext cx="183519" cy="144400"/>
            </a:xfrm>
            <a:custGeom>
              <a:avLst/>
              <a:gdLst/>
              <a:ahLst/>
              <a:cxnLst/>
              <a:rect l="l" t="t" r="r" b="b"/>
              <a:pathLst>
                <a:path w="9650" h="7593" extrusionOk="0">
                  <a:moveTo>
                    <a:pt x="3110" y="0"/>
                  </a:moveTo>
                  <a:lnTo>
                    <a:pt x="0" y="2104"/>
                  </a:lnTo>
                  <a:lnTo>
                    <a:pt x="5488" y="7592"/>
                  </a:lnTo>
                  <a:lnTo>
                    <a:pt x="9650" y="3430"/>
                  </a:lnTo>
                  <a:lnTo>
                    <a:pt x="3110" y="0"/>
                  </a:ln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74"/>
            <p:cNvSpPr/>
            <p:nvPr/>
          </p:nvSpPr>
          <p:spPr>
            <a:xfrm>
              <a:off x="3738867" y="897707"/>
              <a:ext cx="1717299" cy="1355073"/>
            </a:xfrm>
            <a:custGeom>
              <a:avLst/>
              <a:gdLst/>
              <a:ahLst/>
              <a:cxnLst/>
              <a:rect l="l" t="t" r="r" b="b"/>
              <a:pathLst>
                <a:path w="90301" h="71254" extrusionOk="0">
                  <a:moveTo>
                    <a:pt x="45865" y="1"/>
                  </a:moveTo>
                  <a:cubicBezTo>
                    <a:pt x="39507" y="1"/>
                    <a:pt x="33084" y="2589"/>
                    <a:pt x="27075" y="8588"/>
                  </a:cubicBezTo>
                  <a:cubicBezTo>
                    <a:pt x="1" y="35708"/>
                    <a:pt x="42399" y="71254"/>
                    <a:pt x="78660" y="71254"/>
                  </a:cubicBezTo>
                  <a:cubicBezTo>
                    <a:pt x="79027" y="71254"/>
                    <a:pt x="79394" y="71250"/>
                    <a:pt x="79760" y="71243"/>
                  </a:cubicBezTo>
                  <a:lnTo>
                    <a:pt x="84745" y="66258"/>
                  </a:lnTo>
                  <a:lnTo>
                    <a:pt x="89729" y="61273"/>
                  </a:lnTo>
                  <a:cubicBezTo>
                    <a:pt x="90301" y="32783"/>
                    <a:pt x="68492" y="1"/>
                    <a:pt x="45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74"/>
            <p:cNvSpPr/>
            <p:nvPr/>
          </p:nvSpPr>
          <p:spPr>
            <a:xfrm>
              <a:off x="4505976" y="1250615"/>
              <a:ext cx="687977" cy="687121"/>
            </a:xfrm>
            <a:custGeom>
              <a:avLst/>
              <a:gdLst/>
              <a:ahLst/>
              <a:cxnLst/>
              <a:rect l="l" t="t" r="r" b="b"/>
              <a:pathLst>
                <a:path w="36176" h="36131" extrusionOk="0">
                  <a:moveTo>
                    <a:pt x="18065" y="1"/>
                  </a:moveTo>
                  <a:cubicBezTo>
                    <a:pt x="8095" y="1"/>
                    <a:pt x="1" y="8096"/>
                    <a:pt x="1" y="18066"/>
                  </a:cubicBezTo>
                  <a:cubicBezTo>
                    <a:pt x="1" y="28036"/>
                    <a:pt x="8095" y="36130"/>
                    <a:pt x="18065" y="36130"/>
                  </a:cubicBezTo>
                  <a:cubicBezTo>
                    <a:pt x="28081" y="36130"/>
                    <a:pt x="36176" y="28036"/>
                    <a:pt x="36176" y="18066"/>
                  </a:cubicBezTo>
                  <a:cubicBezTo>
                    <a:pt x="36176" y="8096"/>
                    <a:pt x="28081" y="1"/>
                    <a:pt x="18065"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74"/>
            <p:cNvSpPr/>
            <p:nvPr/>
          </p:nvSpPr>
          <p:spPr>
            <a:xfrm>
              <a:off x="4480759" y="1288897"/>
              <a:ext cx="641879" cy="641879"/>
            </a:xfrm>
            <a:custGeom>
              <a:avLst/>
              <a:gdLst/>
              <a:ahLst/>
              <a:cxnLst/>
              <a:rect l="l" t="t" r="r" b="b"/>
              <a:pathLst>
                <a:path w="33752" h="33752" extrusionOk="0">
                  <a:moveTo>
                    <a:pt x="16876" y="0"/>
                  </a:moveTo>
                  <a:cubicBezTo>
                    <a:pt x="7592" y="0"/>
                    <a:pt x="0" y="7546"/>
                    <a:pt x="0" y="16876"/>
                  </a:cubicBezTo>
                  <a:cubicBezTo>
                    <a:pt x="0" y="26160"/>
                    <a:pt x="7592" y="33751"/>
                    <a:pt x="16876" y="33751"/>
                  </a:cubicBezTo>
                  <a:cubicBezTo>
                    <a:pt x="26205" y="33751"/>
                    <a:pt x="33751" y="26160"/>
                    <a:pt x="33751" y="16876"/>
                  </a:cubicBezTo>
                  <a:cubicBezTo>
                    <a:pt x="33751" y="7546"/>
                    <a:pt x="26205" y="0"/>
                    <a:pt x="168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74"/>
            <p:cNvSpPr/>
            <p:nvPr/>
          </p:nvSpPr>
          <p:spPr>
            <a:xfrm>
              <a:off x="4533818" y="1409354"/>
              <a:ext cx="536636" cy="401402"/>
            </a:xfrm>
            <a:custGeom>
              <a:avLst/>
              <a:gdLst/>
              <a:ahLst/>
              <a:cxnLst/>
              <a:rect l="l" t="t" r="r" b="b"/>
              <a:pathLst>
                <a:path w="28218" h="21107" extrusionOk="0">
                  <a:moveTo>
                    <a:pt x="14115" y="0"/>
                  </a:moveTo>
                  <a:cubicBezTo>
                    <a:pt x="11422" y="0"/>
                    <a:pt x="8735" y="1029"/>
                    <a:pt x="6677" y="3087"/>
                  </a:cubicBezTo>
                  <a:cubicBezTo>
                    <a:pt x="0" y="9719"/>
                    <a:pt x="4711" y="21106"/>
                    <a:pt x="14132" y="21106"/>
                  </a:cubicBezTo>
                  <a:cubicBezTo>
                    <a:pt x="23507" y="21106"/>
                    <a:pt x="28217" y="9719"/>
                    <a:pt x="21586" y="3087"/>
                  </a:cubicBezTo>
                  <a:cubicBezTo>
                    <a:pt x="19505" y="1029"/>
                    <a:pt x="16807" y="0"/>
                    <a:pt x="14115" y="0"/>
                  </a:cubicBezTo>
                  <a:close/>
                </a:path>
              </a:pathLst>
            </a:custGeom>
            <a:solidFill>
              <a:srgbClr val="76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74"/>
            <p:cNvSpPr/>
            <p:nvPr/>
          </p:nvSpPr>
          <p:spPr>
            <a:xfrm>
              <a:off x="4620785" y="1531542"/>
              <a:ext cx="193959" cy="144400"/>
            </a:xfrm>
            <a:custGeom>
              <a:avLst/>
              <a:gdLst/>
              <a:ahLst/>
              <a:cxnLst/>
              <a:rect l="l" t="t" r="r" b="b"/>
              <a:pathLst>
                <a:path w="10199" h="7593" extrusionOk="0">
                  <a:moveTo>
                    <a:pt x="5105" y="1"/>
                  </a:moveTo>
                  <a:cubicBezTo>
                    <a:pt x="4128" y="1"/>
                    <a:pt x="3156" y="367"/>
                    <a:pt x="2424" y="1098"/>
                  </a:cubicBezTo>
                  <a:cubicBezTo>
                    <a:pt x="0" y="3522"/>
                    <a:pt x="1738" y="7593"/>
                    <a:pt x="5123" y="7593"/>
                  </a:cubicBezTo>
                  <a:cubicBezTo>
                    <a:pt x="8507" y="7593"/>
                    <a:pt x="10199" y="3522"/>
                    <a:pt x="7821" y="1098"/>
                  </a:cubicBezTo>
                  <a:cubicBezTo>
                    <a:pt x="7066" y="367"/>
                    <a:pt x="6083" y="1"/>
                    <a:pt x="51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74"/>
            <p:cNvSpPr/>
            <p:nvPr/>
          </p:nvSpPr>
          <p:spPr>
            <a:xfrm>
              <a:off x="4764291" y="1576993"/>
              <a:ext cx="104387" cy="78067"/>
            </a:xfrm>
            <a:custGeom>
              <a:avLst/>
              <a:gdLst/>
              <a:ahLst/>
              <a:cxnLst/>
              <a:rect l="l" t="t" r="r" b="b"/>
              <a:pathLst>
                <a:path w="5489" h="4105" extrusionOk="0">
                  <a:moveTo>
                    <a:pt x="2750" y="0"/>
                  </a:moveTo>
                  <a:cubicBezTo>
                    <a:pt x="2230" y="0"/>
                    <a:pt x="1715" y="195"/>
                    <a:pt x="1327" y="584"/>
                  </a:cubicBezTo>
                  <a:cubicBezTo>
                    <a:pt x="0" y="1910"/>
                    <a:pt x="915" y="4105"/>
                    <a:pt x="2744" y="4105"/>
                  </a:cubicBezTo>
                  <a:cubicBezTo>
                    <a:pt x="4574" y="4105"/>
                    <a:pt x="5488" y="1910"/>
                    <a:pt x="4208" y="584"/>
                  </a:cubicBezTo>
                  <a:cubicBezTo>
                    <a:pt x="3796" y="195"/>
                    <a:pt x="3270" y="0"/>
                    <a:pt x="2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74"/>
            <p:cNvSpPr/>
            <p:nvPr/>
          </p:nvSpPr>
          <p:spPr>
            <a:xfrm>
              <a:off x="4418134" y="897764"/>
              <a:ext cx="1037766" cy="1185209"/>
            </a:xfrm>
            <a:custGeom>
              <a:avLst/>
              <a:gdLst/>
              <a:ahLst/>
              <a:cxnLst/>
              <a:rect l="l" t="t" r="r" b="b"/>
              <a:pathLst>
                <a:path w="54569" h="62322" extrusionOk="0">
                  <a:moveTo>
                    <a:pt x="10130" y="1"/>
                  </a:moveTo>
                  <a:cubicBezTo>
                    <a:pt x="6748" y="1"/>
                    <a:pt x="3348" y="732"/>
                    <a:pt x="1" y="2320"/>
                  </a:cubicBezTo>
                  <a:lnTo>
                    <a:pt x="14772" y="9454"/>
                  </a:lnTo>
                  <a:cubicBezTo>
                    <a:pt x="42532" y="20887"/>
                    <a:pt x="52960" y="62322"/>
                    <a:pt x="52960" y="62322"/>
                  </a:cubicBezTo>
                  <a:lnTo>
                    <a:pt x="54011" y="61270"/>
                  </a:lnTo>
                  <a:cubicBezTo>
                    <a:pt x="54569" y="32781"/>
                    <a:pt x="32764" y="1"/>
                    <a:pt x="10130" y="1"/>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74"/>
            <p:cNvSpPr/>
            <p:nvPr/>
          </p:nvSpPr>
          <p:spPr>
            <a:xfrm>
              <a:off x="4058076" y="898031"/>
              <a:ext cx="751457" cy="700909"/>
            </a:xfrm>
            <a:custGeom>
              <a:avLst/>
              <a:gdLst/>
              <a:ahLst/>
              <a:cxnLst/>
              <a:rect l="l" t="t" r="r" b="b"/>
              <a:pathLst>
                <a:path w="39514" h="36856" extrusionOk="0">
                  <a:moveTo>
                    <a:pt x="29070" y="0"/>
                  </a:moveTo>
                  <a:cubicBezTo>
                    <a:pt x="22723" y="0"/>
                    <a:pt x="16312" y="2580"/>
                    <a:pt x="10290" y="8571"/>
                  </a:cubicBezTo>
                  <a:cubicBezTo>
                    <a:pt x="1326" y="17581"/>
                    <a:pt x="0" y="27459"/>
                    <a:pt x="3521" y="36697"/>
                  </a:cubicBezTo>
                  <a:cubicBezTo>
                    <a:pt x="4036" y="36804"/>
                    <a:pt x="4588" y="36856"/>
                    <a:pt x="5175" y="36856"/>
                  </a:cubicBezTo>
                  <a:cubicBezTo>
                    <a:pt x="10635" y="36856"/>
                    <a:pt x="19009" y="32323"/>
                    <a:pt x="26525" y="24806"/>
                  </a:cubicBezTo>
                  <a:cubicBezTo>
                    <a:pt x="34849" y="16483"/>
                    <a:pt x="39514" y="7108"/>
                    <a:pt x="38416" y="1803"/>
                  </a:cubicBezTo>
                  <a:cubicBezTo>
                    <a:pt x="35353" y="635"/>
                    <a:pt x="32219" y="0"/>
                    <a:pt x="29070" y="0"/>
                  </a:cubicBezTo>
                  <a:close/>
                </a:path>
              </a:pathLst>
            </a:custGeom>
            <a:solidFill>
              <a:srgbClr val="000000">
                <a:alpha val="3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74"/>
            <p:cNvSpPr/>
            <p:nvPr/>
          </p:nvSpPr>
          <p:spPr>
            <a:xfrm>
              <a:off x="4022399" y="867717"/>
              <a:ext cx="745391" cy="663140"/>
            </a:xfrm>
            <a:custGeom>
              <a:avLst/>
              <a:gdLst/>
              <a:ahLst/>
              <a:cxnLst/>
              <a:rect l="l" t="t" r="r" b="b"/>
              <a:pathLst>
                <a:path w="39195" h="34870" extrusionOk="0">
                  <a:moveTo>
                    <a:pt x="30066" y="1"/>
                  </a:moveTo>
                  <a:cubicBezTo>
                    <a:pt x="24701" y="1"/>
                    <a:pt x="17051" y="2902"/>
                    <a:pt x="10977" y="8976"/>
                  </a:cubicBezTo>
                  <a:cubicBezTo>
                    <a:pt x="2196" y="17757"/>
                    <a:pt x="1" y="29830"/>
                    <a:pt x="3705" y="33535"/>
                  </a:cubicBezTo>
                  <a:cubicBezTo>
                    <a:pt x="4622" y="34441"/>
                    <a:pt x="5932" y="34870"/>
                    <a:pt x="7516" y="34870"/>
                  </a:cubicBezTo>
                  <a:cubicBezTo>
                    <a:pt x="12332" y="34870"/>
                    <a:pt x="19690" y="30904"/>
                    <a:pt x="26298" y="24297"/>
                  </a:cubicBezTo>
                  <a:cubicBezTo>
                    <a:pt x="35078" y="15516"/>
                    <a:pt x="39194" y="5409"/>
                    <a:pt x="35536" y="1704"/>
                  </a:cubicBezTo>
                  <a:cubicBezTo>
                    <a:pt x="34394" y="577"/>
                    <a:pt x="32457" y="1"/>
                    <a:pt x="300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74"/>
            <p:cNvSpPr/>
            <p:nvPr/>
          </p:nvSpPr>
          <p:spPr>
            <a:xfrm>
              <a:off x="4096339" y="1095813"/>
              <a:ext cx="153966" cy="352680"/>
            </a:xfrm>
            <a:custGeom>
              <a:avLst/>
              <a:gdLst/>
              <a:ahLst/>
              <a:cxnLst/>
              <a:rect l="l" t="t" r="r" b="b"/>
              <a:pathLst>
                <a:path w="8096" h="18545" extrusionOk="0">
                  <a:moveTo>
                    <a:pt x="6677" y="0"/>
                  </a:moveTo>
                  <a:lnTo>
                    <a:pt x="6677" y="0"/>
                  </a:lnTo>
                  <a:cubicBezTo>
                    <a:pt x="1784" y="6906"/>
                    <a:pt x="0" y="15047"/>
                    <a:pt x="1830" y="17562"/>
                  </a:cubicBezTo>
                  <a:cubicBezTo>
                    <a:pt x="2356" y="18286"/>
                    <a:pt x="3099" y="18544"/>
                    <a:pt x="3890" y="18544"/>
                  </a:cubicBezTo>
                  <a:cubicBezTo>
                    <a:pt x="5846" y="18544"/>
                    <a:pt x="8095" y="16968"/>
                    <a:pt x="8095" y="16968"/>
                  </a:cubicBezTo>
                  <a:cubicBezTo>
                    <a:pt x="5397" y="11708"/>
                    <a:pt x="4894" y="5626"/>
                    <a:pt x="6677" y="0"/>
                  </a:cubicBezTo>
                  <a:close/>
                </a:path>
              </a:pathLst>
            </a:custGeom>
            <a:solidFill>
              <a:srgbClr val="FFFFFF">
                <a:alpha val="40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74"/>
            <p:cNvSpPr/>
            <p:nvPr/>
          </p:nvSpPr>
          <p:spPr>
            <a:xfrm>
              <a:off x="4201582" y="1624613"/>
              <a:ext cx="886273" cy="582734"/>
            </a:xfrm>
            <a:custGeom>
              <a:avLst/>
              <a:gdLst/>
              <a:ahLst/>
              <a:cxnLst/>
              <a:rect l="l" t="t" r="r" b="b"/>
              <a:pathLst>
                <a:path w="46603" h="30642" extrusionOk="0">
                  <a:moveTo>
                    <a:pt x="4985" y="0"/>
                  </a:moveTo>
                  <a:cubicBezTo>
                    <a:pt x="3384" y="641"/>
                    <a:pt x="1738" y="1098"/>
                    <a:pt x="0" y="1327"/>
                  </a:cubicBezTo>
                  <a:cubicBezTo>
                    <a:pt x="12485" y="18614"/>
                    <a:pt x="26617" y="25885"/>
                    <a:pt x="46602" y="30642"/>
                  </a:cubicBezTo>
                  <a:cubicBezTo>
                    <a:pt x="31144" y="24056"/>
                    <a:pt x="16693" y="17699"/>
                    <a:pt x="4985" y="0"/>
                  </a:cubicBezTo>
                  <a:close/>
                </a:path>
              </a:pathLst>
            </a:custGeom>
            <a:solidFill>
              <a:srgbClr val="FFFFFF">
                <a:alpha val="40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74"/>
            <p:cNvSpPr/>
            <p:nvPr/>
          </p:nvSpPr>
          <p:spPr>
            <a:xfrm>
              <a:off x="4819080" y="2476939"/>
              <a:ext cx="159272" cy="150409"/>
            </a:xfrm>
            <a:custGeom>
              <a:avLst/>
              <a:gdLst/>
              <a:ahLst/>
              <a:cxnLst/>
              <a:rect l="l" t="t" r="r" b="b"/>
              <a:pathLst>
                <a:path w="8375" h="7909" extrusionOk="0">
                  <a:moveTo>
                    <a:pt x="938" y="1"/>
                  </a:moveTo>
                  <a:cubicBezTo>
                    <a:pt x="721" y="1"/>
                    <a:pt x="504" y="92"/>
                    <a:pt x="321" y="275"/>
                  </a:cubicBezTo>
                  <a:cubicBezTo>
                    <a:pt x="1" y="595"/>
                    <a:pt x="1" y="1099"/>
                    <a:pt x="321" y="1464"/>
                  </a:cubicBezTo>
                  <a:lnTo>
                    <a:pt x="6495" y="7593"/>
                  </a:lnTo>
                  <a:cubicBezTo>
                    <a:pt x="6696" y="7816"/>
                    <a:pt x="6924" y="7909"/>
                    <a:pt x="7142" y="7909"/>
                  </a:cubicBezTo>
                  <a:cubicBezTo>
                    <a:pt x="7813" y="7909"/>
                    <a:pt x="8375" y="7026"/>
                    <a:pt x="7684" y="6404"/>
                  </a:cubicBezTo>
                  <a:lnTo>
                    <a:pt x="1556" y="275"/>
                  </a:lnTo>
                  <a:cubicBezTo>
                    <a:pt x="1373" y="92"/>
                    <a:pt x="1155" y="1"/>
                    <a:pt x="9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74"/>
            <p:cNvSpPr/>
            <p:nvPr/>
          </p:nvSpPr>
          <p:spPr>
            <a:xfrm>
              <a:off x="5667945" y="1628093"/>
              <a:ext cx="158188" cy="149211"/>
            </a:xfrm>
            <a:custGeom>
              <a:avLst/>
              <a:gdLst/>
              <a:ahLst/>
              <a:cxnLst/>
              <a:rect l="l" t="t" r="r" b="b"/>
              <a:pathLst>
                <a:path w="8318" h="7846" extrusionOk="0">
                  <a:moveTo>
                    <a:pt x="943" y="0"/>
                  </a:moveTo>
                  <a:cubicBezTo>
                    <a:pt x="732" y="0"/>
                    <a:pt x="526" y="92"/>
                    <a:pt x="366" y="275"/>
                  </a:cubicBezTo>
                  <a:cubicBezTo>
                    <a:pt x="0" y="595"/>
                    <a:pt x="0" y="1098"/>
                    <a:pt x="366" y="1464"/>
                  </a:cubicBezTo>
                  <a:lnTo>
                    <a:pt x="6494" y="7592"/>
                  </a:lnTo>
                  <a:cubicBezTo>
                    <a:pt x="6683" y="7770"/>
                    <a:pt x="6891" y="7845"/>
                    <a:pt x="7090" y="7845"/>
                  </a:cubicBezTo>
                  <a:cubicBezTo>
                    <a:pt x="7757" y="7845"/>
                    <a:pt x="8318" y="7002"/>
                    <a:pt x="7683" y="6403"/>
                  </a:cubicBezTo>
                  <a:lnTo>
                    <a:pt x="1555" y="275"/>
                  </a:lnTo>
                  <a:cubicBezTo>
                    <a:pt x="1372" y="92"/>
                    <a:pt x="1155" y="0"/>
                    <a:pt x="9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74"/>
            <p:cNvSpPr/>
            <p:nvPr/>
          </p:nvSpPr>
          <p:spPr>
            <a:xfrm>
              <a:off x="4576436" y="1168878"/>
              <a:ext cx="13921" cy="11315"/>
            </a:xfrm>
            <a:custGeom>
              <a:avLst/>
              <a:gdLst/>
              <a:ahLst/>
              <a:cxnLst/>
              <a:rect l="l" t="t" r="r" b="b"/>
              <a:pathLst>
                <a:path w="732" h="595" extrusionOk="0">
                  <a:moveTo>
                    <a:pt x="366" y="0"/>
                  </a:moveTo>
                  <a:cubicBezTo>
                    <a:pt x="0" y="0"/>
                    <a:pt x="0"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74"/>
            <p:cNvSpPr/>
            <p:nvPr/>
          </p:nvSpPr>
          <p:spPr>
            <a:xfrm>
              <a:off x="4661653" y="985359"/>
              <a:ext cx="14815" cy="10460"/>
            </a:xfrm>
            <a:custGeom>
              <a:avLst/>
              <a:gdLst/>
              <a:ahLst/>
              <a:cxnLst/>
              <a:rect l="l" t="t" r="r" b="b"/>
              <a:pathLst>
                <a:path w="779" h="550" extrusionOk="0">
                  <a:moveTo>
                    <a:pt x="412" y="0"/>
                  </a:moveTo>
                  <a:cubicBezTo>
                    <a:pt x="1" y="0"/>
                    <a:pt x="1" y="549"/>
                    <a:pt x="412" y="549"/>
                  </a:cubicBezTo>
                  <a:cubicBezTo>
                    <a:pt x="778" y="549"/>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74"/>
            <p:cNvSpPr/>
            <p:nvPr/>
          </p:nvSpPr>
          <p:spPr>
            <a:xfrm>
              <a:off x="4694706" y="968833"/>
              <a:ext cx="13940" cy="11315"/>
            </a:xfrm>
            <a:custGeom>
              <a:avLst/>
              <a:gdLst/>
              <a:ahLst/>
              <a:cxnLst/>
              <a:rect l="l" t="t" r="r" b="b"/>
              <a:pathLst>
                <a:path w="733" h="595" extrusionOk="0">
                  <a:moveTo>
                    <a:pt x="367" y="0"/>
                  </a:moveTo>
                  <a:cubicBezTo>
                    <a:pt x="1" y="0"/>
                    <a:pt x="1" y="595"/>
                    <a:pt x="367" y="595"/>
                  </a:cubicBezTo>
                  <a:cubicBezTo>
                    <a:pt x="732" y="595"/>
                    <a:pt x="732"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74"/>
            <p:cNvSpPr/>
            <p:nvPr/>
          </p:nvSpPr>
          <p:spPr>
            <a:xfrm>
              <a:off x="4621659" y="1133201"/>
              <a:ext cx="13921" cy="10460"/>
            </a:xfrm>
            <a:custGeom>
              <a:avLst/>
              <a:gdLst/>
              <a:ahLst/>
              <a:cxnLst/>
              <a:rect l="l" t="t" r="r" b="b"/>
              <a:pathLst>
                <a:path w="732" h="550" extrusionOk="0">
                  <a:moveTo>
                    <a:pt x="366" y="1"/>
                  </a:moveTo>
                  <a:cubicBezTo>
                    <a:pt x="0" y="1"/>
                    <a:pt x="0" y="550"/>
                    <a:pt x="366" y="550"/>
                  </a:cubicBezTo>
                  <a:cubicBezTo>
                    <a:pt x="732" y="550"/>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74"/>
            <p:cNvSpPr/>
            <p:nvPr/>
          </p:nvSpPr>
          <p:spPr>
            <a:xfrm>
              <a:off x="4178951" y="1484587"/>
              <a:ext cx="14815" cy="10460"/>
            </a:xfrm>
            <a:custGeom>
              <a:avLst/>
              <a:gdLst/>
              <a:ahLst/>
              <a:cxnLst/>
              <a:rect l="l" t="t" r="r" b="b"/>
              <a:pathLst>
                <a:path w="779" h="550" extrusionOk="0">
                  <a:moveTo>
                    <a:pt x="413" y="0"/>
                  </a:moveTo>
                  <a:cubicBezTo>
                    <a:pt x="1" y="0"/>
                    <a:pt x="1" y="549"/>
                    <a:pt x="413" y="549"/>
                  </a:cubicBezTo>
                  <a:cubicBezTo>
                    <a:pt x="778" y="549"/>
                    <a:pt x="778" y="0"/>
                    <a:pt x="413"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74"/>
            <p:cNvSpPr/>
            <p:nvPr/>
          </p:nvSpPr>
          <p:spPr>
            <a:xfrm>
              <a:off x="5286131" y="1606337"/>
              <a:ext cx="14796" cy="10460"/>
            </a:xfrm>
            <a:custGeom>
              <a:avLst/>
              <a:gdLst/>
              <a:ahLst/>
              <a:cxnLst/>
              <a:rect l="l" t="t" r="r" b="b"/>
              <a:pathLst>
                <a:path w="778" h="550" extrusionOk="0">
                  <a:moveTo>
                    <a:pt x="412" y="1"/>
                  </a:moveTo>
                  <a:cubicBezTo>
                    <a:pt x="0" y="1"/>
                    <a:pt x="0" y="550"/>
                    <a:pt x="412" y="550"/>
                  </a:cubicBezTo>
                  <a:cubicBezTo>
                    <a:pt x="778" y="550"/>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74"/>
            <p:cNvSpPr/>
            <p:nvPr/>
          </p:nvSpPr>
          <p:spPr>
            <a:xfrm>
              <a:off x="4878224" y="1051464"/>
              <a:ext cx="14796" cy="11315"/>
            </a:xfrm>
            <a:custGeom>
              <a:avLst/>
              <a:gdLst/>
              <a:ahLst/>
              <a:cxnLst/>
              <a:rect l="l" t="t" r="r" b="b"/>
              <a:pathLst>
                <a:path w="778" h="595" extrusionOk="0">
                  <a:moveTo>
                    <a:pt x="366" y="0"/>
                  </a:moveTo>
                  <a:cubicBezTo>
                    <a:pt x="0" y="0"/>
                    <a:pt x="0" y="595"/>
                    <a:pt x="366" y="595"/>
                  </a:cubicBezTo>
                  <a:cubicBezTo>
                    <a:pt x="778" y="595"/>
                    <a:pt x="778"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74"/>
            <p:cNvSpPr/>
            <p:nvPr/>
          </p:nvSpPr>
          <p:spPr>
            <a:xfrm>
              <a:off x="5167842" y="1328035"/>
              <a:ext cx="13940" cy="11315"/>
            </a:xfrm>
            <a:custGeom>
              <a:avLst/>
              <a:gdLst/>
              <a:ahLst/>
              <a:cxnLst/>
              <a:rect l="l" t="t" r="r" b="b"/>
              <a:pathLst>
                <a:path w="733" h="595" extrusionOk="0">
                  <a:moveTo>
                    <a:pt x="366" y="0"/>
                  </a:moveTo>
                  <a:cubicBezTo>
                    <a:pt x="1" y="0"/>
                    <a:pt x="1"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74"/>
            <p:cNvSpPr/>
            <p:nvPr/>
          </p:nvSpPr>
          <p:spPr>
            <a:xfrm>
              <a:off x="5468775" y="2116881"/>
              <a:ext cx="13921" cy="10460"/>
            </a:xfrm>
            <a:custGeom>
              <a:avLst/>
              <a:gdLst/>
              <a:ahLst/>
              <a:cxnLst/>
              <a:rect l="l" t="t" r="r" b="b"/>
              <a:pathLst>
                <a:path w="732" h="550" extrusionOk="0">
                  <a:moveTo>
                    <a:pt x="366" y="0"/>
                  </a:moveTo>
                  <a:cubicBezTo>
                    <a:pt x="0" y="0"/>
                    <a:pt x="0" y="549"/>
                    <a:pt x="366" y="549"/>
                  </a:cubicBezTo>
                  <a:cubicBezTo>
                    <a:pt x="732" y="549"/>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74"/>
            <p:cNvSpPr/>
            <p:nvPr/>
          </p:nvSpPr>
          <p:spPr>
            <a:xfrm>
              <a:off x="5431367" y="2193408"/>
              <a:ext cx="13940" cy="10460"/>
            </a:xfrm>
            <a:custGeom>
              <a:avLst/>
              <a:gdLst/>
              <a:ahLst/>
              <a:cxnLst/>
              <a:rect l="l" t="t" r="r" b="b"/>
              <a:pathLst>
                <a:path w="733" h="550" extrusionOk="0">
                  <a:moveTo>
                    <a:pt x="367" y="1"/>
                  </a:moveTo>
                  <a:cubicBezTo>
                    <a:pt x="1" y="1"/>
                    <a:pt x="1" y="550"/>
                    <a:pt x="367" y="550"/>
                  </a:cubicBezTo>
                  <a:cubicBezTo>
                    <a:pt x="732" y="550"/>
                    <a:pt x="732"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74"/>
            <p:cNvSpPr/>
            <p:nvPr/>
          </p:nvSpPr>
          <p:spPr>
            <a:xfrm>
              <a:off x="5297427" y="2262118"/>
              <a:ext cx="14815" cy="10460"/>
            </a:xfrm>
            <a:custGeom>
              <a:avLst/>
              <a:gdLst/>
              <a:ahLst/>
              <a:cxnLst/>
              <a:rect l="l" t="t" r="r" b="b"/>
              <a:pathLst>
                <a:path w="779" h="550" extrusionOk="0">
                  <a:moveTo>
                    <a:pt x="412" y="1"/>
                  </a:moveTo>
                  <a:cubicBezTo>
                    <a:pt x="1" y="1"/>
                    <a:pt x="1" y="550"/>
                    <a:pt x="412" y="550"/>
                  </a:cubicBezTo>
                  <a:cubicBezTo>
                    <a:pt x="778" y="550"/>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74"/>
            <p:cNvSpPr/>
            <p:nvPr/>
          </p:nvSpPr>
          <p:spPr>
            <a:xfrm>
              <a:off x="5145230" y="2287354"/>
              <a:ext cx="13940" cy="11315"/>
            </a:xfrm>
            <a:custGeom>
              <a:avLst/>
              <a:gdLst/>
              <a:ahLst/>
              <a:cxnLst/>
              <a:rect l="l" t="t" r="r" b="b"/>
              <a:pathLst>
                <a:path w="733" h="595" extrusionOk="0">
                  <a:moveTo>
                    <a:pt x="366" y="0"/>
                  </a:moveTo>
                  <a:cubicBezTo>
                    <a:pt x="1" y="0"/>
                    <a:pt x="1"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74"/>
            <p:cNvSpPr/>
            <p:nvPr/>
          </p:nvSpPr>
          <p:spPr>
            <a:xfrm>
              <a:off x="5078270" y="2341269"/>
              <a:ext cx="14796" cy="10460"/>
            </a:xfrm>
            <a:custGeom>
              <a:avLst/>
              <a:gdLst/>
              <a:ahLst/>
              <a:cxnLst/>
              <a:rect l="l" t="t" r="r" b="b"/>
              <a:pathLst>
                <a:path w="778" h="550" extrusionOk="0">
                  <a:moveTo>
                    <a:pt x="366" y="1"/>
                  </a:moveTo>
                  <a:cubicBezTo>
                    <a:pt x="0" y="1"/>
                    <a:pt x="0" y="549"/>
                    <a:pt x="366" y="549"/>
                  </a:cubicBezTo>
                  <a:cubicBezTo>
                    <a:pt x="778" y="549"/>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74"/>
            <p:cNvSpPr/>
            <p:nvPr/>
          </p:nvSpPr>
          <p:spPr>
            <a:xfrm>
              <a:off x="5048697" y="2442156"/>
              <a:ext cx="14796" cy="10460"/>
            </a:xfrm>
            <a:custGeom>
              <a:avLst/>
              <a:gdLst/>
              <a:ahLst/>
              <a:cxnLst/>
              <a:rect l="l" t="t" r="r" b="b"/>
              <a:pathLst>
                <a:path w="778" h="550" extrusionOk="0">
                  <a:moveTo>
                    <a:pt x="412" y="1"/>
                  </a:moveTo>
                  <a:cubicBezTo>
                    <a:pt x="0" y="1"/>
                    <a:pt x="0" y="549"/>
                    <a:pt x="412" y="549"/>
                  </a:cubicBezTo>
                  <a:cubicBezTo>
                    <a:pt x="778" y="549"/>
                    <a:pt x="778"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74"/>
            <p:cNvSpPr/>
            <p:nvPr/>
          </p:nvSpPr>
          <p:spPr>
            <a:xfrm>
              <a:off x="4889521" y="2431716"/>
              <a:ext cx="14815" cy="11334"/>
            </a:xfrm>
            <a:custGeom>
              <a:avLst/>
              <a:gdLst/>
              <a:ahLst/>
              <a:cxnLst/>
              <a:rect l="l" t="t" r="r" b="b"/>
              <a:pathLst>
                <a:path w="779" h="596" extrusionOk="0">
                  <a:moveTo>
                    <a:pt x="367" y="1"/>
                  </a:moveTo>
                  <a:cubicBezTo>
                    <a:pt x="1" y="1"/>
                    <a:pt x="1" y="595"/>
                    <a:pt x="367" y="595"/>
                  </a:cubicBezTo>
                  <a:cubicBezTo>
                    <a:pt x="778" y="595"/>
                    <a:pt x="778"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74"/>
            <p:cNvSpPr/>
            <p:nvPr/>
          </p:nvSpPr>
          <p:spPr>
            <a:xfrm>
              <a:off x="4922573" y="2448242"/>
              <a:ext cx="13940" cy="11334"/>
            </a:xfrm>
            <a:custGeom>
              <a:avLst/>
              <a:gdLst/>
              <a:ahLst/>
              <a:cxnLst/>
              <a:rect l="l" t="t" r="r" b="b"/>
              <a:pathLst>
                <a:path w="733" h="596" extrusionOk="0">
                  <a:moveTo>
                    <a:pt x="367" y="1"/>
                  </a:moveTo>
                  <a:cubicBezTo>
                    <a:pt x="1" y="1"/>
                    <a:pt x="1" y="595"/>
                    <a:pt x="367" y="595"/>
                  </a:cubicBezTo>
                  <a:cubicBezTo>
                    <a:pt x="733" y="595"/>
                    <a:pt x="733"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74"/>
            <p:cNvSpPr/>
            <p:nvPr/>
          </p:nvSpPr>
          <p:spPr>
            <a:xfrm>
              <a:off x="4912152" y="2431716"/>
              <a:ext cx="14796" cy="11334"/>
            </a:xfrm>
            <a:custGeom>
              <a:avLst/>
              <a:gdLst/>
              <a:ahLst/>
              <a:cxnLst/>
              <a:rect l="l" t="t" r="r" b="b"/>
              <a:pathLst>
                <a:path w="778" h="596" extrusionOk="0">
                  <a:moveTo>
                    <a:pt x="412" y="1"/>
                  </a:moveTo>
                  <a:cubicBezTo>
                    <a:pt x="0" y="1"/>
                    <a:pt x="0" y="595"/>
                    <a:pt x="412" y="595"/>
                  </a:cubicBezTo>
                  <a:cubicBezTo>
                    <a:pt x="777" y="595"/>
                    <a:pt x="777" y="1"/>
                    <a:pt x="412"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74"/>
            <p:cNvSpPr/>
            <p:nvPr/>
          </p:nvSpPr>
          <p:spPr>
            <a:xfrm>
              <a:off x="5648814" y="1842040"/>
              <a:ext cx="14796" cy="10460"/>
            </a:xfrm>
            <a:custGeom>
              <a:avLst/>
              <a:gdLst/>
              <a:ahLst/>
              <a:cxnLst/>
              <a:rect l="l" t="t" r="r" b="b"/>
              <a:pathLst>
                <a:path w="778" h="550" extrusionOk="0">
                  <a:moveTo>
                    <a:pt x="366" y="1"/>
                  </a:moveTo>
                  <a:cubicBezTo>
                    <a:pt x="0" y="1"/>
                    <a:pt x="0" y="549"/>
                    <a:pt x="366" y="549"/>
                  </a:cubicBezTo>
                  <a:cubicBezTo>
                    <a:pt x="778" y="549"/>
                    <a:pt x="778"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74"/>
            <p:cNvSpPr/>
            <p:nvPr/>
          </p:nvSpPr>
          <p:spPr>
            <a:xfrm>
              <a:off x="4998244" y="1401081"/>
              <a:ext cx="13940" cy="11334"/>
            </a:xfrm>
            <a:custGeom>
              <a:avLst/>
              <a:gdLst/>
              <a:ahLst/>
              <a:cxnLst/>
              <a:rect l="l" t="t" r="r" b="b"/>
              <a:pathLst>
                <a:path w="733" h="596" extrusionOk="0">
                  <a:moveTo>
                    <a:pt x="366" y="1"/>
                  </a:moveTo>
                  <a:cubicBezTo>
                    <a:pt x="1" y="1"/>
                    <a:pt x="1" y="595"/>
                    <a:pt x="366" y="595"/>
                  </a:cubicBezTo>
                  <a:cubicBezTo>
                    <a:pt x="732" y="595"/>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74"/>
            <p:cNvSpPr/>
            <p:nvPr/>
          </p:nvSpPr>
          <p:spPr>
            <a:xfrm>
              <a:off x="4873014" y="1324555"/>
              <a:ext cx="14796" cy="10460"/>
            </a:xfrm>
            <a:custGeom>
              <a:avLst/>
              <a:gdLst/>
              <a:ahLst/>
              <a:cxnLst/>
              <a:rect l="l" t="t" r="r" b="b"/>
              <a:pathLst>
                <a:path w="778" h="550" extrusionOk="0">
                  <a:moveTo>
                    <a:pt x="412" y="0"/>
                  </a:moveTo>
                  <a:cubicBezTo>
                    <a:pt x="0" y="0"/>
                    <a:pt x="0" y="549"/>
                    <a:pt x="412" y="549"/>
                  </a:cubicBezTo>
                  <a:cubicBezTo>
                    <a:pt x="778" y="549"/>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74"/>
            <p:cNvSpPr/>
            <p:nvPr/>
          </p:nvSpPr>
          <p:spPr>
            <a:xfrm>
              <a:off x="4893001" y="1330641"/>
              <a:ext cx="14815" cy="11315"/>
            </a:xfrm>
            <a:custGeom>
              <a:avLst/>
              <a:gdLst/>
              <a:ahLst/>
              <a:cxnLst/>
              <a:rect l="l" t="t" r="r" b="b"/>
              <a:pathLst>
                <a:path w="779" h="595" extrusionOk="0">
                  <a:moveTo>
                    <a:pt x="367" y="0"/>
                  </a:moveTo>
                  <a:cubicBezTo>
                    <a:pt x="1" y="0"/>
                    <a:pt x="1" y="595"/>
                    <a:pt x="367" y="595"/>
                  </a:cubicBezTo>
                  <a:cubicBezTo>
                    <a:pt x="778" y="595"/>
                    <a:pt x="778" y="0"/>
                    <a:pt x="367"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74"/>
            <p:cNvSpPr/>
            <p:nvPr/>
          </p:nvSpPr>
          <p:spPr>
            <a:xfrm>
              <a:off x="5088691" y="1585475"/>
              <a:ext cx="14815" cy="11315"/>
            </a:xfrm>
            <a:custGeom>
              <a:avLst/>
              <a:gdLst/>
              <a:ahLst/>
              <a:cxnLst/>
              <a:rect l="l" t="t" r="r" b="b"/>
              <a:pathLst>
                <a:path w="779" h="595" extrusionOk="0">
                  <a:moveTo>
                    <a:pt x="412" y="0"/>
                  </a:moveTo>
                  <a:cubicBezTo>
                    <a:pt x="1" y="0"/>
                    <a:pt x="1" y="595"/>
                    <a:pt x="412" y="595"/>
                  </a:cubicBezTo>
                  <a:cubicBezTo>
                    <a:pt x="778" y="595"/>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74"/>
            <p:cNvSpPr/>
            <p:nvPr/>
          </p:nvSpPr>
          <p:spPr>
            <a:xfrm>
              <a:off x="5002599" y="1795942"/>
              <a:ext cx="13940" cy="10460"/>
            </a:xfrm>
            <a:custGeom>
              <a:avLst/>
              <a:gdLst/>
              <a:ahLst/>
              <a:cxnLst/>
              <a:rect l="l" t="t" r="r" b="b"/>
              <a:pathLst>
                <a:path w="733" h="550" extrusionOk="0">
                  <a:moveTo>
                    <a:pt x="366" y="1"/>
                  </a:moveTo>
                  <a:cubicBezTo>
                    <a:pt x="0" y="1"/>
                    <a:pt x="0" y="550"/>
                    <a:pt x="366" y="550"/>
                  </a:cubicBezTo>
                  <a:cubicBezTo>
                    <a:pt x="732" y="550"/>
                    <a:pt x="732" y="1"/>
                    <a:pt x="366"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74"/>
            <p:cNvSpPr/>
            <p:nvPr/>
          </p:nvSpPr>
          <p:spPr>
            <a:xfrm>
              <a:off x="5011290" y="1774205"/>
              <a:ext cx="13940" cy="11315"/>
            </a:xfrm>
            <a:custGeom>
              <a:avLst/>
              <a:gdLst/>
              <a:ahLst/>
              <a:cxnLst/>
              <a:rect l="l" t="t" r="r" b="b"/>
              <a:pathLst>
                <a:path w="733" h="595" extrusionOk="0">
                  <a:moveTo>
                    <a:pt x="366" y="0"/>
                  </a:moveTo>
                  <a:cubicBezTo>
                    <a:pt x="1" y="0"/>
                    <a:pt x="1" y="595"/>
                    <a:pt x="366" y="595"/>
                  </a:cubicBezTo>
                  <a:cubicBezTo>
                    <a:pt x="732" y="595"/>
                    <a:pt x="732" y="0"/>
                    <a:pt x="366"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74"/>
            <p:cNvSpPr/>
            <p:nvPr/>
          </p:nvSpPr>
          <p:spPr>
            <a:xfrm>
              <a:off x="4980843" y="1550673"/>
              <a:ext cx="13940" cy="11334"/>
            </a:xfrm>
            <a:custGeom>
              <a:avLst/>
              <a:gdLst/>
              <a:ahLst/>
              <a:cxnLst/>
              <a:rect l="l" t="t" r="r" b="b"/>
              <a:pathLst>
                <a:path w="733" h="596" extrusionOk="0">
                  <a:moveTo>
                    <a:pt x="367" y="1"/>
                  </a:moveTo>
                  <a:cubicBezTo>
                    <a:pt x="1" y="1"/>
                    <a:pt x="1" y="596"/>
                    <a:pt x="367" y="596"/>
                  </a:cubicBezTo>
                  <a:cubicBezTo>
                    <a:pt x="733" y="596"/>
                    <a:pt x="733" y="1"/>
                    <a:pt x="367" y="1"/>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74"/>
            <p:cNvSpPr/>
            <p:nvPr/>
          </p:nvSpPr>
          <p:spPr>
            <a:xfrm>
              <a:off x="4920843" y="1530686"/>
              <a:ext cx="14796" cy="10441"/>
            </a:xfrm>
            <a:custGeom>
              <a:avLst/>
              <a:gdLst/>
              <a:ahLst/>
              <a:cxnLst/>
              <a:rect l="l" t="t" r="r" b="b"/>
              <a:pathLst>
                <a:path w="778" h="549" extrusionOk="0">
                  <a:moveTo>
                    <a:pt x="412" y="0"/>
                  </a:moveTo>
                  <a:cubicBezTo>
                    <a:pt x="0" y="0"/>
                    <a:pt x="0" y="549"/>
                    <a:pt x="412" y="549"/>
                  </a:cubicBezTo>
                  <a:cubicBezTo>
                    <a:pt x="778" y="549"/>
                    <a:pt x="778" y="0"/>
                    <a:pt x="412" y="0"/>
                  </a:cubicBezTo>
                  <a:close/>
                </a:path>
              </a:pathLst>
            </a:custGeom>
            <a:solidFill>
              <a:srgbClr val="3333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74"/>
            <p:cNvSpPr/>
            <p:nvPr/>
          </p:nvSpPr>
          <p:spPr>
            <a:xfrm>
              <a:off x="4037195" y="859216"/>
              <a:ext cx="1869078" cy="1852913"/>
            </a:xfrm>
            <a:custGeom>
              <a:avLst/>
              <a:gdLst/>
              <a:ahLst/>
              <a:cxnLst/>
              <a:rect l="l" t="t" r="r" b="b"/>
              <a:pathLst>
                <a:path w="98282" h="97432" extrusionOk="0">
                  <a:moveTo>
                    <a:pt x="36130" y="3249"/>
                  </a:moveTo>
                  <a:cubicBezTo>
                    <a:pt x="36450" y="3249"/>
                    <a:pt x="36770" y="3295"/>
                    <a:pt x="37136" y="3341"/>
                  </a:cubicBezTo>
                  <a:lnTo>
                    <a:pt x="36221" y="3432"/>
                  </a:lnTo>
                  <a:lnTo>
                    <a:pt x="36130" y="3249"/>
                  </a:lnTo>
                  <a:close/>
                  <a:moveTo>
                    <a:pt x="33431" y="1969"/>
                  </a:moveTo>
                  <a:lnTo>
                    <a:pt x="33431" y="1969"/>
                  </a:lnTo>
                  <a:cubicBezTo>
                    <a:pt x="34072" y="2289"/>
                    <a:pt x="34666" y="2746"/>
                    <a:pt x="35124" y="3341"/>
                  </a:cubicBezTo>
                  <a:cubicBezTo>
                    <a:pt x="35016" y="3330"/>
                    <a:pt x="34908" y="3324"/>
                    <a:pt x="34800" y="3324"/>
                  </a:cubicBezTo>
                  <a:cubicBezTo>
                    <a:pt x="34453" y="3324"/>
                    <a:pt x="34112" y="3384"/>
                    <a:pt x="33797" y="3523"/>
                  </a:cubicBezTo>
                  <a:cubicBezTo>
                    <a:pt x="33752" y="2975"/>
                    <a:pt x="33614" y="2472"/>
                    <a:pt x="33431" y="1969"/>
                  </a:cubicBezTo>
                  <a:close/>
                  <a:moveTo>
                    <a:pt x="38005" y="3569"/>
                  </a:moveTo>
                  <a:cubicBezTo>
                    <a:pt x="38279" y="3661"/>
                    <a:pt x="38554" y="3798"/>
                    <a:pt x="38828" y="3889"/>
                  </a:cubicBezTo>
                  <a:lnTo>
                    <a:pt x="38828" y="4164"/>
                  </a:lnTo>
                  <a:cubicBezTo>
                    <a:pt x="38828" y="4089"/>
                    <a:pt x="38767" y="4014"/>
                    <a:pt x="38695" y="4014"/>
                  </a:cubicBezTo>
                  <a:cubicBezTo>
                    <a:pt x="38679" y="4014"/>
                    <a:pt x="38662" y="4018"/>
                    <a:pt x="38645" y="4027"/>
                  </a:cubicBezTo>
                  <a:cubicBezTo>
                    <a:pt x="37913" y="4027"/>
                    <a:pt x="37227" y="4164"/>
                    <a:pt x="36541" y="4392"/>
                  </a:cubicBezTo>
                  <a:cubicBezTo>
                    <a:pt x="36541" y="4209"/>
                    <a:pt x="36496" y="4072"/>
                    <a:pt x="36404" y="3889"/>
                  </a:cubicBezTo>
                  <a:lnTo>
                    <a:pt x="37776" y="3798"/>
                  </a:lnTo>
                  <a:cubicBezTo>
                    <a:pt x="37868" y="3798"/>
                    <a:pt x="38005" y="3706"/>
                    <a:pt x="38005" y="3569"/>
                  </a:cubicBezTo>
                  <a:close/>
                  <a:moveTo>
                    <a:pt x="34704" y="3808"/>
                  </a:moveTo>
                  <a:cubicBezTo>
                    <a:pt x="34936" y="3808"/>
                    <a:pt x="35172" y="3853"/>
                    <a:pt x="35398" y="3935"/>
                  </a:cubicBezTo>
                  <a:lnTo>
                    <a:pt x="35489" y="3935"/>
                  </a:lnTo>
                  <a:cubicBezTo>
                    <a:pt x="35581" y="4072"/>
                    <a:pt x="35627" y="4255"/>
                    <a:pt x="35718" y="4438"/>
                  </a:cubicBezTo>
                  <a:cubicBezTo>
                    <a:pt x="35334" y="4350"/>
                    <a:pt x="34931" y="4299"/>
                    <a:pt x="34534" y="4299"/>
                  </a:cubicBezTo>
                  <a:cubicBezTo>
                    <a:pt x="34316" y="4299"/>
                    <a:pt x="34099" y="4314"/>
                    <a:pt x="33889" y="4347"/>
                  </a:cubicBezTo>
                  <a:cubicBezTo>
                    <a:pt x="33889" y="4209"/>
                    <a:pt x="33889" y="4118"/>
                    <a:pt x="33889" y="4027"/>
                  </a:cubicBezTo>
                  <a:cubicBezTo>
                    <a:pt x="34141" y="3875"/>
                    <a:pt x="34420" y="3808"/>
                    <a:pt x="34704" y="3808"/>
                  </a:cubicBezTo>
                  <a:close/>
                  <a:moveTo>
                    <a:pt x="38874" y="4301"/>
                  </a:moveTo>
                  <a:cubicBezTo>
                    <a:pt x="38874" y="4664"/>
                    <a:pt x="38874" y="5027"/>
                    <a:pt x="38829" y="5390"/>
                  </a:cubicBezTo>
                  <a:lnTo>
                    <a:pt x="38829" y="5390"/>
                  </a:lnTo>
                  <a:cubicBezTo>
                    <a:pt x="38586" y="5344"/>
                    <a:pt x="38337" y="5321"/>
                    <a:pt x="38087" y="5321"/>
                  </a:cubicBezTo>
                  <a:cubicBezTo>
                    <a:pt x="37645" y="5321"/>
                    <a:pt x="37199" y="5393"/>
                    <a:pt x="36770" y="5536"/>
                  </a:cubicBezTo>
                  <a:cubicBezTo>
                    <a:pt x="36770" y="5307"/>
                    <a:pt x="36724" y="5078"/>
                    <a:pt x="36678" y="4895"/>
                  </a:cubicBezTo>
                  <a:cubicBezTo>
                    <a:pt x="37319" y="4667"/>
                    <a:pt x="38005" y="4530"/>
                    <a:pt x="38645" y="4484"/>
                  </a:cubicBezTo>
                  <a:cubicBezTo>
                    <a:pt x="38782" y="4484"/>
                    <a:pt x="38874" y="4392"/>
                    <a:pt x="38874" y="4301"/>
                  </a:cubicBezTo>
                  <a:close/>
                  <a:moveTo>
                    <a:pt x="38027" y="5838"/>
                  </a:moveTo>
                  <a:cubicBezTo>
                    <a:pt x="38301" y="5838"/>
                    <a:pt x="38572" y="5874"/>
                    <a:pt x="38828" y="5947"/>
                  </a:cubicBezTo>
                  <a:cubicBezTo>
                    <a:pt x="38828" y="6399"/>
                    <a:pt x="38739" y="6850"/>
                    <a:pt x="38693" y="7302"/>
                  </a:cubicBezTo>
                  <a:lnTo>
                    <a:pt x="38693" y="7302"/>
                  </a:lnTo>
                  <a:cubicBezTo>
                    <a:pt x="38021" y="7027"/>
                    <a:pt x="37353" y="6624"/>
                    <a:pt x="36816" y="6176"/>
                  </a:cubicBezTo>
                  <a:lnTo>
                    <a:pt x="36816" y="6085"/>
                  </a:lnTo>
                  <a:cubicBezTo>
                    <a:pt x="37200" y="5920"/>
                    <a:pt x="37617" y="5838"/>
                    <a:pt x="38027" y="5838"/>
                  </a:cubicBezTo>
                  <a:close/>
                  <a:moveTo>
                    <a:pt x="36770" y="6771"/>
                  </a:moveTo>
                  <a:cubicBezTo>
                    <a:pt x="37364" y="7182"/>
                    <a:pt x="37959" y="7548"/>
                    <a:pt x="38645" y="7777"/>
                  </a:cubicBezTo>
                  <a:cubicBezTo>
                    <a:pt x="38601" y="7953"/>
                    <a:pt x="38599" y="8087"/>
                    <a:pt x="38558" y="8260"/>
                  </a:cubicBezTo>
                  <a:lnTo>
                    <a:pt x="38558" y="8260"/>
                  </a:lnTo>
                  <a:cubicBezTo>
                    <a:pt x="37888" y="7941"/>
                    <a:pt x="37263" y="7491"/>
                    <a:pt x="36770" y="6953"/>
                  </a:cubicBezTo>
                  <a:lnTo>
                    <a:pt x="36770" y="6771"/>
                  </a:lnTo>
                  <a:close/>
                  <a:moveTo>
                    <a:pt x="36724" y="7594"/>
                  </a:moveTo>
                  <a:cubicBezTo>
                    <a:pt x="37273" y="8097"/>
                    <a:pt x="37868" y="8463"/>
                    <a:pt x="38508" y="8783"/>
                  </a:cubicBezTo>
                  <a:cubicBezTo>
                    <a:pt x="38463" y="9005"/>
                    <a:pt x="38376" y="9227"/>
                    <a:pt x="38329" y="9491"/>
                  </a:cubicBezTo>
                  <a:lnTo>
                    <a:pt x="38329" y="9491"/>
                  </a:lnTo>
                  <a:cubicBezTo>
                    <a:pt x="37705" y="9131"/>
                    <a:pt x="37125" y="8726"/>
                    <a:pt x="36633" y="8234"/>
                  </a:cubicBezTo>
                  <a:cubicBezTo>
                    <a:pt x="36678" y="8005"/>
                    <a:pt x="36724" y="7777"/>
                    <a:pt x="36724" y="7594"/>
                  </a:cubicBezTo>
                  <a:close/>
                  <a:moveTo>
                    <a:pt x="36541" y="8783"/>
                  </a:moveTo>
                  <a:cubicBezTo>
                    <a:pt x="36861" y="9103"/>
                    <a:pt x="37273" y="9377"/>
                    <a:pt x="37685" y="9652"/>
                  </a:cubicBezTo>
                  <a:cubicBezTo>
                    <a:pt x="37182" y="9697"/>
                    <a:pt x="36678" y="9789"/>
                    <a:pt x="36221" y="9926"/>
                  </a:cubicBezTo>
                  <a:cubicBezTo>
                    <a:pt x="36313" y="9560"/>
                    <a:pt x="36404" y="9194"/>
                    <a:pt x="36496" y="8783"/>
                  </a:cubicBezTo>
                  <a:close/>
                  <a:moveTo>
                    <a:pt x="32791" y="9743"/>
                  </a:moveTo>
                  <a:cubicBezTo>
                    <a:pt x="33020" y="10246"/>
                    <a:pt x="33431" y="10704"/>
                    <a:pt x="33889" y="11069"/>
                  </a:cubicBezTo>
                  <a:cubicBezTo>
                    <a:pt x="33614" y="11024"/>
                    <a:pt x="33340" y="11001"/>
                    <a:pt x="33066" y="11001"/>
                  </a:cubicBezTo>
                  <a:cubicBezTo>
                    <a:pt x="32791" y="11001"/>
                    <a:pt x="32517" y="11024"/>
                    <a:pt x="32242" y="11069"/>
                  </a:cubicBezTo>
                  <a:cubicBezTo>
                    <a:pt x="32425" y="10658"/>
                    <a:pt x="32608" y="10201"/>
                    <a:pt x="32791" y="9743"/>
                  </a:cubicBezTo>
                  <a:close/>
                  <a:moveTo>
                    <a:pt x="49209" y="10429"/>
                  </a:moveTo>
                  <a:lnTo>
                    <a:pt x="50261" y="11252"/>
                  </a:lnTo>
                  <a:cubicBezTo>
                    <a:pt x="49895" y="11298"/>
                    <a:pt x="49484" y="11344"/>
                    <a:pt x="49118" y="11390"/>
                  </a:cubicBezTo>
                  <a:cubicBezTo>
                    <a:pt x="49118" y="11024"/>
                    <a:pt x="49118" y="10704"/>
                    <a:pt x="49209" y="10429"/>
                  </a:cubicBezTo>
                  <a:close/>
                  <a:moveTo>
                    <a:pt x="38188" y="9972"/>
                  </a:moveTo>
                  <a:lnTo>
                    <a:pt x="38188" y="9972"/>
                  </a:lnTo>
                  <a:cubicBezTo>
                    <a:pt x="38142" y="10291"/>
                    <a:pt x="38051" y="10656"/>
                    <a:pt x="37960" y="10976"/>
                  </a:cubicBezTo>
                  <a:lnTo>
                    <a:pt x="37960" y="10976"/>
                  </a:lnTo>
                  <a:cubicBezTo>
                    <a:pt x="37905" y="10973"/>
                    <a:pt x="37850" y="10972"/>
                    <a:pt x="37795" y="10972"/>
                  </a:cubicBezTo>
                  <a:cubicBezTo>
                    <a:pt x="37049" y="10972"/>
                    <a:pt x="36342" y="11192"/>
                    <a:pt x="35672" y="11527"/>
                  </a:cubicBezTo>
                  <a:cubicBezTo>
                    <a:pt x="35810" y="11207"/>
                    <a:pt x="35947" y="10887"/>
                    <a:pt x="36038" y="10566"/>
                  </a:cubicBezTo>
                  <a:cubicBezTo>
                    <a:pt x="36038" y="10521"/>
                    <a:pt x="36038" y="10521"/>
                    <a:pt x="36038" y="10475"/>
                  </a:cubicBezTo>
                  <a:cubicBezTo>
                    <a:pt x="36678" y="10292"/>
                    <a:pt x="37364" y="10155"/>
                    <a:pt x="38050" y="10063"/>
                  </a:cubicBezTo>
                  <a:cubicBezTo>
                    <a:pt x="38096" y="10063"/>
                    <a:pt x="38142" y="10018"/>
                    <a:pt x="38188" y="9972"/>
                  </a:cubicBezTo>
                  <a:close/>
                  <a:moveTo>
                    <a:pt x="33180" y="11486"/>
                  </a:moveTo>
                  <a:cubicBezTo>
                    <a:pt x="33614" y="11486"/>
                    <a:pt x="34049" y="11543"/>
                    <a:pt x="34483" y="11664"/>
                  </a:cubicBezTo>
                  <a:cubicBezTo>
                    <a:pt x="34506" y="11687"/>
                    <a:pt x="34529" y="11698"/>
                    <a:pt x="34552" y="11698"/>
                  </a:cubicBezTo>
                  <a:cubicBezTo>
                    <a:pt x="34575" y="11698"/>
                    <a:pt x="34598" y="11687"/>
                    <a:pt x="34620" y="11664"/>
                  </a:cubicBezTo>
                  <a:lnTo>
                    <a:pt x="34620" y="11664"/>
                  </a:lnTo>
                  <a:cubicBezTo>
                    <a:pt x="34483" y="12030"/>
                    <a:pt x="34300" y="12350"/>
                    <a:pt x="34163" y="12670"/>
                  </a:cubicBezTo>
                  <a:cubicBezTo>
                    <a:pt x="33797" y="12597"/>
                    <a:pt x="33424" y="12560"/>
                    <a:pt x="33052" y="12560"/>
                  </a:cubicBezTo>
                  <a:cubicBezTo>
                    <a:pt x="32495" y="12560"/>
                    <a:pt x="31941" y="12643"/>
                    <a:pt x="31419" y="12807"/>
                  </a:cubicBezTo>
                  <a:cubicBezTo>
                    <a:pt x="31602" y="12396"/>
                    <a:pt x="31785" y="12030"/>
                    <a:pt x="31968" y="11618"/>
                  </a:cubicBezTo>
                  <a:lnTo>
                    <a:pt x="32014" y="11618"/>
                  </a:lnTo>
                  <a:cubicBezTo>
                    <a:pt x="32402" y="11532"/>
                    <a:pt x="32791" y="11486"/>
                    <a:pt x="33180" y="11486"/>
                  </a:cubicBezTo>
                  <a:close/>
                  <a:moveTo>
                    <a:pt x="37822" y="11435"/>
                  </a:moveTo>
                  <a:cubicBezTo>
                    <a:pt x="37733" y="11703"/>
                    <a:pt x="37644" y="12013"/>
                    <a:pt x="37554" y="12241"/>
                  </a:cubicBezTo>
                  <a:lnTo>
                    <a:pt x="37554" y="12241"/>
                  </a:lnTo>
                  <a:cubicBezTo>
                    <a:pt x="37488" y="12213"/>
                    <a:pt x="37449" y="12213"/>
                    <a:pt x="37410" y="12213"/>
                  </a:cubicBezTo>
                  <a:cubicBezTo>
                    <a:pt x="36587" y="12304"/>
                    <a:pt x="35764" y="12579"/>
                    <a:pt x="35078" y="12990"/>
                  </a:cubicBezTo>
                  <a:cubicBezTo>
                    <a:pt x="35169" y="12762"/>
                    <a:pt x="35261" y="12533"/>
                    <a:pt x="35352" y="12304"/>
                  </a:cubicBezTo>
                  <a:cubicBezTo>
                    <a:pt x="36084" y="11755"/>
                    <a:pt x="36953" y="11435"/>
                    <a:pt x="37822" y="11435"/>
                  </a:cubicBezTo>
                  <a:close/>
                  <a:moveTo>
                    <a:pt x="37410" y="12716"/>
                  </a:moveTo>
                  <a:lnTo>
                    <a:pt x="37410" y="12716"/>
                  </a:lnTo>
                  <a:cubicBezTo>
                    <a:pt x="37182" y="13219"/>
                    <a:pt x="36999" y="13722"/>
                    <a:pt x="36770" y="14225"/>
                  </a:cubicBezTo>
                  <a:cubicBezTo>
                    <a:pt x="36221" y="13951"/>
                    <a:pt x="35672" y="13722"/>
                    <a:pt x="35078" y="13539"/>
                  </a:cubicBezTo>
                  <a:cubicBezTo>
                    <a:pt x="35810" y="13127"/>
                    <a:pt x="36587" y="12807"/>
                    <a:pt x="37410" y="12716"/>
                  </a:cubicBezTo>
                  <a:close/>
                  <a:moveTo>
                    <a:pt x="34620" y="13951"/>
                  </a:moveTo>
                  <a:cubicBezTo>
                    <a:pt x="35306" y="14134"/>
                    <a:pt x="35947" y="14362"/>
                    <a:pt x="36587" y="14637"/>
                  </a:cubicBezTo>
                  <a:lnTo>
                    <a:pt x="36404" y="15048"/>
                  </a:lnTo>
                  <a:cubicBezTo>
                    <a:pt x="35764" y="14774"/>
                    <a:pt x="35078" y="14545"/>
                    <a:pt x="34392" y="14408"/>
                  </a:cubicBezTo>
                  <a:cubicBezTo>
                    <a:pt x="34483" y="14271"/>
                    <a:pt x="34529" y="14088"/>
                    <a:pt x="34620" y="13951"/>
                  </a:cubicBezTo>
                  <a:close/>
                  <a:moveTo>
                    <a:pt x="34163" y="14865"/>
                  </a:moveTo>
                  <a:cubicBezTo>
                    <a:pt x="34849" y="15003"/>
                    <a:pt x="35535" y="15185"/>
                    <a:pt x="36175" y="15506"/>
                  </a:cubicBezTo>
                  <a:cubicBezTo>
                    <a:pt x="36038" y="15643"/>
                    <a:pt x="35992" y="15826"/>
                    <a:pt x="35901" y="15963"/>
                  </a:cubicBezTo>
                  <a:cubicBezTo>
                    <a:pt x="35855" y="15963"/>
                    <a:pt x="35855" y="16009"/>
                    <a:pt x="35855" y="16009"/>
                  </a:cubicBezTo>
                  <a:cubicBezTo>
                    <a:pt x="35672" y="16009"/>
                    <a:pt x="35398" y="15917"/>
                    <a:pt x="35352" y="15871"/>
                  </a:cubicBezTo>
                  <a:lnTo>
                    <a:pt x="34758" y="15780"/>
                  </a:lnTo>
                  <a:lnTo>
                    <a:pt x="33797" y="15551"/>
                  </a:lnTo>
                  <a:cubicBezTo>
                    <a:pt x="33934" y="15323"/>
                    <a:pt x="34026" y="15094"/>
                    <a:pt x="34163" y="14865"/>
                  </a:cubicBezTo>
                  <a:close/>
                  <a:moveTo>
                    <a:pt x="33024" y="13009"/>
                  </a:moveTo>
                  <a:cubicBezTo>
                    <a:pt x="33329" y="13009"/>
                    <a:pt x="33635" y="13034"/>
                    <a:pt x="33934" y="13082"/>
                  </a:cubicBezTo>
                  <a:lnTo>
                    <a:pt x="33569" y="13722"/>
                  </a:lnTo>
                  <a:lnTo>
                    <a:pt x="33431" y="13722"/>
                  </a:lnTo>
                  <a:lnTo>
                    <a:pt x="31968" y="13996"/>
                  </a:lnTo>
                  <a:cubicBezTo>
                    <a:pt x="31663" y="14040"/>
                    <a:pt x="31773" y="14457"/>
                    <a:pt x="32061" y="14457"/>
                  </a:cubicBezTo>
                  <a:cubicBezTo>
                    <a:pt x="32075" y="14457"/>
                    <a:pt x="32090" y="14456"/>
                    <a:pt x="32105" y="14454"/>
                  </a:cubicBezTo>
                  <a:lnTo>
                    <a:pt x="33248" y="14225"/>
                  </a:lnTo>
                  <a:lnTo>
                    <a:pt x="33248" y="14225"/>
                  </a:lnTo>
                  <a:cubicBezTo>
                    <a:pt x="32700" y="15140"/>
                    <a:pt x="32151" y="16054"/>
                    <a:pt x="31556" y="16923"/>
                  </a:cubicBezTo>
                  <a:cubicBezTo>
                    <a:pt x="30962" y="16329"/>
                    <a:pt x="30596" y="15551"/>
                    <a:pt x="30413" y="14682"/>
                  </a:cubicBezTo>
                  <a:cubicBezTo>
                    <a:pt x="30413" y="14637"/>
                    <a:pt x="30367" y="14591"/>
                    <a:pt x="30322" y="14545"/>
                  </a:cubicBezTo>
                  <a:cubicBezTo>
                    <a:pt x="30596" y="14134"/>
                    <a:pt x="30916" y="13722"/>
                    <a:pt x="31145" y="13265"/>
                  </a:cubicBezTo>
                  <a:cubicBezTo>
                    <a:pt x="31190" y="13310"/>
                    <a:pt x="31282" y="13310"/>
                    <a:pt x="31328" y="13310"/>
                  </a:cubicBezTo>
                  <a:cubicBezTo>
                    <a:pt x="31867" y="13101"/>
                    <a:pt x="32445" y="13009"/>
                    <a:pt x="33024" y="13009"/>
                  </a:cubicBezTo>
                  <a:close/>
                  <a:moveTo>
                    <a:pt x="63981" y="28357"/>
                  </a:moveTo>
                  <a:cubicBezTo>
                    <a:pt x="64804" y="29866"/>
                    <a:pt x="65582" y="31375"/>
                    <a:pt x="66314" y="32930"/>
                  </a:cubicBezTo>
                  <a:cubicBezTo>
                    <a:pt x="66176" y="32930"/>
                    <a:pt x="66085" y="32976"/>
                    <a:pt x="66039" y="33067"/>
                  </a:cubicBezTo>
                  <a:lnTo>
                    <a:pt x="66085" y="33067"/>
                  </a:lnTo>
                  <a:cubicBezTo>
                    <a:pt x="65993" y="33387"/>
                    <a:pt x="65948" y="33662"/>
                    <a:pt x="65902" y="33982"/>
                  </a:cubicBezTo>
                  <a:cubicBezTo>
                    <a:pt x="64439" y="32473"/>
                    <a:pt x="63753" y="30415"/>
                    <a:pt x="63981" y="28357"/>
                  </a:cubicBezTo>
                  <a:close/>
                  <a:moveTo>
                    <a:pt x="28533" y="934"/>
                  </a:moveTo>
                  <a:cubicBezTo>
                    <a:pt x="29775" y="934"/>
                    <a:pt x="31002" y="1100"/>
                    <a:pt x="32197" y="1465"/>
                  </a:cubicBezTo>
                  <a:cubicBezTo>
                    <a:pt x="32380" y="1511"/>
                    <a:pt x="32608" y="1603"/>
                    <a:pt x="32791" y="1694"/>
                  </a:cubicBezTo>
                  <a:cubicBezTo>
                    <a:pt x="32791" y="1694"/>
                    <a:pt x="32791" y="1740"/>
                    <a:pt x="32791" y="1740"/>
                  </a:cubicBezTo>
                  <a:cubicBezTo>
                    <a:pt x="33203" y="2609"/>
                    <a:pt x="33386" y="3569"/>
                    <a:pt x="33340" y="4530"/>
                  </a:cubicBezTo>
                  <a:cubicBezTo>
                    <a:pt x="33340" y="4575"/>
                    <a:pt x="33386" y="4667"/>
                    <a:pt x="33431" y="4713"/>
                  </a:cubicBezTo>
                  <a:cubicBezTo>
                    <a:pt x="33477" y="4804"/>
                    <a:pt x="33569" y="4850"/>
                    <a:pt x="33706" y="4850"/>
                  </a:cubicBezTo>
                  <a:cubicBezTo>
                    <a:pt x="33955" y="4792"/>
                    <a:pt x="34212" y="4767"/>
                    <a:pt x="34470" y="4767"/>
                  </a:cubicBezTo>
                  <a:cubicBezTo>
                    <a:pt x="34829" y="4767"/>
                    <a:pt x="35190" y="4816"/>
                    <a:pt x="35535" y="4895"/>
                  </a:cubicBezTo>
                  <a:cubicBezTo>
                    <a:pt x="35562" y="4909"/>
                    <a:pt x="35589" y="4914"/>
                    <a:pt x="35614" y="4914"/>
                  </a:cubicBezTo>
                  <a:cubicBezTo>
                    <a:pt x="35676" y="4914"/>
                    <a:pt x="35731" y="4882"/>
                    <a:pt x="35764" y="4850"/>
                  </a:cubicBezTo>
                  <a:lnTo>
                    <a:pt x="35764" y="4850"/>
                  </a:lnTo>
                  <a:cubicBezTo>
                    <a:pt x="36038" y="5993"/>
                    <a:pt x="36038" y="7136"/>
                    <a:pt x="35718" y="8280"/>
                  </a:cubicBezTo>
                  <a:cubicBezTo>
                    <a:pt x="35032" y="7822"/>
                    <a:pt x="34529" y="7136"/>
                    <a:pt x="34300" y="6405"/>
                  </a:cubicBezTo>
                  <a:lnTo>
                    <a:pt x="34346" y="6405"/>
                  </a:lnTo>
                  <a:cubicBezTo>
                    <a:pt x="34609" y="6361"/>
                    <a:pt x="34620" y="5899"/>
                    <a:pt x="34380" y="5899"/>
                  </a:cubicBezTo>
                  <a:cubicBezTo>
                    <a:pt x="34369" y="5899"/>
                    <a:pt x="34358" y="5900"/>
                    <a:pt x="34346" y="5902"/>
                  </a:cubicBezTo>
                  <a:lnTo>
                    <a:pt x="33614" y="5947"/>
                  </a:lnTo>
                  <a:cubicBezTo>
                    <a:pt x="33614" y="5947"/>
                    <a:pt x="33614" y="5902"/>
                    <a:pt x="33614" y="5902"/>
                  </a:cubicBezTo>
                  <a:lnTo>
                    <a:pt x="33614" y="5719"/>
                  </a:lnTo>
                  <a:cubicBezTo>
                    <a:pt x="33614" y="5559"/>
                    <a:pt x="33489" y="5479"/>
                    <a:pt x="33363" y="5479"/>
                  </a:cubicBezTo>
                  <a:cubicBezTo>
                    <a:pt x="33237" y="5479"/>
                    <a:pt x="33111" y="5559"/>
                    <a:pt x="33111" y="5719"/>
                  </a:cubicBezTo>
                  <a:lnTo>
                    <a:pt x="33111" y="5902"/>
                  </a:lnTo>
                  <a:cubicBezTo>
                    <a:pt x="33111" y="5947"/>
                    <a:pt x="33157" y="6039"/>
                    <a:pt x="33203" y="6085"/>
                  </a:cubicBezTo>
                  <a:cubicBezTo>
                    <a:pt x="33066" y="6222"/>
                    <a:pt x="33111" y="6496"/>
                    <a:pt x="33386" y="6496"/>
                  </a:cubicBezTo>
                  <a:lnTo>
                    <a:pt x="33797" y="6450"/>
                  </a:lnTo>
                  <a:lnTo>
                    <a:pt x="33797" y="6496"/>
                  </a:lnTo>
                  <a:cubicBezTo>
                    <a:pt x="34072" y="7365"/>
                    <a:pt x="34666" y="8188"/>
                    <a:pt x="35444" y="8691"/>
                  </a:cubicBezTo>
                  <a:cubicBezTo>
                    <a:pt x="35489" y="8737"/>
                    <a:pt x="35535" y="8737"/>
                    <a:pt x="35627" y="8737"/>
                  </a:cubicBezTo>
                  <a:cubicBezTo>
                    <a:pt x="35535" y="9057"/>
                    <a:pt x="35444" y="9423"/>
                    <a:pt x="35306" y="9789"/>
                  </a:cubicBezTo>
                  <a:cubicBezTo>
                    <a:pt x="34483" y="9240"/>
                    <a:pt x="33843" y="8417"/>
                    <a:pt x="33477" y="7502"/>
                  </a:cubicBezTo>
                  <a:cubicBezTo>
                    <a:pt x="33441" y="7375"/>
                    <a:pt x="33347" y="7320"/>
                    <a:pt x="33252" y="7320"/>
                  </a:cubicBezTo>
                  <a:cubicBezTo>
                    <a:pt x="33109" y="7320"/>
                    <a:pt x="32965" y="7447"/>
                    <a:pt x="33020" y="7639"/>
                  </a:cubicBezTo>
                  <a:cubicBezTo>
                    <a:pt x="33431" y="8691"/>
                    <a:pt x="34163" y="9652"/>
                    <a:pt x="35124" y="10292"/>
                  </a:cubicBezTo>
                  <a:cubicBezTo>
                    <a:pt x="35032" y="10566"/>
                    <a:pt x="34895" y="10841"/>
                    <a:pt x="34803" y="11161"/>
                  </a:cubicBezTo>
                  <a:lnTo>
                    <a:pt x="34758" y="11115"/>
                  </a:lnTo>
                  <a:cubicBezTo>
                    <a:pt x="33934" y="10704"/>
                    <a:pt x="33248" y="10018"/>
                    <a:pt x="32928" y="9149"/>
                  </a:cubicBezTo>
                  <a:cubicBezTo>
                    <a:pt x="32974" y="8966"/>
                    <a:pt x="33066" y="8783"/>
                    <a:pt x="33111" y="8554"/>
                  </a:cubicBezTo>
                  <a:cubicBezTo>
                    <a:pt x="33168" y="8385"/>
                    <a:pt x="33015" y="8267"/>
                    <a:pt x="32868" y="8267"/>
                  </a:cubicBezTo>
                  <a:cubicBezTo>
                    <a:pt x="32777" y="8267"/>
                    <a:pt x="32689" y="8312"/>
                    <a:pt x="32654" y="8417"/>
                  </a:cubicBezTo>
                  <a:lnTo>
                    <a:pt x="32517" y="8874"/>
                  </a:lnTo>
                  <a:cubicBezTo>
                    <a:pt x="32425" y="8920"/>
                    <a:pt x="32334" y="9011"/>
                    <a:pt x="32380" y="9149"/>
                  </a:cubicBezTo>
                  <a:lnTo>
                    <a:pt x="32380" y="9194"/>
                  </a:lnTo>
                  <a:cubicBezTo>
                    <a:pt x="31694" y="11207"/>
                    <a:pt x="30733" y="13082"/>
                    <a:pt x="29498" y="14820"/>
                  </a:cubicBezTo>
                  <a:cubicBezTo>
                    <a:pt x="29374" y="15006"/>
                    <a:pt x="29525" y="15172"/>
                    <a:pt x="29692" y="15172"/>
                  </a:cubicBezTo>
                  <a:cubicBezTo>
                    <a:pt x="29770" y="15172"/>
                    <a:pt x="29852" y="15136"/>
                    <a:pt x="29910" y="15048"/>
                  </a:cubicBezTo>
                  <a:lnTo>
                    <a:pt x="29956" y="15003"/>
                  </a:lnTo>
                  <a:cubicBezTo>
                    <a:pt x="30139" y="15917"/>
                    <a:pt x="30596" y="16740"/>
                    <a:pt x="31236" y="17426"/>
                  </a:cubicBezTo>
                  <a:lnTo>
                    <a:pt x="30825" y="18021"/>
                  </a:lnTo>
                  <a:cubicBezTo>
                    <a:pt x="30367" y="17609"/>
                    <a:pt x="30001" y="17106"/>
                    <a:pt x="29773" y="16557"/>
                  </a:cubicBezTo>
                  <a:cubicBezTo>
                    <a:pt x="29717" y="16427"/>
                    <a:pt x="29607" y="16372"/>
                    <a:pt x="29507" y="16372"/>
                  </a:cubicBezTo>
                  <a:cubicBezTo>
                    <a:pt x="29361" y="16372"/>
                    <a:pt x="29234" y="16487"/>
                    <a:pt x="29315" y="16649"/>
                  </a:cubicBezTo>
                  <a:cubicBezTo>
                    <a:pt x="29544" y="17335"/>
                    <a:pt x="29956" y="17884"/>
                    <a:pt x="30459" y="18387"/>
                  </a:cubicBezTo>
                  <a:lnTo>
                    <a:pt x="30550" y="18387"/>
                  </a:lnTo>
                  <a:cubicBezTo>
                    <a:pt x="30413" y="18570"/>
                    <a:pt x="30276" y="18753"/>
                    <a:pt x="30139" y="18890"/>
                  </a:cubicBezTo>
                  <a:lnTo>
                    <a:pt x="29727" y="18295"/>
                  </a:lnTo>
                  <a:cubicBezTo>
                    <a:pt x="29683" y="18241"/>
                    <a:pt x="29629" y="18217"/>
                    <a:pt x="29574" y="18217"/>
                  </a:cubicBezTo>
                  <a:cubicBezTo>
                    <a:pt x="29400" y="18217"/>
                    <a:pt x="29222" y="18452"/>
                    <a:pt x="29361" y="18661"/>
                  </a:cubicBezTo>
                  <a:lnTo>
                    <a:pt x="29910" y="19301"/>
                  </a:lnTo>
                  <a:cubicBezTo>
                    <a:pt x="28629" y="20994"/>
                    <a:pt x="27257" y="22640"/>
                    <a:pt x="25794" y="24195"/>
                  </a:cubicBezTo>
                  <a:cubicBezTo>
                    <a:pt x="22821" y="27305"/>
                    <a:pt x="19391" y="29957"/>
                    <a:pt x="15687" y="32153"/>
                  </a:cubicBezTo>
                  <a:cubicBezTo>
                    <a:pt x="13675" y="33296"/>
                    <a:pt x="11068" y="34714"/>
                    <a:pt x="8507" y="35125"/>
                  </a:cubicBezTo>
                  <a:cubicBezTo>
                    <a:pt x="8187" y="34805"/>
                    <a:pt x="8049" y="34393"/>
                    <a:pt x="8049" y="33936"/>
                  </a:cubicBezTo>
                  <a:cubicBezTo>
                    <a:pt x="8049" y="33776"/>
                    <a:pt x="7935" y="33696"/>
                    <a:pt x="7821" y="33696"/>
                  </a:cubicBezTo>
                  <a:cubicBezTo>
                    <a:pt x="7706" y="33696"/>
                    <a:pt x="7592" y="33776"/>
                    <a:pt x="7592" y="33936"/>
                  </a:cubicBezTo>
                  <a:cubicBezTo>
                    <a:pt x="7546" y="34393"/>
                    <a:pt x="7684" y="34851"/>
                    <a:pt x="7958" y="35217"/>
                  </a:cubicBezTo>
                  <a:cubicBezTo>
                    <a:pt x="7729" y="35217"/>
                    <a:pt x="7455" y="35262"/>
                    <a:pt x="7226" y="35262"/>
                  </a:cubicBezTo>
                  <a:cubicBezTo>
                    <a:pt x="6860" y="34897"/>
                    <a:pt x="6632" y="34439"/>
                    <a:pt x="6677" y="33936"/>
                  </a:cubicBezTo>
                  <a:cubicBezTo>
                    <a:pt x="6655" y="33776"/>
                    <a:pt x="6529" y="33696"/>
                    <a:pt x="6409" y="33696"/>
                  </a:cubicBezTo>
                  <a:cubicBezTo>
                    <a:pt x="6289" y="33696"/>
                    <a:pt x="6174" y="33776"/>
                    <a:pt x="6174" y="33936"/>
                  </a:cubicBezTo>
                  <a:cubicBezTo>
                    <a:pt x="6174" y="34393"/>
                    <a:pt x="6312" y="34851"/>
                    <a:pt x="6540" y="35217"/>
                  </a:cubicBezTo>
                  <a:cubicBezTo>
                    <a:pt x="6403" y="35217"/>
                    <a:pt x="6220" y="35171"/>
                    <a:pt x="6083" y="35125"/>
                  </a:cubicBezTo>
                  <a:cubicBezTo>
                    <a:pt x="5717" y="34759"/>
                    <a:pt x="5534" y="34256"/>
                    <a:pt x="5488" y="33753"/>
                  </a:cubicBezTo>
                  <a:cubicBezTo>
                    <a:pt x="5488" y="33593"/>
                    <a:pt x="5363" y="33513"/>
                    <a:pt x="5243" y="33513"/>
                  </a:cubicBezTo>
                  <a:cubicBezTo>
                    <a:pt x="5123" y="33513"/>
                    <a:pt x="5008" y="33593"/>
                    <a:pt x="5031" y="33753"/>
                  </a:cubicBezTo>
                  <a:cubicBezTo>
                    <a:pt x="5031" y="34165"/>
                    <a:pt x="5168" y="34576"/>
                    <a:pt x="5397" y="34942"/>
                  </a:cubicBezTo>
                  <a:cubicBezTo>
                    <a:pt x="4757" y="34759"/>
                    <a:pt x="4208" y="34439"/>
                    <a:pt x="3705" y="34028"/>
                  </a:cubicBezTo>
                  <a:cubicBezTo>
                    <a:pt x="3751" y="33890"/>
                    <a:pt x="3705" y="33753"/>
                    <a:pt x="3568" y="33662"/>
                  </a:cubicBezTo>
                  <a:cubicBezTo>
                    <a:pt x="92" y="30963"/>
                    <a:pt x="1784" y="24744"/>
                    <a:pt x="3019" y="21222"/>
                  </a:cubicBezTo>
                  <a:cubicBezTo>
                    <a:pt x="4482" y="17106"/>
                    <a:pt x="6906" y="13402"/>
                    <a:pt x="10016" y="10338"/>
                  </a:cubicBezTo>
                  <a:cubicBezTo>
                    <a:pt x="14429" y="5964"/>
                    <a:pt x="21692" y="934"/>
                    <a:pt x="28533" y="934"/>
                  </a:cubicBezTo>
                  <a:close/>
                  <a:moveTo>
                    <a:pt x="67731" y="36223"/>
                  </a:moveTo>
                  <a:cubicBezTo>
                    <a:pt x="68692" y="38601"/>
                    <a:pt x="69515" y="41071"/>
                    <a:pt x="70292" y="43540"/>
                  </a:cubicBezTo>
                  <a:cubicBezTo>
                    <a:pt x="68189" y="41757"/>
                    <a:pt x="67365" y="38921"/>
                    <a:pt x="67686" y="36223"/>
                  </a:cubicBezTo>
                  <a:close/>
                  <a:moveTo>
                    <a:pt x="67228" y="43083"/>
                  </a:moveTo>
                  <a:cubicBezTo>
                    <a:pt x="67411" y="43357"/>
                    <a:pt x="67640" y="43586"/>
                    <a:pt x="67823" y="43860"/>
                  </a:cubicBezTo>
                  <a:cubicBezTo>
                    <a:pt x="67091" y="43997"/>
                    <a:pt x="66405" y="44318"/>
                    <a:pt x="65902" y="44866"/>
                  </a:cubicBezTo>
                  <a:lnTo>
                    <a:pt x="65445" y="44043"/>
                  </a:lnTo>
                  <a:lnTo>
                    <a:pt x="67228" y="43083"/>
                  </a:lnTo>
                  <a:close/>
                  <a:moveTo>
                    <a:pt x="96040" y="48479"/>
                  </a:moveTo>
                  <a:lnTo>
                    <a:pt x="96040" y="48479"/>
                  </a:lnTo>
                  <a:cubicBezTo>
                    <a:pt x="96863" y="49348"/>
                    <a:pt x="96772" y="49714"/>
                    <a:pt x="95674" y="50812"/>
                  </a:cubicBezTo>
                  <a:lnTo>
                    <a:pt x="95629" y="50766"/>
                  </a:lnTo>
                  <a:lnTo>
                    <a:pt x="95537" y="50766"/>
                  </a:lnTo>
                  <a:cubicBezTo>
                    <a:pt x="95491" y="49989"/>
                    <a:pt x="95674" y="49165"/>
                    <a:pt x="96040" y="48479"/>
                  </a:cubicBezTo>
                  <a:close/>
                  <a:moveTo>
                    <a:pt x="71619" y="48662"/>
                  </a:moveTo>
                  <a:cubicBezTo>
                    <a:pt x="71847" y="49485"/>
                    <a:pt x="72030" y="50354"/>
                    <a:pt x="72213" y="51178"/>
                  </a:cubicBezTo>
                  <a:cubicBezTo>
                    <a:pt x="71802" y="50995"/>
                    <a:pt x="71344" y="50857"/>
                    <a:pt x="70887" y="50720"/>
                  </a:cubicBezTo>
                  <a:cubicBezTo>
                    <a:pt x="70887" y="50720"/>
                    <a:pt x="70887" y="50675"/>
                    <a:pt x="70887" y="50675"/>
                  </a:cubicBezTo>
                  <a:cubicBezTo>
                    <a:pt x="70933" y="49943"/>
                    <a:pt x="71207" y="49257"/>
                    <a:pt x="71619" y="48662"/>
                  </a:cubicBezTo>
                  <a:close/>
                  <a:moveTo>
                    <a:pt x="86756" y="52458"/>
                  </a:moveTo>
                  <a:lnTo>
                    <a:pt x="87488" y="53144"/>
                  </a:lnTo>
                  <a:lnTo>
                    <a:pt x="86939" y="53419"/>
                  </a:lnTo>
                  <a:lnTo>
                    <a:pt x="86756" y="52458"/>
                  </a:lnTo>
                  <a:close/>
                  <a:moveTo>
                    <a:pt x="69055" y="50975"/>
                  </a:moveTo>
                  <a:cubicBezTo>
                    <a:pt x="70140" y="50975"/>
                    <a:pt x="71187" y="51210"/>
                    <a:pt x="72167" y="51681"/>
                  </a:cubicBezTo>
                  <a:lnTo>
                    <a:pt x="72350" y="51681"/>
                  </a:lnTo>
                  <a:cubicBezTo>
                    <a:pt x="72396" y="51955"/>
                    <a:pt x="72442" y="52275"/>
                    <a:pt x="72488" y="52504"/>
                  </a:cubicBezTo>
                  <a:cubicBezTo>
                    <a:pt x="72448" y="52472"/>
                    <a:pt x="72407" y="52458"/>
                    <a:pt x="72370" y="52458"/>
                  </a:cubicBezTo>
                  <a:cubicBezTo>
                    <a:pt x="72193" y="52458"/>
                    <a:pt x="72070" y="52765"/>
                    <a:pt x="72259" y="52915"/>
                  </a:cubicBezTo>
                  <a:cubicBezTo>
                    <a:pt x="72350" y="53007"/>
                    <a:pt x="72488" y="53053"/>
                    <a:pt x="72625" y="53053"/>
                  </a:cubicBezTo>
                  <a:cubicBezTo>
                    <a:pt x="72716" y="53464"/>
                    <a:pt x="72762" y="53876"/>
                    <a:pt x="72853" y="54287"/>
                  </a:cubicBezTo>
                  <a:cubicBezTo>
                    <a:pt x="72801" y="54252"/>
                    <a:pt x="72755" y="54238"/>
                    <a:pt x="72714" y="54238"/>
                  </a:cubicBezTo>
                  <a:cubicBezTo>
                    <a:pt x="72646" y="54238"/>
                    <a:pt x="72590" y="54277"/>
                    <a:pt x="72533" y="54333"/>
                  </a:cubicBezTo>
                  <a:lnTo>
                    <a:pt x="72259" y="54791"/>
                  </a:lnTo>
                  <a:lnTo>
                    <a:pt x="72213" y="54791"/>
                  </a:lnTo>
                  <a:cubicBezTo>
                    <a:pt x="72095" y="54783"/>
                    <a:pt x="71979" y="54779"/>
                    <a:pt x="71864" y="54779"/>
                  </a:cubicBezTo>
                  <a:cubicBezTo>
                    <a:pt x="71307" y="54779"/>
                    <a:pt x="70777" y="54868"/>
                    <a:pt x="70247" y="55019"/>
                  </a:cubicBezTo>
                  <a:lnTo>
                    <a:pt x="69835" y="53922"/>
                  </a:lnTo>
                  <a:cubicBezTo>
                    <a:pt x="69968" y="53914"/>
                    <a:pt x="70102" y="53910"/>
                    <a:pt x="70235" y="53910"/>
                  </a:cubicBezTo>
                  <a:cubicBezTo>
                    <a:pt x="70879" y="53910"/>
                    <a:pt x="71523" y="53999"/>
                    <a:pt x="72167" y="54150"/>
                  </a:cubicBezTo>
                  <a:cubicBezTo>
                    <a:pt x="72196" y="54158"/>
                    <a:pt x="72223" y="54162"/>
                    <a:pt x="72248" y="54162"/>
                  </a:cubicBezTo>
                  <a:cubicBezTo>
                    <a:pt x="72501" y="54162"/>
                    <a:pt x="72550" y="53776"/>
                    <a:pt x="72259" y="53693"/>
                  </a:cubicBezTo>
                  <a:cubicBezTo>
                    <a:pt x="71648" y="53523"/>
                    <a:pt x="70988" y="53429"/>
                    <a:pt x="70314" y="53429"/>
                  </a:cubicBezTo>
                  <a:cubicBezTo>
                    <a:pt x="70079" y="53429"/>
                    <a:pt x="69843" y="53441"/>
                    <a:pt x="69606" y="53464"/>
                  </a:cubicBezTo>
                  <a:cubicBezTo>
                    <a:pt x="69469" y="53144"/>
                    <a:pt x="69332" y="52778"/>
                    <a:pt x="69195" y="52458"/>
                  </a:cubicBezTo>
                  <a:lnTo>
                    <a:pt x="69195" y="52458"/>
                  </a:lnTo>
                  <a:lnTo>
                    <a:pt x="70064" y="52550"/>
                  </a:lnTo>
                  <a:cubicBezTo>
                    <a:pt x="70384" y="52550"/>
                    <a:pt x="70384" y="52092"/>
                    <a:pt x="70064" y="52047"/>
                  </a:cubicBezTo>
                  <a:lnTo>
                    <a:pt x="68966" y="51955"/>
                  </a:lnTo>
                  <a:cubicBezTo>
                    <a:pt x="68829" y="51635"/>
                    <a:pt x="68692" y="51315"/>
                    <a:pt x="68509" y="50995"/>
                  </a:cubicBezTo>
                  <a:cubicBezTo>
                    <a:pt x="68692" y="50982"/>
                    <a:pt x="68874" y="50975"/>
                    <a:pt x="69055" y="50975"/>
                  </a:cubicBezTo>
                  <a:close/>
                  <a:moveTo>
                    <a:pt x="83356" y="38458"/>
                  </a:moveTo>
                  <a:cubicBezTo>
                    <a:pt x="84775" y="38458"/>
                    <a:pt x="86313" y="39069"/>
                    <a:pt x="87351" y="39881"/>
                  </a:cubicBezTo>
                  <a:cubicBezTo>
                    <a:pt x="90186" y="42077"/>
                    <a:pt x="92656" y="45004"/>
                    <a:pt x="95171" y="47565"/>
                  </a:cubicBezTo>
                  <a:cubicBezTo>
                    <a:pt x="95400" y="47748"/>
                    <a:pt x="95537" y="47931"/>
                    <a:pt x="95720" y="48068"/>
                  </a:cubicBezTo>
                  <a:cubicBezTo>
                    <a:pt x="95263" y="48799"/>
                    <a:pt x="95034" y="49668"/>
                    <a:pt x="95034" y="50537"/>
                  </a:cubicBezTo>
                  <a:cubicBezTo>
                    <a:pt x="94760" y="50446"/>
                    <a:pt x="94485" y="50354"/>
                    <a:pt x="94165" y="50263"/>
                  </a:cubicBezTo>
                  <a:cubicBezTo>
                    <a:pt x="94119" y="49531"/>
                    <a:pt x="94211" y="48845"/>
                    <a:pt x="94485" y="48159"/>
                  </a:cubicBezTo>
                  <a:cubicBezTo>
                    <a:pt x="94539" y="47997"/>
                    <a:pt x="94401" y="47883"/>
                    <a:pt x="94261" y="47883"/>
                  </a:cubicBezTo>
                  <a:cubicBezTo>
                    <a:pt x="94164" y="47883"/>
                    <a:pt x="94065" y="47937"/>
                    <a:pt x="94028" y="48068"/>
                  </a:cubicBezTo>
                  <a:cubicBezTo>
                    <a:pt x="93753" y="48708"/>
                    <a:pt x="93662" y="49440"/>
                    <a:pt x="93662" y="50171"/>
                  </a:cubicBezTo>
                  <a:lnTo>
                    <a:pt x="93479" y="50126"/>
                  </a:lnTo>
                  <a:cubicBezTo>
                    <a:pt x="93453" y="50118"/>
                    <a:pt x="93427" y="50115"/>
                    <a:pt x="93403" y="50115"/>
                  </a:cubicBezTo>
                  <a:cubicBezTo>
                    <a:pt x="93139" y="50115"/>
                    <a:pt x="93048" y="50541"/>
                    <a:pt x="93342" y="50583"/>
                  </a:cubicBezTo>
                  <a:cubicBezTo>
                    <a:pt x="94028" y="50675"/>
                    <a:pt x="94668" y="50857"/>
                    <a:pt x="95308" y="51132"/>
                  </a:cubicBezTo>
                  <a:lnTo>
                    <a:pt x="95217" y="51269"/>
                  </a:lnTo>
                  <a:lnTo>
                    <a:pt x="94851" y="51635"/>
                  </a:lnTo>
                  <a:cubicBezTo>
                    <a:pt x="94359" y="51483"/>
                    <a:pt x="93835" y="51395"/>
                    <a:pt x="93305" y="51395"/>
                  </a:cubicBezTo>
                  <a:cubicBezTo>
                    <a:pt x="93196" y="51395"/>
                    <a:pt x="93086" y="51398"/>
                    <a:pt x="92976" y="51406"/>
                  </a:cubicBezTo>
                  <a:cubicBezTo>
                    <a:pt x="92714" y="51406"/>
                    <a:pt x="92702" y="51867"/>
                    <a:pt x="92942" y="51867"/>
                  </a:cubicBezTo>
                  <a:cubicBezTo>
                    <a:pt x="92953" y="51867"/>
                    <a:pt x="92964" y="51866"/>
                    <a:pt x="92976" y="51864"/>
                  </a:cubicBezTo>
                  <a:cubicBezTo>
                    <a:pt x="93065" y="51855"/>
                    <a:pt x="93154" y="51852"/>
                    <a:pt x="93243" y="51852"/>
                  </a:cubicBezTo>
                  <a:cubicBezTo>
                    <a:pt x="93657" y="51852"/>
                    <a:pt x="94071" y="51934"/>
                    <a:pt x="94485" y="52047"/>
                  </a:cubicBezTo>
                  <a:lnTo>
                    <a:pt x="93891" y="52595"/>
                  </a:lnTo>
                  <a:cubicBezTo>
                    <a:pt x="93845" y="52550"/>
                    <a:pt x="93799" y="52550"/>
                    <a:pt x="93753" y="52550"/>
                  </a:cubicBezTo>
                  <a:lnTo>
                    <a:pt x="92930" y="52412"/>
                  </a:lnTo>
                  <a:cubicBezTo>
                    <a:pt x="92904" y="52405"/>
                    <a:pt x="92878" y="52401"/>
                    <a:pt x="92855" y="52401"/>
                  </a:cubicBezTo>
                  <a:cubicBezTo>
                    <a:pt x="92591" y="52401"/>
                    <a:pt x="92500" y="52828"/>
                    <a:pt x="92793" y="52870"/>
                  </a:cubicBezTo>
                  <a:lnTo>
                    <a:pt x="93525" y="52961"/>
                  </a:lnTo>
                  <a:lnTo>
                    <a:pt x="91238" y="55248"/>
                  </a:lnTo>
                  <a:lnTo>
                    <a:pt x="83098" y="47382"/>
                  </a:lnTo>
                  <a:cubicBezTo>
                    <a:pt x="81223" y="45552"/>
                    <a:pt x="79119" y="43860"/>
                    <a:pt x="80034" y="40842"/>
                  </a:cubicBezTo>
                  <a:cubicBezTo>
                    <a:pt x="80567" y="39104"/>
                    <a:pt x="81898" y="38458"/>
                    <a:pt x="83356" y="38458"/>
                  </a:cubicBezTo>
                  <a:close/>
                  <a:moveTo>
                    <a:pt x="73814" y="54516"/>
                  </a:moveTo>
                  <a:cubicBezTo>
                    <a:pt x="74363" y="54516"/>
                    <a:pt x="74866" y="54608"/>
                    <a:pt x="75323" y="54745"/>
                  </a:cubicBezTo>
                  <a:cubicBezTo>
                    <a:pt x="75346" y="54768"/>
                    <a:pt x="75380" y="54779"/>
                    <a:pt x="75414" y="54779"/>
                  </a:cubicBezTo>
                  <a:cubicBezTo>
                    <a:pt x="75449" y="54779"/>
                    <a:pt x="75483" y="54768"/>
                    <a:pt x="75506" y="54745"/>
                  </a:cubicBezTo>
                  <a:cubicBezTo>
                    <a:pt x="75552" y="54928"/>
                    <a:pt x="75643" y="55111"/>
                    <a:pt x="75689" y="55294"/>
                  </a:cubicBezTo>
                  <a:lnTo>
                    <a:pt x="73997" y="55065"/>
                  </a:lnTo>
                  <a:lnTo>
                    <a:pt x="73951" y="55065"/>
                  </a:lnTo>
                  <a:cubicBezTo>
                    <a:pt x="73905" y="54882"/>
                    <a:pt x="73860" y="54699"/>
                    <a:pt x="73814" y="54516"/>
                  </a:cubicBezTo>
                  <a:close/>
                  <a:moveTo>
                    <a:pt x="79393" y="55129"/>
                  </a:moveTo>
                  <a:cubicBezTo>
                    <a:pt x="80487" y="55129"/>
                    <a:pt x="81570" y="55275"/>
                    <a:pt x="82595" y="55568"/>
                  </a:cubicBezTo>
                  <a:cubicBezTo>
                    <a:pt x="82183" y="55797"/>
                    <a:pt x="81771" y="55980"/>
                    <a:pt x="81360" y="56208"/>
                  </a:cubicBezTo>
                  <a:cubicBezTo>
                    <a:pt x="81360" y="56117"/>
                    <a:pt x="81268" y="56071"/>
                    <a:pt x="81177" y="56071"/>
                  </a:cubicBezTo>
                  <a:lnTo>
                    <a:pt x="81223" y="56071"/>
                  </a:lnTo>
                  <a:cubicBezTo>
                    <a:pt x="80879" y="55995"/>
                    <a:pt x="80535" y="55958"/>
                    <a:pt x="80195" y="55958"/>
                  </a:cubicBezTo>
                  <a:cubicBezTo>
                    <a:pt x="79720" y="55958"/>
                    <a:pt x="79252" y="56029"/>
                    <a:pt x="78799" y="56163"/>
                  </a:cubicBezTo>
                  <a:cubicBezTo>
                    <a:pt x="78662" y="55842"/>
                    <a:pt x="78524" y="55522"/>
                    <a:pt x="78433" y="55156"/>
                  </a:cubicBezTo>
                  <a:lnTo>
                    <a:pt x="78570" y="55156"/>
                  </a:lnTo>
                  <a:cubicBezTo>
                    <a:pt x="78844" y="55138"/>
                    <a:pt x="79119" y="55129"/>
                    <a:pt x="79393" y="55129"/>
                  </a:cubicBezTo>
                  <a:close/>
                  <a:moveTo>
                    <a:pt x="71939" y="55248"/>
                  </a:moveTo>
                  <a:lnTo>
                    <a:pt x="70933" y="56757"/>
                  </a:lnTo>
                  <a:cubicBezTo>
                    <a:pt x="70795" y="56345"/>
                    <a:pt x="70612" y="55888"/>
                    <a:pt x="70475" y="55476"/>
                  </a:cubicBezTo>
                  <a:cubicBezTo>
                    <a:pt x="70933" y="55294"/>
                    <a:pt x="71436" y="55248"/>
                    <a:pt x="71939" y="55248"/>
                  </a:cubicBezTo>
                  <a:close/>
                  <a:moveTo>
                    <a:pt x="74042" y="55522"/>
                  </a:moveTo>
                  <a:lnTo>
                    <a:pt x="75643" y="55751"/>
                  </a:lnTo>
                  <a:cubicBezTo>
                    <a:pt x="75735" y="55751"/>
                    <a:pt x="75780" y="55751"/>
                    <a:pt x="75872" y="55705"/>
                  </a:cubicBezTo>
                  <a:cubicBezTo>
                    <a:pt x="76055" y="56208"/>
                    <a:pt x="76283" y="56666"/>
                    <a:pt x="76558" y="57123"/>
                  </a:cubicBezTo>
                  <a:lnTo>
                    <a:pt x="74408" y="56666"/>
                  </a:lnTo>
                  <a:cubicBezTo>
                    <a:pt x="74363" y="56666"/>
                    <a:pt x="74317" y="56666"/>
                    <a:pt x="74225" y="56711"/>
                  </a:cubicBezTo>
                  <a:cubicBezTo>
                    <a:pt x="74180" y="56300"/>
                    <a:pt x="74134" y="55934"/>
                    <a:pt x="74042" y="55522"/>
                  </a:cubicBezTo>
                  <a:close/>
                  <a:moveTo>
                    <a:pt x="80081" y="56468"/>
                  </a:moveTo>
                  <a:cubicBezTo>
                    <a:pt x="80334" y="56468"/>
                    <a:pt x="80592" y="56490"/>
                    <a:pt x="80857" y="56528"/>
                  </a:cubicBezTo>
                  <a:cubicBezTo>
                    <a:pt x="80354" y="56757"/>
                    <a:pt x="79896" y="56986"/>
                    <a:pt x="79439" y="57260"/>
                  </a:cubicBezTo>
                  <a:cubicBezTo>
                    <a:pt x="79302" y="57031"/>
                    <a:pt x="79165" y="56803"/>
                    <a:pt x="79027" y="56620"/>
                  </a:cubicBezTo>
                  <a:cubicBezTo>
                    <a:pt x="79376" y="56513"/>
                    <a:pt x="79724" y="56468"/>
                    <a:pt x="80081" y="56468"/>
                  </a:cubicBezTo>
                  <a:close/>
                  <a:moveTo>
                    <a:pt x="80216" y="45873"/>
                  </a:moveTo>
                  <a:cubicBezTo>
                    <a:pt x="82092" y="48022"/>
                    <a:pt x="84058" y="50034"/>
                    <a:pt x="86162" y="51909"/>
                  </a:cubicBezTo>
                  <a:lnTo>
                    <a:pt x="86482" y="53647"/>
                  </a:lnTo>
                  <a:lnTo>
                    <a:pt x="85659" y="54013"/>
                  </a:lnTo>
                  <a:cubicBezTo>
                    <a:pt x="85476" y="53556"/>
                    <a:pt x="85339" y="53053"/>
                    <a:pt x="85293" y="52550"/>
                  </a:cubicBezTo>
                  <a:cubicBezTo>
                    <a:pt x="85270" y="52390"/>
                    <a:pt x="85144" y="52309"/>
                    <a:pt x="85030" y="52309"/>
                  </a:cubicBezTo>
                  <a:cubicBezTo>
                    <a:pt x="84916" y="52309"/>
                    <a:pt x="84813" y="52390"/>
                    <a:pt x="84836" y="52550"/>
                  </a:cubicBezTo>
                  <a:cubicBezTo>
                    <a:pt x="84881" y="53144"/>
                    <a:pt x="85018" y="53693"/>
                    <a:pt x="85247" y="54242"/>
                  </a:cubicBezTo>
                  <a:lnTo>
                    <a:pt x="84836" y="54425"/>
                  </a:lnTo>
                  <a:lnTo>
                    <a:pt x="84653" y="54379"/>
                  </a:lnTo>
                  <a:cubicBezTo>
                    <a:pt x="84653" y="54333"/>
                    <a:pt x="84607" y="54287"/>
                    <a:pt x="84607" y="54242"/>
                  </a:cubicBezTo>
                  <a:cubicBezTo>
                    <a:pt x="84195" y="53556"/>
                    <a:pt x="84012" y="52778"/>
                    <a:pt x="84012" y="51955"/>
                  </a:cubicBezTo>
                  <a:cubicBezTo>
                    <a:pt x="83989" y="51818"/>
                    <a:pt x="83887" y="51749"/>
                    <a:pt x="83784" y="51749"/>
                  </a:cubicBezTo>
                  <a:cubicBezTo>
                    <a:pt x="83681" y="51749"/>
                    <a:pt x="83578" y="51818"/>
                    <a:pt x="83555" y="51955"/>
                  </a:cubicBezTo>
                  <a:cubicBezTo>
                    <a:pt x="83509" y="52733"/>
                    <a:pt x="83692" y="53464"/>
                    <a:pt x="84012" y="54105"/>
                  </a:cubicBezTo>
                  <a:lnTo>
                    <a:pt x="83646" y="53967"/>
                  </a:lnTo>
                  <a:cubicBezTo>
                    <a:pt x="83622" y="53959"/>
                    <a:pt x="83598" y="53955"/>
                    <a:pt x="83576" y="53955"/>
                  </a:cubicBezTo>
                  <a:cubicBezTo>
                    <a:pt x="83351" y="53955"/>
                    <a:pt x="83264" y="54345"/>
                    <a:pt x="83555" y="54470"/>
                  </a:cubicBezTo>
                  <a:lnTo>
                    <a:pt x="84287" y="54745"/>
                  </a:lnTo>
                  <a:lnTo>
                    <a:pt x="83006" y="55385"/>
                  </a:lnTo>
                  <a:cubicBezTo>
                    <a:pt x="83006" y="55294"/>
                    <a:pt x="82915" y="55156"/>
                    <a:pt x="82823" y="55156"/>
                  </a:cubicBezTo>
                  <a:cubicBezTo>
                    <a:pt x="81720" y="54826"/>
                    <a:pt x="80558" y="54672"/>
                    <a:pt x="79409" y="54672"/>
                  </a:cubicBezTo>
                  <a:cubicBezTo>
                    <a:pt x="79128" y="54672"/>
                    <a:pt x="78848" y="54681"/>
                    <a:pt x="78570" y="54699"/>
                  </a:cubicBezTo>
                  <a:cubicBezTo>
                    <a:pt x="78433" y="54699"/>
                    <a:pt x="78341" y="54791"/>
                    <a:pt x="78341" y="54928"/>
                  </a:cubicBezTo>
                  <a:cubicBezTo>
                    <a:pt x="78302" y="54908"/>
                    <a:pt x="78259" y="54899"/>
                    <a:pt x="78216" y="54899"/>
                  </a:cubicBezTo>
                  <a:cubicBezTo>
                    <a:pt x="78058" y="54899"/>
                    <a:pt x="77904" y="55022"/>
                    <a:pt x="77976" y="55202"/>
                  </a:cubicBezTo>
                  <a:cubicBezTo>
                    <a:pt x="78158" y="56025"/>
                    <a:pt x="78479" y="56757"/>
                    <a:pt x="78982" y="57443"/>
                  </a:cubicBezTo>
                  <a:lnTo>
                    <a:pt x="78707" y="57580"/>
                  </a:lnTo>
                  <a:cubicBezTo>
                    <a:pt x="78707" y="57580"/>
                    <a:pt x="78707" y="57580"/>
                    <a:pt x="78707" y="57535"/>
                  </a:cubicBezTo>
                  <a:cubicBezTo>
                    <a:pt x="78067" y="56666"/>
                    <a:pt x="77518" y="55705"/>
                    <a:pt x="77152" y="54699"/>
                  </a:cubicBezTo>
                  <a:cubicBezTo>
                    <a:pt x="77115" y="54568"/>
                    <a:pt x="77017" y="54514"/>
                    <a:pt x="76920" y="54514"/>
                  </a:cubicBezTo>
                  <a:cubicBezTo>
                    <a:pt x="76779" y="54514"/>
                    <a:pt x="76641" y="54628"/>
                    <a:pt x="76695" y="54791"/>
                  </a:cubicBezTo>
                  <a:cubicBezTo>
                    <a:pt x="77061" y="55888"/>
                    <a:pt x="77655" y="56894"/>
                    <a:pt x="78341" y="57809"/>
                  </a:cubicBezTo>
                  <a:lnTo>
                    <a:pt x="77747" y="58083"/>
                  </a:lnTo>
                  <a:cubicBezTo>
                    <a:pt x="77793" y="57992"/>
                    <a:pt x="77793" y="57900"/>
                    <a:pt x="77701" y="57855"/>
                  </a:cubicBezTo>
                  <a:cubicBezTo>
                    <a:pt x="76786" y="56711"/>
                    <a:pt x="76146" y="55385"/>
                    <a:pt x="75872" y="53922"/>
                  </a:cubicBezTo>
                  <a:cubicBezTo>
                    <a:pt x="75835" y="53794"/>
                    <a:pt x="75741" y="53739"/>
                    <a:pt x="75647" y="53739"/>
                  </a:cubicBezTo>
                  <a:cubicBezTo>
                    <a:pt x="75504" y="53739"/>
                    <a:pt x="75359" y="53866"/>
                    <a:pt x="75414" y="54059"/>
                  </a:cubicBezTo>
                  <a:cubicBezTo>
                    <a:pt x="75414" y="54105"/>
                    <a:pt x="75414" y="54196"/>
                    <a:pt x="75460" y="54242"/>
                  </a:cubicBezTo>
                  <a:cubicBezTo>
                    <a:pt x="75006" y="54090"/>
                    <a:pt x="74551" y="54001"/>
                    <a:pt x="74096" y="54001"/>
                  </a:cubicBezTo>
                  <a:cubicBezTo>
                    <a:pt x="74002" y="54001"/>
                    <a:pt x="73908" y="54005"/>
                    <a:pt x="73814" y="54013"/>
                  </a:cubicBezTo>
                  <a:lnTo>
                    <a:pt x="73677" y="53373"/>
                  </a:lnTo>
                  <a:cubicBezTo>
                    <a:pt x="73727" y="53364"/>
                    <a:pt x="73777" y="53361"/>
                    <a:pt x="73827" y="53361"/>
                  </a:cubicBezTo>
                  <a:cubicBezTo>
                    <a:pt x="74050" y="53361"/>
                    <a:pt x="74267" y="53435"/>
                    <a:pt x="74454" y="53510"/>
                  </a:cubicBezTo>
                  <a:cubicBezTo>
                    <a:pt x="74492" y="53529"/>
                    <a:pt x="74530" y="53538"/>
                    <a:pt x="74565" y="53538"/>
                  </a:cubicBezTo>
                  <a:cubicBezTo>
                    <a:pt x="74783" y="53538"/>
                    <a:pt x="74919" y="53216"/>
                    <a:pt x="74683" y="53098"/>
                  </a:cubicBezTo>
                  <a:cubicBezTo>
                    <a:pt x="74438" y="52959"/>
                    <a:pt x="74140" y="52899"/>
                    <a:pt x="73850" y="52899"/>
                  </a:cubicBezTo>
                  <a:cubicBezTo>
                    <a:pt x="73760" y="52899"/>
                    <a:pt x="73672" y="52905"/>
                    <a:pt x="73585" y="52915"/>
                  </a:cubicBezTo>
                  <a:cubicBezTo>
                    <a:pt x="73219" y="51040"/>
                    <a:pt x="72808" y="49211"/>
                    <a:pt x="72350" y="47382"/>
                  </a:cubicBezTo>
                  <a:cubicBezTo>
                    <a:pt x="75003" y="47016"/>
                    <a:pt x="77655" y="46559"/>
                    <a:pt x="80216" y="45873"/>
                  </a:cubicBezTo>
                  <a:close/>
                  <a:moveTo>
                    <a:pt x="72945" y="54653"/>
                  </a:moveTo>
                  <a:lnTo>
                    <a:pt x="73174" y="56117"/>
                  </a:lnTo>
                  <a:cubicBezTo>
                    <a:pt x="73136" y="56098"/>
                    <a:pt x="73098" y="56087"/>
                    <a:pt x="73063" y="56087"/>
                  </a:cubicBezTo>
                  <a:cubicBezTo>
                    <a:pt x="73014" y="56087"/>
                    <a:pt x="72972" y="56109"/>
                    <a:pt x="72945" y="56163"/>
                  </a:cubicBezTo>
                  <a:cubicBezTo>
                    <a:pt x="72350" y="56849"/>
                    <a:pt x="71893" y="57626"/>
                    <a:pt x="71573" y="58495"/>
                  </a:cubicBezTo>
                  <a:cubicBezTo>
                    <a:pt x="71436" y="58129"/>
                    <a:pt x="71298" y="57763"/>
                    <a:pt x="71161" y="57352"/>
                  </a:cubicBezTo>
                  <a:lnTo>
                    <a:pt x="71161" y="57306"/>
                  </a:lnTo>
                  <a:lnTo>
                    <a:pt x="72945" y="54653"/>
                  </a:lnTo>
                  <a:close/>
                  <a:moveTo>
                    <a:pt x="74317" y="57169"/>
                  </a:moveTo>
                  <a:lnTo>
                    <a:pt x="76695" y="57626"/>
                  </a:lnTo>
                  <a:cubicBezTo>
                    <a:pt x="76741" y="57649"/>
                    <a:pt x="76775" y="57660"/>
                    <a:pt x="76809" y="57660"/>
                  </a:cubicBezTo>
                  <a:cubicBezTo>
                    <a:pt x="76844" y="57660"/>
                    <a:pt x="76878" y="57649"/>
                    <a:pt x="76924" y="57626"/>
                  </a:cubicBezTo>
                  <a:cubicBezTo>
                    <a:pt x="77061" y="57809"/>
                    <a:pt x="77198" y="57992"/>
                    <a:pt x="77335" y="58221"/>
                  </a:cubicBezTo>
                  <a:cubicBezTo>
                    <a:pt x="77381" y="58221"/>
                    <a:pt x="77427" y="58266"/>
                    <a:pt x="77472" y="58266"/>
                  </a:cubicBezTo>
                  <a:lnTo>
                    <a:pt x="77107" y="58495"/>
                  </a:lnTo>
                  <a:lnTo>
                    <a:pt x="77107" y="58449"/>
                  </a:lnTo>
                  <a:cubicBezTo>
                    <a:pt x="76786" y="58403"/>
                    <a:pt x="76512" y="58403"/>
                    <a:pt x="76192" y="58403"/>
                  </a:cubicBezTo>
                  <a:cubicBezTo>
                    <a:pt x="75643" y="58312"/>
                    <a:pt x="75049" y="58221"/>
                    <a:pt x="74500" y="58175"/>
                  </a:cubicBezTo>
                  <a:cubicBezTo>
                    <a:pt x="74454" y="57809"/>
                    <a:pt x="74363" y="57489"/>
                    <a:pt x="74317" y="57169"/>
                  </a:cubicBezTo>
                  <a:close/>
                  <a:moveTo>
                    <a:pt x="74546" y="58632"/>
                  </a:moveTo>
                  <a:lnTo>
                    <a:pt x="74546" y="58632"/>
                  </a:lnTo>
                  <a:cubicBezTo>
                    <a:pt x="75094" y="58678"/>
                    <a:pt x="75643" y="58815"/>
                    <a:pt x="76192" y="58861"/>
                  </a:cubicBezTo>
                  <a:lnTo>
                    <a:pt x="76329" y="58861"/>
                  </a:lnTo>
                  <a:lnTo>
                    <a:pt x="74683" y="59730"/>
                  </a:lnTo>
                  <a:cubicBezTo>
                    <a:pt x="74637" y="59364"/>
                    <a:pt x="74591" y="58998"/>
                    <a:pt x="74546" y="58632"/>
                  </a:cubicBezTo>
                  <a:close/>
                  <a:moveTo>
                    <a:pt x="73265" y="56528"/>
                  </a:moveTo>
                  <a:cubicBezTo>
                    <a:pt x="73311" y="56940"/>
                    <a:pt x="73402" y="57397"/>
                    <a:pt x="73448" y="57809"/>
                  </a:cubicBezTo>
                  <a:lnTo>
                    <a:pt x="72350" y="59775"/>
                  </a:lnTo>
                  <a:cubicBezTo>
                    <a:pt x="72350" y="59775"/>
                    <a:pt x="72350" y="59821"/>
                    <a:pt x="72350" y="59867"/>
                  </a:cubicBezTo>
                  <a:cubicBezTo>
                    <a:pt x="72305" y="59844"/>
                    <a:pt x="72259" y="59833"/>
                    <a:pt x="72207" y="59833"/>
                  </a:cubicBezTo>
                  <a:cubicBezTo>
                    <a:pt x="72156" y="59833"/>
                    <a:pt x="72099" y="59844"/>
                    <a:pt x="72030" y="59867"/>
                  </a:cubicBezTo>
                  <a:cubicBezTo>
                    <a:pt x="71939" y="59684"/>
                    <a:pt x="71893" y="59501"/>
                    <a:pt x="71847" y="59318"/>
                  </a:cubicBezTo>
                  <a:cubicBezTo>
                    <a:pt x="72076" y="58266"/>
                    <a:pt x="72579" y="57306"/>
                    <a:pt x="73265" y="56528"/>
                  </a:cubicBezTo>
                  <a:close/>
                  <a:moveTo>
                    <a:pt x="73585" y="58632"/>
                  </a:moveTo>
                  <a:cubicBezTo>
                    <a:pt x="73722" y="59501"/>
                    <a:pt x="73814" y="60370"/>
                    <a:pt x="73951" y="61193"/>
                  </a:cubicBezTo>
                  <a:lnTo>
                    <a:pt x="73951" y="61239"/>
                  </a:lnTo>
                  <a:lnTo>
                    <a:pt x="72442" y="61147"/>
                  </a:lnTo>
                  <a:cubicBezTo>
                    <a:pt x="72350" y="60873"/>
                    <a:pt x="72259" y="60644"/>
                    <a:pt x="72213" y="60370"/>
                  </a:cubicBezTo>
                  <a:cubicBezTo>
                    <a:pt x="72278" y="60362"/>
                    <a:pt x="72344" y="60358"/>
                    <a:pt x="72411" y="60358"/>
                  </a:cubicBezTo>
                  <a:cubicBezTo>
                    <a:pt x="72723" y="60358"/>
                    <a:pt x="73055" y="60440"/>
                    <a:pt x="73356" y="60553"/>
                  </a:cubicBezTo>
                  <a:cubicBezTo>
                    <a:pt x="73385" y="60561"/>
                    <a:pt x="73412" y="60565"/>
                    <a:pt x="73438" y="60565"/>
                  </a:cubicBezTo>
                  <a:cubicBezTo>
                    <a:pt x="73698" y="60565"/>
                    <a:pt x="73785" y="60175"/>
                    <a:pt x="73494" y="60050"/>
                  </a:cubicBezTo>
                  <a:cubicBezTo>
                    <a:pt x="73311" y="60004"/>
                    <a:pt x="73082" y="59958"/>
                    <a:pt x="72899" y="59913"/>
                  </a:cubicBezTo>
                  <a:lnTo>
                    <a:pt x="73585" y="58632"/>
                  </a:lnTo>
                  <a:close/>
                  <a:moveTo>
                    <a:pt x="72579" y="61605"/>
                  </a:moveTo>
                  <a:lnTo>
                    <a:pt x="73768" y="61696"/>
                  </a:lnTo>
                  <a:cubicBezTo>
                    <a:pt x="73722" y="61788"/>
                    <a:pt x="73722" y="61879"/>
                    <a:pt x="73768" y="61971"/>
                  </a:cubicBezTo>
                  <a:cubicBezTo>
                    <a:pt x="73814" y="62062"/>
                    <a:pt x="73814" y="62154"/>
                    <a:pt x="73814" y="62291"/>
                  </a:cubicBezTo>
                  <a:lnTo>
                    <a:pt x="72808" y="62336"/>
                  </a:lnTo>
                  <a:cubicBezTo>
                    <a:pt x="72716" y="62108"/>
                    <a:pt x="72625" y="61879"/>
                    <a:pt x="72533" y="61605"/>
                  </a:cubicBezTo>
                  <a:close/>
                  <a:moveTo>
                    <a:pt x="73814" y="62748"/>
                  </a:moveTo>
                  <a:cubicBezTo>
                    <a:pt x="73814" y="62794"/>
                    <a:pt x="73814" y="62840"/>
                    <a:pt x="73814" y="62885"/>
                  </a:cubicBezTo>
                  <a:lnTo>
                    <a:pt x="73128" y="63526"/>
                  </a:lnTo>
                  <a:cubicBezTo>
                    <a:pt x="73036" y="63297"/>
                    <a:pt x="72945" y="63068"/>
                    <a:pt x="72899" y="62840"/>
                  </a:cubicBezTo>
                  <a:lnTo>
                    <a:pt x="73814" y="62748"/>
                  </a:lnTo>
                  <a:close/>
                  <a:moveTo>
                    <a:pt x="74225" y="63800"/>
                  </a:moveTo>
                  <a:lnTo>
                    <a:pt x="79485" y="66407"/>
                  </a:lnTo>
                  <a:lnTo>
                    <a:pt x="78250" y="67596"/>
                  </a:lnTo>
                  <a:cubicBezTo>
                    <a:pt x="78250" y="67550"/>
                    <a:pt x="78204" y="67550"/>
                    <a:pt x="78158" y="67550"/>
                  </a:cubicBezTo>
                  <a:lnTo>
                    <a:pt x="78204" y="67596"/>
                  </a:lnTo>
                  <a:cubicBezTo>
                    <a:pt x="77793" y="67413"/>
                    <a:pt x="77427" y="67230"/>
                    <a:pt x="77061" y="66956"/>
                  </a:cubicBezTo>
                  <a:cubicBezTo>
                    <a:pt x="77024" y="66926"/>
                    <a:pt x="76987" y="66913"/>
                    <a:pt x="76952" y="66913"/>
                  </a:cubicBezTo>
                  <a:cubicBezTo>
                    <a:pt x="76770" y="66913"/>
                    <a:pt x="76640" y="67260"/>
                    <a:pt x="76832" y="67413"/>
                  </a:cubicBezTo>
                  <a:cubicBezTo>
                    <a:pt x="77152" y="67596"/>
                    <a:pt x="77518" y="67824"/>
                    <a:pt x="77930" y="67962"/>
                  </a:cubicBezTo>
                  <a:lnTo>
                    <a:pt x="76466" y="69334"/>
                  </a:lnTo>
                  <a:cubicBezTo>
                    <a:pt x="74957" y="68282"/>
                    <a:pt x="73448" y="67138"/>
                    <a:pt x="71984" y="65904"/>
                  </a:cubicBezTo>
                  <a:lnTo>
                    <a:pt x="72853" y="65080"/>
                  </a:lnTo>
                  <a:cubicBezTo>
                    <a:pt x="73448" y="65401"/>
                    <a:pt x="73997" y="65721"/>
                    <a:pt x="74546" y="66087"/>
                  </a:cubicBezTo>
                  <a:cubicBezTo>
                    <a:pt x="74584" y="66106"/>
                    <a:pt x="74621" y="66114"/>
                    <a:pt x="74656" y="66114"/>
                  </a:cubicBezTo>
                  <a:cubicBezTo>
                    <a:pt x="74874" y="66114"/>
                    <a:pt x="75011" y="65787"/>
                    <a:pt x="74774" y="65629"/>
                  </a:cubicBezTo>
                  <a:lnTo>
                    <a:pt x="73219" y="64715"/>
                  </a:lnTo>
                  <a:lnTo>
                    <a:pt x="74225" y="63800"/>
                  </a:lnTo>
                  <a:close/>
                  <a:moveTo>
                    <a:pt x="71619" y="66270"/>
                  </a:moveTo>
                  <a:cubicBezTo>
                    <a:pt x="73082" y="67459"/>
                    <a:pt x="74591" y="68602"/>
                    <a:pt x="76100" y="69700"/>
                  </a:cubicBezTo>
                  <a:lnTo>
                    <a:pt x="73311" y="72398"/>
                  </a:lnTo>
                  <a:cubicBezTo>
                    <a:pt x="73311" y="72398"/>
                    <a:pt x="73311" y="72352"/>
                    <a:pt x="73311" y="72352"/>
                  </a:cubicBezTo>
                  <a:lnTo>
                    <a:pt x="69469" y="68328"/>
                  </a:lnTo>
                  <a:lnTo>
                    <a:pt x="70247" y="67550"/>
                  </a:lnTo>
                  <a:cubicBezTo>
                    <a:pt x="70292" y="67596"/>
                    <a:pt x="70292" y="67596"/>
                    <a:pt x="70338" y="67642"/>
                  </a:cubicBezTo>
                  <a:lnTo>
                    <a:pt x="72762" y="69791"/>
                  </a:lnTo>
                  <a:cubicBezTo>
                    <a:pt x="72809" y="69829"/>
                    <a:pt x="72863" y="69845"/>
                    <a:pt x="72915" y="69845"/>
                  </a:cubicBezTo>
                  <a:cubicBezTo>
                    <a:pt x="73117" y="69845"/>
                    <a:pt x="73309" y="69606"/>
                    <a:pt x="73128" y="69425"/>
                  </a:cubicBezTo>
                  <a:lnTo>
                    <a:pt x="70658" y="67276"/>
                  </a:lnTo>
                  <a:lnTo>
                    <a:pt x="70612" y="67230"/>
                  </a:lnTo>
                  <a:cubicBezTo>
                    <a:pt x="70933" y="66910"/>
                    <a:pt x="71298" y="66590"/>
                    <a:pt x="71619" y="66270"/>
                  </a:cubicBezTo>
                  <a:close/>
                  <a:moveTo>
                    <a:pt x="39285" y="4072"/>
                  </a:moveTo>
                  <a:cubicBezTo>
                    <a:pt x="40840" y="4804"/>
                    <a:pt x="42349" y="5627"/>
                    <a:pt x="43767" y="6542"/>
                  </a:cubicBezTo>
                  <a:cubicBezTo>
                    <a:pt x="44270" y="6862"/>
                    <a:pt x="44728" y="7136"/>
                    <a:pt x="45185" y="7457"/>
                  </a:cubicBezTo>
                  <a:cubicBezTo>
                    <a:pt x="44865" y="8051"/>
                    <a:pt x="44773" y="8737"/>
                    <a:pt x="44819" y="9377"/>
                  </a:cubicBezTo>
                  <a:cubicBezTo>
                    <a:pt x="44842" y="9537"/>
                    <a:pt x="44979" y="9617"/>
                    <a:pt x="45105" y="9617"/>
                  </a:cubicBezTo>
                  <a:cubicBezTo>
                    <a:pt x="45231" y="9617"/>
                    <a:pt x="45345" y="9537"/>
                    <a:pt x="45322" y="9377"/>
                  </a:cubicBezTo>
                  <a:cubicBezTo>
                    <a:pt x="45231" y="8829"/>
                    <a:pt x="45368" y="8234"/>
                    <a:pt x="45596" y="7731"/>
                  </a:cubicBezTo>
                  <a:lnTo>
                    <a:pt x="46328" y="8234"/>
                  </a:lnTo>
                  <a:cubicBezTo>
                    <a:pt x="46054" y="8966"/>
                    <a:pt x="45917" y="9697"/>
                    <a:pt x="45962" y="10475"/>
                  </a:cubicBezTo>
                  <a:cubicBezTo>
                    <a:pt x="45962" y="10635"/>
                    <a:pt x="46077" y="10715"/>
                    <a:pt x="46191" y="10715"/>
                  </a:cubicBezTo>
                  <a:cubicBezTo>
                    <a:pt x="46305" y="10715"/>
                    <a:pt x="46420" y="10635"/>
                    <a:pt x="46420" y="10475"/>
                  </a:cubicBezTo>
                  <a:cubicBezTo>
                    <a:pt x="46420" y="9835"/>
                    <a:pt x="46511" y="9149"/>
                    <a:pt x="46740" y="8508"/>
                  </a:cubicBezTo>
                  <a:cubicBezTo>
                    <a:pt x="47014" y="8691"/>
                    <a:pt x="47243" y="8920"/>
                    <a:pt x="47517" y="9103"/>
                  </a:cubicBezTo>
                  <a:cubicBezTo>
                    <a:pt x="47334" y="9835"/>
                    <a:pt x="47197" y="10612"/>
                    <a:pt x="47106" y="11344"/>
                  </a:cubicBezTo>
                  <a:cubicBezTo>
                    <a:pt x="47106" y="11504"/>
                    <a:pt x="47220" y="11584"/>
                    <a:pt x="47340" y="11584"/>
                  </a:cubicBezTo>
                  <a:cubicBezTo>
                    <a:pt x="47460" y="11584"/>
                    <a:pt x="47586" y="11504"/>
                    <a:pt x="47609" y="11344"/>
                  </a:cubicBezTo>
                  <a:cubicBezTo>
                    <a:pt x="47654" y="10704"/>
                    <a:pt x="47792" y="10063"/>
                    <a:pt x="47929" y="9423"/>
                  </a:cubicBezTo>
                  <a:lnTo>
                    <a:pt x="48843" y="10109"/>
                  </a:lnTo>
                  <a:cubicBezTo>
                    <a:pt x="48752" y="10155"/>
                    <a:pt x="48752" y="10201"/>
                    <a:pt x="48752" y="10292"/>
                  </a:cubicBezTo>
                  <a:cubicBezTo>
                    <a:pt x="48615" y="10658"/>
                    <a:pt x="48615" y="11069"/>
                    <a:pt x="48615" y="11435"/>
                  </a:cubicBezTo>
                  <a:lnTo>
                    <a:pt x="48203" y="11435"/>
                  </a:lnTo>
                  <a:cubicBezTo>
                    <a:pt x="47883" y="11435"/>
                    <a:pt x="47883" y="11938"/>
                    <a:pt x="48203" y="11938"/>
                  </a:cubicBezTo>
                  <a:cubicBezTo>
                    <a:pt x="49072" y="11893"/>
                    <a:pt x="49895" y="11801"/>
                    <a:pt x="50719" y="11710"/>
                  </a:cubicBezTo>
                  <a:lnTo>
                    <a:pt x="51084" y="12030"/>
                  </a:lnTo>
                  <a:cubicBezTo>
                    <a:pt x="51084" y="12259"/>
                    <a:pt x="51130" y="12487"/>
                    <a:pt x="51176" y="12716"/>
                  </a:cubicBezTo>
                  <a:cubicBezTo>
                    <a:pt x="50757" y="12776"/>
                    <a:pt x="50346" y="12809"/>
                    <a:pt x="49941" y="12809"/>
                  </a:cubicBezTo>
                  <a:cubicBezTo>
                    <a:pt x="49417" y="12809"/>
                    <a:pt x="48902" y="12753"/>
                    <a:pt x="48386" y="12624"/>
                  </a:cubicBezTo>
                  <a:cubicBezTo>
                    <a:pt x="48371" y="12622"/>
                    <a:pt x="48356" y="12621"/>
                    <a:pt x="48342" y="12621"/>
                  </a:cubicBezTo>
                  <a:cubicBezTo>
                    <a:pt x="48054" y="12621"/>
                    <a:pt x="47944" y="13040"/>
                    <a:pt x="48249" y="13127"/>
                  </a:cubicBezTo>
                  <a:cubicBezTo>
                    <a:pt x="48858" y="13238"/>
                    <a:pt x="49467" y="13299"/>
                    <a:pt x="50077" y="13299"/>
                  </a:cubicBezTo>
                  <a:cubicBezTo>
                    <a:pt x="50474" y="13299"/>
                    <a:pt x="50870" y="13273"/>
                    <a:pt x="51267" y="13219"/>
                  </a:cubicBezTo>
                  <a:cubicBezTo>
                    <a:pt x="51496" y="14682"/>
                    <a:pt x="51999" y="16100"/>
                    <a:pt x="52731" y="17381"/>
                  </a:cubicBezTo>
                  <a:cubicBezTo>
                    <a:pt x="52775" y="17483"/>
                    <a:pt x="52852" y="17525"/>
                    <a:pt x="52930" y="17525"/>
                  </a:cubicBezTo>
                  <a:cubicBezTo>
                    <a:pt x="53095" y="17525"/>
                    <a:pt x="53267" y="17338"/>
                    <a:pt x="53142" y="17152"/>
                  </a:cubicBezTo>
                  <a:cubicBezTo>
                    <a:pt x="52319" y="15734"/>
                    <a:pt x="51816" y="14134"/>
                    <a:pt x="51633" y="12533"/>
                  </a:cubicBezTo>
                  <a:lnTo>
                    <a:pt x="51633" y="12533"/>
                  </a:lnTo>
                  <a:lnTo>
                    <a:pt x="51725" y="12579"/>
                  </a:lnTo>
                  <a:cubicBezTo>
                    <a:pt x="52091" y="12945"/>
                    <a:pt x="52411" y="13265"/>
                    <a:pt x="52777" y="13585"/>
                  </a:cubicBezTo>
                  <a:lnTo>
                    <a:pt x="52777" y="13676"/>
                  </a:lnTo>
                  <a:cubicBezTo>
                    <a:pt x="52685" y="14499"/>
                    <a:pt x="52868" y="15323"/>
                    <a:pt x="53234" y="16100"/>
                  </a:cubicBezTo>
                  <a:cubicBezTo>
                    <a:pt x="53263" y="16188"/>
                    <a:pt x="53329" y="16224"/>
                    <a:pt x="53402" y="16224"/>
                  </a:cubicBezTo>
                  <a:cubicBezTo>
                    <a:pt x="53557" y="16224"/>
                    <a:pt x="53739" y="16058"/>
                    <a:pt x="53645" y="15871"/>
                  </a:cubicBezTo>
                  <a:cubicBezTo>
                    <a:pt x="53371" y="15277"/>
                    <a:pt x="53234" y="14682"/>
                    <a:pt x="53234" y="14042"/>
                  </a:cubicBezTo>
                  <a:lnTo>
                    <a:pt x="53234" y="14042"/>
                  </a:lnTo>
                  <a:cubicBezTo>
                    <a:pt x="53600" y="14408"/>
                    <a:pt x="53966" y="14774"/>
                    <a:pt x="54331" y="15140"/>
                  </a:cubicBezTo>
                  <a:cubicBezTo>
                    <a:pt x="54835" y="16375"/>
                    <a:pt x="55658" y="17426"/>
                    <a:pt x="56755" y="18204"/>
                  </a:cubicBezTo>
                  <a:cubicBezTo>
                    <a:pt x="56778" y="18250"/>
                    <a:pt x="56824" y="18272"/>
                    <a:pt x="56870" y="18272"/>
                  </a:cubicBezTo>
                  <a:cubicBezTo>
                    <a:pt x="56915" y="18272"/>
                    <a:pt x="56961" y="18250"/>
                    <a:pt x="56984" y="18204"/>
                  </a:cubicBezTo>
                  <a:cubicBezTo>
                    <a:pt x="57350" y="18661"/>
                    <a:pt x="57761" y="19119"/>
                    <a:pt x="58082" y="19576"/>
                  </a:cubicBezTo>
                  <a:cubicBezTo>
                    <a:pt x="57121" y="19347"/>
                    <a:pt x="56207" y="18890"/>
                    <a:pt x="55429" y="18204"/>
                  </a:cubicBezTo>
                  <a:cubicBezTo>
                    <a:pt x="55382" y="18166"/>
                    <a:pt x="55330" y="18150"/>
                    <a:pt x="55281" y="18150"/>
                  </a:cubicBezTo>
                  <a:cubicBezTo>
                    <a:pt x="55091" y="18150"/>
                    <a:pt x="54928" y="18388"/>
                    <a:pt x="55109" y="18570"/>
                  </a:cubicBezTo>
                  <a:cubicBezTo>
                    <a:pt x="55932" y="19301"/>
                    <a:pt x="56938" y="19805"/>
                    <a:pt x="58082" y="20033"/>
                  </a:cubicBezTo>
                  <a:cubicBezTo>
                    <a:pt x="58173" y="20033"/>
                    <a:pt x="58310" y="19942"/>
                    <a:pt x="58356" y="19805"/>
                  </a:cubicBezTo>
                  <a:cubicBezTo>
                    <a:pt x="58539" y="20079"/>
                    <a:pt x="58768" y="20399"/>
                    <a:pt x="58951" y="20628"/>
                  </a:cubicBezTo>
                  <a:cubicBezTo>
                    <a:pt x="58219" y="20536"/>
                    <a:pt x="57487" y="20353"/>
                    <a:pt x="56801" y="20033"/>
                  </a:cubicBezTo>
                  <a:cubicBezTo>
                    <a:pt x="56753" y="20001"/>
                    <a:pt x="56706" y="19987"/>
                    <a:pt x="56664" y="19987"/>
                  </a:cubicBezTo>
                  <a:cubicBezTo>
                    <a:pt x="56462" y="19987"/>
                    <a:pt x="56346" y="20294"/>
                    <a:pt x="56572" y="20445"/>
                  </a:cubicBezTo>
                  <a:cubicBezTo>
                    <a:pt x="57075" y="20673"/>
                    <a:pt x="57579" y="20856"/>
                    <a:pt x="58127" y="20994"/>
                  </a:cubicBezTo>
                  <a:lnTo>
                    <a:pt x="58127" y="21039"/>
                  </a:lnTo>
                  <a:cubicBezTo>
                    <a:pt x="58036" y="21634"/>
                    <a:pt x="57944" y="22228"/>
                    <a:pt x="57853" y="22823"/>
                  </a:cubicBezTo>
                  <a:cubicBezTo>
                    <a:pt x="57825" y="23016"/>
                    <a:pt x="57997" y="23142"/>
                    <a:pt x="58148" y="23142"/>
                  </a:cubicBezTo>
                  <a:cubicBezTo>
                    <a:pt x="58247" y="23142"/>
                    <a:pt x="58338" y="23087"/>
                    <a:pt x="58356" y="22960"/>
                  </a:cubicBezTo>
                  <a:cubicBezTo>
                    <a:pt x="58447" y="22366"/>
                    <a:pt x="58493" y="21771"/>
                    <a:pt x="58585" y="21177"/>
                  </a:cubicBezTo>
                  <a:cubicBezTo>
                    <a:pt x="58585" y="21131"/>
                    <a:pt x="58585" y="21131"/>
                    <a:pt x="58585" y="21085"/>
                  </a:cubicBezTo>
                  <a:cubicBezTo>
                    <a:pt x="58813" y="21131"/>
                    <a:pt x="59042" y="21177"/>
                    <a:pt x="59271" y="21177"/>
                  </a:cubicBezTo>
                  <a:lnTo>
                    <a:pt x="59362" y="21177"/>
                  </a:lnTo>
                  <a:cubicBezTo>
                    <a:pt x="58951" y="21863"/>
                    <a:pt x="58768" y="22640"/>
                    <a:pt x="58813" y="23417"/>
                  </a:cubicBezTo>
                  <a:cubicBezTo>
                    <a:pt x="58813" y="23578"/>
                    <a:pt x="58939" y="23658"/>
                    <a:pt x="59065" y="23658"/>
                  </a:cubicBezTo>
                  <a:cubicBezTo>
                    <a:pt x="59191" y="23658"/>
                    <a:pt x="59316" y="23578"/>
                    <a:pt x="59316" y="23417"/>
                  </a:cubicBezTo>
                  <a:cubicBezTo>
                    <a:pt x="59271" y="22823"/>
                    <a:pt x="59408" y="22183"/>
                    <a:pt x="59682" y="21634"/>
                  </a:cubicBezTo>
                  <a:cubicBezTo>
                    <a:pt x="59865" y="21863"/>
                    <a:pt x="60048" y="22137"/>
                    <a:pt x="60277" y="22411"/>
                  </a:cubicBezTo>
                  <a:cubicBezTo>
                    <a:pt x="60185" y="22411"/>
                    <a:pt x="60094" y="22457"/>
                    <a:pt x="60094" y="22549"/>
                  </a:cubicBezTo>
                  <a:cubicBezTo>
                    <a:pt x="59911" y="22960"/>
                    <a:pt x="59865" y="23417"/>
                    <a:pt x="59957" y="23829"/>
                  </a:cubicBezTo>
                  <a:cubicBezTo>
                    <a:pt x="59993" y="23956"/>
                    <a:pt x="60087" y="24011"/>
                    <a:pt x="60184" y="24011"/>
                  </a:cubicBezTo>
                  <a:cubicBezTo>
                    <a:pt x="60332" y="24011"/>
                    <a:pt x="60487" y="23885"/>
                    <a:pt x="60460" y="23692"/>
                  </a:cubicBezTo>
                  <a:cubicBezTo>
                    <a:pt x="60368" y="23417"/>
                    <a:pt x="60368" y="23052"/>
                    <a:pt x="60505" y="22777"/>
                  </a:cubicBezTo>
                  <a:cubicBezTo>
                    <a:pt x="61603" y="24378"/>
                    <a:pt x="62655" y="26024"/>
                    <a:pt x="63615" y="27716"/>
                  </a:cubicBezTo>
                  <a:lnTo>
                    <a:pt x="63615" y="27762"/>
                  </a:lnTo>
                  <a:cubicBezTo>
                    <a:pt x="63570" y="27808"/>
                    <a:pt x="63524" y="27854"/>
                    <a:pt x="63524" y="27899"/>
                  </a:cubicBezTo>
                  <a:cubicBezTo>
                    <a:pt x="63112" y="30232"/>
                    <a:pt x="63890" y="32610"/>
                    <a:pt x="65536" y="34302"/>
                  </a:cubicBezTo>
                  <a:cubicBezTo>
                    <a:pt x="65582" y="34348"/>
                    <a:pt x="65639" y="34371"/>
                    <a:pt x="65690" y="34371"/>
                  </a:cubicBezTo>
                  <a:cubicBezTo>
                    <a:pt x="65742" y="34371"/>
                    <a:pt x="65788" y="34348"/>
                    <a:pt x="65811" y="34302"/>
                  </a:cubicBezTo>
                  <a:lnTo>
                    <a:pt x="65811" y="34302"/>
                  </a:lnTo>
                  <a:cubicBezTo>
                    <a:pt x="65811" y="34576"/>
                    <a:pt x="65765" y="34805"/>
                    <a:pt x="65719" y="35079"/>
                  </a:cubicBezTo>
                  <a:cubicBezTo>
                    <a:pt x="64987" y="34714"/>
                    <a:pt x="64347" y="34165"/>
                    <a:pt x="63844" y="33479"/>
                  </a:cubicBezTo>
                  <a:cubicBezTo>
                    <a:pt x="63803" y="33397"/>
                    <a:pt x="63738" y="33364"/>
                    <a:pt x="63670" y="33364"/>
                  </a:cubicBezTo>
                  <a:cubicBezTo>
                    <a:pt x="63510" y="33364"/>
                    <a:pt x="63336" y="33547"/>
                    <a:pt x="63432" y="33707"/>
                  </a:cubicBezTo>
                  <a:cubicBezTo>
                    <a:pt x="63981" y="34485"/>
                    <a:pt x="64713" y="35125"/>
                    <a:pt x="65582" y="35537"/>
                  </a:cubicBezTo>
                  <a:lnTo>
                    <a:pt x="65673" y="35537"/>
                  </a:lnTo>
                  <a:cubicBezTo>
                    <a:pt x="65582" y="36360"/>
                    <a:pt x="65536" y="37229"/>
                    <a:pt x="65582" y="38098"/>
                  </a:cubicBezTo>
                  <a:cubicBezTo>
                    <a:pt x="65582" y="38258"/>
                    <a:pt x="65708" y="38338"/>
                    <a:pt x="65828" y="38338"/>
                  </a:cubicBezTo>
                  <a:cubicBezTo>
                    <a:pt x="65948" y="38338"/>
                    <a:pt x="66062" y="38258"/>
                    <a:pt x="66039" y="38098"/>
                  </a:cubicBezTo>
                  <a:cubicBezTo>
                    <a:pt x="66039" y="36497"/>
                    <a:pt x="66176" y="34942"/>
                    <a:pt x="66497" y="33387"/>
                  </a:cubicBezTo>
                  <a:cubicBezTo>
                    <a:pt x="66771" y="34028"/>
                    <a:pt x="67045" y="34714"/>
                    <a:pt x="67320" y="35354"/>
                  </a:cubicBezTo>
                  <a:cubicBezTo>
                    <a:pt x="66679" y="38647"/>
                    <a:pt x="67640" y="42168"/>
                    <a:pt x="70384" y="44226"/>
                  </a:cubicBezTo>
                  <a:cubicBezTo>
                    <a:pt x="70430" y="44226"/>
                    <a:pt x="70475" y="44272"/>
                    <a:pt x="70475" y="44272"/>
                  </a:cubicBezTo>
                  <a:cubicBezTo>
                    <a:pt x="70612" y="44683"/>
                    <a:pt x="70704" y="45095"/>
                    <a:pt x="70841" y="45507"/>
                  </a:cubicBezTo>
                  <a:lnTo>
                    <a:pt x="70795" y="45507"/>
                  </a:lnTo>
                  <a:cubicBezTo>
                    <a:pt x="69332" y="44729"/>
                    <a:pt x="68143" y="43586"/>
                    <a:pt x="67274" y="42214"/>
                  </a:cubicBezTo>
                  <a:cubicBezTo>
                    <a:pt x="67219" y="42132"/>
                    <a:pt x="67145" y="42099"/>
                    <a:pt x="67070" y="42099"/>
                  </a:cubicBezTo>
                  <a:cubicBezTo>
                    <a:pt x="66894" y="42099"/>
                    <a:pt x="66720" y="42282"/>
                    <a:pt x="66817" y="42443"/>
                  </a:cubicBezTo>
                  <a:lnTo>
                    <a:pt x="66954" y="42625"/>
                  </a:lnTo>
                  <a:lnTo>
                    <a:pt x="65216" y="43540"/>
                  </a:lnTo>
                  <a:cubicBezTo>
                    <a:pt x="65033" y="43220"/>
                    <a:pt x="64850" y="42900"/>
                    <a:pt x="64667" y="42534"/>
                  </a:cubicBezTo>
                  <a:lnTo>
                    <a:pt x="66588" y="41757"/>
                  </a:lnTo>
                  <a:cubicBezTo>
                    <a:pt x="66771" y="41665"/>
                    <a:pt x="66771" y="41436"/>
                    <a:pt x="66588" y="41345"/>
                  </a:cubicBezTo>
                  <a:cubicBezTo>
                    <a:pt x="66771" y="41299"/>
                    <a:pt x="66862" y="41071"/>
                    <a:pt x="66725" y="40933"/>
                  </a:cubicBezTo>
                  <a:lnTo>
                    <a:pt x="66634" y="40842"/>
                  </a:lnTo>
                  <a:cubicBezTo>
                    <a:pt x="66596" y="40804"/>
                    <a:pt x="66550" y="40788"/>
                    <a:pt x="66503" y="40788"/>
                  </a:cubicBezTo>
                  <a:cubicBezTo>
                    <a:pt x="66325" y="40788"/>
                    <a:pt x="66132" y="41026"/>
                    <a:pt x="66314" y="41208"/>
                  </a:cubicBezTo>
                  <a:lnTo>
                    <a:pt x="66405" y="41299"/>
                  </a:lnTo>
                  <a:lnTo>
                    <a:pt x="66314" y="41299"/>
                  </a:lnTo>
                  <a:lnTo>
                    <a:pt x="64439" y="42077"/>
                  </a:lnTo>
                  <a:cubicBezTo>
                    <a:pt x="63935" y="41162"/>
                    <a:pt x="63432" y="40202"/>
                    <a:pt x="62929" y="39287"/>
                  </a:cubicBezTo>
                  <a:cubicBezTo>
                    <a:pt x="62886" y="39199"/>
                    <a:pt x="62809" y="39163"/>
                    <a:pt x="62731" y="39163"/>
                  </a:cubicBezTo>
                  <a:cubicBezTo>
                    <a:pt x="62566" y="39163"/>
                    <a:pt x="62393" y="39329"/>
                    <a:pt x="62518" y="39516"/>
                  </a:cubicBezTo>
                  <a:cubicBezTo>
                    <a:pt x="63935" y="42168"/>
                    <a:pt x="65307" y="44821"/>
                    <a:pt x="66588" y="47519"/>
                  </a:cubicBezTo>
                  <a:cubicBezTo>
                    <a:pt x="66632" y="47606"/>
                    <a:pt x="66703" y="47643"/>
                    <a:pt x="66776" y="47643"/>
                  </a:cubicBezTo>
                  <a:cubicBezTo>
                    <a:pt x="66932" y="47643"/>
                    <a:pt x="67093" y="47477"/>
                    <a:pt x="67000" y="47290"/>
                  </a:cubicBezTo>
                  <a:cubicBezTo>
                    <a:pt x="66679" y="46604"/>
                    <a:pt x="66359" y="45964"/>
                    <a:pt x="66039" y="45324"/>
                  </a:cubicBezTo>
                  <a:cubicBezTo>
                    <a:pt x="66588" y="44729"/>
                    <a:pt x="67274" y="44363"/>
                    <a:pt x="68051" y="44272"/>
                  </a:cubicBezTo>
                  <a:cubicBezTo>
                    <a:pt x="68097" y="44272"/>
                    <a:pt x="68143" y="44226"/>
                    <a:pt x="68189" y="44180"/>
                  </a:cubicBezTo>
                  <a:cubicBezTo>
                    <a:pt x="68783" y="44821"/>
                    <a:pt x="69515" y="45369"/>
                    <a:pt x="70338" y="45827"/>
                  </a:cubicBezTo>
                  <a:cubicBezTo>
                    <a:pt x="70292" y="45918"/>
                    <a:pt x="70247" y="45964"/>
                    <a:pt x="70201" y="46055"/>
                  </a:cubicBezTo>
                  <a:cubicBezTo>
                    <a:pt x="69965" y="46173"/>
                    <a:pt x="70135" y="46495"/>
                    <a:pt x="70333" y="46495"/>
                  </a:cubicBezTo>
                  <a:cubicBezTo>
                    <a:pt x="70365" y="46495"/>
                    <a:pt x="70398" y="46486"/>
                    <a:pt x="70430" y="46467"/>
                  </a:cubicBezTo>
                  <a:cubicBezTo>
                    <a:pt x="70612" y="46330"/>
                    <a:pt x="70750" y="46101"/>
                    <a:pt x="70795" y="45873"/>
                  </a:cubicBezTo>
                  <a:cubicBezTo>
                    <a:pt x="70841" y="45873"/>
                    <a:pt x="70841" y="45827"/>
                    <a:pt x="70887" y="45781"/>
                  </a:cubicBezTo>
                  <a:cubicBezTo>
                    <a:pt x="71070" y="46513"/>
                    <a:pt x="71253" y="47290"/>
                    <a:pt x="71436" y="48068"/>
                  </a:cubicBezTo>
                  <a:cubicBezTo>
                    <a:pt x="70841" y="48799"/>
                    <a:pt x="70521" y="49668"/>
                    <a:pt x="70475" y="50629"/>
                  </a:cubicBezTo>
                  <a:cubicBezTo>
                    <a:pt x="70155" y="50583"/>
                    <a:pt x="69835" y="50537"/>
                    <a:pt x="69515" y="50492"/>
                  </a:cubicBezTo>
                  <a:cubicBezTo>
                    <a:pt x="69561" y="49943"/>
                    <a:pt x="69698" y="49440"/>
                    <a:pt x="69926" y="48937"/>
                  </a:cubicBezTo>
                  <a:cubicBezTo>
                    <a:pt x="69989" y="48750"/>
                    <a:pt x="69819" y="48564"/>
                    <a:pt x="69660" y="48564"/>
                  </a:cubicBezTo>
                  <a:cubicBezTo>
                    <a:pt x="69585" y="48564"/>
                    <a:pt x="69513" y="48605"/>
                    <a:pt x="69469" y="48708"/>
                  </a:cubicBezTo>
                  <a:cubicBezTo>
                    <a:pt x="69240" y="49257"/>
                    <a:pt x="69103" y="49851"/>
                    <a:pt x="69058" y="50492"/>
                  </a:cubicBezTo>
                  <a:cubicBezTo>
                    <a:pt x="68783" y="50492"/>
                    <a:pt x="68554" y="50492"/>
                    <a:pt x="68326" y="50537"/>
                  </a:cubicBezTo>
                  <a:cubicBezTo>
                    <a:pt x="68280" y="50446"/>
                    <a:pt x="68234" y="50400"/>
                    <a:pt x="68234" y="50309"/>
                  </a:cubicBezTo>
                  <a:cubicBezTo>
                    <a:pt x="68194" y="50228"/>
                    <a:pt x="68127" y="50195"/>
                    <a:pt x="68054" y="50195"/>
                  </a:cubicBezTo>
                  <a:cubicBezTo>
                    <a:pt x="67880" y="50195"/>
                    <a:pt x="67680" y="50389"/>
                    <a:pt x="67777" y="50583"/>
                  </a:cubicBezTo>
                  <a:lnTo>
                    <a:pt x="67914" y="50766"/>
                  </a:lnTo>
                  <a:cubicBezTo>
                    <a:pt x="67914" y="50857"/>
                    <a:pt x="67914" y="50949"/>
                    <a:pt x="68006" y="50995"/>
                  </a:cubicBezTo>
                  <a:cubicBezTo>
                    <a:pt x="68692" y="52412"/>
                    <a:pt x="69286" y="53830"/>
                    <a:pt x="69881" y="55294"/>
                  </a:cubicBezTo>
                  <a:cubicBezTo>
                    <a:pt x="69835" y="55385"/>
                    <a:pt x="69881" y="55522"/>
                    <a:pt x="69972" y="55568"/>
                  </a:cubicBezTo>
                  <a:cubicBezTo>
                    <a:pt x="70201" y="56163"/>
                    <a:pt x="70430" y="56711"/>
                    <a:pt x="70658" y="57306"/>
                  </a:cubicBezTo>
                  <a:cubicBezTo>
                    <a:pt x="70612" y="57397"/>
                    <a:pt x="70658" y="57489"/>
                    <a:pt x="70704" y="57535"/>
                  </a:cubicBezTo>
                  <a:cubicBezTo>
                    <a:pt x="71024" y="58358"/>
                    <a:pt x="71298" y="59135"/>
                    <a:pt x="71527" y="59958"/>
                  </a:cubicBezTo>
                  <a:cubicBezTo>
                    <a:pt x="71310" y="60045"/>
                    <a:pt x="71381" y="60419"/>
                    <a:pt x="71662" y="60419"/>
                  </a:cubicBezTo>
                  <a:cubicBezTo>
                    <a:pt x="71677" y="60419"/>
                    <a:pt x="71693" y="60418"/>
                    <a:pt x="71710" y="60416"/>
                  </a:cubicBezTo>
                  <a:cubicBezTo>
                    <a:pt x="71802" y="60690"/>
                    <a:pt x="71847" y="61010"/>
                    <a:pt x="71939" y="61239"/>
                  </a:cubicBezTo>
                  <a:cubicBezTo>
                    <a:pt x="71893" y="61376"/>
                    <a:pt x="71939" y="61513"/>
                    <a:pt x="72030" y="61559"/>
                  </a:cubicBezTo>
                  <a:cubicBezTo>
                    <a:pt x="72259" y="62336"/>
                    <a:pt x="72488" y="63068"/>
                    <a:pt x="72670" y="63800"/>
                  </a:cubicBezTo>
                  <a:cubicBezTo>
                    <a:pt x="72670" y="63846"/>
                    <a:pt x="72716" y="63891"/>
                    <a:pt x="72762" y="63891"/>
                  </a:cubicBezTo>
                  <a:cubicBezTo>
                    <a:pt x="69652" y="66818"/>
                    <a:pt x="66588" y="69791"/>
                    <a:pt x="63615" y="72764"/>
                  </a:cubicBezTo>
                  <a:cubicBezTo>
                    <a:pt x="51267" y="72032"/>
                    <a:pt x="38828" y="69379"/>
                    <a:pt x="28081" y="63160"/>
                  </a:cubicBezTo>
                  <a:cubicBezTo>
                    <a:pt x="22593" y="59867"/>
                    <a:pt x="17653" y="55797"/>
                    <a:pt x="13446" y="50995"/>
                  </a:cubicBezTo>
                  <a:cubicBezTo>
                    <a:pt x="9284" y="46421"/>
                    <a:pt x="5763" y="41345"/>
                    <a:pt x="4025" y="35445"/>
                  </a:cubicBezTo>
                  <a:lnTo>
                    <a:pt x="4025" y="35445"/>
                  </a:lnTo>
                  <a:cubicBezTo>
                    <a:pt x="5023" y="36019"/>
                    <a:pt x="6132" y="36264"/>
                    <a:pt x="7300" y="36264"/>
                  </a:cubicBezTo>
                  <a:cubicBezTo>
                    <a:pt x="12179" y="36264"/>
                    <a:pt x="18084" y="31990"/>
                    <a:pt x="21221" y="29591"/>
                  </a:cubicBezTo>
                  <a:cubicBezTo>
                    <a:pt x="25840" y="26024"/>
                    <a:pt x="30459" y="21314"/>
                    <a:pt x="33523" y="16009"/>
                  </a:cubicBezTo>
                  <a:lnTo>
                    <a:pt x="35032" y="16329"/>
                  </a:lnTo>
                  <a:cubicBezTo>
                    <a:pt x="35169" y="16375"/>
                    <a:pt x="35398" y="16420"/>
                    <a:pt x="35581" y="16466"/>
                  </a:cubicBezTo>
                  <a:cubicBezTo>
                    <a:pt x="34986" y="17518"/>
                    <a:pt x="34255" y="18524"/>
                    <a:pt x="33477" y="19439"/>
                  </a:cubicBezTo>
                  <a:cubicBezTo>
                    <a:pt x="33299" y="19616"/>
                    <a:pt x="33481" y="19877"/>
                    <a:pt x="33656" y="19877"/>
                  </a:cubicBezTo>
                  <a:cubicBezTo>
                    <a:pt x="33707" y="19877"/>
                    <a:pt x="33756" y="19855"/>
                    <a:pt x="33797" y="19805"/>
                  </a:cubicBezTo>
                  <a:cubicBezTo>
                    <a:pt x="34666" y="18753"/>
                    <a:pt x="35489" y="17609"/>
                    <a:pt x="36175" y="16466"/>
                  </a:cubicBezTo>
                  <a:cubicBezTo>
                    <a:pt x="36221" y="16375"/>
                    <a:pt x="36267" y="16329"/>
                    <a:pt x="36267" y="16237"/>
                  </a:cubicBezTo>
                  <a:cubicBezTo>
                    <a:pt x="37136" y="14728"/>
                    <a:pt x="37822" y="13082"/>
                    <a:pt x="38325" y="11390"/>
                  </a:cubicBezTo>
                  <a:cubicBezTo>
                    <a:pt x="38416" y="11344"/>
                    <a:pt x="38416" y="11252"/>
                    <a:pt x="38416" y="11161"/>
                  </a:cubicBezTo>
                  <a:cubicBezTo>
                    <a:pt x="38508" y="10841"/>
                    <a:pt x="38599" y="10475"/>
                    <a:pt x="38691" y="10155"/>
                  </a:cubicBezTo>
                  <a:cubicBezTo>
                    <a:pt x="38828" y="10109"/>
                    <a:pt x="38874" y="9880"/>
                    <a:pt x="38782" y="9743"/>
                  </a:cubicBezTo>
                  <a:cubicBezTo>
                    <a:pt x="38828" y="9377"/>
                    <a:pt x="38919" y="9011"/>
                    <a:pt x="38965" y="8646"/>
                  </a:cubicBezTo>
                  <a:cubicBezTo>
                    <a:pt x="38965" y="8646"/>
                    <a:pt x="38965" y="8646"/>
                    <a:pt x="38965" y="8600"/>
                  </a:cubicBezTo>
                  <a:cubicBezTo>
                    <a:pt x="39240" y="7091"/>
                    <a:pt x="39331" y="5581"/>
                    <a:pt x="39285" y="4072"/>
                  </a:cubicBezTo>
                  <a:close/>
                  <a:moveTo>
                    <a:pt x="51953" y="72398"/>
                  </a:moveTo>
                  <a:lnTo>
                    <a:pt x="53508" y="72672"/>
                  </a:lnTo>
                  <a:cubicBezTo>
                    <a:pt x="53325" y="72855"/>
                    <a:pt x="53188" y="73038"/>
                    <a:pt x="53142" y="73267"/>
                  </a:cubicBezTo>
                  <a:cubicBezTo>
                    <a:pt x="53142" y="73312"/>
                    <a:pt x="53142" y="73312"/>
                    <a:pt x="53142" y="73358"/>
                  </a:cubicBezTo>
                  <a:cubicBezTo>
                    <a:pt x="52731" y="73084"/>
                    <a:pt x="52319" y="72764"/>
                    <a:pt x="51953" y="72398"/>
                  </a:cubicBezTo>
                  <a:close/>
                  <a:moveTo>
                    <a:pt x="54194" y="72764"/>
                  </a:moveTo>
                  <a:cubicBezTo>
                    <a:pt x="54423" y="72809"/>
                    <a:pt x="54697" y="72855"/>
                    <a:pt x="54926" y="72855"/>
                  </a:cubicBezTo>
                  <a:cubicBezTo>
                    <a:pt x="54652" y="73267"/>
                    <a:pt x="54423" y="73633"/>
                    <a:pt x="54149" y="73998"/>
                  </a:cubicBezTo>
                  <a:cubicBezTo>
                    <a:pt x="53920" y="73861"/>
                    <a:pt x="53691" y="73724"/>
                    <a:pt x="53417" y="73541"/>
                  </a:cubicBezTo>
                  <a:cubicBezTo>
                    <a:pt x="53508" y="73541"/>
                    <a:pt x="53600" y="73495"/>
                    <a:pt x="53600" y="73404"/>
                  </a:cubicBezTo>
                  <a:cubicBezTo>
                    <a:pt x="53691" y="73130"/>
                    <a:pt x="53874" y="72947"/>
                    <a:pt x="54149" y="72809"/>
                  </a:cubicBezTo>
                  <a:cubicBezTo>
                    <a:pt x="54149" y="72809"/>
                    <a:pt x="54194" y="72809"/>
                    <a:pt x="54194" y="72764"/>
                  </a:cubicBezTo>
                  <a:close/>
                  <a:moveTo>
                    <a:pt x="58905" y="73358"/>
                  </a:moveTo>
                  <a:lnTo>
                    <a:pt x="60368" y="73495"/>
                  </a:lnTo>
                  <a:lnTo>
                    <a:pt x="59957" y="74364"/>
                  </a:lnTo>
                  <a:cubicBezTo>
                    <a:pt x="59545" y="74090"/>
                    <a:pt x="59179" y="73770"/>
                    <a:pt x="58905" y="73358"/>
                  </a:cubicBezTo>
                  <a:close/>
                  <a:moveTo>
                    <a:pt x="69103" y="68693"/>
                  </a:moveTo>
                  <a:lnTo>
                    <a:pt x="72945" y="72672"/>
                  </a:lnTo>
                  <a:lnTo>
                    <a:pt x="72991" y="72672"/>
                  </a:lnTo>
                  <a:lnTo>
                    <a:pt x="70155" y="75462"/>
                  </a:lnTo>
                  <a:cubicBezTo>
                    <a:pt x="68966" y="73998"/>
                    <a:pt x="67869" y="72489"/>
                    <a:pt x="66817" y="70889"/>
                  </a:cubicBezTo>
                  <a:lnTo>
                    <a:pt x="67640" y="70111"/>
                  </a:lnTo>
                  <a:cubicBezTo>
                    <a:pt x="68509" y="71072"/>
                    <a:pt x="69332" y="72032"/>
                    <a:pt x="70247" y="72992"/>
                  </a:cubicBezTo>
                  <a:cubicBezTo>
                    <a:pt x="70287" y="73043"/>
                    <a:pt x="70337" y="73065"/>
                    <a:pt x="70388" y="73065"/>
                  </a:cubicBezTo>
                  <a:cubicBezTo>
                    <a:pt x="70563" y="73065"/>
                    <a:pt x="70744" y="72804"/>
                    <a:pt x="70567" y="72626"/>
                  </a:cubicBezTo>
                  <a:cubicBezTo>
                    <a:pt x="69698" y="71666"/>
                    <a:pt x="68875" y="70706"/>
                    <a:pt x="67960" y="69791"/>
                  </a:cubicBezTo>
                  <a:lnTo>
                    <a:pt x="69103" y="68693"/>
                  </a:lnTo>
                  <a:close/>
                  <a:moveTo>
                    <a:pt x="55429" y="72947"/>
                  </a:moveTo>
                  <a:lnTo>
                    <a:pt x="55841" y="72992"/>
                  </a:lnTo>
                  <a:cubicBezTo>
                    <a:pt x="55841" y="73038"/>
                    <a:pt x="55886" y="73130"/>
                    <a:pt x="55932" y="73175"/>
                  </a:cubicBezTo>
                  <a:lnTo>
                    <a:pt x="57533" y="74776"/>
                  </a:lnTo>
                  <a:cubicBezTo>
                    <a:pt x="57588" y="74831"/>
                    <a:pt x="57649" y="74855"/>
                    <a:pt x="57707" y="74855"/>
                  </a:cubicBezTo>
                  <a:cubicBezTo>
                    <a:pt x="57887" y="74855"/>
                    <a:pt x="58037" y="74629"/>
                    <a:pt x="57899" y="74456"/>
                  </a:cubicBezTo>
                  <a:lnTo>
                    <a:pt x="56527" y="73084"/>
                  </a:lnTo>
                  <a:lnTo>
                    <a:pt x="56527" y="73084"/>
                  </a:lnTo>
                  <a:lnTo>
                    <a:pt x="58265" y="73267"/>
                  </a:lnTo>
                  <a:cubicBezTo>
                    <a:pt x="58630" y="73907"/>
                    <a:pt x="59179" y="74410"/>
                    <a:pt x="59774" y="74776"/>
                  </a:cubicBezTo>
                  <a:cubicBezTo>
                    <a:pt x="59499" y="75370"/>
                    <a:pt x="59225" y="75919"/>
                    <a:pt x="58951" y="76468"/>
                  </a:cubicBezTo>
                  <a:cubicBezTo>
                    <a:pt x="57533" y="75736"/>
                    <a:pt x="56344" y="74684"/>
                    <a:pt x="55429" y="73358"/>
                  </a:cubicBezTo>
                  <a:cubicBezTo>
                    <a:pt x="55383" y="73312"/>
                    <a:pt x="55292" y="73267"/>
                    <a:pt x="55246" y="73267"/>
                  </a:cubicBezTo>
                  <a:lnTo>
                    <a:pt x="55383" y="73038"/>
                  </a:lnTo>
                  <a:cubicBezTo>
                    <a:pt x="55429" y="72992"/>
                    <a:pt x="55429" y="72992"/>
                    <a:pt x="55429" y="72947"/>
                  </a:cubicBezTo>
                  <a:close/>
                  <a:moveTo>
                    <a:pt x="66451" y="71254"/>
                  </a:moveTo>
                  <a:cubicBezTo>
                    <a:pt x="67503" y="72809"/>
                    <a:pt x="68646" y="74319"/>
                    <a:pt x="69835" y="75782"/>
                  </a:cubicBezTo>
                  <a:lnTo>
                    <a:pt x="68600" y="76971"/>
                  </a:lnTo>
                  <a:cubicBezTo>
                    <a:pt x="68646" y="76925"/>
                    <a:pt x="68646" y="76834"/>
                    <a:pt x="68600" y="76788"/>
                  </a:cubicBezTo>
                  <a:cubicBezTo>
                    <a:pt x="68234" y="76239"/>
                    <a:pt x="67869" y="75736"/>
                    <a:pt x="67548" y="75188"/>
                  </a:cubicBezTo>
                  <a:cubicBezTo>
                    <a:pt x="67475" y="75100"/>
                    <a:pt x="67384" y="75064"/>
                    <a:pt x="67299" y="75064"/>
                  </a:cubicBezTo>
                  <a:cubicBezTo>
                    <a:pt x="67118" y="75064"/>
                    <a:pt x="66966" y="75229"/>
                    <a:pt x="67091" y="75416"/>
                  </a:cubicBezTo>
                  <a:lnTo>
                    <a:pt x="68143" y="77063"/>
                  </a:lnTo>
                  <a:cubicBezTo>
                    <a:pt x="68234" y="77108"/>
                    <a:pt x="68326" y="77154"/>
                    <a:pt x="68417" y="77154"/>
                  </a:cubicBezTo>
                  <a:lnTo>
                    <a:pt x="67091" y="78435"/>
                  </a:lnTo>
                  <a:cubicBezTo>
                    <a:pt x="66314" y="76651"/>
                    <a:pt x="65445" y="74913"/>
                    <a:pt x="64484" y="73221"/>
                  </a:cubicBezTo>
                  <a:cubicBezTo>
                    <a:pt x="64759" y="72947"/>
                    <a:pt x="64987" y="72672"/>
                    <a:pt x="65262" y="72444"/>
                  </a:cubicBezTo>
                  <a:cubicBezTo>
                    <a:pt x="65445" y="72672"/>
                    <a:pt x="65582" y="72901"/>
                    <a:pt x="65765" y="73130"/>
                  </a:cubicBezTo>
                  <a:cubicBezTo>
                    <a:pt x="65817" y="73195"/>
                    <a:pt x="65889" y="73223"/>
                    <a:pt x="65959" y="73223"/>
                  </a:cubicBezTo>
                  <a:cubicBezTo>
                    <a:pt x="66135" y="73223"/>
                    <a:pt x="66307" y="73051"/>
                    <a:pt x="66176" y="72855"/>
                  </a:cubicBezTo>
                  <a:cubicBezTo>
                    <a:pt x="65993" y="72626"/>
                    <a:pt x="65811" y="72352"/>
                    <a:pt x="65628" y="72078"/>
                  </a:cubicBezTo>
                  <a:lnTo>
                    <a:pt x="66451" y="71254"/>
                  </a:lnTo>
                  <a:close/>
                  <a:moveTo>
                    <a:pt x="48110" y="71675"/>
                  </a:moveTo>
                  <a:cubicBezTo>
                    <a:pt x="48550" y="71763"/>
                    <a:pt x="48950" y="71852"/>
                    <a:pt x="49392" y="71940"/>
                  </a:cubicBezTo>
                  <a:cubicBezTo>
                    <a:pt x="50947" y="73541"/>
                    <a:pt x="52822" y="74867"/>
                    <a:pt x="54880" y="75828"/>
                  </a:cubicBezTo>
                  <a:cubicBezTo>
                    <a:pt x="54919" y="75847"/>
                    <a:pt x="54956" y="75855"/>
                    <a:pt x="54991" y="75855"/>
                  </a:cubicBezTo>
                  <a:cubicBezTo>
                    <a:pt x="55209" y="75855"/>
                    <a:pt x="55345" y="75534"/>
                    <a:pt x="55109" y="75416"/>
                  </a:cubicBezTo>
                  <a:cubicBezTo>
                    <a:pt x="53325" y="74593"/>
                    <a:pt x="51679" y="73450"/>
                    <a:pt x="50215" y="72123"/>
                  </a:cubicBezTo>
                  <a:lnTo>
                    <a:pt x="50215" y="72123"/>
                  </a:lnTo>
                  <a:lnTo>
                    <a:pt x="51084" y="72261"/>
                  </a:lnTo>
                  <a:cubicBezTo>
                    <a:pt x="51130" y="72306"/>
                    <a:pt x="51130" y="72352"/>
                    <a:pt x="51176" y="72398"/>
                  </a:cubicBezTo>
                  <a:cubicBezTo>
                    <a:pt x="52273" y="73450"/>
                    <a:pt x="53600" y="74364"/>
                    <a:pt x="54972" y="75005"/>
                  </a:cubicBezTo>
                  <a:cubicBezTo>
                    <a:pt x="55010" y="75024"/>
                    <a:pt x="55048" y="75032"/>
                    <a:pt x="55085" y="75032"/>
                  </a:cubicBezTo>
                  <a:cubicBezTo>
                    <a:pt x="55312" y="75032"/>
                    <a:pt x="55482" y="74711"/>
                    <a:pt x="55246" y="74593"/>
                  </a:cubicBezTo>
                  <a:cubicBezTo>
                    <a:pt x="54926" y="74456"/>
                    <a:pt x="54789" y="74364"/>
                    <a:pt x="54560" y="74273"/>
                  </a:cubicBezTo>
                  <a:lnTo>
                    <a:pt x="54972" y="73633"/>
                  </a:lnTo>
                  <a:cubicBezTo>
                    <a:pt x="55338" y="74136"/>
                    <a:pt x="55795" y="74639"/>
                    <a:pt x="56252" y="75096"/>
                  </a:cubicBezTo>
                  <a:cubicBezTo>
                    <a:pt x="56207" y="75096"/>
                    <a:pt x="56161" y="75142"/>
                    <a:pt x="56161" y="75188"/>
                  </a:cubicBezTo>
                  <a:cubicBezTo>
                    <a:pt x="55703" y="76834"/>
                    <a:pt x="55886" y="78618"/>
                    <a:pt x="56664" y="80127"/>
                  </a:cubicBezTo>
                  <a:cubicBezTo>
                    <a:pt x="56708" y="80214"/>
                    <a:pt x="56779" y="80251"/>
                    <a:pt x="56852" y="80251"/>
                  </a:cubicBezTo>
                  <a:cubicBezTo>
                    <a:pt x="57008" y="80251"/>
                    <a:pt x="57169" y="80085"/>
                    <a:pt x="57075" y="79898"/>
                  </a:cubicBezTo>
                  <a:cubicBezTo>
                    <a:pt x="56389" y="78526"/>
                    <a:pt x="56207" y="76925"/>
                    <a:pt x="56618" y="75416"/>
                  </a:cubicBezTo>
                  <a:lnTo>
                    <a:pt x="56618" y="75416"/>
                  </a:lnTo>
                  <a:cubicBezTo>
                    <a:pt x="57258" y="76011"/>
                    <a:pt x="57944" y="76468"/>
                    <a:pt x="58722" y="76880"/>
                  </a:cubicBezTo>
                  <a:lnTo>
                    <a:pt x="56344" y="81773"/>
                  </a:lnTo>
                  <a:cubicBezTo>
                    <a:pt x="55978" y="81041"/>
                    <a:pt x="55703" y="80310"/>
                    <a:pt x="55612" y="79532"/>
                  </a:cubicBezTo>
                  <a:cubicBezTo>
                    <a:pt x="55612" y="79372"/>
                    <a:pt x="55486" y="79292"/>
                    <a:pt x="55366" y="79292"/>
                  </a:cubicBezTo>
                  <a:cubicBezTo>
                    <a:pt x="55246" y="79292"/>
                    <a:pt x="55132" y="79372"/>
                    <a:pt x="55155" y="79532"/>
                  </a:cubicBezTo>
                  <a:cubicBezTo>
                    <a:pt x="55246" y="80493"/>
                    <a:pt x="55566" y="81407"/>
                    <a:pt x="56069" y="82276"/>
                  </a:cubicBezTo>
                  <a:lnTo>
                    <a:pt x="54469" y="82276"/>
                  </a:lnTo>
                  <a:cubicBezTo>
                    <a:pt x="54149" y="82322"/>
                    <a:pt x="54149" y="82688"/>
                    <a:pt x="54469" y="82734"/>
                  </a:cubicBezTo>
                  <a:lnTo>
                    <a:pt x="55886" y="82734"/>
                  </a:lnTo>
                  <a:cubicBezTo>
                    <a:pt x="55841" y="82825"/>
                    <a:pt x="55795" y="82916"/>
                    <a:pt x="55749" y="82962"/>
                  </a:cubicBezTo>
                  <a:lnTo>
                    <a:pt x="55658" y="82962"/>
                  </a:lnTo>
                  <a:lnTo>
                    <a:pt x="54514" y="83054"/>
                  </a:lnTo>
                  <a:cubicBezTo>
                    <a:pt x="54240" y="83054"/>
                    <a:pt x="54240" y="83557"/>
                    <a:pt x="54514" y="83557"/>
                  </a:cubicBezTo>
                  <a:lnTo>
                    <a:pt x="55521" y="83465"/>
                  </a:lnTo>
                  <a:lnTo>
                    <a:pt x="55521" y="83465"/>
                  </a:lnTo>
                  <a:cubicBezTo>
                    <a:pt x="55292" y="83968"/>
                    <a:pt x="55017" y="84517"/>
                    <a:pt x="54743" y="85020"/>
                  </a:cubicBezTo>
                  <a:cubicBezTo>
                    <a:pt x="54383" y="84982"/>
                    <a:pt x="54023" y="84960"/>
                    <a:pt x="53663" y="84960"/>
                  </a:cubicBezTo>
                  <a:cubicBezTo>
                    <a:pt x="53154" y="84960"/>
                    <a:pt x="52645" y="85005"/>
                    <a:pt x="52136" y="85112"/>
                  </a:cubicBezTo>
                  <a:cubicBezTo>
                    <a:pt x="51908" y="84837"/>
                    <a:pt x="51679" y="84609"/>
                    <a:pt x="51405" y="84334"/>
                  </a:cubicBezTo>
                  <a:lnTo>
                    <a:pt x="52045" y="84288"/>
                  </a:lnTo>
                  <a:cubicBezTo>
                    <a:pt x="52350" y="84245"/>
                    <a:pt x="52364" y="83828"/>
                    <a:pt x="52088" y="83828"/>
                  </a:cubicBezTo>
                  <a:cubicBezTo>
                    <a:pt x="52075" y="83828"/>
                    <a:pt x="52060" y="83829"/>
                    <a:pt x="52045" y="83831"/>
                  </a:cubicBezTo>
                  <a:lnTo>
                    <a:pt x="51130" y="83923"/>
                  </a:lnTo>
                  <a:cubicBezTo>
                    <a:pt x="51107" y="83900"/>
                    <a:pt x="51084" y="83888"/>
                    <a:pt x="51067" y="83888"/>
                  </a:cubicBezTo>
                  <a:cubicBezTo>
                    <a:pt x="51050" y="83888"/>
                    <a:pt x="51039" y="83900"/>
                    <a:pt x="51039" y="83923"/>
                  </a:cubicBezTo>
                  <a:cubicBezTo>
                    <a:pt x="49804" y="82551"/>
                    <a:pt x="48478" y="81316"/>
                    <a:pt x="47060" y="80127"/>
                  </a:cubicBezTo>
                  <a:cubicBezTo>
                    <a:pt x="46923" y="80035"/>
                    <a:pt x="46785" y="79898"/>
                    <a:pt x="46648" y="79807"/>
                  </a:cubicBezTo>
                  <a:cubicBezTo>
                    <a:pt x="47196" y="77111"/>
                    <a:pt x="47653" y="74370"/>
                    <a:pt x="48110" y="71675"/>
                  </a:cubicBezTo>
                  <a:close/>
                  <a:moveTo>
                    <a:pt x="53711" y="85402"/>
                  </a:moveTo>
                  <a:cubicBezTo>
                    <a:pt x="53992" y="85402"/>
                    <a:pt x="54276" y="85413"/>
                    <a:pt x="54560" y="85432"/>
                  </a:cubicBezTo>
                  <a:lnTo>
                    <a:pt x="53828" y="86895"/>
                  </a:lnTo>
                  <a:lnTo>
                    <a:pt x="52548" y="85478"/>
                  </a:lnTo>
                  <a:cubicBezTo>
                    <a:pt x="52923" y="85424"/>
                    <a:pt x="53314" y="85402"/>
                    <a:pt x="53711" y="85402"/>
                  </a:cubicBezTo>
                  <a:close/>
                  <a:moveTo>
                    <a:pt x="49941" y="84243"/>
                  </a:moveTo>
                  <a:cubicBezTo>
                    <a:pt x="50215" y="84517"/>
                    <a:pt x="50490" y="84837"/>
                    <a:pt x="50764" y="85203"/>
                  </a:cubicBezTo>
                  <a:cubicBezTo>
                    <a:pt x="50673" y="86072"/>
                    <a:pt x="50673" y="86987"/>
                    <a:pt x="50901" y="87856"/>
                  </a:cubicBezTo>
                  <a:lnTo>
                    <a:pt x="49804" y="86758"/>
                  </a:lnTo>
                  <a:cubicBezTo>
                    <a:pt x="49758" y="85935"/>
                    <a:pt x="49758" y="85066"/>
                    <a:pt x="49941" y="84243"/>
                  </a:cubicBezTo>
                  <a:close/>
                  <a:moveTo>
                    <a:pt x="52594" y="87170"/>
                  </a:moveTo>
                  <a:cubicBezTo>
                    <a:pt x="52914" y="87490"/>
                    <a:pt x="53234" y="87856"/>
                    <a:pt x="53554" y="88176"/>
                  </a:cubicBezTo>
                  <a:cubicBezTo>
                    <a:pt x="53280" y="88267"/>
                    <a:pt x="52959" y="88359"/>
                    <a:pt x="52731" y="88496"/>
                  </a:cubicBezTo>
                  <a:cubicBezTo>
                    <a:pt x="52639" y="88039"/>
                    <a:pt x="52594" y="87627"/>
                    <a:pt x="52594" y="87170"/>
                  </a:cubicBezTo>
                  <a:close/>
                  <a:moveTo>
                    <a:pt x="51222" y="85660"/>
                  </a:moveTo>
                  <a:lnTo>
                    <a:pt x="51222" y="85660"/>
                  </a:lnTo>
                  <a:cubicBezTo>
                    <a:pt x="51542" y="85981"/>
                    <a:pt x="51816" y="86346"/>
                    <a:pt x="52136" y="86667"/>
                  </a:cubicBezTo>
                  <a:cubicBezTo>
                    <a:pt x="52045" y="87353"/>
                    <a:pt x="52091" y="87993"/>
                    <a:pt x="52273" y="88679"/>
                  </a:cubicBezTo>
                  <a:lnTo>
                    <a:pt x="51862" y="88862"/>
                  </a:lnTo>
                  <a:lnTo>
                    <a:pt x="51587" y="88542"/>
                  </a:lnTo>
                  <a:cubicBezTo>
                    <a:pt x="51587" y="88496"/>
                    <a:pt x="51587" y="88496"/>
                    <a:pt x="51587" y="88450"/>
                  </a:cubicBezTo>
                  <a:cubicBezTo>
                    <a:pt x="51267" y="87581"/>
                    <a:pt x="51176" y="86621"/>
                    <a:pt x="51222" y="85660"/>
                  </a:cubicBezTo>
                  <a:close/>
                  <a:moveTo>
                    <a:pt x="53966" y="88542"/>
                  </a:moveTo>
                  <a:lnTo>
                    <a:pt x="54560" y="89090"/>
                  </a:lnTo>
                  <a:lnTo>
                    <a:pt x="52731" y="89776"/>
                  </a:lnTo>
                  <a:cubicBezTo>
                    <a:pt x="52548" y="89548"/>
                    <a:pt x="52411" y="89411"/>
                    <a:pt x="52228" y="89182"/>
                  </a:cubicBezTo>
                  <a:cubicBezTo>
                    <a:pt x="52777" y="88908"/>
                    <a:pt x="53371" y="88679"/>
                    <a:pt x="53966" y="88542"/>
                  </a:cubicBezTo>
                  <a:close/>
                  <a:moveTo>
                    <a:pt x="54972" y="89411"/>
                  </a:moveTo>
                  <a:cubicBezTo>
                    <a:pt x="55155" y="89594"/>
                    <a:pt x="55338" y="89822"/>
                    <a:pt x="55521" y="90005"/>
                  </a:cubicBezTo>
                  <a:cubicBezTo>
                    <a:pt x="54835" y="90142"/>
                    <a:pt x="54149" y="90371"/>
                    <a:pt x="53554" y="90691"/>
                  </a:cubicBezTo>
                  <a:lnTo>
                    <a:pt x="53051" y="90142"/>
                  </a:lnTo>
                  <a:lnTo>
                    <a:pt x="54835" y="89502"/>
                  </a:lnTo>
                  <a:cubicBezTo>
                    <a:pt x="54880" y="89502"/>
                    <a:pt x="54926" y="89456"/>
                    <a:pt x="54972" y="89411"/>
                  </a:cubicBezTo>
                  <a:close/>
                  <a:moveTo>
                    <a:pt x="55703" y="90462"/>
                  </a:moveTo>
                  <a:cubicBezTo>
                    <a:pt x="55703" y="91148"/>
                    <a:pt x="55017" y="91560"/>
                    <a:pt x="54560" y="92063"/>
                  </a:cubicBezTo>
                  <a:cubicBezTo>
                    <a:pt x="54560" y="91972"/>
                    <a:pt x="54560" y="91880"/>
                    <a:pt x="54514" y="91834"/>
                  </a:cubicBezTo>
                  <a:lnTo>
                    <a:pt x="53874" y="91057"/>
                  </a:lnTo>
                  <a:cubicBezTo>
                    <a:pt x="54423" y="90783"/>
                    <a:pt x="55017" y="90600"/>
                    <a:pt x="55658" y="90508"/>
                  </a:cubicBezTo>
                  <a:lnTo>
                    <a:pt x="55703" y="90462"/>
                  </a:lnTo>
                  <a:close/>
                  <a:moveTo>
                    <a:pt x="42818" y="79472"/>
                  </a:moveTo>
                  <a:cubicBezTo>
                    <a:pt x="43983" y="79472"/>
                    <a:pt x="45206" y="79896"/>
                    <a:pt x="46191" y="80630"/>
                  </a:cubicBezTo>
                  <a:cubicBezTo>
                    <a:pt x="47014" y="81270"/>
                    <a:pt x="47792" y="81956"/>
                    <a:pt x="48523" y="82734"/>
                  </a:cubicBezTo>
                  <a:lnTo>
                    <a:pt x="47517" y="82825"/>
                  </a:lnTo>
                  <a:cubicBezTo>
                    <a:pt x="47243" y="82871"/>
                    <a:pt x="47243" y="83328"/>
                    <a:pt x="47517" y="83328"/>
                  </a:cubicBezTo>
                  <a:lnTo>
                    <a:pt x="48935" y="83145"/>
                  </a:lnTo>
                  <a:lnTo>
                    <a:pt x="49438" y="83648"/>
                  </a:lnTo>
                  <a:cubicBezTo>
                    <a:pt x="48981" y="83831"/>
                    <a:pt x="48478" y="83923"/>
                    <a:pt x="47975" y="83923"/>
                  </a:cubicBezTo>
                  <a:cubicBezTo>
                    <a:pt x="47654" y="83923"/>
                    <a:pt x="47654" y="84426"/>
                    <a:pt x="47975" y="84426"/>
                  </a:cubicBezTo>
                  <a:cubicBezTo>
                    <a:pt x="48478" y="84426"/>
                    <a:pt x="48981" y="84334"/>
                    <a:pt x="49484" y="84151"/>
                  </a:cubicBezTo>
                  <a:lnTo>
                    <a:pt x="49484" y="84151"/>
                  </a:lnTo>
                  <a:cubicBezTo>
                    <a:pt x="49347" y="84837"/>
                    <a:pt x="49301" y="85569"/>
                    <a:pt x="49347" y="86255"/>
                  </a:cubicBezTo>
                  <a:cubicBezTo>
                    <a:pt x="48340" y="85340"/>
                    <a:pt x="47380" y="84471"/>
                    <a:pt x="46328" y="83602"/>
                  </a:cubicBezTo>
                  <a:cubicBezTo>
                    <a:pt x="46280" y="83564"/>
                    <a:pt x="46228" y="83548"/>
                    <a:pt x="46178" y="83548"/>
                  </a:cubicBezTo>
                  <a:cubicBezTo>
                    <a:pt x="45989" y="83548"/>
                    <a:pt x="45827" y="83778"/>
                    <a:pt x="46008" y="83923"/>
                  </a:cubicBezTo>
                  <a:cubicBezTo>
                    <a:pt x="47929" y="85569"/>
                    <a:pt x="49758" y="87307"/>
                    <a:pt x="51496" y="89136"/>
                  </a:cubicBezTo>
                  <a:cubicBezTo>
                    <a:pt x="51496" y="89273"/>
                    <a:pt x="51633" y="89411"/>
                    <a:pt x="51770" y="89411"/>
                  </a:cubicBezTo>
                  <a:cubicBezTo>
                    <a:pt x="51999" y="89685"/>
                    <a:pt x="52228" y="89914"/>
                    <a:pt x="52456" y="90188"/>
                  </a:cubicBezTo>
                  <a:cubicBezTo>
                    <a:pt x="52502" y="90234"/>
                    <a:pt x="52502" y="90234"/>
                    <a:pt x="52548" y="90280"/>
                  </a:cubicBezTo>
                  <a:cubicBezTo>
                    <a:pt x="52777" y="90508"/>
                    <a:pt x="53005" y="90783"/>
                    <a:pt x="53188" y="91011"/>
                  </a:cubicBezTo>
                  <a:cubicBezTo>
                    <a:pt x="53188" y="91148"/>
                    <a:pt x="53280" y="91240"/>
                    <a:pt x="53417" y="91240"/>
                  </a:cubicBezTo>
                  <a:cubicBezTo>
                    <a:pt x="53691" y="91560"/>
                    <a:pt x="53920" y="91880"/>
                    <a:pt x="54194" y="92155"/>
                  </a:cubicBezTo>
                  <a:cubicBezTo>
                    <a:pt x="54240" y="92246"/>
                    <a:pt x="54286" y="92246"/>
                    <a:pt x="54377" y="92246"/>
                  </a:cubicBezTo>
                  <a:lnTo>
                    <a:pt x="50215" y="96499"/>
                  </a:lnTo>
                  <a:lnTo>
                    <a:pt x="41801" y="88130"/>
                  </a:lnTo>
                  <a:cubicBezTo>
                    <a:pt x="40154" y="86529"/>
                    <a:pt x="38279" y="84654"/>
                    <a:pt x="39102" y="82139"/>
                  </a:cubicBezTo>
                  <a:cubicBezTo>
                    <a:pt x="39736" y="80264"/>
                    <a:pt x="41224" y="79472"/>
                    <a:pt x="42818" y="79472"/>
                  </a:cubicBezTo>
                  <a:close/>
                  <a:moveTo>
                    <a:pt x="29092" y="0"/>
                  </a:moveTo>
                  <a:cubicBezTo>
                    <a:pt x="28234" y="0"/>
                    <a:pt x="27404" y="72"/>
                    <a:pt x="26663" y="185"/>
                  </a:cubicBezTo>
                  <a:cubicBezTo>
                    <a:pt x="18980" y="1237"/>
                    <a:pt x="11388" y="6679"/>
                    <a:pt x="6723" y="12670"/>
                  </a:cubicBezTo>
                  <a:cubicBezTo>
                    <a:pt x="4025" y="16009"/>
                    <a:pt x="2150" y="19896"/>
                    <a:pt x="1235" y="24103"/>
                  </a:cubicBezTo>
                  <a:cubicBezTo>
                    <a:pt x="549" y="27076"/>
                    <a:pt x="0" y="31009"/>
                    <a:pt x="2058" y="33525"/>
                  </a:cubicBezTo>
                  <a:cubicBezTo>
                    <a:pt x="2058" y="33616"/>
                    <a:pt x="2104" y="33707"/>
                    <a:pt x="2150" y="33799"/>
                  </a:cubicBezTo>
                  <a:cubicBezTo>
                    <a:pt x="2333" y="34028"/>
                    <a:pt x="2516" y="34256"/>
                    <a:pt x="2744" y="34485"/>
                  </a:cubicBezTo>
                  <a:cubicBezTo>
                    <a:pt x="5809" y="46696"/>
                    <a:pt x="16373" y="57260"/>
                    <a:pt x="26937" y="63617"/>
                  </a:cubicBezTo>
                  <a:cubicBezTo>
                    <a:pt x="33203" y="67276"/>
                    <a:pt x="40017" y="69928"/>
                    <a:pt x="47151" y="71483"/>
                  </a:cubicBezTo>
                  <a:cubicBezTo>
                    <a:pt x="46740" y="74044"/>
                    <a:pt x="46282" y="76651"/>
                    <a:pt x="45734" y="79212"/>
                  </a:cubicBezTo>
                  <a:cubicBezTo>
                    <a:pt x="44814" y="78718"/>
                    <a:pt x="43816" y="78423"/>
                    <a:pt x="42823" y="78423"/>
                  </a:cubicBezTo>
                  <a:cubicBezTo>
                    <a:pt x="41792" y="78423"/>
                    <a:pt x="40766" y="78741"/>
                    <a:pt x="39834" y="79486"/>
                  </a:cubicBezTo>
                  <a:cubicBezTo>
                    <a:pt x="37410" y="81362"/>
                    <a:pt x="37502" y="84609"/>
                    <a:pt x="39240" y="86895"/>
                  </a:cubicBezTo>
                  <a:cubicBezTo>
                    <a:pt x="42212" y="90691"/>
                    <a:pt x="46191" y="93938"/>
                    <a:pt x="49621" y="97322"/>
                  </a:cubicBezTo>
                  <a:cubicBezTo>
                    <a:pt x="49797" y="97398"/>
                    <a:pt x="49987" y="97432"/>
                    <a:pt x="50176" y="97432"/>
                  </a:cubicBezTo>
                  <a:cubicBezTo>
                    <a:pt x="50330" y="97432"/>
                    <a:pt x="50483" y="97409"/>
                    <a:pt x="50627" y="97368"/>
                  </a:cubicBezTo>
                  <a:lnTo>
                    <a:pt x="57030" y="90920"/>
                  </a:lnTo>
                  <a:cubicBezTo>
                    <a:pt x="57213" y="90691"/>
                    <a:pt x="57213" y="90417"/>
                    <a:pt x="57030" y="90234"/>
                  </a:cubicBezTo>
                  <a:cubicBezTo>
                    <a:pt x="56161" y="89411"/>
                    <a:pt x="55338" y="88542"/>
                    <a:pt x="54514" y="87673"/>
                  </a:cubicBezTo>
                  <a:lnTo>
                    <a:pt x="61420" y="73587"/>
                  </a:lnTo>
                  <a:cubicBezTo>
                    <a:pt x="62152" y="73633"/>
                    <a:pt x="62929" y="73724"/>
                    <a:pt x="63661" y="73770"/>
                  </a:cubicBezTo>
                  <a:cubicBezTo>
                    <a:pt x="64713" y="75599"/>
                    <a:pt x="65673" y="77520"/>
                    <a:pt x="66542" y="79486"/>
                  </a:cubicBezTo>
                  <a:cubicBezTo>
                    <a:pt x="66624" y="79623"/>
                    <a:pt x="66787" y="79710"/>
                    <a:pt x="66954" y="79710"/>
                  </a:cubicBezTo>
                  <a:cubicBezTo>
                    <a:pt x="67067" y="79710"/>
                    <a:pt x="67182" y="79670"/>
                    <a:pt x="67274" y="79578"/>
                  </a:cubicBezTo>
                  <a:lnTo>
                    <a:pt x="80628" y="66635"/>
                  </a:lnTo>
                  <a:cubicBezTo>
                    <a:pt x="80857" y="66407"/>
                    <a:pt x="80811" y="65995"/>
                    <a:pt x="80537" y="65858"/>
                  </a:cubicBezTo>
                  <a:lnTo>
                    <a:pt x="74820" y="63068"/>
                  </a:lnTo>
                  <a:cubicBezTo>
                    <a:pt x="75003" y="63022"/>
                    <a:pt x="75140" y="62794"/>
                    <a:pt x="75094" y="62611"/>
                  </a:cubicBezTo>
                  <a:cubicBezTo>
                    <a:pt x="75003" y="62016"/>
                    <a:pt x="74957" y="61376"/>
                    <a:pt x="74866" y="60782"/>
                  </a:cubicBezTo>
                  <a:cubicBezTo>
                    <a:pt x="79256" y="58312"/>
                    <a:pt x="83738" y="56025"/>
                    <a:pt x="88266" y="53830"/>
                  </a:cubicBezTo>
                  <a:cubicBezTo>
                    <a:pt x="89089" y="54608"/>
                    <a:pt x="89912" y="55385"/>
                    <a:pt x="90689" y="56117"/>
                  </a:cubicBezTo>
                  <a:cubicBezTo>
                    <a:pt x="90781" y="56231"/>
                    <a:pt x="90907" y="56288"/>
                    <a:pt x="91032" y="56288"/>
                  </a:cubicBezTo>
                  <a:cubicBezTo>
                    <a:pt x="91158" y="56288"/>
                    <a:pt x="91284" y="56231"/>
                    <a:pt x="91375" y="56117"/>
                  </a:cubicBezTo>
                  <a:cubicBezTo>
                    <a:pt x="91440" y="56149"/>
                    <a:pt x="91505" y="56164"/>
                    <a:pt x="91566" y="56164"/>
                  </a:cubicBezTo>
                  <a:cubicBezTo>
                    <a:pt x="91676" y="56164"/>
                    <a:pt x="91774" y="56114"/>
                    <a:pt x="91833" y="56025"/>
                  </a:cubicBezTo>
                  <a:lnTo>
                    <a:pt x="98098" y="49714"/>
                  </a:lnTo>
                  <a:cubicBezTo>
                    <a:pt x="98281" y="49531"/>
                    <a:pt x="98281" y="49257"/>
                    <a:pt x="98098" y="49074"/>
                  </a:cubicBezTo>
                  <a:cubicBezTo>
                    <a:pt x="94805" y="45735"/>
                    <a:pt x="91650" y="42031"/>
                    <a:pt x="87991" y="39104"/>
                  </a:cubicBezTo>
                  <a:cubicBezTo>
                    <a:pt x="86721" y="38104"/>
                    <a:pt x="85163" y="37391"/>
                    <a:pt x="83638" y="37391"/>
                  </a:cubicBezTo>
                  <a:cubicBezTo>
                    <a:pt x="82583" y="37391"/>
                    <a:pt x="81544" y="37732"/>
                    <a:pt x="80628" y="38555"/>
                  </a:cubicBezTo>
                  <a:cubicBezTo>
                    <a:pt x="78524" y="40385"/>
                    <a:pt x="78204" y="42900"/>
                    <a:pt x="79576" y="45049"/>
                  </a:cubicBezTo>
                  <a:cubicBezTo>
                    <a:pt x="77107" y="45644"/>
                    <a:pt x="74591" y="46147"/>
                    <a:pt x="72076" y="46467"/>
                  </a:cubicBezTo>
                  <a:cubicBezTo>
                    <a:pt x="70201" y="39150"/>
                    <a:pt x="67320" y="32153"/>
                    <a:pt x="63524" y="25704"/>
                  </a:cubicBezTo>
                  <a:cubicBezTo>
                    <a:pt x="60048" y="19850"/>
                    <a:pt x="55612" y="14591"/>
                    <a:pt x="50444" y="10155"/>
                  </a:cubicBezTo>
                  <a:cubicBezTo>
                    <a:pt x="48066" y="8143"/>
                    <a:pt x="45505" y="6359"/>
                    <a:pt x="42807" y="4804"/>
                  </a:cubicBezTo>
                  <a:cubicBezTo>
                    <a:pt x="40520" y="3523"/>
                    <a:pt x="38142" y="2243"/>
                    <a:pt x="35444" y="2197"/>
                  </a:cubicBezTo>
                  <a:lnTo>
                    <a:pt x="35352" y="2060"/>
                  </a:lnTo>
                  <a:cubicBezTo>
                    <a:pt x="33826" y="501"/>
                    <a:pt x="31361" y="0"/>
                    <a:pt x="290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74"/>
            <p:cNvSpPr/>
            <p:nvPr/>
          </p:nvSpPr>
          <p:spPr>
            <a:xfrm>
              <a:off x="4457272" y="1275338"/>
              <a:ext cx="683622" cy="664643"/>
            </a:xfrm>
            <a:custGeom>
              <a:avLst/>
              <a:gdLst/>
              <a:ahLst/>
              <a:cxnLst/>
              <a:rect l="l" t="t" r="r" b="b"/>
              <a:pathLst>
                <a:path w="35947" h="34949" extrusionOk="0">
                  <a:moveTo>
                    <a:pt x="22639" y="1628"/>
                  </a:moveTo>
                  <a:lnTo>
                    <a:pt x="22639" y="1628"/>
                  </a:lnTo>
                  <a:cubicBezTo>
                    <a:pt x="23050" y="1765"/>
                    <a:pt x="23507" y="1902"/>
                    <a:pt x="23919" y="2040"/>
                  </a:cubicBezTo>
                  <a:cubicBezTo>
                    <a:pt x="23919" y="2117"/>
                    <a:pt x="23919" y="2227"/>
                    <a:pt x="23919" y="2314"/>
                  </a:cubicBezTo>
                  <a:cubicBezTo>
                    <a:pt x="23507" y="2131"/>
                    <a:pt x="23050" y="1902"/>
                    <a:pt x="22639" y="1628"/>
                  </a:cubicBezTo>
                  <a:close/>
                  <a:moveTo>
                    <a:pt x="33203" y="10912"/>
                  </a:moveTo>
                  <a:cubicBezTo>
                    <a:pt x="33477" y="11461"/>
                    <a:pt x="33660" y="12009"/>
                    <a:pt x="33843" y="12558"/>
                  </a:cubicBezTo>
                  <a:cubicBezTo>
                    <a:pt x="33614" y="12467"/>
                    <a:pt x="33340" y="12421"/>
                    <a:pt x="33066" y="12330"/>
                  </a:cubicBezTo>
                  <a:cubicBezTo>
                    <a:pt x="33111" y="11872"/>
                    <a:pt x="33157" y="11369"/>
                    <a:pt x="33203" y="10912"/>
                  </a:cubicBezTo>
                  <a:close/>
                  <a:moveTo>
                    <a:pt x="33935" y="14936"/>
                  </a:moveTo>
                  <a:lnTo>
                    <a:pt x="34483" y="15028"/>
                  </a:lnTo>
                  <a:cubicBezTo>
                    <a:pt x="34529" y="15348"/>
                    <a:pt x="34575" y="15668"/>
                    <a:pt x="34621" y="15988"/>
                  </a:cubicBezTo>
                  <a:cubicBezTo>
                    <a:pt x="34346" y="15622"/>
                    <a:pt x="34118" y="15302"/>
                    <a:pt x="33935" y="14936"/>
                  </a:cubicBezTo>
                  <a:close/>
                  <a:moveTo>
                    <a:pt x="33203" y="18229"/>
                  </a:moveTo>
                  <a:cubicBezTo>
                    <a:pt x="33340" y="18412"/>
                    <a:pt x="33477" y="18549"/>
                    <a:pt x="33614" y="18732"/>
                  </a:cubicBezTo>
                  <a:lnTo>
                    <a:pt x="32883" y="18778"/>
                  </a:lnTo>
                  <a:cubicBezTo>
                    <a:pt x="32791" y="18778"/>
                    <a:pt x="32700" y="18869"/>
                    <a:pt x="32654" y="18915"/>
                  </a:cubicBezTo>
                  <a:cubicBezTo>
                    <a:pt x="32563" y="18778"/>
                    <a:pt x="32517" y="18595"/>
                    <a:pt x="32425" y="18412"/>
                  </a:cubicBezTo>
                  <a:lnTo>
                    <a:pt x="33111" y="18321"/>
                  </a:lnTo>
                  <a:cubicBezTo>
                    <a:pt x="33157" y="18275"/>
                    <a:pt x="33203" y="18275"/>
                    <a:pt x="33203" y="18229"/>
                  </a:cubicBezTo>
                  <a:close/>
                  <a:moveTo>
                    <a:pt x="33889" y="19007"/>
                  </a:moveTo>
                  <a:cubicBezTo>
                    <a:pt x="34026" y="19144"/>
                    <a:pt x="34163" y="19281"/>
                    <a:pt x="34300" y="19418"/>
                  </a:cubicBezTo>
                  <a:cubicBezTo>
                    <a:pt x="33889" y="19647"/>
                    <a:pt x="33523" y="19967"/>
                    <a:pt x="33203" y="20333"/>
                  </a:cubicBezTo>
                  <a:cubicBezTo>
                    <a:pt x="33111" y="19967"/>
                    <a:pt x="32974" y="19601"/>
                    <a:pt x="32837" y="19281"/>
                  </a:cubicBezTo>
                  <a:lnTo>
                    <a:pt x="32883" y="19281"/>
                  </a:lnTo>
                  <a:lnTo>
                    <a:pt x="33660" y="19190"/>
                  </a:lnTo>
                  <a:cubicBezTo>
                    <a:pt x="33752" y="19190"/>
                    <a:pt x="33843" y="19098"/>
                    <a:pt x="33889" y="19007"/>
                  </a:cubicBezTo>
                  <a:close/>
                  <a:moveTo>
                    <a:pt x="34255" y="21293"/>
                  </a:moveTo>
                  <a:lnTo>
                    <a:pt x="34255" y="21293"/>
                  </a:lnTo>
                  <a:cubicBezTo>
                    <a:pt x="34072" y="22116"/>
                    <a:pt x="33797" y="22940"/>
                    <a:pt x="33477" y="23717"/>
                  </a:cubicBezTo>
                  <a:cubicBezTo>
                    <a:pt x="33386" y="22848"/>
                    <a:pt x="33660" y="21979"/>
                    <a:pt x="34255" y="21293"/>
                  </a:cubicBezTo>
                  <a:close/>
                  <a:moveTo>
                    <a:pt x="32380" y="25958"/>
                  </a:moveTo>
                  <a:lnTo>
                    <a:pt x="32060" y="26415"/>
                  </a:lnTo>
                  <a:cubicBezTo>
                    <a:pt x="31282" y="26736"/>
                    <a:pt x="30733" y="27422"/>
                    <a:pt x="30596" y="28199"/>
                  </a:cubicBezTo>
                  <a:cubicBezTo>
                    <a:pt x="30550" y="28245"/>
                    <a:pt x="30550" y="28290"/>
                    <a:pt x="30596" y="28336"/>
                  </a:cubicBezTo>
                  <a:cubicBezTo>
                    <a:pt x="30367" y="28565"/>
                    <a:pt x="30139" y="28839"/>
                    <a:pt x="29956" y="29022"/>
                  </a:cubicBezTo>
                  <a:cubicBezTo>
                    <a:pt x="29956" y="28382"/>
                    <a:pt x="30139" y="27742"/>
                    <a:pt x="30505" y="27147"/>
                  </a:cubicBezTo>
                  <a:cubicBezTo>
                    <a:pt x="30825" y="26507"/>
                    <a:pt x="31419" y="26095"/>
                    <a:pt x="32151" y="26004"/>
                  </a:cubicBezTo>
                  <a:cubicBezTo>
                    <a:pt x="32197" y="26004"/>
                    <a:pt x="32242" y="26004"/>
                    <a:pt x="32288" y="25958"/>
                  </a:cubicBezTo>
                  <a:close/>
                  <a:moveTo>
                    <a:pt x="19026" y="988"/>
                  </a:moveTo>
                  <a:cubicBezTo>
                    <a:pt x="19209" y="988"/>
                    <a:pt x="19391" y="988"/>
                    <a:pt x="19574" y="1033"/>
                  </a:cubicBezTo>
                  <a:cubicBezTo>
                    <a:pt x="19620" y="1079"/>
                    <a:pt x="19620" y="1125"/>
                    <a:pt x="19666" y="1125"/>
                  </a:cubicBezTo>
                  <a:cubicBezTo>
                    <a:pt x="20169" y="1628"/>
                    <a:pt x="20672" y="2085"/>
                    <a:pt x="21267" y="2497"/>
                  </a:cubicBezTo>
                  <a:cubicBezTo>
                    <a:pt x="21303" y="2526"/>
                    <a:pt x="21340" y="2539"/>
                    <a:pt x="21375" y="2539"/>
                  </a:cubicBezTo>
                  <a:cubicBezTo>
                    <a:pt x="21557" y="2539"/>
                    <a:pt x="21687" y="2193"/>
                    <a:pt x="21495" y="2040"/>
                  </a:cubicBezTo>
                  <a:cubicBezTo>
                    <a:pt x="21084" y="1765"/>
                    <a:pt x="20718" y="1445"/>
                    <a:pt x="20352" y="1125"/>
                  </a:cubicBezTo>
                  <a:lnTo>
                    <a:pt x="20352" y="1125"/>
                  </a:lnTo>
                  <a:cubicBezTo>
                    <a:pt x="20718" y="1171"/>
                    <a:pt x="21084" y="1216"/>
                    <a:pt x="21449" y="1308"/>
                  </a:cubicBezTo>
                  <a:lnTo>
                    <a:pt x="21495" y="1354"/>
                  </a:lnTo>
                  <a:cubicBezTo>
                    <a:pt x="22181" y="1902"/>
                    <a:pt x="22959" y="2405"/>
                    <a:pt x="23782" y="2771"/>
                  </a:cubicBezTo>
                  <a:cubicBezTo>
                    <a:pt x="23828" y="2794"/>
                    <a:pt x="23862" y="2806"/>
                    <a:pt x="23896" y="2806"/>
                  </a:cubicBezTo>
                  <a:cubicBezTo>
                    <a:pt x="23930" y="2806"/>
                    <a:pt x="23965" y="2794"/>
                    <a:pt x="24011" y="2771"/>
                  </a:cubicBezTo>
                  <a:cubicBezTo>
                    <a:pt x="24056" y="3229"/>
                    <a:pt x="24102" y="3686"/>
                    <a:pt x="24193" y="4143"/>
                  </a:cubicBezTo>
                  <a:cubicBezTo>
                    <a:pt x="24230" y="4270"/>
                    <a:pt x="24324" y="4325"/>
                    <a:pt x="24421" y="4325"/>
                  </a:cubicBezTo>
                  <a:cubicBezTo>
                    <a:pt x="24569" y="4325"/>
                    <a:pt x="24724" y="4199"/>
                    <a:pt x="24696" y="4006"/>
                  </a:cubicBezTo>
                  <a:cubicBezTo>
                    <a:pt x="24559" y="3412"/>
                    <a:pt x="24468" y="2817"/>
                    <a:pt x="24422" y="2222"/>
                  </a:cubicBezTo>
                  <a:lnTo>
                    <a:pt x="24422" y="2222"/>
                  </a:lnTo>
                  <a:lnTo>
                    <a:pt x="25017" y="2451"/>
                  </a:lnTo>
                  <a:cubicBezTo>
                    <a:pt x="25062" y="2954"/>
                    <a:pt x="25108" y="3412"/>
                    <a:pt x="25154" y="3915"/>
                  </a:cubicBezTo>
                  <a:cubicBezTo>
                    <a:pt x="25177" y="4075"/>
                    <a:pt x="25302" y="4155"/>
                    <a:pt x="25423" y="4155"/>
                  </a:cubicBezTo>
                  <a:cubicBezTo>
                    <a:pt x="25543" y="4155"/>
                    <a:pt x="25657" y="4075"/>
                    <a:pt x="25657" y="3915"/>
                  </a:cubicBezTo>
                  <a:cubicBezTo>
                    <a:pt x="25611" y="3503"/>
                    <a:pt x="25565" y="3137"/>
                    <a:pt x="25520" y="2726"/>
                  </a:cubicBezTo>
                  <a:lnTo>
                    <a:pt x="25520" y="2726"/>
                  </a:lnTo>
                  <a:cubicBezTo>
                    <a:pt x="25703" y="2817"/>
                    <a:pt x="25886" y="2908"/>
                    <a:pt x="26068" y="3000"/>
                  </a:cubicBezTo>
                  <a:cubicBezTo>
                    <a:pt x="26114" y="4098"/>
                    <a:pt x="26343" y="5149"/>
                    <a:pt x="26800" y="6156"/>
                  </a:cubicBezTo>
                  <a:cubicBezTo>
                    <a:pt x="26827" y="6236"/>
                    <a:pt x="26885" y="6269"/>
                    <a:pt x="26951" y="6269"/>
                  </a:cubicBezTo>
                  <a:cubicBezTo>
                    <a:pt x="27109" y="6269"/>
                    <a:pt x="27309" y="6075"/>
                    <a:pt x="27212" y="5881"/>
                  </a:cubicBezTo>
                  <a:cubicBezTo>
                    <a:pt x="26846" y="5104"/>
                    <a:pt x="26617" y="4235"/>
                    <a:pt x="26572" y="3366"/>
                  </a:cubicBezTo>
                  <a:lnTo>
                    <a:pt x="26572" y="3366"/>
                  </a:lnTo>
                  <a:cubicBezTo>
                    <a:pt x="26846" y="3503"/>
                    <a:pt x="27075" y="3686"/>
                    <a:pt x="27349" y="3869"/>
                  </a:cubicBezTo>
                  <a:cubicBezTo>
                    <a:pt x="27440" y="4692"/>
                    <a:pt x="27578" y="5515"/>
                    <a:pt x="27669" y="6384"/>
                  </a:cubicBezTo>
                  <a:cubicBezTo>
                    <a:pt x="27688" y="6496"/>
                    <a:pt x="27774" y="6547"/>
                    <a:pt x="27870" y="6547"/>
                  </a:cubicBezTo>
                  <a:cubicBezTo>
                    <a:pt x="28011" y="6547"/>
                    <a:pt x="28172" y="6437"/>
                    <a:pt x="28172" y="6247"/>
                  </a:cubicBezTo>
                  <a:cubicBezTo>
                    <a:pt x="28035" y="5561"/>
                    <a:pt x="27989" y="4921"/>
                    <a:pt x="27898" y="4235"/>
                  </a:cubicBezTo>
                  <a:lnTo>
                    <a:pt x="27898" y="4235"/>
                  </a:lnTo>
                  <a:cubicBezTo>
                    <a:pt x="28172" y="4463"/>
                    <a:pt x="28492" y="4692"/>
                    <a:pt x="28812" y="4966"/>
                  </a:cubicBezTo>
                  <a:cubicBezTo>
                    <a:pt x="28858" y="5424"/>
                    <a:pt x="28950" y="5835"/>
                    <a:pt x="29041" y="6293"/>
                  </a:cubicBezTo>
                  <a:cubicBezTo>
                    <a:pt x="29059" y="6420"/>
                    <a:pt x="29150" y="6475"/>
                    <a:pt x="29246" y="6475"/>
                  </a:cubicBezTo>
                  <a:cubicBezTo>
                    <a:pt x="29393" y="6475"/>
                    <a:pt x="29554" y="6348"/>
                    <a:pt x="29498" y="6156"/>
                  </a:cubicBezTo>
                  <a:cubicBezTo>
                    <a:pt x="29453" y="5973"/>
                    <a:pt x="29453" y="5744"/>
                    <a:pt x="29407" y="5515"/>
                  </a:cubicBezTo>
                  <a:lnTo>
                    <a:pt x="29407" y="5515"/>
                  </a:lnTo>
                  <a:cubicBezTo>
                    <a:pt x="29819" y="5881"/>
                    <a:pt x="30230" y="6338"/>
                    <a:pt x="30596" y="6796"/>
                  </a:cubicBezTo>
                  <a:cubicBezTo>
                    <a:pt x="30367" y="6750"/>
                    <a:pt x="30093" y="6704"/>
                    <a:pt x="29864" y="6613"/>
                  </a:cubicBezTo>
                  <a:cubicBezTo>
                    <a:pt x="29838" y="6605"/>
                    <a:pt x="29813" y="6602"/>
                    <a:pt x="29789" y="6602"/>
                  </a:cubicBezTo>
                  <a:cubicBezTo>
                    <a:pt x="29532" y="6602"/>
                    <a:pt x="29476" y="7028"/>
                    <a:pt x="29727" y="7070"/>
                  </a:cubicBezTo>
                  <a:cubicBezTo>
                    <a:pt x="29956" y="7162"/>
                    <a:pt x="30184" y="7207"/>
                    <a:pt x="30367" y="7253"/>
                  </a:cubicBezTo>
                  <a:lnTo>
                    <a:pt x="30779" y="7253"/>
                  </a:lnTo>
                  <a:cubicBezTo>
                    <a:pt x="30825" y="7253"/>
                    <a:pt x="30825" y="7253"/>
                    <a:pt x="30825" y="7299"/>
                  </a:cubicBezTo>
                  <a:cubicBezTo>
                    <a:pt x="30889" y="7331"/>
                    <a:pt x="30954" y="7364"/>
                    <a:pt x="31019" y="7364"/>
                  </a:cubicBezTo>
                  <a:cubicBezTo>
                    <a:pt x="31046" y="7364"/>
                    <a:pt x="31072" y="7358"/>
                    <a:pt x="31099" y="7345"/>
                  </a:cubicBezTo>
                  <a:lnTo>
                    <a:pt x="31191" y="7436"/>
                  </a:lnTo>
                  <a:cubicBezTo>
                    <a:pt x="30962" y="7413"/>
                    <a:pt x="30722" y="7402"/>
                    <a:pt x="30487" y="7402"/>
                  </a:cubicBezTo>
                  <a:cubicBezTo>
                    <a:pt x="30253" y="7402"/>
                    <a:pt x="30024" y="7413"/>
                    <a:pt x="29819" y="7436"/>
                  </a:cubicBezTo>
                  <a:cubicBezTo>
                    <a:pt x="29514" y="7480"/>
                    <a:pt x="29624" y="7897"/>
                    <a:pt x="29872" y="7897"/>
                  </a:cubicBezTo>
                  <a:cubicBezTo>
                    <a:pt x="29884" y="7897"/>
                    <a:pt x="29897" y="7896"/>
                    <a:pt x="29910" y="7893"/>
                  </a:cubicBezTo>
                  <a:cubicBezTo>
                    <a:pt x="30116" y="7871"/>
                    <a:pt x="30333" y="7859"/>
                    <a:pt x="30550" y="7859"/>
                  </a:cubicBezTo>
                  <a:cubicBezTo>
                    <a:pt x="30768" y="7859"/>
                    <a:pt x="30985" y="7871"/>
                    <a:pt x="31191" y="7893"/>
                  </a:cubicBezTo>
                  <a:lnTo>
                    <a:pt x="31145" y="8031"/>
                  </a:lnTo>
                  <a:cubicBezTo>
                    <a:pt x="30779" y="8168"/>
                    <a:pt x="30367" y="8214"/>
                    <a:pt x="29956" y="8214"/>
                  </a:cubicBezTo>
                  <a:cubicBezTo>
                    <a:pt x="29681" y="8259"/>
                    <a:pt x="29681" y="8671"/>
                    <a:pt x="29956" y="8717"/>
                  </a:cubicBezTo>
                  <a:cubicBezTo>
                    <a:pt x="30322" y="8717"/>
                    <a:pt x="30642" y="8671"/>
                    <a:pt x="31008" y="8579"/>
                  </a:cubicBezTo>
                  <a:lnTo>
                    <a:pt x="31008" y="8579"/>
                  </a:lnTo>
                  <a:cubicBezTo>
                    <a:pt x="30870" y="9037"/>
                    <a:pt x="30688" y="9448"/>
                    <a:pt x="30550" y="9906"/>
                  </a:cubicBezTo>
                  <a:cubicBezTo>
                    <a:pt x="30496" y="10068"/>
                    <a:pt x="30634" y="10182"/>
                    <a:pt x="30775" y="10182"/>
                  </a:cubicBezTo>
                  <a:cubicBezTo>
                    <a:pt x="30872" y="10182"/>
                    <a:pt x="30970" y="10128"/>
                    <a:pt x="31008" y="9997"/>
                  </a:cubicBezTo>
                  <a:cubicBezTo>
                    <a:pt x="31145" y="9631"/>
                    <a:pt x="31282" y="9220"/>
                    <a:pt x="31419" y="8854"/>
                  </a:cubicBezTo>
                  <a:cubicBezTo>
                    <a:pt x="31465" y="8717"/>
                    <a:pt x="31511" y="8534"/>
                    <a:pt x="31602" y="8351"/>
                  </a:cubicBezTo>
                  <a:cubicBezTo>
                    <a:pt x="31602" y="8351"/>
                    <a:pt x="31602" y="8214"/>
                    <a:pt x="31648" y="8076"/>
                  </a:cubicBezTo>
                  <a:cubicBezTo>
                    <a:pt x="31785" y="8259"/>
                    <a:pt x="31922" y="8488"/>
                    <a:pt x="32060" y="8671"/>
                  </a:cubicBezTo>
                  <a:cubicBezTo>
                    <a:pt x="31922" y="8900"/>
                    <a:pt x="31877" y="9174"/>
                    <a:pt x="31877" y="9448"/>
                  </a:cubicBezTo>
                  <a:cubicBezTo>
                    <a:pt x="31877" y="9586"/>
                    <a:pt x="31980" y="9654"/>
                    <a:pt x="32088" y="9654"/>
                  </a:cubicBezTo>
                  <a:cubicBezTo>
                    <a:pt x="32197" y="9654"/>
                    <a:pt x="32311" y="9586"/>
                    <a:pt x="32334" y="9448"/>
                  </a:cubicBezTo>
                  <a:cubicBezTo>
                    <a:pt x="32334" y="9357"/>
                    <a:pt x="32334" y="9265"/>
                    <a:pt x="32380" y="9174"/>
                  </a:cubicBezTo>
                  <a:cubicBezTo>
                    <a:pt x="32563" y="9494"/>
                    <a:pt x="32700" y="9768"/>
                    <a:pt x="32837" y="10089"/>
                  </a:cubicBezTo>
                  <a:cubicBezTo>
                    <a:pt x="32791" y="10775"/>
                    <a:pt x="32700" y="11506"/>
                    <a:pt x="32608" y="12238"/>
                  </a:cubicBezTo>
                  <a:lnTo>
                    <a:pt x="32105" y="12147"/>
                  </a:lnTo>
                  <a:lnTo>
                    <a:pt x="32105" y="12101"/>
                  </a:lnTo>
                  <a:cubicBezTo>
                    <a:pt x="32014" y="11735"/>
                    <a:pt x="32060" y="11369"/>
                    <a:pt x="32151" y="11049"/>
                  </a:cubicBezTo>
                  <a:cubicBezTo>
                    <a:pt x="32179" y="10856"/>
                    <a:pt x="32023" y="10730"/>
                    <a:pt x="31886" y="10730"/>
                  </a:cubicBezTo>
                  <a:cubicBezTo>
                    <a:pt x="31795" y="10730"/>
                    <a:pt x="31712" y="10785"/>
                    <a:pt x="31694" y="10912"/>
                  </a:cubicBezTo>
                  <a:cubicBezTo>
                    <a:pt x="31556" y="11323"/>
                    <a:pt x="31556" y="11735"/>
                    <a:pt x="31602" y="12101"/>
                  </a:cubicBezTo>
                  <a:lnTo>
                    <a:pt x="31419" y="12101"/>
                  </a:lnTo>
                  <a:cubicBezTo>
                    <a:pt x="31099" y="12101"/>
                    <a:pt x="31099" y="12604"/>
                    <a:pt x="31419" y="12604"/>
                  </a:cubicBezTo>
                  <a:cubicBezTo>
                    <a:pt x="32288" y="12604"/>
                    <a:pt x="33203" y="12787"/>
                    <a:pt x="34072" y="13107"/>
                  </a:cubicBezTo>
                  <a:cubicBezTo>
                    <a:pt x="34072" y="13153"/>
                    <a:pt x="34118" y="13198"/>
                    <a:pt x="34118" y="13290"/>
                  </a:cubicBezTo>
                  <a:cubicBezTo>
                    <a:pt x="34118" y="13336"/>
                    <a:pt x="34163" y="13473"/>
                    <a:pt x="34209" y="13610"/>
                  </a:cubicBezTo>
                  <a:cubicBezTo>
                    <a:pt x="33386" y="13381"/>
                    <a:pt x="32608" y="13290"/>
                    <a:pt x="31785" y="13244"/>
                  </a:cubicBezTo>
                  <a:cubicBezTo>
                    <a:pt x="31511" y="13244"/>
                    <a:pt x="31511" y="13702"/>
                    <a:pt x="31785" y="13702"/>
                  </a:cubicBezTo>
                  <a:cubicBezTo>
                    <a:pt x="32654" y="13747"/>
                    <a:pt x="33477" y="13884"/>
                    <a:pt x="34255" y="14113"/>
                  </a:cubicBezTo>
                  <a:cubicBezTo>
                    <a:pt x="34255" y="14159"/>
                    <a:pt x="34300" y="14205"/>
                    <a:pt x="34346" y="14205"/>
                  </a:cubicBezTo>
                  <a:cubicBezTo>
                    <a:pt x="34346" y="14296"/>
                    <a:pt x="34392" y="14388"/>
                    <a:pt x="34392" y="14479"/>
                  </a:cubicBezTo>
                  <a:lnTo>
                    <a:pt x="33660" y="14342"/>
                  </a:lnTo>
                  <a:cubicBezTo>
                    <a:pt x="33628" y="14309"/>
                    <a:pt x="33573" y="14277"/>
                    <a:pt x="33511" y="14277"/>
                  </a:cubicBezTo>
                  <a:cubicBezTo>
                    <a:pt x="33485" y="14277"/>
                    <a:pt x="33458" y="14283"/>
                    <a:pt x="33432" y="14296"/>
                  </a:cubicBezTo>
                  <a:cubicBezTo>
                    <a:pt x="32883" y="14205"/>
                    <a:pt x="32334" y="14113"/>
                    <a:pt x="31785" y="14067"/>
                  </a:cubicBezTo>
                  <a:cubicBezTo>
                    <a:pt x="31773" y="14065"/>
                    <a:pt x="31762" y="14064"/>
                    <a:pt x="31751" y="14064"/>
                  </a:cubicBezTo>
                  <a:cubicBezTo>
                    <a:pt x="31511" y="14064"/>
                    <a:pt x="31523" y="14527"/>
                    <a:pt x="31785" y="14570"/>
                  </a:cubicBezTo>
                  <a:lnTo>
                    <a:pt x="32471" y="14616"/>
                  </a:lnTo>
                  <a:cubicBezTo>
                    <a:pt x="32517" y="15028"/>
                    <a:pt x="32700" y="15439"/>
                    <a:pt x="32974" y="15760"/>
                  </a:cubicBezTo>
                  <a:cubicBezTo>
                    <a:pt x="33021" y="15829"/>
                    <a:pt x="33076" y="15857"/>
                    <a:pt x="33129" y="15857"/>
                  </a:cubicBezTo>
                  <a:cubicBezTo>
                    <a:pt x="33287" y="15857"/>
                    <a:pt x="33431" y="15610"/>
                    <a:pt x="33294" y="15439"/>
                  </a:cubicBezTo>
                  <a:cubicBezTo>
                    <a:pt x="33157" y="15211"/>
                    <a:pt x="33020" y="14982"/>
                    <a:pt x="32974" y="14708"/>
                  </a:cubicBezTo>
                  <a:lnTo>
                    <a:pt x="32974" y="14708"/>
                  </a:lnTo>
                  <a:lnTo>
                    <a:pt x="33386" y="14799"/>
                  </a:lnTo>
                  <a:cubicBezTo>
                    <a:pt x="33706" y="15531"/>
                    <a:pt x="34118" y="16217"/>
                    <a:pt x="34666" y="16857"/>
                  </a:cubicBezTo>
                  <a:lnTo>
                    <a:pt x="34666" y="17772"/>
                  </a:lnTo>
                  <a:cubicBezTo>
                    <a:pt x="34483" y="17635"/>
                    <a:pt x="34346" y="17452"/>
                    <a:pt x="34255" y="17269"/>
                  </a:cubicBezTo>
                  <a:cubicBezTo>
                    <a:pt x="34196" y="17181"/>
                    <a:pt x="34115" y="17145"/>
                    <a:pt x="34037" y="17145"/>
                  </a:cubicBezTo>
                  <a:cubicBezTo>
                    <a:pt x="33870" y="17145"/>
                    <a:pt x="33719" y="17311"/>
                    <a:pt x="33843" y="17497"/>
                  </a:cubicBezTo>
                  <a:cubicBezTo>
                    <a:pt x="34026" y="17818"/>
                    <a:pt x="34255" y="18138"/>
                    <a:pt x="34575" y="18321"/>
                  </a:cubicBezTo>
                  <a:lnTo>
                    <a:pt x="34621" y="18321"/>
                  </a:lnTo>
                  <a:cubicBezTo>
                    <a:pt x="34621" y="18549"/>
                    <a:pt x="34621" y="18778"/>
                    <a:pt x="34575" y="19052"/>
                  </a:cubicBezTo>
                  <a:cubicBezTo>
                    <a:pt x="33706" y="18183"/>
                    <a:pt x="32928" y="17177"/>
                    <a:pt x="32288" y="16125"/>
                  </a:cubicBezTo>
                  <a:cubicBezTo>
                    <a:pt x="32242" y="16017"/>
                    <a:pt x="32158" y="15971"/>
                    <a:pt x="32075" y="15971"/>
                  </a:cubicBezTo>
                  <a:cubicBezTo>
                    <a:pt x="31914" y="15971"/>
                    <a:pt x="31756" y="16143"/>
                    <a:pt x="31877" y="16354"/>
                  </a:cubicBezTo>
                  <a:cubicBezTo>
                    <a:pt x="32197" y="16857"/>
                    <a:pt x="32563" y="17360"/>
                    <a:pt x="32928" y="17863"/>
                  </a:cubicBezTo>
                  <a:lnTo>
                    <a:pt x="32288" y="17955"/>
                  </a:lnTo>
                  <a:cubicBezTo>
                    <a:pt x="32288" y="17955"/>
                    <a:pt x="32242" y="17955"/>
                    <a:pt x="32197" y="18000"/>
                  </a:cubicBezTo>
                  <a:cubicBezTo>
                    <a:pt x="32151" y="17955"/>
                    <a:pt x="32151" y="17909"/>
                    <a:pt x="32105" y="17863"/>
                  </a:cubicBezTo>
                  <a:cubicBezTo>
                    <a:pt x="32047" y="17791"/>
                    <a:pt x="31976" y="17760"/>
                    <a:pt x="31908" y="17760"/>
                  </a:cubicBezTo>
                  <a:cubicBezTo>
                    <a:pt x="31761" y="17760"/>
                    <a:pt x="31631" y="17904"/>
                    <a:pt x="31694" y="18092"/>
                  </a:cubicBezTo>
                  <a:cubicBezTo>
                    <a:pt x="32197" y="18915"/>
                    <a:pt x="32563" y="19738"/>
                    <a:pt x="32837" y="20653"/>
                  </a:cubicBezTo>
                  <a:cubicBezTo>
                    <a:pt x="32837" y="20699"/>
                    <a:pt x="32883" y="20744"/>
                    <a:pt x="32928" y="20744"/>
                  </a:cubicBezTo>
                  <a:cubicBezTo>
                    <a:pt x="32517" y="21385"/>
                    <a:pt x="32197" y="22116"/>
                    <a:pt x="32014" y="22848"/>
                  </a:cubicBezTo>
                  <a:cubicBezTo>
                    <a:pt x="31960" y="23011"/>
                    <a:pt x="32114" y="23125"/>
                    <a:pt x="32258" y="23125"/>
                  </a:cubicBezTo>
                  <a:cubicBezTo>
                    <a:pt x="32358" y="23125"/>
                    <a:pt x="32452" y="23070"/>
                    <a:pt x="32471" y="22940"/>
                  </a:cubicBezTo>
                  <a:cubicBezTo>
                    <a:pt x="32837" y="21705"/>
                    <a:pt x="33386" y="20516"/>
                    <a:pt x="34529" y="19876"/>
                  </a:cubicBezTo>
                  <a:lnTo>
                    <a:pt x="34529" y="19876"/>
                  </a:lnTo>
                  <a:cubicBezTo>
                    <a:pt x="34529" y="20104"/>
                    <a:pt x="34483" y="20379"/>
                    <a:pt x="34438" y="20653"/>
                  </a:cubicBezTo>
                  <a:cubicBezTo>
                    <a:pt x="34422" y="20638"/>
                    <a:pt x="34407" y="20633"/>
                    <a:pt x="34392" y="20633"/>
                  </a:cubicBezTo>
                  <a:cubicBezTo>
                    <a:pt x="34361" y="20633"/>
                    <a:pt x="34331" y="20653"/>
                    <a:pt x="34300" y="20653"/>
                  </a:cubicBezTo>
                  <a:cubicBezTo>
                    <a:pt x="33020" y="21613"/>
                    <a:pt x="32974" y="23123"/>
                    <a:pt x="33020" y="24586"/>
                  </a:cubicBezTo>
                  <a:cubicBezTo>
                    <a:pt x="33020" y="24632"/>
                    <a:pt x="33020" y="24678"/>
                    <a:pt x="33066" y="24678"/>
                  </a:cubicBezTo>
                  <a:cubicBezTo>
                    <a:pt x="32928" y="24998"/>
                    <a:pt x="32746" y="25272"/>
                    <a:pt x="32563" y="25592"/>
                  </a:cubicBezTo>
                  <a:cubicBezTo>
                    <a:pt x="32471" y="25364"/>
                    <a:pt x="32425" y="25089"/>
                    <a:pt x="32471" y="24860"/>
                  </a:cubicBezTo>
                  <a:cubicBezTo>
                    <a:pt x="32498" y="24698"/>
                    <a:pt x="32365" y="24584"/>
                    <a:pt x="32233" y="24584"/>
                  </a:cubicBezTo>
                  <a:cubicBezTo>
                    <a:pt x="32142" y="24584"/>
                    <a:pt x="32051" y="24638"/>
                    <a:pt x="32014" y="24769"/>
                  </a:cubicBezTo>
                  <a:cubicBezTo>
                    <a:pt x="31922" y="24998"/>
                    <a:pt x="31922" y="25318"/>
                    <a:pt x="32014" y="25592"/>
                  </a:cubicBezTo>
                  <a:cubicBezTo>
                    <a:pt x="31282" y="25684"/>
                    <a:pt x="30642" y="26095"/>
                    <a:pt x="30230" y="26736"/>
                  </a:cubicBezTo>
                  <a:cubicBezTo>
                    <a:pt x="29773" y="27376"/>
                    <a:pt x="29224" y="28565"/>
                    <a:pt x="29453" y="29342"/>
                  </a:cubicBezTo>
                  <a:cubicBezTo>
                    <a:pt x="29498" y="29388"/>
                    <a:pt x="29498" y="29434"/>
                    <a:pt x="29544" y="29480"/>
                  </a:cubicBezTo>
                  <a:cubicBezTo>
                    <a:pt x="29361" y="29617"/>
                    <a:pt x="29224" y="29754"/>
                    <a:pt x="29041" y="29891"/>
                  </a:cubicBezTo>
                  <a:cubicBezTo>
                    <a:pt x="28995" y="29480"/>
                    <a:pt x="28995" y="29022"/>
                    <a:pt x="29087" y="28611"/>
                  </a:cubicBezTo>
                  <a:cubicBezTo>
                    <a:pt x="29114" y="28418"/>
                    <a:pt x="28959" y="28291"/>
                    <a:pt x="28822" y="28291"/>
                  </a:cubicBezTo>
                  <a:cubicBezTo>
                    <a:pt x="28731" y="28291"/>
                    <a:pt x="28648" y="28346"/>
                    <a:pt x="28630" y="28473"/>
                  </a:cubicBezTo>
                  <a:cubicBezTo>
                    <a:pt x="28538" y="29068"/>
                    <a:pt x="28538" y="29662"/>
                    <a:pt x="28630" y="30257"/>
                  </a:cubicBezTo>
                  <a:cubicBezTo>
                    <a:pt x="25489" y="32803"/>
                    <a:pt x="21810" y="33984"/>
                    <a:pt x="18192" y="33984"/>
                  </a:cubicBezTo>
                  <a:cubicBezTo>
                    <a:pt x="11218" y="33984"/>
                    <a:pt x="4470" y="29599"/>
                    <a:pt x="2241" y="22162"/>
                  </a:cubicBezTo>
                  <a:cubicBezTo>
                    <a:pt x="2333" y="22025"/>
                    <a:pt x="2379" y="21888"/>
                    <a:pt x="2333" y="21751"/>
                  </a:cubicBezTo>
                  <a:cubicBezTo>
                    <a:pt x="321" y="13153"/>
                    <a:pt x="5123" y="4143"/>
                    <a:pt x="13721" y="1674"/>
                  </a:cubicBezTo>
                  <a:cubicBezTo>
                    <a:pt x="15275" y="1216"/>
                    <a:pt x="16830" y="988"/>
                    <a:pt x="18431" y="988"/>
                  </a:cubicBezTo>
                  <a:cubicBezTo>
                    <a:pt x="18705" y="1445"/>
                    <a:pt x="19071" y="1857"/>
                    <a:pt x="19483" y="2222"/>
                  </a:cubicBezTo>
                  <a:cubicBezTo>
                    <a:pt x="19530" y="2260"/>
                    <a:pt x="19582" y="2277"/>
                    <a:pt x="19631" y="2277"/>
                  </a:cubicBezTo>
                  <a:cubicBezTo>
                    <a:pt x="19821" y="2277"/>
                    <a:pt x="19984" y="2038"/>
                    <a:pt x="19803" y="1857"/>
                  </a:cubicBezTo>
                  <a:cubicBezTo>
                    <a:pt x="19529" y="1628"/>
                    <a:pt x="19254" y="1308"/>
                    <a:pt x="19026" y="988"/>
                  </a:cubicBezTo>
                  <a:close/>
                  <a:moveTo>
                    <a:pt x="18529" y="0"/>
                  </a:moveTo>
                  <a:cubicBezTo>
                    <a:pt x="15882" y="0"/>
                    <a:pt x="13212" y="588"/>
                    <a:pt x="10794" y="1719"/>
                  </a:cubicBezTo>
                  <a:cubicBezTo>
                    <a:pt x="3705" y="5058"/>
                    <a:pt x="1" y="12878"/>
                    <a:pt x="1098" y="20424"/>
                  </a:cubicBezTo>
                  <a:cubicBezTo>
                    <a:pt x="961" y="20516"/>
                    <a:pt x="870" y="20744"/>
                    <a:pt x="915" y="20927"/>
                  </a:cubicBezTo>
                  <a:cubicBezTo>
                    <a:pt x="2516" y="28748"/>
                    <a:pt x="9193" y="34510"/>
                    <a:pt x="17196" y="34922"/>
                  </a:cubicBezTo>
                  <a:cubicBezTo>
                    <a:pt x="17512" y="34940"/>
                    <a:pt x="17828" y="34949"/>
                    <a:pt x="18144" y="34949"/>
                  </a:cubicBezTo>
                  <a:cubicBezTo>
                    <a:pt x="25046" y="34949"/>
                    <a:pt x="31768" y="30693"/>
                    <a:pt x="34392" y="24220"/>
                  </a:cubicBezTo>
                  <a:cubicBezTo>
                    <a:pt x="35627" y="21293"/>
                    <a:pt x="35947" y="18046"/>
                    <a:pt x="35352" y="14936"/>
                  </a:cubicBezTo>
                  <a:cubicBezTo>
                    <a:pt x="35352" y="14891"/>
                    <a:pt x="35352" y="14891"/>
                    <a:pt x="35352" y="14891"/>
                  </a:cubicBezTo>
                  <a:cubicBezTo>
                    <a:pt x="34529" y="11095"/>
                    <a:pt x="32700" y="7665"/>
                    <a:pt x="30093" y="4875"/>
                  </a:cubicBezTo>
                  <a:cubicBezTo>
                    <a:pt x="27090" y="1560"/>
                    <a:pt x="22840" y="0"/>
                    <a:pt x="1852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74"/>
            <p:cNvSpPr/>
            <p:nvPr/>
          </p:nvSpPr>
          <p:spPr>
            <a:xfrm>
              <a:off x="4483668" y="1212618"/>
              <a:ext cx="79493" cy="78542"/>
            </a:xfrm>
            <a:custGeom>
              <a:avLst/>
              <a:gdLst/>
              <a:ahLst/>
              <a:cxnLst/>
              <a:rect l="l" t="t" r="r" b="b"/>
              <a:pathLst>
                <a:path w="4180" h="4130" extrusionOk="0">
                  <a:moveTo>
                    <a:pt x="3861" y="0"/>
                  </a:moveTo>
                  <a:cubicBezTo>
                    <a:pt x="3783" y="0"/>
                    <a:pt x="3702" y="36"/>
                    <a:pt x="3643" y="124"/>
                  </a:cubicBezTo>
                  <a:cubicBezTo>
                    <a:pt x="2683" y="1496"/>
                    <a:pt x="1539" y="2685"/>
                    <a:pt x="213" y="3737"/>
                  </a:cubicBezTo>
                  <a:cubicBezTo>
                    <a:pt x="1" y="3879"/>
                    <a:pt x="172" y="4130"/>
                    <a:pt x="367" y="4130"/>
                  </a:cubicBezTo>
                  <a:cubicBezTo>
                    <a:pt x="423" y="4130"/>
                    <a:pt x="482" y="4109"/>
                    <a:pt x="533" y="4057"/>
                  </a:cubicBezTo>
                  <a:cubicBezTo>
                    <a:pt x="1905" y="3005"/>
                    <a:pt x="3094" y="1770"/>
                    <a:pt x="4055" y="353"/>
                  </a:cubicBezTo>
                  <a:cubicBezTo>
                    <a:pt x="4179" y="166"/>
                    <a:pt x="4028" y="0"/>
                    <a:pt x="3861"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74"/>
            <p:cNvSpPr/>
            <p:nvPr/>
          </p:nvSpPr>
          <p:spPr>
            <a:xfrm>
              <a:off x="4563485" y="1185765"/>
              <a:ext cx="14662" cy="11106"/>
            </a:xfrm>
            <a:custGeom>
              <a:avLst/>
              <a:gdLst/>
              <a:ahLst/>
              <a:cxnLst/>
              <a:rect l="l" t="t" r="r" b="b"/>
              <a:pathLst>
                <a:path w="771" h="584" extrusionOk="0">
                  <a:moveTo>
                    <a:pt x="379" y="0"/>
                  </a:moveTo>
                  <a:cubicBezTo>
                    <a:pt x="182" y="0"/>
                    <a:pt x="0" y="261"/>
                    <a:pt x="178" y="438"/>
                  </a:cubicBezTo>
                  <a:lnTo>
                    <a:pt x="269" y="530"/>
                  </a:lnTo>
                  <a:cubicBezTo>
                    <a:pt x="317" y="568"/>
                    <a:pt x="368" y="584"/>
                    <a:pt x="418" y="584"/>
                  </a:cubicBezTo>
                  <a:cubicBezTo>
                    <a:pt x="607" y="584"/>
                    <a:pt x="771" y="345"/>
                    <a:pt x="590" y="164"/>
                  </a:cubicBezTo>
                  <a:lnTo>
                    <a:pt x="544" y="72"/>
                  </a:lnTo>
                  <a:cubicBezTo>
                    <a:pt x="493" y="21"/>
                    <a:pt x="435"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74"/>
            <p:cNvSpPr/>
            <p:nvPr/>
          </p:nvSpPr>
          <p:spPr>
            <a:xfrm>
              <a:off x="4148713" y="1480480"/>
              <a:ext cx="15385" cy="10726"/>
            </a:xfrm>
            <a:custGeom>
              <a:avLst/>
              <a:gdLst/>
              <a:ahLst/>
              <a:cxnLst/>
              <a:rect l="l" t="t" r="r" b="b"/>
              <a:pathLst>
                <a:path w="809" h="564" extrusionOk="0">
                  <a:moveTo>
                    <a:pt x="359" y="0"/>
                  </a:moveTo>
                  <a:cubicBezTo>
                    <a:pt x="168" y="0"/>
                    <a:pt x="0" y="226"/>
                    <a:pt x="173" y="399"/>
                  </a:cubicBezTo>
                  <a:lnTo>
                    <a:pt x="265" y="491"/>
                  </a:lnTo>
                  <a:cubicBezTo>
                    <a:pt x="316" y="542"/>
                    <a:pt x="373" y="563"/>
                    <a:pt x="430" y="563"/>
                  </a:cubicBezTo>
                  <a:cubicBezTo>
                    <a:pt x="627" y="563"/>
                    <a:pt x="808" y="302"/>
                    <a:pt x="631" y="125"/>
                  </a:cubicBezTo>
                  <a:lnTo>
                    <a:pt x="539" y="79"/>
                  </a:lnTo>
                  <a:cubicBezTo>
                    <a:pt x="484" y="24"/>
                    <a:pt x="420" y="0"/>
                    <a:pt x="35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74"/>
            <p:cNvSpPr/>
            <p:nvPr/>
          </p:nvSpPr>
          <p:spPr>
            <a:xfrm>
              <a:off x="5309789" y="1784132"/>
              <a:ext cx="14529" cy="10726"/>
            </a:xfrm>
            <a:custGeom>
              <a:avLst/>
              <a:gdLst/>
              <a:ahLst/>
              <a:cxnLst/>
              <a:rect l="l" t="t" r="r" b="b"/>
              <a:pathLst>
                <a:path w="764" h="564" extrusionOk="0">
                  <a:moveTo>
                    <a:pt x="425" y="1"/>
                  </a:moveTo>
                  <a:cubicBezTo>
                    <a:pt x="372" y="1"/>
                    <a:pt x="316" y="22"/>
                    <a:pt x="266" y="73"/>
                  </a:cubicBezTo>
                  <a:lnTo>
                    <a:pt x="174" y="164"/>
                  </a:lnTo>
                  <a:cubicBezTo>
                    <a:pt x="1" y="338"/>
                    <a:pt x="169" y="563"/>
                    <a:pt x="360" y="563"/>
                  </a:cubicBezTo>
                  <a:cubicBezTo>
                    <a:pt x="421" y="563"/>
                    <a:pt x="484" y="540"/>
                    <a:pt x="540" y="485"/>
                  </a:cubicBezTo>
                  <a:lnTo>
                    <a:pt x="586" y="439"/>
                  </a:lnTo>
                  <a:cubicBezTo>
                    <a:pt x="763" y="261"/>
                    <a:pt x="610" y="1"/>
                    <a:pt x="425"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74"/>
            <p:cNvSpPr/>
            <p:nvPr/>
          </p:nvSpPr>
          <p:spPr>
            <a:xfrm>
              <a:off x="5381104" y="1850978"/>
              <a:ext cx="14720" cy="10726"/>
            </a:xfrm>
            <a:custGeom>
              <a:avLst/>
              <a:gdLst/>
              <a:ahLst/>
              <a:cxnLst/>
              <a:rect l="l" t="t" r="r" b="b"/>
              <a:pathLst>
                <a:path w="774" h="564" extrusionOk="0">
                  <a:moveTo>
                    <a:pt x="360" y="1"/>
                  </a:moveTo>
                  <a:cubicBezTo>
                    <a:pt x="169" y="1"/>
                    <a:pt x="1" y="226"/>
                    <a:pt x="174" y="400"/>
                  </a:cubicBezTo>
                  <a:lnTo>
                    <a:pt x="266" y="491"/>
                  </a:lnTo>
                  <a:cubicBezTo>
                    <a:pt x="317" y="543"/>
                    <a:pt x="373" y="564"/>
                    <a:pt x="428" y="564"/>
                  </a:cubicBezTo>
                  <a:cubicBezTo>
                    <a:pt x="613" y="564"/>
                    <a:pt x="773" y="313"/>
                    <a:pt x="631" y="171"/>
                  </a:cubicBezTo>
                  <a:lnTo>
                    <a:pt x="540" y="79"/>
                  </a:lnTo>
                  <a:cubicBezTo>
                    <a:pt x="485" y="24"/>
                    <a:pt x="421" y="1"/>
                    <a:pt x="36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74"/>
            <p:cNvSpPr/>
            <p:nvPr/>
          </p:nvSpPr>
          <p:spPr>
            <a:xfrm>
              <a:off x="5358492" y="1760531"/>
              <a:ext cx="15195" cy="10726"/>
            </a:xfrm>
            <a:custGeom>
              <a:avLst/>
              <a:gdLst/>
              <a:ahLst/>
              <a:cxnLst/>
              <a:rect l="l" t="t" r="r" b="b"/>
              <a:pathLst>
                <a:path w="799" h="564" extrusionOk="0">
                  <a:moveTo>
                    <a:pt x="360" y="1"/>
                  </a:moveTo>
                  <a:cubicBezTo>
                    <a:pt x="169" y="1"/>
                    <a:pt x="1" y="226"/>
                    <a:pt x="174" y="399"/>
                  </a:cubicBezTo>
                  <a:lnTo>
                    <a:pt x="266" y="491"/>
                  </a:lnTo>
                  <a:cubicBezTo>
                    <a:pt x="317" y="542"/>
                    <a:pt x="374" y="563"/>
                    <a:pt x="430" y="563"/>
                  </a:cubicBezTo>
                  <a:cubicBezTo>
                    <a:pt x="626" y="563"/>
                    <a:pt x="799" y="303"/>
                    <a:pt x="586" y="125"/>
                  </a:cubicBezTo>
                  <a:lnTo>
                    <a:pt x="540" y="79"/>
                  </a:lnTo>
                  <a:cubicBezTo>
                    <a:pt x="484" y="24"/>
                    <a:pt x="421" y="1"/>
                    <a:pt x="36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74"/>
            <p:cNvSpPr/>
            <p:nvPr/>
          </p:nvSpPr>
          <p:spPr>
            <a:xfrm>
              <a:off x="5227081" y="1470153"/>
              <a:ext cx="14605" cy="11468"/>
            </a:xfrm>
            <a:custGeom>
              <a:avLst/>
              <a:gdLst/>
              <a:ahLst/>
              <a:cxnLst/>
              <a:rect l="l" t="t" r="r" b="b"/>
              <a:pathLst>
                <a:path w="768" h="603" extrusionOk="0">
                  <a:moveTo>
                    <a:pt x="389" y="1"/>
                  </a:moveTo>
                  <a:cubicBezTo>
                    <a:pt x="333" y="1"/>
                    <a:pt x="275" y="22"/>
                    <a:pt x="224" y="73"/>
                  </a:cubicBezTo>
                  <a:lnTo>
                    <a:pt x="178" y="165"/>
                  </a:lnTo>
                  <a:cubicBezTo>
                    <a:pt x="1" y="342"/>
                    <a:pt x="154" y="603"/>
                    <a:pt x="339" y="603"/>
                  </a:cubicBezTo>
                  <a:cubicBezTo>
                    <a:pt x="392" y="603"/>
                    <a:pt x="448" y="582"/>
                    <a:pt x="499" y="531"/>
                  </a:cubicBezTo>
                  <a:lnTo>
                    <a:pt x="590" y="439"/>
                  </a:lnTo>
                  <a:cubicBezTo>
                    <a:pt x="768" y="261"/>
                    <a:pt x="586" y="1"/>
                    <a:pt x="38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74"/>
            <p:cNvSpPr/>
            <p:nvPr/>
          </p:nvSpPr>
          <p:spPr>
            <a:xfrm>
              <a:off x="5216850" y="1449291"/>
              <a:ext cx="15195" cy="10707"/>
            </a:xfrm>
            <a:custGeom>
              <a:avLst/>
              <a:gdLst/>
              <a:ahLst/>
              <a:cxnLst/>
              <a:rect l="l" t="t" r="r" b="b"/>
              <a:pathLst>
                <a:path w="799" h="563" extrusionOk="0">
                  <a:moveTo>
                    <a:pt x="369" y="0"/>
                  </a:moveTo>
                  <a:cubicBezTo>
                    <a:pt x="174" y="0"/>
                    <a:pt x="0" y="261"/>
                    <a:pt x="213" y="439"/>
                  </a:cubicBezTo>
                  <a:lnTo>
                    <a:pt x="259" y="484"/>
                  </a:lnTo>
                  <a:cubicBezTo>
                    <a:pt x="315" y="540"/>
                    <a:pt x="378" y="563"/>
                    <a:pt x="439" y="563"/>
                  </a:cubicBezTo>
                  <a:cubicBezTo>
                    <a:pt x="630" y="563"/>
                    <a:pt x="798" y="337"/>
                    <a:pt x="625" y="164"/>
                  </a:cubicBezTo>
                  <a:lnTo>
                    <a:pt x="533" y="73"/>
                  </a:lnTo>
                  <a:cubicBezTo>
                    <a:pt x="482" y="22"/>
                    <a:pt x="425" y="0"/>
                    <a:pt x="36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74"/>
            <p:cNvSpPr/>
            <p:nvPr/>
          </p:nvSpPr>
          <p:spPr>
            <a:xfrm>
              <a:off x="5211335" y="1348688"/>
              <a:ext cx="13065" cy="85693"/>
            </a:xfrm>
            <a:custGeom>
              <a:avLst/>
              <a:gdLst/>
              <a:ahLst/>
              <a:cxnLst/>
              <a:rect l="l" t="t" r="r" b="b"/>
              <a:pathLst>
                <a:path w="687" h="4506" extrusionOk="0">
                  <a:moveTo>
                    <a:pt x="429" y="0"/>
                  </a:moveTo>
                  <a:cubicBezTo>
                    <a:pt x="309" y="0"/>
                    <a:pt x="183" y="80"/>
                    <a:pt x="183" y="241"/>
                  </a:cubicBezTo>
                  <a:cubicBezTo>
                    <a:pt x="0" y="1567"/>
                    <a:pt x="0" y="2939"/>
                    <a:pt x="183" y="4265"/>
                  </a:cubicBezTo>
                  <a:cubicBezTo>
                    <a:pt x="183" y="4425"/>
                    <a:pt x="320" y="4505"/>
                    <a:pt x="446" y="4505"/>
                  </a:cubicBezTo>
                  <a:cubicBezTo>
                    <a:pt x="572" y="4505"/>
                    <a:pt x="686" y="4425"/>
                    <a:pt x="641" y="4265"/>
                  </a:cubicBezTo>
                  <a:cubicBezTo>
                    <a:pt x="503" y="2939"/>
                    <a:pt x="503" y="1567"/>
                    <a:pt x="641" y="241"/>
                  </a:cubicBezTo>
                  <a:cubicBezTo>
                    <a:pt x="663" y="80"/>
                    <a:pt x="549" y="0"/>
                    <a:pt x="42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74"/>
            <p:cNvSpPr/>
            <p:nvPr/>
          </p:nvSpPr>
          <p:spPr>
            <a:xfrm>
              <a:off x="5075683" y="1220016"/>
              <a:ext cx="13788" cy="10269"/>
            </a:xfrm>
            <a:custGeom>
              <a:avLst/>
              <a:gdLst/>
              <a:ahLst/>
              <a:cxnLst/>
              <a:rect l="l" t="t" r="r" b="b"/>
              <a:pathLst>
                <a:path w="725" h="540" extrusionOk="0">
                  <a:moveTo>
                    <a:pt x="372" y="1"/>
                  </a:moveTo>
                  <a:cubicBezTo>
                    <a:pt x="193" y="1"/>
                    <a:pt x="1" y="240"/>
                    <a:pt x="182" y="421"/>
                  </a:cubicBezTo>
                  <a:lnTo>
                    <a:pt x="228" y="467"/>
                  </a:lnTo>
                  <a:cubicBezTo>
                    <a:pt x="279" y="518"/>
                    <a:pt x="335" y="540"/>
                    <a:pt x="389" y="540"/>
                  </a:cubicBezTo>
                  <a:cubicBezTo>
                    <a:pt x="573" y="540"/>
                    <a:pt x="725" y="288"/>
                    <a:pt x="548" y="147"/>
                  </a:cubicBezTo>
                  <a:lnTo>
                    <a:pt x="502" y="55"/>
                  </a:lnTo>
                  <a:cubicBezTo>
                    <a:pt x="464" y="17"/>
                    <a:pt x="418" y="1"/>
                    <a:pt x="372"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74"/>
            <p:cNvSpPr/>
            <p:nvPr/>
          </p:nvSpPr>
          <p:spPr>
            <a:xfrm>
              <a:off x="5053147" y="1204022"/>
              <a:ext cx="14662" cy="11372"/>
            </a:xfrm>
            <a:custGeom>
              <a:avLst/>
              <a:gdLst/>
              <a:ahLst/>
              <a:cxnLst/>
              <a:rect l="l" t="t" r="r" b="b"/>
              <a:pathLst>
                <a:path w="771" h="598" extrusionOk="0">
                  <a:moveTo>
                    <a:pt x="338" y="0"/>
                  </a:moveTo>
                  <a:cubicBezTo>
                    <a:pt x="154" y="0"/>
                    <a:pt x="0" y="261"/>
                    <a:pt x="178" y="439"/>
                  </a:cubicBezTo>
                  <a:lnTo>
                    <a:pt x="269" y="530"/>
                  </a:lnTo>
                  <a:cubicBezTo>
                    <a:pt x="307" y="578"/>
                    <a:pt x="353" y="598"/>
                    <a:pt x="400" y="598"/>
                  </a:cubicBezTo>
                  <a:cubicBezTo>
                    <a:pt x="579" y="598"/>
                    <a:pt x="770" y="309"/>
                    <a:pt x="589" y="164"/>
                  </a:cubicBezTo>
                  <a:lnTo>
                    <a:pt x="498" y="73"/>
                  </a:lnTo>
                  <a:cubicBezTo>
                    <a:pt x="447" y="22"/>
                    <a:pt x="391" y="0"/>
                    <a:pt x="338"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74"/>
            <p:cNvSpPr/>
            <p:nvPr/>
          </p:nvSpPr>
          <p:spPr>
            <a:xfrm>
              <a:off x="5064444" y="1185765"/>
              <a:ext cx="14682" cy="11106"/>
            </a:xfrm>
            <a:custGeom>
              <a:avLst/>
              <a:gdLst/>
              <a:ahLst/>
              <a:cxnLst/>
              <a:rect l="l" t="t" r="r" b="b"/>
              <a:pathLst>
                <a:path w="772" h="584" extrusionOk="0">
                  <a:moveTo>
                    <a:pt x="339" y="0"/>
                  </a:moveTo>
                  <a:cubicBezTo>
                    <a:pt x="154" y="0"/>
                    <a:pt x="1" y="261"/>
                    <a:pt x="178" y="438"/>
                  </a:cubicBezTo>
                  <a:lnTo>
                    <a:pt x="270" y="530"/>
                  </a:lnTo>
                  <a:cubicBezTo>
                    <a:pt x="308" y="568"/>
                    <a:pt x="353" y="584"/>
                    <a:pt x="400" y="584"/>
                  </a:cubicBezTo>
                  <a:cubicBezTo>
                    <a:pt x="579" y="584"/>
                    <a:pt x="771" y="345"/>
                    <a:pt x="590" y="164"/>
                  </a:cubicBezTo>
                  <a:lnTo>
                    <a:pt x="498" y="72"/>
                  </a:lnTo>
                  <a:cubicBezTo>
                    <a:pt x="447" y="21"/>
                    <a:pt x="392" y="0"/>
                    <a:pt x="33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74"/>
            <p:cNvSpPr/>
            <p:nvPr/>
          </p:nvSpPr>
          <p:spPr>
            <a:xfrm>
              <a:off x="4903632" y="1070824"/>
              <a:ext cx="14510" cy="10726"/>
            </a:xfrm>
            <a:custGeom>
              <a:avLst/>
              <a:gdLst/>
              <a:ahLst/>
              <a:cxnLst/>
              <a:rect l="l" t="t" r="r" b="b"/>
              <a:pathLst>
                <a:path w="763" h="564" extrusionOk="0">
                  <a:moveTo>
                    <a:pt x="320" y="1"/>
                  </a:moveTo>
                  <a:cubicBezTo>
                    <a:pt x="142" y="1"/>
                    <a:pt x="0" y="227"/>
                    <a:pt x="174" y="400"/>
                  </a:cubicBezTo>
                  <a:lnTo>
                    <a:pt x="265" y="491"/>
                  </a:lnTo>
                  <a:cubicBezTo>
                    <a:pt x="306" y="542"/>
                    <a:pt x="356" y="564"/>
                    <a:pt x="406" y="564"/>
                  </a:cubicBezTo>
                  <a:cubicBezTo>
                    <a:pt x="582" y="564"/>
                    <a:pt x="763" y="303"/>
                    <a:pt x="585" y="125"/>
                  </a:cubicBezTo>
                  <a:lnTo>
                    <a:pt x="494" y="80"/>
                  </a:lnTo>
                  <a:cubicBezTo>
                    <a:pt x="438" y="24"/>
                    <a:pt x="377" y="1"/>
                    <a:pt x="32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74"/>
            <p:cNvSpPr/>
            <p:nvPr/>
          </p:nvSpPr>
          <p:spPr>
            <a:xfrm>
              <a:off x="5382759" y="2255538"/>
              <a:ext cx="14853" cy="11106"/>
            </a:xfrm>
            <a:custGeom>
              <a:avLst/>
              <a:gdLst/>
              <a:ahLst/>
              <a:cxnLst/>
              <a:rect l="l" t="t" r="r" b="b"/>
              <a:pathLst>
                <a:path w="781" h="584" extrusionOk="0">
                  <a:moveTo>
                    <a:pt x="379" y="0"/>
                  </a:moveTo>
                  <a:cubicBezTo>
                    <a:pt x="182" y="0"/>
                    <a:pt x="1" y="261"/>
                    <a:pt x="179" y="438"/>
                  </a:cubicBezTo>
                  <a:lnTo>
                    <a:pt x="270" y="530"/>
                  </a:lnTo>
                  <a:cubicBezTo>
                    <a:pt x="317" y="568"/>
                    <a:pt x="369" y="584"/>
                    <a:pt x="419" y="584"/>
                  </a:cubicBezTo>
                  <a:cubicBezTo>
                    <a:pt x="610" y="584"/>
                    <a:pt x="781" y="345"/>
                    <a:pt x="636" y="164"/>
                  </a:cubicBezTo>
                  <a:lnTo>
                    <a:pt x="544" y="72"/>
                  </a:lnTo>
                  <a:cubicBezTo>
                    <a:pt x="494" y="21"/>
                    <a:pt x="436" y="0"/>
                    <a:pt x="37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74"/>
            <p:cNvSpPr/>
            <p:nvPr/>
          </p:nvSpPr>
          <p:spPr>
            <a:xfrm>
              <a:off x="5530525" y="1882053"/>
              <a:ext cx="55683" cy="8710"/>
            </a:xfrm>
            <a:custGeom>
              <a:avLst/>
              <a:gdLst/>
              <a:ahLst/>
              <a:cxnLst/>
              <a:rect l="l" t="t" r="r" b="b"/>
              <a:pathLst>
                <a:path w="2928" h="458" extrusionOk="0">
                  <a:moveTo>
                    <a:pt x="275" y="0"/>
                  </a:moveTo>
                  <a:cubicBezTo>
                    <a:pt x="0" y="46"/>
                    <a:pt x="0" y="412"/>
                    <a:pt x="275" y="458"/>
                  </a:cubicBezTo>
                  <a:lnTo>
                    <a:pt x="2653" y="458"/>
                  </a:lnTo>
                  <a:cubicBezTo>
                    <a:pt x="2927" y="412"/>
                    <a:pt x="2927" y="46"/>
                    <a:pt x="2653"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74"/>
            <p:cNvSpPr/>
            <p:nvPr/>
          </p:nvSpPr>
          <p:spPr>
            <a:xfrm>
              <a:off x="5594119" y="1879809"/>
              <a:ext cx="14796" cy="11468"/>
            </a:xfrm>
            <a:custGeom>
              <a:avLst/>
              <a:gdLst/>
              <a:ahLst/>
              <a:cxnLst/>
              <a:rect l="l" t="t" r="r" b="b"/>
              <a:pathLst>
                <a:path w="778" h="603" extrusionOk="0">
                  <a:moveTo>
                    <a:pt x="429" y="0"/>
                  </a:moveTo>
                  <a:cubicBezTo>
                    <a:pt x="376" y="0"/>
                    <a:pt x="320" y="22"/>
                    <a:pt x="269" y="73"/>
                  </a:cubicBezTo>
                  <a:lnTo>
                    <a:pt x="178" y="164"/>
                  </a:lnTo>
                  <a:cubicBezTo>
                    <a:pt x="0" y="342"/>
                    <a:pt x="181" y="602"/>
                    <a:pt x="378" y="602"/>
                  </a:cubicBezTo>
                  <a:cubicBezTo>
                    <a:pt x="435" y="602"/>
                    <a:pt x="493" y="581"/>
                    <a:pt x="544" y="530"/>
                  </a:cubicBezTo>
                  <a:lnTo>
                    <a:pt x="635" y="439"/>
                  </a:lnTo>
                  <a:cubicBezTo>
                    <a:pt x="777" y="261"/>
                    <a:pt x="616" y="0"/>
                    <a:pt x="429"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74"/>
            <p:cNvSpPr/>
            <p:nvPr/>
          </p:nvSpPr>
          <p:spPr>
            <a:xfrm>
              <a:off x="5771629" y="1837932"/>
              <a:ext cx="14510" cy="10726"/>
            </a:xfrm>
            <a:custGeom>
              <a:avLst/>
              <a:gdLst/>
              <a:ahLst/>
              <a:cxnLst/>
              <a:rect l="l" t="t" r="r" b="b"/>
              <a:pathLst>
                <a:path w="763" h="564" extrusionOk="0">
                  <a:moveTo>
                    <a:pt x="320" y="1"/>
                  </a:moveTo>
                  <a:cubicBezTo>
                    <a:pt x="142" y="1"/>
                    <a:pt x="0" y="226"/>
                    <a:pt x="173" y="400"/>
                  </a:cubicBezTo>
                  <a:lnTo>
                    <a:pt x="265" y="491"/>
                  </a:lnTo>
                  <a:cubicBezTo>
                    <a:pt x="306" y="543"/>
                    <a:pt x="357" y="564"/>
                    <a:pt x="408" y="564"/>
                  </a:cubicBezTo>
                  <a:cubicBezTo>
                    <a:pt x="583" y="564"/>
                    <a:pt x="762" y="313"/>
                    <a:pt x="585" y="171"/>
                  </a:cubicBezTo>
                  <a:lnTo>
                    <a:pt x="493" y="79"/>
                  </a:lnTo>
                  <a:cubicBezTo>
                    <a:pt x="438" y="24"/>
                    <a:pt x="377" y="1"/>
                    <a:pt x="32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74"/>
            <p:cNvSpPr/>
            <p:nvPr/>
          </p:nvSpPr>
          <p:spPr>
            <a:xfrm>
              <a:off x="4359180" y="1369265"/>
              <a:ext cx="15385" cy="11601"/>
            </a:xfrm>
            <a:custGeom>
              <a:avLst/>
              <a:gdLst/>
              <a:ahLst/>
              <a:cxnLst/>
              <a:rect l="l" t="t" r="r" b="b"/>
              <a:pathLst>
                <a:path w="809" h="610" extrusionOk="0">
                  <a:moveTo>
                    <a:pt x="470" y="1"/>
                  </a:moveTo>
                  <a:cubicBezTo>
                    <a:pt x="417" y="1"/>
                    <a:pt x="362" y="22"/>
                    <a:pt x="311" y="73"/>
                  </a:cubicBezTo>
                  <a:lnTo>
                    <a:pt x="174" y="210"/>
                  </a:lnTo>
                  <a:cubicBezTo>
                    <a:pt x="0" y="384"/>
                    <a:pt x="168" y="609"/>
                    <a:pt x="359" y="609"/>
                  </a:cubicBezTo>
                  <a:cubicBezTo>
                    <a:pt x="420" y="609"/>
                    <a:pt x="484" y="586"/>
                    <a:pt x="540" y="531"/>
                  </a:cubicBezTo>
                  <a:lnTo>
                    <a:pt x="631" y="439"/>
                  </a:lnTo>
                  <a:cubicBezTo>
                    <a:pt x="809" y="261"/>
                    <a:pt x="655" y="1"/>
                    <a:pt x="470"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74"/>
            <p:cNvSpPr/>
            <p:nvPr/>
          </p:nvSpPr>
          <p:spPr>
            <a:xfrm>
              <a:off x="4215769" y="1415307"/>
              <a:ext cx="95620" cy="43265"/>
            </a:xfrm>
            <a:custGeom>
              <a:avLst/>
              <a:gdLst/>
              <a:ahLst/>
              <a:cxnLst/>
              <a:rect l="l" t="t" r="r" b="b"/>
              <a:pathLst>
                <a:path w="5028" h="2275" extrusionOk="0">
                  <a:moveTo>
                    <a:pt x="4680" y="0"/>
                  </a:moveTo>
                  <a:cubicBezTo>
                    <a:pt x="4642" y="0"/>
                    <a:pt x="4601" y="9"/>
                    <a:pt x="4559" y="30"/>
                  </a:cubicBezTo>
                  <a:cubicBezTo>
                    <a:pt x="3279" y="899"/>
                    <a:pt x="1815" y="1494"/>
                    <a:pt x="306" y="1814"/>
                  </a:cubicBezTo>
                  <a:cubicBezTo>
                    <a:pt x="1" y="1857"/>
                    <a:pt x="111" y="2274"/>
                    <a:pt x="399" y="2274"/>
                  </a:cubicBezTo>
                  <a:cubicBezTo>
                    <a:pt x="413" y="2274"/>
                    <a:pt x="428" y="2273"/>
                    <a:pt x="443" y="2271"/>
                  </a:cubicBezTo>
                  <a:cubicBezTo>
                    <a:pt x="1998" y="1951"/>
                    <a:pt x="3507" y="1357"/>
                    <a:pt x="4833" y="442"/>
                  </a:cubicBezTo>
                  <a:cubicBezTo>
                    <a:pt x="5027" y="287"/>
                    <a:pt x="4892" y="0"/>
                    <a:pt x="4680"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74"/>
            <p:cNvSpPr/>
            <p:nvPr/>
          </p:nvSpPr>
          <p:spPr>
            <a:xfrm>
              <a:off x="4318216" y="1397963"/>
              <a:ext cx="15461" cy="11487"/>
            </a:xfrm>
            <a:custGeom>
              <a:avLst/>
              <a:gdLst/>
              <a:ahLst/>
              <a:cxnLst/>
              <a:rect l="l" t="t" r="r" b="b"/>
              <a:pathLst>
                <a:path w="813" h="604" extrusionOk="0">
                  <a:moveTo>
                    <a:pt x="437" y="0"/>
                  </a:moveTo>
                  <a:cubicBezTo>
                    <a:pt x="380" y="0"/>
                    <a:pt x="321" y="22"/>
                    <a:pt x="270" y="73"/>
                  </a:cubicBezTo>
                  <a:lnTo>
                    <a:pt x="178" y="165"/>
                  </a:lnTo>
                  <a:cubicBezTo>
                    <a:pt x="0" y="343"/>
                    <a:pt x="154" y="603"/>
                    <a:pt x="339" y="603"/>
                  </a:cubicBezTo>
                  <a:cubicBezTo>
                    <a:pt x="392" y="603"/>
                    <a:pt x="447" y="582"/>
                    <a:pt x="498" y="531"/>
                  </a:cubicBezTo>
                  <a:lnTo>
                    <a:pt x="636" y="394"/>
                  </a:lnTo>
                  <a:cubicBezTo>
                    <a:pt x="813" y="252"/>
                    <a:pt x="633" y="0"/>
                    <a:pt x="437"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74"/>
            <p:cNvSpPr/>
            <p:nvPr/>
          </p:nvSpPr>
          <p:spPr>
            <a:xfrm>
              <a:off x="4593818" y="1405303"/>
              <a:ext cx="430537" cy="410759"/>
            </a:xfrm>
            <a:custGeom>
              <a:avLst/>
              <a:gdLst/>
              <a:ahLst/>
              <a:cxnLst/>
              <a:rect l="l" t="t" r="r" b="b"/>
              <a:pathLst>
                <a:path w="22639" h="21599" extrusionOk="0">
                  <a:moveTo>
                    <a:pt x="18614" y="3941"/>
                  </a:moveTo>
                  <a:cubicBezTo>
                    <a:pt x="18797" y="4124"/>
                    <a:pt x="18980" y="4306"/>
                    <a:pt x="19163" y="4535"/>
                  </a:cubicBezTo>
                  <a:cubicBezTo>
                    <a:pt x="19026" y="4901"/>
                    <a:pt x="18888" y="5313"/>
                    <a:pt x="18888" y="5724"/>
                  </a:cubicBezTo>
                  <a:cubicBezTo>
                    <a:pt x="18706" y="5678"/>
                    <a:pt x="18568" y="5678"/>
                    <a:pt x="18385" y="5678"/>
                  </a:cubicBezTo>
                  <a:cubicBezTo>
                    <a:pt x="18294" y="5084"/>
                    <a:pt x="18385" y="4489"/>
                    <a:pt x="18614" y="3941"/>
                  </a:cubicBezTo>
                  <a:close/>
                  <a:moveTo>
                    <a:pt x="19529" y="4992"/>
                  </a:moveTo>
                  <a:cubicBezTo>
                    <a:pt x="19712" y="5313"/>
                    <a:pt x="19895" y="5633"/>
                    <a:pt x="20078" y="5953"/>
                  </a:cubicBezTo>
                  <a:cubicBezTo>
                    <a:pt x="19849" y="5861"/>
                    <a:pt x="19620" y="5816"/>
                    <a:pt x="19392" y="5770"/>
                  </a:cubicBezTo>
                  <a:lnTo>
                    <a:pt x="19346" y="5770"/>
                  </a:lnTo>
                  <a:cubicBezTo>
                    <a:pt x="19392" y="5496"/>
                    <a:pt x="19437" y="5267"/>
                    <a:pt x="19529" y="4992"/>
                  </a:cubicBezTo>
                  <a:close/>
                  <a:moveTo>
                    <a:pt x="21084" y="9657"/>
                  </a:moveTo>
                  <a:cubicBezTo>
                    <a:pt x="21129" y="10069"/>
                    <a:pt x="21175" y="10480"/>
                    <a:pt x="21175" y="10846"/>
                  </a:cubicBezTo>
                  <a:lnTo>
                    <a:pt x="21129" y="10892"/>
                  </a:lnTo>
                  <a:cubicBezTo>
                    <a:pt x="20992" y="10663"/>
                    <a:pt x="20855" y="10480"/>
                    <a:pt x="20672" y="10343"/>
                  </a:cubicBezTo>
                  <a:cubicBezTo>
                    <a:pt x="20672" y="10298"/>
                    <a:pt x="20718" y="10298"/>
                    <a:pt x="20718" y="10298"/>
                  </a:cubicBezTo>
                  <a:cubicBezTo>
                    <a:pt x="20809" y="10069"/>
                    <a:pt x="20901" y="9840"/>
                    <a:pt x="21084" y="9657"/>
                  </a:cubicBezTo>
                  <a:close/>
                  <a:moveTo>
                    <a:pt x="10413" y="496"/>
                  </a:moveTo>
                  <a:cubicBezTo>
                    <a:pt x="12422" y="496"/>
                    <a:pt x="14444" y="1039"/>
                    <a:pt x="16190" y="2020"/>
                  </a:cubicBezTo>
                  <a:cubicBezTo>
                    <a:pt x="16017" y="2106"/>
                    <a:pt x="16049" y="2481"/>
                    <a:pt x="16247" y="2481"/>
                  </a:cubicBezTo>
                  <a:cubicBezTo>
                    <a:pt x="16258" y="2481"/>
                    <a:pt x="16270" y="2480"/>
                    <a:pt x="16282" y="2477"/>
                  </a:cubicBezTo>
                  <a:lnTo>
                    <a:pt x="16876" y="2431"/>
                  </a:lnTo>
                  <a:lnTo>
                    <a:pt x="16968" y="2477"/>
                  </a:lnTo>
                  <a:cubicBezTo>
                    <a:pt x="16739" y="2569"/>
                    <a:pt x="16465" y="2706"/>
                    <a:pt x="16282" y="2889"/>
                  </a:cubicBezTo>
                  <a:cubicBezTo>
                    <a:pt x="16065" y="3033"/>
                    <a:pt x="16248" y="3263"/>
                    <a:pt x="16447" y="3263"/>
                  </a:cubicBezTo>
                  <a:cubicBezTo>
                    <a:pt x="16500" y="3263"/>
                    <a:pt x="16554" y="3247"/>
                    <a:pt x="16602" y="3209"/>
                  </a:cubicBezTo>
                  <a:cubicBezTo>
                    <a:pt x="16876" y="3026"/>
                    <a:pt x="17151" y="2889"/>
                    <a:pt x="17471" y="2843"/>
                  </a:cubicBezTo>
                  <a:lnTo>
                    <a:pt x="17516" y="2843"/>
                  </a:lnTo>
                  <a:lnTo>
                    <a:pt x="17654" y="2980"/>
                  </a:lnTo>
                  <a:cubicBezTo>
                    <a:pt x="17288" y="3392"/>
                    <a:pt x="17105" y="3941"/>
                    <a:pt x="17059" y="4489"/>
                  </a:cubicBezTo>
                  <a:cubicBezTo>
                    <a:pt x="17059" y="4649"/>
                    <a:pt x="17185" y="4729"/>
                    <a:pt x="17311" y="4729"/>
                  </a:cubicBezTo>
                  <a:cubicBezTo>
                    <a:pt x="17436" y="4729"/>
                    <a:pt x="17562" y="4649"/>
                    <a:pt x="17562" y="4489"/>
                  </a:cubicBezTo>
                  <a:cubicBezTo>
                    <a:pt x="17562" y="4032"/>
                    <a:pt x="17745" y="3620"/>
                    <a:pt x="18020" y="3300"/>
                  </a:cubicBezTo>
                  <a:lnTo>
                    <a:pt x="18340" y="3529"/>
                  </a:lnTo>
                  <a:cubicBezTo>
                    <a:pt x="18020" y="4261"/>
                    <a:pt x="17882" y="5038"/>
                    <a:pt x="18020" y="5770"/>
                  </a:cubicBezTo>
                  <a:cubicBezTo>
                    <a:pt x="17928" y="5953"/>
                    <a:pt x="18020" y="6136"/>
                    <a:pt x="18202" y="6136"/>
                  </a:cubicBezTo>
                  <a:cubicBezTo>
                    <a:pt x="18934" y="6136"/>
                    <a:pt x="19712" y="6273"/>
                    <a:pt x="20398" y="6502"/>
                  </a:cubicBezTo>
                  <a:cubicBezTo>
                    <a:pt x="20443" y="6593"/>
                    <a:pt x="20443" y="6685"/>
                    <a:pt x="20489" y="6730"/>
                  </a:cubicBezTo>
                  <a:cubicBezTo>
                    <a:pt x="19849" y="6639"/>
                    <a:pt x="19163" y="6593"/>
                    <a:pt x="18523" y="6593"/>
                  </a:cubicBezTo>
                  <a:cubicBezTo>
                    <a:pt x="18202" y="6593"/>
                    <a:pt x="18202" y="7096"/>
                    <a:pt x="18523" y="7096"/>
                  </a:cubicBezTo>
                  <a:cubicBezTo>
                    <a:pt x="18683" y="7085"/>
                    <a:pt x="18843" y="7079"/>
                    <a:pt x="19002" y="7079"/>
                  </a:cubicBezTo>
                  <a:cubicBezTo>
                    <a:pt x="19480" y="7079"/>
                    <a:pt x="19952" y="7130"/>
                    <a:pt x="20398" y="7233"/>
                  </a:cubicBezTo>
                  <a:cubicBezTo>
                    <a:pt x="20443" y="7279"/>
                    <a:pt x="20489" y="7279"/>
                    <a:pt x="20535" y="7279"/>
                  </a:cubicBezTo>
                  <a:cubicBezTo>
                    <a:pt x="20558" y="7302"/>
                    <a:pt x="20581" y="7313"/>
                    <a:pt x="20603" y="7313"/>
                  </a:cubicBezTo>
                  <a:cubicBezTo>
                    <a:pt x="20626" y="7313"/>
                    <a:pt x="20649" y="7302"/>
                    <a:pt x="20672" y="7279"/>
                  </a:cubicBezTo>
                  <a:cubicBezTo>
                    <a:pt x="20764" y="7554"/>
                    <a:pt x="20855" y="7828"/>
                    <a:pt x="20901" y="8102"/>
                  </a:cubicBezTo>
                  <a:cubicBezTo>
                    <a:pt x="20946" y="8377"/>
                    <a:pt x="20992" y="8697"/>
                    <a:pt x="21038" y="9017"/>
                  </a:cubicBezTo>
                  <a:cubicBezTo>
                    <a:pt x="21038" y="9017"/>
                    <a:pt x="20992" y="9017"/>
                    <a:pt x="20992" y="9063"/>
                  </a:cubicBezTo>
                  <a:cubicBezTo>
                    <a:pt x="20718" y="9291"/>
                    <a:pt x="20535" y="9612"/>
                    <a:pt x="20398" y="9932"/>
                  </a:cubicBezTo>
                  <a:lnTo>
                    <a:pt x="20078" y="9703"/>
                  </a:lnTo>
                  <a:cubicBezTo>
                    <a:pt x="20306" y="9246"/>
                    <a:pt x="20535" y="8834"/>
                    <a:pt x="20855" y="8468"/>
                  </a:cubicBezTo>
                  <a:cubicBezTo>
                    <a:pt x="20994" y="8295"/>
                    <a:pt x="20844" y="8069"/>
                    <a:pt x="20663" y="8069"/>
                  </a:cubicBezTo>
                  <a:cubicBezTo>
                    <a:pt x="20606" y="8069"/>
                    <a:pt x="20545" y="8093"/>
                    <a:pt x="20489" y="8148"/>
                  </a:cubicBezTo>
                  <a:cubicBezTo>
                    <a:pt x="20169" y="8514"/>
                    <a:pt x="19895" y="8926"/>
                    <a:pt x="19712" y="9383"/>
                  </a:cubicBezTo>
                  <a:lnTo>
                    <a:pt x="19483" y="9291"/>
                  </a:lnTo>
                  <a:cubicBezTo>
                    <a:pt x="19529" y="9246"/>
                    <a:pt x="19574" y="9200"/>
                    <a:pt x="19574" y="9154"/>
                  </a:cubicBezTo>
                  <a:lnTo>
                    <a:pt x="19895" y="8011"/>
                  </a:lnTo>
                  <a:lnTo>
                    <a:pt x="20169" y="8011"/>
                  </a:lnTo>
                  <a:cubicBezTo>
                    <a:pt x="20489" y="8011"/>
                    <a:pt x="20489" y="7554"/>
                    <a:pt x="20169" y="7554"/>
                  </a:cubicBezTo>
                  <a:lnTo>
                    <a:pt x="18751" y="7462"/>
                  </a:lnTo>
                  <a:cubicBezTo>
                    <a:pt x="18431" y="7462"/>
                    <a:pt x="18431" y="7965"/>
                    <a:pt x="18751" y="7965"/>
                  </a:cubicBezTo>
                  <a:lnTo>
                    <a:pt x="19437" y="8011"/>
                  </a:lnTo>
                  <a:cubicBezTo>
                    <a:pt x="19300" y="8331"/>
                    <a:pt x="19209" y="8697"/>
                    <a:pt x="19117" y="9017"/>
                  </a:cubicBezTo>
                  <a:cubicBezTo>
                    <a:pt x="19101" y="9014"/>
                    <a:pt x="19086" y="9013"/>
                    <a:pt x="19070" y="9013"/>
                  </a:cubicBezTo>
                  <a:cubicBezTo>
                    <a:pt x="18823" y="9013"/>
                    <a:pt x="18676" y="9345"/>
                    <a:pt x="18934" y="9474"/>
                  </a:cubicBezTo>
                  <a:cubicBezTo>
                    <a:pt x="19712" y="9886"/>
                    <a:pt x="20352" y="10480"/>
                    <a:pt x="20855" y="11212"/>
                  </a:cubicBezTo>
                  <a:cubicBezTo>
                    <a:pt x="20909" y="11266"/>
                    <a:pt x="20978" y="11288"/>
                    <a:pt x="21044" y="11288"/>
                  </a:cubicBezTo>
                  <a:cubicBezTo>
                    <a:pt x="21092" y="11288"/>
                    <a:pt x="21137" y="11277"/>
                    <a:pt x="21175" y="11258"/>
                  </a:cubicBezTo>
                  <a:lnTo>
                    <a:pt x="21175" y="11258"/>
                  </a:lnTo>
                  <a:cubicBezTo>
                    <a:pt x="21175" y="11487"/>
                    <a:pt x="21175" y="11715"/>
                    <a:pt x="21129" y="11898"/>
                  </a:cubicBezTo>
                  <a:cubicBezTo>
                    <a:pt x="21038" y="11761"/>
                    <a:pt x="20901" y="11670"/>
                    <a:pt x="20764" y="11532"/>
                  </a:cubicBezTo>
                  <a:cubicBezTo>
                    <a:pt x="20260" y="11075"/>
                    <a:pt x="19757" y="10618"/>
                    <a:pt x="19209" y="10206"/>
                  </a:cubicBezTo>
                  <a:cubicBezTo>
                    <a:pt x="19165" y="10171"/>
                    <a:pt x="19116" y="10156"/>
                    <a:pt x="19068" y="10156"/>
                  </a:cubicBezTo>
                  <a:cubicBezTo>
                    <a:pt x="18862" y="10156"/>
                    <a:pt x="18658" y="10424"/>
                    <a:pt x="18843" y="10572"/>
                  </a:cubicBezTo>
                  <a:cubicBezTo>
                    <a:pt x="19209" y="10846"/>
                    <a:pt x="19574" y="11121"/>
                    <a:pt x="19895" y="11395"/>
                  </a:cubicBezTo>
                  <a:cubicBezTo>
                    <a:pt x="20032" y="11532"/>
                    <a:pt x="20855" y="12127"/>
                    <a:pt x="20809" y="12310"/>
                  </a:cubicBezTo>
                  <a:cubicBezTo>
                    <a:pt x="20764" y="12493"/>
                    <a:pt x="20901" y="12630"/>
                    <a:pt x="21084" y="12630"/>
                  </a:cubicBezTo>
                  <a:lnTo>
                    <a:pt x="21038" y="12950"/>
                  </a:lnTo>
                  <a:cubicBezTo>
                    <a:pt x="20581" y="12447"/>
                    <a:pt x="20032" y="11990"/>
                    <a:pt x="19437" y="11624"/>
                  </a:cubicBezTo>
                  <a:cubicBezTo>
                    <a:pt x="19389" y="11592"/>
                    <a:pt x="19343" y="11578"/>
                    <a:pt x="19300" y="11578"/>
                  </a:cubicBezTo>
                  <a:cubicBezTo>
                    <a:pt x="19098" y="11578"/>
                    <a:pt x="18982" y="11884"/>
                    <a:pt x="19209" y="12035"/>
                  </a:cubicBezTo>
                  <a:cubicBezTo>
                    <a:pt x="19712" y="12401"/>
                    <a:pt x="20215" y="12813"/>
                    <a:pt x="20626" y="13316"/>
                  </a:cubicBezTo>
                  <a:cubicBezTo>
                    <a:pt x="20215" y="13362"/>
                    <a:pt x="19849" y="13407"/>
                    <a:pt x="19483" y="13453"/>
                  </a:cubicBezTo>
                  <a:cubicBezTo>
                    <a:pt x="19091" y="13540"/>
                    <a:pt x="19280" y="13959"/>
                    <a:pt x="19536" y="13959"/>
                  </a:cubicBezTo>
                  <a:cubicBezTo>
                    <a:pt x="19549" y="13959"/>
                    <a:pt x="19561" y="13958"/>
                    <a:pt x="19574" y="13956"/>
                  </a:cubicBezTo>
                  <a:cubicBezTo>
                    <a:pt x="19986" y="13865"/>
                    <a:pt x="20398" y="13819"/>
                    <a:pt x="20855" y="13773"/>
                  </a:cubicBezTo>
                  <a:lnTo>
                    <a:pt x="20855" y="13773"/>
                  </a:lnTo>
                  <a:lnTo>
                    <a:pt x="20764" y="14002"/>
                  </a:lnTo>
                  <a:lnTo>
                    <a:pt x="20718" y="14002"/>
                  </a:lnTo>
                  <a:lnTo>
                    <a:pt x="19574" y="14368"/>
                  </a:lnTo>
                  <a:cubicBezTo>
                    <a:pt x="19283" y="14451"/>
                    <a:pt x="19371" y="14837"/>
                    <a:pt x="19595" y="14837"/>
                  </a:cubicBezTo>
                  <a:cubicBezTo>
                    <a:pt x="19618" y="14837"/>
                    <a:pt x="19641" y="14833"/>
                    <a:pt x="19666" y="14825"/>
                  </a:cubicBezTo>
                  <a:lnTo>
                    <a:pt x="20626" y="14551"/>
                  </a:lnTo>
                  <a:lnTo>
                    <a:pt x="20626" y="14551"/>
                  </a:lnTo>
                  <a:cubicBezTo>
                    <a:pt x="20581" y="14642"/>
                    <a:pt x="20535" y="14779"/>
                    <a:pt x="20489" y="14917"/>
                  </a:cubicBezTo>
                  <a:cubicBezTo>
                    <a:pt x="20443" y="15054"/>
                    <a:pt x="20352" y="15282"/>
                    <a:pt x="20260" y="15420"/>
                  </a:cubicBezTo>
                  <a:cubicBezTo>
                    <a:pt x="20260" y="15307"/>
                    <a:pt x="20168" y="15225"/>
                    <a:pt x="20058" y="15225"/>
                  </a:cubicBezTo>
                  <a:cubicBezTo>
                    <a:pt x="20035" y="15225"/>
                    <a:pt x="20010" y="15229"/>
                    <a:pt x="19986" y="15237"/>
                  </a:cubicBezTo>
                  <a:lnTo>
                    <a:pt x="19803" y="15282"/>
                  </a:lnTo>
                  <a:cubicBezTo>
                    <a:pt x="19512" y="15366"/>
                    <a:pt x="19599" y="15752"/>
                    <a:pt x="19858" y="15752"/>
                  </a:cubicBezTo>
                  <a:cubicBezTo>
                    <a:pt x="19884" y="15752"/>
                    <a:pt x="19912" y="15748"/>
                    <a:pt x="19940" y="15740"/>
                  </a:cubicBezTo>
                  <a:lnTo>
                    <a:pt x="20078" y="15694"/>
                  </a:lnTo>
                  <a:cubicBezTo>
                    <a:pt x="20123" y="15694"/>
                    <a:pt x="20123" y="15648"/>
                    <a:pt x="20169" y="15648"/>
                  </a:cubicBezTo>
                  <a:cubicBezTo>
                    <a:pt x="20032" y="15923"/>
                    <a:pt x="19849" y="16243"/>
                    <a:pt x="19712" y="16517"/>
                  </a:cubicBezTo>
                  <a:cubicBezTo>
                    <a:pt x="19666" y="16426"/>
                    <a:pt x="19574" y="16380"/>
                    <a:pt x="19529" y="16380"/>
                  </a:cubicBezTo>
                  <a:lnTo>
                    <a:pt x="18706" y="16289"/>
                  </a:lnTo>
                  <a:cubicBezTo>
                    <a:pt x="18431" y="16289"/>
                    <a:pt x="18431" y="16746"/>
                    <a:pt x="18706" y="16792"/>
                  </a:cubicBezTo>
                  <a:lnTo>
                    <a:pt x="19437" y="16883"/>
                  </a:lnTo>
                  <a:lnTo>
                    <a:pt x="19209" y="17203"/>
                  </a:lnTo>
                  <a:cubicBezTo>
                    <a:pt x="19163" y="17112"/>
                    <a:pt x="19071" y="17066"/>
                    <a:pt x="18934" y="17066"/>
                  </a:cubicBezTo>
                  <a:cubicBezTo>
                    <a:pt x="18866" y="17089"/>
                    <a:pt x="18797" y="17100"/>
                    <a:pt x="18723" y="17100"/>
                  </a:cubicBezTo>
                  <a:cubicBezTo>
                    <a:pt x="18648" y="17100"/>
                    <a:pt x="18568" y="17089"/>
                    <a:pt x="18477" y="17066"/>
                  </a:cubicBezTo>
                  <a:cubicBezTo>
                    <a:pt x="18454" y="17058"/>
                    <a:pt x="18432" y="17055"/>
                    <a:pt x="18412" y="17055"/>
                  </a:cubicBezTo>
                  <a:cubicBezTo>
                    <a:pt x="18183" y="17055"/>
                    <a:pt x="18092" y="17481"/>
                    <a:pt x="18385" y="17523"/>
                  </a:cubicBezTo>
                  <a:cubicBezTo>
                    <a:pt x="18477" y="17546"/>
                    <a:pt x="18568" y="17558"/>
                    <a:pt x="18660" y="17558"/>
                  </a:cubicBezTo>
                  <a:cubicBezTo>
                    <a:pt x="18751" y="17558"/>
                    <a:pt x="18843" y="17546"/>
                    <a:pt x="18934" y="17523"/>
                  </a:cubicBezTo>
                  <a:lnTo>
                    <a:pt x="18934" y="17523"/>
                  </a:lnTo>
                  <a:cubicBezTo>
                    <a:pt x="17017" y="19825"/>
                    <a:pt x="14198" y="21096"/>
                    <a:pt x="11262" y="21096"/>
                  </a:cubicBezTo>
                  <a:cubicBezTo>
                    <a:pt x="10697" y="21096"/>
                    <a:pt x="10127" y="21049"/>
                    <a:pt x="9559" y="20953"/>
                  </a:cubicBezTo>
                  <a:cubicBezTo>
                    <a:pt x="5169" y="20130"/>
                    <a:pt x="1739" y="16700"/>
                    <a:pt x="870" y="12310"/>
                  </a:cubicBezTo>
                  <a:lnTo>
                    <a:pt x="824" y="12310"/>
                  </a:lnTo>
                  <a:cubicBezTo>
                    <a:pt x="915" y="12218"/>
                    <a:pt x="915" y="12127"/>
                    <a:pt x="915" y="12035"/>
                  </a:cubicBezTo>
                  <a:cubicBezTo>
                    <a:pt x="1" y="8102"/>
                    <a:pt x="1693" y="4032"/>
                    <a:pt x="5169" y="1928"/>
                  </a:cubicBezTo>
                  <a:cubicBezTo>
                    <a:pt x="6760" y="947"/>
                    <a:pt x="8581" y="496"/>
                    <a:pt x="10413" y="496"/>
                  </a:cubicBezTo>
                  <a:close/>
                  <a:moveTo>
                    <a:pt x="10488" y="1"/>
                  </a:moveTo>
                  <a:cubicBezTo>
                    <a:pt x="9079" y="1"/>
                    <a:pt x="7665" y="258"/>
                    <a:pt x="6312" y="785"/>
                  </a:cubicBezTo>
                  <a:cubicBezTo>
                    <a:pt x="2425" y="2431"/>
                    <a:pt x="1" y="6273"/>
                    <a:pt x="184" y="10480"/>
                  </a:cubicBezTo>
                  <a:cubicBezTo>
                    <a:pt x="138" y="10526"/>
                    <a:pt x="138" y="10618"/>
                    <a:pt x="138" y="10663"/>
                  </a:cubicBezTo>
                  <a:cubicBezTo>
                    <a:pt x="504" y="15328"/>
                    <a:pt x="3385" y="19581"/>
                    <a:pt x="7913" y="21045"/>
                  </a:cubicBezTo>
                  <a:cubicBezTo>
                    <a:pt x="9022" y="21418"/>
                    <a:pt x="10160" y="21599"/>
                    <a:pt x="11284" y="21599"/>
                  </a:cubicBezTo>
                  <a:cubicBezTo>
                    <a:pt x="14700" y="21599"/>
                    <a:pt x="17990" y="19934"/>
                    <a:pt x="19986" y="16975"/>
                  </a:cubicBezTo>
                  <a:cubicBezTo>
                    <a:pt x="22639" y="12904"/>
                    <a:pt x="22227" y="6456"/>
                    <a:pt x="18568" y="3163"/>
                  </a:cubicBezTo>
                  <a:cubicBezTo>
                    <a:pt x="18111" y="2752"/>
                    <a:pt x="17608" y="2340"/>
                    <a:pt x="17105" y="2020"/>
                  </a:cubicBezTo>
                  <a:cubicBezTo>
                    <a:pt x="17059" y="1974"/>
                    <a:pt x="17013" y="1928"/>
                    <a:pt x="16968" y="1928"/>
                  </a:cubicBezTo>
                  <a:cubicBezTo>
                    <a:pt x="14996" y="661"/>
                    <a:pt x="12748" y="1"/>
                    <a:pt x="10488"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74"/>
            <p:cNvSpPr/>
            <p:nvPr/>
          </p:nvSpPr>
          <p:spPr>
            <a:xfrm>
              <a:off x="5061743" y="1465228"/>
              <a:ext cx="8710" cy="10897"/>
            </a:xfrm>
            <a:custGeom>
              <a:avLst/>
              <a:gdLst/>
              <a:ahLst/>
              <a:cxnLst/>
              <a:rect l="l" t="t" r="r" b="b"/>
              <a:pathLst>
                <a:path w="458" h="573" extrusionOk="0">
                  <a:moveTo>
                    <a:pt x="229" y="1"/>
                  </a:moveTo>
                  <a:cubicBezTo>
                    <a:pt x="114" y="1"/>
                    <a:pt x="0" y="81"/>
                    <a:pt x="0" y="241"/>
                  </a:cubicBezTo>
                  <a:lnTo>
                    <a:pt x="0" y="332"/>
                  </a:lnTo>
                  <a:cubicBezTo>
                    <a:pt x="0" y="492"/>
                    <a:pt x="114" y="572"/>
                    <a:pt x="229" y="572"/>
                  </a:cubicBezTo>
                  <a:cubicBezTo>
                    <a:pt x="343" y="572"/>
                    <a:pt x="457" y="492"/>
                    <a:pt x="457" y="332"/>
                  </a:cubicBezTo>
                  <a:lnTo>
                    <a:pt x="457" y="241"/>
                  </a:lnTo>
                  <a:cubicBezTo>
                    <a:pt x="457" y="81"/>
                    <a:pt x="343" y="1"/>
                    <a:pt x="22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74"/>
            <p:cNvSpPr/>
            <p:nvPr/>
          </p:nvSpPr>
          <p:spPr>
            <a:xfrm>
              <a:off x="4941743" y="1365272"/>
              <a:ext cx="14586" cy="10365"/>
            </a:xfrm>
            <a:custGeom>
              <a:avLst/>
              <a:gdLst/>
              <a:ahLst/>
              <a:cxnLst/>
              <a:rect l="l" t="t" r="r" b="b"/>
              <a:pathLst>
                <a:path w="767" h="545" extrusionOk="0">
                  <a:moveTo>
                    <a:pt x="394" y="0"/>
                  </a:moveTo>
                  <a:cubicBezTo>
                    <a:pt x="193" y="0"/>
                    <a:pt x="1" y="239"/>
                    <a:pt x="182" y="420"/>
                  </a:cubicBezTo>
                  <a:lnTo>
                    <a:pt x="228" y="466"/>
                  </a:lnTo>
                  <a:cubicBezTo>
                    <a:pt x="283" y="522"/>
                    <a:pt x="347" y="545"/>
                    <a:pt x="408" y="545"/>
                  </a:cubicBezTo>
                  <a:cubicBezTo>
                    <a:pt x="599" y="545"/>
                    <a:pt x="767" y="319"/>
                    <a:pt x="593" y="146"/>
                  </a:cubicBezTo>
                  <a:lnTo>
                    <a:pt x="548" y="55"/>
                  </a:lnTo>
                  <a:cubicBezTo>
                    <a:pt x="500" y="17"/>
                    <a:pt x="447" y="0"/>
                    <a:pt x="394"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74"/>
            <p:cNvSpPr/>
            <p:nvPr/>
          </p:nvSpPr>
          <p:spPr>
            <a:xfrm>
              <a:off x="5058358" y="1721507"/>
              <a:ext cx="14510" cy="10726"/>
            </a:xfrm>
            <a:custGeom>
              <a:avLst/>
              <a:gdLst/>
              <a:ahLst/>
              <a:cxnLst/>
              <a:rect l="l" t="t" r="r" b="b"/>
              <a:pathLst>
                <a:path w="763" h="564" extrusionOk="0">
                  <a:moveTo>
                    <a:pt x="379" y="1"/>
                  </a:moveTo>
                  <a:cubicBezTo>
                    <a:pt x="182" y="1"/>
                    <a:pt x="0" y="261"/>
                    <a:pt x="178" y="439"/>
                  </a:cubicBezTo>
                  <a:lnTo>
                    <a:pt x="224" y="485"/>
                  </a:lnTo>
                  <a:cubicBezTo>
                    <a:pt x="279" y="540"/>
                    <a:pt x="343" y="563"/>
                    <a:pt x="404" y="563"/>
                  </a:cubicBezTo>
                  <a:cubicBezTo>
                    <a:pt x="595" y="563"/>
                    <a:pt x="763" y="338"/>
                    <a:pt x="590" y="165"/>
                  </a:cubicBezTo>
                  <a:lnTo>
                    <a:pt x="544" y="73"/>
                  </a:lnTo>
                  <a:cubicBezTo>
                    <a:pt x="493" y="22"/>
                    <a:pt x="435" y="1"/>
                    <a:pt x="379"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74"/>
            <p:cNvSpPr/>
            <p:nvPr/>
          </p:nvSpPr>
          <p:spPr>
            <a:xfrm>
              <a:off x="5054745" y="1643992"/>
              <a:ext cx="15746" cy="17781"/>
            </a:xfrm>
            <a:custGeom>
              <a:avLst/>
              <a:gdLst/>
              <a:ahLst/>
              <a:cxnLst/>
              <a:rect l="l" t="t" r="r" b="b"/>
              <a:pathLst>
                <a:path w="828" h="935" extrusionOk="0">
                  <a:moveTo>
                    <a:pt x="317" y="1"/>
                  </a:moveTo>
                  <a:cubicBezTo>
                    <a:pt x="161" y="1"/>
                    <a:pt x="0" y="166"/>
                    <a:pt x="94" y="353"/>
                  </a:cubicBezTo>
                  <a:cubicBezTo>
                    <a:pt x="185" y="491"/>
                    <a:pt x="231" y="673"/>
                    <a:pt x="322" y="811"/>
                  </a:cubicBezTo>
                  <a:cubicBezTo>
                    <a:pt x="366" y="898"/>
                    <a:pt x="438" y="935"/>
                    <a:pt x="511" y="935"/>
                  </a:cubicBezTo>
                  <a:cubicBezTo>
                    <a:pt x="666" y="935"/>
                    <a:pt x="827" y="769"/>
                    <a:pt x="734" y="582"/>
                  </a:cubicBezTo>
                  <a:lnTo>
                    <a:pt x="505" y="125"/>
                  </a:lnTo>
                  <a:cubicBezTo>
                    <a:pt x="462" y="37"/>
                    <a:pt x="390" y="1"/>
                    <a:pt x="317" y="1"/>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74"/>
            <p:cNvSpPr/>
            <p:nvPr/>
          </p:nvSpPr>
          <p:spPr>
            <a:xfrm>
              <a:off x="4879955" y="1439364"/>
              <a:ext cx="13940" cy="8710"/>
            </a:xfrm>
            <a:custGeom>
              <a:avLst/>
              <a:gdLst/>
              <a:ahLst/>
              <a:cxnLst/>
              <a:rect l="l" t="t" r="r" b="b"/>
              <a:pathLst>
                <a:path w="733" h="458" extrusionOk="0">
                  <a:moveTo>
                    <a:pt x="321" y="0"/>
                  </a:moveTo>
                  <a:cubicBezTo>
                    <a:pt x="1" y="0"/>
                    <a:pt x="1" y="457"/>
                    <a:pt x="321" y="457"/>
                  </a:cubicBezTo>
                  <a:lnTo>
                    <a:pt x="413" y="457"/>
                  </a:lnTo>
                  <a:cubicBezTo>
                    <a:pt x="733" y="457"/>
                    <a:pt x="733" y="0"/>
                    <a:pt x="413" y="0"/>
                  </a:cubicBezTo>
                  <a:close/>
                </a:path>
              </a:pathLst>
            </a:custGeom>
            <a:solidFill>
              <a:srgbClr val="332B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74"/>
            <p:cNvSpPr/>
            <p:nvPr/>
          </p:nvSpPr>
          <p:spPr>
            <a:xfrm>
              <a:off x="4537678" y="1713292"/>
              <a:ext cx="167240" cy="155183"/>
            </a:xfrm>
            <a:custGeom>
              <a:avLst/>
              <a:gdLst/>
              <a:ahLst/>
              <a:cxnLst/>
              <a:rect l="l" t="t" r="r" b="b"/>
              <a:pathLst>
                <a:path w="8794" h="8160" extrusionOk="0">
                  <a:moveTo>
                    <a:pt x="1300" y="0"/>
                  </a:moveTo>
                  <a:cubicBezTo>
                    <a:pt x="670" y="0"/>
                    <a:pt x="0" y="711"/>
                    <a:pt x="346" y="1466"/>
                  </a:cubicBezTo>
                  <a:cubicBezTo>
                    <a:pt x="1718" y="4347"/>
                    <a:pt x="4005" y="6679"/>
                    <a:pt x="6886" y="8051"/>
                  </a:cubicBezTo>
                  <a:cubicBezTo>
                    <a:pt x="7036" y="8126"/>
                    <a:pt x="7183" y="8159"/>
                    <a:pt x="7323" y="8159"/>
                  </a:cubicBezTo>
                  <a:cubicBezTo>
                    <a:pt x="8207" y="8159"/>
                    <a:pt x="8794" y="6833"/>
                    <a:pt x="7846" y="6359"/>
                  </a:cubicBezTo>
                  <a:cubicBezTo>
                    <a:pt x="5285" y="5124"/>
                    <a:pt x="3227" y="3066"/>
                    <a:pt x="2038" y="505"/>
                  </a:cubicBezTo>
                  <a:cubicBezTo>
                    <a:pt x="1866" y="148"/>
                    <a:pt x="1587" y="0"/>
                    <a:pt x="13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74"/>
            <p:cNvSpPr/>
            <p:nvPr/>
          </p:nvSpPr>
          <p:spPr>
            <a:xfrm>
              <a:off x="4518147" y="1664626"/>
              <a:ext cx="55683" cy="43493"/>
            </a:xfrm>
            <a:custGeom>
              <a:avLst/>
              <a:gdLst/>
              <a:ahLst/>
              <a:cxnLst/>
              <a:rect l="l" t="t" r="r" b="b"/>
              <a:pathLst>
                <a:path w="2928" h="2287" extrusionOk="0">
                  <a:moveTo>
                    <a:pt x="1464" y="0"/>
                  </a:moveTo>
                  <a:cubicBezTo>
                    <a:pt x="1" y="0"/>
                    <a:pt x="1" y="2287"/>
                    <a:pt x="1464" y="2287"/>
                  </a:cubicBezTo>
                  <a:cubicBezTo>
                    <a:pt x="2928" y="2287"/>
                    <a:pt x="2928"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74"/>
            <p:cNvSpPr/>
            <p:nvPr/>
          </p:nvSpPr>
          <p:spPr>
            <a:xfrm>
              <a:off x="4513811" y="1612442"/>
              <a:ext cx="55683" cy="43493"/>
            </a:xfrm>
            <a:custGeom>
              <a:avLst/>
              <a:gdLst/>
              <a:ahLst/>
              <a:cxnLst/>
              <a:rect l="l" t="t" r="r" b="b"/>
              <a:pathLst>
                <a:path w="2928" h="2287" extrusionOk="0">
                  <a:moveTo>
                    <a:pt x="1464" y="0"/>
                  </a:moveTo>
                  <a:cubicBezTo>
                    <a:pt x="0" y="0"/>
                    <a:pt x="0" y="2287"/>
                    <a:pt x="1464" y="2287"/>
                  </a:cubicBezTo>
                  <a:cubicBezTo>
                    <a:pt x="2927" y="2287"/>
                    <a:pt x="2927"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74"/>
            <p:cNvSpPr/>
            <p:nvPr/>
          </p:nvSpPr>
          <p:spPr>
            <a:xfrm>
              <a:off x="4792113" y="2426505"/>
              <a:ext cx="36552" cy="41553"/>
            </a:xfrm>
            <a:custGeom>
              <a:avLst/>
              <a:gdLst/>
              <a:ahLst/>
              <a:cxnLst/>
              <a:rect l="l" t="t" r="r" b="b"/>
              <a:pathLst>
                <a:path w="1922" h="2185" extrusionOk="0">
                  <a:moveTo>
                    <a:pt x="961" y="0"/>
                  </a:moveTo>
                  <a:cubicBezTo>
                    <a:pt x="481" y="0"/>
                    <a:pt x="1" y="321"/>
                    <a:pt x="1" y="961"/>
                  </a:cubicBezTo>
                  <a:lnTo>
                    <a:pt x="1" y="1189"/>
                  </a:lnTo>
                  <a:cubicBezTo>
                    <a:pt x="1" y="1853"/>
                    <a:pt x="481" y="2184"/>
                    <a:pt x="961" y="2184"/>
                  </a:cubicBezTo>
                  <a:cubicBezTo>
                    <a:pt x="1441" y="2184"/>
                    <a:pt x="1922" y="1853"/>
                    <a:pt x="1922" y="1189"/>
                  </a:cubicBezTo>
                  <a:lnTo>
                    <a:pt x="1922" y="961"/>
                  </a:lnTo>
                  <a:cubicBezTo>
                    <a:pt x="1922" y="321"/>
                    <a:pt x="1441" y="0"/>
                    <a:pt x="9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74"/>
            <p:cNvSpPr/>
            <p:nvPr/>
          </p:nvSpPr>
          <p:spPr>
            <a:xfrm>
              <a:off x="4937369" y="2294562"/>
              <a:ext cx="46973" cy="56026"/>
            </a:xfrm>
            <a:custGeom>
              <a:avLst/>
              <a:gdLst/>
              <a:ahLst/>
              <a:cxnLst/>
              <a:rect l="l" t="t" r="r" b="b"/>
              <a:pathLst>
                <a:path w="2470" h="2946" extrusionOk="0">
                  <a:moveTo>
                    <a:pt x="1407" y="1"/>
                  </a:moveTo>
                  <a:cubicBezTo>
                    <a:pt x="981" y="1"/>
                    <a:pt x="573" y="295"/>
                    <a:pt x="458" y="719"/>
                  </a:cubicBezTo>
                  <a:lnTo>
                    <a:pt x="137" y="1725"/>
                  </a:lnTo>
                  <a:cubicBezTo>
                    <a:pt x="0" y="2274"/>
                    <a:pt x="320" y="2777"/>
                    <a:pt x="823" y="2914"/>
                  </a:cubicBezTo>
                  <a:cubicBezTo>
                    <a:pt x="903" y="2935"/>
                    <a:pt x="983" y="2946"/>
                    <a:pt x="1063" y="2946"/>
                  </a:cubicBezTo>
                  <a:cubicBezTo>
                    <a:pt x="1489" y="2946"/>
                    <a:pt x="1897" y="2652"/>
                    <a:pt x="2013" y="2228"/>
                  </a:cubicBezTo>
                  <a:lnTo>
                    <a:pt x="2333" y="1222"/>
                  </a:lnTo>
                  <a:cubicBezTo>
                    <a:pt x="2470" y="673"/>
                    <a:pt x="2150" y="170"/>
                    <a:pt x="1647" y="33"/>
                  </a:cubicBezTo>
                  <a:cubicBezTo>
                    <a:pt x="1567" y="11"/>
                    <a:pt x="1487" y="1"/>
                    <a:pt x="14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74"/>
            <p:cNvSpPr/>
            <p:nvPr/>
          </p:nvSpPr>
          <p:spPr>
            <a:xfrm>
              <a:off x="5583584" y="1635396"/>
              <a:ext cx="44197" cy="45927"/>
            </a:xfrm>
            <a:custGeom>
              <a:avLst/>
              <a:gdLst/>
              <a:ahLst/>
              <a:cxnLst/>
              <a:rect l="l" t="t" r="r" b="b"/>
              <a:pathLst>
                <a:path w="2324" h="2415" extrusionOk="0">
                  <a:moveTo>
                    <a:pt x="1875" y="760"/>
                  </a:moveTo>
                  <a:lnTo>
                    <a:pt x="1875" y="760"/>
                  </a:lnTo>
                  <a:cubicBezTo>
                    <a:pt x="1887" y="771"/>
                    <a:pt x="1898" y="783"/>
                    <a:pt x="1908" y="796"/>
                  </a:cubicBezTo>
                  <a:lnTo>
                    <a:pt x="1908" y="796"/>
                  </a:lnTo>
                  <a:cubicBezTo>
                    <a:pt x="1897" y="784"/>
                    <a:pt x="1886" y="772"/>
                    <a:pt x="1875" y="760"/>
                  </a:cubicBezTo>
                  <a:close/>
                  <a:moveTo>
                    <a:pt x="1181" y="1"/>
                  </a:moveTo>
                  <a:cubicBezTo>
                    <a:pt x="953" y="1"/>
                    <a:pt x="716" y="90"/>
                    <a:pt x="503" y="302"/>
                  </a:cubicBezTo>
                  <a:cubicBezTo>
                    <a:pt x="0" y="805"/>
                    <a:pt x="0" y="1629"/>
                    <a:pt x="503" y="2132"/>
                  </a:cubicBezTo>
                  <a:cubicBezTo>
                    <a:pt x="713" y="2331"/>
                    <a:pt x="944" y="2414"/>
                    <a:pt x="1165" y="2414"/>
                  </a:cubicBezTo>
                  <a:cubicBezTo>
                    <a:pt x="1747" y="2414"/>
                    <a:pt x="2261" y="1835"/>
                    <a:pt x="2140" y="1246"/>
                  </a:cubicBezTo>
                  <a:lnTo>
                    <a:pt x="2140" y="1246"/>
                  </a:lnTo>
                  <a:cubicBezTo>
                    <a:pt x="2324" y="633"/>
                    <a:pt x="1787" y="1"/>
                    <a:pt x="11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74"/>
            <p:cNvSpPr/>
            <p:nvPr/>
          </p:nvSpPr>
          <p:spPr>
            <a:xfrm>
              <a:off x="4376809" y="923229"/>
              <a:ext cx="150447" cy="66847"/>
            </a:xfrm>
            <a:custGeom>
              <a:avLst/>
              <a:gdLst/>
              <a:ahLst/>
              <a:cxnLst/>
              <a:rect l="l" t="t" r="r" b="b"/>
              <a:pathLst>
                <a:path w="7911" h="3515" extrusionOk="0">
                  <a:moveTo>
                    <a:pt x="6449" y="1"/>
                  </a:moveTo>
                  <a:cubicBezTo>
                    <a:pt x="6383" y="1"/>
                    <a:pt x="6315" y="7"/>
                    <a:pt x="6244" y="20"/>
                  </a:cubicBezTo>
                  <a:cubicBezTo>
                    <a:pt x="4415" y="340"/>
                    <a:pt x="2677" y="889"/>
                    <a:pt x="985" y="1712"/>
                  </a:cubicBezTo>
                  <a:cubicBezTo>
                    <a:pt x="1" y="2224"/>
                    <a:pt x="609" y="3515"/>
                    <a:pt x="1497" y="3515"/>
                  </a:cubicBezTo>
                  <a:cubicBezTo>
                    <a:pt x="1641" y="3515"/>
                    <a:pt x="1792" y="3481"/>
                    <a:pt x="1945" y="3405"/>
                  </a:cubicBezTo>
                  <a:cubicBezTo>
                    <a:pt x="3454" y="2673"/>
                    <a:pt x="5101" y="2170"/>
                    <a:pt x="6747" y="1895"/>
                  </a:cubicBezTo>
                  <a:cubicBezTo>
                    <a:pt x="7911" y="1680"/>
                    <a:pt x="7531" y="1"/>
                    <a:pt x="64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74"/>
            <p:cNvSpPr/>
            <p:nvPr/>
          </p:nvSpPr>
          <p:spPr>
            <a:xfrm>
              <a:off x="4514667" y="914043"/>
              <a:ext cx="55683" cy="43493"/>
            </a:xfrm>
            <a:custGeom>
              <a:avLst/>
              <a:gdLst/>
              <a:ahLst/>
              <a:cxnLst/>
              <a:rect l="l" t="t" r="r" b="b"/>
              <a:pathLst>
                <a:path w="2928" h="2287" extrusionOk="0">
                  <a:moveTo>
                    <a:pt x="1464" y="0"/>
                  </a:moveTo>
                  <a:cubicBezTo>
                    <a:pt x="1" y="0"/>
                    <a:pt x="1" y="2287"/>
                    <a:pt x="1464" y="2287"/>
                  </a:cubicBezTo>
                  <a:cubicBezTo>
                    <a:pt x="2928" y="2287"/>
                    <a:pt x="2928" y="0"/>
                    <a:pt x="14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2" name="Google Shape;4142;p74"/>
          <p:cNvGrpSpPr/>
          <p:nvPr/>
        </p:nvGrpSpPr>
        <p:grpSpPr>
          <a:xfrm>
            <a:off x="5817825" y="1501230"/>
            <a:ext cx="2740342" cy="2835198"/>
            <a:chOff x="6582103" y="1856270"/>
            <a:chExt cx="2093782" cy="2166258"/>
          </a:xfrm>
        </p:grpSpPr>
        <p:grpSp>
          <p:nvGrpSpPr>
            <p:cNvPr id="4143" name="Google Shape;4143;p74"/>
            <p:cNvGrpSpPr/>
            <p:nvPr/>
          </p:nvGrpSpPr>
          <p:grpSpPr>
            <a:xfrm>
              <a:off x="6582103" y="1856270"/>
              <a:ext cx="2093782" cy="2166258"/>
              <a:chOff x="1684125" y="690275"/>
              <a:chExt cx="4302526" cy="4451456"/>
            </a:xfrm>
          </p:grpSpPr>
          <p:sp>
            <p:nvSpPr>
              <p:cNvPr id="4144" name="Google Shape;4144;p74"/>
              <p:cNvSpPr/>
              <p:nvPr/>
            </p:nvSpPr>
            <p:spPr>
              <a:xfrm>
                <a:off x="5964704" y="2177156"/>
                <a:ext cx="21947" cy="18712"/>
              </a:xfrm>
              <a:custGeom>
                <a:avLst/>
                <a:gdLst/>
                <a:ahLst/>
                <a:cxnLst/>
                <a:rect l="l" t="t" r="r" b="b"/>
                <a:pathLst>
                  <a:path w="536" h="457" extrusionOk="0">
                    <a:moveTo>
                      <a:pt x="335" y="1"/>
                    </a:moveTo>
                    <a:cubicBezTo>
                      <a:pt x="322" y="1"/>
                      <a:pt x="308" y="2"/>
                      <a:pt x="295" y="5"/>
                    </a:cubicBezTo>
                    <a:cubicBezTo>
                      <a:pt x="107" y="5"/>
                      <a:pt x="1" y="246"/>
                      <a:pt x="134" y="379"/>
                    </a:cubicBezTo>
                    <a:cubicBezTo>
                      <a:pt x="188" y="433"/>
                      <a:pt x="250" y="456"/>
                      <a:pt x="309" y="456"/>
                    </a:cubicBezTo>
                    <a:cubicBezTo>
                      <a:pt x="428" y="456"/>
                      <a:pt x="535" y="361"/>
                      <a:pt x="535" y="219"/>
                    </a:cubicBezTo>
                    <a:cubicBezTo>
                      <a:pt x="535" y="99"/>
                      <a:pt x="449" y="1"/>
                      <a:pt x="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74"/>
              <p:cNvSpPr/>
              <p:nvPr/>
            </p:nvSpPr>
            <p:spPr>
              <a:xfrm>
                <a:off x="5673633" y="2608461"/>
                <a:ext cx="20841" cy="21947"/>
              </a:xfrm>
              <a:custGeom>
                <a:avLst/>
                <a:gdLst/>
                <a:ahLst/>
                <a:cxnLst/>
                <a:rect l="l" t="t" r="r" b="b"/>
                <a:pathLst>
                  <a:path w="509" h="536" extrusionOk="0">
                    <a:moveTo>
                      <a:pt x="268" y="1"/>
                    </a:moveTo>
                    <a:cubicBezTo>
                      <a:pt x="108" y="1"/>
                      <a:pt x="1" y="134"/>
                      <a:pt x="1" y="268"/>
                    </a:cubicBezTo>
                    <a:cubicBezTo>
                      <a:pt x="1" y="428"/>
                      <a:pt x="108" y="535"/>
                      <a:pt x="268" y="535"/>
                    </a:cubicBezTo>
                    <a:cubicBezTo>
                      <a:pt x="402" y="535"/>
                      <a:pt x="508" y="428"/>
                      <a:pt x="508" y="268"/>
                    </a:cubicBezTo>
                    <a:cubicBezTo>
                      <a:pt x="508" y="134"/>
                      <a:pt x="402"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74"/>
              <p:cNvSpPr/>
              <p:nvPr/>
            </p:nvSpPr>
            <p:spPr>
              <a:xfrm>
                <a:off x="5538927" y="1971618"/>
                <a:ext cx="17688" cy="12079"/>
              </a:xfrm>
              <a:custGeom>
                <a:avLst/>
                <a:gdLst/>
                <a:ahLst/>
                <a:cxnLst/>
                <a:rect l="l" t="t" r="r" b="b"/>
                <a:pathLst>
                  <a:path w="432" h="295" extrusionOk="0">
                    <a:moveTo>
                      <a:pt x="244" y="1"/>
                    </a:moveTo>
                    <a:cubicBezTo>
                      <a:pt x="0" y="1"/>
                      <a:pt x="235" y="294"/>
                      <a:pt x="362" y="294"/>
                    </a:cubicBezTo>
                    <a:cubicBezTo>
                      <a:pt x="402" y="294"/>
                      <a:pt x="431" y="265"/>
                      <a:pt x="431" y="188"/>
                    </a:cubicBezTo>
                    <a:cubicBezTo>
                      <a:pt x="431" y="81"/>
                      <a:pt x="351" y="1"/>
                      <a:pt x="2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74"/>
              <p:cNvSpPr/>
              <p:nvPr/>
            </p:nvSpPr>
            <p:spPr>
              <a:xfrm>
                <a:off x="5257846" y="2298514"/>
                <a:ext cx="4422" cy="4995"/>
              </a:xfrm>
              <a:custGeom>
                <a:avLst/>
                <a:gdLst/>
                <a:ahLst/>
                <a:cxnLst/>
                <a:rect l="l" t="t" r="r" b="b"/>
                <a:pathLst>
                  <a:path w="108" h="122" extrusionOk="0">
                    <a:moveTo>
                      <a:pt x="54" y="1"/>
                    </a:moveTo>
                    <a:cubicBezTo>
                      <a:pt x="27" y="1"/>
                      <a:pt x="0" y="21"/>
                      <a:pt x="0" y="61"/>
                    </a:cubicBezTo>
                    <a:cubicBezTo>
                      <a:pt x="0" y="101"/>
                      <a:pt x="27" y="121"/>
                      <a:pt x="54" y="121"/>
                    </a:cubicBezTo>
                    <a:cubicBezTo>
                      <a:pt x="80" y="121"/>
                      <a:pt x="107" y="101"/>
                      <a:pt x="107" y="61"/>
                    </a:cubicBezTo>
                    <a:cubicBezTo>
                      <a:pt x="107" y="21"/>
                      <a:pt x="80" y="1"/>
                      <a:pt x="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74"/>
              <p:cNvSpPr/>
              <p:nvPr/>
            </p:nvSpPr>
            <p:spPr>
              <a:xfrm>
                <a:off x="5126538" y="2086506"/>
                <a:ext cx="29562" cy="29603"/>
              </a:xfrm>
              <a:custGeom>
                <a:avLst/>
                <a:gdLst/>
                <a:ahLst/>
                <a:cxnLst/>
                <a:rect l="l" t="t" r="r" b="b"/>
                <a:pathLst>
                  <a:path w="722" h="723" extrusionOk="0">
                    <a:moveTo>
                      <a:pt x="348" y="1"/>
                    </a:moveTo>
                    <a:cubicBezTo>
                      <a:pt x="161" y="1"/>
                      <a:pt x="0" y="161"/>
                      <a:pt x="0" y="348"/>
                    </a:cubicBezTo>
                    <a:cubicBezTo>
                      <a:pt x="0" y="562"/>
                      <a:pt x="161" y="723"/>
                      <a:pt x="348" y="723"/>
                    </a:cubicBezTo>
                    <a:cubicBezTo>
                      <a:pt x="562" y="723"/>
                      <a:pt x="722" y="562"/>
                      <a:pt x="722" y="348"/>
                    </a:cubicBezTo>
                    <a:cubicBezTo>
                      <a:pt x="722" y="161"/>
                      <a:pt x="562" y="1"/>
                      <a:pt x="3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74"/>
              <p:cNvSpPr/>
              <p:nvPr/>
            </p:nvSpPr>
            <p:spPr>
              <a:xfrm>
                <a:off x="4796079" y="1752240"/>
                <a:ext cx="8803" cy="9049"/>
              </a:xfrm>
              <a:custGeom>
                <a:avLst/>
                <a:gdLst/>
                <a:ahLst/>
                <a:cxnLst/>
                <a:rect l="l" t="t" r="r" b="b"/>
                <a:pathLst>
                  <a:path w="215" h="221" extrusionOk="0">
                    <a:moveTo>
                      <a:pt x="107" y="0"/>
                    </a:moveTo>
                    <a:cubicBezTo>
                      <a:pt x="54" y="0"/>
                      <a:pt x="0" y="41"/>
                      <a:pt x="0" y="121"/>
                    </a:cubicBezTo>
                    <a:cubicBezTo>
                      <a:pt x="0" y="188"/>
                      <a:pt x="54" y="221"/>
                      <a:pt x="107" y="221"/>
                    </a:cubicBezTo>
                    <a:cubicBezTo>
                      <a:pt x="161" y="221"/>
                      <a:pt x="214" y="188"/>
                      <a:pt x="214" y="121"/>
                    </a:cubicBezTo>
                    <a:cubicBezTo>
                      <a:pt x="214" y="41"/>
                      <a:pt x="161" y="0"/>
                      <a:pt x="1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74"/>
              <p:cNvSpPr/>
              <p:nvPr/>
            </p:nvSpPr>
            <p:spPr>
              <a:xfrm>
                <a:off x="4524701" y="2246270"/>
                <a:ext cx="33984" cy="35049"/>
              </a:xfrm>
              <a:custGeom>
                <a:avLst/>
                <a:gdLst/>
                <a:ahLst/>
                <a:cxnLst/>
                <a:rect l="l" t="t" r="r" b="b"/>
                <a:pathLst>
                  <a:path w="830" h="856" extrusionOk="0">
                    <a:moveTo>
                      <a:pt x="402" y="1"/>
                    </a:moveTo>
                    <a:cubicBezTo>
                      <a:pt x="188" y="1"/>
                      <a:pt x="1" y="188"/>
                      <a:pt x="1" y="428"/>
                    </a:cubicBezTo>
                    <a:cubicBezTo>
                      <a:pt x="1" y="669"/>
                      <a:pt x="188" y="856"/>
                      <a:pt x="402" y="856"/>
                    </a:cubicBezTo>
                    <a:cubicBezTo>
                      <a:pt x="642" y="856"/>
                      <a:pt x="829" y="669"/>
                      <a:pt x="829" y="428"/>
                    </a:cubicBezTo>
                    <a:cubicBezTo>
                      <a:pt x="829" y="188"/>
                      <a:pt x="642" y="1"/>
                      <a:pt x="4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74"/>
              <p:cNvSpPr/>
              <p:nvPr/>
            </p:nvSpPr>
            <p:spPr>
              <a:xfrm>
                <a:off x="4510412" y="2473878"/>
                <a:ext cx="13225" cy="8803"/>
              </a:xfrm>
              <a:custGeom>
                <a:avLst/>
                <a:gdLst/>
                <a:ahLst/>
                <a:cxnLst/>
                <a:rect l="l" t="t" r="r" b="b"/>
                <a:pathLst>
                  <a:path w="323" h="215" extrusionOk="0">
                    <a:moveTo>
                      <a:pt x="163" y="1"/>
                    </a:moveTo>
                    <a:cubicBezTo>
                      <a:pt x="1" y="1"/>
                      <a:pt x="176" y="215"/>
                      <a:pt x="270" y="215"/>
                    </a:cubicBezTo>
                    <a:cubicBezTo>
                      <a:pt x="301" y="215"/>
                      <a:pt x="323" y="193"/>
                      <a:pt x="323" y="134"/>
                    </a:cubicBezTo>
                    <a:cubicBezTo>
                      <a:pt x="323" y="54"/>
                      <a:pt x="243" y="1"/>
                      <a:pt x="1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74"/>
              <p:cNvSpPr/>
              <p:nvPr/>
            </p:nvSpPr>
            <p:spPr>
              <a:xfrm>
                <a:off x="4552052" y="1746221"/>
                <a:ext cx="37260" cy="31855"/>
              </a:xfrm>
              <a:custGeom>
                <a:avLst/>
                <a:gdLst/>
                <a:ahLst/>
                <a:cxnLst/>
                <a:rect l="l" t="t" r="r" b="b"/>
                <a:pathLst>
                  <a:path w="910" h="778" extrusionOk="0">
                    <a:moveTo>
                      <a:pt x="535" y="1"/>
                    </a:moveTo>
                    <a:cubicBezTo>
                      <a:pt x="188" y="1"/>
                      <a:pt x="1" y="428"/>
                      <a:pt x="241" y="669"/>
                    </a:cubicBezTo>
                    <a:cubicBezTo>
                      <a:pt x="317" y="745"/>
                      <a:pt x="412" y="778"/>
                      <a:pt x="506" y="778"/>
                    </a:cubicBezTo>
                    <a:cubicBezTo>
                      <a:pt x="709" y="778"/>
                      <a:pt x="909" y="621"/>
                      <a:pt x="909" y="401"/>
                    </a:cubicBezTo>
                    <a:cubicBezTo>
                      <a:pt x="909" y="188"/>
                      <a:pt x="722" y="1"/>
                      <a:pt x="5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74"/>
              <p:cNvSpPr/>
              <p:nvPr/>
            </p:nvSpPr>
            <p:spPr>
              <a:xfrm>
                <a:off x="4141711" y="1926784"/>
                <a:ext cx="39471" cy="33616"/>
              </a:xfrm>
              <a:custGeom>
                <a:avLst/>
                <a:gdLst/>
                <a:ahLst/>
                <a:cxnLst/>
                <a:rect l="l" t="t" r="r" b="b"/>
                <a:pathLst>
                  <a:path w="964" h="821" extrusionOk="0">
                    <a:moveTo>
                      <a:pt x="562" y="0"/>
                    </a:moveTo>
                    <a:cubicBezTo>
                      <a:pt x="188" y="0"/>
                      <a:pt x="1" y="428"/>
                      <a:pt x="268" y="695"/>
                    </a:cubicBezTo>
                    <a:cubicBezTo>
                      <a:pt x="355" y="782"/>
                      <a:pt x="459" y="821"/>
                      <a:pt x="560" y="821"/>
                    </a:cubicBezTo>
                    <a:cubicBezTo>
                      <a:pt x="768" y="821"/>
                      <a:pt x="963" y="653"/>
                      <a:pt x="963" y="401"/>
                    </a:cubicBezTo>
                    <a:cubicBezTo>
                      <a:pt x="963" y="187"/>
                      <a:pt x="776" y="0"/>
                      <a:pt x="5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74"/>
              <p:cNvSpPr/>
              <p:nvPr/>
            </p:nvSpPr>
            <p:spPr>
              <a:xfrm>
                <a:off x="3901000" y="1904879"/>
                <a:ext cx="15354" cy="13184"/>
              </a:xfrm>
              <a:custGeom>
                <a:avLst/>
                <a:gdLst/>
                <a:ahLst/>
                <a:cxnLst/>
                <a:rect l="l" t="t" r="r" b="b"/>
                <a:pathLst>
                  <a:path w="375" h="322" extrusionOk="0">
                    <a:moveTo>
                      <a:pt x="188" y="1"/>
                    </a:moveTo>
                    <a:cubicBezTo>
                      <a:pt x="101" y="1"/>
                      <a:pt x="14" y="54"/>
                      <a:pt x="1" y="161"/>
                    </a:cubicBezTo>
                    <a:cubicBezTo>
                      <a:pt x="14" y="268"/>
                      <a:pt x="101" y="321"/>
                      <a:pt x="188" y="321"/>
                    </a:cubicBezTo>
                    <a:cubicBezTo>
                      <a:pt x="274" y="321"/>
                      <a:pt x="361" y="268"/>
                      <a:pt x="375" y="161"/>
                    </a:cubicBezTo>
                    <a:cubicBezTo>
                      <a:pt x="361" y="54"/>
                      <a:pt x="274" y="1"/>
                      <a:pt x="1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74"/>
              <p:cNvSpPr/>
              <p:nvPr/>
            </p:nvSpPr>
            <p:spPr>
              <a:xfrm>
                <a:off x="3453482" y="2055880"/>
                <a:ext cx="6592" cy="6592"/>
              </a:xfrm>
              <a:custGeom>
                <a:avLst/>
                <a:gdLst/>
                <a:ahLst/>
                <a:cxnLst/>
                <a:rect l="l" t="t" r="r" b="b"/>
                <a:pathLst>
                  <a:path w="161" h="161" extrusionOk="0">
                    <a:moveTo>
                      <a:pt x="80" y="1"/>
                    </a:moveTo>
                    <a:cubicBezTo>
                      <a:pt x="54" y="1"/>
                      <a:pt x="0" y="54"/>
                      <a:pt x="0" y="81"/>
                    </a:cubicBezTo>
                    <a:cubicBezTo>
                      <a:pt x="0" y="108"/>
                      <a:pt x="27" y="161"/>
                      <a:pt x="80" y="161"/>
                    </a:cubicBezTo>
                    <a:cubicBezTo>
                      <a:pt x="134" y="161"/>
                      <a:pt x="160" y="134"/>
                      <a:pt x="160" y="81"/>
                    </a:cubicBezTo>
                    <a:cubicBezTo>
                      <a:pt x="160" y="27"/>
                      <a:pt x="107" y="1"/>
                      <a:pt x="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74"/>
              <p:cNvSpPr/>
              <p:nvPr/>
            </p:nvSpPr>
            <p:spPr>
              <a:xfrm>
                <a:off x="3423920" y="2084336"/>
                <a:ext cx="29603" cy="25509"/>
              </a:xfrm>
              <a:custGeom>
                <a:avLst/>
                <a:gdLst/>
                <a:ahLst/>
                <a:cxnLst/>
                <a:rect l="l" t="t" r="r" b="b"/>
                <a:pathLst>
                  <a:path w="723" h="623" extrusionOk="0">
                    <a:moveTo>
                      <a:pt x="428" y="1"/>
                    </a:moveTo>
                    <a:cubicBezTo>
                      <a:pt x="134" y="1"/>
                      <a:pt x="1" y="321"/>
                      <a:pt x="188" y="535"/>
                    </a:cubicBezTo>
                    <a:cubicBezTo>
                      <a:pt x="256" y="595"/>
                      <a:pt x="336" y="622"/>
                      <a:pt x="413" y="622"/>
                    </a:cubicBezTo>
                    <a:cubicBezTo>
                      <a:pt x="575" y="622"/>
                      <a:pt x="722" y="502"/>
                      <a:pt x="722" y="321"/>
                    </a:cubicBezTo>
                    <a:cubicBezTo>
                      <a:pt x="722" y="134"/>
                      <a:pt x="588" y="1"/>
                      <a:pt x="4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74"/>
              <p:cNvSpPr/>
              <p:nvPr/>
            </p:nvSpPr>
            <p:spPr>
              <a:xfrm>
                <a:off x="2988930" y="2306458"/>
                <a:ext cx="10482" cy="6961"/>
              </a:xfrm>
              <a:custGeom>
                <a:avLst/>
                <a:gdLst/>
                <a:ahLst/>
                <a:cxnLst/>
                <a:rect l="l" t="t" r="r" b="b"/>
                <a:pathLst>
                  <a:path w="256" h="170" extrusionOk="0">
                    <a:moveTo>
                      <a:pt x="122" y="1"/>
                    </a:moveTo>
                    <a:cubicBezTo>
                      <a:pt x="0" y="1"/>
                      <a:pt x="140" y="170"/>
                      <a:pt x="214" y="170"/>
                    </a:cubicBezTo>
                    <a:cubicBezTo>
                      <a:pt x="238" y="170"/>
                      <a:pt x="255" y="153"/>
                      <a:pt x="255" y="108"/>
                    </a:cubicBezTo>
                    <a:cubicBezTo>
                      <a:pt x="255" y="54"/>
                      <a:pt x="202" y="1"/>
                      <a:pt x="1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74"/>
              <p:cNvSpPr/>
              <p:nvPr/>
            </p:nvSpPr>
            <p:spPr>
              <a:xfrm>
                <a:off x="2538709" y="2336019"/>
                <a:ext cx="26287" cy="22847"/>
              </a:xfrm>
              <a:custGeom>
                <a:avLst/>
                <a:gdLst/>
                <a:ahLst/>
                <a:cxnLst/>
                <a:rect l="l" t="t" r="r" b="b"/>
                <a:pathLst>
                  <a:path w="642" h="558" extrusionOk="0">
                    <a:moveTo>
                      <a:pt x="374" y="0"/>
                    </a:moveTo>
                    <a:cubicBezTo>
                      <a:pt x="107" y="0"/>
                      <a:pt x="0" y="294"/>
                      <a:pt x="160" y="481"/>
                    </a:cubicBezTo>
                    <a:cubicBezTo>
                      <a:pt x="222" y="534"/>
                      <a:pt x="294" y="558"/>
                      <a:pt x="364" y="558"/>
                    </a:cubicBezTo>
                    <a:cubicBezTo>
                      <a:pt x="508" y="558"/>
                      <a:pt x="642" y="456"/>
                      <a:pt x="642" y="294"/>
                    </a:cubicBezTo>
                    <a:cubicBezTo>
                      <a:pt x="642" y="134"/>
                      <a:pt x="508" y="0"/>
                      <a:pt x="3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74"/>
              <p:cNvSpPr/>
              <p:nvPr/>
            </p:nvSpPr>
            <p:spPr>
              <a:xfrm>
                <a:off x="2466484" y="2196769"/>
                <a:ext cx="17524" cy="18098"/>
              </a:xfrm>
              <a:custGeom>
                <a:avLst/>
                <a:gdLst/>
                <a:ahLst/>
                <a:cxnLst/>
                <a:rect l="l" t="t" r="r" b="b"/>
                <a:pathLst>
                  <a:path w="428" h="442" extrusionOk="0">
                    <a:moveTo>
                      <a:pt x="214" y="0"/>
                    </a:moveTo>
                    <a:cubicBezTo>
                      <a:pt x="107" y="0"/>
                      <a:pt x="0" y="74"/>
                      <a:pt x="0" y="221"/>
                    </a:cubicBezTo>
                    <a:cubicBezTo>
                      <a:pt x="0" y="368"/>
                      <a:pt x="107" y="441"/>
                      <a:pt x="214" y="441"/>
                    </a:cubicBezTo>
                    <a:cubicBezTo>
                      <a:pt x="321" y="441"/>
                      <a:pt x="428" y="368"/>
                      <a:pt x="428" y="221"/>
                    </a:cubicBezTo>
                    <a:cubicBezTo>
                      <a:pt x="428" y="74"/>
                      <a:pt x="321" y="0"/>
                      <a:pt x="2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74"/>
              <p:cNvSpPr/>
              <p:nvPr/>
            </p:nvSpPr>
            <p:spPr>
              <a:xfrm>
                <a:off x="2174307" y="1607257"/>
                <a:ext cx="19735" cy="19735"/>
              </a:xfrm>
              <a:custGeom>
                <a:avLst/>
                <a:gdLst/>
                <a:ahLst/>
                <a:cxnLst/>
                <a:rect l="l" t="t" r="r" b="b"/>
                <a:pathLst>
                  <a:path w="482" h="482" extrusionOk="0">
                    <a:moveTo>
                      <a:pt x="241" y="0"/>
                    </a:moveTo>
                    <a:cubicBezTo>
                      <a:pt x="108" y="0"/>
                      <a:pt x="1" y="107"/>
                      <a:pt x="1" y="241"/>
                    </a:cubicBezTo>
                    <a:cubicBezTo>
                      <a:pt x="1" y="375"/>
                      <a:pt x="108" y="481"/>
                      <a:pt x="241" y="481"/>
                    </a:cubicBezTo>
                    <a:cubicBezTo>
                      <a:pt x="375" y="481"/>
                      <a:pt x="482" y="375"/>
                      <a:pt x="482" y="241"/>
                    </a:cubicBezTo>
                    <a:cubicBezTo>
                      <a:pt x="482" y="107"/>
                      <a:pt x="375" y="0"/>
                      <a:pt x="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74"/>
              <p:cNvSpPr/>
              <p:nvPr/>
            </p:nvSpPr>
            <p:spPr>
              <a:xfrm>
                <a:off x="2115225" y="1597389"/>
                <a:ext cx="31773" cy="32879"/>
              </a:xfrm>
              <a:custGeom>
                <a:avLst/>
                <a:gdLst/>
                <a:ahLst/>
                <a:cxnLst/>
                <a:rect l="l" t="t" r="r" b="b"/>
                <a:pathLst>
                  <a:path w="776" h="803" extrusionOk="0">
                    <a:moveTo>
                      <a:pt x="375" y="1"/>
                    </a:moveTo>
                    <a:cubicBezTo>
                      <a:pt x="161" y="1"/>
                      <a:pt x="1" y="188"/>
                      <a:pt x="1" y="402"/>
                    </a:cubicBezTo>
                    <a:cubicBezTo>
                      <a:pt x="1" y="616"/>
                      <a:pt x="161" y="803"/>
                      <a:pt x="375" y="803"/>
                    </a:cubicBezTo>
                    <a:cubicBezTo>
                      <a:pt x="589" y="803"/>
                      <a:pt x="776" y="616"/>
                      <a:pt x="776" y="402"/>
                    </a:cubicBezTo>
                    <a:cubicBezTo>
                      <a:pt x="776" y="188"/>
                      <a:pt x="589" y="1"/>
                      <a:pt x="3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74"/>
              <p:cNvSpPr/>
              <p:nvPr/>
            </p:nvSpPr>
            <p:spPr>
              <a:xfrm>
                <a:off x="1931386" y="1873147"/>
                <a:ext cx="35090" cy="29972"/>
              </a:xfrm>
              <a:custGeom>
                <a:avLst/>
                <a:gdLst/>
                <a:ahLst/>
                <a:cxnLst/>
                <a:rect l="l" t="t" r="r" b="b"/>
                <a:pathLst>
                  <a:path w="857" h="732" extrusionOk="0">
                    <a:moveTo>
                      <a:pt x="482" y="1"/>
                    </a:moveTo>
                    <a:cubicBezTo>
                      <a:pt x="161" y="1"/>
                      <a:pt x="1" y="401"/>
                      <a:pt x="241" y="615"/>
                    </a:cubicBezTo>
                    <a:cubicBezTo>
                      <a:pt x="313" y="695"/>
                      <a:pt x="405" y="731"/>
                      <a:pt x="496" y="731"/>
                    </a:cubicBezTo>
                    <a:cubicBezTo>
                      <a:pt x="678" y="731"/>
                      <a:pt x="856" y="589"/>
                      <a:pt x="856" y="375"/>
                    </a:cubicBezTo>
                    <a:cubicBezTo>
                      <a:pt x="856" y="161"/>
                      <a:pt x="696" y="1"/>
                      <a:pt x="4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74"/>
              <p:cNvSpPr/>
              <p:nvPr/>
            </p:nvSpPr>
            <p:spPr>
              <a:xfrm>
                <a:off x="1699438" y="2125935"/>
                <a:ext cx="19735" cy="19735"/>
              </a:xfrm>
              <a:custGeom>
                <a:avLst/>
                <a:gdLst/>
                <a:ahLst/>
                <a:cxnLst/>
                <a:rect l="l" t="t" r="r" b="b"/>
                <a:pathLst>
                  <a:path w="482" h="482" extrusionOk="0">
                    <a:moveTo>
                      <a:pt x="241" y="0"/>
                    </a:moveTo>
                    <a:cubicBezTo>
                      <a:pt x="107" y="0"/>
                      <a:pt x="0" y="107"/>
                      <a:pt x="0" y="241"/>
                    </a:cubicBezTo>
                    <a:cubicBezTo>
                      <a:pt x="0" y="374"/>
                      <a:pt x="107" y="481"/>
                      <a:pt x="241" y="481"/>
                    </a:cubicBezTo>
                    <a:cubicBezTo>
                      <a:pt x="374" y="481"/>
                      <a:pt x="481" y="374"/>
                      <a:pt x="481" y="241"/>
                    </a:cubicBezTo>
                    <a:cubicBezTo>
                      <a:pt x="481" y="107"/>
                      <a:pt x="374" y="0"/>
                      <a:pt x="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74"/>
              <p:cNvSpPr/>
              <p:nvPr/>
            </p:nvSpPr>
            <p:spPr>
              <a:xfrm>
                <a:off x="1684125" y="702313"/>
                <a:ext cx="25181" cy="25222"/>
              </a:xfrm>
              <a:custGeom>
                <a:avLst/>
                <a:gdLst/>
                <a:ahLst/>
                <a:cxnLst/>
                <a:rect l="l" t="t" r="r" b="b"/>
                <a:pathLst>
                  <a:path w="615" h="616" extrusionOk="0">
                    <a:moveTo>
                      <a:pt x="294" y="1"/>
                    </a:moveTo>
                    <a:cubicBezTo>
                      <a:pt x="134" y="1"/>
                      <a:pt x="0" y="135"/>
                      <a:pt x="0" y="322"/>
                    </a:cubicBezTo>
                    <a:cubicBezTo>
                      <a:pt x="0" y="482"/>
                      <a:pt x="134" y="616"/>
                      <a:pt x="294" y="616"/>
                    </a:cubicBezTo>
                    <a:cubicBezTo>
                      <a:pt x="481" y="616"/>
                      <a:pt x="615" y="482"/>
                      <a:pt x="615" y="322"/>
                    </a:cubicBezTo>
                    <a:cubicBezTo>
                      <a:pt x="615" y="135"/>
                      <a:pt x="481" y="1"/>
                      <a:pt x="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74"/>
              <p:cNvSpPr/>
              <p:nvPr/>
            </p:nvSpPr>
            <p:spPr>
              <a:xfrm>
                <a:off x="1854821" y="1482500"/>
                <a:ext cx="7698" cy="7698"/>
              </a:xfrm>
              <a:custGeom>
                <a:avLst/>
                <a:gdLst/>
                <a:ahLst/>
                <a:cxnLst/>
                <a:rect l="l" t="t" r="r" b="b"/>
                <a:pathLst>
                  <a:path w="188" h="188" extrusionOk="0">
                    <a:moveTo>
                      <a:pt x="80" y="1"/>
                    </a:moveTo>
                    <a:cubicBezTo>
                      <a:pt x="27" y="1"/>
                      <a:pt x="0" y="28"/>
                      <a:pt x="0" y="108"/>
                    </a:cubicBezTo>
                    <a:cubicBezTo>
                      <a:pt x="0" y="161"/>
                      <a:pt x="27" y="188"/>
                      <a:pt x="80" y="188"/>
                    </a:cubicBezTo>
                    <a:cubicBezTo>
                      <a:pt x="160" y="188"/>
                      <a:pt x="187" y="161"/>
                      <a:pt x="187" y="108"/>
                    </a:cubicBezTo>
                    <a:cubicBezTo>
                      <a:pt x="187" y="28"/>
                      <a:pt x="134" y="1"/>
                      <a:pt x="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74"/>
              <p:cNvSpPr/>
              <p:nvPr/>
            </p:nvSpPr>
            <p:spPr>
              <a:xfrm>
                <a:off x="2068180" y="1433286"/>
                <a:ext cx="20841" cy="19735"/>
              </a:xfrm>
              <a:custGeom>
                <a:avLst/>
                <a:gdLst/>
                <a:ahLst/>
                <a:cxnLst/>
                <a:rect l="l" t="t" r="r" b="b"/>
                <a:pathLst>
                  <a:path w="509" h="482" extrusionOk="0">
                    <a:moveTo>
                      <a:pt x="254" y="0"/>
                    </a:moveTo>
                    <a:cubicBezTo>
                      <a:pt x="127" y="0"/>
                      <a:pt x="0" y="80"/>
                      <a:pt x="0" y="241"/>
                    </a:cubicBezTo>
                    <a:cubicBezTo>
                      <a:pt x="0" y="401"/>
                      <a:pt x="127" y="481"/>
                      <a:pt x="254" y="481"/>
                    </a:cubicBezTo>
                    <a:cubicBezTo>
                      <a:pt x="381" y="481"/>
                      <a:pt x="508" y="401"/>
                      <a:pt x="508" y="241"/>
                    </a:cubicBezTo>
                    <a:cubicBezTo>
                      <a:pt x="508" y="80"/>
                      <a:pt x="381" y="0"/>
                      <a:pt x="2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74"/>
              <p:cNvSpPr/>
              <p:nvPr/>
            </p:nvSpPr>
            <p:spPr>
              <a:xfrm>
                <a:off x="2183069" y="1279991"/>
                <a:ext cx="39430" cy="33739"/>
              </a:xfrm>
              <a:custGeom>
                <a:avLst/>
                <a:gdLst/>
                <a:ahLst/>
                <a:cxnLst/>
                <a:rect l="l" t="t" r="r" b="b"/>
                <a:pathLst>
                  <a:path w="963" h="824" extrusionOk="0">
                    <a:moveTo>
                      <a:pt x="603" y="0"/>
                    </a:moveTo>
                    <a:cubicBezTo>
                      <a:pt x="589" y="0"/>
                      <a:pt x="575" y="1"/>
                      <a:pt x="562" y="3"/>
                    </a:cubicBezTo>
                    <a:cubicBezTo>
                      <a:pt x="161" y="3"/>
                      <a:pt x="1" y="457"/>
                      <a:pt x="268" y="698"/>
                    </a:cubicBezTo>
                    <a:cubicBezTo>
                      <a:pt x="355" y="784"/>
                      <a:pt x="459" y="823"/>
                      <a:pt x="559" y="823"/>
                    </a:cubicBezTo>
                    <a:cubicBezTo>
                      <a:pt x="768" y="823"/>
                      <a:pt x="963" y="656"/>
                      <a:pt x="963" y="404"/>
                    </a:cubicBezTo>
                    <a:cubicBezTo>
                      <a:pt x="963" y="178"/>
                      <a:pt x="799" y="0"/>
                      <a:pt x="6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74"/>
              <p:cNvSpPr/>
              <p:nvPr/>
            </p:nvSpPr>
            <p:spPr>
              <a:xfrm>
                <a:off x="2302339" y="904781"/>
                <a:ext cx="17565" cy="17524"/>
              </a:xfrm>
              <a:custGeom>
                <a:avLst/>
                <a:gdLst/>
                <a:ahLst/>
                <a:cxnLst/>
                <a:rect l="l" t="t" r="r" b="b"/>
                <a:pathLst>
                  <a:path w="429" h="428" extrusionOk="0">
                    <a:moveTo>
                      <a:pt x="214" y="0"/>
                    </a:moveTo>
                    <a:cubicBezTo>
                      <a:pt x="81" y="0"/>
                      <a:pt x="1" y="80"/>
                      <a:pt x="1" y="214"/>
                    </a:cubicBezTo>
                    <a:cubicBezTo>
                      <a:pt x="1" y="321"/>
                      <a:pt x="81" y="428"/>
                      <a:pt x="214" y="428"/>
                    </a:cubicBezTo>
                    <a:cubicBezTo>
                      <a:pt x="321" y="428"/>
                      <a:pt x="428" y="321"/>
                      <a:pt x="428" y="214"/>
                    </a:cubicBezTo>
                    <a:cubicBezTo>
                      <a:pt x="428" y="80"/>
                      <a:pt x="321" y="0"/>
                      <a:pt x="2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74"/>
              <p:cNvSpPr/>
              <p:nvPr/>
            </p:nvSpPr>
            <p:spPr>
              <a:xfrm>
                <a:off x="2315278" y="738425"/>
                <a:ext cx="12283" cy="7943"/>
              </a:xfrm>
              <a:custGeom>
                <a:avLst/>
                <a:gdLst/>
                <a:ahLst/>
                <a:cxnLst/>
                <a:rect l="l" t="t" r="r" b="b"/>
                <a:pathLst>
                  <a:path w="300" h="194" extrusionOk="0">
                    <a:moveTo>
                      <a:pt x="166" y="1"/>
                    </a:moveTo>
                    <a:cubicBezTo>
                      <a:pt x="0" y="1"/>
                      <a:pt x="171" y="193"/>
                      <a:pt x="257" y="193"/>
                    </a:cubicBezTo>
                    <a:cubicBezTo>
                      <a:pt x="282" y="193"/>
                      <a:pt x="299" y="177"/>
                      <a:pt x="299" y="134"/>
                    </a:cubicBezTo>
                    <a:cubicBezTo>
                      <a:pt x="299" y="54"/>
                      <a:pt x="219" y="1"/>
                      <a:pt x="1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74"/>
              <p:cNvSpPr/>
              <p:nvPr/>
            </p:nvSpPr>
            <p:spPr>
              <a:xfrm>
                <a:off x="2524011" y="939788"/>
                <a:ext cx="16910" cy="11587"/>
              </a:xfrm>
              <a:custGeom>
                <a:avLst/>
                <a:gdLst/>
                <a:ahLst/>
                <a:cxnLst/>
                <a:rect l="l" t="t" r="r" b="b"/>
                <a:pathLst>
                  <a:path w="413" h="283" extrusionOk="0">
                    <a:moveTo>
                      <a:pt x="226" y="0"/>
                    </a:moveTo>
                    <a:cubicBezTo>
                      <a:pt x="0" y="0"/>
                      <a:pt x="230" y="282"/>
                      <a:pt x="350" y="282"/>
                    </a:cubicBezTo>
                    <a:cubicBezTo>
                      <a:pt x="386" y="282"/>
                      <a:pt x="413" y="256"/>
                      <a:pt x="413" y="187"/>
                    </a:cubicBezTo>
                    <a:cubicBezTo>
                      <a:pt x="413" y="80"/>
                      <a:pt x="332" y="0"/>
                      <a:pt x="2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74"/>
              <p:cNvSpPr/>
              <p:nvPr/>
            </p:nvSpPr>
            <p:spPr>
              <a:xfrm>
                <a:off x="2947945" y="1045915"/>
                <a:ext cx="27392" cy="24403"/>
              </a:xfrm>
              <a:custGeom>
                <a:avLst/>
                <a:gdLst/>
                <a:ahLst/>
                <a:cxnLst/>
                <a:rect l="l" t="t" r="r" b="b"/>
                <a:pathLst>
                  <a:path w="669" h="596" extrusionOk="0">
                    <a:moveTo>
                      <a:pt x="401" y="1"/>
                    </a:moveTo>
                    <a:cubicBezTo>
                      <a:pt x="134" y="1"/>
                      <a:pt x="0" y="321"/>
                      <a:pt x="187" y="508"/>
                    </a:cubicBezTo>
                    <a:cubicBezTo>
                      <a:pt x="248" y="569"/>
                      <a:pt x="319" y="596"/>
                      <a:pt x="388" y="596"/>
                    </a:cubicBezTo>
                    <a:cubicBezTo>
                      <a:pt x="533" y="596"/>
                      <a:pt x="668" y="476"/>
                      <a:pt x="668" y="295"/>
                    </a:cubicBezTo>
                    <a:cubicBezTo>
                      <a:pt x="668" y="134"/>
                      <a:pt x="56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74"/>
              <p:cNvSpPr/>
              <p:nvPr/>
            </p:nvSpPr>
            <p:spPr>
              <a:xfrm>
                <a:off x="2963258" y="1445323"/>
                <a:ext cx="32879" cy="27638"/>
              </a:xfrm>
              <a:custGeom>
                <a:avLst/>
                <a:gdLst/>
                <a:ahLst/>
                <a:cxnLst/>
                <a:rect l="l" t="t" r="r" b="b"/>
                <a:pathLst>
                  <a:path w="803" h="675" extrusionOk="0">
                    <a:moveTo>
                      <a:pt x="455" y="0"/>
                    </a:moveTo>
                    <a:cubicBezTo>
                      <a:pt x="161" y="0"/>
                      <a:pt x="0" y="374"/>
                      <a:pt x="214" y="588"/>
                    </a:cubicBezTo>
                    <a:cubicBezTo>
                      <a:pt x="282" y="647"/>
                      <a:pt x="366" y="674"/>
                      <a:pt x="449" y="674"/>
                    </a:cubicBezTo>
                    <a:cubicBezTo>
                      <a:pt x="627" y="674"/>
                      <a:pt x="802" y="548"/>
                      <a:pt x="802" y="348"/>
                    </a:cubicBezTo>
                    <a:cubicBezTo>
                      <a:pt x="802" y="161"/>
                      <a:pt x="642"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74"/>
              <p:cNvSpPr/>
              <p:nvPr/>
            </p:nvSpPr>
            <p:spPr>
              <a:xfrm>
                <a:off x="3070491" y="828174"/>
                <a:ext cx="36154" cy="30750"/>
              </a:xfrm>
              <a:custGeom>
                <a:avLst/>
                <a:gdLst/>
                <a:ahLst/>
                <a:cxnLst/>
                <a:rect l="l" t="t" r="r" b="b"/>
                <a:pathLst>
                  <a:path w="883" h="751" extrusionOk="0">
                    <a:moveTo>
                      <a:pt x="508" y="0"/>
                    </a:moveTo>
                    <a:cubicBezTo>
                      <a:pt x="161" y="0"/>
                      <a:pt x="0" y="401"/>
                      <a:pt x="241" y="642"/>
                    </a:cubicBezTo>
                    <a:cubicBezTo>
                      <a:pt x="317" y="718"/>
                      <a:pt x="409" y="751"/>
                      <a:pt x="499" y="751"/>
                    </a:cubicBezTo>
                    <a:cubicBezTo>
                      <a:pt x="694" y="751"/>
                      <a:pt x="882" y="594"/>
                      <a:pt x="882" y="374"/>
                    </a:cubicBezTo>
                    <a:cubicBezTo>
                      <a:pt x="882" y="161"/>
                      <a:pt x="722" y="0"/>
                      <a:pt x="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74"/>
              <p:cNvSpPr/>
              <p:nvPr/>
            </p:nvSpPr>
            <p:spPr>
              <a:xfrm>
                <a:off x="3338552" y="749398"/>
                <a:ext cx="16460" cy="15354"/>
              </a:xfrm>
              <a:custGeom>
                <a:avLst/>
                <a:gdLst/>
                <a:ahLst/>
                <a:cxnLst/>
                <a:rect l="l" t="t" r="r" b="b"/>
                <a:pathLst>
                  <a:path w="402" h="375" extrusionOk="0">
                    <a:moveTo>
                      <a:pt x="242" y="0"/>
                    </a:moveTo>
                    <a:cubicBezTo>
                      <a:pt x="1" y="0"/>
                      <a:pt x="1" y="374"/>
                      <a:pt x="242" y="374"/>
                    </a:cubicBezTo>
                    <a:cubicBezTo>
                      <a:pt x="322" y="374"/>
                      <a:pt x="402" y="294"/>
                      <a:pt x="402" y="187"/>
                    </a:cubicBezTo>
                    <a:cubicBezTo>
                      <a:pt x="402" y="80"/>
                      <a:pt x="322" y="0"/>
                      <a:pt x="2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74"/>
              <p:cNvSpPr/>
              <p:nvPr/>
            </p:nvSpPr>
            <p:spPr>
              <a:xfrm>
                <a:off x="3350589" y="985727"/>
                <a:ext cx="20841" cy="14413"/>
              </a:xfrm>
              <a:custGeom>
                <a:avLst/>
                <a:gdLst/>
                <a:ahLst/>
                <a:cxnLst/>
                <a:rect l="l" t="t" r="r" b="b"/>
                <a:pathLst>
                  <a:path w="509" h="352" extrusionOk="0">
                    <a:moveTo>
                      <a:pt x="268" y="1"/>
                    </a:moveTo>
                    <a:cubicBezTo>
                      <a:pt x="0" y="1"/>
                      <a:pt x="273" y="351"/>
                      <a:pt x="424" y="351"/>
                    </a:cubicBezTo>
                    <a:cubicBezTo>
                      <a:pt x="469" y="351"/>
                      <a:pt x="503" y="320"/>
                      <a:pt x="509" y="241"/>
                    </a:cubicBezTo>
                    <a:cubicBezTo>
                      <a:pt x="509" y="108"/>
                      <a:pt x="402"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74"/>
              <p:cNvSpPr/>
              <p:nvPr/>
            </p:nvSpPr>
            <p:spPr>
              <a:xfrm>
                <a:off x="3486278" y="726388"/>
                <a:ext cx="41641" cy="35581"/>
              </a:xfrm>
              <a:custGeom>
                <a:avLst/>
                <a:gdLst/>
                <a:ahLst/>
                <a:cxnLst/>
                <a:rect l="l" t="t" r="r" b="b"/>
                <a:pathLst>
                  <a:path w="1017" h="869" extrusionOk="0">
                    <a:moveTo>
                      <a:pt x="562" y="1"/>
                    </a:moveTo>
                    <a:cubicBezTo>
                      <a:pt x="188" y="1"/>
                      <a:pt x="1" y="455"/>
                      <a:pt x="268" y="749"/>
                    </a:cubicBezTo>
                    <a:cubicBezTo>
                      <a:pt x="351" y="832"/>
                      <a:pt x="454" y="869"/>
                      <a:pt x="557" y="869"/>
                    </a:cubicBezTo>
                    <a:cubicBezTo>
                      <a:pt x="787" y="869"/>
                      <a:pt x="1016" y="687"/>
                      <a:pt x="1016" y="428"/>
                    </a:cubicBezTo>
                    <a:cubicBezTo>
                      <a:pt x="1016" y="188"/>
                      <a:pt x="803" y="1"/>
                      <a:pt x="5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74"/>
              <p:cNvSpPr/>
              <p:nvPr/>
            </p:nvSpPr>
            <p:spPr>
              <a:xfrm>
                <a:off x="3586959" y="823793"/>
                <a:ext cx="41641" cy="35827"/>
              </a:xfrm>
              <a:custGeom>
                <a:avLst/>
                <a:gdLst/>
                <a:ahLst/>
                <a:cxnLst/>
                <a:rect l="l" t="t" r="r" b="b"/>
                <a:pathLst>
                  <a:path w="1017" h="875" extrusionOk="0">
                    <a:moveTo>
                      <a:pt x="562" y="0"/>
                    </a:moveTo>
                    <a:cubicBezTo>
                      <a:pt x="188" y="0"/>
                      <a:pt x="1" y="481"/>
                      <a:pt x="268" y="749"/>
                    </a:cubicBezTo>
                    <a:cubicBezTo>
                      <a:pt x="355" y="836"/>
                      <a:pt x="464" y="874"/>
                      <a:pt x="572" y="874"/>
                    </a:cubicBezTo>
                    <a:cubicBezTo>
                      <a:pt x="797" y="874"/>
                      <a:pt x="1016" y="707"/>
                      <a:pt x="1016" y="455"/>
                    </a:cubicBezTo>
                    <a:cubicBezTo>
                      <a:pt x="1016" y="214"/>
                      <a:pt x="802" y="0"/>
                      <a:pt x="5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74"/>
              <p:cNvSpPr/>
              <p:nvPr/>
            </p:nvSpPr>
            <p:spPr>
              <a:xfrm>
                <a:off x="3736856" y="1357212"/>
                <a:ext cx="9909" cy="9090"/>
              </a:xfrm>
              <a:custGeom>
                <a:avLst/>
                <a:gdLst/>
                <a:ahLst/>
                <a:cxnLst/>
                <a:rect l="l" t="t" r="r" b="b"/>
                <a:pathLst>
                  <a:path w="242" h="222" extrusionOk="0">
                    <a:moveTo>
                      <a:pt x="111" y="1"/>
                    </a:moveTo>
                    <a:cubicBezTo>
                      <a:pt x="54" y="1"/>
                      <a:pt x="1" y="41"/>
                      <a:pt x="1" y="121"/>
                    </a:cubicBezTo>
                    <a:cubicBezTo>
                      <a:pt x="1" y="188"/>
                      <a:pt x="54" y="221"/>
                      <a:pt x="111" y="221"/>
                    </a:cubicBezTo>
                    <a:cubicBezTo>
                      <a:pt x="168" y="221"/>
                      <a:pt x="228" y="188"/>
                      <a:pt x="241" y="121"/>
                    </a:cubicBezTo>
                    <a:cubicBezTo>
                      <a:pt x="228" y="41"/>
                      <a:pt x="168" y="1"/>
                      <a:pt x="1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74"/>
              <p:cNvSpPr/>
              <p:nvPr/>
            </p:nvSpPr>
            <p:spPr>
              <a:xfrm>
                <a:off x="3964464" y="1126902"/>
                <a:ext cx="27392" cy="23339"/>
              </a:xfrm>
              <a:custGeom>
                <a:avLst/>
                <a:gdLst/>
                <a:ahLst/>
                <a:cxnLst/>
                <a:rect l="l" t="t" r="r" b="b"/>
                <a:pathLst>
                  <a:path w="669" h="570" extrusionOk="0">
                    <a:moveTo>
                      <a:pt x="375" y="0"/>
                    </a:moveTo>
                    <a:cubicBezTo>
                      <a:pt x="134" y="0"/>
                      <a:pt x="1" y="294"/>
                      <a:pt x="188" y="481"/>
                    </a:cubicBezTo>
                    <a:cubicBezTo>
                      <a:pt x="240" y="543"/>
                      <a:pt x="310" y="569"/>
                      <a:pt x="380" y="569"/>
                    </a:cubicBezTo>
                    <a:cubicBezTo>
                      <a:pt x="524" y="569"/>
                      <a:pt x="669" y="456"/>
                      <a:pt x="669" y="294"/>
                    </a:cubicBezTo>
                    <a:cubicBezTo>
                      <a:pt x="669" y="134"/>
                      <a:pt x="535" y="0"/>
                      <a:pt x="3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74"/>
              <p:cNvSpPr/>
              <p:nvPr/>
            </p:nvSpPr>
            <p:spPr>
              <a:xfrm>
                <a:off x="4324485" y="1403724"/>
                <a:ext cx="19735" cy="12980"/>
              </a:xfrm>
              <a:custGeom>
                <a:avLst/>
                <a:gdLst/>
                <a:ahLst/>
                <a:cxnLst/>
                <a:rect l="l" t="t" r="r" b="b"/>
                <a:pathLst>
                  <a:path w="482" h="317" extrusionOk="0">
                    <a:moveTo>
                      <a:pt x="267" y="1"/>
                    </a:moveTo>
                    <a:cubicBezTo>
                      <a:pt x="0" y="1"/>
                      <a:pt x="270" y="317"/>
                      <a:pt x="409" y="317"/>
                    </a:cubicBezTo>
                    <a:cubicBezTo>
                      <a:pt x="451" y="317"/>
                      <a:pt x="481" y="288"/>
                      <a:pt x="481" y="214"/>
                    </a:cubicBezTo>
                    <a:cubicBezTo>
                      <a:pt x="481" y="81"/>
                      <a:pt x="374" y="1"/>
                      <a:pt x="2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74"/>
              <p:cNvSpPr/>
              <p:nvPr/>
            </p:nvSpPr>
            <p:spPr>
              <a:xfrm>
                <a:off x="4824535" y="915713"/>
                <a:ext cx="29562" cy="29562"/>
              </a:xfrm>
              <a:custGeom>
                <a:avLst/>
                <a:gdLst/>
                <a:ahLst/>
                <a:cxnLst/>
                <a:rect l="l" t="t" r="r" b="b"/>
                <a:pathLst>
                  <a:path w="722" h="722" extrusionOk="0">
                    <a:moveTo>
                      <a:pt x="374" y="0"/>
                    </a:moveTo>
                    <a:cubicBezTo>
                      <a:pt x="161" y="0"/>
                      <a:pt x="0" y="161"/>
                      <a:pt x="0" y="374"/>
                    </a:cubicBezTo>
                    <a:cubicBezTo>
                      <a:pt x="0" y="562"/>
                      <a:pt x="161" y="722"/>
                      <a:pt x="374" y="722"/>
                    </a:cubicBezTo>
                    <a:cubicBezTo>
                      <a:pt x="561" y="722"/>
                      <a:pt x="722" y="562"/>
                      <a:pt x="722" y="374"/>
                    </a:cubicBezTo>
                    <a:cubicBezTo>
                      <a:pt x="722" y="161"/>
                      <a:pt x="561" y="0"/>
                      <a:pt x="3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74"/>
              <p:cNvSpPr/>
              <p:nvPr/>
            </p:nvSpPr>
            <p:spPr>
              <a:xfrm>
                <a:off x="4949250" y="1474844"/>
                <a:ext cx="7698" cy="6633"/>
              </a:xfrm>
              <a:custGeom>
                <a:avLst/>
                <a:gdLst/>
                <a:ahLst/>
                <a:cxnLst/>
                <a:rect l="l" t="t" r="r" b="b"/>
                <a:pathLst>
                  <a:path w="188" h="162" extrusionOk="0">
                    <a:moveTo>
                      <a:pt x="108" y="1"/>
                    </a:moveTo>
                    <a:cubicBezTo>
                      <a:pt x="54" y="1"/>
                      <a:pt x="1" y="27"/>
                      <a:pt x="1" y="81"/>
                    </a:cubicBezTo>
                    <a:cubicBezTo>
                      <a:pt x="1" y="134"/>
                      <a:pt x="54" y="161"/>
                      <a:pt x="108" y="161"/>
                    </a:cubicBezTo>
                    <a:cubicBezTo>
                      <a:pt x="135" y="161"/>
                      <a:pt x="188" y="134"/>
                      <a:pt x="188" y="81"/>
                    </a:cubicBezTo>
                    <a:cubicBezTo>
                      <a:pt x="188" y="27"/>
                      <a:pt x="135" y="1"/>
                      <a:pt x="1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74"/>
              <p:cNvSpPr/>
              <p:nvPr/>
            </p:nvSpPr>
            <p:spPr>
              <a:xfrm>
                <a:off x="5210801" y="1084197"/>
                <a:ext cx="27392" cy="27433"/>
              </a:xfrm>
              <a:custGeom>
                <a:avLst/>
                <a:gdLst/>
                <a:ahLst/>
                <a:cxnLst/>
                <a:rect l="l" t="t" r="r" b="b"/>
                <a:pathLst>
                  <a:path w="669" h="670" extrusionOk="0">
                    <a:moveTo>
                      <a:pt x="348" y="1"/>
                    </a:moveTo>
                    <a:cubicBezTo>
                      <a:pt x="160" y="1"/>
                      <a:pt x="0" y="161"/>
                      <a:pt x="0" y="348"/>
                    </a:cubicBezTo>
                    <a:cubicBezTo>
                      <a:pt x="0" y="535"/>
                      <a:pt x="160" y="669"/>
                      <a:pt x="348" y="669"/>
                    </a:cubicBezTo>
                    <a:cubicBezTo>
                      <a:pt x="508" y="669"/>
                      <a:pt x="668" y="535"/>
                      <a:pt x="668" y="348"/>
                    </a:cubicBezTo>
                    <a:cubicBezTo>
                      <a:pt x="668" y="161"/>
                      <a:pt x="508" y="1"/>
                      <a:pt x="3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74"/>
              <p:cNvSpPr/>
              <p:nvPr/>
            </p:nvSpPr>
            <p:spPr>
              <a:xfrm>
                <a:off x="5367903" y="1469398"/>
                <a:ext cx="11424" cy="7902"/>
              </a:xfrm>
              <a:custGeom>
                <a:avLst/>
                <a:gdLst/>
                <a:ahLst/>
                <a:cxnLst/>
                <a:rect l="l" t="t" r="r" b="b"/>
                <a:pathLst>
                  <a:path w="279" h="193" extrusionOk="0">
                    <a:moveTo>
                      <a:pt x="145" y="0"/>
                    </a:moveTo>
                    <a:cubicBezTo>
                      <a:pt x="0" y="0"/>
                      <a:pt x="144" y="192"/>
                      <a:pt x="228" y="192"/>
                    </a:cubicBezTo>
                    <a:cubicBezTo>
                      <a:pt x="253" y="192"/>
                      <a:pt x="273" y="176"/>
                      <a:pt x="279" y="134"/>
                    </a:cubicBezTo>
                    <a:cubicBezTo>
                      <a:pt x="279" y="54"/>
                      <a:pt x="199" y="0"/>
                      <a:pt x="1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74"/>
              <p:cNvSpPr/>
              <p:nvPr/>
            </p:nvSpPr>
            <p:spPr>
              <a:xfrm>
                <a:off x="5634244" y="1507681"/>
                <a:ext cx="26328" cy="21783"/>
              </a:xfrm>
              <a:custGeom>
                <a:avLst/>
                <a:gdLst/>
                <a:ahLst/>
                <a:cxnLst/>
                <a:rect l="l" t="t" r="r" b="b"/>
                <a:pathLst>
                  <a:path w="643" h="532" extrusionOk="0">
                    <a:moveTo>
                      <a:pt x="375" y="0"/>
                    </a:moveTo>
                    <a:cubicBezTo>
                      <a:pt x="134" y="0"/>
                      <a:pt x="1" y="294"/>
                      <a:pt x="188" y="455"/>
                    </a:cubicBezTo>
                    <a:cubicBezTo>
                      <a:pt x="240" y="507"/>
                      <a:pt x="307" y="531"/>
                      <a:pt x="373" y="531"/>
                    </a:cubicBezTo>
                    <a:cubicBezTo>
                      <a:pt x="509" y="531"/>
                      <a:pt x="642" y="430"/>
                      <a:pt x="642" y="268"/>
                    </a:cubicBezTo>
                    <a:cubicBezTo>
                      <a:pt x="642" y="107"/>
                      <a:pt x="508" y="0"/>
                      <a:pt x="3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74"/>
              <p:cNvSpPr/>
              <p:nvPr/>
            </p:nvSpPr>
            <p:spPr>
              <a:xfrm>
                <a:off x="5961428" y="1118140"/>
                <a:ext cx="21906" cy="21906"/>
              </a:xfrm>
              <a:custGeom>
                <a:avLst/>
                <a:gdLst/>
                <a:ahLst/>
                <a:cxnLst/>
                <a:rect l="l" t="t" r="r" b="b"/>
                <a:pathLst>
                  <a:path w="535" h="535" extrusionOk="0">
                    <a:moveTo>
                      <a:pt x="268" y="0"/>
                    </a:moveTo>
                    <a:cubicBezTo>
                      <a:pt x="107" y="0"/>
                      <a:pt x="0" y="107"/>
                      <a:pt x="0" y="268"/>
                    </a:cubicBezTo>
                    <a:cubicBezTo>
                      <a:pt x="0" y="428"/>
                      <a:pt x="107" y="535"/>
                      <a:pt x="268" y="535"/>
                    </a:cubicBezTo>
                    <a:cubicBezTo>
                      <a:pt x="428" y="535"/>
                      <a:pt x="535" y="428"/>
                      <a:pt x="535" y="268"/>
                    </a:cubicBezTo>
                    <a:cubicBezTo>
                      <a:pt x="535" y="107"/>
                      <a:pt x="428" y="0"/>
                      <a:pt x="26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74"/>
              <p:cNvSpPr/>
              <p:nvPr/>
            </p:nvSpPr>
            <p:spPr>
              <a:xfrm>
                <a:off x="5854196" y="932131"/>
                <a:ext cx="31773" cy="27310"/>
              </a:xfrm>
              <a:custGeom>
                <a:avLst/>
                <a:gdLst/>
                <a:ahLst/>
                <a:cxnLst/>
                <a:rect l="l" t="t" r="r" b="b"/>
                <a:pathLst>
                  <a:path w="776" h="667" extrusionOk="0">
                    <a:moveTo>
                      <a:pt x="455" y="0"/>
                    </a:moveTo>
                    <a:cubicBezTo>
                      <a:pt x="161" y="0"/>
                      <a:pt x="0" y="374"/>
                      <a:pt x="214" y="561"/>
                    </a:cubicBezTo>
                    <a:cubicBezTo>
                      <a:pt x="287" y="634"/>
                      <a:pt x="374" y="666"/>
                      <a:pt x="459" y="666"/>
                    </a:cubicBezTo>
                    <a:cubicBezTo>
                      <a:pt x="623" y="666"/>
                      <a:pt x="775" y="542"/>
                      <a:pt x="775" y="348"/>
                    </a:cubicBezTo>
                    <a:cubicBezTo>
                      <a:pt x="775" y="161"/>
                      <a:pt x="642"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74"/>
              <p:cNvSpPr/>
              <p:nvPr/>
            </p:nvSpPr>
            <p:spPr>
              <a:xfrm>
                <a:off x="4633039" y="741742"/>
                <a:ext cx="9868" cy="9868"/>
              </a:xfrm>
              <a:custGeom>
                <a:avLst/>
                <a:gdLst/>
                <a:ahLst/>
                <a:cxnLst/>
                <a:rect l="l" t="t" r="r" b="b"/>
                <a:pathLst>
                  <a:path w="241" h="241" extrusionOk="0">
                    <a:moveTo>
                      <a:pt x="107" y="0"/>
                    </a:moveTo>
                    <a:cubicBezTo>
                      <a:pt x="54" y="0"/>
                      <a:pt x="0" y="53"/>
                      <a:pt x="0" y="134"/>
                    </a:cubicBezTo>
                    <a:cubicBezTo>
                      <a:pt x="0" y="187"/>
                      <a:pt x="54" y="241"/>
                      <a:pt x="107" y="241"/>
                    </a:cubicBezTo>
                    <a:cubicBezTo>
                      <a:pt x="188" y="241"/>
                      <a:pt x="241" y="187"/>
                      <a:pt x="241" y="134"/>
                    </a:cubicBezTo>
                    <a:cubicBezTo>
                      <a:pt x="241" y="53"/>
                      <a:pt x="188" y="0"/>
                      <a:pt x="1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74"/>
              <p:cNvSpPr/>
              <p:nvPr/>
            </p:nvSpPr>
            <p:spPr>
              <a:xfrm>
                <a:off x="4400518" y="961938"/>
                <a:ext cx="11546" cy="9049"/>
              </a:xfrm>
              <a:custGeom>
                <a:avLst/>
                <a:gdLst/>
                <a:ahLst/>
                <a:cxnLst/>
                <a:rect l="l" t="t" r="r" b="b"/>
                <a:pathLst>
                  <a:path w="282" h="221" extrusionOk="0">
                    <a:moveTo>
                      <a:pt x="147" y="0"/>
                    </a:moveTo>
                    <a:cubicBezTo>
                      <a:pt x="87" y="0"/>
                      <a:pt x="27" y="34"/>
                      <a:pt x="14" y="101"/>
                    </a:cubicBezTo>
                    <a:cubicBezTo>
                      <a:pt x="0" y="181"/>
                      <a:pt x="67" y="221"/>
                      <a:pt x="137" y="221"/>
                    </a:cubicBezTo>
                    <a:cubicBezTo>
                      <a:pt x="208" y="221"/>
                      <a:pt x="281" y="181"/>
                      <a:pt x="281" y="101"/>
                    </a:cubicBezTo>
                    <a:cubicBezTo>
                      <a:pt x="268" y="34"/>
                      <a:pt x="208" y="0"/>
                      <a:pt x="1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74"/>
              <p:cNvSpPr/>
              <p:nvPr/>
            </p:nvSpPr>
            <p:spPr>
              <a:xfrm>
                <a:off x="4199728" y="1027039"/>
                <a:ext cx="4422" cy="4954"/>
              </a:xfrm>
              <a:custGeom>
                <a:avLst/>
                <a:gdLst/>
                <a:ahLst/>
                <a:cxnLst/>
                <a:rect l="l" t="t" r="r" b="b"/>
                <a:pathLst>
                  <a:path w="108" h="121" extrusionOk="0">
                    <a:moveTo>
                      <a:pt x="54" y="1"/>
                    </a:moveTo>
                    <a:cubicBezTo>
                      <a:pt x="27" y="1"/>
                      <a:pt x="0" y="21"/>
                      <a:pt x="0" y="61"/>
                    </a:cubicBezTo>
                    <a:cubicBezTo>
                      <a:pt x="0" y="101"/>
                      <a:pt x="27" y="121"/>
                      <a:pt x="54" y="121"/>
                    </a:cubicBezTo>
                    <a:cubicBezTo>
                      <a:pt x="81" y="121"/>
                      <a:pt x="107" y="101"/>
                      <a:pt x="107" y="61"/>
                    </a:cubicBezTo>
                    <a:cubicBezTo>
                      <a:pt x="107" y="21"/>
                      <a:pt x="81" y="1"/>
                      <a:pt x="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74"/>
              <p:cNvSpPr/>
              <p:nvPr/>
            </p:nvSpPr>
            <p:spPr>
              <a:xfrm>
                <a:off x="3856412" y="967097"/>
                <a:ext cx="15068" cy="15436"/>
              </a:xfrm>
              <a:custGeom>
                <a:avLst/>
                <a:gdLst/>
                <a:ahLst/>
                <a:cxnLst/>
                <a:rect l="l" t="t" r="r" b="b"/>
                <a:pathLst>
                  <a:path w="368" h="377" extrusionOk="0">
                    <a:moveTo>
                      <a:pt x="189" y="0"/>
                    </a:moveTo>
                    <a:cubicBezTo>
                      <a:pt x="0" y="0"/>
                      <a:pt x="0" y="377"/>
                      <a:pt x="189" y="377"/>
                    </a:cubicBezTo>
                    <a:cubicBezTo>
                      <a:pt x="195" y="377"/>
                      <a:pt x="201" y="376"/>
                      <a:pt x="208" y="376"/>
                    </a:cubicBezTo>
                    <a:cubicBezTo>
                      <a:pt x="288" y="376"/>
                      <a:pt x="368" y="295"/>
                      <a:pt x="368" y="188"/>
                    </a:cubicBezTo>
                    <a:cubicBezTo>
                      <a:pt x="368" y="82"/>
                      <a:pt x="288" y="1"/>
                      <a:pt x="208" y="1"/>
                    </a:cubicBezTo>
                    <a:cubicBezTo>
                      <a:pt x="201" y="1"/>
                      <a:pt x="195" y="0"/>
                      <a:pt x="1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74"/>
              <p:cNvSpPr/>
              <p:nvPr/>
            </p:nvSpPr>
            <p:spPr>
              <a:xfrm>
                <a:off x="3005758" y="966033"/>
                <a:ext cx="18794" cy="13430"/>
              </a:xfrm>
              <a:custGeom>
                <a:avLst/>
                <a:gdLst/>
                <a:ahLst/>
                <a:cxnLst/>
                <a:rect l="l" t="t" r="r" b="b"/>
                <a:pathLst>
                  <a:path w="459" h="328" extrusionOk="0">
                    <a:moveTo>
                      <a:pt x="245" y="1"/>
                    </a:moveTo>
                    <a:cubicBezTo>
                      <a:pt x="0" y="1"/>
                      <a:pt x="254" y="328"/>
                      <a:pt x="388" y="328"/>
                    </a:cubicBezTo>
                    <a:cubicBezTo>
                      <a:pt x="429" y="328"/>
                      <a:pt x="459" y="297"/>
                      <a:pt x="459" y="214"/>
                    </a:cubicBezTo>
                    <a:cubicBezTo>
                      <a:pt x="459" y="108"/>
                      <a:pt x="379" y="1"/>
                      <a:pt x="2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74"/>
              <p:cNvSpPr/>
              <p:nvPr/>
            </p:nvSpPr>
            <p:spPr>
              <a:xfrm>
                <a:off x="2793668" y="905845"/>
                <a:ext cx="9868" cy="11014"/>
              </a:xfrm>
              <a:custGeom>
                <a:avLst/>
                <a:gdLst/>
                <a:ahLst/>
                <a:cxnLst/>
                <a:rect l="l" t="t" r="r" b="b"/>
                <a:pathLst>
                  <a:path w="241" h="269" extrusionOk="0">
                    <a:moveTo>
                      <a:pt x="107" y="1"/>
                    </a:moveTo>
                    <a:cubicBezTo>
                      <a:pt x="53" y="1"/>
                      <a:pt x="0" y="54"/>
                      <a:pt x="0" y="134"/>
                    </a:cubicBezTo>
                    <a:cubicBezTo>
                      <a:pt x="0" y="215"/>
                      <a:pt x="53" y="268"/>
                      <a:pt x="107" y="268"/>
                    </a:cubicBezTo>
                    <a:cubicBezTo>
                      <a:pt x="187" y="268"/>
                      <a:pt x="241" y="215"/>
                      <a:pt x="241" y="134"/>
                    </a:cubicBezTo>
                    <a:cubicBezTo>
                      <a:pt x="241" y="54"/>
                      <a:pt x="187" y="1"/>
                      <a:pt x="1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74"/>
              <p:cNvSpPr/>
              <p:nvPr/>
            </p:nvSpPr>
            <p:spPr>
              <a:xfrm>
                <a:off x="2505872" y="757055"/>
                <a:ext cx="31773" cy="27310"/>
              </a:xfrm>
              <a:custGeom>
                <a:avLst/>
                <a:gdLst/>
                <a:ahLst/>
                <a:cxnLst/>
                <a:rect l="l" t="t" r="r" b="b"/>
                <a:pathLst>
                  <a:path w="776" h="667" extrusionOk="0">
                    <a:moveTo>
                      <a:pt x="428" y="0"/>
                    </a:moveTo>
                    <a:cubicBezTo>
                      <a:pt x="134" y="0"/>
                      <a:pt x="0" y="374"/>
                      <a:pt x="187" y="561"/>
                    </a:cubicBezTo>
                    <a:cubicBezTo>
                      <a:pt x="260" y="634"/>
                      <a:pt x="351" y="666"/>
                      <a:pt x="439" y="666"/>
                    </a:cubicBezTo>
                    <a:cubicBezTo>
                      <a:pt x="612" y="666"/>
                      <a:pt x="775" y="542"/>
                      <a:pt x="775" y="348"/>
                    </a:cubicBezTo>
                    <a:cubicBezTo>
                      <a:pt x="775" y="161"/>
                      <a:pt x="615" y="0"/>
                      <a:pt x="4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74"/>
              <p:cNvSpPr/>
              <p:nvPr/>
            </p:nvSpPr>
            <p:spPr>
              <a:xfrm>
                <a:off x="2313271" y="766881"/>
                <a:ext cx="14290" cy="13184"/>
              </a:xfrm>
              <a:custGeom>
                <a:avLst/>
                <a:gdLst/>
                <a:ahLst/>
                <a:cxnLst/>
                <a:rect l="l" t="t" r="r" b="b"/>
                <a:pathLst>
                  <a:path w="349" h="322" extrusionOk="0">
                    <a:moveTo>
                      <a:pt x="175" y="1"/>
                    </a:moveTo>
                    <a:cubicBezTo>
                      <a:pt x="88" y="1"/>
                      <a:pt x="1" y="54"/>
                      <a:pt x="1" y="161"/>
                    </a:cubicBezTo>
                    <a:cubicBezTo>
                      <a:pt x="1" y="268"/>
                      <a:pt x="88" y="321"/>
                      <a:pt x="175" y="321"/>
                    </a:cubicBezTo>
                    <a:cubicBezTo>
                      <a:pt x="261" y="321"/>
                      <a:pt x="348" y="268"/>
                      <a:pt x="348" y="161"/>
                    </a:cubicBezTo>
                    <a:cubicBezTo>
                      <a:pt x="348" y="54"/>
                      <a:pt x="261" y="1"/>
                      <a:pt x="1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74"/>
              <p:cNvSpPr/>
              <p:nvPr/>
            </p:nvSpPr>
            <p:spPr>
              <a:xfrm>
                <a:off x="2015649" y="690275"/>
                <a:ext cx="17565" cy="17565"/>
              </a:xfrm>
              <a:custGeom>
                <a:avLst/>
                <a:gdLst/>
                <a:ahLst/>
                <a:cxnLst/>
                <a:rect l="l" t="t" r="r" b="b"/>
                <a:pathLst>
                  <a:path w="429" h="429" extrusionOk="0">
                    <a:moveTo>
                      <a:pt x="214" y="1"/>
                    </a:moveTo>
                    <a:cubicBezTo>
                      <a:pt x="81" y="1"/>
                      <a:pt x="1" y="108"/>
                      <a:pt x="1" y="215"/>
                    </a:cubicBezTo>
                    <a:cubicBezTo>
                      <a:pt x="1" y="322"/>
                      <a:pt x="81" y="429"/>
                      <a:pt x="214" y="429"/>
                    </a:cubicBezTo>
                    <a:cubicBezTo>
                      <a:pt x="321" y="429"/>
                      <a:pt x="428" y="322"/>
                      <a:pt x="428" y="215"/>
                    </a:cubicBezTo>
                    <a:cubicBezTo>
                      <a:pt x="428" y="108"/>
                      <a:pt x="321" y="1"/>
                      <a:pt x="2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74"/>
              <p:cNvSpPr/>
              <p:nvPr/>
            </p:nvSpPr>
            <p:spPr>
              <a:xfrm>
                <a:off x="1843848" y="1120310"/>
                <a:ext cx="31773" cy="27065"/>
              </a:xfrm>
              <a:custGeom>
                <a:avLst/>
                <a:gdLst/>
                <a:ahLst/>
                <a:cxnLst/>
                <a:rect l="l" t="t" r="r" b="b"/>
                <a:pathLst>
                  <a:path w="776" h="661" extrusionOk="0">
                    <a:moveTo>
                      <a:pt x="428" y="1"/>
                    </a:moveTo>
                    <a:cubicBezTo>
                      <a:pt x="135" y="1"/>
                      <a:pt x="1" y="348"/>
                      <a:pt x="188" y="562"/>
                    </a:cubicBezTo>
                    <a:cubicBezTo>
                      <a:pt x="256" y="630"/>
                      <a:pt x="340" y="660"/>
                      <a:pt x="424" y="660"/>
                    </a:cubicBezTo>
                    <a:cubicBezTo>
                      <a:pt x="602" y="660"/>
                      <a:pt x="776" y="522"/>
                      <a:pt x="776" y="322"/>
                    </a:cubicBezTo>
                    <a:cubicBezTo>
                      <a:pt x="776" y="134"/>
                      <a:pt x="616" y="1"/>
                      <a:pt x="4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74"/>
              <p:cNvSpPr/>
              <p:nvPr/>
            </p:nvSpPr>
            <p:spPr>
              <a:xfrm>
                <a:off x="1997060" y="801888"/>
                <a:ext cx="3266346" cy="4339842"/>
              </a:xfrm>
              <a:custGeom>
                <a:avLst/>
                <a:gdLst/>
                <a:ahLst/>
                <a:cxnLst/>
                <a:rect l="l" t="t" r="r" b="b"/>
                <a:pathLst>
                  <a:path w="79774" h="105992" extrusionOk="0">
                    <a:moveTo>
                      <a:pt x="22102" y="1"/>
                    </a:moveTo>
                    <a:lnTo>
                      <a:pt x="0" y="105992"/>
                    </a:lnTo>
                    <a:lnTo>
                      <a:pt x="79774" y="105992"/>
                    </a:lnTo>
                    <a:lnTo>
                      <a:pt x="57699" y="1"/>
                    </a:lnTo>
                    <a:close/>
                  </a:path>
                </a:pathLst>
              </a:custGeom>
              <a:solidFill>
                <a:srgbClr val="FEFF97">
                  <a:alpha val="24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74"/>
              <p:cNvSpPr/>
              <p:nvPr/>
            </p:nvSpPr>
            <p:spPr>
              <a:xfrm>
                <a:off x="2267332" y="801888"/>
                <a:ext cx="2725791" cy="4339842"/>
              </a:xfrm>
              <a:custGeom>
                <a:avLst/>
                <a:gdLst/>
                <a:ahLst/>
                <a:cxnLst/>
                <a:rect l="l" t="t" r="r" b="b"/>
                <a:pathLst>
                  <a:path w="66572" h="105992" extrusionOk="0">
                    <a:moveTo>
                      <a:pt x="18441" y="1"/>
                    </a:moveTo>
                    <a:lnTo>
                      <a:pt x="0" y="105992"/>
                    </a:lnTo>
                    <a:lnTo>
                      <a:pt x="66572" y="105992"/>
                    </a:lnTo>
                    <a:lnTo>
                      <a:pt x="48132" y="1"/>
                    </a:lnTo>
                    <a:close/>
                  </a:path>
                </a:pathLst>
              </a:custGeom>
              <a:solidFill>
                <a:srgbClr val="FEFF97">
                  <a:alpha val="24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74"/>
              <p:cNvSpPr/>
              <p:nvPr/>
            </p:nvSpPr>
            <p:spPr>
              <a:xfrm>
                <a:off x="2547676" y="913584"/>
                <a:ext cx="233550" cy="898497"/>
              </a:xfrm>
              <a:custGeom>
                <a:avLst/>
                <a:gdLst/>
                <a:ahLst/>
                <a:cxnLst/>
                <a:rect l="l" t="t" r="r" b="b"/>
                <a:pathLst>
                  <a:path w="5704" h="21944" extrusionOk="0">
                    <a:moveTo>
                      <a:pt x="5487" y="1"/>
                    </a:moveTo>
                    <a:cubicBezTo>
                      <a:pt x="5421" y="1"/>
                      <a:pt x="5361" y="33"/>
                      <a:pt x="5340" y="106"/>
                    </a:cubicBezTo>
                    <a:lnTo>
                      <a:pt x="48" y="21726"/>
                    </a:lnTo>
                    <a:cubicBezTo>
                      <a:pt x="0" y="21854"/>
                      <a:pt x="105" y="21944"/>
                      <a:pt x="209" y="21944"/>
                    </a:cubicBezTo>
                    <a:cubicBezTo>
                      <a:pt x="279" y="21944"/>
                      <a:pt x="348" y="21903"/>
                      <a:pt x="369" y="21806"/>
                    </a:cubicBezTo>
                    <a:cubicBezTo>
                      <a:pt x="2133" y="14617"/>
                      <a:pt x="3897" y="7402"/>
                      <a:pt x="5687" y="213"/>
                    </a:cubicBezTo>
                    <a:cubicBezTo>
                      <a:pt x="5704" y="82"/>
                      <a:pt x="5590" y="1"/>
                      <a:pt x="5487"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74"/>
              <p:cNvSpPr/>
              <p:nvPr/>
            </p:nvSpPr>
            <p:spPr>
              <a:xfrm>
                <a:off x="2528842" y="1864672"/>
                <a:ext cx="13184" cy="19449"/>
              </a:xfrm>
              <a:custGeom>
                <a:avLst/>
                <a:gdLst/>
                <a:ahLst/>
                <a:cxnLst/>
                <a:rect l="l" t="t" r="r" b="b"/>
                <a:pathLst>
                  <a:path w="322" h="475" extrusionOk="0">
                    <a:moveTo>
                      <a:pt x="161" y="0"/>
                    </a:moveTo>
                    <a:cubicBezTo>
                      <a:pt x="81" y="0"/>
                      <a:pt x="1" y="61"/>
                      <a:pt x="1" y="181"/>
                    </a:cubicBezTo>
                    <a:lnTo>
                      <a:pt x="1" y="314"/>
                    </a:lnTo>
                    <a:cubicBezTo>
                      <a:pt x="1" y="421"/>
                      <a:pt x="81" y="475"/>
                      <a:pt x="161" y="475"/>
                    </a:cubicBezTo>
                    <a:cubicBezTo>
                      <a:pt x="241" y="475"/>
                      <a:pt x="321" y="421"/>
                      <a:pt x="321" y="314"/>
                    </a:cubicBezTo>
                    <a:lnTo>
                      <a:pt x="321" y="181"/>
                    </a:lnTo>
                    <a:cubicBezTo>
                      <a:pt x="321" y="61"/>
                      <a:pt x="241" y="0"/>
                      <a:pt x="16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74"/>
              <p:cNvSpPr/>
              <p:nvPr/>
            </p:nvSpPr>
            <p:spPr>
              <a:xfrm>
                <a:off x="2516804" y="1953029"/>
                <a:ext cx="18630" cy="13184"/>
              </a:xfrm>
              <a:custGeom>
                <a:avLst/>
                <a:gdLst/>
                <a:ahLst/>
                <a:cxnLst/>
                <a:rect l="l" t="t" r="r" b="b"/>
                <a:pathLst>
                  <a:path w="455" h="322" extrusionOk="0">
                    <a:moveTo>
                      <a:pt x="241" y="1"/>
                    </a:moveTo>
                    <a:cubicBezTo>
                      <a:pt x="1" y="1"/>
                      <a:pt x="1" y="321"/>
                      <a:pt x="241" y="321"/>
                    </a:cubicBezTo>
                    <a:cubicBezTo>
                      <a:pt x="455" y="321"/>
                      <a:pt x="455" y="1"/>
                      <a:pt x="2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74"/>
              <p:cNvSpPr/>
              <p:nvPr/>
            </p:nvSpPr>
            <p:spPr>
              <a:xfrm>
                <a:off x="2303240" y="2016042"/>
                <a:ext cx="220407" cy="778651"/>
              </a:xfrm>
              <a:custGeom>
                <a:avLst/>
                <a:gdLst/>
                <a:ahLst/>
                <a:cxnLst/>
                <a:rect l="l" t="t" r="r" b="b"/>
                <a:pathLst>
                  <a:path w="5383" h="19017" extrusionOk="0">
                    <a:moveTo>
                      <a:pt x="5176" y="0"/>
                    </a:moveTo>
                    <a:cubicBezTo>
                      <a:pt x="5112" y="0"/>
                      <a:pt x="5050" y="35"/>
                      <a:pt x="5030" y="118"/>
                    </a:cubicBezTo>
                    <a:cubicBezTo>
                      <a:pt x="3506" y="6399"/>
                      <a:pt x="1849" y="12626"/>
                      <a:pt x="32" y="18799"/>
                    </a:cubicBezTo>
                    <a:cubicBezTo>
                      <a:pt x="0" y="18927"/>
                      <a:pt x="111" y="19017"/>
                      <a:pt x="218" y="19017"/>
                    </a:cubicBezTo>
                    <a:cubicBezTo>
                      <a:pt x="289" y="19017"/>
                      <a:pt x="358" y="18976"/>
                      <a:pt x="379" y="18879"/>
                    </a:cubicBezTo>
                    <a:cubicBezTo>
                      <a:pt x="2197" y="12706"/>
                      <a:pt x="3854" y="6479"/>
                      <a:pt x="5350" y="199"/>
                    </a:cubicBezTo>
                    <a:cubicBezTo>
                      <a:pt x="5383" y="85"/>
                      <a:pt x="5276" y="0"/>
                      <a:pt x="517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74"/>
              <p:cNvSpPr/>
              <p:nvPr/>
            </p:nvSpPr>
            <p:spPr>
              <a:xfrm>
                <a:off x="2282645" y="2882294"/>
                <a:ext cx="13184" cy="22765"/>
              </a:xfrm>
              <a:custGeom>
                <a:avLst/>
                <a:gdLst/>
                <a:ahLst/>
                <a:cxnLst/>
                <a:rect l="l" t="t" r="r" b="b"/>
                <a:pathLst>
                  <a:path w="322" h="556" extrusionOk="0">
                    <a:moveTo>
                      <a:pt x="161" y="1"/>
                    </a:moveTo>
                    <a:cubicBezTo>
                      <a:pt x="81" y="1"/>
                      <a:pt x="1" y="61"/>
                      <a:pt x="1" y="181"/>
                    </a:cubicBezTo>
                    <a:lnTo>
                      <a:pt x="1" y="395"/>
                    </a:lnTo>
                    <a:cubicBezTo>
                      <a:pt x="1" y="502"/>
                      <a:pt x="81" y="555"/>
                      <a:pt x="161" y="555"/>
                    </a:cubicBezTo>
                    <a:cubicBezTo>
                      <a:pt x="241" y="555"/>
                      <a:pt x="321" y="502"/>
                      <a:pt x="321" y="395"/>
                    </a:cubicBezTo>
                    <a:lnTo>
                      <a:pt x="321" y="181"/>
                    </a:lnTo>
                    <a:cubicBezTo>
                      <a:pt x="321" y="61"/>
                      <a:pt x="241" y="1"/>
                      <a:pt x="16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74"/>
              <p:cNvSpPr/>
              <p:nvPr/>
            </p:nvSpPr>
            <p:spPr>
              <a:xfrm>
                <a:off x="2261846" y="3010039"/>
                <a:ext cx="17565" cy="14290"/>
              </a:xfrm>
              <a:custGeom>
                <a:avLst/>
                <a:gdLst/>
                <a:ahLst/>
                <a:cxnLst/>
                <a:rect l="l" t="t" r="r" b="b"/>
                <a:pathLst>
                  <a:path w="429" h="349" extrusionOk="0">
                    <a:moveTo>
                      <a:pt x="215" y="1"/>
                    </a:moveTo>
                    <a:cubicBezTo>
                      <a:pt x="1" y="1"/>
                      <a:pt x="1" y="348"/>
                      <a:pt x="215" y="348"/>
                    </a:cubicBezTo>
                    <a:cubicBezTo>
                      <a:pt x="428" y="348"/>
                      <a:pt x="428" y="1"/>
                      <a:pt x="21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74"/>
              <p:cNvSpPr/>
              <p:nvPr/>
            </p:nvSpPr>
            <p:spPr>
              <a:xfrm>
                <a:off x="2131889" y="3111048"/>
                <a:ext cx="121893" cy="431601"/>
              </a:xfrm>
              <a:custGeom>
                <a:avLst/>
                <a:gdLst/>
                <a:ahLst/>
                <a:cxnLst/>
                <a:rect l="l" t="t" r="r" b="b"/>
                <a:pathLst>
                  <a:path w="2977" h="10541" extrusionOk="0">
                    <a:moveTo>
                      <a:pt x="2771" y="0"/>
                    </a:moveTo>
                    <a:cubicBezTo>
                      <a:pt x="2702" y="0"/>
                      <a:pt x="2635" y="39"/>
                      <a:pt x="2614" y="126"/>
                    </a:cubicBezTo>
                    <a:cubicBezTo>
                      <a:pt x="2026" y="3574"/>
                      <a:pt x="1144" y="6994"/>
                      <a:pt x="48" y="10335"/>
                    </a:cubicBezTo>
                    <a:cubicBezTo>
                      <a:pt x="1" y="10461"/>
                      <a:pt x="93" y="10541"/>
                      <a:pt x="193" y="10541"/>
                    </a:cubicBezTo>
                    <a:cubicBezTo>
                      <a:pt x="263" y="10541"/>
                      <a:pt x="336" y="10503"/>
                      <a:pt x="369" y="10415"/>
                    </a:cubicBezTo>
                    <a:cubicBezTo>
                      <a:pt x="1491" y="7075"/>
                      <a:pt x="2346" y="3681"/>
                      <a:pt x="2961" y="206"/>
                    </a:cubicBezTo>
                    <a:cubicBezTo>
                      <a:pt x="2977" y="80"/>
                      <a:pt x="2871" y="0"/>
                      <a:pt x="277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74"/>
              <p:cNvSpPr/>
              <p:nvPr/>
            </p:nvSpPr>
            <p:spPr>
              <a:xfrm>
                <a:off x="4490554" y="939092"/>
                <a:ext cx="113663" cy="433976"/>
              </a:xfrm>
              <a:custGeom>
                <a:avLst/>
                <a:gdLst/>
                <a:ahLst/>
                <a:cxnLst/>
                <a:rect l="l" t="t" r="r" b="b"/>
                <a:pathLst>
                  <a:path w="2776" h="10599" extrusionOk="0">
                    <a:moveTo>
                      <a:pt x="208" y="0"/>
                    </a:moveTo>
                    <a:cubicBezTo>
                      <a:pt x="103" y="0"/>
                      <a:pt x="1" y="87"/>
                      <a:pt x="33" y="231"/>
                    </a:cubicBezTo>
                    <a:cubicBezTo>
                      <a:pt x="1022" y="3598"/>
                      <a:pt x="1823" y="7019"/>
                      <a:pt x="2411" y="10493"/>
                    </a:cubicBezTo>
                    <a:cubicBezTo>
                      <a:pt x="2432" y="10566"/>
                      <a:pt x="2493" y="10598"/>
                      <a:pt x="2558" y="10598"/>
                    </a:cubicBezTo>
                    <a:cubicBezTo>
                      <a:pt x="2661" y="10598"/>
                      <a:pt x="2775" y="10517"/>
                      <a:pt x="2759" y="10387"/>
                    </a:cubicBezTo>
                    <a:cubicBezTo>
                      <a:pt x="2144" y="6939"/>
                      <a:pt x="1342" y="3518"/>
                      <a:pt x="380" y="124"/>
                    </a:cubicBezTo>
                    <a:cubicBezTo>
                      <a:pt x="348" y="39"/>
                      <a:pt x="278" y="0"/>
                      <a:pt x="208"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74"/>
              <p:cNvSpPr/>
              <p:nvPr/>
            </p:nvSpPr>
            <p:spPr>
              <a:xfrm>
                <a:off x="4614451" y="1423418"/>
                <a:ext cx="17524" cy="14290"/>
              </a:xfrm>
              <a:custGeom>
                <a:avLst/>
                <a:gdLst/>
                <a:ahLst/>
                <a:cxnLst/>
                <a:rect l="l" t="t" r="r" b="b"/>
                <a:pathLst>
                  <a:path w="428" h="349" extrusionOk="0">
                    <a:moveTo>
                      <a:pt x="214" y="1"/>
                    </a:moveTo>
                    <a:cubicBezTo>
                      <a:pt x="0" y="1"/>
                      <a:pt x="0" y="348"/>
                      <a:pt x="214" y="348"/>
                    </a:cubicBezTo>
                    <a:cubicBezTo>
                      <a:pt x="428" y="348"/>
                      <a:pt x="428" y="1"/>
                      <a:pt x="21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74"/>
              <p:cNvSpPr/>
              <p:nvPr/>
            </p:nvSpPr>
            <p:spPr>
              <a:xfrm>
                <a:off x="4633039" y="1505511"/>
                <a:ext cx="17565" cy="14249"/>
              </a:xfrm>
              <a:custGeom>
                <a:avLst/>
                <a:gdLst/>
                <a:ahLst/>
                <a:cxnLst/>
                <a:rect l="l" t="t" r="r" b="b"/>
                <a:pathLst>
                  <a:path w="429" h="348" extrusionOk="0">
                    <a:moveTo>
                      <a:pt x="214" y="0"/>
                    </a:moveTo>
                    <a:cubicBezTo>
                      <a:pt x="0" y="0"/>
                      <a:pt x="0" y="347"/>
                      <a:pt x="214" y="347"/>
                    </a:cubicBezTo>
                    <a:cubicBezTo>
                      <a:pt x="428" y="347"/>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74"/>
              <p:cNvSpPr/>
              <p:nvPr/>
            </p:nvSpPr>
            <p:spPr>
              <a:xfrm>
                <a:off x="4648148" y="1579210"/>
                <a:ext cx="116448" cy="388240"/>
              </a:xfrm>
              <a:custGeom>
                <a:avLst/>
                <a:gdLst/>
                <a:ahLst/>
                <a:cxnLst/>
                <a:rect l="l" t="t" r="r" b="b"/>
                <a:pathLst>
                  <a:path w="2844" h="9482" extrusionOk="0">
                    <a:moveTo>
                      <a:pt x="202" y="0"/>
                    </a:moveTo>
                    <a:cubicBezTo>
                      <a:pt x="103" y="0"/>
                      <a:pt x="0" y="87"/>
                      <a:pt x="32" y="231"/>
                    </a:cubicBezTo>
                    <a:cubicBezTo>
                      <a:pt x="834" y="3278"/>
                      <a:pt x="1663" y="6298"/>
                      <a:pt x="2491" y="9344"/>
                    </a:cubicBezTo>
                    <a:cubicBezTo>
                      <a:pt x="2512" y="9441"/>
                      <a:pt x="2577" y="9482"/>
                      <a:pt x="2643" y="9482"/>
                    </a:cubicBezTo>
                    <a:cubicBezTo>
                      <a:pt x="2742" y="9482"/>
                      <a:pt x="2844" y="9392"/>
                      <a:pt x="2812" y="9264"/>
                    </a:cubicBezTo>
                    <a:cubicBezTo>
                      <a:pt x="1983" y="6217"/>
                      <a:pt x="1181" y="3171"/>
                      <a:pt x="353" y="124"/>
                    </a:cubicBezTo>
                    <a:cubicBezTo>
                      <a:pt x="332" y="39"/>
                      <a:pt x="267" y="0"/>
                      <a:pt x="20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74"/>
              <p:cNvSpPr/>
              <p:nvPr/>
            </p:nvSpPr>
            <p:spPr>
              <a:xfrm>
                <a:off x="4762136" y="2011292"/>
                <a:ext cx="14290" cy="19449"/>
              </a:xfrm>
              <a:custGeom>
                <a:avLst/>
                <a:gdLst/>
                <a:ahLst/>
                <a:cxnLst/>
                <a:rect l="l" t="t" r="r" b="b"/>
                <a:pathLst>
                  <a:path w="349" h="475" extrusionOk="0">
                    <a:moveTo>
                      <a:pt x="175" y="1"/>
                    </a:moveTo>
                    <a:cubicBezTo>
                      <a:pt x="88" y="1"/>
                      <a:pt x="1" y="61"/>
                      <a:pt x="1" y="181"/>
                    </a:cubicBezTo>
                    <a:lnTo>
                      <a:pt x="1" y="315"/>
                    </a:lnTo>
                    <a:cubicBezTo>
                      <a:pt x="1" y="422"/>
                      <a:pt x="88" y="475"/>
                      <a:pt x="175" y="475"/>
                    </a:cubicBezTo>
                    <a:cubicBezTo>
                      <a:pt x="262" y="475"/>
                      <a:pt x="348" y="422"/>
                      <a:pt x="348" y="315"/>
                    </a:cubicBezTo>
                    <a:lnTo>
                      <a:pt x="348" y="181"/>
                    </a:lnTo>
                    <a:cubicBezTo>
                      <a:pt x="348" y="61"/>
                      <a:pt x="262" y="1"/>
                      <a:pt x="17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74"/>
              <p:cNvSpPr/>
              <p:nvPr/>
            </p:nvSpPr>
            <p:spPr>
              <a:xfrm>
                <a:off x="4797184" y="2134657"/>
                <a:ext cx="17524" cy="14290"/>
              </a:xfrm>
              <a:custGeom>
                <a:avLst/>
                <a:gdLst/>
                <a:ahLst/>
                <a:cxnLst/>
                <a:rect l="l" t="t" r="r" b="b"/>
                <a:pathLst>
                  <a:path w="428" h="349" extrusionOk="0">
                    <a:moveTo>
                      <a:pt x="214" y="1"/>
                    </a:moveTo>
                    <a:cubicBezTo>
                      <a:pt x="0" y="1"/>
                      <a:pt x="0" y="348"/>
                      <a:pt x="214" y="348"/>
                    </a:cubicBezTo>
                    <a:cubicBezTo>
                      <a:pt x="428" y="348"/>
                      <a:pt x="428" y="1"/>
                      <a:pt x="21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74"/>
              <p:cNvSpPr/>
              <p:nvPr/>
            </p:nvSpPr>
            <p:spPr>
              <a:xfrm>
                <a:off x="4821669" y="2261665"/>
                <a:ext cx="142079" cy="554354"/>
              </a:xfrm>
              <a:custGeom>
                <a:avLst/>
                <a:gdLst/>
                <a:ahLst/>
                <a:cxnLst/>
                <a:rect l="l" t="t" r="r" b="b"/>
                <a:pathLst>
                  <a:path w="3470" h="13539" extrusionOk="0">
                    <a:moveTo>
                      <a:pt x="211" y="1"/>
                    </a:moveTo>
                    <a:cubicBezTo>
                      <a:pt x="114" y="1"/>
                      <a:pt x="0" y="82"/>
                      <a:pt x="17" y="213"/>
                    </a:cubicBezTo>
                    <a:cubicBezTo>
                      <a:pt x="952" y="4622"/>
                      <a:pt x="1994" y="9032"/>
                      <a:pt x="3117" y="13415"/>
                    </a:cubicBezTo>
                    <a:cubicBezTo>
                      <a:pt x="3138" y="13500"/>
                      <a:pt x="3202" y="13539"/>
                      <a:pt x="3268" y="13539"/>
                    </a:cubicBezTo>
                    <a:cubicBezTo>
                      <a:pt x="3367" y="13539"/>
                      <a:pt x="3470" y="13452"/>
                      <a:pt x="3438" y="13308"/>
                    </a:cubicBezTo>
                    <a:cubicBezTo>
                      <a:pt x="2315" y="8925"/>
                      <a:pt x="1300" y="4542"/>
                      <a:pt x="338" y="106"/>
                    </a:cubicBezTo>
                    <a:cubicBezTo>
                      <a:pt x="327" y="33"/>
                      <a:pt x="273" y="1"/>
                      <a:pt x="21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74"/>
              <p:cNvSpPr/>
              <p:nvPr/>
            </p:nvSpPr>
            <p:spPr>
              <a:xfrm>
                <a:off x="4978812" y="2946576"/>
                <a:ext cx="18630" cy="13184"/>
              </a:xfrm>
              <a:custGeom>
                <a:avLst/>
                <a:gdLst/>
                <a:ahLst/>
                <a:cxnLst/>
                <a:rect l="l" t="t" r="r" b="b"/>
                <a:pathLst>
                  <a:path w="455" h="322" extrusionOk="0">
                    <a:moveTo>
                      <a:pt x="241" y="1"/>
                    </a:moveTo>
                    <a:cubicBezTo>
                      <a:pt x="0" y="1"/>
                      <a:pt x="0" y="321"/>
                      <a:pt x="241" y="321"/>
                    </a:cubicBezTo>
                    <a:cubicBezTo>
                      <a:pt x="455" y="321"/>
                      <a:pt x="455" y="1"/>
                      <a:pt x="2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74"/>
              <p:cNvSpPr/>
              <p:nvPr/>
            </p:nvSpPr>
            <p:spPr>
              <a:xfrm>
                <a:off x="5035724" y="3137662"/>
                <a:ext cx="14249" cy="22356"/>
              </a:xfrm>
              <a:custGeom>
                <a:avLst/>
                <a:gdLst/>
                <a:ahLst/>
                <a:cxnLst/>
                <a:rect l="l" t="t" r="r" b="b"/>
                <a:pathLst>
                  <a:path w="348" h="546" extrusionOk="0">
                    <a:moveTo>
                      <a:pt x="182" y="0"/>
                    </a:moveTo>
                    <a:cubicBezTo>
                      <a:pt x="92" y="0"/>
                      <a:pt x="0" y="61"/>
                      <a:pt x="0" y="171"/>
                    </a:cubicBezTo>
                    <a:lnTo>
                      <a:pt x="0" y="385"/>
                    </a:lnTo>
                    <a:cubicBezTo>
                      <a:pt x="0" y="492"/>
                      <a:pt x="87" y="545"/>
                      <a:pt x="174" y="545"/>
                    </a:cubicBezTo>
                    <a:cubicBezTo>
                      <a:pt x="261" y="545"/>
                      <a:pt x="348" y="492"/>
                      <a:pt x="348" y="385"/>
                    </a:cubicBezTo>
                    <a:lnTo>
                      <a:pt x="348" y="171"/>
                    </a:lnTo>
                    <a:cubicBezTo>
                      <a:pt x="348" y="54"/>
                      <a:pt x="266" y="0"/>
                      <a:pt x="18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74"/>
              <p:cNvSpPr/>
              <p:nvPr/>
            </p:nvSpPr>
            <p:spPr>
              <a:xfrm>
                <a:off x="3829881" y="2025254"/>
                <a:ext cx="18630" cy="14249"/>
              </a:xfrm>
              <a:custGeom>
                <a:avLst/>
                <a:gdLst/>
                <a:ahLst/>
                <a:cxnLst/>
                <a:rect l="l" t="t" r="r" b="b"/>
                <a:pathLst>
                  <a:path w="455" h="348" extrusionOk="0">
                    <a:moveTo>
                      <a:pt x="241" y="0"/>
                    </a:moveTo>
                    <a:cubicBezTo>
                      <a:pt x="0" y="0"/>
                      <a:pt x="0" y="348"/>
                      <a:pt x="241" y="348"/>
                    </a:cubicBezTo>
                    <a:cubicBezTo>
                      <a:pt x="455" y="348"/>
                      <a:pt x="455" y="0"/>
                      <a:pt x="24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74"/>
              <p:cNvSpPr/>
              <p:nvPr/>
            </p:nvSpPr>
            <p:spPr>
              <a:xfrm>
                <a:off x="3848469" y="1742945"/>
                <a:ext cx="17565" cy="13184"/>
              </a:xfrm>
              <a:custGeom>
                <a:avLst/>
                <a:gdLst/>
                <a:ahLst/>
                <a:cxnLst/>
                <a:rect l="l" t="t" r="r" b="b"/>
                <a:pathLst>
                  <a:path w="429" h="322" extrusionOk="0">
                    <a:moveTo>
                      <a:pt x="215" y="0"/>
                    </a:moveTo>
                    <a:cubicBezTo>
                      <a:pt x="1" y="0"/>
                      <a:pt x="1" y="321"/>
                      <a:pt x="215" y="321"/>
                    </a:cubicBezTo>
                    <a:cubicBezTo>
                      <a:pt x="428" y="321"/>
                      <a:pt x="428" y="0"/>
                      <a:pt x="21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74"/>
              <p:cNvSpPr/>
              <p:nvPr/>
            </p:nvSpPr>
            <p:spPr>
              <a:xfrm>
                <a:off x="4048727" y="2007730"/>
                <a:ext cx="18630" cy="13184"/>
              </a:xfrm>
              <a:custGeom>
                <a:avLst/>
                <a:gdLst/>
                <a:ahLst/>
                <a:cxnLst/>
                <a:rect l="l" t="t" r="r" b="b"/>
                <a:pathLst>
                  <a:path w="455" h="322" extrusionOk="0">
                    <a:moveTo>
                      <a:pt x="241" y="1"/>
                    </a:moveTo>
                    <a:cubicBezTo>
                      <a:pt x="0" y="1"/>
                      <a:pt x="0" y="321"/>
                      <a:pt x="241" y="321"/>
                    </a:cubicBezTo>
                    <a:cubicBezTo>
                      <a:pt x="455" y="321"/>
                      <a:pt x="455" y="1"/>
                      <a:pt x="2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74"/>
              <p:cNvSpPr/>
              <p:nvPr/>
            </p:nvSpPr>
            <p:spPr>
              <a:xfrm>
                <a:off x="3574922" y="1496749"/>
                <a:ext cx="17565" cy="13143"/>
              </a:xfrm>
              <a:custGeom>
                <a:avLst/>
                <a:gdLst/>
                <a:ahLst/>
                <a:cxnLst/>
                <a:rect l="l" t="t" r="r" b="b"/>
                <a:pathLst>
                  <a:path w="429" h="321" extrusionOk="0">
                    <a:moveTo>
                      <a:pt x="214" y="0"/>
                    </a:moveTo>
                    <a:cubicBezTo>
                      <a:pt x="1" y="0"/>
                      <a:pt x="1" y="321"/>
                      <a:pt x="214" y="321"/>
                    </a:cubicBezTo>
                    <a:cubicBezTo>
                      <a:pt x="428" y="321"/>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74"/>
              <p:cNvSpPr/>
              <p:nvPr/>
            </p:nvSpPr>
            <p:spPr>
              <a:xfrm>
                <a:off x="3321601" y="1797237"/>
                <a:ext cx="13717" cy="22356"/>
              </a:xfrm>
              <a:custGeom>
                <a:avLst/>
                <a:gdLst/>
                <a:ahLst/>
                <a:cxnLst/>
                <a:rect l="l" t="t" r="r" b="b"/>
                <a:pathLst>
                  <a:path w="335" h="546" extrusionOk="0">
                    <a:moveTo>
                      <a:pt x="172" y="0"/>
                    </a:moveTo>
                    <a:cubicBezTo>
                      <a:pt x="86" y="0"/>
                      <a:pt x="0" y="61"/>
                      <a:pt x="14" y="171"/>
                    </a:cubicBezTo>
                    <a:lnTo>
                      <a:pt x="14" y="385"/>
                    </a:lnTo>
                    <a:cubicBezTo>
                      <a:pt x="14" y="492"/>
                      <a:pt x="94" y="545"/>
                      <a:pt x="174" y="545"/>
                    </a:cubicBezTo>
                    <a:cubicBezTo>
                      <a:pt x="255" y="545"/>
                      <a:pt x="335" y="492"/>
                      <a:pt x="335" y="385"/>
                    </a:cubicBezTo>
                    <a:lnTo>
                      <a:pt x="335" y="171"/>
                    </a:lnTo>
                    <a:cubicBezTo>
                      <a:pt x="335" y="54"/>
                      <a:pt x="253" y="0"/>
                      <a:pt x="17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74"/>
              <p:cNvSpPr/>
              <p:nvPr/>
            </p:nvSpPr>
            <p:spPr>
              <a:xfrm>
                <a:off x="3374664" y="1314016"/>
                <a:ext cx="26328" cy="14249"/>
              </a:xfrm>
              <a:custGeom>
                <a:avLst/>
                <a:gdLst/>
                <a:ahLst/>
                <a:cxnLst/>
                <a:rect l="l" t="t" r="r" b="b"/>
                <a:pathLst>
                  <a:path w="643" h="348" extrusionOk="0">
                    <a:moveTo>
                      <a:pt x="215" y="0"/>
                    </a:moveTo>
                    <a:cubicBezTo>
                      <a:pt x="1" y="0"/>
                      <a:pt x="1" y="348"/>
                      <a:pt x="215" y="348"/>
                    </a:cubicBezTo>
                    <a:lnTo>
                      <a:pt x="429" y="348"/>
                    </a:lnTo>
                    <a:cubicBezTo>
                      <a:pt x="642" y="348"/>
                      <a:pt x="642" y="0"/>
                      <a:pt x="42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74"/>
              <p:cNvSpPr/>
              <p:nvPr/>
            </p:nvSpPr>
            <p:spPr>
              <a:xfrm>
                <a:off x="3903170" y="1332605"/>
                <a:ext cx="17565" cy="13184"/>
              </a:xfrm>
              <a:custGeom>
                <a:avLst/>
                <a:gdLst/>
                <a:ahLst/>
                <a:cxnLst/>
                <a:rect l="l" t="t" r="r" b="b"/>
                <a:pathLst>
                  <a:path w="429" h="322" extrusionOk="0">
                    <a:moveTo>
                      <a:pt x="215" y="0"/>
                    </a:moveTo>
                    <a:cubicBezTo>
                      <a:pt x="1" y="0"/>
                      <a:pt x="1" y="321"/>
                      <a:pt x="215" y="321"/>
                    </a:cubicBezTo>
                    <a:cubicBezTo>
                      <a:pt x="429" y="321"/>
                      <a:pt x="429" y="0"/>
                      <a:pt x="215"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74"/>
              <p:cNvSpPr/>
              <p:nvPr/>
            </p:nvSpPr>
            <p:spPr>
              <a:xfrm>
                <a:off x="4122016" y="1542688"/>
                <a:ext cx="17565" cy="13184"/>
              </a:xfrm>
              <a:custGeom>
                <a:avLst/>
                <a:gdLst/>
                <a:ahLst/>
                <a:cxnLst/>
                <a:rect l="l" t="t" r="r" b="b"/>
                <a:pathLst>
                  <a:path w="429" h="322" extrusionOk="0">
                    <a:moveTo>
                      <a:pt x="215" y="1"/>
                    </a:moveTo>
                    <a:cubicBezTo>
                      <a:pt x="1" y="1"/>
                      <a:pt x="1" y="321"/>
                      <a:pt x="215" y="321"/>
                    </a:cubicBezTo>
                    <a:cubicBezTo>
                      <a:pt x="429" y="321"/>
                      <a:pt x="429" y="1"/>
                      <a:pt x="215"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74"/>
              <p:cNvSpPr/>
              <p:nvPr/>
            </p:nvSpPr>
            <p:spPr>
              <a:xfrm>
                <a:off x="4048727" y="1141109"/>
                <a:ext cx="18630" cy="13184"/>
              </a:xfrm>
              <a:custGeom>
                <a:avLst/>
                <a:gdLst/>
                <a:ahLst/>
                <a:cxnLst/>
                <a:rect l="l" t="t" r="r" b="b"/>
                <a:pathLst>
                  <a:path w="455" h="322" extrusionOk="0">
                    <a:moveTo>
                      <a:pt x="241" y="1"/>
                    </a:moveTo>
                    <a:cubicBezTo>
                      <a:pt x="0" y="1"/>
                      <a:pt x="0" y="321"/>
                      <a:pt x="241" y="321"/>
                    </a:cubicBezTo>
                    <a:cubicBezTo>
                      <a:pt x="455" y="321"/>
                      <a:pt x="455" y="1"/>
                      <a:pt x="24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74"/>
              <p:cNvSpPr/>
              <p:nvPr/>
            </p:nvSpPr>
            <p:spPr>
              <a:xfrm>
                <a:off x="3055178" y="2207987"/>
                <a:ext cx="17524" cy="13184"/>
              </a:xfrm>
              <a:custGeom>
                <a:avLst/>
                <a:gdLst/>
                <a:ahLst/>
                <a:cxnLst/>
                <a:rect l="l" t="t" r="r" b="b"/>
                <a:pathLst>
                  <a:path w="428" h="322" extrusionOk="0">
                    <a:moveTo>
                      <a:pt x="214" y="0"/>
                    </a:moveTo>
                    <a:cubicBezTo>
                      <a:pt x="0" y="0"/>
                      <a:pt x="0" y="321"/>
                      <a:pt x="214" y="321"/>
                    </a:cubicBezTo>
                    <a:cubicBezTo>
                      <a:pt x="428" y="321"/>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74"/>
              <p:cNvSpPr/>
              <p:nvPr/>
            </p:nvSpPr>
            <p:spPr>
              <a:xfrm>
                <a:off x="3011409" y="1514519"/>
                <a:ext cx="14249" cy="22765"/>
              </a:xfrm>
              <a:custGeom>
                <a:avLst/>
                <a:gdLst/>
                <a:ahLst/>
                <a:cxnLst/>
                <a:rect l="l" t="t" r="r" b="b"/>
                <a:pathLst>
                  <a:path w="348" h="556" extrusionOk="0">
                    <a:moveTo>
                      <a:pt x="174" y="1"/>
                    </a:moveTo>
                    <a:cubicBezTo>
                      <a:pt x="87" y="1"/>
                      <a:pt x="0" y="61"/>
                      <a:pt x="0" y="181"/>
                    </a:cubicBezTo>
                    <a:lnTo>
                      <a:pt x="0" y="395"/>
                    </a:lnTo>
                    <a:cubicBezTo>
                      <a:pt x="0" y="502"/>
                      <a:pt x="87" y="555"/>
                      <a:pt x="174" y="555"/>
                    </a:cubicBezTo>
                    <a:cubicBezTo>
                      <a:pt x="261" y="555"/>
                      <a:pt x="348" y="502"/>
                      <a:pt x="348" y="395"/>
                    </a:cubicBezTo>
                    <a:lnTo>
                      <a:pt x="348" y="181"/>
                    </a:lnTo>
                    <a:cubicBezTo>
                      <a:pt x="348" y="61"/>
                      <a:pt x="261" y="1"/>
                      <a:pt x="17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74"/>
              <p:cNvSpPr/>
              <p:nvPr/>
            </p:nvSpPr>
            <p:spPr>
              <a:xfrm>
                <a:off x="3739067" y="2372132"/>
                <a:ext cx="17524" cy="13143"/>
              </a:xfrm>
              <a:custGeom>
                <a:avLst/>
                <a:gdLst/>
                <a:ahLst/>
                <a:cxnLst/>
                <a:rect l="l" t="t" r="r" b="b"/>
                <a:pathLst>
                  <a:path w="428" h="321" extrusionOk="0">
                    <a:moveTo>
                      <a:pt x="214" y="0"/>
                    </a:moveTo>
                    <a:cubicBezTo>
                      <a:pt x="0" y="0"/>
                      <a:pt x="0" y="321"/>
                      <a:pt x="214" y="321"/>
                    </a:cubicBezTo>
                    <a:cubicBezTo>
                      <a:pt x="428" y="321"/>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74"/>
              <p:cNvSpPr/>
              <p:nvPr/>
            </p:nvSpPr>
            <p:spPr>
              <a:xfrm>
                <a:off x="3574922" y="1013078"/>
                <a:ext cx="17565" cy="14290"/>
              </a:xfrm>
              <a:custGeom>
                <a:avLst/>
                <a:gdLst/>
                <a:ahLst/>
                <a:cxnLst/>
                <a:rect l="l" t="t" r="r" b="b"/>
                <a:pathLst>
                  <a:path w="429" h="349" extrusionOk="0">
                    <a:moveTo>
                      <a:pt x="214" y="1"/>
                    </a:moveTo>
                    <a:cubicBezTo>
                      <a:pt x="1" y="1"/>
                      <a:pt x="1" y="348"/>
                      <a:pt x="214" y="348"/>
                    </a:cubicBezTo>
                    <a:cubicBezTo>
                      <a:pt x="428" y="348"/>
                      <a:pt x="428" y="1"/>
                      <a:pt x="214"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74"/>
              <p:cNvSpPr/>
              <p:nvPr/>
            </p:nvSpPr>
            <p:spPr>
              <a:xfrm>
                <a:off x="3236929" y="1077032"/>
                <a:ext cx="28170" cy="22520"/>
              </a:xfrm>
              <a:custGeom>
                <a:avLst/>
                <a:gdLst/>
                <a:ahLst/>
                <a:cxnLst/>
                <a:rect l="l" t="t" r="r" b="b"/>
                <a:pathLst>
                  <a:path w="688" h="550" extrusionOk="0">
                    <a:moveTo>
                      <a:pt x="236" y="0"/>
                    </a:moveTo>
                    <a:cubicBezTo>
                      <a:pt x="107" y="0"/>
                      <a:pt x="0" y="158"/>
                      <a:pt x="104" y="283"/>
                    </a:cubicBezTo>
                    <a:lnTo>
                      <a:pt x="345" y="497"/>
                    </a:lnTo>
                    <a:cubicBezTo>
                      <a:pt x="376" y="534"/>
                      <a:pt x="414" y="550"/>
                      <a:pt x="451" y="550"/>
                    </a:cubicBezTo>
                    <a:cubicBezTo>
                      <a:pt x="571" y="550"/>
                      <a:pt x="688" y="385"/>
                      <a:pt x="586" y="283"/>
                    </a:cubicBezTo>
                    <a:lnTo>
                      <a:pt x="345" y="42"/>
                    </a:lnTo>
                    <a:cubicBezTo>
                      <a:pt x="310" y="13"/>
                      <a:pt x="272" y="0"/>
                      <a:pt x="236"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74"/>
              <p:cNvSpPr/>
              <p:nvPr/>
            </p:nvSpPr>
            <p:spPr>
              <a:xfrm>
                <a:off x="3158029" y="3283627"/>
                <a:ext cx="13184" cy="22724"/>
              </a:xfrm>
              <a:custGeom>
                <a:avLst/>
                <a:gdLst/>
                <a:ahLst/>
                <a:cxnLst/>
                <a:rect l="l" t="t" r="r" b="b"/>
                <a:pathLst>
                  <a:path w="322" h="555" extrusionOk="0">
                    <a:moveTo>
                      <a:pt x="161" y="0"/>
                    </a:moveTo>
                    <a:cubicBezTo>
                      <a:pt x="81" y="0"/>
                      <a:pt x="0" y="53"/>
                      <a:pt x="0" y="160"/>
                    </a:cubicBezTo>
                    <a:lnTo>
                      <a:pt x="0" y="374"/>
                    </a:lnTo>
                    <a:cubicBezTo>
                      <a:pt x="0" y="494"/>
                      <a:pt x="81" y="555"/>
                      <a:pt x="161" y="555"/>
                    </a:cubicBezTo>
                    <a:cubicBezTo>
                      <a:pt x="241" y="555"/>
                      <a:pt x="321" y="494"/>
                      <a:pt x="321" y="374"/>
                    </a:cubicBezTo>
                    <a:lnTo>
                      <a:pt x="321" y="160"/>
                    </a:lnTo>
                    <a:cubicBezTo>
                      <a:pt x="321" y="53"/>
                      <a:pt x="241" y="0"/>
                      <a:pt x="16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74"/>
              <p:cNvSpPr/>
              <p:nvPr/>
            </p:nvSpPr>
            <p:spPr>
              <a:xfrm>
                <a:off x="4214222" y="3328952"/>
                <a:ext cx="26901" cy="31528"/>
              </a:xfrm>
              <a:custGeom>
                <a:avLst/>
                <a:gdLst/>
                <a:ahLst/>
                <a:cxnLst/>
                <a:rect l="l" t="t" r="r" b="b"/>
                <a:pathLst>
                  <a:path w="657" h="770" extrusionOk="0">
                    <a:moveTo>
                      <a:pt x="229" y="0"/>
                    </a:moveTo>
                    <a:cubicBezTo>
                      <a:pt x="115" y="0"/>
                      <a:pt x="1" y="128"/>
                      <a:pt x="74" y="256"/>
                    </a:cubicBezTo>
                    <a:cubicBezTo>
                      <a:pt x="154" y="443"/>
                      <a:pt x="234" y="550"/>
                      <a:pt x="288" y="710"/>
                    </a:cubicBezTo>
                    <a:cubicBezTo>
                      <a:pt x="312" y="751"/>
                      <a:pt x="359" y="769"/>
                      <a:pt x="409" y="769"/>
                    </a:cubicBezTo>
                    <a:cubicBezTo>
                      <a:pt x="523" y="769"/>
                      <a:pt x="656" y="672"/>
                      <a:pt x="582" y="523"/>
                    </a:cubicBezTo>
                    <a:lnTo>
                      <a:pt x="368" y="96"/>
                    </a:lnTo>
                    <a:cubicBezTo>
                      <a:pt x="334" y="28"/>
                      <a:pt x="281" y="0"/>
                      <a:pt x="229"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74"/>
              <p:cNvSpPr/>
              <p:nvPr/>
            </p:nvSpPr>
            <p:spPr>
              <a:xfrm>
                <a:off x="2775039" y="2955338"/>
                <a:ext cx="13184" cy="22765"/>
              </a:xfrm>
              <a:custGeom>
                <a:avLst/>
                <a:gdLst/>
                <a:ahLst/>
                <a:cxnLst/>
                <a:rect l="l" t="t" r="r" b="b"/>
                <a:pathLst>
                  <a:path w="322" h="556" extrusionOk="0">
                    <a:moveTo>
                      <a:pt x="161" y="1"/>
                    </a:moveTo>
                    <a:cubicBezTo>
                      <a:pt x="81" y="1"/>
                      <a:pt x="1" y="54"/>
                      <a:pt x="1" y="161"/>
                    </a:cubicBezTo>
                    <a:lnTo>
                      <a:pt x="1" y="375"/>
                    </a:lnTo>
                    <a:cubicBezTo>
                      <a:pt x="1" y="495"/>
                      <a:pt x="81" y="555"/>
                      <a:pt x="161" y="555"/>
                    </a:cubicBezTo>
                    <a:cubicBezTo>
                      <a:pt x="241" y="555"/>
                      <a:pt x="321" y="495"/>
                      <a:pt x="321" y="375"/>
                    </a:cubicBezTo>
                    <a:lnTo>
                      <a:pt x="321" y="161"/>
                    </a:lnTo>
                    <a:cubicBezTo>
                      <a:pt x="321" y="54"/>
                      <a:pt x="241" y="1"/>
                      <a:pt x="161"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74"/>
              <p:cNvSpPr/>
              <p:nvPr/>
            </p:nvSpPr>
            <p:spPr>
              <a:xfrm>
                <a:off x="2583011" y="2699970"/>
                <a:ext cx="13717" cy="22356"/>
              </a:xfrm>
              <a:custGeom>
                <a:avLst/>
                <a:gdLst/>
                <a:ahLst/>
                <a:cxnLst/>
                <a:rect l="l" t="t" r="r" b="b"/>
                <a:pathLst>
                  <a:path w="335" h="546" extrusionOk="0">
                    <a:moveTo>
                      <a:pt x="172" y="0"/>
                    </a:moveTo>
                    <a:cubicBezTo>
                      <a:pt x="85" y="0"/>
                      <a:pt x="0" y="61"/>
                      <a:pt x="14" y="171"/>
                    </a:cubicBezTo>
                    <a:lnTo>
                      <a:pt x="14" y="385"/>
                    </a:lnTo>
                    <a:cubicBezTo>
                      <a:pt x="14" y="492"/>
                      <a:pt x="94" y="545"/>
                      <a:pt x="174" y="545"/>
                    </a:cubicBezTo>
                    <a:cubicBezTo>
                      <a:pt x="254" y="545"/>
                      <a:pt x="335" y="492"/>
                      <a:pt x="335" y="385"/>
                    </a:cubicBezTo>
                    <a:lnTo>
                      <a:pt x="335" y="171"/>
                    </a:lnTo>
                    <a:cubicBezTo>
                      <a:pt x="335" y="54"/>
                      <a:pt x="253" y="0"/>
                      <a:pt x="172"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74"/>
              <p:cNvSpPr/>
              <p:nvPr/>
            </p:nvSpPr>
            <p:spPr>
              <a:xfrm>
                <a:off x="2891033" y="2709142"/>
                <a:ext cx="17565" cy="14249"/>
              </a:xfrm>
              <a:custGeom>
                <a:avLst/>
                <a:gdLst/>
                <a:ahLst/>
                <a:cxnLst/>
                <a:rect l="l" t="t" r="r" b="b"/>
                <a:pathLst>
                  <a:path w="429" h="348" extrusionOk="0">
                    <a:moveTo>
                      <a:pt x="214" y="0"/>
                    </a:moveTo>
                    <a:cubicBezTo>
                      <a:pt x="1" y="0"/>
                      <a:pt x="1" y="348"/>
                      <a:pt x="214" y="348"/>
                    </a:cubicBezTo>
                    <a:cubicBezTo>
                      <a:pt x="428" y="348"/>
                      <a:pt x="428" y="0"/>
                      <a:pt x="214"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74"/>
              <p:cNvSpPr/>
              <p:nvPr/>
            </p:nvSpPr>
            <p:spPr>
              <a:xfrm>
                <a:off x="4439783" y="3055856"/>
                <a:ext cx="29726" cy="23134"/>
              </a:xfrm>
              <a:custGeom>
                <a:avLst/>
                <a:gdLst/>
                <a:ahLst/>
                <a:cxnLst/>
                <a:rect l="l" t="t" r="r" b="b"/>
                <a:pathLst>
                  <a:path w="726" h="565" extrusionOk="0">
                    <a:moveTo>
                      <a:pt x="492" y="1"/>
                    </a:moveTo>
                    <a:cubicBezTo>
                      <a:pt x="449" y="1"/>
                      <a:pt x="404" y="18"/>
                      <a:pt x="364" y="58"/>
                    </a:cubicBezTo>
                    <a:lnTo>
                      <a:pt x="124" y="271"/>
                    </a:lnTo>
                    <a:cubicBezTo>
                      <a:pt x="1" y="395"/>
                      <a:pt x="114" y="565"/>
                      <a:pt x="246" y="565"/>
                    </a:cubicBezTo>
                    <a:cubicBezTo>
                      <a:pt x="285" y="565"/>
                      <a:pt x="327" y="549"/>
                      <a:pt x="364" y="512"/>
                    </a:cubicBezTo>
                    <a:lnTo>
                      <a:pt x="605" y="271"/>
                    </a:lnTo>
                    <a:cubicBezTo>
                      <a:pt x="725" y="151"/>
                      <a:pt x="620" y="1"/>
                      <a:pt x="492" y="1"/>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74"/>
              <p:cNvSpPr/>
              <p:nvPr/>
            </p:nvSpPr>
            <p:spPr>
              <a:xfrm>
                <a:off x="4580508" y="2581397"/>
                <a:ext cx="13184" cy="19449"/>
              </a:xfrm>
              <a:custGeom>
                <a:avLst/>
                <a:gdLst/>
                <a:ahLst/>
                <a:cxnLst/>
                <a:rect l="l" t="t" r="r" b="b"/>
                <a:pathLst>
                  <a:path w="322" h="475" extrusionOk="0">
                    <a:moveTo>
                      <a:pt x="161" y="0"/>
                    </a:moveTo>
                    <a:cubicBezTo>
                      <a:pt x="81" y="0"/>
                      <a:pt x="1" y="60"/>
                      <a:pt x="1" y="181"/>
                    </a:cubicBezTo>
                    <a:lnTo>
                      <a:pt x="1" y="314"/>
                    </a:lnTo>
                    <a:cubicBezTo>
                      <a:pt x="1" y="421"/>
                      <a:pt x="81" y="475"/>
                      <a:pt x="161" y="475"/>
                    </a:cubicBezTo>
                    <a:cubicBezTo>
                      <a:pt x="241" y="475"/>
                      <a:pt x="321" y="421"/>
                      <a:pt x="321" y="314"/>
                    </a:cubicBezTo>
                    <a:lnTo>
                      <a:pt x="321" y="181"/>
                    </a:lnTo>
                    <a:cubicBezTo>
                      <a:pt x="321" y="60"/>
                      <a:pt x="241" y="0"/>
                      <a:pt x="161" y="0"/>
                    </a:cubicBezTo>
                    <a:close/>
                  </a:path>
                </a:pathLst>
              </a:custGeom>
              <a:solidFill>
                <a:srgbClr val="FEFF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74"/>
              <p:cNvSpPr/>
              <p:nvPr/>
            </p:nvSpPr>
            <p:spPr>
              <a:xfrm>
                <a:off x="1762901" y="801888"/>
                <a:ext cx="3735781" cy="4339842"/>
              </a:xfrm>
              <a:custGeom>
                <a:avLst/>
                <a:gdLst/>
                <a:ahLst/>
                <a:cxnLst/>
                <a:rect l="l" t="t" r="r" b="b"/>
                <a:pathLst>
                  <a:path w="91239" h="105992" extrusionOk="0">
                    <a:moveTo>
                      <a:pt x="25255" y="1"/>
                    </a:moveTo>
                    <a:lnTo>
                      <a:pt x="0" y="105992"/>
                    </a:lnTo>
                    <a:lnTo>
                      <a:pt x="91239" y="105992"/>
                    </a:lnTo>
                    <a:lnTo>
                      <a:pt x="65957" y="1"/>
                    </a:lnTo>
                    <a:close/>
                  </a:path>
                </a:pathLst>
              </a:custGeom>
              <a:solidFill>
                <a:srgbClr val="FEFF97">
                  <a:alpha val="24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38" name="Google Shape;4238;p74"/>
            <p:cNvGrpSpPr/>
            <p:nvPr/>
          </p:nvGrpSpPr>
          <p:grpSpPr>
            <a:xfrm>
              <a:off x="7264639" y="3167101"/>
              <a:ext cx="520689" cy="532579"/>
              <a:chOff x="223150" y="1444700"/>
              <a:chExt cx="2749150" cy="2811925"/>
            </a:xfrm>
          </p:grpSpPr>
          <p:sp>
            <p:nvSpPr>
              <p:cNvPr id="4239" name="Google Shape;4239;p74"/>
              <p:cNvSpPr/>
              <p:nvPr/>
            </p:nvSpPr>
            <p:spPr>
              <a:xfrm>
                <a:off x="223150" y="1444700"/>
                <a:ext cx="2749150" cy="2811925"/>
              </a:xfrm>
              <a:custGeom>
                <a:avLst/>
                <a:gdLst/>
                <a:ahLst/>
                <a:cxnLst/>
                <a:rect l="l" t="t" r="r" b="b"/>
                <a:pathLst>
                  <a:path w="109966" h="112477" extrusionOk="0">
                    <a:moveTo>
                      <a:pt x="82308" y="0"/>
                    </a:moveTo>
                    <a:cubicBezTo>
                      <a:pt x="82175" y="0"/>
                      <a:pt x="82042" y="133"/>
                      <a:pt x="81976" y="199"/>
                    </a:cubicBezTo>
                    <a:cubicBezTo>
                      <a:pt x="81909" y="266"/>
                      <a:pt x="81909" y="266"/>
                      <a:pt x="81843" y="332"/>
                    </a:cubicBezTo>
                    <a:cubicBezTo>
                      <a:pt x="80713" y="2593"/>
                      <a:pt x="82973" y="5319"/>
                      <a:pt x="85300" y="5585"/>
                    </a:cubicBezTo>
                    <a:cubicBezTo>
                      <a:pt x="85300" y="5651"/>
                      <a:pt x="85300" y="5784"/>
                      <a:pt x="85300" y="5851"/>
                    </a:cubicBezTo>
                    <a:cubicBezTo>
                      <a:pt x="85899" y="8377"/>
                      <a:pt x="84303" y="10637"/>
                      <a:pt x="82774" y="12433"/>
                    </a:cubicBezTo>
                    <a:cubicBezTo>
                      <a:pt x="81245" y="14095"/>
                      <a:pt x="79582" y="15557"/>
                      <a:pt x="77787" y="16887"/>
                    </a:cubicBezTo>
                    <a:cubicBezTo>
                      <a:pt x="75128" y="18948"/>
                      <a:pt x="72801" y="21275"/>
                      <a:pt x="71870" y="24267"/>
                    </a:cubicBezTo>
                    <a:cubicBezTo>
                      <a:pt x="71804" y="24333"/>
                      <a:pt x="71737" y="24400"/>
                      <a:pt x="71737" y="24466"/>
                    </a:cubicBezTo>
                    <a:cubicBezTo>
                      <a:pt x="71338" y="25995"/>
                      <a:pt x="71139" y="27524"/>
                      <a:pt x="71139" y="29120"/>
                    </a:cubicBezTo>
                    <a:cubicBezTo>
                      <a:pt x="70940" y="30915"/>
                      <a:pt x="70208" y="32644"/>
                      <a:pt x="69078" y="34106"/>
                    </a:cubicBezTo>
                    <a:cubicBezTo>
                      <a:pt x="66950" y="36965"/>
                      <a:pt x="64623" y="39691"/>
                      <a:pt x="62230" y="42417"/>
                    </a:cubicBezTo>
                    <a:cubicBezTo>
                      <a:pt x="60103" y="44877"/>
                      <a:pt x="57975" y="47470"/>
                      <a:pt x="55382" y="49464"/>
                    </a:cubicBezTo>
                    <a:cubicBezTo>
                      <a:pt x="54052" y="50461"/>
                      <a:pt x="52590" y="51193"/>
                      <a:pt x="51061" y="51791"/>
                    </a:cubicBezTo>
                    <a:cubicBezTo>
                      <a:pt x="49797" y="52323"/>
                      <a:pt x="48468" y="52788"/>
                      <a:pt x="47072" y="53054"/>
                    </a:cubicBezTo>
                    <a:cubicBezTo>
                      <a:pt x="47005" y="53121"/>
                      <a:pt x="46872" y="53121"/>
                      <a:pt x="46806" y="53187"/>
                    </a:cubicBezTo>
                    <a:cubicBezTo>
                      <a:pt x="45941" y="53187"/>
                      <a:pt x="45210" y="53121"/>
                      <a:pt x="44412" y="53121"/>
                    </a:cubicBezTo>
                    <a:cubicBezTo>
                      <a:pt x="43415" y="53121"/>
                      <a:pt x="42418" y="53254"/>
                      <a:pt x="41420" y="53320"/>
                    </a:cubicBezTo>
                    <a:cubicBezTo>
                      <a:pt x="41212" y="53328"/>
                      <a:pt x="41003" y="53331"/>
                      <a:pt x="40795" y="53331"/>
                    </a:cubicBezTo>
                    <a:cubicBezTo>
                      <a:pt x="39715" y="53331"/>
                      <a:pt x="38633" y="53245"/>
                      <a:pt x="37534" y="53245"/>
                    </a:cubicBezTo>
                    <a:cubicBezTo>
                      <a:pt x="37017" y="53245"/>
                      <a:pt x="36495" y="53264"/>
                      <a:pt x="35969" y="53320"/>
                    </a:cubicBezTo>
                    <a:cubicBezTo>
                      <a:pt x="34440" y="53387"/>
                      <a:pt x="32844" y="53719"/>
                      <a:pt x="31381" y="54384"/>
                    </a:cubicBezTo>
                    <a:cubicBezTo>
                      <a:pt x="31514" y="53254"/>
                      <a:pt x="31381" y="52190"/>
                      <a:pt x="30916" y="51126"/>
                    </a:cubicBezTo>
                    <a:cubicBezTo>
                      <a:pt x="30517" y="49863"/>
                      <a:pt x="29852" y="48467"/>
                      <a:pt x="28456" y="48135"/>
                    </a:cubicBezTo>
                    <a:cubicBezTo>
                      <a:pt x="28360" y="47998"/>
                      <a:pt x="28225" y="47940"/>
                      <a:pt x="28074" y="47940"/>
                    </a:cubicBezTo>
                    <a:cubicBezTo>
                      <a:pt x="27489" y="47940"/>
                      <a:pt x="26663" y="48803"/>
                      <a:pt x="26927" y="49331"/>
                    </a:cubicBezTo>
                    <a:cubicBezTo>
                      <a:pt x="27392" y="50594"/>
                      <a:pt x="27525" y="51924"/>
                      <a:pt x="27193" y="53254"/>
                    </a:cubicBezTo>
                    <a:cubicBezTo>
                      <a:pt x="26993" y="53985"/>
                      <a:pt x="26594" y="54650"/>
                      <a:pt x="26063" y="55248"/>
                    </a:cubicBezTo>
                    <a:cubicBezTo>
                      <a:pt x="25664" y="55714"/>
                      <a:pt x="25265" y="56179"/>
                      <a:pt x="24866" y="56644"/>
                    </a:cubicBezTo>
                    <a:cubicBezTo>
                      <a:pt x="24733" y="56578"/>
                      <a:pt x="24600" y="56512"/>
                      <a:pt x="24467" y="56445"/>
                    </a:cubicBezTo>
                    <a:cubicBezTo>
                      <a:pt x="24733" y="53919"/>
                      <a:pt x="24600" y="51259"/>
                      <a:pt x="24002" y="48799"/>
                    </a:cubicBezTo>
                    <a:cubicBezTo>
                      <a:pt x="23956" y="48597"/>
                      <a:pt x="23843" y="48516"/>
                      <a:pt x="23699" y="48516"/>
                    </a:cubicBezTo>
                    <a:cubicBezTo>
                      <a:pt x="23419" y="48516"/>
                      <a:pt x="23025" y="48824"/>
                      <a:pt x="22805" y="49132"/>
                    </a:cubicBezTo>
                    <a:cubicBezTo>
                      <a:pt x="22472" y="49198"/>
                      <a:pt x="22206" y="49464"/>
                      <a:pt x="22073" y="49797"/>
                    </a:cubicBezTo>
                    <a:cubicBezTo>
                      <a:pt x="21874" y="51259"/>
                      <a:pt x="21542" y="52655"/>
                      <a:pt x="21076" y="54118"/>
                    </a:cubicBezTo>
                    <a:cubicBezTo>
                      <a:pt x="20810" y="54849"/>
                      <a:pt x="20411" y="55514"/>
                      <a:pt x="19946" y="56179"/>
                    </a:cubicBezTo>
                    <a:cubicBezTo>
                      <a:pt x="18350" y="56379"/>
                      <a:pt x="16821" y="56977"/>
                      <a:pt x="15492" y="57908"/>
                    </a:cubicBezTo>
                    <a:cubicBezTo>
                      <a:pt x="15492" y="57908"/>
                      <a:pt x="15492" y="57841"/>
                      <a:pt x="15492" y="57841"/>
                    </a:cubicBezTo>
                    <a:cubicBezTo>
                      <a:pt x="14960" y="57376"/>
                      <a:pt x="14428" y="56977"/>
                      <a:pt x="13896" y="56644"/>
                    </a:cubicBezTo>
                    <a:cubicBezTo>
                      <a:pt x="13563" y="55514"/>
                      <a:pt x="12367" y="54583"/>
                      <a:pt x="11768" y="53520"/>
                    </a:cubicBezTo>
                    <a:cubicBezTo>
                      <a:pt x="11104" y="52323"/>
                      <a:pt x="11237" y="50927"/>
                      <a:pt x="10971" y="49597"/>
                    </a:cubicBezTo>
                    <a:cubicBezTo>
                      <a:pt x="11037" y="49331"/>
                      <a:pt x="10971" y="49065"/>
                      <a:pt x="10838" y="48799"/>
                    </a:cubicBezTo>
                    <a:cubicBezTo>
                      <a:pt x="10838" y="48799"/>
                      <a:pt x="10771" y="48799"/>
                      <a:pt x="10705" y="48733"/>
                    </a:cubicBezTo>
                    <a:cubicBezTo>
                      <a:pt x="10672" y="48618"/>
                      <a:pt x="10602" y="48572"/>
                      <a:pt x="10515" y="48572"/>
                    </a:cubicBezTo>
                    <a:cubicBezTo>
                      <a:pt x="10251" y="48572"/>
                      <a:pt x="9824" y="48998"/>
                      <a:pt x="9774" y="49198"/>
                    </a:cubicBezTo>
                    <a:cubicBezTo>
                      <a:pt x="9707" y="49464"/>
                      <a:pt x="9707" y="49664"/>
                      <a:pt x="9641" y="49930"/>
                    </a:cubicBezTo>
                    <a:cubicBezTo>
                      <a:pt x="9375" y="50993"/>
                      <a:pt x="9175" y="52057"/>
                      <a:pt x="9175" y="53187"/>
                    </a:cubicBezTo>
                    <a:cubicBezTo>
                      <a:pt x="9043" y="54517"/>
                      <a:pt x="9175" y="55913"/>
                      <a:pt x="9508" y="57176"/>
                    </a:cubicBezTo>
                    <a:lnTo>
                      <a:pt x="9308" y="57376"/>
                    </a:lnTo>
                    <a:cubicBezTo>
                      <a:pt x="9043" y="55980"/>
                      <a:pt x="7447" y="54982"/>
                      <a:pt x="6383" y="54318"/>
                    </a:cubicBezTo>
                    <a:cubicBezTo>
                      <a:pt x="5253" y="53453"/>
                      <a:pt x="3923" y="52921"/>
                      <a:pt x="2527" y="52722"/>
                    </a:cubicBezTo>
                    <a:cubicBezTo>
                      <a:pt x="2452" y="52572"/>
                      <a:pt x="2323" y="52510"/>
                      <a:pt x="2166" y="52510"/>
                    </a:cubicBezTo>
                    <a:cubicBezTo>
                      <a:pt x="1629" y="52510"/>
                      <a:pt x="768" y="53241"/>
                      <a:pt x="665" y="53653"/>
                    </a:cubicBezTo>
                    <a:cubicBezTo>
                      <a:pt x="1" y="57176"/>
                      <a:pt x="3657" y="61032"/>
                      <a:pt x="6782" y="61963"/>
                    </a:cubicBezTo>
                    <a:cubicBezTo>
                      <a:pt x="6815" y="61996"/>
                      <a:pt x="6849" y="62013"/>
                      <a:pt x="6882" y="62013"/>
                    </a:cubicBezTo>
                    <a:cubicBezTo>
                      <a:pt x="6915" y="62013"/>
                      <a:pt x="6948" y="61996"/>
                      <a:pt x="6982" y="61963"/>
                    </a:cubicBezTo>
                    <a:lnTo>
                      <a:pt x="6982" y="61963"/>
                    </a:lnTo>
                    <a:cubicBezTo>
                      <a:pt x="6982" y="63958"/>
                      <a:pt x="6516" y="65886"/>
                      <a:pt x="5519" y="67614"/>
                    </a:cubicBezTo>
                    <a:cubicBezTo>
                      <a:pt x="4588" y="69276"/>
                      <a:pt x="3790" y="71005"/>
                      <a:pt x="3125" y="72800"/>
                    </a:cubicBezTo>
                    <a:cubicBezTo>
                      <a:pt x="2527" y="74462"/>
                      <a:pt x="2261" y="76523"/>
                      <a:pt x="3391" y="78052"/>
                    </a:cubicBezTo>
                    <a:cubicBezTo>
                      <a:pt x="3923" y="78651"/>
                      <a:pt x="4588" y="79050"/>
                      <a:pt x="5386" y="79249"/>
                    </a:cubicBezTo>
                    <a:cubicBezTo>
                      <a:pt x="5120" y="80113"/>
                      <a:pt x="5120" y="81111"/>
                      <a:pt x="5386" y="81975"/>
                    </a:cubicBezTo>
                    <a:cubicBezTo>
                      <a:pt x="5851" y="83305"/>
                      <a:pt x="7380" y="83836"/>
                      <a:pt x="8577" y="84036"/>
                    </a:cubicBezTo>
                    <a:cubicBezTo>
                      <a:pt x="8833" y="84077"/>
                      <a:pt x="9089" y="84097"/>
                      <a:pt x="9343" y="84097"/>
                    </a:cubicBezTo>
                    <a:cubicBezTo>
                      <a:pt x="11533" y="84097"/>
                      <a:pt x="13652" y="82676"/>
                      <a:pt x="15558" y="81842"/>
                    </a:cubicBezTo>
                    <a:cubicBezTo>
                      <a:pt x="17685" y="80911"/>
                      <a:pt x="19747" y="79847"/>
                      <a:pt x="21741" y="78651"/>
                    </a:cubicBezTo>
                    <a:cubicBezTo>
                      <a:pt x="23071" y="77919"/>
                      <a:pt x="24201" y="76856"/>
                      <a:pt x="25065" y="75592"/>
                    </a:cubicBezTo>
                    <a:cubicBezTo>
                      <a:pt x="25331" y="77188"/>
                      <a:pt x="26528" y="78584"/>
                      <a:pt x="27459" y="79714"/>
                    </a:cubicBezTo>
                    <a:cubicBezTo>
                      <a:pt x="29121" y="81510"/>
                      <a:pt x="30849" y="83238"/>
                      <a:pt x="32644" y="84834"/>
                    </a:cubicBezTo>
                    <a:cubicBezTo>
                      <a:pt x="34440" y="86429"/>
                      <a:pt x="36301" y="87958"/>
                      <a:pt x="38229" y="89421"/>
                    </a:cubicBezTo>
                    <a:cubicBezTo>
                      <a:pt x="39688" y="90563"/>
                      <a:pt x="41571" y="91221"/>
                      <a:pt x="43474" y="91221"/>
                    </a:cubicBezTo>
                    <a:cubicBezTo>
                      <a:pt x="43565" y="91221"/>
                      <a:pt x="43656" y="91219"/>
                      <a:pt x="43747" y="91216"/>
                    </a:cubicBezTo>
                    <a:lnTo>
                      <a:pt x="43747" y="91216"/>
                    </a:lnTo>
                    <a:cubicBezTo>
                      <a:pt x="43415" y="91948"/>
                      <a:pt x="42950" y="92679"/>
                      <a:pt x="42351" y="93344"/>
                    </a:cubicBezTo>
                    <a:cubicBezTo>
                      <a:pt x="41620" y="94208"/>
                      <a:pt x="40955" y="95139"/>
                      <a:pt x="40290" y="96136"/>
                    </a:cubicBezTo>
                    <a:cubicBezTo>
                      <a:pt x="38961" y="98397"/>
                      <a:pt x="37631" y="100790"/>
                      <a:pt x="38894" y="103383"/>
                    </a:cubicBezTo>
                    <a:cubicBezTo>
                      <a:pt x="40091" y="105843"/>
                      <a:pt x="42551" y="107438"/>
                      <a:pt x="44412" y="109300"/>
                    </a:cubicBezTo>
                    <a:cubicBezTo>
                      <a:pt x="45210" y="110231"/>
                      <a:pt x="46074" y="111161"/>
                      <a:pt x="46939" y="112026"/>
                    </a:cubicBezTo>
                    <a:cubicBezTo>
                      <a:pt x="47477" y="112315"/>
                      <a:pt x="48066" y="112476"/>
                      <a:pt x="48675" y="112476"/>
                    </a:cubicBezTo>
                    <a:cubicBezTo>
                      <a:pt x="49045" y="112476"/>
                      <a:pt x="49421" y="112417"/>
                      <a:pt x="49797" y="112292"/>
                    </a:cubicBezTo>
                    <a:cubicBezTo>
                      <a:pt x="51460" y="111959"/>
                      <a:pt x="53853" y="111228"/>
                      <a:pt x="53720" y="109167"/>
                    </a:cubicBezTo>
                    <a:cubicBezTo>
                      <a:pt x="53587" y="107305"/>
                      <a:pt x="52922" y="105577"/>
                      <a:pt x="51792" y="104181"/>
                    </a:cubicBezTo>
                    <a:cubicBezTo>
                      <a:pt x="51517" y="103856"/>
                      <a:pt x="51229" y="103724"/>
                      <a:pt x="50932" y="103724"/>
                    </a:cubicBezTo>
                    <a:cubicBezTo>
                      <a:pt x="49649" y="103724"/>
                      <a:pt x="48218" y="106200"/>
                      <a:pt x="47138" y="106308"/>
                    </a:cubicBezTo>
                    <a:cubicBezTo>
                      <a:pt x="47065" y="106316"/>
                      <a:pt x="46994" y="106320"/>
                      <a:pt x="46924" y="106320"/>
                    </a:cubicBezTo>
                    <a:cubicBezTo>
                      <a:pt x="45263" y="106320"/>
                      <a:pt x="44324" y="104111"/>
                      <a:pt x="43814" y="102452"/>
                    </a:cubicBezTo>
                    <a:cubicBezTo>
                      <a:pt x="44080" y="100258"/>
                      <a:pt x="45077" y="98197"/>
                      <a:pt x="46606" y="96535"/>
                    </a:cubicBezTo>
                    <a:cubicBezTo>
                      <a:pt x="48202" y="94740"/>
                      <a:pt x="49997" y="93144"/>
                      <a:pt x="51526" y="91283"/>
                    </a:cubicBezTo>
                    <a:lnTo>
                      <a:pt x="52191" y="90485"/>
                    </a:lnTo>
                    <a:cubicBezTo>
                      <a:pt x="52191" y="93876"/>
                      <a:pt x="52523" y="97266"/>
                      <a:pt x="53255" y="100590"/>
                    </a:cubicBezTo>
                    <a:cubicBezTo>
                      <a:pt x="53521" y="102253"/>
                      <a:pt x="53787" y="104048"/>
                      <a:pt x="54052" y="105776"/>
                    </a:cubicBezTo>
                    <a:cubicBezTo>
                      <a:pt x="54252" y="106774"/>
                      <a:pt x="55116" y="107106"/>
                      <a:pt x="56047" y="107172"/>
                    </a:cubicBezTo>
                    <a:cubicBezTo>
                      <a:pt x="56378" y="107214"/>
                      <a:pt x="56721" y="107235"/>
                      <a:pt x="57070" y="107235"/>
                    </a:cubicBezTo>
                    <a:cubicBezTo>
                      <a:pt x="59520" y="107235"/>
                      <a:pt x="62271" y="106209"/>
                      <a:pt x="63493" y="104114"/>
                    </a:cubicBezTo>
                    <a:cubicBezTo>
                      <a:pt x="64756" y="101588"/>
                      <a:pt x="64225" y="98529"/>
                      <a:pt x="62230" y="96601"/>
                    </a:cubicBezTo>
                    <a:cubicBezTo>
                      <a:pt x="62100" y="96490"/>
                      <a:pt x="61944" y="96441"/>
                      <a:pt x="61778" y="96441"/>
                    </a:cubicBezTo>
                    <a:cubicBezTo>
                      <a:pt x="61350" y="96441"/>
                      <a:pt x="60855" y="96769"/>
                      <a:pt x="60568" y="97200"/>
                    </a:cubicBezTo>
                    <a:cubicBezTo>
                      <a:pt x="60169" y="97399"/>
                      <a:pt x="59837" y="97665"/>
                      <a:pt x="59571" y="97998"/>
                    </a:cubicBezTo>
                    <a:lnTo>
                      <a:pt x="59305" y="98330"/>
                    </a:lnTo>
                    <a:cubicBezTo>
                      <a:pt x="59238" y="97599"/>
                      <a:pt x="59039" y="96867"/>
                      <a:pt x="58906" y="96269"/>
                    </a:cubicBezTo>
                    <a:cubicBezTo>
                      <a:pt x="58640" y="94474"/>
                      <a:pt x="58241" y="92679"/>
                      <a:pt x="57776" y="90950"/>
                    </a:cubicBezTo>
                    <a:cubicBezTo>
                      <a:pt x="57449" y="89642"/>
                      <a:pt x="56414" y="85761"/>
                      <a:pt x="54672" y="85761"/>
                    </a:cubicBezTo>
                    <a:cubicBezTo>
                      <a:pt x="54643" y="85761"/>
                      <a:pt x="54614" y="85762"/>
                      <a:pt x="54584" y="85765"/>
                    </a:cubicBezTo>
                    <a:cubicBezTo>
                      <a:pt x="54717" y="85366"/>
                      <a:pt x="54717" y="84967"/>
                      <a:pt x="54717" y="84501"/>
                    </a:cubicBezTo>
                    <a:cubicBezTo>
                      <a:pt x="54717" y="84302"/>
                      <a:pt x="54651" y="84036"/>
                      <a:pt x="54584" y="83770"/>
                    </a:cubicBezTo>
                    <a:lnTo>
                      <a:pt x="54584" y="83770"/>
                    </a:lnTo>
                    <a:cubicBezTo>
                      <a:pt x="55221" y="83886"/>
                      <a:pt x="55870" y="83935"/>
                      <a:pt x="56523" y="83935"/>
                    </a:cubicBezTo>
                    <a:cubicBezTo>
                      <a:pt x="58876" y="83935"/>
                      <a:pt x="61294" y="83293"/>
                      <a:pt x="63427" y="82773"/>
                    </a:cubicBezTo>
                    <a:cubicBezTo>
                      <a:pt x="65222" y="82307"/>
                      <a:pt x="67017" y="81842"/>
                      <a:pt x="68746" y="81244"/>
                    </a:cubicBezTo>
                    <a:cubicBezTo>
                      <a:pt x="70275" y="80579"/>
                      <a:pt x="71804" y="79714"/>
                      <a:pt x="73133" y="78717"/>
                    </a:cubicBezTo>
                    <a:cubicBezTo>
                      <a:pt x="76125" y="76789"/>
                      <a:pt x="78984" y="74662"/>
                      <a:pt x="81644" y="72401"/>
                    </a:cubicBezTo>
                    <a:cubicBezTo>
                      <a:pt x="82641" y="71470"/>
                      <a:pt x="83572" y="70473"/>
                      <a:pt x="84436" y="69409"/>
                    </a:cubicBezTo>
                    <a:cubicBezTo>
                      <a:pt x="85167" y="68678"/>
                      <a:pt x="85699" y="67681"/>
                      <a:pt x="85899" y="66684"/>
                    </a:cubicBezTo>
                    <a:cubicBezTo>
                      <a:pt x="87029" y="66950"/>
                      <a:pt x="88092" y="67481"/>
                      <a:pt x="89223" y="67614"/>
                    </a:cubicBezTo>
                    <a:cubicBezTo>
                      <a:pt x="89289" y="71404"/>
                      <a:pt x="89156" y="75194"/>
                      <a:pt x="89156" y="78983"/>
                    </a:cubicBezTo>
                    <a:cubicBezTo>
                      <a:pt x="89156" y="80113"/>
                      <a:pt x="89356" y="81244"/>
                      <a:pt x="89755" y="82307"/>
                    </a:cubicBezTo>
                    <a:cubicBezTo>
                      <a:pt x="90419" y="83438"/>
                      <a:pt x="91350" y="84302"/>
                      <a:pt x="92480" y="84900"/>
                    </a:cubicBezTo>
                    <a:cubicBezTo>
                      <a:pt x="92480" y="85033"/>
                      <a:pt x="92613" y="85100"/>
                      <a:pt x="92879" y="85100"/>
                    </a:cubicBezTo>
                    <a:cubicBezTo>
                      <a:pt x="93012" y="85100"/>
                      <a:pt x="93212" y="85100"/>
                      <a:pt x="93345" y="85033"/>
                    </a:cubicBezTo>
                    <a:cubicBezTo>
                      <a:pt x="95472" y="84701"/>
                      <a:pt x="97267" y="82706"/>
                      <a:pt x="98198" y="80911"/>
                    </a:cubicBezTo>
                    <a:cubicBezTo>
                      <a:pt x="98331" y="80712"/>
                      <a:pt x="98398" y="80512"/>
                      <a:pt x="98331" y="80246"/>
                    </a:cubicBezTo>
                    <a:cubicBezTo>
                      <a:pt x="98331" y="80113"/>
                      <a:pt x="98265" y="79914"/>
                      <a:pt x="98198" y="79847"/>
                    </a:cubicBezTo>
                    <a:cubicBezTo>
                      <a:pt x="97467" y="79316"/>
                      <a:pt x="96802" y="78917"/>
                      <a:pt x="96071" y="78518"/>
                    </a:cubicBezTo>
                    <a:cubicBezTo>
                      <a:pt x="95206" y="77986"/>
                      <a:pt x="94674" y="77055"/>
                      <a:pt x="94608" y="76058"/>
                    </a:cubicBezTo>
                    <a:cubicBezTo>
                      <a:pt x="94409" y="73598"/>
                      <a:pt x="94674" y="71072"/>
                      <a:pt x="95339" y="68678"/>
                    </a:cubicBezTo>
                    <a:cubicBezTo>
                      <a:pt x="95805" y="66750"/>
                      <a:pt x="96403" y="64224"/>
                      <a:pt x="95140" y="62429"/>
                    </a:cubicBezTo>
                    <a:cubicBezTo>
                      <a:pt x="94521" y="61552"/>
                      <a:pt x="93382" y="61315"/>
                      <a:pt x="92282" y="61315"/>
                    </a:cubicBezTo>
                    <a:cubicBezTo>
                      <a:pt x="91963" y="61315"/>
                      <a:pt x="91648" y="61335"/>
                      <a:pt x="91350" y="61365"/>
                    </a:cubicBezTo>
                    <a:cubicBezTo>
                      <a:pt x="91151" y="60833"/>
                      <a:pt x="91084" y="60301"/>
                      <a:pt x="91084" y="59769"/>
                    </a:cubicBezTo>
                    <a:cubicBezTo>
                      <a:pt x="91084" y="59636"/>
                      <a:pt x="91084" y="59437"/>
                      <a:pt x="91151" y="59304"/>
                    </a:cubicBezTo>
                    <a:lnTo>
                      <a:pt x="91284" y="59237"/>
                    </a:lnTo>
                    <a:cubicBezTo>
                      <a:pt x="91616" y="59104"/>
                      <a:pt x="91949" y="59038"/>
                      <a:pt x="92281" y="58971"/>
                    </a:cubicBezTo>
                    <a:cubicBezTo>
                      <a:pt x="93464" y="58725"/>
                      <a:pt x="94684" y="58588"/>
                      <a:pt x="95941" y="58588"/>
                    </a:cubicBezTo>
                    <a:cubicBezTo>
                      <a:pt x="96379" y="58588"/>
                      <a:pt x="96821" y="58605"/>
                      <a:pt x="97267" y="58639"/>
                    </a:cubicBezTo>
                    <a:cubicBezTo>
                      <a:pt x="97201" y="59437"/>
                      <a:pt x="97201" y="60168"/>
                      <a:pt x="97400" y="60899"/>
                    </a:cubicBezTo>
                    <a:cubicBezTo>
                      <a:pt x="97733" y="62495"/>
                      <a:pt x="98265" y="64091"/>
                      <a:pt x="98996" y="65553"/>
                    </a:cubicBezTo>
                    <a:cubicBezTo>
                      <a:pt x="100193" y="68346"/>
                      <a:pt x="102653" y="71271"/>
                      <a:pt x="105910" y="71670"/>
                    </a:cubicBezTo>
                    <a:cubicBezTo>
                      <a:pt x="105929" y="71672"/>
                      <a:pt x="105948" y="71673"/>
                      <a:pt x="105968" y="71673"/>
                    </a:cubicBezTo>
                    <a:cubicBezTo>
                      <a:pt x="106634" y="71673"/>
                      <a:pt x="107629" y="70589"/>
                      <a:pt x="107306" y="70008"/>
                    </a:cubicBezTo>
                    <a:cubicBezTo>
                      <a:pt x="107705" y="69476"/>
                      <a:pt x="108038" y="68944"/>
                      <a:pt x="108370" y="68479"/>
                    </a:cubicBezTo>
                    <a:cubicBezTo>
                      <a:pt x="108902" y="67747"/>
                      <a:pt x="109368" y="67016"/>
                      <a:pt x="109766" y="66218"/>
                    </a:cubicBezTo>
                    <a:cubicBezTo>
                      <a:pt x="109899" y="66019"/>
                      <a:pt x="109966" y="65819"/>
                      <a:pt x="109899" y="65620"/>
                    </a:cubicBezTo>
                    <a:cubicBezTo>
                      <a:pt x="109235" y="63958"/>
                      <a:pt x="107439" y="62960"/>
                      <a:pt x="106043" y="62030"/>
                    </a:cubicBezTo>
                    <a:cubicBezTo>
                      <a:pt x="104315" y="61032"/>
                      <a:pt x="103118" y="59437"/>
                      <a:pt x="102586" y="57509"/>
                    </a:cubicBezTo>
                    <a:cubicBezTo>
                      <a:pt x="102254" y="55980"/>
                      <a:pt x="102187" y="54384"/>
                      <a:pt x="101456" y="52988"/>
                    </a:cubicBezTo>
                    <a:cubicBezTo>
                      <a:pt x="100990" y="52257"/>
                      <a:pt x="100326" y="51725"/>
                      <a:pt x="99528" y="51459"/>
                    </a:cubicBezTo>
                    <a:cubicBezTo>
                      <a:pt x="99528" y="51392"/>
                      <a:pt x="99528" y="51326"/>
                      <a:pt x="99528" y="51259"/>
                    </a:cubicBezTo>
                    <a:cubicBezTo>
                      <a:pt x="99262" y="50262"/>
                      <a:pt x="97267" y="50063"/>
                      <a:pt x="96403" y="49730"/>
                    </a:cubicBezTo>
                    <a:cubicBezTo>
                      <a:pt x="95339" y="49132"/>
                      <a:pt x="94276" y="48467"/>
                      <a:pt x="93278" y="47802"/>
                    </a:cubicBezTo>
                    <a:cubicBezTo>
                      <a:pt x="93478" y="47536"/>
                      <a:pt x="93544" y="47204"/>
                      <a:pt x="93478" y="46938"/>
                    </a:cubicBezTo>
                    <a:cubicBezTo>
                      <a:pt x="92215" y="42018"/>
                      <a:pt x="89888" y="37431"/>
                      <a:pt x="86630" y="33442"/>
                    </a:cubicBezTo>
                    <a:cubicBezTo>
                      <a:pt x="85034" y="31513"/>
                      <a:pt x="83106" y="29851"/>
                      <a:pt x="80912" y="28588"/>
                    </a:cubicBezTo>
                    <a:cubicBezTo>
                      <a:pt x="79385" y="27693"/>
                      <a:pt x="77399" y="26965"/>
                      <a:pt x="75516" y="26965"/>
                    </a:cubicBezTo>
                    <a:cubicBezTo>
                      <a:pt x="75022" y="26965"/>
                      <a:pt x="74534" y="27015"/>
                      <a:pt x="74064" y="27126"/>
                    </a:cubicBezTo>
                    <a:cubicBezTo>
                      <a:pt x="74064" y="26993"/>
                      <a:pt x="73998" y="26926"/>
                      <a:pt x="73998" y="26860"/>
                    </a:cubicBezTo>
                    <a:cubicBezTo>
                      <a:pt x="73665" y="24799"/>
                      <a:pt x="74264" y="22738"/>
                      <a:pt x="75593" y="21142"/>
                    </a:cubicBezTo>
                    <a:cubicBezTo>
                      <a:pt x="77123" y="19347"/>
                      <a:pt x="79051" y="18084"/>
                      <a:pt x="80779" y="16488"/>
                    </a:cubicBezTo>
                    <a:cubicBezTo>
                      <a:pt x="83705" y="13895"/>
                      <a:pt x="87561" y="9840"/>
                      <a:pt x="86962" y="5585"/>
                    </a:cubicBezTo>
                    <a:cubicBezTo>
                      <a:pt x="87228" y="4521"/>
                      <a:pt x="87095" y="3324"/>
                      <a:pt x="86630" y="2327"/>
                    </a:cubicBezTo>
                    <a:cubicBezTo>
                      <a:pt x="85832" y="864"/>
                      <a:pt x="83837" y="133"/>
                      <a:pt x="823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74"/>
              <p:cNvSpPr/>
              <p:nvPr/>
            </p:nvSpPr>
            <p:spPr>
              <a:xfrm>
                <a:off x="638675" y="2987800"/>
                <a:ext cx="116375" cy="106350"/>
              </a:xfrm>
              <a:custGeom>
                <a:avLst/>
                <a:gdLst/>
                <a:ahLst/>
                <a:cxnLst/>
                <a:rect l="l" t="t" r="r" b="b"/>
                <a:pathLst>
                  <a:path w="4655" h="4254" extrusionOk="0">
                    <a:moveTo>
                      <a:pt x="2598" y="0"/>
                    </a:moveTo>
                    <a:cubicBezTo>
                      <a:pt x="1409" y="0"/>
                      <a:pt x="278" y="1087"/>
                      <a:pt x="67" y="2300"/>
                    </a:cubicBezTo>
                    <a:cubicBezTo>
                      <a:pt x="1" y="2500"/>
                      <a:pt x="1" y="2766"/>
                      <a:pt x="67" y="3032"/>
                    </a:cubicBezTo>
                    <a:cubicBezTo>
                      <a:pt x="67" y="3165"/>
                      <a:pt x="134" y="3231"/>
                      <a:pt x="200" y="3364"/>
                    </a:cubicBezTo>
                    <a:cubicBezTo>
                      <a:pt x="267" y="3497"/>
                      <a:pt x="333" y="3630"/>
                      <a:pt x="400" y="3829"/>
                    </a:cubicBezTo>
                    <a:cubicBezTo>
                      <a:pt x="629" y="4105"/>
                      <a:pt x="954" y="4253"/>
                      <a:pt x="1286" y="4253"/>
                    </a:cubicBezTo>
                    <a:cubicBezTo>
                      <a:pt x="1435" y="4253"/>
                      <a:pt x="1585" y="4224"/>
                      <a:pt x="1729" y="4162"/>
                    </a:cubicBezTo>
                    <a:cubicBezTo>
                      <a:pt x="2261" y="4162"/>
                      <a:pt x="2727" y="4029"/>
                      <a:pt x="3192" y="3829"/>
                    </a:cubicBezTo>
                    <a:cubicBezTo>
                      <a:pt x="3857" y="3497"/>
                      <a:pt x="4322" y="2899"/>
                      <a:pt x="4588" y="2234"/>
                    </a:cubicBezTo>
                    <a:cubicBezTo>
                      <a:pt x="4655" y="1436"/>
                      <a:pt x="4256" y="638"/>
                      <a:pt x="3524" y="239"/>
                    </a:cubicBezTo>
                    <a:cubicBezTo>
                      <a:pt x="3222" y="74"/>
                      <a:pt x="2908" y="0"/>
                      <a:pt x="259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74"/>
              <p:cNvSpPr/>
              <p:nvPr/>
            </p:nvSpPr>
            <p:spPr>
              <a:xfrm>
                <a:off x="474125" y="3009725"/>
                <a:ext cx="66525" cy="69400"/>
              </a:xfrm>
              <a:custGeom>
                <a:avLst/>
                <a:gdLst/>
                <a:ahLst/>
                <a:cxnLst/>
                <a:rect l="l" t="t" r="r" b="b"/>
                <a:pathLst>
                  <a:path w="2661" h="2776" extrusionOk="0">
                    <a:moveTo>
                      <a:pt x="1689" y="1"/>
                    </a:moveTo>
                    <a:cubicBezTo>
                      <a:pt x="1637" y="1"/>
                      <a:pt x="1583" y="9"/>
                      <a:pt x="1530" y="27"/>
                    </a:cubicBezTo>
                    <a:cubicBezTo>
                      <a:pt x="1473" y="16"/>
                      <a:pt x="1414" y="10"/>
                      <a:pt x="1354" y="10"/>
                    </a:cubicBezTo>
                    <a:cubicBezTo>
                      <a:pt x="1065" y="10"/>
                      <a:pt x="753" y="139"/>
                      <a:pt x="533" y="359"/>
                    </a:cubicBezTo>
                    <a:cubicBezTo>
                      <a:pt x="400" y="492"/>
                      <a:pt x="333" y="692"/>
                      <a:pt x="267" y="891"/>
                    </a:cubicBezTo>
                    <a:cubicBezTo>
                      <a:pt x="200" y="958"/>
                      <a:pt x="200" y="958"/>
                      <a:pt x="134" y="1024"/>
                    </a:cubicBezTo>
                    <a:cubicBezTo>
                      <a:pt x="1" y="1423"/>
                      <a:pt x="67" y="1822"/>
                      <a:pt x="333" y="2088"/>
                    </a:cubicBezTo>
                    <a:cubicBezTo>
                      <a:pt x="333" y="2420"/>
                      <a:pt x="533" y="2620"/>
                      <a:pt x="865" y="2753"/>
                    </a:cubicBezTo>
                    <a:cubicBezTo>
                      <a:pt x="948" y="2768"/>
                      <a:pt x="1032" y="2775"/>
                      <a:pt x="1114" y="2775"/>
                    </a:cubicBezTo>
                    <a:cubicBezTo>
                      <a:pt x="1755" y="2775"/>
                      <a:pt x="2343" y="2330"/>
                      <a:pt x="2461" y="1623"/>
                    </a:cubicBezTo>
                    <a:cubicBezTo>
                      <a:pt x="2660" y="1224"/>
                      <a:pt x="2594" y="692"/>
                      <a:pt x="2261" y="359"/>
                    </a:cubicBezTo>
                    <a:cubicBezTo>
                      <a:pt x="2195" y="293"/>
                      <a:pt x="2128" y="226"/>
                      <a:pt x="2062" y="160"/>
                    </a:cubicBezTo>
                    <a:cubicBezTo>
                      <a:pt x="1964" y="63"/>
                      <a:pt x="1831" y="1"/>
                      <a:pt x="16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74"/>
              <p:cNvSpPr/>
              <p:nvPr/>
            </p:nvSpPr>
            <p:spPr>
              <a:xfrm>
                <a:off x="1208775" y="2164675"/>
                <a:ext cx="791200" cy="640050"/>
              </a:xfrm>
              <a:custGeom>
                <a:avLst/>
                <a:gdLst/>
                <a:ahLst/>
                <a:cxnLst/>
                <a:rect l="l" t="t" r="r" b="b"/>
                <a:pathLst>
                  <a:path w="31648" h="25602" extrusionOk="0">
                    <a:moveTo>
                      <a:pt x="31540" y="0"/>
                    </a:moveTo>
                    <a:cubicBezTo>
                      <a:pt x="31481" y="0"/>
                      <a:pt x="31382" y="94"/>
                      <a:pt x="31382" y="188"/>
                    </a:cubicBezTo>
                    <a:cubicBezTo>
                      <a:pt x="31382" y="1584"/>
                      <a:pt x="30916" y="2980"/>
                      <a:pt x="30185" y="4177"/>
                    </a:cubicBezTo>
                    <a:cubicBezTo>
                      <a:pt x="29786" y="4775"/>
                      <a:pt x="29387" y="5374"/>
                      <a:pt x="28988" y="5972"/>
                    </a:cubicBezTo>
                    <a:cubicBezTo>
                      <a:pt x="28589" y="6571"/>
                      <a:pt x="28124" y="7235"/>
                      <a:pt x="27791" y="7834"/>
                    </a:cubicBezTo>
                    <a:cubicBezTo>
                      <a:pt x="26196" y="10427"/>
                      <a:pt x="24401" y="12887"/>
                      <a:pt x="22473" y="15280"/>
                    </a:cubicBezTo>
                    <a:cubicBezTo>
                      <a:pt x="21475" y="16477"/>
                      <a:pt x="20478" y="17607"/>
                      <a:pt x="19414" y="18737"/>
                    </a:cubicBezTo>
                    <a:cubicBezTo>
                      <a:pt x="18417" y="19801"/>
                      <a:pt x="17287" y="20798"/>
                      <a:pt x="16157" y="21729"/>
                    </a:cubicBezTo>
                    <a:cubicBezTo>
                      <a:pt x="14029" y="23192"/>
                      <a:pt x="11636" y="24255"/>
                      <a:pt x="9109" y="24721"/>
                    </a:cubicBezTo>
                    <a:cubicBezTo>
                      <a:pt x="6486" y="25187"/>
                      <a:pt x="3913" y="25398"/>
                      <a:pt x="1302" y="25398"/>
                    </a:cubicBezTo>
                    <a:cubicBezTo>
                      <a:pt x="936" y="25398"/>
                      <a:pt x="569" y="25394"/>
                      <a:pt x="200" y="25386"/>
                    </a:cubicBezTo>
                    <a:cubicBezTo>
                      <a:pt x="134" y="25386"/>
                      <a:pt x="1" y="25585"/>
                      <a:pt x="134" y="25585"/>
                    </a:cubicBezTo>
                    <a:cubicBezTo>
                      <a:pt x="565" y="25596"/>
                      <a:pt x="999" y="25601"/>
                      <a:pt x="1433" y="25601"/>
                    </a:cubicBezTo>
                    <a:cubicBezTo>
                      <a:pt x="3676" y="25601"/>
                      <a:pt x="5951" y="25454"/>
                      <a:pt x="8178" y="25120"/>
                    </a:cubicBezTo>
                    <a:cubicBezTo>
                      <a:pt x="10771" y="24721"/>
                      <a:pt x="13231" y="23790"/>
                      <a:pt x="15492" y="22394"/>
                    </a:cubicBezTo>
                    <a:cubicBezTo>
                      <a:pt x="16622" y="21596"/>
                      <a:pt x="17686" y="20732"/>
                      <a:pt x="18683" y="19668"/>
                    </a:cubicBezTo>
                    <a:cubicBezTo>
                      <a:pt x="19813" y="18604"/>
                      <a:pt x="20877" y="17407"/>
                      <a:pt x="21874" y="16211"/>
                    </a:cubicBezTo>
                    <a:cubicBezTo>
                      <a:pt x="23935" y="13751"/>
                      <a:pt x="25797" y="11224"/>
                      <a:pt x="27525" y="8632"/>
                    </a:cubicBezTo>
                    <a:cubicBezTo>
                      <a:pt x="27991" y="7967"/>
                      <a:pt x="28390" y="7302"/>
                      <a:pt x="28789" y="6637"/>
                    </a:cubicBezTo>
                    <a:cubicBezTo>
                      <a:pt x="29188" y="5972"/>
                      <a:pt x="29586" y="5507"/>
                      <a:pt x="29919" y="4908"/>
                    </a:cubicBezTo>
                    <a:cubicBezTo>
                      <a:pt x="30783" y="3778"/>
                      <a:pt x="31315" y="2449"/>
                      <a:pt x="31581" y="1052"/>
                    </a:cubicBezTo>
                    <a:cubicBezTo>
                      <a:pt x="31647" y="720"/>
                      <a:pt x="31647" y="388"/>
                      <a:pt x="31581" y="55"/>
                    </a:cubicBezTo>
                    <a:cubicBezTo>
                      <a:pt x="31581" y="16"/>
                      <a:pt x="31564" y="0"/>
                      <a:pt x="31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74"/>
              <p:cNvSpPr/>
              <p:nvPr/>
            </p:nvSpPr>
            <p:spPr>
              <a:xfrm>
                <a:off x="2023225" y="2147750"/>
                <a:ext cx="501975" cy="525900"/>
              </a:xfrm>
              <a:custGeom>
                <a:avLst/>
                <a:gdLst/>
                <a:ahLst/>
                <a:cxnLst/>
                <a:rect l="l" t="t" r="r" b="b"/>
                <a:pathLst>
                  <a:path w="20079" h="21036" extrusionOk="0">
                    <a:moveTo>
                      <a:pt x="200" y="1"/>
                    </a:moveTo>
                    <a:cubicBezTo>
                      <a:pt x="133" y="1"/>
                      <a:pt x="0" y="200"/>
                      <a:pt x="133" y="200"/>
                    </a:cubicBezTo>
                    <a:lnTo>
                      <a:pt x="133" y="134"/>
                    </a:lnTo>
                    <a:cubicBezTo>
                      <a:pt x="2327" y="134"/>
                      <a:pt x="4322" y="1131"/>
                      <a:pt x="6250" y="2128"/>
                    </a:cubicBezTo>
                    <a:cubicBezTo>
                      <a:pt x="7181" y="2527"/>
                      <a:pt x="8045" y="3059"/>
                      <a:pt x="8976" y="3591"/>
                    </a:cubicBezTo>
                    <a:cubicBezTo>
                      <a:pt x="9773" y="4123"/>
                      <a:pt x="10571" y="4788"/>
                      <a:pt x="11303" y="5452"/>
                    </a:cubicBezTo>
                    <a:cubicBezTo>
                      <a:pt x="12832" y="6716"/>
                      <a:pt x="14228" y="8112"/>
                      <a:pt x="15491" y="9641"/>
                    </a:cubicBezTo>
                    <a:cubicBezTo>
                      <a:pt x="16688" y="11104"/>
                      <a:pt x="17685" y="12766"/>
                      <a:pt x="18483" y="14627"/>
                    </a:cubicBezTo>
                    <a:cubicBezTo>
                      <a:pt x="18882" y="15558"/>
                      <a:pt x="19214" y="16622"/>
                      <a:pt x="19480" y="17686"/>
                    </a:cubicBezTo>
                    <a:cubicBezTo>
                      <a:pt x="19680" y="18749"/>
                      <a:pt x="19813" y="19880"/>
                      <a:pt x="19946" y="21010"/>
                    </a:cubicBezTo>
                    <a:cubicBezTo>
                      <a:pt x="19946" y="21028"/>
                      <a:pt x="19955" y="21036"/>
                      <a:pt x="19969" y="21036"/>
                    </a:cubicBezTo>
                    <a:cubicBezTo>
                      <a:pt x="20007" y="21036"/>
                      <a:pt x="20079" y="20974"/>
                      <a:pt x="20079" y="20877"/>
                    </a:cubicBezTo>
                    <a:cubicBezTo>
                      <a:pt x="20079" y="19946"/>
                      <a:pt x="20012" y="18949"/>
                      <a:pt x="19746" y="18018"/>
                    </a:cubicBezTo>
                    <a:cubicBezTo>
                      <a:pt x="19547" y="17021"/>
                      <a:pt x="19281" y="16090"/>
                      <a:pt x="18948" y="15159"/>
                    </a:cubicBezTo>
                    <a:cubicBezTo>
                      <a:pt x="18217" y="13364"/>
                      <a:pt x="17286" y="11636"/>
                      <a:pt x="16156" y="10040"/>
                    </a:cubicBezTo>
                    <a:cubicBezTo>
                      <a:pt x="14893" y="8511"/>
                      <a:pt x="13497" y="7115"/>
                      <a:pt x="12034" y="5785"/>
                    </a:cubicBezTo>
                    <a:cubicBezTo>
                      <a:pt x="11236" y="5120"/>
                      <a:pt x="10438" y="4455"/>
                      <a:pt x="9641" y="3790"/>
                    </a:cubicBezTo>
                    <a:cubicBezTo>
                      <a:pt x="8776" y="3259"/>
                      <a:pt x="7912" y="2727"/>
                      <a:pt x="7048" y="2328"/>
                    </a:cubicBezTo>
                    <a:cubicBezTo>
                      <a:pt x="4920" y="1197"/>
                      <a:pt x="2660" y="1"/>
                      <a:pt x="2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74"/>
              <p:cNvSpPr/>
              <p:nvPr/>
            </p:nvSpPr>
            <p:spPr>
              <a:xfrm>
                <a:off x="2146525" y="2873650"/>
                <a:ext cx="267325" cy="243150"/>
              </a:xfrm>
              <a:custGeom>
                <a:avLst/>
                <a:gdLst/>
                <a:ahLst/>
                <a:cxnLst/>
                <a:rect l="l" t="t" r="r" b="b"/>
                <a:pathLst>
                  <a:path w="10693" h="9726" extrusionOk="0">
                    <a:moveTo>
                      <a:pt x="231" y="1"/>
                    </a:moveTo>
                    <a:cubicBezTo>
                      <a:pt x="168" y="1"/>
                      <a:pt x="0" y="109"/>
                      <a:pt x="55" y="218"/>
                    </a:cubicBezTo>
                    <a:cubicBezTo>
                      <a:pt x="1185" y="3874"/>
                      <a:pt x="3844" y="6933"/>
                      <a:pt x="7301" y="8661"/>
                    </a:cubicBezTo>
                    <a:cubicBezTo>
                      <a:pt x="8299" y="9193"/>
                      <a:pt x="9296" y="9526"/>
                      <a:pt x="10426" y="9725"/>
                    </a:cubicBezTo>
                    <a:cubicBezTo>
                      <a:pt x="10493" y="9725"/>
                      <a:pt x="10692" y="9459"/>
                      <a:pt x="10559" y="9459"/>
                    </a:cubicBezTo>
                    <a:cubicBezTo>
                      <a:pt x="9628" y="9193"/>
                      <a:pt x="8698" y="8861"/>
                      <a:pt x="7833" y="8528"/>
                    </a:cubicBezTo>
                    <a:cubicBezTo>
                      <a:pt x="5240" y="7398"/>
                      <a:pt x="3046" y="5470"/>
                      <a:pt x="1584" y="3010"/>
                    </a:cubicBezTo>
                    <a:cubicBezTo>
                      <a:pt x="1052" y="2079"/>
                      <a:pt x="586" y="1082"/>
                      <a:pt x="254" y="18"/>
                    </a:cubicBezTo>
                    <a:cubicBezTo>
                      <a:pt x="254" y="6"/>
                      <a:pt x="245" y="1"/>
                      <a:pt x="2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74"/>
              <p:cNvSpPr/>
              <p:nvPr/>
            </p:nvSpPr>
            <p:spPr>
              <a:xfrm>
                <a:off x="2700450" y="2800975"/>
                <a:ext cx="207025" cy="259300"/>
              </a:xfrm>
              <a:custGeom>
                <a:avLst/>
                <a:gdLst/>
                <a:ahLst/>
                <a:cxnLst/>
                <a:rect l="l" t="t" r="r" b="b"/>
                <a:pathLst>
                  <a:path w="8281" h="10372" extrusionOk="0">
                    <a:moveTo>
                      <a:pt x="1300" y="0"/>
                    </a:moveTo>
                    <a:cubicBezTo>
                      <a:pt x="768" y="67"/>
                      <a:pt x="369" y="266"/>
                      <a:pt x="37" y="665"/>
                    </a:cubicBezTo>
                    <a:cubicBezTo>
                      <a:pt x="0" y="775"/>
                      <a:pt x="24" y="824"/>
                      <a:pt x="64" y="824"/>
                    </a:cubicBezTo>
                    <a:cubicBezTo>
                      <a:pt x="97" y="824"/>
                      <a:pt x="140" y="791"/>
                      <a:pt x="170" y="731"/>
                    </a:cubicBezTo>
                    <a:cubicBezTo>
                      <a:pt x="303" y="532"/>
                      <a:pt x="502" y="332"/>
                      <a:pt x="768" y="266"/>
                    </a:cubicBezTo>
                    <a:cubicBezTo>
                      <a:pt x="835" y="266"/>
                      <a:pt x="901" y="199"/>
                      <a:pt x="968" y="199"/>
                    </a:cubicBezTo>
                    <a:cubicBezTo>
                      <a:pt x="1167" y="199"/>
                      <a:pt x="1167" y="399"/>
                      <a:pt x="1234" y="532"/>
                    </a:cubicBezTo>
                    <a:cubicBezTo>
                      <a:pt x="1433" y="997"/>
                      <a:pt x="1566" y="1396"/>
                      <a:pt x="1832" y="1862"/>
                    </a:cubicBezTo>
                    <a:cubicBezTo>
                      <a:pt x="2231" y="2792"/>
                      <a:pt x="2630" y="3723"/>
                      <a:pt x="2962" y="4654"/>
                    </a:cubicBezTo>
                    <a:cubicBezTo>
                      <a:pt x="3095" y="5053"/>
                      <a:pt x="3228" y="5518"/>
                      <a:pt x="3428" y="5851"/>
                    </a:cubicBezTo>
                    <a:cubicBezTo>
                      <a:pt x="3627" y="6250"/>
                      <a:pt x="3827" y="6582"/>
                      <a:pt x="4026" y="6914"/>
                    </a:cubicBezTo>
                    <a:cubicBezTo>
                      <a:pt x="4558" y="7579"/>
                      <a:pt x="5090" y="8244"/>
                      <a:pt x="5755" y="8842"/>
                    </a:cubicBezTo>
                    <a:cubicBezTo>
                      <a:pt x="6153" y="9175"/>
                      <a:pt x="6486" y="9441"/>
                      <a:pt x="6885" y="9773"/>
                    </a:cubicBezTo>
                    <a:cubicBezTo>
                      <a:pt x="7217" y="9973"/>
                      <a:pt x="7616" y="10239"/>
                      <a:pt x="8015" y="10372"/>
                    </a:cubicBezTo>
                    <a:cubicBezTo>
                      <a:pt x="8082" y="10372"/>
                      <a:pt x="8281" y="10239"/>
                      <a:pt x="8214" y="10172"/>
                    </a:cubicBezTo>
                    <a:cubicBezTo>
                      <a:pt x="7949" y="9906"/>
                      <a:pt x="7616" y="9773"/>
                      <a:pt x="7350" y="9574"/>
                    </a:cubicBezTo>
                    <a:cubicBezTo>
                      <a:pt x="7151" y="9374"/>
                      <a:pt x="6752" y="9175"/>
                      <a:pt x="6486" y="8909"/>
                    </a:cubicBezTo>
                    <a:cubicBezTo>
                      <a:pt x="5888" y="8444"/>
                      <a:pt x="5289" y="7845"/>
                      <a:pt x="4824" y="7247"/>
                    </a:cubicBezTo>
                    <a:cubicBezTo>
                      <a:pt x="4292" y="6648"/>
                      <a:pt x="3893" y="5984"/>
                      <a:pt x="3561" y="5252"/>
                    </a:cubicBezTo>
                    <a:cubicBezTo>
                      <a:pt x="3428" y="4853"/>
                      <a:pt x="3295" y="4454"/>
                      <a:pt x="3162" y="4122"/>
                    </a:cubicBezTo>
                    <a:cubicBezTo>
                      <a:pt x="2962" y="3723"/>
                      <a:pt x="2763" y="3258"/>
                      <a:pt x="2630" y="2792"/>
                    </a:cubicBezTo>
                    <a:cubicBezTo>
                      <a:pt x="2231" y="1862"/>
                      <a:pt x="1765" y="931"/>
                      <a:pt x="13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74"/>
              <p:cNvSpPr/>
              <p:nvPr/>
            </p:nvSpPr>
            <p:spPr>
              <a:xfrm>
                <a:off x="2688075" y="2901900"/>
                <a:ext cx="182850" cy="329575"/>
              </a:xfrm>
              <a:custGeom>
                <a:avLst/>
                <a:gdLst/>
                <a:ahLst/>
                <a:cxnLst/>
                <a:rect l="l" t="t" r="r" b="b"/>
                <a:pathLst>
                  <a:path w="7314" h="13183" extrusionOk="0">
                    <a:moveTo>
                      <a:pt x="243" y="1"/>
                    </a:moveTo>
                    <a:cubicBezTo>
                      <a:pt x="180" y="1"/>
                      <a:pt x="12" y="109"/>
                      <a:pt x="67" y="218"/>
                    </a:cubicBezTo>
                    <a:lnTo>
                      <a:pt x="0" y="218"/>
                    </a:lnTo>
                    <a:cubicBezTo>
                      <a:pt x="399" y="2478"/>
                      <a:pt x="931" y="4739"/>
                      <a:pt x="1662" y="6933"/>
                    </a:cubicBezTo>
                    <a:cubicBezTo>
                      <a:pt x="2194" y="8794"/>
                      <a:pt x="3191" y="10523"/>
                      <a:pt x="4521" y="11919"/>
                    </a:cubicBezTo>
                    <a:cubicBezTo>
                      <a:pt x="5186" y="12584"/>
                      <a:pt x="5984" y="13049"/>
                      <a:pt x="6914" y="13182"/>
                    </a:cubicBezTo>
                    <a:cubicBezTo>
                      <a:pt x="7047" y="13182"/>
                      <a:pt x="7313" y="12784"/>
                      <a:pt x="7114" y="12784"/>
                    </a:cubicBezTo>
                    <a:cubicBezTo>
                      <a:pt x="6316" y="12651"/>
                      <a:pt x="5518" y="12318"/>
                      <a:pt x="4920" y="11720"/>
                    </a:cubicBezTo>
                    <a:cubicBezTo>
                      <a:pt x="4255" y="11121"/>
                      <a:pt x="3723" y="10390"/>
                      <a:pt x="3258" y="9659"/>
                    </a:cubicBezTo>
                    <a:cubicBezTo>
                      <a:pt x="2792" y="8794"/>
                      <a:pt x="2393" y="7864"/>
                      <a:pt x="2061" y="6933"/>
                    </a:cubicBezTo>
                    <a:cubicBezTo>
                      <a:pt x="1662" y="5869"/>
                      <a:pt x="1396" y="4805"/>
                      <a:pt x="1130" y="3742"/>
                    </a:cubicBezTo>
                    <a:cubicBezTo>
                      <a:pt x="798" y="2545"/>
                      <a:pt x="532" y="1282"/>
                      <a:pt x="266" y="19"/>
                    </a:cubicBezTo>
                    <a:cubicBezTo>
                      <a:pt x="266" y="6"/>
                      <a:pt x="257" y="1"/>
                      <a:pt x="2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74"/>
              <p:cNvSpPr/>
              <p:nvPr/>
            </p:nvSpPr>
            <p:spPr>
              <a:xfrm>
                <a:off x="2874700" y="3113100"/>
                <a:ext cx="57725" cy="110400"/>
              </a:xfrm>
              <a:custGeom>
                <a:avLst/>
                <a:gdLst/>
                <a:ahLst/>
                <a:cxnLst/>
                <a:rect l="l" t="t" r="r" b="b"/>
                <a:pathLst>
                  <a:path w="2309" h="4416" extrusionOk="0">
                    <a:moveTo>
                      <a:pt x="1809" y="1"/>
                    </a:moveTo>
                    <a:cubicBezTo>
                      <a:pt x="1727" y="1"/>
                      <a:pt x="1586" y="165"/>
                      <a:pt x="1643" y="280"/>
                    </a:cubicBezTo>
                    <a:cubicBezTo>
                      <a:pt x="1776" y="413"/>
                      <a:pt x="1843" y="546"/>
                      <a:pt x="1909" y="679"/>
                    </a:cubicBezTo>
                    <a:cubicBezTo>
                      <a:pt x="1976" y="878"/>
                      <a:pt x="1976" y="1011"/>
                      <a:pt x="1976" y="1211"/>
                    </a:cubicBezTo>
                    <a:cubicBezTo>
                      <a:pt x="1909" y="1610"/>
                      <a:pt x="1843" y="2009"/>
                      <a:pt x="1643" y="2407"/>
                    </a:cubicBezTo>
                    <a:cubicBezTo>
                      <a:pt x="1444" y="2806"/>
                      <a:pt x="1244" y="3205"/>
                      <a:pt x="979" y="3538"/>
                    </a:cubicBezTo>
                    <a:cubicBezTo>
                      <a:pt x="713" y="3804"/>
                      <a:pt x="447" y="4070"/>
                      <a:pt x="114" y="4269"/>
                    </a:cubicBezTo>
                    <a:cubicBezTo>
                      <a:pt x="57" y="4269"/>
                      <a:pt x="0" y="4416"/>
                      <a:pt x="69" y="4416"/>
                    </a:cubicBezTo>
                    <a:cubicBezTo>
                      <a:pt x="80" y="4416"/>
                      <a:pt x="95" y="4412"/>
                      <a:pt x="114" y="4402"/>
                    </a:cubicBezTo>
                    <a:cubicBezTo>
                      <a:pt x="513" y="4269"/>
                      <a:pt x="846" y="4003"/>
                      <a:pt x="1045" y="3671"/>
                    </a:cubicBezTo>
                    <a:cubicBezTo>
                      <a:pt x="1444" y="3272"/>
                      <a:pt x="1710" y="2873"/>
                      <a:pt x="1909" y="2407"/>
                    </a:cubicBezTo>
                    <a:cubicBezTo>
                      <a:pt x="2109" y="1942"/>
                      <a:pt x="2242" y="1477"/>
                      <a:pt x="2308" y="1011"/>
                    </a:cubicBezTo>
                    <a:cubicBezTo>
                      <a:pt x="2308" y="612"/>
                      <a:pt x="2175" y="214"/>
                      <a:pt x="1843" y="14"/>
                    </a:cubicBezTo>
                    <a:cubicBezTo>
                      <a:pt x="1834" y="5"/>
                      <a:pt x="1822" y="1"/>
                      <a:pt x="180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74"/>
              <p:cNvSpPr/>
              <p:nvPr/>
            </p:nvSpPr>
            <p:spPr>
              <a:xfrm>
                <a:off x="2508550" y="3005400"/>
                <a:ext cx="83125" cy="98975"/>
              </a:xfrm>
              <a:custGeom>
                <a:avLst/>
                <a:gdLst/>
                <a:ahLst/>
                <a:cxnLst/>
                <a:rect l="l" t="t" r="r" b="b"/>
                <a:pathLst>
                  <a:path w="3325" h="3959" extrusionOk="0">
                    <a:moveTo>
                      <a:pt x="267" y="1"/>
                    </a:moveTo>
                    <a:cubicBezTo>
                      <a:pt x="134" y="1"/>
                      <a:pt x="1" y="200"/>
                      <a:pt x="67" y="200"/>
                    </a:cubicBezTo>
                    <a:cubicBezTo>
                      <a:pt x="599" y="333"/>
                      <a:pt x="1131" y="399"/>
                      <a:pt x="1663" y="399"/>
                    </a:cubicBezTo>
                    <a:cubicBezTo>
                      <a:pt x="1929" y="399"/>
                      <a:pt x="2195" y="466"/>
                      <a:pt x="2394" y="599"/>
                    </a:cubicBezTo>
                    <a:cubicBezTo>
                      <a:pt x="2527" y="798"/>
                      <a:pt x="2660" y="998"/>
                      <a:pt x="2793" y="1197"/>
                    </a:cubicBezTo>
                    <a:cubicBezTo>
                      <a:pt x="2993" y="2062"/>
                      <a:pt x="2993" y="2992"/>
                      <a:pt x="2793" y="3857"/>
                    </a:cubicBezTo>
                    <a:cubicBezTo>
                      <a:pt x="2793" y="3930"/>
                      <a:pt x="2820" y="3958"/>
                      <a:pt x="2857" y="3958"/>
                    </a:cubicBezTo>
                    <a:cubicBezTo>
                      <a:pt x="2922" y="3958"/>
                      <a:pt x="3017" y="3874"/>
                      <a:pt x="3059" y="3790"/>
                    </a:cubicBezTo>
                    <a:cubicBezTo>
                      <a:pt x="3325" y="2859"/>
                      <a:pt x="3325" y="1862"/>
                      <a:pt x="3059" y="998"/>
                    </a:cubicBezTo>
                    <a:cubicBezTo>
                      <a:pt x="2993" y="798"/>
                      <a:pt x="2860" y="599"/>
                      <a:pt x="2727" y="399"/>
                    </a:cubicBezTo>
                    <a:cubicBezTo>
                      <a:pt x="2527" y="267"/>
                      <a:pt x="2261" y="134"/>
                      <a:pt x="2062" y="134"/>
                    </a:cubicBezTo>
                    <a:cubicBezTo>
                      <a:pt x="1463" y="134"/>
                      <a:pt x="865" y="134"/>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74"/>
              <p:cNvSpPr/>
              <p:nvPr/>
            </p:nvSpPr>
            <p:spPr>
              <a:xfrm>
                <a:off x="2443725" y="3130975"/>
                <a:ext cx="84575" cy="448200"/>
              </a:xfrm>
              <a:custGeom>
                <a:avLst/>
                <a:gdLst/>
                <a:ahLst/>
                <a:cxnLst/>
                <a:rect l="l" t="t" r="r" b="b"/>
                <a:pathLst>
                  <a:path w="3383" h="17928" extrusionOk="0">
                    <a:moveTo>
                      <a:pt x="981" y="1"/>
                    </a:moveTo>
                    <a:cubicBezTo>
                      <a:pt x="961" y="1"/>
                      <a:pt x="932" y="30"/>
                      <a:pt x="932" y="30"/>
                    </a:cubicBezTo>
                    <a:cubicBezTo>
                      <a:pt x="599" y="363"/>
                      <a:pt x="400" y="762"/>
                      <a:pt x="333" y="1161"/>
                    </a:cubicBezTo>
                    <a:cubicBezTo>
                      <a:pt x="267" y="1692"/>
                      <a:pt x="200" y="2224"/>
                      <a:pt x="200" y="2823"/>
                    </a:cubicBezTo>
                    <a:lnTo>
                      <a:pt x="200" y="4418"/>
                    </a:lnTo>
                    <a:cubicBezTo>
                      <a:pt x="200" y="5083"/>
                      <a:pt x="134" y="5815"/>
                      <a:pt x="134" y="6546"/>
                    </a:cubicBezTo>
                    <a:lnTo>
                      <a:pt x="134" y="9072"/>
                    </a:lnTo>
                    <a:lnTo>
                      <a:pt x="134" y="10402"/>
                    </a:lnTo>
                    <a:cubicBezTo>
                      <a:pt x="134" y="10734"/>
                      <a:pt x="200" y="11133"/>
                      <a:pt x="200" y="11466"/>
                    </a:cubicBezTo>
                    <a:cubicBezTo>
                      <a:pt x="200" y="12197"/>
                      <a:pt x="1" y="12862"/>
                      <a:pt x="67" y="13593"/>
                    </a:cubicBezTo>
                    <a:cubicBezTo>
                      <a:pt x="67" y="14192"/>
                      <a:pt x="200" y="14790"/>
                      <a:pt x="533" y="15388"/>
                    </a:cubicBezTo>
                    <a:cubicBezTo>
                      <a:pt x="1065" y="16452"/>
                      <a:pt x="2261" y="17117"/>
                      <a:pt x="3192" y="17915"/>
                    </a:cubicBezTo>
                    <a:cubicBezTo>
                      <a:pt x="3201" y="17924"/>
                      <a:pt x="3212" y="17928"/>
                      <a:pt x="3223" y="17928"/>
                    </a:cubicBezTo>
                    <a:cubicBezTo>
                      <a:pt x="3292" y="17928"/>
                      <a:pt x="3382" y="17772"/>
                      <a:pt x="3325" y="17715"/>
                    </a:cubicBezTo>
                    <a:cubicBezTo>
                      <a:pt x="2594" y="16917"/>
                      <a:pt x="1596" y="16452"/>
                      <a:pt x="998" y="15588"/>
                    </a:cubicBezTo>
                    <a:cubicBezTo>
                      <a:pt x="666" y="15122"/>
                      <a:pt x="400" y="14524"/>
                      <a:pt x="333" y="13992"/>
                    </a:cubicBezTo>
                    <a:cubicBezTo>
                      <a:pt x="267" y="13261"/>
                      <a:pt x="333" y="12596"/>
                      <a:pt x="400" y="11865"/>
                    </a:cubicBezTo>
                    <a:cubicBezTo>
                      <a:pt x="466" y="11200"/>
                      <a:pt x="400" y="10468"/>
                      <a:pt x="400" y="9737"/>
                    </a:cubicBezTo>
                    <a:lnTo>
                      <a:pt x="400" y="7277"/>
                    </a:lnTo>
                    <a:cubicBezTo>
                      <a:pt x="400" y="6413"/>
                      <a:pt x="466" y="5615"/>
                      <a:pt x="533" y="4817"/>
                    </a:cubicBezTo>
                    <a:lnTo>
                      <a:pt x="533" y="3355"/>
                    </a:lnTo>
                    <a:cubicBezTo>
                      <a:pt x="409" y="2368"/>
                      <a:pt x="572" y="1323"/>
                      <a:pt x="968" y="328"/>
                    </a:cubicBezTo>
                    <a:lnTo>
                      <a:pt x="968" y="328"/>
                    </a:lnTo>
                    <a:cubicBezTo>
                      <a:pt x="1148" y="495"/>
                      <a:pt x="1352" y="662"/>
                      <a:pt x="1463" y="828"/>
                    </a:cubicBezTo>
                    <a:cubicBezTo>
                      <a:pt x="1463" y="828"/>
                      <a:pt x="1596" y="828"/>
                      <a:pt x="1530" y="762"/>
                    </a:cubicBezTo>
                    <a:cubicBezTo>
                      <a:pt x="1416" y="591"/>
                      <a:pt x="1158" y="373"/>
                      <a:pt x="1043" y="147"/>
                    </a:cubicBezTo>
                    <a:lnTo>
                      <a:pt x="1043" y="147"/>
                    </a:lnTo>
                    <a:cubicBezTo>
                      <a:pt x="1050" y="130"/>
                      <a:pt x="1057" y="114"/>
                      <a:pt x="1065" y="97"/>
                    </a:cubicBezTo>
                    <a:lnTo>
                      <a:pt x="1065" y="97"/>
                    </a:lnTo>
                    <a:lnTo>
                      <a:pt x="1030" y="120"/>
                    </a:lnTo>
                    <a:lnTo>
                      <a:pt x="1030" y="120"/>
                    </a:lnTo>
                    <a:cubicBezTo>
                      <a:pt x="1016" y="90"/>
                      <a:pt x="1006" y="60"/>
                      <a:pt x="998" y="30"/>
                    </a:cubicBezTo>
                    <a:cubicBezTo>
                      <a:pt x="998" y="8"/>
                      <a:pt x="991" y="1"/>
                      <a:pt x="9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74"/>
              <p:cNvSpPr/>
              <p:nvPr/>
            </p:nvSpPr>
            <p:spPr>
              <a:xfrm>
                <a:off x="2578425" y="3461750"/>
                <a:ext cx="108000" cy="120750"/>
              </a:xfrm>
              <a:custGeom>
                <a:avLst/>
                <a:gdLst/>
                <a:ahLst/>
                <a:cxnLst/>
                <a:rect l="l" t="t" r="r" b="b"/>
                <a:pathLst>
                  <a:path w="4320" h="4830" extrusionOk="0">
                    <a:moveTo>
                      <a:pt x="4285" y="0"/>
                    </a:moveTo>
                    <a:cubicBezTo>
                      <a:pt x="4246" y="0"/>
                      <a:pt x="4187" y="30"/>
                      <a:pt x="4187" y="30"/>
                    </a:cubicBezTo>
                    <a:cubicBezTo>
                      <a:pt x="4054" y="296"/>
                      <a:pt x="3987" y="562"/>
                      <a:pt x="3921" y="828"/>
                    </a:cubicBezTo>
                    <a:cubicBezTo>
                      <a:pt x="3788" y="1027"/>
                      <a:pt x="3721" y="1293"/>
                      <a:pt x="3588" y="1492"/>
                    </a:cubicBezTo>
                    <a:cubicBezTo>
                      <a:pt x="3322" y="1958"/>
                      <a:pt x="2990" y="2357"/>
                      <a:pt x="2591" y="2756"/>
                    </a:cubicBezTo>
                    <a:cubicBezTo>
                      <a:pt x="1860" y="3487"/>
                      <a:pt x="995" y="4085"/>
                      <a:pt x="131" y="4617"/>
                    </a:cubicBezTo>
                    <a:cubicBezTo>
                      <a:pt x="17" y="4674"/>
                      <a:pt x="1" y="4830"/>
                      <a:pt x="83" y="4830"/>
                    </a:cubicBezTo>
                    <a:cubicBezTo>
                      <a:pt x="96" y="4830"/>
                      <a:pt x="112" y="4826"/>
                      <a:pt x="131" y="4817"/>
                    </a:cubicBezTo>
                    <a:cubicBezTo>
                      <a:pt x="1062" y="4285"/>
                      <a:pt x="1993" y="3620"/>
                      <a:pt x="2790" y="2889"/>
                    </a:cubicBezTo>
                    <a:cubicBezTo>
                      <a:pt x="3189" y="2490"/>
                      <a:pt x="3522" y="2091"/>
                      <a:pt x="3788" y="1625"/>
                    </a:cubicBezTo>
                    <a:cubicBezTo>
                      <a:pt x="3921" y="1359"/>
                      <a:pt x="4054" y="1093"/>
                      <a:pt x="4120" y="828"/>
                    </a:cubicBezTo>
                    <a:cubicBezTo>
                      <a:pt x="4253" y="562"/>
                      <a:pt x="4320" y="296"/>
                      <a:pt x="4320" y="30"/>
                    </a:cubicBezTo>
                    <a:cubicBezTo>
                      <a:pt x="4320" y="8"/>
                      <a:pt x="4305" y="0"/>
                      <a:pt x="42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74"/>
              <p:cNvSpPr/>
              <p:nvPr/>
            </p:nvSpPr>
            <p:spPr>
              <a:xfrm>
                <a:off x="2551775" y="3168475"/>
                <a:ext cx="56175" cy="257725"/>
              </a:xfrm>
              <a:custGeom>
                <a:avLst/>
                <a:gdLst/>
                <a:ahLst/>
                <a:cxnLst/>
                <a:rect l="l" t="t" r="r" b="b"/>
                <a:pathLst>
                  <a:path w="2247" h="10309" extrusionOk="0">
                    <a:moveTo>
                      <a:pt x="1495" y="0"/>
                    </a:moveTo>
                    <a:cubicBezTo>
                      <a:pt x="1456" y="0"/>
                      <a:pt x="1396" y="60"/>
                      <a:pt x="1396" y="60"/>
                    </a:cubicBezTo>
                    <a:cubicBezTo>
                      <a:pt x="1064" y="1522"/>
                      <a:pt x="599" y="2918"/>
                      <a:pt x="333" y="4381"/>
                    </a:cubicBezTo>
                    <a:cubicBezTo>
                      <a:pt x="0" y="5777"/>
                      <a:pt x="67" y="7173"/>
                      <a:pt x="466" y="8569"/>
                    </a:cubicBezTo>
                    <a:cubicBezTo>
                      <a:pt x="732" y="9234"/>
                      <a:pt x="1264" y="9833"/>
                      <a:pt x="1862" y="10298"/>
                    </a:cubicBezTo>
                    <a:cubicBezTo>
                      <a:pt x="1876" y="10305"/>
                      <a:pt x="1892" y="10309"/>
                      <a:pt x="1909" y="10309"/>
                    </a:cubicBezTo>
                    <a:cubicBezTo>
                      <a:pt x="2048" y="10309"/>
                      <a:pt x="2246" y="10084"/>
                      <a:pt x="2128" y="9966"/>
                    </a:cubicBezTo>
                    <a:cubicBezTo>
                      <a:pt x="1596" y="9633"/>
                      <a:pt x="1131" y="9101"/>
                      <a:pt x="865" y="8503"/>
                    </a:cubicBezTo>
                    <a:cubicBezTo>
                      <a:pt x="599" y="7905"/>
                      <a:pt x="399" y="7240"/>
                      <a:pt x="399" y="6575"/>
                    </a:cubicBezTo>
                    <a:cubicBezTo>
                      <a:pt x="399" y="5112"/>
                      <a:pt x="665" y="3650"/>
                      <a:pt x="1064" y="2253"/>
                    </a:cubicBezTo>
                    <a:cubicBezTo>
                      <a:pt x="1197" y="1522"/>
                      <a:pt x="1396" y="791"/>
                      <a:pt x="1529" y="60"/>
                    </a:cubicBezTo>
                    <a:cubicBezTo>
                      <a:pt x="1529" y="15"/>
                      <a:pt x="1515" y="0"/>
                      <a:pt x="14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74"/>
              <p:cNvSpPr/>
              <p:nvPr/>
            </p:nvSpPr>
            <p:spPr>
              <a:xfrm>
                <a:off x="1619325" y="3109275"/>
                <a:ext cx="753800" cy="421700"/>
              </a:xfrm>
              <a:custGeom>
                <a:avLst/>
                <a:gdLst/>
                <a:ahLst/>
                <a:cxnLst/>
                <a:rect l="l" t="t" r="r" b="b"/>
                <a:pathLst>
                  <a:path w="30152" h="16868" extrusionOk="0">
                    <a:moveTo>
                      <a:pt x="30068" y="1"/>
                    </a:moveTo>
                    <a:cubicBezTo>
                      <a:pt x="30018" y="1"/>
                      <a:pt x="29952" y="34"/>
                      <a:pt x="29919" y="101"/>
                    </a:cubicBezTo>
                    <a:cubicBezTo>
                      <a:pt x="27791" y="4289"/>
                      <a:pt x="24666" y="7879"/>
                      <a:pt x="20744" y="10472"/>
                    </a:cubicBezTo>
                    <a:cubicBezTo>
                      <a:pt x="16888" y="13131"/>
                      <a:pt x="12500" y="14993"/>
                      <a:pt x="7912" y="15924"/>
                    </a:cubicBezTo>
                    <a:cubicBezTo>
                      <a:pt x="5386" y="16389"/>
                      <a:pt x="2793" y="16589"/>
                      <a:pt x="266" y="16589"/>
                    </a:cubicBezTo>
                    <a:cubicBezTo>
                      <a:pt x="134" y="16589"/>
                      <a:pt x="1" y="16788"/>
                      <a:pt x="134" y="16855"/>
                    </a:cubicBezTo>
                    <a:cubicBezTo>
                      <a:pt x="429" y="16863"/>
                      <a:pt x="725" y="16867"/>
                      <a:pt x="1020" y="16867"/>
                    </a:cubicBezTo>
                    <a:cubicBezTo>
                      <a:pt x="3052" y="16867"/>
                      <a:pt x="5083" y="16671"/>
                      <a:pt x="7114" y="16323"/>
                    </a:cubicBezTo>
                    <a:cubicBezTo>
                      <a:pt x="9441" y="15857"/>
                      <a:pt x="11702" y="15192"/>
                      <a:pt x="13896" y="14328"/>
                    </a:cubicBezTo>
                    <a:cubicBezTo>
                      <a:pt x="18350" y="12666"/>
                      <a:pt x="22339" y="10007"/>
                      <a:pt x="25664" y="6550"/>
                    </a:cubicBezTo>
                    <a:cubicBezTo>
                      <a:pt x="27459" y="4621"/>
                      <a:pt x="28988" y="2494"/>
                      <a:pt x="30118" y="101"/>
                    </a:cubicBezTo>
                    <a:cubicBezTo>
                      <a:pt x="30151" y="34"/>
                      <a:pt x="30118" y="1"/>
                      <a:pt x="300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74"/>
              <p:cNvSpPr/>
              <p:nvPr/>
            </p:nvSpPr>
            <p:spPr>
              <a:xfrm>
                <a:off x="1434825" y="3335050"/>
                <a:ext cx="119700" cy="167800"/>
              </a:xfrm>
              <a:custGeom>
                <a:avLst/>
                <a:gdLst/>
                <a:ahLst/>
                <a:cxnLst/>
                <a:rect l="l" t="t" r="r" b="b"/>
                <a:pathLst>
                  <a:path w="4788" h="6712" extrusionOk="0">
                    <a:moveTo>
                      <a:pt x="144" y="0"/>
                    </a:moveTo>
                    <a:cubicBezTo>
                      <a:pt x="77" y="0"/>
                      <a:pt x="1" y="127"/>
                      <a:pt x="1" y="178"/>
                    </a:cubicBezTo>
                    <a:lnTo>
                      <a:pt x="67" y="111"/>
                    </a:lnTo>
                    <a:cubicBezTo>
                      <a:pt x="799" y="1242"/>
                      <a:pt x="1596" y="2239"/>
                      <a:pt x="2394" y="3303"/>
                    </a:cubicBezTo>
                    <a:cubicBezTo>
                      <a:pt x="2860" y="3835"/>
                      <a:pt x="3259" y="4366"/>
                      <a:pt x="3591" y="4965"/>
                    </a:cubicBezTo>
                    <a:cubicBezTo>
                      <a:pt x="3923" y="5563"/>
                      <a:pt x="4256" y="6161"/>
                      <a:pt x="4655" y="6693"/>
                    </a:cubicBezTo>
                    <a:cubicBezTo>
                      <a:pt x="4655" y="6706"/>
                      <a:pt x="4660" y="6711"/>
                      <a:pt x="4667" y="6711"/>
                    </a:cubicBezTo>
                    <a:cubicBezTo>
                      <a:pt x="4701" y="6711"/>
                      <a:pt x="4788" y="6614"/>
                      <a:pt x="4788" y="6560"/>
                    </a:cubicBezTo>
                    <a:cubicBezTo>
                      <a:pt x="4522" y="5962"/>
                      <a:pt x="4256" y="5364"/>
                      <a:pt x="3857" y="4898"/>
                    </a:cubicBezTo>
                    <a:cubicBezTo>
                      <a:pt x="3458" y="4300"/>
                      <a:pt x="3059" y="3768"/>
                      <a:pt x="2660" y="3236"/>
                    </a:cubicBezTo>
                    <a:cubicBezTo>
                      <a:pt x="1796" y="2172"/>
                      <a:pt x="998" y="1109"/>
                      <a:pt x="200" y="45"/>
                    </a:cubicBezTo>
                    <a:cubicBezTo>
                      <a:pt x="184" y="13"/>
                      <a:pt x="164" y="0"/>
                      <a:pt x="1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74"/>
              <p:cNvSpPr/>
              <p:nvPr/>
            </p:nvSpPr>
            <p:spPr>
              <a:xfrm>
                <a:off x="1314200" y="3545825"/>
                <a:ext cx="265250" cy="430525"/>
              </a:xfrm>
              <a:custGeom>
                <a:avLst/>
                <a:gdLst/>
                <a:ahLst/>
                <a:cxnLst/>
                <a:rect l="l" t="t" r="r" b="b"/>
                <a:pathLst>
                  <a:path w="10610" h="17221" extrusionOk="0">
                    <a:moveTo>
                      <a:pt x="10247" y="1"/>
                    </a:moveTo>
                    <a:cubicBezTo>
                      <a:pt x="10208" y="1"/>
                      <a:pt x="10145" y="78"/>
                      <a:pt x="10145" y="124"/>
                    </a:cubicBezTo>
                    <a:cubicBezTo>
                      <a:pt x="10145" y="722"/>
                      <a:pt x="10277" y="1321"/>
                      <a:pt x="10344" y="1852"/>
                    </a:cubicBezTo>
                    <a:cubicBezTo>
                      <a:pt x="10410" y="2451"/>
                      <a:pt x="10277" y="3049"/>
                      <a:pt x="10012" y="3515"/>
                    </a:cubicBezTo>
                    <a:cubicBezTo>
                      <a:pt x="9746" y="4046"/>
                      <a:pt x="9347" y="4578"/>
                      <a:pt x="8948" y="5044"/>
                    </a:cubicBezTo>
                    <a:cubicBezTo>
                      <a:pt x="8615" y="5509"/>
                      <a:pt x="8283" y="6041"/>
                      <a:pt x="7951" y="6506"/>
                    </a:cubicBezTo>
                    <a:cubicBezTo>
                      <a:pt x="6355" y="8833"/>
                      <a:pt x="4626" y="11027"/>
                      <a:pt x="2898" y="13221"/>
                    </a:cubicBezTo>
                    <a:cubicBezTo>
                      <a:pt x="1834" y="14484"/>
                      <a:pt x="903" y="15748"/>
                      <a:pt x="39" y="17144"/>
                    </a:cubicBezTo>
                    <a:cubicBezTo>
                      <a:pt x="1" y="17182"/>
                      <a:pt x="29" y="17221"/>
                      <a:pt x="72" y="17221"/>
                    </a:cubicBezTo>
                    <a:cubicBezTo>
                      <a:pt x="104" y="17221"/>
                      <a:pt x="144" y="17200"/>
                      <a:pt x="172" y="17144"/>
                    </a:cubicBezTo>
                    <a:cubicBezTo>
                      <a:pt x="1036" y="16014"/>
                      <a:pt x="1900" y="14817"/>
                      <a:pt x="2831" y="13620"/>
                    </a:cubicBezTo>
                    <a:cubicBezTo>
                      <a:pt x="3762" y="12423"/>
                      <a:pt x="4626" y="11360"/>
                      <a:pt x="5491" y="10229"/>
                    </a:cubicBezTo>
                    <a:cubicBezTo>
                      <a:pt x="6355" y="9099"/>
                      <a:pt x="7219" y="7903"/>
                      <a:pt x="7951" y="6772"/>
                    </a:cubicBezTo>
                    <a:cubicBezTo>
                      <a:pt x="8349" y="6240"/>
                      <a:pt x="8682" y="5709"/>
                      <a:pt x="9081" y="5177"/>
                    </a:cubicBezTo>
                    <a:cubicBezTo>
                      <a:pt x="9480" y="4711"/>
                      <a:pt x="9812" y="4246"/>
                      <a:pt x="10145" y="3714"/>
                    </a:cubicBezTo>
                    <a:cubicBezTo>
                      <a:pt x="10477" y="3182"/>
                      <a:pt x="10610" y="2650"/>
                      <a:pt x="10543" y="2052"/>
                    </a:cubicBezTo>
                    <a:cubicBezTo>
                      <a:pt x="10543" y="1387"/>
                      <a:pt x="10344" y="722"/>
                      <a:pt x="10277" y="57"/>
                    </a:cubicBezTo>
                    <a:cubicBezTo>
                      <a:pt x="10277" y="16"/>
                      <a:pt x="10265" y="1"/>
                      <a:pt x="102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74"/>
              <p:cNvSpPr/>
              <p:nvPr/>
            </p:nvSpPr>
            <p:spPr>
              <a:xfrm>
                <a:off x="1318475" y="3978750"/>
                <a:ext cx="87800" cy="162350"/>
              </a:xfrm>
              <a:custGeom>
                <a:avLst/>
                <a:gdLst/>
                <a:ahLst/>
                <a:cxnLst/>
                <a:rect l="l" t="t" r="r" b="b"/>
                <a:pathLst>
                  <a:path w="3512" h="6494" extrusionOk="0">
                    <a:moveTo>
                      <a:pt x="783" y="0"/>
                    </a:moveTo>
                    <a:cubicBezTo>
                      <a:pt x="768" y="0"/>
                      <a:pt x="750" y="8"/>
                      <a:pt x="732" y="26"/>
                    </a:cubicBezTo>
                    <a:lnTo>
                      <a:pt x="732" y="93"/>
                    </a:lnTo>
                    <a:cubicBezTo>
                      <a:pt x="267" y="492"/>
                      <a:pt x="1" y="1090"/>
                      <a:pt x="1" y="1755"/>
                    </a:cubicBezTo>
                    <a:cubicBezTo>
                      <a:pt x="67" y="2353"/>
                      <a:pt x="267" y="2952"/>
                      <a:pt x="599" y="3483"/>
                    </a:cubicBezTo>
                    <a:cubicBezTo>
                      <a:pt x="998" y="4082"/>
                      <a:pt x="1464" y="4614"/>
                      <a:pt x="1929" y="5146"/>
                    </a:cubicBezTo>
                    <a:cubicBezTo>
                      <a:pt x="2195" y="5412"/>
                      <a:pt x="2394" y="5677"/>
                      <a:pt x="2660" y="5943"/>
                    </a:cubicBezTo>
                    <a:cubicBezTo>
                      <a:pt x="2860" y="6143"/>
                      <a:pt x="3059" y="6342"/>
                      <a:pt x="3325" y="6475"/>
                    </a:cubicBezTo>
                    <a:cubicBezTo>
                      <a:pt x="3338" y="6488"/>
                      <a:pt x="3353" y="6493"/>
                      <a:pt x="3369" y="6493"/>
                    </a:cubicBezTo>
                    <a:cubicBezTo>
                      <a:pt x="3435" y="6493"/>
                      <a:pt x="3512" y="6396"/>
                      <a:pt x="3458" y="6342"/>
                    </a:cubicBezTo>
                    <a:cubicBezTo>
                      <a:pt x="3192" y="5810"/>
                      <a:pt x="2793" y="5412"/>
                      <a:pt x="2328" y="5013"/>
                    </a:cubicBezTo>
                    <a:cubicBezTo>
                      <a:pt x="1929" y="4547"/>
                      <a:pt x="1464" y="4082"/>
                      <a:pt x="1065" y="3550"/>
                    </a:cubicBezTo>
                    <a:cubicBezTo>
                      <a:pt x="732" y="3018"/>
                      <a:pt x="466" y="2486"/>
                      <a:pt x="333" y="1888"/>
                    </a:cubicBezTo>
                    <a:cubicBezTo>
                      <a:pt x="200" y="1223"/>
                      <a:pt x="333" y="625"/>
                      <a:pt x="799" y="159"/>
                    </a:cubicBezTo>
                    <a:cubicBezTo>
                      <a:pt x="847" y="62"/>
                      <a:pt x="825" y="0"/>
                      <a:pt x="7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74"/>
              <p:cNvSpPr/>
              <p:nvPr/>
            </p:nvSpPr>
            <p:spPr>
              <a:xfrm>
                <a:off x="1182200" y="3729400"/>
                <a:ext cx="150775" cy="320275"/>
              </a:xfrm>
              <a:custGeom>
                <a:avLst/>
                <a:gdLst/>
                <a:ahLst/>
                <a:cxnLst/>
                <a:rect l="l" t="t" r="r" b="b"/>
                <a:pathLst>
                  <a:path w="6031" h="12811" extrusionOk="0">
                    <a:moveTo>
                      <a:pt x="5972" y="0"/>
                    </a:moveTo>
                    <a:cubicBezTo>
                      <a:pt x="5956" y="0"/>
                      <a:pt x="5937" y="8"/>
                      <a:pt x="5917" y="28"/>
                    </a:cubicBezTo>
                    <a:cubicBezTo>
                      <a:pt x="5186" y="759"/>
                      <a:pt x="4521" y="1557"/>
                      <a:pt x="3989" y="2421"/>
                    </a:cubicBezTo>
                    <a:cubicBezTo>
                      <a:pt x="3391" y="3285"/>
                      <a:pt x="2925" y="4216"/>
                      <a:pt x="2394" y="5080"/>
                    </a:cubicBezTo>
                    <a:cubicBezTo>
                      <a:pt x="1862" y="5945"/>
                      <a:pt x="1330" y="6876"/>
                      <a:pt x="731" y="7673"/>
                    </a:cubicBezTo>
                    <a:cubicBezTo>
                      <a:pt x="266" y="8338"/>
                      <a:pt x="0" y="9070"/>
                      <a:pt x="133" y="9867"/>
                    </a:cubicBezTo>
                    <a:cubicBezTo>
                      <a:pt x="266" y="10399"/>
                      <a:pt x="466" y="10865"/>
                      <a:pt x="665" y="11330"/>
                    </a:cubicBezTo>
                    <a:cubicBezTo>
                      <a:pt x="931" y="11795"/>
                      <a:pt x="1130" y="12327"/>
                      <a:pt x="1396" y="12793"/>
                    </a:cubicBezTo>
                    <a:cubicBezTo>
                      <a:pt x="1409" y="12805"/>
                      <a:pt x="1425" y="12810"/>
                      <a:pt x="1444" y="12810"/>
                    </a:cubicBezTo>
                    <a:cubicBezTo>
                      <a:pt x="1527" y="12810"/>
                      <a:pt x="1650" y="12702"/>
                      <a:pt x="1596" y="12593"/>
                    </a:cubicBezTo>
                    <a:lnTo>
                      <a:pt x="1596" y="12593"/>
                    </a:lnTo>
                    <a:lnTo>
                      <a:pt x="1596" y="12660"/>
                    </a:lnTo>
                    <a:cubicBezTo>
                      <a:pt x="1197" y="11795"/>
                      <a:pt x="864" y="10998"/>
                      <a:pt x="532" y="10133"/>
                    </a:cubicBezTo>
                    <a:cubicBezTo>
                      <a:pt x="333" y="9734"/>
                      <a:pt x="333" y="9269"/>
                      <a:pt x="399" y="8870"/>
                    </a:cubicBezTo>
                    <a:cubicBezTo>
                      <a:pt x="532" y="8471"/>
                      <a:pt x="731" y="8139"/>
                      <a:pt x="931" y="7806"/>
                    </a:cubicBezTo>
                    <a:cubicBezTo>
                      <a:pt x="1995" y="6144"/>
                      <a:pt x="2925" y="4482"/>
                      <a:pt x="3923" y="2820"/>
                    </a:cubicBezTo>
                    <a:cubicBezTo>
                      <a:pt x="4255" y="2355"/>
                      <a:pt x="4588" y="1889"/>
                      <a:pt x="4920" y="1424"/>
                    </a:cubicBezTo>
                    <a:cubicBezTo>
                      <a:pt x="5252" y="958"/>
                      <a:pt x="5651" y="560"/>
                      <a:pt x="5984" y="94"/>
                    </a:cubicBezTo>
                    <a:cubicBezTo>
                      <a:pt x="6031" y="47"/>
                      <a:pt x="6011" y="0"/>
                      <a:pt x="59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74"/>
              <p:cNvSpPr/>
              <p:nvPr/>
            </p:nvSpPr>
            <p:spPr>
              <a:xfrm>
                <a:off x="1142625" y="3653175"/>
                <a:ext cx="184200" cy="60675"/>
              </a:xfrm>
              <a:custGeom>
                <a:avLst/>
                <a:gdLst/>
                <a:ahLst/>
                <a:cxnLst/>
                <a:rect l="l" t="t" r="r" b="b"/>
                <a:pathLst>
                  <a:path w="7368" h="2427" extrusionOk="0">
                    <a:moveTo>
                      <a:pt x="143" y="0"/>
                    </a:moveTo>
                    <a:cubicBezTo>
                      <a:pt x="77" y="0"/>
                      <a:pt x="0" y="98"/>
                      <a:pt x="54" y="151"/>
                    </a:cubicBezTo>
                    <a:cubicBezTo>
                      <a:pt x="1506" y="2126"/>
                      <a:pt x="3923" y="2427"/>
                      <a:pt x="6195" y="2427"/>
                    </a:cubicBezTo>
                    <a:cubicBezTo>
                      <a:pt x="6523" y="2427"/>
                      <a:pt x="6849" y="2420"/>
                      <a:pt x="7168" y="2412"/>
                    </a:cubicBezTo>
                    <a:cubicBezTo>
                      <a:pt x="7234" y="2412"/>
                      <a:pt x="7367" y="2279"/>
                      <a:pt x="7234" y="2279"/>
                    </a:cubicBezTo>
                    <a:lnTo>
                      <a:pt x="7301" y="2279"/>
                    </a:lnTo>
                    <a:cubicBezTo>
                      <a:pt x="6038" y="2279"/>
                      <a:pt x="4774" y="2146"/>
                      <a:pt x="3511" y="1946"/>
                    </a:cubicBezTo>
                    <a:cubicBezTo>
                      <a:pt x="2979" y="1747"/>
                      <a:pt x="2381" y="1548"/>
                      <a:pt x="1849" y="1282"/>
                    </a:cubicBezTo>
                    <a:cubicBezTo>
                      <a:pt x="1251" y="883"/>
                      <a:pt x="719" y="484"/>
                      <a:pt x="187" y="18"/>
                    </a:cubicBezTo>
                    <a:cubicBezTo>
                      <a:pt x="174" y="6"/>
                      <a:pt x="159" y="0"/>
                      <a:pt x="1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74"/>
              <p:cNvSpPr/>
              <p:nvPr/>
            </p:nvSpPr>
            <p:spPr>
              <a:xfrm>
                <a:off x="1578250" y="3627350"/>
                <a:ext cx="99275" cy="343225"/>
              </a:xfrm>
              <a:custGeom>
                <a:avLst/>
                <a:gdLst/>
                <a:ahLst/>
                <a:cxnLst/>
                <a:rect l="l" t="t" r="r" b="b"/>
                <a:pathLst>
                  <a:path w="3971" h="13729" extrusionOk="0">
                    <a:moveTo>
                      <a:pt x="735" y="0"/>
                    </a:moveTo>
                    <a:cubicBezTo>
                      <a:pt x="523" y="0"/>
                      <a:pt x="308" y="71"/>
                      <a:pt x="114" y="187"/>
                    </a:cubicBezTo>
                    <a:cubicBezTo>
                      <a:pt x="57" y="187"/>
                      <a:pt x="0" y="334"/>
                      <a:pt x="69" y="334"/>
                    </a:cubicBezTo>
                    <a:cubicBezTo>
                      <a:pt x="80" y="334"/>
                      <a:pt x="95" y="330"/>
                      <a:pt x="114" y="320"/>
                    </a:cubicBezTo>
                    <a:lnTo>
                      <a:pt x="114" y="320"/>
                    </a:lnTo>
                    <a:lnTo>
                      <a:pt x="48" y="387"/>
                    </a:lnTo>
                    <a:cubicBezTo>
                      <a:pt x="193" y="299"/>
                      <a:pt x="363" y="250"/>
                      <a:pt x="532" y="250"/>
                    </a:cubicBezTo>
                    <a:cubicBezTo>
                      <a:pt x="749" y="250"/>
                      <a:pt x="962" y="332"/>
                      <a:pt x="1112" y="520"/>
                    </a:cubicBezTo>
                    <a:cubicBezTo>
                      <a:pt x="1311" y="719"/>
                      <a:pt x="1511" y="985"/>
                      <a:pt x="1577" y="1317"/>
                    </a:cubicBezTo>
                    <a:cubicBezTo>
                      <a:pt x="1909" y="2248"/>
                      <a:pt x="2175" y="3112"/>
                      <a:pt x="2308" y="4043"/>
                    </a:cubicBezTo>
                    <a:cubicBezTo>
                      <a:pt x="2707" y="6104"/>
                      <a:pt x="2907" y="8232"/>
                      <a:pt x="3173" y="10293"/>
                    </a:cubicBezTo>
                    <a:cubicBezTo>
                      <a:pt x="3239" y="10825"/>
                      <a:pt x="3306" y="11423"/>
                      <a:pt x="3439" y="12021"/>
                    </a:cubicBezTo>
                    <a:cubicBezTo>
                      <a:pt x="3505" y="12620"/>
                      <a:pt x="3572" y="13152"/>
                      <a:pt x="3771" y="13683"/>
                    </a:cubicBezTo>
                    <a:cubicBezTo>
                      <a:pt x="3771" y="13715"/>
                      <a:pt x="3783" y="13728"/>
                      <a:pt x="3800" y="13728"/>
                    </a:cubicBezTo>
                    <a:cubicBezTo>
                      <a:pt x="3855" y="13728"/>
                      <a:pt x="3971" y="13601"/>
                      <a:pt x="3971" y="13550"/>
                    </a:cubicBezTo>
                    <a:cubicBezTo>
                      <a:pt x="3971" y="13019"/>
                      <a:pt x="3838" y="12487"/>
                      <a:pt x="3705" y="11888"/>
                    </a:cubicBezTo>
                    <a:cubicBezTo>
                      <a:pt x="3638" y="11356"/>
                      <a:pt x="3572" y="10825"/>
                      <a:pt x="3505" y="10226"/>
                    </a:cubicBezTo>
                    <a:cubicBezTo>
                      <a:pt x="3372" y="9162"/>
                      <a:pt x="3306" y="8032"/>
                      <a:pt x="3173" y="6902"/>
                    </a:cubicBezTo>
                    <a:cubicBezTo>
                      <a:pt x="3040" y="5838"/>
                      <a:pt x="2840" y="4775"/>
                      <a:pt x="2641" y="3711"/>
                    </a:cubicBezTo>
                    <a:cubicBezTo>
                      <a:pt x="2441" y="2780"/>
                      <a:pt x="2175" y="1849"/>
                      <a:pt x="1843" y="918"/>
                    </a:cubicBezTo>
                    <a:cubicBezTo>
                      <a:pt x="1710" y="586"/>
                      <a:pt x="1444" y="320"/>
                      <a:pt x="1178" y="121"/>
                    </a:cubicBezTo>
                    <a:cubicBezTo>
                      <a:pt x="1039" y="37"/>
                      <a:pt x="888" y="0"/>
                      <a:pt x="7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74"/>
              <p:cNvSpPr/>
              <p:nvPr/>
            </p:nvSpPr>
            <p:spPr>
              <a:xfrm>
                <a:off x="1517925" y="3712075"/>
                <a:ext cx="54875" cy="287000"/>
              </a:xfrm>
              <a:custGeom>
                <a:avLst/>
                <a:gdLst/>
                <a:ahLst/>
                <a:cxnLst/>
                <a:rect l="l" t="t" r="r" b="b"/>
                <a:pathLst>
                  <a:path w="2195" h="11480" extrusionOk="0">
                    <a:moveTo>
                      <a:pt x="212" y="1"/>
                    </a:moveTo>
                    <a:cubicBezTo>
                      <a:pt x="134" y="1"/>
                      <a:pt x="1" y="95"/>
                      <a:pt x="1" y="189"/>
                    </a:cubicBezTo>
                    <a:cubicBezTo>
                      <a:pt x="134" y="2117"/>
                      <a:pt x="333" y="4045"/>
                      <a:pt x="599" y="5973"/>
                    </a:cubicBezTo>
                    <a:cubicBezTo>
                      <a:pt x="732" y="6904"/>
                      <a:pt x="932" y="7834"/>
                      <a:pt x="1131" y="8765"/>
                    </a:cubicBezTo>
                    <a:cubicBezTo>
                      <a:pt x="1331" y="9696"/>
                      <a:pt x="1597" y="10560"/>
                      <a:pt x="1929" y="11425"/>
                    </a:cubicBezTo>
                    <a:cubicBezTo>
                      <a:pt x="1949" y="11464"/>
                      <a:pt x="1979" y="11480"/>
                      <a:pt x="2013" y="11480"/>
                    </a:cubicBezTo>
                    <a:cubicBezTo>
                      <a:pt x="2095" y="11480"/>
                      <a:pt x="2195" y="11386"/>
                      <a:pt x="2195" y="11292"/>
                    </a:cubicBezTo>
                    <a:cubicBezTo>
                      <a:pt x="1929" y="10427"/>
                      <a:pt x="1663" y="9497"/>
                      <a:pt x="1397" y="8632"/>
                    </a:cubicBezTo>
                    <a:cubicBezTo>
                      <a:pt x="1198" y="7702"/>
                      <a:pt x="998" y="6704"/>
                      <a:pt x="865" y="5773"/>
                    </a:cubicBezTo>
                    <a:cubicBezTo>
                      <a:pt x="599" y="3845"/>
                      <a:pt x="400" y="1984"/>
                      <a:pt x="267" y="56"/>
                    </a:cubicBezTo>
                    <a:cubicBezTo>
                      <a:pt x="267" y="17"/>
                      <a:pt x="244" y="1"/>
                      <a:pt x="2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74"/>
              <p:cNvSpPr/>
              <p:nvPr/>
            </p:nvSpPr>
            <p:spPr>
              <a:xfrm>
                <a:off x="1677500" y="3864050"/>
                <a:ext cx="83900" cy="107050"/>
              </a:xfrm>
              <a:custGeom>
                <a:avLst/>
                <a:gdLst/>
                <a:ahLst/>
                <a:cxnLst/>
                <a:rect l="l" t="t" r="r" b="b"/>
                <a:pathLst>
                  <a:path w="3356" h="4282" extrusionOk="0">
                    <a:moveTo>
                      <a:pt x="3308" y="1"/>
                    </a:moveTo>
                    <a:cubicBezTo>
                      <a:pt x="3294" y="1"/>
                      <a:pt x="3276" y="9"/>
                      <a:pt x="3258" y="27"/>
                    </a:cubicBezTo>
                    <a:cubicBezTo>
                      <a:pt x="2926" y="160"/>
                      <a:pt x="2593" y="426"/>
                      <a:pt x="2394" y="758"/>
                    </a:cubicBezTo>
                    <a:cubicBezTo>
                      <a:pt x="1995" y="1091"/>
                      <a:pt x="1729" y="1490"/>
                      <a:pt x="1397" y="1888"/>
                    </a:cubicBezTo>
                    <a:cubicBezTo>
                      <a:pt x="865" y="2553"/>
                      <a:pt x="399" y="3351"/>
                      <a:pt x="1" y="4149"/>
                    </a:cubicBezTo>
                    <a:lnTo>
                      <a:pt x="1" y="4215"/>
                    </a:lnTo>
                    <a:lnTo>
                      <a:pt x="1" y="4282"/>
                    </a:lnTo>
                    <a:lnTo>
                      <a:pt x="67" y="4282"/>
                    </a:lnTo>
                    <a:cubicBezTo>
                      <a:pt x="67" y="4215"/>
                      <a:pt x="200" y="4016"/>
                      <a:pt x="266" y="3883"/>
                    </a:cubicBezTo>
                    <a:lnTo>
                      <a:pt x="532" y="3418"/>
                    </a:lnTo>
                    <a:cubicBezTo>
                      <a:pt x="798" y="3019"/>
                      <a:pt x="1131" y="2553"/>
                      <a:pt x="1397" y="2154"/>
                    </a:cubicBezTo>
                    <a:cubicBezTo>
                      <a:pt x="1663" y="1755"/>
                      <a:pt x="1995" y="1357"/>
                      <a:pt x="2327" y="1024"/>
                    </a:cubicBezTo>
                    <a:cubicBezTo>
                      <a:pt x="2460" y="825"/>
                      <a:pt x="2660" y="692"/>
                      <a:pt x="2793" y="559"/>
                    </a:cubicBezTo>
                    <a:cubicBezTo>
                      <a:pt x="2926" y="426"/>
                      <a:pt x="3125" y="293"/>
                      <a:pt x="3258" y="160"/>
                    </a:cubicBezTo>
                    <a:cubicBezTo>
                      <a:pt x="3356" y="63"/>
                      <a:pt x="3346" y="1"/>
                      <a:pt x="33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74"/>
              <p:cNvSpPr/>
              <p:nvPr/>
            </p:nvSpPr>
            <p:spPr>
              <a:xfrm>
                <a:off x="1749200" y="3869350"/>
                <a:ext cx="59625" cy="214600"/>
              </a:xfrm>
              <a:custGeom>
                <a:avLst/>
                <a:gdLst/>
                <a:ahLst/>
                <a:cxnLst/>
                <a:rect l="l" t="t" r="r" b="b"/>
                <a:pathLst>
                  <a:path w="2385" h="8584" extrusionOk="0">
                    <a:moveTo>
                      <a:pt x="223" y="1"/>
                    </a:moveTo>
                    <a:cubicBezTo>
                      <a:pt x="140" y="1"/>
                      <a:pt x="1" y="157"/>
                      <a:pt x="58" y="214"/>
                    </a:cubicBezTo>
                    <a:lnTo>
                      <a:pt x="58" y="147"/>
                    </a:lnTo>
                    <a:cubicBezTo>
                      <a:pt x="922" y="879"/>
                      <a:pt x="1520" y="1876"/>
                      <a:pt x="1720" y="3006"/>
                    </a:cubicBezTo>
                    <a:cubicBezTo>
                      <a:pt x="2052" y="4203"/>
                      <a:pt x="2119" y="5466"/>
                      <a:pt x="1986" y="6663"/>
                    </a:cubicBezTo>
                    <a:cubicBezTo>
                      <a:pt x="1919" y="7328"/>
                      <a:pt x="1853" y="7926"/>
                      <a:pt x="1720" y="8524"/>
                    </a:cubicBezTo>
                    <a:cubicBezTo>
                      <a:pt x="1720" y="8569"/>
                      <a:pt x="1735" y="8583"/>
                      <a:pt x="1757" y="8583"/>
                    </a:cubicBezTo>
                    <a:cubicBezTo>
                      <a:pt x="1801" y="8583"/>
                      <a:pt x="1875" y="8524"/>
                      <a:pt x="1919" y="8524"/>
                    </a:cubicBezTo>
                    <a:cubicBezTo>
                      <a:pt x="2252" y="7394"/>
                      <a:pt x="2385" y="6197"/>
                      <a:pt x="2318" y="5001"/>
                    </a:cubicBezTo>
                    <a:cubicBezTo>
                      <a:pt x="2318" y="3737"/>
                      <a:pt x="1986" y="2541"/>
                      <a:pt x="1454" y="1411"/>
                    </a:cubicBezTo>
                    <a:cubicBezTo>
                      <a:pt x="1122" y="879"/>
                      <a:pt x="723" y="347"/>
                      <a:pt x="257" y="14"/>
                    </a:cubicBezTo>
                    <a:cubicBezTo>
                      <a:pt x="248" y="5"/>
                      <a:pt x="236" y="1"/>
                      <a:pt x="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74"/>
              <p:cNvSpPr/>
              <p:nvPr/>
            </p:nvSpPr>
            <p:spPr>
              <a:xfrm>
                <a:off x="905250" y="2800975"/>
                <a:ext cx="170600" cy="93550"/>
              </a:xfrm>
              <a:custGeom>
                <a:avLst/>
                <a:gdLst/>
                <a:ahLst/>
                <a:cxnLst/>
                <a:rect l="l" t="t" r="r" b="b"/>
                <a:pathLst>
                  <a:path w="6824" h="3742" extrusionOk="0">
                    <a:moveTo>
                      <a:pt x="6757" y="0"/>
                    </a:moveTo>
                    <a:cubicBezTo>
                      <a:pt x="6491" y="0"/>
                      <a:pt x="6158" y="67"/>
                      <a:pt x="5892" y="199"/>
                    </a:cubicBezTo>
                    <a:cubicBezTo>
                      <a:pt x="5626" y="332"/>
                      <a:pt x="5360" y="465"/>
                      <a:pt x="5095" y="598"/>
                    </a:cubicBezTo>
                    <a:cubicBezTo>
                      <a:pt x="4496" y="864"/>
                      <a:pt x="3898" y="1130"/>
                      <a:pt x="3299" y="1529"/>
                    </a:cubicBezTo>
                    <a:cubicBezTo>
                      <a:pt x="2236" y="2128"/>
                      <a:pt x="1172" y="2859"/>
                      <a:pt x="108" y="3590"/>
                    </a:cubicBezTo>
                    <a:cubicBezTo>
                      <a:pt x="1" y="3644"/>
                      <a:pt x="24" y="3741"/>
                      <a:pt x="107" y="3741"/>
                    </a:cubicBezTo>
                    <a:cubicBezTo>
                      <a:pt x="126" y="3741"/>
                      <a:pt x="149" y="3736"/>
                      <a:pt x="175" y="3723"/>
                    </a:cubicBezTo>
                    <a:lnTo>
                      <a:pt x="108" y="3723"/>
                    </a:lnTo>
                    <a:cubicBezTo>
                      <a:pt x="1172" y="2992"/>
                      <a:pt x="2236" y="2261"/>
                      <a:pt x="3299" y="1596"/>
                    </a:cubicBezTo>
                    <a:cubicBezTo>
                      <a:pt x="3831" y="1330"/>
                      <a:pt x="4430" y="1064"/>
                      <a:pt x="4962" y="798"/>
                    </a:cubicBezTo>
                    <a:cubicBezTo>
                      <a:pt x="5294" y="665"/>
                      <a:pt x="5626" y="532"/>
                      <a:pt x="5892" y="399"/>
                    </a:cubicBezTo>
                    <a:cubicBezTo>
                      <a:pt x="6225" y="332"/>
                      <a:pt x="6491" y="266"/>
                      <a:pt x="6757" y="133"/>
                    </a:cubicBezTo>
                    <a:cubicBezTo>
                      <a:pt x="6757" y="133"/>
                      <a:pt x="6823" y="0"/>
                      <a:pt x="67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74"/>
              <p:cNvSpPr/>
              <p:nvPr/>
            </p:nvSpPr>
            <p:spPr>
              <a:xfrm>
                <a:off x="838125" y="3310100"/>
                <a:ext cx="242475" cy="269075"/>
              </a:xfrm>
              <a:custGeom>
                <a:avLst/>
                <a:gdLst/>
                <a:ahLst/>
                <a:cxnLst/>
                <a:rect l="l" t="t" r="r" b="b"/>
                <a:pathLst>
                  <a:path w="9699" h="10763" extrusionOk="0">
                    <a:moveTo>
                      <a:pt x="171" y="1"/>
                    </a:moveTo>
                    <a:cubicBezTo>
                      <a:pt x="116" y="1"/>
                      <a:pt x="1" y="128"/>
                      <a:pt x="1" y="179"/>
                    </a:cubicBezTo>
                    <a:cubicBezTo>
                      <a:pt x="267" y="976"/>
                      <a:pt x="666" y="1708"/>
                      <a:pt x="1331" y="2306"/>
                    </a:cubicBezTo>
                    <a:cubicBezTo>
                      <a:pt x="1929" y="2971"/>
                      <a:pt x="2527" y="3636"/>
                      <a:pt x="3059" y="4367"/>
                    </a:cubicBezTo>
                    <a:cubicBezTo>
                      <a:pt x="3724" y="5165"/>
                      <a:pt x="4322" y="6162"/>
                      <a:pt x="4987" y="7027"/>
                    </a:cubicBezTo>
                    <a:cubicBezTo>
                      <a:pt x="5519" y="7758"/>
                      <a:pt x="6184" y="8423"/>
                      <a:pt x="6915" y="9021"/>
                    </a:cubicBezTo>
                    <a:cubicBezTo>
                      <a:pt x="7846" y="9486"/>
                      <a:pt x="8644" y="10085"/>
                      <a:pt x="9442" y="10750"/>
                    </a:cubicBezTo>
                    <a:cubicBezTo>
                      <a:pt x="9460" y="10759"/>
                      <a:pt x="9479" y="10763"/>
                      <a:pt x="9497" y="10763"/>
                    </a:cubicBezTo>
                    <a:cubicBezTo>
                      <a:pt x="9608" y="10763"/>
                      <a:pt x="9698" y="10607"/>
                      <a:pt x="9641" y="10550"/>
                    </a:cubicBezTo>
                    <a:cubicBezTo>
                      <a:pt x="8910" y="10018"/>
                      <a:pt x="8178" y="9553"/>
                      <a:pt x="7447" y="9021"/>
                    </a:cubicBezTo>
                    <a:cubicBezTo>
                      <a:pt x="7048" y="8822"/>
                      <a:pt x="6716" y="8489"/>
                      <a:pt x="6383" y="8223"/>
                    </a:cubicBezTo>
                    <a:cubicBezTo>
                      <a:pt x="6051" y="7891"/>
                      <a:pt x="5785" y="7492"/>
                      <a:pt x="5453" y="7159"/>
                    </a:cubicBezTo>
                    <a:cubicBezTo>
                      <a:pt x="4788" y="6295"/>
                      <a:pt x="4189" y="5364"/>
                      <a:pt x="3591" y="4500"/>
                    </a:cubicBezTo>
                    <a:cubicBezTo>
                      <a:pt x="3059" y="3769"/>
                      <a:pt x="2461" y="3104"/>
                      <a:pt x="1862" y="2439"/>
                    </a:cubicBezTo>
                    <a:cubicBezTo>
                      <a:pt x="1065" y="1774"/>
                      <a:pt x="533" y="976"/>
                      <a:pt x="200" y="46"/>
                    </a:cubicBezTo>
                    <a:cubicBezTo>
                      <a:pt x="200" y="14"/>
                      <a:pt x="189" y="1"/>
                      <a:pt x="1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74"/>
              <p:cNvSpPr/>
              <p:nvPr/>
            </p:nvSpPr>
            <p:spPr>
              <a:xfrm>
                <a:off x="384375" y="2880100"/>
                <a:ext cx="181200" cy="253875"/>
              </a:xfrm>
              <a:custGeom>
                <a:avLst/>
                <a:gdLst/>
                <a:ahLst/>
                <a:cxnLst/>
                <a:rect l="l" t="t" r="r" b="b"/>
                <a:pathLst>
                  <a:path w="7248" h="10155" extrusionOk="0">
                    <a:moveTo>
                      <a:pt x="6341" y="0"/>
                    </a:moveTo>
                    <a:cubicBezTo>
                      <a:pt x="5761" y="0"/>
                      <a:pt x="5190" y="62"/>
                      <a:pt x="4655" y="159"/>
                    </a:cubicBezTo>
                    <a:cubicBezTo>
                      <a:pt x="3923" y="292"/>
                      <a:pt x="3258" y="691"/>
                      <a:pt x="2793" y="1223"/>
                    </a:cubicBezTo>
                    <a:cubicBezTo>
                      <a:pt x="2261" y="1888"/>
                      <a:pt x="1929" y="2752"/>
                      <a:pt x="1796" y="3616"/>
                    </a:cubicBezTo>
                    <a:cubicBezTo>
                      <a:pt x="1596" y="4614"/>
                      <a:pt x="1397" y="5544"/>
                      <a:pt x="1064" y="6542"/>
                    </a:cubicBezTo>
                    <a:cubicBezTo>
                      <a:pt x="665" y="7738"/>
                      <a:pt x="200" y="8869"/>
                      <a:pt x="1" y="10065"/>
                    </a:cubicBezTo>
                    <a:cubicBezTo>
                      <a:pt x="1" y="10132"/>
                      <a:pt x="23" y="10154"/>
                      <a:pt x="52" y="10154"/>
                    </a:cubicBezTo>
                    <a:cubicBezTo>
                      <a:pt x="111" y="10154"/>
                      <a:pt x="200" y="10065"/>
                      <a:pt x="200" y="10065"/>
                    </a:cubicBezTo>
                    <a:cubicBezTo>
                      <a:pt x="665" y="8137"/>
                      <a:pt x="1463" y="6276"/>
                      <a:pt x="1862" y="4348"/>
                    </a:cubicBezTo>
                    <a:cubicBezTo>
                      <a:pt x="1995" y="3483"/>
                      <a:pt x="2195" y="2619"/>
                      <a:pt x="2527" y="1821"/>
                    </a:cubicBezTo>
                    <a:cubicBezTo>
                      <a:pt x="2660" y="1489"/>
                      <a:pt x="2926" y="1157"/>
                      <a:pt x="3325" y="957"/>
                    </a:cubicBezTo>
                    <a:cubicBezTo>
                      <a:pt x="3591" y="758"/>
                      <a:pt x="3990" y="625"/>
                      <a:pt x="4322" y="558"/>
                    </a:cubicBezTo>
                    <a:cubicBezTo>
                      <a:pt x="5120" y="425"/>
                      <a:pt x="5984" y="359"/>
                      <a:pt x="6849" y="359"/>
                    </a:cubicBezTo>
                    <a:cubicBezTo>
                      <a:pt x="6981" y="359"/>
                      <a:pt x="7247" y="26"/>
                      <a:pt x="6981" y="26"/>
                    </a:cubicBezTo>
                    <a:cubicBezTo>
                      <a:pt x="6768" y="8"/>
                      <a:pt x="6554" y="0"/>
                      <a:pt x="63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74"/>
              <p:cNvSpPr/>
              <p:nvPr/>
            </p:nvSpPr>
            <p:spPr>
              <a:xfrm>
                <a:off x="686875" y="2882475"/>
                <a:ext cx="200675" cy="63125"/>
              </a:xfrm>
              <a:custGeom>
                <a:avLst/>
                <a:gdLst/>
                <a:ahLst/>
                <a:cxnLst/>
                <a:rect l="l" t="t" r="r" b="b"/>
                <a:pathLst>
                  <a:path w="8027" h="2525" extrusionOk="0">
                    <a:moveTo>
                      <a:pt x="5149" y="1"/>
                    </a:moveTo>
                    <a:cubicBezTo>
                      <a:pt x="4004" y="1"/>
                      <a:pt x="2766" y="254"/>
                      <a:pt x="1995" y="397"/>
                    </a:cubicBezTo>
                    <a:cubicBezTo>
                      <a:pt x="1397" y="530"/>
                      <a:pt x="865" y="663"/>
                      <a:pt x="267" y="663"/>
                    </a:cubicBezTo>
                    <a:cubicBezTo>
                      <a:pt x="134" y="663"/>
                      <a:pt x="1" y="929"/>
                      <a:pt x="134" y="929"/>
                    </a:cubicBezTo>
                    <a:cubicBezTo>
                      <a:pt x="599" y="929"/>
                      <a:pt x="1065" y="862"/>
                      <a:pt x="1530" y="796"/>
                    </a:cubicBezTo>
                    <a:cubicBezTo>
                      <a:pt x="2195" y="663"/>
                      <a:pt x="2793" y="596"/>
                      <a:pt x="3391" y="463"/>
                    </a:cubicBezTo>
                    <a:cubicBezTo>
                      <a:pt x="4056" y="397"/>
                      <a:pt x="4721" y="397"/>
                      <a:pt x="5386" y="397"/>
                    </a:cubicBezTo>
                    <a:cubicBezTo>
                      <a:pt x="5918" y="397"/>
                      <a:pt x="6383" y="530"/>
                      <a:pt x="6849" y="796"/>
                    </a:cubicBezTo>
                    <a:cubicBezTo>
                      <a:pt x="7381" y="1194"/>
                      <a:pt x="7580" y="1793"/>
                      <a:pt x="7514" y="2391"/>
                    </a:cubicBezTo>
                    <a:cubicBezTo>
                      <a:pt x="7514" y="2524"/>
                      <a:pt x="7647" y="2524"/>
                      <a:pt x="7713" y="2524"/>
                    </a:cubicBezTo>
                    <a:cubicBezTo>
                      <a:pt x="7779" y="2458"/>
                      <a:pt x="7912" y="2325"/>
                      <a:pt x="7912" y="2192"/>
                    </a:cubicBezTo>
                    <a:cubicBezTo>
                      <a:pt x="8026" y="447"/>
                      <a:pt x="6669" y="1"/>
                      <a:pt x="51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74"/>
              <p:cNvSpPr/>
              <p:nvPr/>
            </p:nvSpPr>
            <p:spPr>
              <a:xfrm>
                <a:off x="845425" y="2667650"/>
                <a:ext cx="97450" cy="228525"/>
              </a:xfrm>
              <a:custGeom>
                <a:avLst/>
                <a:gdLst/>
                <a:ahLst/>
                <a:cxnLst/>
                <a:rect l="l" t="t" r="r" b="b"/>
                <a:pathLst>
                  <a:path w="3898" h="9141" extrusionOk="0">
                    <a:moveTo>
                      <a:pt x="3373" y="1"/>
                    </a:moveTo>
                    <a:cubicBezTo>
                      <a:pt x="3249" y="1"/>
                      <a:pt x="3109" y="157"/>
                      <a:pt x="3166" y="214"/>
                    </a:cubicBezTo>
                    <a:cubicBezTo>
                      <a:pt x="3764" y="1278"/>
                      <a:pt x="3498" y="2607"/>
                      <a:pt x="3166" y="3604"/>
                    </a:cubicBezTo>
                    <a:cubicBezTo>
                      <a:pt x="2701" y="5001"/>
                      <a:pt x="2102" y="6330"/>
                      <a:pt x="1305" y="7527"/>
                    </a:cubicBezTo>
                    <a:cubicBezTo>
                      <a:pt x="906" y="8059"/>
                      <a:pt x="573" y="8524"/>
                      <a:pt x="108" y="8990"/>
                    </a:cubicBezTo>
                    <a:cubicBezTo>
                      <a:pt x="0" y="9043"/>
                      <a:pt x="67" y="9141"/>
                      <a:pt x="131" y="9141"/>
                    </a:cubicBezTo>
                    <a:cubicBezTo>
                      <a:pt x="146" y="9141"/>
                      <a:pt x="162" y="9135"/>
                      <a:pt x="174" y="9123"/>
                    </a:cubicBezTo>
                    <a:lnTo>
                      <a:pt x="174" y="9056"/>
                    </a:lnTo>
                    <a:cubicBezTo>
                      <a:pt x="1105" y="8192"/>
                      <a:pt x="1903" y="7128"/>
                      <a:pt x="2435" y="5931"/>
                    </a:cubicBezTo>
                    <a:cubicBezTo>
                      <a:pt x="3166" y="4668"/>
                      <a:pt x="3631" y="3272"/>
                      <a:pt x="3831" y="1809"/>
                    </a:cubicBezTo>
                    <a:cubicBezTo>
                      <a:pt x="3897" y="1145"/>
                      <a:pt x="3764" y="546"/>
                      <a:pt x="3432" y="14"/>
                    </a:cubicBezTo>
                    <a:cubicBezTo>
                      <a:pt x="3413" y="5"/>
                      <a:pt x="3394" y="1"/>
                      <a:pt x="33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74"/>
              <p:cNvSpPr/>
              <p:nvPr/>
            </p:nvSpPr>
            <p:spPr>
              <a:xfrm>
                <a:off x="927900" y="2667425"/>
                <a:ext cx="66500" cy="140775"/>
              </a:xfrm>
              <a:custGeom>
                <a:avLst/>
                <a:gdLst/>
                <a:ahLst/>
                <a:cxnLst/>
                <a:rect l="l" t="t" r="r" b="b"/>
                <a:pathLst>
                  <a:path w="2660" h="5631" extrusionOk="0">
                    <a:moveTo>
                      <a:pt x="446" y="0"/>
                    </a:moveTo>
                    <a:cubicBezTo>
                      <a:pt x="342" y="0"/>
                      <a:pt x="238" y="8"/>
                      <a:pt x="133" y="23"/>
                    </a:cubicBezTo>
                    <a:cubicBezTo>
                      <a:pt x="133" y="23"/>
                      <a:pt x="0" y="223"/>
                      <a:pt x="67" y="223"/>
                    </a:cubicBezTo>
                    <a:cubicBezTo>
                      <a:pt x="141" y="212"/>
                      <a:pt x="213" y="207"/>
                      <a:pt x="283" y="207"/>
                    </a:cubicBezTo>
                    <a:cubicBezTo>
                      <a:pt x="1081" y="207"/>
                      <a:pt x="1556" y="880"/>
                      <a:pt x="1862" y="1552"/>
                    </a:cubicBezTo>
                    <a:cubicBezTo>
                      <a:pt x="2194" y="2483"/>
                      <a:pt x="2327" y="3414"/>
                      <a:pt x="2261" y="4411"/>
                    </a:cubicBezTo>
                    <a:cubicBezTo>
                      <a:pt x="2261" y="4744"/>
                      <a:pt x="2194" y="5143"/>
                      <a:pt x="2128" y="5541"/>
                    </a:cubicBezTo>
                    <a:cubicBezTo>
                      <a:pt x="2105" y="5608"/>
                      <a:pt x="2113" y="5630"/>
                      <a:pt x="2135" y="5630"/>
                    </a:cubicBezTo>
                    <a:cubicBezTo>
                      <a:pt x="2179" y="5630"/>
                      <a:pt x="2283" y="5541"/>
                      <a:pt x="2327" y="5541"/>
                    </a:cubicBezTo>
                    <a:cubicBezTo>
                      <a:pt x="2526" y="5209"/>
                      <a:pt x="2593" y="4810"/>
                      <a:pt x="2593" y="4478"/>
                    </a:cubicBezTo>
                    <a:cubicBezTo>
                      <a:pt x="2659" y="3946"/>
                      <a:pt x="2593" y="3414"/>
                      <a:pt x="2526" y="2949"/>
                    </a:cubicBezTo>
                    <a:cubicBezTo>
                      <a:pt x="2526" y="1951"/>
                      <a:pt x="2128" y="1021"/>
                      <a:pt x="1463" y="356"/>
                    </a:cubicBezTo>
                    <a:cubicBezTo>
                      <a:pt x="1153" y="98"/>
                      <a:pt x="804" y="0"/>
                      <a:pt x="4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74"/>
              <p:cNvSpPr/>
              <p:nvPr/>
            </p:nvSpPr>
            <p:spPr>
              <a:xfrm>
                <a:off x="495750" y="2685600"/>
                <a:ext cx="29925" cy="195500"/>
              </a:xfrm>
              <a:custGeom>
                <a:avLst/>
                <a:gdLst/>
                <a:ahLst/>
                <a:cxnLst/>
                <a:rect l="l" t="t" r="r" b="b"/>
                <a:pathLst>
                  <a:path w="1197" h="7820" extrusionOk="0">
                    <a:moveTo>
                      <a:pt x="172" y="0"/>
                    </a:moveTo>
                    <a:cubicBezTo>
                      <a:pt x="133" y="0"/>
                      <a:pt x="67" y="47"/>
                      <a:pt x="67" y="94"/>
                    </a:cubicBezTo>
                    <a:cubicBezTo>
                      <a:pt x="0" y="427"/>
                      <a:pt x="0" y="759"/>
                      <a:pt x="67" y="1158"/>
                    </a:cubicBezTo>
                    <a:cubicBezTo>
                      <a:pt x="67" y="1490"/>
                      <a:pt x="67" y="1889"/>
                      <a:pt x="133" y="2222"/>
                    </a:cubicBezTo>
                    <a:cubicBezTo>
                      <a:pt x="200" y="2621"/>
                      <a:pt x="133" y="3019"/>
                      <a:pt x="133" y="3352"/>
                    </a:cubicBezTo>
                    <a:cubicBezTo>
                      <a:pt x="133" y="3751"/>
                      <a:pt x="200" y="4017"/>
                      <a:pt x="200" y="4283"/>
                    </a:cubicBezTo>
                    <a:cubicBezTo>
                      <a:pt x="266" y="5546"/>
                      <a:pt x="200" y="6743"/>
                      <a:pt x="997" y="7806"/>
                    </a:cubicBezTo>
                    <a:cubicBezTo>
                      <a:pt x="997" y="7816"/>
                      <a:pt x="1001" y="7820"/>
                      <a:pt x="1008" y="7820"/>
                    </a:cubicBezTo>
                    <a:cubicBezTo>
                      <a:pt x="1049" y="7820"/>
                      <a:pt x="1197" y="7664"/>
                      <a:pt x="1197" y="7607"/>
                    </a:cubicBezTo>
                    <a:lnTo>
                      <a:pt x="1130" y="7607"/>
                    </a:lnTo>
                    <a:cubicBezTo>
                      <a:pt x="399" y="6543"/>
                      <a:pt x="532" y="5280"/>
                      <a:pt x="465" y="4017"/>
                    </a:cubicBezTo>
                    <a:cubicBezTo>
                      <a:pt x="465" y="3751"/>
                      <a:pt x="333" y="3418"/>
                      <a:pt x="333" y="3152"/>
                    </a:cubicBezTo>
                    <a:cubicBezTo>
                      <a:pt x="333" y="2820"/>
                      <a:pt x="333" y="2421"/>
                      <a:pt x="266" y="2089"/>
                    </a:cubicBezTo>
                    <a:cubicBezTo>
                      <a:pt x="266" y="1756"/>
                      <a:pt x="266" y="1357"/>
                      <a:pt x="200" y="1025"/>
                    </a:cubicBezTo>
                    <a:lnTo>
                      <a:pt x="200" y="493"/>
                    </a:lnTo>
                    <a:cubicBezTo>
                      <a:pt x="266" y="360"/>
                      <a:pt x="200" y="161"/>
                      <a:pt x="200" y="28"/>
                    </a:cubicBezTo>
                    <a:cubicBezTo>
                      <a:pt x="200" y="8"/>
                      <a:pt x="188" y="0"/>
                      <a:pt x="1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74"/>
              <p:cNvSpPr/>
              <p:nvPr/>
            </p:nvSpPr>
            <p:spPr>
              <a:xfrm>
                <a:off x="893450" y="2818600"/>
                <a:ext cx="292100" cy="104050"/>
              </a:xfrm>
              <a:custGeom>
                <a:avLst/>
                <a:gdLst/>
                <a:ahLst/>
                <a:cxnLst/>
                <a:rect l="l" t="t" r="r" b="b"/>
                <a:pathLst>
                  <a:path w="11684" h="4162" extrusionOk="0">
                    <a:moveTo>
                      <a:pt x="8341" y="0"/>
                    </a:moveTo>
                    <a:cubicBezTo>
                      <a:pt x="7727" y="0"/>
                      <a:pt x="7130" y="62"/>
                      <a:pt x="6497" y="159"/>
                    </a:cubicBezTo>
                    <a:cubicBezTo>
                      <a:pt x="4902" y="425"/>
                      <a:pt x="3439" y="1157"/>
                      <a:pt x="2176" y="2220"/>
                    </a:cubicBezTo>
                    <a:cubicBezTo>
                      <a:pt x="1445" y="2752"/>
                      <a:pt x="780" y="3351"/>
                      <a:pt x="115" y="3949"/>
                    </a:cubicBezTo>
                    <a:cubicBezTo>
                      <a:pt x="0" y="4006"/>
                      <a:pt x="34" y="4162"/>
                      <a:pt x="130" y="4162"/>
                    </a:cubicBezTo>
                    <a:cubicBezTo>
                      <a:pt x="145" y="4162"/>
                      <a:pt x="163" y="4158"/>
                      <a:pt x="181" y="4148"/>
                    </a:cubicBezTo>
                    <a:cubicBezTo>
                      <a:pt x="1312" y="3151"/>
                      <a:pt x="2508" y="2220"/>
                      <a:pt x="3838" y="1423"/>
                    </a:cubicBezTo>
                    <a:cubicBezTo>
                      <a:pt x="4569" y="1024"/>
                      <a:pt x="5301" y="758"/>
                      <a:pt x="6098" y="558"/>
                    </a:cubicBezTo>
                    <a:cubicBezTo>
                      <a:pt x="6682" y="461"/>
                      <a:pt x="7302" y="399"/>
                      <a:pt x="7905" y="399"/>
                    </a:cubicBezTo>
                    <a:cubicBezTo>
                      <a:pt x="8126" y="399"/>
                      <a:pt x="8345" y="407"/>
                      <a:pt x="8558" y="425"/>
                    </a:cubicBezTo>
                    <a:lnTo>
                      <a:pt x="10021" y="492"/>
                    </a:lnTo>
                    <a:lnTo>
                      <a:pt x="10752" y="492"/>
                    </a:lnTo>
                    <a:cubicBezTo>
                      <a:pt x="10952" y="492"/>
                      <a:pt x="11218" y="425"/>
                      <a:pt x="11484" y="425"/>
                    </a:cubicBezTo>
                    <a:cubicBezTo>
                      <a:pt x="11550" y="425"/>
                      <a:pt x="11683" y="159"/>
                      <a:pt x="11550" y="159"/>
                    </a:cubicBezTo>
                    <a:cubicBezTo>
                      <a:pt x="11351" y="93"/>
                      <a:pt x="11218" y="93"/>
                      <a:pt x="11018" y="93"/>
                    </a:cubicBezTo>
                    <a:lnTo>
                      <a:pt x="10353" y="93"/>
                    </a:lnTo>
                    <a:cubicBezTo>
                      <a:pt x="9888" y="93"/>
                      <a:pt x="9489" y="93"/>
                      <a:pt x="9024" y="26"/>
                    </a:cubicBezTo>
                    <a:cubicBezTo>
                      <a:pt x="8792" y="9"/>
                      <a:pt x="8565" y="0"/>
                      <a:pt x="83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74"/>
              <p:cNvSpPr/>
              <p:nvPr/>
            </p:nvSpPr>
            <p:spPr>
              <a:xfrm>
                <a:off x="906275" y="2881025"/>
                <a:ext cx="294650" cy="79475"/>
              </a:xfrm>
              <a:custGeom>
                <a:avLst/>
                <a:gdLst/>
                <a:ahLst/>
                <a:cxnLst/>
                <a:rect l="l" t="t" r="r" b="b"/>
                <a:pathLst>
                  <a:path w="11786" h="3179" extrusionOk="0">
                    <a:moveTo>
                      <a:pt x="11683" y="0"/>
                    </a:moveTo>
                    <a:cubicBezTo>
                      <a:pt x="11658" y="0"/>
                      <a:pt x="11621" y="17"/>
                      <a:pt x="11569" y="56"/>
                    </a:cubicBezTo>
                    <a:cubicBezTo>
                      <a:pt x="11303" y="189"/>
                      <a:pt x="10838" y="455"/>
                      <a:pt x="10505" y="654"/>
                    </a:cubicBezTo>
                    <a:cubicBezTo>
                      <a:pt x="10173" y="854"/>
                      <a:pt x="9840" y="1053"/>
                      <a:pt x="9508" y="1252"/>
                    </a:cubicBezTo>
                    <a:cubicBezTo>
                      <a:pt x="8777" y="1585"/>
                      <a:pt x="8112" y="1917"/>
                      <a:pt x="7381" y="2183"/>
                    </a:cubicBezTo>
                    <a:cubicBezTo>
                      <a:pt x="6217" y="2615"/>
                      <a:pt x="5004" y="2831"/>
                      <a:pt x="3799" y="2831"/>
                    </a:cubicBezTo>
                    <a:cubicBezTo>
                      <a:pt x="2594" y="2831"/>
                      <a:pt x="1397" y="2615"/>
                      <a:pt x="267" y="2183"/>
                    </a:cubicBezTo>
                    <a:cubicBezTo>
                      <a:pt x="200" y="2183"/>
                      <a:pt x="1" y="2316"/>
                      <a:pt x="134" y="2383"/>
                    </a:cubicBezTo>
                    <a:lnTo>
                      <a:pt x="67" y="2383"/>
                    </a:lnTo>
                    <a:cubicBezTo>
                      <a:pt x="1212" y="2903"/>
                      <a:pt x="2437" y="3179"/>
                      <a:pt x="3681" y="3179"/>
                    </a:cubicBezTo>
                    <a:cubicBezTo>
                      <a:pt x="4026" y="3179"/>
                      <a:pt x="4374" y="3157"/>
                      <a:pt x="4721" y="3114"/>
                    </a:cubicBezTo>
                    <a:cubicBezTo>
                      <a:pt x="6250" y="2915"/>
                      <a:pt x="7713" y="2516"/>
                      <a:pt x="9109" y="1784"/>
                    </a:cubicBezTo>
                    <a:cubicBezTo>
                      <a:pt x="9574" y="1585"/>
                      <a:pt x="9973" y="1319"/>
                      <a:pt x="10372" y="1120"/>
                    </a:cubicBezTo>
                    <a:cubicBezTo>
                      <a:pt x="10838" y="854"/>
                      <a:pt x="11237" y="588"/>
                      <a:pt x="11636" y="322"/>
                    </a:cubicBezTo>
                    <a:cubicBezTo>
                      <a:pt x="11689" y="268"/>
                      <a:pt x="11785" y="0"/>
                      <a:pt x="116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74"/>
              <p:cNvSpPr/>
              <p:nvPr/>
            </p:nvSpPr>
            <p:spPr>
              <a:xfrm>
                <a:off x="552325" y="3165250"/>
                <a:ext cx="335700" cy="349125"/>
              </a:xfrm>
              <a:custGeom>
                <a:avLst/>
                <a:gdLst/>
                <a:ahLst/>
                <a:cxnLst/>
                <a:rect l="l" t="t" r="r" b="b"/>
                <a:pathLst>
                  <a:path w="13428" h="13965" extrusionOk="0">
                    <a:moveTo>
                      <a:pt x="13372" y="0"/>
                    </a:moveTo>
                    <a:cubicBezTo>
                      <a:pt x="13294" y="0"/>
                      <a:pt x="13161" y="94"/>
                      <a:pt x="13161" y="189"/>
                    </a:cubicBezTo>
                    <a:cubicBezTo>
                      <a:pt x="13029" y="986"/>
                      <a:pt x="12962" y="1851"/>
                      <a:pt x="12896" y="2648"/>
                    </a:cubicBezTo>
                    <a:cubicBezTo>
                      <a:pt x="12829" y="3446"/>
                      <a:pt x="12630" y="4178"/>
                      <a:pt x="12231" y="4909"/>
                    </a:cubicBezTo>
                    <a:cubicBezTo>
                      <a:pt x="11699" y="5973"/>
                      <a:pt x="10967" y="6970"/>
                      <a:pt x="10037" y="7768"/>
                    </a:cubicBezTo>
                    <a:cubicBezTo>
                      <a:pt x="8109" y="9363"/>
                      <a:pt x="5981" y="10693"/>
                      <a:pt x="3721" y="11690"/>
                    </a:cubicBezTo>
                    <a:cubicBezTo>
                      <a:pt x="2457" y="12289"/>
                      <a:pt x="1261" y="13020"/>
                      <a:pt x="131" y="13751"/>
                    </a:cubicBezTo>
                    <a:cubicBezTo>
                      <a:pt x="16" y="13808"/>
                      <a:pt x="0" y="13964"/>
                      <a:pt x="125" y="13964"/>
                    </a:cubicBezTo>
                    <a:cubicBezTo>
                      <a:pt x="145" y="13964"/>
                      <a:pt x="169" y="13960"/>
                      <a:pt x="197" y="13951"/>
                    </a:cubicBezTo>
                    <a:lnTo>
                      <a:pt x="131" y="13884"/>
                    </a:lnTo>
                    <a:cubicBezTo>
                      <a:pt x="2325" y="12555"/>
                      <a:pt x="4718" y="11491"/>
                      <a:pt x="6912" y="10228"/>
                    </a:cubicBezTo>
                    <a:cubicBezTo>
                      <a:pt x="9172" y="9097"/>
                      <a:pt x="11034" y="7369"/>
                      <a:pt x="12297" y="5241"/>
                    </a:cubicBezTo>
                    <a:cubicBezTo>
                      <a:pt x="12763" y="4510"/>
                      <a:pt x="13029" y="3779"/>
                      <a:pt x="13161" y="2914"/>
                    </a:cubicBezTo>
                    <a:cubicBezTo>
                      <a:pt x="13228" y="2515"/>
                      <a:pt x="13294" y="2050"/>
                      <a:pt x="13294" y="1585"/>
                    </a:cubicBezTo>
                    <a:cubicBezTo>
                      <a:pt x="13361" y="1119"/>
                      <a:pt x="13427" y="587"/>
                      <a:pt x="13427" y="56"/>
                    </a:cubicBezTo>
                    <a:cubicBezTo>
                      <a:pt x="13427" y="17"/>
                      <a:pt x="13405" y="0"/>
                      <a:pt x="133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74"/>
              <p:cNvSpPr/>
              <p:nvPr/>
            </p:nvSpPr>
            <p:spPr>
              <a:xfrm>
                <a:off x="1991650" y="1462300"/>
                <a:ext cx="420525" cy="673300"/>
              </a:xfrm>
              <a:custGeom>
                <a:avLst/>
                <a:gdLst/>
                <a:ahLst/>
                <a:cxnLst/>
                <a:rect l="l" t="t" r="r" b="b"/>
                <a:pathLst>
                  <a:path w="16821" h="26932" extrusionOk="0">
                    <a:moveTo>
                      <a:pt x="13193" y="0"/>
                    </a:moveTo>
                    <a:cubicBezTo>
                      <a:pt x="12896" y="0"/>
                      <a:pt x="12598" y="30"/>
                      <a:pt x="12300" y="94"/>
                    </a:cubicBezTo>
                    <a:cubicBezTo>
                      <a:pt x="12034" y="94"/>
                      <a:pt x="11768" y="160"/>
                      <a:pt x="11435" y="227"/>
                    </a:cubicBezTo>
                    <a:cubicBezTo>
                      <a:pt x="11369" y="227"/>
                      <a:pt x="11236" y="426"/>
                      <a:pt x="11369" y="426"/>
                    </a:cubicBezTo>
                    <a:cubicBezTo>
                      <a:pt x="11817" y="366"/>
                      <a:pt x="12265" y="334"/>
                      <a:pt x="12714" y="334"/>
                    </a:cubicBezTo>
                    <a:cubicBezTo>
                      <a:pt x="13263" y="334"/>
                      <a:pt x="13812" y="383"/>
                      <a:pt x="14361" y="493"/>
                    </a:cubicBezTo>
                    <a:cubicBezTo>
                      <a:pt x="15225" y="626"/>
                      <a:pt x="15890" y="1291"/>
                      <a:pt x="16089" y="2155"/>
                    </a:cubicBezTo>
                    <a:cubicBezTo>
                      <a:pt x="16422" y="3418"/>
                      <a:pt x="16488" y="4748"/>
                      <a:pt x="16156" y="6011"/>
                    </a:cubicBezTo>
                    <a:cubicBezTo>
                      <a:pt x="15823" y="7341"/>
                      <a:pt x="15291" y="8604"/>
                      <a:pt x="14560" y="9734"/>
                    </a:cubicBezTo>
                    <a:cubicBezTo>
                      <a:pt x="13031" y="11928"/>
                      <a:pt x="10970" y="13790"/>
                      <a:pt x="8577" y="15119"/>
                    </a:cubicBezTo>
                    <a:cubicBezTo>
                      <a:pt x="7513" y="15718"/>
                      <a:pt x="6449" y="16316"/>
                      <a:pt x="5452" y="16981"/>
                    </a:cubicBezTo>
                    <a:cubicBezTo>
                      <a:pt x="4455" y="17712"/>
                      <a:pt x="3524" y="18510"/>
                      <a:pt x="2659" y="19441"/>
                    </a:cubicBezTo>
                    <a:cubicBezTo>
                      <a:pt x="931" y="21103"/>
                      <a:pt x="0" y="23496"/>
                      <a:pt x="133" y="25956"/>
                    </a:cubicBezTo>
                    <a:cubicBezTo>
                      <a:pt x="200" y="26222"/>
                      <a:pt x="266" y="26554"/>
                      <a:pt x="332" y="26887"/>
                    </a:cubicBezTo>
                    <a:cubicBezTo>
                      <a:pt x="332" y="26919"/>
                      <a:pt x="348" y="26932"/>
                      <a:pt x="371" y="26932"/>
                    </a:cubicBezTo>
                    <a:cubicBezTo>
                      <a:pt x="445" y="26932"/>
                      <a:pt x="598" y="26804"/>
                      <a:pt x="598" y="26754"/>
                    </a:cubicBezTo>
                    <a:cubicBezTo>
                      <a:pt x="332" y="25424"/>
                      <a:pt x="399" y="24095"/>
                      <a:pt x="798" y="22898"/>
                    </a:cubicBezTo>
                    <a:cubicBezTo>
                      <a:pt x="1197" y="21701"/>
                      <a:pt x="1862" y="20637"/>
                      <a:pt x="2726" y="19707"/>
                    </a:cubicBezTo>
                    <a:cubicBezTo>
                      <a:pt x="3524" y="18776"/>
                      <a:pt x="4521" y="17912"/>
                      <a:pt x="5585" y="17247"/>
                    </a:cubicBezTo>
                    <a:cubicBezTo>
                      <a:pt x="6582" y="16515"/>
                      <a:pt x="7712" y="15917"/>
                      <a:pt x="8776" y="15319"/>
                    </a:cubicBezTo>
                    <a:cubicBezTo>
                      <a:pt x="11169" y="13989"/>
                      <a:pt x="13164" y="12127"/>
                      <a:pt x="14693" y="9867"/>
                    </a:cubicBezTo>
                    <a:cubicBezTo>
                      <a:pt x="16222" y="7673"/>
                      <a:pt x="16821" y="5014"/>
                      <a:pt x="16422" y="2421"/>
                    </a:cubicBezTo>
                    <a:cubicBezTo>
                      <a:pt x="16355" y="1556"/>
                      <a:pt x="15823" y="759"/>
                      <a:pt x="15026" y="360"/>
                    </a:cubicBezTo>
                    <a:cubicBezTo>
                      <a:pt x="14438" y="134"/>
                      <a:pt x="13820" y="0"/>
                      <a:pt x="131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74"/>
              <p:cNvSpPr/>
              <p:nvPr/>
            </p:nvSpPr>
            <p:spPr>
              <a:xfrm>
                <a:off x="2262575" y="1476500"/>
                <a:ext cx="101400" cy="99100"/>
              </a:xfrm>
              <a:custGeom>
                <a:avLst/>
                <a:gdLst/>
                <a:ahLst/>
                <a:cxnLst/>
                <a:rect l="l" t="t" r="r" b="b"/>
                <a:pathLst>
                  <a:path w="4056" h="3964" extrusionOk="0">
                    <a:moveTo>
                      <a:pt x="420" y="1"/>
                    </a:moveTo>
                    <a:cubicBezTo>
                      <a:pt x="361" y="1"/>
                      <a:pt x="266" y="78"/>
                      <a:pt x="266" y="124"/>
                    </a:cubicBezTo>
                    <a:lnTo>
                      <a:pt x="199" y="58"/>
                    </a:lnTo>
                    <a:lnTo>
                      <a:pt x="199" y="58"/>
                    </a:lnTo>
                    <a:cubicBezTo>
                      <a:pt x="0" y="855"/>
                      <a:pt x="133" y="1653"/>
                      <a:pt x="532" y="2385"/>
                    </a:cubicBezTo>
                    <a:cubicBezTo>
                      <a:pt x="931" y="3049"/>
                      <a:pt x="1529" y="3581"/>
                      <a:pt x="2260" y="3781"/>
                    </a:cubicBezTo>
                    <a:cubicBezTo>
                      <a:pt x="2526" y="3847"/>
                      <a:pt x="2792" y="3914"/>
                      <a:pt x="2992" y="3914"/>
                    </a:cubicBezTo>
                    <a:cubicBezTo>
                      <a:pt x="3125" y="3947"/>
                      <a:pt x="3274" y="3964"/>
                      <a:pt x="3424" y="3964"/>
                    </a:cubicBezTo>
                    <a:cubicBezTo>
                      <a:pt x="3574" y="3964"/>
                      <a:pt x="3723" y="3947"/>
                      <a:pt x="3856" y="3914"/>
                    </a:cubicBezTo>
                    <a:cubicBezTo>
                      <a:pt x="3923" y="3914"/>
                      <a:pt x="4056" y="3714"/>
                      <a:pt x="3923" y="3648"/>
                    </a:cubicBezTo>
                    <a:lnTo>
                      <a:pt x="3125" y="3648"/>
                    </a:lnTo>
                    <a:cubicBezTo>
                      <a:pt x="2859" y="3648"/>
                      <a:pt x="2593" y="3581"/>
                      <a:pt x="2393" y="3515"/>
                    </a:cubicBezTo>
                    <a:cubicBezTo>
                      <a:pt x="1928" y="3315"/>
                      <a:pt x="1529" y="3116"/>
                      <a:pt x="1197" y="2784"/>
                    </a:cubicBezTo>
                    <a:cubicBezTo>
                      <a:pt x="532" y="2052"/>
                      <a:pt x="266" y="1055"/>
                      <a:pt x="465" y="58"/>
                    </a:cubicBezTo>
                    <a:cubicBezTo>
                      <a:pt x="465" y="16"/>
                      <a:pt x="446" y="1"/>
                      <a:pt x="4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74"/>
              <p:cNvSpPr/>
              <p:nvPr/>
            </p:nvSpPr>
            <p:spPr>
              <a:xfrm>
                <a:off x="2058125" y="1610200"/>
                <a:ext cx="342425" cy="538950"/>
              </a:xfrm>
              <a:custGeom>
                <a:avLst/>
                <a:gdLst/>
                <a:ahLst/>
                <a:cxnLst/>
                <a:rect l="l" t="t" r="r" b="b"/>
                <a:pathLst>
                  <a:path w="13697" h="21558" extrusionOk="0">
                    <a:moveTo>
                      <a:pt x="13669" y="1"/>
                    </a:moveTo>
                    <a:cubicBezTo>
                      <a:pt x="13630" y="1"/>
                      <a:pt x="13563" y="48"/>
                      <a:pt x="13563" y="95"/>
                    </a:cubicBezTo>
                    <a:cubicBezTo>
                      <a:pt x="13430" y="1026"/>
                      <a:pt x="13297" y="1890"/>
                      <a:pt x="12965" y="2754"/>
                    </a:cubicBezTo>
                    <a:cubicBezTo>
                      <a:pt x="12632" y="3619"/>
                      <a:pt x="12234" y="4416"/>
                      <a:pt x="11768" y="5148"/>
                    </a:cubicBezTo>
                    <a:cubicBezTo>
                      <a:pt x="10837" y="6610"/>
                      <a:pt x="9707" y="8007"/>
                      <a:pt x="8311" y="9137"/>
                    </a:cubicBezTo>
                    <a:cubicBezTo>
                      <a:pt x="7048" y="10134"/>
                      <a:pt x="5452" y="10666"/>
                      <a:pt x="4255" y="11929"/>
                    </a:cubicBezTo>
                    <a:cubicBezTo>
                      <a:pt x="3125" y="13192"/>
                      <a:pt x="2128" y="14588"/>
                      <a:pt x="1264" y="16118"/>
                    </a:cubicBezTo>
                    <a:cubicBezTo>
                      <a:pt x="998" y="16516"/>
                      <a:pt x="798" y="16915"/>
                      <a:pt x="599" y="17381"/>
                    </a:cubicBezTo>
                    <a:cubicBezTo>
                      <a:pt x="399" y="17780"/>
                      <a:pt x="266" y="18245"/>
                      <a:pt x="200" y="18710"/>
                    </a:cubicBezTo>
                    <a:cubicBezTo>
                      <a:pt x="67" y="19641"/>
                      <a:pt x="0" y="20572"/>
                      <a:pt x="67" y="21503"/>
                    </a:cubicBezTo>
                    <a:cubicBezTo>
                      <a:pt x="67" y="21542"/>
                      <a:pt x="84" y="21558"/>
                      <a:pt x="108" y="21558"/>
                    </a:cubicBezTo>
                    <a:cubicBezTo>
                      <a:pt x="167" y="21558"/>
                      <a:pt x="266" y="21464"/>
                      <a:pt x="266" y="21370"/>
                    </a:cubicBezTo>
                    <a:cubicBezTo>
                      <a:pt x="266" y="20506"/>
                      <a:pt x="333" y="19641"/>
                      <a:pt x="466" y="18777"/>
                    </a:cubicBezTo>
                    <a:cubicBezTo>
                      <a:pt x="532" y="18378"/>
                      <a:pt x="599" y="17979"/>
                      <a:pt x="732" y="17580"/>
                    </a:cubicBezTo>
                    <a:cubicBezTo>
                      <a:pt x="931" y="17181"/>
                      <a:pt x="1131" y="16782"/>
                      <a:pt x="1330" y="16384"/>
                    </a:cubicBezTo>
                    <a:cubicBezTo>
                      <a:pt x="2194" y="14788"/>
                      <a:pt x="3258" y="13325"/>
                      <a:pt x="4521" y="11996"/>
                    </a:cubicBezTo>
                    <a:cubicBezTo>
                      <a:pt x="5652" y="10799"/>
                      <a:pt x="7314" y="10200"/>
                      <a:pt x="8577" y="9137"/>
                    </a:cubicBezTo>
                    <a:cubicBezTo>
                      <a:pt x="9840" y="8007"/>
                      <a:pt x="10970" y="6743"/>
                      <a:pt x="11835" y="5281"/>
                    </a:cubicBezTo>
                    <a:cubicBezTo>
                      <a:pt x="12898" y="3752"/>
                      <a:pt x="13563" y="1890"/>
                      <a:pt x="13696" y="28"/>
                    </a:cubicBezTo>
                    <a:cubicBezTo>
                      <a:pt x="13696" y="9"/>
                      <a:pt x="13685" y="1"/>
                      <a:pt x="136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74"/>
              <p:cNvSpPr/>
              <p:nvPr/>
            </p:nvSpPr>
            <p:spPr>
              <a:xfrm>
                <a:off x="2532150" y="2677050"/>
                <a:ext cx="117700" cy="60375"/>
              </a:xfrm>
              <a:custGeom>
                <a:avLst/>
                <a:gdLst/>
                <a:ahLst/>
                <a:cxnLst/>
                <a:rect l="l" t="t" r="r" b="b"/>
                <a:pathLst>
                  <a:path w="4708" h="2415" extrusionOk="0">
                    <a:moveTo>
                      <a:pt x="297" y="1"/>
                    </a:moveTo>
                    <a:cubicBezTo>
                      <a:pt x="162" y="1"/>
                      <a:pt x="0" y="183"/>
                      <a:pt x="54" y="237"/>
                    </a:cubicBezTo>
                    <a:cubicBezTo>
                      <a:pt x="519" y="968"/>
                      <a:pt x="1184" y="1566"/>
                      <a:pt x="1982" y="1965"/>
                    </a:cubicBezTo>
                    <a:cubicBezTo>
                      <a:pt x="2314" y="2165"/>
                      <a:pt x="2780" y="2231"/>
                      <a:pt x="3179" y="2364"/>
                    </a:cubicBezTo>
                    <a:cubicBezTo>
                      <a:pt x="3411" y="2397"/>
                      <a:pt x="3644" y="2414"/>
                      <a:pt x="3869" y="2414"/>
                    </a:cubicBezTo>
                    <a:cubicBezTo>
                      <a:pt x="4093" y="2414"/>
                      <a:pt x="4309" y="2397"/>
                      <a:pt x="4508" y="2364"/>
                    </a:cubicBezTo>
                    <a:cubicBezTo>
                      <a:pt x="4508" y="2364"/>
                      <a:pt x="4708" y="2165"/>
                      <a:pt x="4641" y="2098"/>
                    </a:cubicBezTo>
                    <a:cubicBezTo>
                      <a:pt x="4500" y="2051"/>
                      <a:pt x="4359" y="2004"/>
                      <a:pt x="4242" y="2004"/>
                    </a:cubicBezTo>
                    <a:cubicBezTo>
                      <a:pt x="4193" y="2004"/>
                      <a:pt x="4148" y="2012"/>
                      <a:pt x="4110" y="2032"/>
                    </a:cubicBezTo>
                    <a:lnTo>
                      <a:pt x="3445" y="1899"/>
                    </a:lnTo>
                    <a:cubicBezTo>
                      <a:pt x="3046" y="1832"/>
                      <a:pt x="2647" y="1766"/>
                      <a:pt x="2248" y="1566"/>
                    </a:cubicBezTo>
                    <a:cubicBezTo>
                      <a:pt x="1450" y="1234"/>
                      <a:pt x="852" y="702"/>
                      <a:pt x="386" y="37"/>
                    </a:cubicBezTo>
                    <a:cubicBezTo>
                      <a:pt x="360" y="11"/>
                      <a:pt x="329" y="1"/>
                      <a:pt x="2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76" name="Google Shape;4276;p74"/>
          <p:cNvGrpSpPr/>
          <p:nvPr/>
        </p:nvGrpSpPr>
        <p:grpSpPr>
          <a:xfrm>
            <a:off x="3852166" y="1275692"/>
            <a:ext cx="1216834" cy="877615"/>
            <a:chOff x="1508676" y="305452"/>
            <a:chExt cx="5501058" cy="3967520"/>
          </a:xfrm>
        </p:grpSpPr>
        <p:sp>
          <p:nvSpPr>
            <p:cNvPr id="4277" name="Google Shape;4277;p74"/>
            <p:cNvSpPr/>
            <p:nvPr/>
          </p:nvSpPr>
          <p:spPr>
            <a:xfrm>
              <a:off x="3265059" y="3888125"/>
              <a:ext cx="170067" cy="103039"/>
            </a:xfrm>
            <a:custGeom>
              <a:avLst/>
              <a:gdLst/>
              <a:ahLst/>
              <a:cxnLst/>
              <a:rect l="l" t="t" r="r" b="b"/>
              <a:pathLst>
                <a:path w="2895" h="1754" extrusionOk="0">
                  <a:moveTo>
                    <a:pt x="1" y="0"/>
                  </a:moveTo>
                  <a:lnTo>
                    <a:pt x="1" y="0"/>
                  </a:lnTo>
                  <a:cubicBezTo>
                    <a:pt x="878" y="614"/>
                    <a:pt x="1842" y="1140"/>
                    <a:pt x="2807" y="1754"/>
                  </a:cubicBezTo>
                  <a:lnTo>
                    <a:pt x="2894" y="1754"/>
                  </a:lnTo>
                  <a:cubicBezTo>
                    <a:pt x="1842" y="1140"/>
                    <a:pt x="878" y="526"/>
                    <a:pt x="1" y="0"/>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74"/>
            <p:cNvSpPr/>
            <p:nvPr/>
          </p:nvSpPr>
          <p:spPr>
            <a:xfrm>
              <a:off x="3481420" y="4016896"/>
              <a:ext cx="25789" cy="15509"/>
            </a:xfrm>
            <a:custGeom>
              <a:avLst/>
              <a:gdLst/>
              <a:ahLst/>
              <a:cxnLst/>
              <a:rect l="l" t="t" r="r" b="b"/>
              <a:pathLst>
                <a:path w="439" h="264" extrusionOk="0">
                  <a:moveTo>
                    <a:pt x="1" y="0"/>
                  </a:moveTo>
                  <a:lnTo>
                    <a:pt x="439" y="263"/>
                  </a:lnTo>
                  <a:lnTo>
                    <a:pt x="88" y="0"/>
                  </a:ln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74"/>
            <p:cNvSpPr/>
            <p:nvPr/>
          </p:nvSpPr>
          <p:spPr>
            <a:xfrm>
              <a:off x="3847113" y="3656314"/>
              <a:ext cx="1663776" cy="576935"/>
            </a:xfrm>
            <a:custGeom>
              <a:avLst/>
              <a:gdLst/>
              <a:ahLst/>
              <a:cxnLst/>
              <a:rect l="l" t="t" r="r" b="b"/>
              <a:pathLst>
                <a:path w="28322" h="9821" extrusionOk="0">
                  <a:moveTo>
                    <a:pt x="21265" y="3205"/>
                  </a:moveTo>
                  <a:cubicBezTo>
                    <a:pt x="21381" y="3205"/>
                    <a:pt x="21488" y="3217"/>
                    <a:pt x="21570" y="3245"/>
                  </a:cubicBezTo>
                  <a:cubicBezTo>
                    <a:pt x="22553" y="3472"/>
                    <a:pt x="21581" y="3894"/>
                    <a:pt x="20957" y="3894"/>
                  </a:cubicBezTo>
                  <a:cubicBezTo>
                    <a:pt x="20857" y="3894"/>
                    <a:pt x="20766" y="3883"/>
                    <a:pt x="20693" y="3859"/>
                  </a:cubicBezTo>
                  <a:cubicBezTo>
                    <a:pt x="19732" y="3563"/>
                    <a:pt x="20641" y="3205"/>
                    <a:pt x="21265" y="3205"/>
                  </a:cubicBezTo>
                  <a:close/>
                  <a:moveTo>
                    <a:pt x="7541" y="1"/>
                  </a:moveTo>
                  <a:cubicBezTo>
                    <a:pt x="5086" y="614"/>
                    <a:pt x="2544" y="1228"/>
                    <a:pt x="1" y="1754"/>
                  </a:cubicBezTo>
                  <a:cubicBezTo>
                    <a:pt x="878" y="2894"/>
                    <a:pt x="1842" y="3946"/>
                    <a:pt x="2894" y="5086"/>
                  </a:cubicBezTo>
                  <a:cubicBezTo>
                    <a:pt x="4473" y="4472"/>
                    <a:pt x="5963" y="3771"/>
                    <a:pt x="7541" y="3069"/>
                  </a:cubicBezTo>
                  <a:cubicBezTo>
                    <a:pt x="7639" y="3021"/>
                    <a:pt x="7773" y="2999"/>
                    <a:pt x="7921" y="2999"/>
                  </a:cubicBezTo>
                  <a:cubicBezTo>
                    <a:pt x="8569" y="2999"/>
                    <a:pt x="9483" y="3414"/>
                    <a:pt x="8769" y="3771"/>
                  </a:cubicBezTo>
                  <a:cubicBezTo>
                    <a:pt x="7103" y="4560"/>
                    <a:pt x="5349" y="5261"/>
                    <a:pt x="3683" y="5963"/>
                  </a:cubicBezTo>
                  <a:cubicBezTo>
                    <a:pt x="4122" y="6401"/>
                    <a:pt x="4648" y="6927"/>
                    <a:pt x="5086" y="7366"/>
                  </a:cubicBezTo>
                  <a:cubicBezTo>
                    <a:pt x="7366" y="6752"/>
                    <a:pt x="9646" y="5875"/>
                    <a:pt x="11838" y="4998"/>
                  </a:cubicBezTo>
                  <a:cubicBezTo>
                    <a:pt x="11917" y="4967"/>
                    <a:pt x="12033" y="4952"/>
                    <a:pt x="12165" y="4952"/>
                  </a:cubicBezTo>
                  <a:cubicBezTo>
                    <a:pt x="12765" y="4952"/>
                    <a:pt x="13696" y="5253"/>
                    <a:pt x="12978" y="5612"/>
                  </a:cubicBezTo>
                  <a:cubicBezTo>
                    <a:pt x="10698" y="6577"/>
                    <a:pt x="8243" y="7453"/>
                    <a:pt x="5875" y="8155"/>
                  </a:cubicBezTo>
                  <a:lnTo>
                    <a:pt x="6928" y="9207"/>
                  </a:lnTo>
                  <a:cubicBezTo>
                    <a:pt x="7103" y="9382"/>
                    <a:pt x="7278" y="9645"/>
                    <a:pt x="7366" y="9821"/>
                  </a:cubicBezTo>
                  <a:lnTo>
                    <a:pt x="7717" y="9821"/>
                  </a:lnTo>
                  <a:cubicBezTo>
                    <a:pt x="7541" y="9645"/>
                    <a:pt x="7629" y="9382"/>
                    <a:pt x="8067" y="9295"/>
                  </a:cubicBezTo>
                  <a:cubicBezTo>
                    <a:pt x="9996" y="8681"/>
                    <a:pt x="11925" y="7980"/>
                    <a:pt x="13854" y="7103"/>
                  </a:cubicBezTo>
                  <a:cubicBezTo>
                    <a:pt x="14030" y="7015"/>
                    <a:pt x="14227" y="6971"/>
                    <a:pt x="14435" y="6971"/>
                  </a:cubicBezTo>
                  <a:cubicBezTo>
                    <a:pt x="14643" y="6971"/>
                    <a:pt x="14863" y="7015"/>
                    <a:pt x="15082" y="7103"/>
                  </a:cubicBezTo>
                  <a:cubicBezTo>
                    <a:pt x="15257" y="7278"/>
                    <a:pt x="15345" y="7541"/>
                    <a:pt x="14994" y="7717"/>
                  </a:cubicBezTo>
                  <a:cubicBezTo>
                    <a:pt x="13416" y="8506"/>
                    <a:pt x="11750" y="9119"/>
                    <a:pt x="10172" y="9645"/>
                  </a:cubicBezTo>
                  <a:cubicBezTo>
                    <a:pt x="16748" y="9207"/>
                    <a:pt x="23148" y="6752"/>
                    <a:pt x="28322" y="2543"/>
                  </a:cubicBezTo>
                  <a:cubicBezTo>
                    <a:pt x="26042" y="2543"/>
                    <a:pt x="23938" y="2368"/>
                    <a:pt x="21921" y="2193"/>
                  </a:cubicBezTo>
                  <a:cubicBezTo>
                    <a:pt x="17098" y="1754"/>
                    <a:pt x="12276" y="1053"/>
                    <a:pt x="75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74"/>
            <p:cNvSpPr/>
            <p:nvPr/>
          </p:nvSpPr>
          <p:spPr>
            <a:xfrm>
              <a:off x="3311468" y="343578"/>
              <a:ext cx="2951408" cy="2891135"/>
            </a:xfrm>
            <a:custGeom>
              <a:avLst/>
              <a:gdLst/>
              <a:ahLst/>
              <a:cxnLst/>
              <a:rect l="l" t="t" r="r" b="b"/>
              <a:pathLst>
                <a:path w="50241" h="49215" extrusionOk="0">
                  <a:moveTo>
                    <a:pt x="20868" y="8255"/>
                  </a:moveTo>
                  <a:cubicBezTo>
                    <a:pt x="21475" y="8483"/>
                    <a:pt x="20307" y="8711"/>
                    <a:pt x="19756" y="8711"/>
                  </a:cubicBezTo>
                  <a:cubicBezTo>
                    <a:pt x="19670" y="8711"/>
                    <a:pt x="19600" y="8705"/>
                    <a:pt x="19553" y="8694"/>
                  </a:cubicBezTo>
                  <a:cubicBezTo>
                    <a:pt x="18851" y="8431"/>
                    <a:pt x="20517" y="8255"/>
                    <a:pt x="20868" y="8255"/>
                  </a:cubicBezTo>
                  <a:close/>
                  <a:moveTo>
                    <a:pt x="37218" y="11737"/>
                  </a:moveTo>
                  <a:cubicBezTo>
                    <a:pt x="37296" y="11737"/>
                    <a:pt x="37371" y="11745"/>
                    <a:pt x="37440" y="11762"/>
                  </a:cubicBezTo>
                  <a:lnTo>
                    <a:pt x="37352" y="11762"/>
                  </a:lnTo>
                  <a:cubicBezTo>
                    <a:pt x="38334" y="12064"/>
                    <a:pt x="37494" y="12692"/>
                    <a:pt x="36794" y="12692"/>
                  </a:cubicBezTo>
                  <a:cubicBezTo>
                    <a:pt x="36681" y="12692"/>
                    <a:pt x="36572" y="12676"/>
                    <a:pt x="36475" y="12639"/>
                  </a:cubicBezTo>
                  <a:cubicBezTo>
                    <a:pt x="35526" y="12402"/>
                    <a:pt x="36502" y="11737"/>
                    <a:pt x="37218" y="11737"/>
                  </a:cubicBezTo>
                  <a:close/>
                  <a:moveTo>
                    <a:pt x="22858" y="16098"/>
                  </a:moveTo>
                  <a:cubicBezTo>
                    <a:pt x="22960" y="16098"/>
                    <a:pt x="23058" y="16113"/>
                    <a:pt x="23148" y="16146"/>
                  </a:cubicBezTo>
                  <a:cubicBezTo>
                    <a:pt x="24175" y="16384"/>
                    <a:pt x="23279" y="17048"/>
                    <a:pt x="22514" y="17048"/>
                  </a:cubicBezTo>
                  <a:cubicBezTo>
                    <a:pt x="22430" y="17048"/>
                    <a:pt x="22349" y="17040"/>
                    <a:pt x="22271" y="17023"/>
                  </a:cubicBezTo>
                  <a:cubicBezTo>
                    <a:pt x="21353" y="16794"/>
                    <a:pt x="22169" y="16098"/>
                    <a:pt x="22858" y="16098"/>
                  </a:cubicBezTo>
                  <a:close/>
                  <a:moveTo>
                    <a:pt x="37250" y="17590"/>
                  </a:moveTo>
                  <a:cubicBezTo>
                    <a:pt x="37389" y="17590"/>
                    <a:pt x="37518" y="17605"/>
                    <a:pt x="37615" y="17637"/>
                  </a:cubicBezTo>
                  <a:cubicBezTo>
                    <a:pt x="38500" y="17858"/>
                    <a:pt x="37649" y="18203"/>
                    <a:pt x="37042" y="18203"/>
                  </a:cubicBezTo>
                  <a:cubicBezTo>
                    <a:pt x="36928" y="18203"/>
                    <a:pt x="36822" y="18191"/>
                    <a:pt x="36738" y="18163"/>
                  </a:cubicBezTo>
                  <a:cubicBezTo>
                    <a:pt x="35807" y="17877"/>
                    <a:pt x="36630" y="17590"/>
                    <a:pt x="37250" y="17590"/>
                  </a:cubicBezTo>
                  <a:close/>
                  <a:moveTo>
                    <a:pt x="11589" y="27339"/>
                  </a:moveTo>
                  <a:cubicBezTo>
                    <a:pt x="11678" y="27339"/>
                    <a:pt x="11763" y="27348"/>
                    <a:pt x="11837" y="27369"/>
                  </a:cubicBezTo>
                  <a:cubicBezTo>
                    <a:pt x="12810" y="27694"/>
                    <a:pt x="11683" y="28168"/>
                    <a:pt x="11092" y="28168"/>
                  </a:cubicBezTo>
                  <a:cubicBezTo>
                    <a:pt x="11044" y="28168"/>
                    <a:pt x="11000" y="28165"/>
                    <a:pt x="10960" y="28159"/>
                  </a:cubicBezTo>
                  <a:cubicBezTo>
                    <a:pt x="10035" y="27850"/>
                    <a:pt x="10940" y="27339"/>
                    <a:pt x="11589" y="27339"/>
                  </a:cubicBezTo>
                  <a:close/>
                  <a:moveTo>
                    <a:pt x="27437" y="28200"/>
                  </a:moveTo>
                  <a:cubicBezTo>
                    <a:pt x="27572" y="28200"/>
                    <a:pt x="27698" y="28214"/>
                    <a:pt x="27795" y="28246"/>
                  </a:cubicBezTo>
                  <a:cubicBezTo>
                    <a:pt x="28753" y="28467"/>
                    <a:pt x="27852" y="28813"/>
                    <a:pt x="27228" y="28813"/>
                  </a:cubicBezTo>
                  <a:cubicBezTo>
                    <a:pt x="27110" y="28813"/>
                    <a:pt x="27002" y="28800"/>
                    <a:pt x="26918" y="28772"/>
                  </a:cubicBezTo>
                  <a:cubicBezTo>
                    <a:pt x="26059" y="28486"/>
                    <a:pt x="26836" y="28200"/>
                    <a:pt x="27437" y="28200"/>
                  </a:cubicBezTo>
                  <a:close/>
                  <a:moveTo>
                    <a:pt x="20328" y="38930"/>
                  </a:moveTo>
                  <a:cubicBezTo>
                    <a:pt x="20397" y="38930"/>
                    <a:pt x="20462" y="38934"/>
                    <a:pt x="20517" y="38943"/>
                  </a:cubicBezTo>
                  <a:cubicBezTo>
                    <a:pt x="21458" y="39257"/>
                    <a:pt x="20435" y="39571"/>
                    <a:pt x="19832" y="39571"/>
                  </a:cubicBezTo>
                  <a:cubicBezTo>
                    <a:pt x="19761" y="39571"/>
                    <a:pt x="19696" y="39566"/>
                    <a:pt x="19640" y="39557"/>
                  </a:cubicBezTo>
                  <a:cubicBezTo>
                    <a:pt x="18778" y="39243"/>
                    <a:pt x="19739" y="38930"/>
                    <a:pt x="20328" y="38930"/>
                  </a:cubicBezTo>
                  <a:close/>
                  <a:moveTo>
                    <a:pt x="39208" y="40403"/>
                  </a:moveTo>
                  <a:cubicBezTo>
                    <a:pt x="39298" y="40403"/>
                    <a:pt x="39382" y="40413"/>
                    <a:pt x="39456" y="40434"/>
                  </a:cubicBezTo>
                  <a:cubicBezTo>
                    <a:pt x="40458" y="40742"/>
                    <a:pt x="39495" y="41254"/>
                    <a:pt x="38831" y="41254"/>
                  </a:cubicBezTo>
                  <a:cubicBezTo>
                    <a:pt x="38739" y="41254"/>
                    <a:pt x="38654" y="41244"/>
                    <a:pt x="38579" y="41223"/>
                  </a:cubicBezTo>
                  <a:cubicBezTo>
                    <a:pt x="37654" y="40915"/>
                    <a:pt x="38559" y="40403"/>
                    <a:pt x="39208" y="40403"/>
                  </a:cubicBezTo>
                  <a:close/>
                  <a:moveTo>
                    <a:pt x="29340" y="45327"/>
                  </a:moveTo>
                  <a:cubicBezTo>
                    <a:pt x="29428" y="45327"/>
                    <a:pt x="29500" y="45332"/>
                    <a:pt x="29548" y="45344"/>
                  </a:cubicBezTo>
                  <a:cubicBezTo>
                    <a:pt x="30198" y="45560"/>
                    <a:pt x="29185" y="45717"/>
                    <a:pt x="28610" y="45717"/>
                  </a:cubicBezTo>
                  <a:cubicBezTo>
                    <a:pt x="28486" y="45717"/>
                    <a:pt x="28383" y="45710"/>
                    <a:pt x="28321" y="45695"/>
                  </a:cubicBezTo>
                  <a:cubicBezTo>
                    <a:pt x="27640" y="45543"/>
                    <a:pt x="28788" y="45327"/>
                    <a:pt x="29340" y="45327"/>
                  </a:cubicBezTo>
                  <a:close/>
                  <a:moveTo>
                    <a:pt x="44195" y="45484"/>
                  </a:moveTo>
                  <a:cubicBezTo>
                    <a:pt x="44292" y="45484"/>
                    <a:pt x="44381" y="45495"/>
                    <a:pt x="44454" y="45519"/>
                  </a:cubicBezTo>
                  <a:lnTo>
                    <a:pt x="44542" y="45519"/>
                  </a:lnTo>
                  <a:cubicBezTo>
                    <a:pt x="45429" y="45815"/>
                    <a:pt x="44571" y="46173"/>
                    <a:pt x="43964" y="46173"/>
                  </a:cubicBezTo>
                  <a:cubicBezTo>
                    <a:pt x="43852" y="46173"/>
                    <a:pt x="43747" y="46161"/>
                    <a:pt x="43665" y="46133"/>
                  </a:cubicBezTo>
                  <a:cubicBezTo>
                    <a:pt x="42682" y="45906"/>
                    <a:pt x="43589" y="45484"/>
                    <a:pt x="44195" y="45484"/>
                  </a:cubicBezTo>
                  <a:close/>
                  <a:moveTo>
                    <a:pt x="17980" y="1"/>
                  </a:moveTo>
                  <a:cubicBezTo>
                    <a:pt x="16228" y="1"/>
                    <a:pt x="14467" y="151"/>
                    <a:pt x="12714" y="452"/>
                  </a:cubicBezTo>
                  <a:cubicBezTo>
                    <a:pt x="12626" y="978"/>
                    <a:pt x="12451" y="1504"/>
                    <a:pt x="12100" y="1942"/>
                  </a:cubicBezTo>
                  <a:cubicBezTo>
                    <a:pt x="11311" y="2731"/>
                    <a:pt x="10697" y="3608"/>
                    <a:pt x="10083" y="4397"/>
                  </a:cubicBezTo>
                  <a:cubicBezTo>
                    <a:pt x="11837" y="4134"/>
                    <a:pt x="13591" y="3871"/>
                    <a:pt x="15432" y="3608"/>
                  </a:cubicBezTo>
                  <a:cubicBezTo>
                    <a:pt x="15478" y="3603"/>
                    <a:pt x="15524" y="3601"/>
                    <a:pt x="15570" y="3601"/>
                  </a:cubicBezTo>
                  <a:cubicBezTo>
                    <a:pt x="16307" y="3601"/>
                    <a:pt x="16944" y="4232"/>
                    <a:pt x="15870" y="4397"/>
                  </a:cubicBezTo>
                  <a:cubicBezTo>
                    <a:pt x="13678" y="4660"/>
                    <a:pt x="11574" y="5011"/>
                    <a:pt x="9382" y="5274"/>
                  </a:cubicBezTo>
                  <a:cubicBezTo>
                    <a:pt x="8593" y="6414"/>
                    <a:pt x="7891" y="7466"/>
                    <a:pt x="7190" y="8518"/>
                  </a:cubicBezTo>
                  <a:cubicBezTo>
                    <a:pt x="7628" y="8781"/>
                    <a:pt x="7716" y="9220"/>
                    <a:pt x="6927" y="9307"/>
                  </a:cubicBezTo>
                  <a:lnTo>
                    <a:pt x="6664" y="9307"/>
                  </a:lnTo>
                  <a:cubicBezTo>
                    <a:pt x="5787" y="10886"/>
                    <a:pt x="4910" y="12464"/>
                    <a:pt x="4121" y="14130"/>
                  </a:cubicBezTo>
                  <a:cubicBezTo>
                    <a:pt x="4910" y="14217"/>
                    <a:pt x="5349" y="15094"/>
                    <a:pt x="4296" y="15182"/>
                  </a:cubicBezTo>
                  <a:lnTo>
                    <a:pt x="3683" y="15182"/>
                  </a:lnTo>
                  <a:cubicBezTo>
                    <a:pt x="3244" y="16322"/>
                    <a:pt x="2806" y="17374"/>
                    <a:pt x="2367" y="18514"/>
                  </a:cubicBezTo>
                  <a:lnTo>
                    <a:pt x="7190" y="17900"/>
                  </a:lnTo>
                  <a:cubicBezTo>
                    <a:pt x="7628" y="17900"/>
                    <a:pt x="9207" y="18251"/>
                    <a:pt x="8067" y="18338"/>
                  </a:cubicBezTo>
                  <a:lnTo>
                    <a:pt x="2192" y="19040"/>
                  </a:lnTo>
                  <a:cubicBezTo>
                    <a:pt x="1929" y="19917"/>
                    <a:pt x="1666" y="20793"/>
                    <a:pt x="1403" y="21670"/>
                  </a:cubicBezTo>
                  <a:cubicBezTo>
                    <a:pt x="2104" y="21670"/>
                    <a:pt x="2718" y="21583"/>
                    <a:pt x="3332" y="21583"/>
                  </a:cubicBezTo>
                  <a:cubicBezTo>
                    <a:pt x="3946" y="21583"/>
                    <a:pt x="4998" y="22109"/>
                    <a:pt x="3770" y="22196"/>
                  </a:cubicBezTo>
                  <a:cubicBezTo>
                    <a:pt x="2981" y="22196"/>
                    <a:pt x="2104" y="22284"/>
                    <a:pt x="1315" y="22284"/>
                  </a:cubicBezTo>
                  <a:cubicBezTo>
                    <a:pt x="1052" y="23249"/>
                    <a:pt x="877" y="24125"/>
                    <a:pt x="702" y="25002"/>
                  </a:cubicBezTo>
                  <a:lnTo>
                    <a:pt x="4472" y="24564"/>
                  </a:lnTo>
                  <a:cubicBezTo>
                    <a:pt x="4910" y="24564"/>
                    <a:pt x="6401" y="24914"/>
                    <a:pt x="5349" y="25090"/>
                  </a:cubicBezTo>
                  <a:cubicBezTo>
                    <a:pt x="3770" y="25265"/>
                    <a:pt x="2192" y="25441"/>
                    <a:pt x="614" y="25616"/>
                  </a:cubicBezTo>
                  <a:cubicBezTo>
                    <a:pt x="438" y="26580"/>
                    <a:pt x="351" y="27545"/>
                    <a:pt x="175" y="28422"/>
                  </a:cubicBezTo>
                  <a:cubicBezTo>
                    <a:pt x="1666" y="28334"/>
                    <a:pt x="3157" y="28246"/>
                    <a:pt x="4647" y="28159"/>
                  </a:cubicBezTo>
                  <a:cubicBezTo>
                    <a:pt x="5349" y="28159"/>
                    <a:pt x="6313" y="28509"/>
                    <a:pt x="5086" y="28597"/>
                  </a:cubicBezTo>
                  <a:cubicBezTo>
                    <a:pt x="3420" y="28685"/>
                    <a:pt x="1841" y="28772"/>
                    <a:pt x="175" y="28948"/>
                  </a:cubicBezTo>
                  <a:cubicBezTo>
                    <a:pt x="88" y="29737"/>
                    <a:pt x="0" y="30526"/>
                    <a:pt x="0" y="31315"/>
                  </a:cubicBezTo>
                  <a:lnTo>
                    <a:pt x="6664" y="30614"/>
                  </a:lnTo>
                  <a:cubicBezTo>
                    <a:pt x="6697" y="30611"/>
                    <a:pt x="6730" y="30609"/>
                    <a:pt x="6762" y="30609"/>
                  </a:cubicBezTo>
                  <a:cubicBezTo>
                    <a:pt x="7668" y="30609"/>
                    <a:pt x="8203" y="31757"/>
                    <a:pt x="7102" y="31841"/>
                  </a:cubicBezTo>
                  <a:lnTo>
                    <a:pt x="0" y="32630"/>
                  </a:lnTo>
                  <a:lnTo>
                    <a:pt x="0" y="35173"/>
                  </a:lnTo>
                  <a:cubicBezTo>
                    <a:pt x="1491" y="35085"/>
                    <a:pt x="2981" y="34998"/>
                    <a:pt x="4472" y="34998"/>
                  </a:cubicBezTo>
                  <a:cubicBezTo>
                    <a:pt x="5524" y="34998"/>
                    <a:pt x="5524" y="35524"/>
                    <a:pt x="4472" y="35611"/>
                  </a:cubicBezTo>
                  <a:cubicBezTo>
                    <a:pt x="2981" y="35611"/>
                    <a:pt x="1491" y="35699"/>
                    <a:pt x="0" y="35699"/>
                  </a:cubicBezTo>
                  <a:lnTo>
                    <a:pt x="0" y="36664"/>
                  </a:lnTo>
                  <a:cubicBezTo>
                    <a:pt x="88" y="37803"/>
                    <a:pt x="175" y="38768"/>
                    <a:pt x="351" y="39820"/>
                  </a:cubicBezTo>
                  <a:lnTo>
                    <a:pt x="7541" y="38680"/>
                  </a:lnTo>
                  <a:cubicBezTo>
                    <a:pt x="7574" y="38677"/>
                    <a:pt x="7607" y="38676"/>
                    <a:pt x="7639" y="38676"/>
                  </a:cubicBezTo>
                  <a:cubicBezTo>
                    <a:pt x="8545" y="38676"/>
                    <a:pt x="9080" y="39823"/>
                    <a:pt x="7979" y="39908"/>
                  </a:cubicBezTo>
                  <a:lnTo>
                    <a:pt x="614" y="41048"/>
                  </a:lnTo>
                  <a:cubicBezTo>
                    <a:pt x="3683" y="42275"/>
                    <a:pt x="6839" y="43327"/>
                    <a:pt x="9996" y="44292"/>
                  </a:cubicBezTo>
                  <a:cubicBezTo>
                    <a:pt x="18889" y="47100"/>
                    <a:pt x="28476" y="49214"/>
                    <a:pt x="38016" y="49214"/>
                  </a:cubicBezTo>
                  <a:cubicBezTo>
                    <a:pt x="39199" y="49214"/>
                    <a:pt x="40381" y="49182"/>
                    <a:pt x="41561" y="49114"/>
                  </a:cubicBezTo>
                  <a:cubicBezTo>
                    <a:pt x="42963" y="49027"/>
                    <a:pt x="44454" y="48939"/>
                    <a:pt x="46032" y="48676"/>
                  </a:cubicBezTo>
                  <a:cubicBezTo>
                    <a:pt x="47172" y="46659"/>
                    <a:pt x="48137" y="44379"/>
                    <a:pt x="48838" y="42100"/>
                  </a:cubicBezTo>
                  <a:cubicBezTo>
                    <a:pt x="49978" y="37891"/>
                    <a:pt x="50241" y="33419"/>
                    <a:pt x="49715" y="29123"/>
                  </a:cubicBezTo>
                  <a:lnTo>
                    <a:pt x="49715" y="29123"/>
                  </a:lnTo>
                  <a:cubicBezTo>
                    <a:pt x="46295" y="30263"/>
                    <a:pt x="42876" y="31140"/>
                    <a:pt x="39281" y="31666"/>
                  </a:cubicBezTo>
                  <a:cubicBezTo>
                    <a:pt x="39208" y="31680"/>
                    <a:pt x="39137" y="31687"/>
                    <a:pt x="39068" y="31687"/>
                  </a:cubicBezTo>
                  <a:cubicBezTo>
                    <a:pt x="38301" y="31687"/>
                    <a:pt x="37797" y="30862"/>
                    <a:pt x="38842" y="30701"/>
                  </a:cubicBezTo>
                  <a:cubicBezTo>
                    <a:pt x="42437" y="30088"/>
                    <a:pt x="46032" y="29211"/>
                    <a:pt x="49452" y="27983"/>
                  </a:cubicBezTo>
                  <a:lnTo>
                    <a:pt x="49539" y="27983"/>
                  </a:lnTo>
                  <a:cubicBezTo>
                    <a:pt x="49364" y="26668"/>
                    <a:pt x="49013" y="25265"/>
                    <a:pt x="48663" y="23950"/>
                  </a:cubicBezTo>
                  <a:cubicBezTo>
                    <a:pt x="47435" y="24564"/>
                    <a:pt x="46208" y="25090"/>
                    <a:pt x="44980" y="25528"/>
                  </a:cubicBezTo>
                  <a:cubicBezTo>
                    <a:pt x="44761" y="25572"/>
                    <a:pt x="44542" y="25594"/>
                    <a:pt x="44333" y="25594"/>
                  </a:cubicBezTo>
                  <a:cubicBezTo>
                    <a:pt x="44125" y="25594"/>
                    <a:pt x="43928" y="25572"/>
                    <a:pt x="43753" y="25528"/>
                  </a:cubicBezTo>
                  <a:cubicBezTo>
                    <a:pt x="43490" y="25353"/>
                    <a:pt x="43402" y="25265"/>
                    <a:pt x="43753" y="25177"/>
                  </a:cubicBezTo>
                  <a:cubicBezTo>
                    <a:pt x="45418" y="24651"/>
                    <a:pt x="46997" y="24038"/>
                    <a:pt x="48575" y="23161"/>
                  </a:cubicBezTo>
                  <a:cubicBezTo>
                    <a:pt x="45769" y="14130"/>
                    <a:pt x="39281" y="6677"/>
                    <a:pt x="30688" y="2819"/>
                  </a:cubicBezTo>
                  <a:cubicBezTo>
                    <a:pt x="26680" y="940"/>
                    <a:pt x="22359" y="1"/>
                    <a:pt x="1798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74"/>
            <p:cNvSpPr/>
            <p:nvPr/>
          </p:nvSpPr>
          <p:spPr>
            <a:xfrm>
              <a:off x="3641091" y="3476023"/>
              <a:ext cx="571824" cy="252486"/>
            </a:xfrm>
            <a:custGeom>
              <a:avLst/>
              <a:gdLst/>
              <a:ahLst/>
              <a:cxnLst/>
              <a:rect l="l" t="t" r="r" b="b"/>
              <a:pathLst>
                <a:path w="9734" h="4298" extrusionOk="0">
                  <a:moveTo>
                    <a:pt x="1" y="1"/>
                  </a:moveTo>
                  <a:cubicBezTo>
                    <a:pt x="965" y="1491"/>
                    <a:pt x="1930" y="2894"/>
                    <a:pt x="3069" y="4297"/>
                  </a:cubicBezTo>
                  <a:cubicBezTo>
                    <a:pt x="5261" y="3771"/>
                    <a:pt x="7541" y="3245"/>
                    <a:pt x="9733" y="2719"/>
                  </a:cubicBezTo>
                  <a:cubicBezTo>
                    <a:pt x="6489" y="1930"/>
                    <a:pt x="3245" y="1053"/>
                    <a:pt x="17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74"/>
            <p:cNvSpPr/>
            <p:nvPr/>
          </p:nvSpPr>
          <p:spPr>
            <a:xfrm>
              <a:off x="3265059" y="3764465"/>
              <a:ext cx="752112" cy="319455"/>
            </a:xfrm>
            <a:custGeom>
              <a:avLst/>
              <a:gdLst/>
              <a:ahLst/>
              <a:cxnLst/>
              <a:rect l="l" t="t" r="r" b="b"/>
              <a:pathLst>
                <a:path w="12803" h="5438" extrusionOk="0">
                  <a:moveTo>
                    <a:pt x="9909" y="1"/>
                  </a:moveTo>
                  <a:cubicBezTo>
                    <a:pt x="6577" y="615"/>
                    <a:pt x="3333" y="1404"/>
                    <a:pt x="1" y="2018"/>
                  </a:cubicBezTo>
                  <a:cubicBezTo>
                    <a:pt x="878" y="2631"/>
                    <a:pt x="1842" y="3245"/>
                    <a:pt x="2894" y="3771"/>
                  </a:cubicBezTo>
                  <a:cubicBezTo>
                    <a:pt x="4736" y="3596"/>
                    <a:pt x="6489" y="3245"/>
                    <a:pt x="8331" y="2719"/>
                  </a:cubicBezTo>
                  <a:cubicBezTo>
                    <a:pt x="8378" y="2707"/>
                    <a:pt x="8448" y="2702"/>
                    <a:pt x="8533" y="2702"/>
                  </a:cubicBezTo>
                  <a:cubicBezTo>
                    <a:pt x="9084" y="2702"/>
                    <a:pt x="10242" y="2930"/>
                    <a:pt x="9558" y="3157"/>
                  </a:cubicBezTo>
                  <a:cubicBezTo>
                    <a:pt x="7629" y="3684"/>
                    <a:pt x="5700" y="4122"/>
                    <a:pt x="3771" y="4385"/>
                  </a:cubicBezTo>
                  <a:lnTo>
                    <a:pt x="4122" y="4560"/>
                  </a:lnTo>
                  <a:lnTo>
                    <a:pt x="5349" y="5174"/>
                  </a:lnTo>
                  <a:cubicBezTo>
                    <a:pt x="5613" y="5262"/>
                    <a:pt x="5876" y="5349"/>
                    <a:pt x="6139" y="5437"/>
                  </a:cubicBezTo>
                  <a:cubicBezTo>
                    <a:pt x="8418" y="4823"/>
                    <a:pt x="10610" y="4122"/>
                    <a:pt x="12802" y="3245"/>
                  </a:cubicBezTo>
                  <a:cubicBezTo>
                    <a:pt x="11750" y="2193"/>
                    <a:pt x="10786" y="1053"/>
                    <a:pt x="9909"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74"/>
            <p:cNvSpPr/>
            <p:nvPr/>
          </p:nvSpPr>
          <p:spPr>
            <a:xfrm>
              <a:off x="3265059" y="3764465"/>
              <a:ext cx="752112" cy="319455"/>
            </a:xfrm>
            <a:custGeom>
              <a:avLst/>
              <a:gdLst/>
              <a:ahLst/>
              <a:cxnLst/>
              <a:rect l="l" t="t" r="r" b="b"/>
              <a:pathLst>
                <a:path w="12803" h="5438" extrusionOk="0">
                  <a:moveTo>
                    <a:pt x="9909" y="1"/>
                  </a:moveTo>
                  <a:cubicBezTo>
                    <a:pt x="6577" y="615"/>
                    <a:pt x="3333" y="1404"/>
                    <a:pt x="1" y="2018"/>
                  </a:cubicBezTo>
                  <a:cubicBezTo>
                    <a:pt x="878" y="2631"/>
                    <a:pt x="1842" y="3245"/>
                    <a:pt x="2894" y="3771"/>
                  </a:cubicBezTo>
                  <a:cubicBezTo>
                    <a:pt x="4736" y="3596"/>
                    <a:pt x="6489" y="3245"/>
                    <a:pt x="8331" y="2719"/>
                  </a:cubicBezTo>
                  <a:cubicBezTo>
                    <a:pt x="8378" y="2707"/>
                    <a:pt x="8448" y="2702"/>
                    <a:pt x="8533" y="2702"/>
                  </a:cubicBezTo>
                  <a:cubicBezTo>
                    <a:pt x="9084" y="2702"/>
                    <a:pt x="10242" y="2930"/>
                    <a:pt x="9558" y="3157"/>
                  </a:cubicBezTo>
                  <a:cubicBezTo>
                    <a:pt x="7629" y="3684"/>
                    <a:pt x="5700" y="4122"/>
                    <a:pt x="3771" y="4385"/>
                  </a:cubicBezTo>
                  <a:lnTo>
                    <a:pt x="4122" y="4560"/>
                  </a:lnTo>
                  <a:lnTo>
                    <a:pt x="5349" y="5174"/>
                  </a:lnTo>
                  <a:cubicBezTo>
                    <a:pt x="5613" y="5262"/>
                    <a:pt x="5876" y="5349"/>
                    <a:pt x="6139" y="5437"/>
                  </a:cubicBezTo>
                  <a:cubicBezTo>
                    <a:pt x="8418" y="4823"/>
                    <a:pt x="10610" y="4122"/>
                    <a:pt x="12802" y="3245"/>
                  </a:cubicBezTo>
                  <a:cubicBezTo>
                    <a:pt x="11750" y="2193"/>
                    <a:pt x="10786" y="1053"/>
                    <a:pt x="99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74"/>
            <p:cNvSpPr/>
            <p:nvPr/>
          </p:nvSpPr>
          <p:spPr>
            <a:xfrm>
              <a:off x="2636655" y="3125780"/>
              <a:ext cx="453335" cy="195797"/>
            </a:xfrm>
            <a:custGeom>
              <a:avLst/>
              <a:gdLst/>
              <a:ahLst/>
              <a:cxnLst/>
              <a:rect l="l" t="t" r="r" b="b"/>
              <a:pathLst>
                <a:path w="7717" h="3333" extrusionOk="0">
                  <a:moveTo>
                    <a:pt x="2719" y="1"/>
                  </a:moveTo>
                  <a:cubicBezTo>
                    <a:pt x="1842" y="88"/>
                    <a:pt x="965" y="176"/>
                    <a:pt x="1" y="351"/>
                  </a:cubicBezTo>
                  <a:cubicBezTo>
                    <a:pt x="527" y="1316"/>
                    <a:pt x="1141" y="2368"/>
                    <a:pt x="1667" y="3332"/>
                  </a:cubicBezTo>
                  <a:cubicBezTo>
                    <a:pt x="3684" y="3069"/>
                    <a:pt x="5700" y="2719"/>
                    <a:pt x="7717" y="2368"/>
                  </a:cubicBezTo>
                  <a:cubicBezTo>
                    <a:pt x="6051" y="1579"/>
                    <a:pt x="4297" y="790"/>
                    <a:pt x="27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74"/>
            <p:cNvSpPr/>
            <p:nvPr/>
          </p:nvSpPr>
          <p:spPr>
            <a:xfrm>
              <a:off x="2636655" y="3125780"/>
              <a:ext cx="453335" cy="195797"/>
            </a:xfrm>
            <a:custGeom>
              <a:avLst/>
              <a:gdLst/>
              <a:ahLst/>
              <a:cxnLst/>
              <a:rect l="l" t="t" r="r" b="b"/>
              <a:pathLst>
                <a:path w="7717" h="3333" extrusionOk="0">
                  <a:moveTo>
                    <a:pt x="2719" y="1"/>
                  </a:moveTo>
                  <a:cubicBezTo>
                    <a:pt x="1842" y="88"/>
                    <a:pt x="965" y="176"/>
                    <a:pt x="1" y="351"/>
                  </a:cubicBezTo>
                  <a:cubicBezTo>
                    <a:pt x="527" y="1316"/>
                    <a:pt x="1141" y="2368"/>
                    <a:pt x="1667" y="3332"/>
                  </a:cubicBezTo>
                  <a:cubicBezTo>
                    <a:pt x="3684" y="3069"/>
                    <a:pt x="5700" y="2719"/>
                    <a:pt x="7717" y="2368"/>
                  </a:cubicBezTo>
                  <a:cubicBezTo>
                    <a:pt x="6051" y="1579"/>
                    <a:pt x="4297" y="790"/>
                    <a:pt x="27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74"/>
            <p:cNvSpPr/>
            <p:nvPr/>
          </p:nvSpPr>
          <p:spPr>
            <a:xfrm>
              <a:off x="3965603" y="4130217"/>
              <a:ext cx="314227" cy="97928"/>
            </a:xfrm>
            <a:custGeom>
              <a:avLst/>
              <a:gdLst/>
              <a:ahLst/>
              <a:cxnLst/>
              <a:rect l="l" t="t" r="r" b="b"/>
              <a:pathLst>
                <a:path w="5349" h="1667" extrusionOk="0">
                  <a:moveTo>
                    <a:pt x="3771" y="0"/>
                  </a:moveTo>
                  <a:cubicBezTo>
                    <a:pt x="2543" y="351"/>
                    <a:pt x="1228" y="702"/>
                    <a:pt x="0" y="1052"/>
                  </a:cubicBezTo>
                  <a:cubicBezTo>
                    <a:pt x="1754" y="1403"/>
                    <a:pt x="3508" y="1578"/>
                    <a:pt x="5349" y="1666"/>
                  </a:cubicBezTo>
                  <a:cubicBezTo>
                    <a:pt x="5174" y="1403"/>
                    <a:pt x="4998" y="1228"/>
                    <a:pt x="4823" y="1052"/>
                  </a:cubicBezTo>
                  <a:lnTo>
                    <a:pt x="3771" y="0"/>
                  </a:ln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74"/>
            <p:cNvSpPr/>
            <p:nvPr/>
          </p:nvSpPr>
          <p:spPr>
            <a:xfrm>
              <a:off x="3965603" y="4130217"/>
              <a:ext cx="314227" cy="97928"/>
            </a:xfrm>
            <a:custGeom>
              <a:avLst/>
              <a:gdLst/>
              <a:ahLst/>
              <a:cxnLst/>
              <a:rect l="l" t="t" r="r" b="b"/>
              <a:pathLst>
                <a:path w="5349" h="1667" extrusionOk="0">
                  <a:moveTo>
                    <a:pt x="3771" y="0"/>
                  </a:moveTo>
                  <a:cubicBezTo>
                    <a:pt x="2543" y="351"/>
                    <a:pt x="1228" y="702"/>
                    <a:pt x="0" y="1052"/>
                  </a:cubicBezTo>
                  <a:cubicBezTo>
                    <a:pt x="1754" y="1403"/>
                    <a:pt x="3508" y="1578"/>
                    <a:pt x="5349" y="1666"/>
                  </a:cubicBezTo>
                  <a:cubicBezTo>
                    <a:pt x="5174" y="1403"/>
                    <a:pt x="4998" y="1228"/>
                    <a:pt x="4823" y="1052"/>
                  </a:cubicBezTo>
                  <a:lnTo>
                    <a:pt x="37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74"/>
            <p:cNvSpPr/>
            <p:nvPr/>
          </p:nvSpPr>
          <p:spPr>
            <a:xfrm>
              <a:off x="3713231" y="4001446"/>
              <a:ext cx="432716" cy="164838"/>
            </a:xfrm>
            <a:custGeom>
              <a:avLst/>
              <a:gdLst/>
              <a:ahLst/>
              <a:cxnLst/>
              <a:rect l="l" t="t" r="r" b="b"/>
              <a:pathLst>
                <a:path w="7366" h="2806" extrusionOk="0">
                  <a:moveTo>
                    <a:pt x="5962" y="0"/>
                  </a:moveTo>
                  <a:cubicBezTo>
                    <a:pt x="4033" y="789"/>
                    <a:pt x="2017" y="1403"/>
                    <a:pt x="0" y="2017"/>
                  </a:cubicBezTo>
                  <a:cubicBezTo>
                    <a:pt x="789" y="2280"/>
                    <a:pt x="1666" y="2543"/>
                    <a:pt x="2455" y="2806"/>
                  </a:cubicBezTo>
                  <a:cubicBezTo>
                    <a:pt x="2543" y="2718"/>
                    <a:pt x="2718" y="2631"/>
                    <a:pt x="2806" y="2631"/>
                  </a:cubicBezTo>
                  <a:cubicBezTo>
                    <a:pt x="4384" y="2280"/>
                    <a:pt x="5875" y="1929"/>
                    <a:pt x="7365" y="1403"/>
                  </a:cubicBezTo>
                  <a:cubicBezTo>
                    <a:pt x="6839" y="965"/>
                    <a:pt x="6401" y="526"/>
                    <a:pt x="5962" y="0"/>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74"/>
            <p:cNvSpPr/>
            <p:nvPr/>
          </p:nvSpPr>
          <p:spPr>
            <a:xfrm>
              <a:off x="3713231" y="4001446"/>
              <a:ext cx="432716" cy="164838"/>
            </a:xfrm>
            <a:custGeom>
              <a:avLst/>
              <a:gdLst/>
              <a:ahLst/>
              <a:cxnLst/>
              <a:rect l="l" t="t" r="r" b="b"/>
              <a:pathLst>
                <a:path w="7366" h="2806" extrusionOk="0">
                  <a:moveTo>
                    <a:pt x="5962" y="0"/>
                  </a:moveTo>
                  <a:cubicBezTo>
                    <a:pt x="4033" y="789"/>
                    <a:pt x="2017" y="1403"/>
                    <a:pt x="0" y="2017"/>
                  </a:cubicBezTo>
                  <a:cubicBezTo>
                    <a:pt x="789" y="2280"/>
                    <a:pt x="1666" y="2543"/>
                    <a:pt x="2455" y="2806"/>
                  </a:cubicBezTo>
                  <a:cubicBezTo>
                    <a:pt x="2543" y="2718"/>
                    <a:pt x="2718" y="2631"/>
                    <a:pt x="2806" y="2631"/>
                  </a:cubicBezTo>
                  <a:cubicBezTo>
                    <a:pt x="4384" y="2280"/>
                    <a:pt x="5875" y="1929"/>
                    <a:pt x="7365" y="1403"/>
                  </a:cubicBezTo>
                  <a:cubicBezTo>
                    <a:pt x="6839" y="965"/>
                    <a:pt x="6401" y="526"/>
                    <a:pt x="59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74"/>
            <p:cNvSpPr/>
            <p:nvPr/>
          </p:nvSpPr>
          <p:spPr>
            <a:xfrm>
              <a:off x="2719075" y="890326"/>
              <a:ext cx="989031" cy="381196"/>
            </a:xfrm>
            <a:custGeom>
              <a:avLst/>
              <a:gdLst/>
              <a:ahLst/>
              <a:cxnLst/>
              <a:rect l="l" t="t" r="r" b="b"/>
              <a:pathLst>
                <a:path w="16836" h="6489" extrusionOk="0">
                  <a:moveTo>
                    <a:pt x="16835" y="0"/>
                  </a:moveTo>
                  <a:lnTo>
                    <a:pt x="4034" y="1316"/>
                  </a:lnTo>
                  <a:cubicBezTo>
                    <a:pt x="3420" y="1929"/>
                    <a:pt x="2894" y="2543"/>
                    <a:pt x="2368" y="3245"/>
                  </a:cubicBezTo>
                  <a:cubicBezTo>
                    <a:pt x="5612" y="3069"/>
                    <a:pt x="8769" y="2455"/>
                    <a:pt x="11925" y="1579"/>
                  </a:cubicBezTo>
                  <a:cubicBezTo>
                    <a:pt x="11963" y="1569"/>
                    <a:pt x="12015" y="1565"/>
                    <a:pt x="12078" y="1565"/>
                  </a:cubicBezTo>
                  <a:cubicBezTo>
                    <a:pt x="12604" y="1565"/>
                    <a:pt x="13858" y="1870"/>
                    <a:pt x="13153" y="2105"/>
                  </a:cubicBezTo>
                  <a:cubicBezTo>
                    <a:pt x="9470" y="3157"/>
                    <a:pt x="5612" y="3771"/>
                    <a:pt x="1842" y="3858"/>
                  </a:cubicBezTo>
                  <a:cubicBezTo>
                    <a:pt x="1141" y="4735"/>
                    <a:pt x="527" y="5612"/>
                    <a:pt x="1" y="6489"/>
                  </a:cubicBezTo>
                  <a:cubicBezTo>
                    <a:pt x="4648" y="5787"/>
                    <a:pt x="9295" y="5173"/>
                    <a:pt x="14030" y="4823"/>
                  </a:cubicBezTo>
                  <a:lnTo>
                    <a:pt x="14293" y="4823"/>
                  </a:lnTo>
                  <a:cubicBezTo>
                    <a:pt x="15082" y="3157"/>
                    <a:pt x="15871" y="1579"/>
                    <a:pt x="16835" y="0"/>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74"/>
            <p:cNvSpPr/>
            <p:nvPr/>
          </p:nvSpPr>
          <p:spPr>
            <a:xfrm>
              <a:off x="2719075" y="890326"/>
              <a:ext cx="989031" cy="381196"/>
            </a:xfrm>
            <a:custGeom>
              <a:avLst/>
              <a:gdLst/>
              <a:ahLst/>
              <a:cxnLst/>
              <a:rect l="l" t="t" r="r" b="b"/>
              <a:pathLst>
                <a:path w="16836" h="6489" extrusionOk="0">
                  <a:moveTo>
                    <a:pt x="16835" y="0"/>
                  </a:moveTo>
                  <a:lnTo>
                    <a:pt x="4034" y="1316"/>
                  </a:lnTo>
                  <a:cubicBezTo>
                    <a:pt x="3420" y="1929"/>
                    <a:pt x="2894" y="2543"/>
                    <a:pt x="2368" y="3245"/>
                  </a:cubicBezTo>
                  <a:cubicBezTo>
                    <a:pt x="5612" y="3069"/>
                    <a:pt x="8769" y="2455"/>
                    <a:pt x="11925" y="1579"/>
                  </a:cubicBezTo>
                  <a:cubicBezTo>
                    <a:pt x="11963" y="1569"/>
                    <a:pt x="12015" y="1565"/>
                    <a:pt x="12078" y="1565"/>
                  </a:cubicBezTo>
                  <a:cubicBezTo>
                    <a:pt x="12604" y="1565"/>
                    <a:pt x="13858" y="1870"/>
                    <a:pt x="13153" y="2105"/>
                  </a:cubicBezTo>
                  <a:cubicBezTo>
                    <a:pt x="9470" y="3157"/>
                    <a:pt x="5612" y="3771"/>
                    <a:pt x="1842" y="3858"/>
                  </a:cubicBezTo>
                  <a:cubicBezTo>
                    <a:pt x="1141" y="4735"/>
                    <a:pt x="527" y="5612"/>
                    <a:pt x="1" y="6489"/>
                  </a:cubicBezTo>
                  <a:cubicBezTo>
                    <a:pt x="4648" y="5787"/>
                    <a:pt x="9295" y="5173"/>
                    <a:pt x="14030" y="4823"/>
                  </a:cubicBezTo>
                  <a:lnTo>
                    <a:pt x="14293" y="4823"/>
                  </a:lnTo>
                  <a:cubicBezTo>
                    <a:pt x="15082" y="3157"/>
                    <a:pt x="15871" y="1579"/>
                    <a:pt x="168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74"/>
            <p:cNvSpPr/>
            <p:nvPr/>
          </p:nvSpPr>
          <p:spPr>
            <a:xfrm>
              <a:off x="3017857" y="658514"/>
              <a:ext cx="844753" cy="242147"/>
            </a:xfrm>
            <a:custGeom>
              <a:avLst/>
              <a:gdLst/>
              <a:ahLst/>
              <a:cxnLst/>
              <a:rect l="l" t="t" r="r" b="b"/>
              <a:pathLst>
                <a:path w="14380" h="4122" extrusionOk="0">
                  <a:moveTo>
                    <a:pt x="14380" y="1"/>
                  </a:moveTo>
                  <a:lnTo>
                    <a:pt x="14380" y="1"/>
                  </a:lnTo>
                  <a:cubicBezTo>
                    <a:pt x="10434" y="614"/>
                    <a:pt x="6489" y="1316"/>
                    <a:pt x="2631" y="2105"/>
                  </a:cubicBezTo>
                  <a:lnTo>
                    <a:pt x="2280" y="2105"/>
                  </a:lnTo>
                  <a:cubicBezTo>
                    <a:pt x="1491" y="2719"/>
                    <a:pt x="702" y="3420"/>
                    <a:pt x="0" y="4122"/>
                  </a:cubicBezTo>
                  <a:lnTo>
                    <a:pt x="11486" y="3070"/>
                  </a:lnTo>
                  <a:cubicBezTo>
                    <a:pt x="11557" y="3046"/>
                    <a:pt x="11627" y="3035"/>
                    <a:pt x="11696" y="3035"/>
                  </a:cubicBezTo>
                  <a:cubicBezTo>
                    <a:pt x="11884" y="3035"/>
                    <a:pt x="12060" y="3117"/>
                    <a:pt x="12188" y="3245"/>
                  </a:cubicBezTo>
                  <a:cubicBezTo>
                    <a:pt x="12889" y="2105"/>
                    <a:pt x="13591" y="1053"/>
                    <a:pt x="14380"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74"/>
            <p:cNvSpPr/>
            <p:nvPr/>
          </p:nvSpPr>
          <p:spPr>
            <a:xfrm>
              <a:off x="3017857" y="658514"/>
              <a:ext cx="844753" cy="242147"/>
            </a:xfrm>
            <a:custGeom>
              <a:avLst/>
              <a:gdLst/>
              <a:ahLst/>
              <a:cxnLst/>
              <a:rect l="l" t="t" r="r" b="b"/>
              <a:pathLst>
                <a:path w="14380" h="4122" extrusionOk="0">
                  <a:moveTo>
                    <a:pt x="14380" y="1"/>
                  </a:moveTo>
                  <a:lnTo>
                    <a:pt x="14380" y="1"/>
                  </a:lnTo>
                  <a:cubicBezTo>
                    <a:pt x="10434" y="614"/>
                    <a:pt x="6489" y="1316"/>
                    <a:pt x="2631" y="2105"/>
                  </a:cubicBezTo>
                  <a:lnTo>
                    <a:pt x="2280" y="2105"/>
                  </a:lnTo>
                  <a:cubicBezTo>
                    <a:pt x="1491" y="2719"/>
                    <a:pt x="702" y="3420"/>
                    <a:pt x="0" y="4122"/>
                  </a:cubicBezTo>
                  <a:lnTo>
                    <a:pt x="11486" y="3070"/>
                  </a:lnTo>
                  <a:cubicBezTo>
                    <a:pt x="11557" y="3046"/>
                    <a:pt x="11627" y="3035"/>
                    <a:pt x="11696" y="3035"/>
                  </a:cubicBezTo>
                  <a:cubicBezTo>
                    <a:pt x="11884" y="3035"/>
                    <a:pt x="12060" y="3117"/>
                    <a:pt x="12188" y="3245"/>
                  </a:cubicBezTo>
                  <a:cubicBezTo>
                    <a:pt x="12889" y="2105"/>
                    <a:pt x="13591" y="1053"/>
                    <a:pt x="1438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74"/>
            <p:cNvSpPr/>
            <p:nvPr/>
          </p:nvSpPr>
          <p:spPr>
            <a:xfrm>
              <a:off x="2585194" y="1240568"/>
              <a:ext cx="947792" cy="298836"/>
            </a:xfrm>
            <a:custGeom>
              <a:avLst/>
              <a:gdLst/>
              <a:ahLst/>
              <a:cxnLst/>
              <a:rect l="l" t="t" r="r" b="b"/>
              <a:pathLst>
                <a:path w="16134" h="5087" extrusionOk="0">
                  <a:moveTo>
                    <a:pt x="16133" y="1"/>
                  </a:moveTo>
                  <a:lnTo>
                    <a:pt x="16133" y="1"/>
                  </a:lnTo>
                  <a:cubicBezTo>
                    <a:pt x="11223" y="439"/>
                    <a:pt x="6401" y="965"/>
                    <a:pt x="1578" y="1754"/>
                  </a:cubicBezTo>
                  <a:cubicBezTo>
                    <a:pt x="965" y="2894"/>
                    <a:pt x="439" y="3946"/>
                    <a:pt x="0" y="5086"/>
                  </a:cubicBezTo>
                  <a:lnTo>
                    <a:pt x="14818" y="3332"/>
                  </a:lnTo>
                  <a:cubicBezTo>
                    <a:pt x="15169" y="2193"/>
                    <a:pt x="15607" y="1140"/>
                    <a:pt x="16133"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74"/>
            <p:cNvSpPr/>
            <p:nvPr/>
          </p:nvSpPr>
          <p:spPr>
            <a:xfrm>
              <a:off x="2585194" y="1240568"/>
              <a:ext cx="947792" cy="298836"/>
            </a:xfrm>
            <a:custGeom>
              <a:avLst/>
              <a:gdLst/>
              <a:ahLst/>
              <a:cxnLst/>
              <a:rect l="l" t="t" r="r" b="b"/>
              <a:pathLst>
                <a:path w="16134" h="5087" extrusionOk="0">
                  <a:moveTo>
                    <a:pt x="16133" y="1"/>
                  </a:moveTo>
                  <a:lnTo>
                    <a:pt x="16133" y="1"/>
                  </a:lnTo>
                  <a:cubicBezTo>
                    <a:pt x="11223" y="439"/>
                    <a:pt x="6401" y="965"/>
                    <a:pt x="1578" y="1754"/>
                  </a:cubicBezTo>
                  <a:cubicBezTo>
                    <a:pt x="965" y="2894"/>
                    <a:pt x="439" y="3946"/>
                    <a:pt x="0" y="5086"/>
                  </a:cubicBezTo>
                  <a:lnTo>
                    <a:pt x="14818" y="3332"/>
                  </a:lnTo>
                  <a:cubicBezTo>
                    <a:pt x="15169" y="2193"/>
                    <a:pt x="15607" y="1140"/>
                    <a:pt x="161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74"/>
            <p:cNvSpPr/>
            <p:nvPr/>
          </p:nvSpPr>
          <p:spPr>
            <a:xfrm>
              <a:off x="2513054" y="1467210"/>
              <a:ext cx="932342" cy="262766"/>
            </a:xfrm>
            <a:custGeom>
              <a:avLst/>
              <a:gdLst/>
              <a:ahLst/>
              <a:cxnLst/>
              <a:rect l="l" t="t" r="r" b="b"/>
              <a:pathLst>
                <a:path w="15871" h="4473" extrusionOk="0">
                  <a:moveTo>
                    <a:pt x="15871" y="1"/>
                  </a:moveTo>
                  <a:lnTo>
                    <a:pt x="965" y="1754"/>
                  </a:lnTo>
                  <a:lnTo>
                    <a:pt x="965" y="1754"/>
                  </a:lnTo>
                  <a:cubicBezTo>
                    <a:pt x="614" y="2631"/>
                    <a:pt x="264" y="3508"/>
                    <a:pt x="1" y="4472"/>
                  </a:cubicBezTo>
                  <a:cubicBezTo>
                    <a:pt x="4998" y="3508"/>
                    <a:pt x="9996" y="2894"/>
                    <a:pt x="15082" y="2631"/>
                  </a:cubicBezTo>
                  <a:cubicBezTo>
                    <a:pt x="15345" y="1754"/>
                    <a:pt x="15608" y="877"/>
                    <a:pt x="15871"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74"/>
            <p:cNvSpPr/>
            <p:nvPr/>
          </p:nvSpPr>
          <p:spPr>
            <a:xfrm>
              <a:off x="2513054" y="1467210"/>
              <a:ext cx="932342" cy="262766"/>
            </a:xfrm>
            <a:custGeom>
              <a:avLst/>
              <a:gdLst/>
              <a:ahLst/>
              <a:cxnLst/>
              <a:rect l="l" t="t" r="r" b="b"/>
              <a:pathLst>
                <a:path w="15871" h="4473" extrusionOk="0">
                  <a:moveTo>
                    <a:pt x="15871" y="1"/>
                  </a:moveTo>
                  <a:lnTo>
                    <a:pt x="965" y="1754"/>
                  </a:lnTo>
                  <a:lnTo>
                    <a:pt x="965" y="1754"/>
                  </a:lnTo>
                  <a:cubicBezTo>
                    <a:pt x="614" y="2631"/>
                    <a:pt x="264" y="3508"/>
                    <a:pt x="1" y="4472"/>
                  </a:cubicBezTo>
                  <a:cubicBezTo>
                    <a:pt x="4998" y="3508"/>
                    <a:pt x="9996" y="2894"/>
                    <a:pt x="15082" y="2631"/>
                  </a:cubicBezTo>
                  <a:cubicBezTo>
                    <a:pt x="15345" y="1754"/>
                    <a:pt x="15608" y="877"/>
                    <a:pt x="158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74"/>
            <p:cNvSpPr/>
            <p:nvPr/>
          </p:nvSpPr>
          <p:spPr>
            <a:xfrm>
              <a:off x="3234159" y="370072"/>
              <a:ext cx="824192" cy="350296"/>
            </a:xfrm>
            <a:custGeom>
              <a:avLst/>
              <a:gdLst/>
              <a:ahLst/>
              <a:cxnLst/>
              <a:rect l="l" t="t" r="r" b="b"/>
              <a:pathLst>
                <a:path w="14030" h="5963" extrusionOk="0">
                  <a:moveTo>
                    <a:pt x="14030" y="1"/>
                  </a:moveTo>
                  <a:lnTo>
                    <a:pt x="14030" y="1"/>
                  </a:lnTo>
                  <a:cubicBezTo>
                    <a:pt x="8944" y="877"/>
                    <a:pt x="4122" y="2894"/>
                    <a:pt x="1" y="5963"/>
                  </a:cubicBezTo>
                  <a:cubicBezTo>
                    <a:pt x="3771" y="5174"/>
                    <a:pt x="7541" y="4472"/>
                    <a:pt x="11399" y="3946"/>
                  </a:cubicBezTo>
                  <a:cubicBezTo>
                    <a:pt x="12013" y="3157"/>
                    <a:pt x="12627" y="2280"/>
                    <a:pt x="13328" y="1491"/>
                  </a:cubicBezTo>
                  <a:cubicBezTo>
                    <a:pt x="13679" y="1053"/>
                    <a:pt x="13942" y="527"/>
                    <a:pt x="14030"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74"/>
            <p:cNvSpPr/>
            <p:nvPr/>
          </p:nvSpPr>
          <p:spPr>
            <a:xfrm>
              <a:off x="3234159" y="370072"/>
              <a:ext cx="824192" cy="350296"/>
            </a:xfrm>
            <a:custGeom>
              <a:avLst/>
              <a:gdLst/>
              <a:ahLst/>
              <a:cxnLst/>
              <a:rect l="l" t="t" r="r" b="b"/>
              <a:pathLst>
                <a:path w="14030" h="5963" extrusionOk="0">
                  <a:moveTo>
                    <a:pt x="14030" y="1"/>
                  </a:moveTo>
                  <a:lnTo>
                    <a:pt x="14030" y="1"/>
                  </a:lnTo>
                  <a:cubicBezTo>
                    <a:pt x="8944" y="877"/>
                    <a:pt x="4122" y="2894"/>
                    <a:pt x="1" y="5963"/>
                  </a:cubicBezTo>
                  <a:cubicBezTo>
                    <a:pt x="3771" y="5174"/>
                    <a:pt x="7541" y="4472"/>
                    <a:pt x="11399" y="3946"/>
                  </a:cubicBezTo>
                  <a:cubicBezTo>
                    <a:pt x="12013" y="3157"/>
                    <a:pt x="12627" y="2280"/>
                    <a:pt x="13328" y="1491"/>
                  </a:cubicBezTo>
                  <a:cubicBezTo>
                    <a:pt x="13679" y="1053"/>
                    <a:pt x="13942" y="527"/>
                    <a:pt x="140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74"/>
            <p:cNvSpPr/>
            <p:nvPr/>
          </p:nvSpPr>
          <p:spPr>
            <a:xfrm>
              <a:off x="2775765" y="2445856"/>
              <a:ext cx="561485" cy="257597"/>
            </a:xfrm>
            <a:custGeom>
              <a:avLst/>
              <a:gdLst/>
              <a:ahLst/>
              <a:cxnLst/>
              <a:rect l="l" t="t" r="r" b="b"/>
              <a:pathLst>
                <a:path w="9558" h="4385" extrusionOk="0">
                  <a:moveTo>
                    <a:pt x="9207" y="1"/>
                  </a:moveTo>
                  <a:cubicBezTo>
                    <a:pt x="6138" y="176"/>
                    <a:pt x="3069" y="439"/>
                    <a:pt x="0" y="702"/>
                  </a:cubicBezTo>
                  <a:cubicBezTo>
                    <a:pt x="2368" y="2105"/>
                    <a:pt x="4910" y="3333"/>
                    <a:pt x="7453" y="4385"/>
                  </a:cubicBezTo>
                  <a:lnTo>
                    <a:pt x="9557" y="4034"/>
                  </a:lnTo>
                  <a:cubicBezTo>
                    <a:pt x="9382" y="3070"/>
                    <a:pt x="9294" y="2017"/>
                    <a:pt x="9207" y="965"/>
                  </a:cubicBezTo>
                  <a:cubicBezTo>
                    <a:pt x="9207" y="702"/>
                    <a:pt x="9207" y="352"/>
                    <a:pt x="9207"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74"/>
            <p:cNvSpPr/>
            <p:nvPr/>
          </p:nvSpPr>
          <p:spPr>
            <a:xfrm>
              <a:off x="2775765" y="2445856"/>
              <a:ext cx="561485" cy="257597"/>
            </a:xfrm>
            <a:custGeom>
              <a:avLst/>
              <a:gdLst/>
              <a:ahLst/>
              <a:cxnLst/>
              <a:rect l="l" t="t" r="r" b="b"/>
              <a:pathLst>
                <a:path w="9558" h="4385" extrusionOk="0">
                  <a:moveTo>
                    <a:pt x="9207" y="1"/>
                  </a:moveTo>
                  <a:cubicBezTo>
                    <a:pt x="6138" y="176"/>
                    <a:pt x="3069" y="439"/>
                    <a:pt x="0" y="702"/>
                  </a:cubicBezTo>
                  <a:cubicBezTo>
                    <a:pt x="2368" y="2105"/>
                    <a:pt x="4910" y="3333"/>
                    <a:pt x="7453" y="4385"/>
                  </a:cubicBezTo>
                  <a:lnTo>
                    <a:pt x="9557" y="4034"/>
                  </a:lnTo>
                  <a:cubicBezTo>
                    <a:pt x="9382" y="3070"/>
                    <a:pt x="9294" y="2017"/>
                    <a:pt x="9207" y="965"/>
                  </a:cubicBezTo>
                  <a:cubicBezTo>
                    <a:pt x="9207" y="702"/>
                    <a:pt x="9207" y="352"/>
                    <a:pt x="920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74"/>
            <p:cNvSpPr/>
            <p:nvPr/>
          </p:nvSpPr>
          <p:spPr>
            <a:xfrm>
              <a:off x="2528504" y="2260454"/>
              <a:ext cx="783012" cy="195797"/>
            </a:xfrm>
            <a:custGeom>
              <a:avLst/>
              <a:gdLst/>
              <a:ahLst/>
              <a:cxnLst/>
              <a:rect l="l" t="t" r="r" b="b"/>
              <a:pathLst>
                <a:path w="13329" h="3333" extrusionOk="0">
                  <a:moveTo>
                    <a:pt x="13328" y="0"/>
                  </a:moveTo>
                  <a:lnTo>
                    <a:pt x="1" y="1403"/>
                  </a:lnTo>
                  <a:cubicBezTo>
                    <a:pt x="1053" y="2105"/>
                    <a:pt x="2105" y="2718"/>
                    <a:pt x="3157" y="3332"/>
                  </a:cubicBezTo>
                  <a:cubicBezTo>
                    <a:pt x="6577" y="2981"/>
                    <a:pt x="9996" y="2718"/>
                    <a:pt x="13328" y="2543"/>
                  </a:cubicBezTo>
                  <a:cubicBezTo>
                    <a:pt x="13328" y="1754"/>
                    <a:pt x="13328" y="877"/>
                    <a:pt x="13328" y="0"/>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74"/>
            <p:cNvSpPr/>
            <p:nvPr/>
          </p:nvSpPr>
          <p:spPr>
            <a:xfrm>
              <a:off x="2528504" y="2260454"/>
              <a:ext cx="783012" cy="195797"/>
            </a:xfrm>
            <a:custGeom>
              <a:avLst/>
              <a:gdLst/>
              <a:ahLst/>
              <a:cxnLst/>
              <a:rect l="l" t="t" r="r" b="b"/>
              <a:pathLst>
                <a:path w="13329" h="3333" extrusionOk="0">
                  <a:moveTo>
                    <a:pt x="13328" y="0"/>
                  </a:moveTo>
                  <a:lnTo>
                    <a:pt x="1" y="1403"/>
                  </a:lnTo>
                  <a:cubicBezTo>
                    <a:pt x="1053" y="2105"/>
                    <a:pt x="2105" y="2718"/>
                    <a:pt x="3157" y="3332"/>
                  </a:cubicBezTo>
                  <a:cubicBezTo>
                    <a:pt x="6577" y="2981"/>
                    <a:pt x="9996" y="2718"/>
                    <a:pt x="13328" y="2543"/>
                  </a:cubicBezTo>
                  <a:cubicBezTo>
                    <a:pt x="13328" y="1754"/>
                    <a:pt x="13328" y="877"/>
                    <a:pt x="1332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74"/>
            <p:cNvSpPr/>
            <p:nvPr/>
          </p:nvSpPr>
          <p:spPr>
            <a:xfrm>
              <a:off x="2770595" y="3306071"/>
              <a:ext cx="777843" cy="283327"/>
            </a:xfrm>
            <a:custGeom>
              <a:avLst/>
              <a:gdLst/>
              <a:ahLst/>
              <a:cxnLst/>
              <a:rect l="l" t="t" r="r" b="b"/>
              <a:pathLst>
                <a:path w="13241" h="4823" extrusionOk="0">
                  <a:moveTo>
                    <a:pt x="7190" y="0"/>
                  </a:moveTo>
                  <a:cubicBezTo>
                    <a:pt x="4823" y="526"/>
                    <a:pt x="2456" y="877"/>
                    <a:pt x="1" y="1228"/>
                  </a:cubicBezTo>
                  <a:cubicBezTo>
                    <a:pt x="877" y="2455"/>
                    <a:pt x="1754" y="3683"/>
                    <a:pt x="2719" y="4823"/>
                  </a:cubicBezTo>
                  <a:lnTo>
                    <a:pt x="13240" y="2368"/>
                  </a:lnTo>
                  <a:cubicBezTo>
                    <a:pt x="11224" y="1666"/>
                    <a:pt x="9207" y="877"/>
                    <a:pt x="7190" y="0"/>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74"/>
            <p:cNvSpPr/>
            <p:nvPr/>
          </p:nvSpPr>
          <p:spPr>
            <a:xfrm>
              <a:off x="2770595" y="3306071"/>
              <a:ext cx="777843" cy="283327"/>
            </a:xfrm>
            <a:custGeom>
              <a:avLst/>
              <a:gdLst/>
              <a:ahLst/>
              <a:cxnLst/>
              <a:rect l="l" t="t" r="r" b="b"/>
              <a:pathLst>
                <a:path w="13241" h="4823" extrusionOk="0">
                  <a:moveTo>
                    <a:pt x="7190" y="0"/>
                  </a:moveTo>
                  <a:cubicBezTo>
                    <a:pt x="4823" y="526"/>
                    <a:pt x="2456" y="877"/>
                    <a:pt x="1" y="1228"/>
                  </a:cubicBezTo>
                  <a:cubicBezTo>
                    <a:pt x="877" y="2455"/>
                    <a:pt x="1754" y="3683"/>
                    <a:pt x="2719" y="4823"/>
                  </a:cubicBezTo>
                  <a:lnTo>
                    <a:pt x="13240" y="2368"/>
                  </a:lnTo>
                  <a:cubicBezTo>
                    <a:pt x="11224" y="1666"/>
                    <a:pt x="9207" y="877"/>
                    <a:pt x="71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74"/>
            <p:cNvSpPr/>
            <p:nvPr/>
          </p:nvSpPr>
          <p:spPr>
            <a:xfrm>
              <a:off x="2580024" y="3017629"/>
              <a:ext cx="128828" cy="77308"/>
            </a:xfrm>
            <a:custGeom>
              <a:avLst/>
              <a:gdLst/>
              <a:ahLst/>
              <a:cxnLst/>
              <a:rect l="l" t="t" r="r" b="b"/>
              <a:pathLst>
                <a:path w="2193" h="1316" extrusionOk="0">
                  <a:moveTo>
                    <a:pt x="0" y="0"/>
                  </a:moveTo>
                  <a:lnTo>
                    <a:pt x="0" y="0"/>
                  </a:lnTo>
                  <a:cubicBezTo>
                    <a:pt x="176" y="439"/>
                    <a:pt x="351" y="877"/>
                    <a:pt x="527" y="1315"/>
                  </a:cubicBezTo>
                  <a:cubicBezTo>
                    <a:pt x="1053" y="1228"/>
                    <a:pt x="1666" y="1228"/>
                    <a:pt x="2193" y="1140"/>
                  </a:cubicBezTo>
                  <a:cubicBezTo>
                    <a:pt x="1754" y="877"/>
                    <a:pt x="1403" y="702"/>
                    <a:pt x="965" y="526"/>
                  </a:cubicBezTo>
                  <a:lnTo>
                    <a:pt x="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74"/>
            <p:cNvSpPr/>
            <p:nvPr/>
          </p:nvSpPr>
          <p:spPr>
            <a:xfrm>
              <a:off x="2580024" y="3017629"/>
              <a:ext cx="128828" cy="77308"/>
            </a:xfrm>
            <a:custGeom>
              <a:avLst/>
              <a:gdLst/>
              <a:ahLst/>
              <a:cxnLst/>
              <a:rect l="l" t="t" r="r" b="b"/>
              <a:pathLst>
                <a:path w="2193" h="1316" extrusionOk="0">
                  <a:moveTo>
                    <a:pt x="0" y="0"/>
                  </a:moveTo>
                  <a:lnTo>
                    <a:pt x="0" y="0"/>
                  </a:lnTo>
                  <a:cubicBezTo>
                    <a:pt x="176" y="439"/>
                    <a:pt x="351" y="877"/>
                    <a:pt x="527" y="1315"/>
                  </a:cubicBezTo>
                  <a:cubicBezTo>
                    <a:pt x="1053" y="1228"/>
                    <a:pt x="1666" y="1228"/>
                    <a:pt x="2193" y="1140"/>
                  </a:cubicBezTo>
                  <a:cubicBezTo>
                    <a:pt x="1754" y="877"/>
                    <a:pt x="1403" y="702"/>
                    <a:pt x="965" y="526"/>
                  </a:cubicBezTo>
                  <a:lnTo>
                    <a:pt x="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74"/>
            <p:cNvSpPr/>
            <p:nvPr/>
          </p:nvSpPr>
          <p:spPr>
            <a:xfrm>
              <a:off x="2466703" y="1657781"/>
              <a:ext cx="922062" cy="252486"/>
            </a:xfrm>
            <a:custGeom>
              <a:avLst/>
              <a:gdLst/>
              <a:ahLst/>
              <a:cxnLst/>
              <a:rect l="l" t="t" r="r" b="b"/>
              <a:pathLst>
                <a:path w="15696" h="4298" extrusionOk="0">
                  <a:moveTo>
                    <a:pt x="15695" y="1"/>
                  </a:moveTo>
                  <a:lnTo>
                    <a:pt x="15695" y="1"/>
                  </a:lnTo>
                  <a:cubicBezTo>
                    <a:pt x="10610" y="351"/>
                    <a:pt x="5612" y="965"/>
                    <a:pt x="614" y="1930"/>
                  </a:cubicBezTo>
                  <a:cubicBezTo>
                    <a:pt x="351" y="2719"/>
                    <a:pt x="176" y="3508"/>
                    <a:pt x="1" y="4297"/>
                  </a:cubicBezTo>
                  <a:cubicBezTo>
                    <a:pt x="5086" y="3859"/>
                    <a:pt x="10084" y="3333"/>
                    <a:pt x="15082" y="2719"/>
                  </a:cubicBezTo>
                  <a:cubicBezTo>
                    <a:pt x="15257" y="1842"/>
                    <a:pt x="15520" y="878"/>
                    <a:pt x="15695"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74"/>
            <p:cNvSpPr/>
            <p:nvPr/>
          </p:nvSpPr>
          <p:spPr>
            <a:xfrm>
              <a:off x="2466703" y="1657781"/>
              <a:ext cx="922062" cy="252486"/>
            </a:xfrm>
            <a:custGeom>
              <a:avLst/>
              <a:gdLst/>
              <a:ahLst/>
              <a:cxnLst/>
              <a:rect l="l" t="t" r="r" b="b"/>
              <a:pathLst>
                <a:path w="15696" h="4298" extrusionOk="0">
                  <a:moveTo>
                    <a:pt x="15695" y="1"/>
                  </a:moveTo>
                  <a:lnTo>
                    <a:pt x="15695" y="1"/>
                  </a:lnTo>
                  <a:cubicBezTo>
                    <a:pt x="10610" y="351"/>
                    <a:pt x="5612" y="965"/>
                    <a:pt x="614" y="1930"/>
                  </a:cubicBezTo>
                  <a:cubicBezTo>
                    <a:pt x="351" y="2719"/>
                    <a:pt x="176" y="3508"/>
                    <a:pt x="1" y="4297"/>
                  </a:cubicBezTo>
                  <a:cubicBezTo>
                    <a:pt x="5086" y="3859"/>
                    <a:pt x="10084" y="3333"/>
                    <a:pt x="15082" y="2719"/>
                  </a:cubicBezTo>
                  <a:cubicBezTo>
                    <a:pt x="15257" y="1842"/>
                    <a:pt x="15520" y="878"/>
                    <a:pt x="156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74"/>
            <p:cNvSpPr/>
            <p:nvPr/>
          </p:nvSpPr>
          <p:spPr>
            <a:xfrm>
              <a:off x="2976617" y="3481193"/>
              <a:ext cx="844812" cy="376085"/>
            </a:xfrm>
            <a:custGeom>
              <a:avLst/>
              <a:gdLst/>
              <a:ahLst/>
              <a:cxnLst/>
              <a:rect l="l" t="t" r="r" b="b"/>
              <a:pathLst>
                <a:path w="14381" h="6402" extrusionOk="0">
                  <a:moveTo>
                    <a:pt x="11312" y="1"/>
                  </a:moveTo>
                  <a:lnTo>
                    <a:pt x="1" y="2631"/>
                  </a:lnTo>
                  <a:cubicBezTo>
                    <a:pt x="1316" y="4034"/>
                    <a:pt x="2719" y="5261"/>
                    <a:pt x="4210" y="6401"/>
                  </a:cubicBezTo>
                  <a:cubicBezTo>
                    <a:pt x="7629" y="5700"/>
                    <a:pt x="10961" y="4911"/>
                    <a:pt x="14380" y="4209"/>
                  </a:cubicBezTo>
                  <a:cubicBezTo>
                    <a:pt x="13241" y="2894"/>
                    <a:pt x="12188" y="1403"/>
                    <a:pt x="11312"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74"/>
            <p:cNvSpPr/>
            <p:nvPr/>
          </p:nvSpPr>
          <p:spPr>
            <a:xfrm>
              <a:off x="2976617" y="3481193"/>
              <a:ext cx="844812" cy="376085"/>
            </a:xfrm>
            <a:custGeom>
              <a:avLst/>
              <a:gdLst/>
              <a:ahLst/>
              <a:cxnLst/>
              <a:rect l="l" t="t" r="r" b="b"/>
              <a:pathLst>
                <a:path w="14381" h="6402" extrusionOk="0">
                  <a:moveTo>
                    <a:pt x="11312" y="1"/>
                  </a:moveTo>
                  <a:lnTo>
                    <a:pt x="1" y="2631"/>
                  </a:lnTo>
                  <a:cubicBezTo>
                    <a:pt x="1316" y="4034"/>
                    <a:pt x="2719" y="5261"/>
                    <a:pt x="4210" y="6401"/>
                  </a:cubicBezTo>
                  <a:cubicBezTo>
                    <a:pt x="7629" y="5700"/>
                    <a:pt x="10961" y="4911"/>
                    <a:pt x="14380" y="4209"/>
                  </a:cubicBezTo>
                  <a:cubicBezTo>
                    <a:pt x="13241" y="2894"/>
                    <a:pt x="12188" y="1403"/>
                    <a:pt x="113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74"/>
            <p:cNvSpPr/>
            <p:nvPr/>
          </p:nvSpPr>
          <p:spPr>
            <a:xfrm>
              <a:off x="2435803" y="2049263"/>
              <a:ext cx="885992" cy="226697"/>
            </a:xfrm>
            <a:custGeom>
              <a:avLst/>
              <a:gdLst/>
              <a:ahLst/>
              <a:cxnLst/>
              <a:rect l="l" t="t" r="r" b="b"/>
              <a:pathLst>
                <a:path w="15082" h="3859" extrusionOk="0">
                  <a:moveTo>
                    <a:pt x="15081" y="0"/>
                  </a:moveTo>
                  <a:lnTo>
                    <a:pt x="15081" y="0"/>
                  </a:lnTo>
                  <a:cubicBezTo>
                    <a:pt x="10084" y="351"/>
                    <a:pt x="5086" y="965"/>
                    <a:pt x="88" y="1666"/>
                  </a:cubicBezTo>
                  <a:cubicBezTo>
                    <a:pt x="88" y="2368"/>
                    <a:pt x="0" y="3157"/>
                    <a:pt x="0" y="3858"/>
                  </a:cubicBezTo>
                  <a:lnTo>
                    <a:pt x="14906" y="2368"/>
                  </a:lnTo>
                  <a:cubicBezTo>
                    <a:pt x="14906" y="1579"/>
                    <a:pt x="14994" y="790"/>
                    <a:pt x="15081" y="0"/>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74"/>
            <p:cNvSpPr/>
            <p:nvPr/>
          </p:nvSpPr>
          <p:spPr>
            <a:xfrm>
              <a:off x="2435803" y="2049263"/>
              <a:ext cx="885992" cy="226697"/>
            </a:xfrm>
            <a:custGeom>
              <a:avLst/>
              <a:gdLst/>
              <a:ahLst/>
              <a:cxnLst/>
              <a:rect l="l" t="t" r="r" b="b"/>
              <a:pathLst>
                <a:path w="15082" h="3859" extrusionOk="0">
                  <a:moveTo>
                    <a:pt x="15081" y="0"/>
                  </a:moveTo>
                  <a:lnTo>
                    <a:pt x="15081" y="0"/>
                  </a:lnTo>
                  <a:cubicBezTo>
                    <a:pt x="10084" y="351"/>
                    <a:pt x="5086" y="965"/>
                    <a:pt x="88" y="1666"/>
                  </a:cubicBezTo>
                  <a:cubicBezTo>
                    <a:pt x="88" y="2368"/>
                    <a:pt x="0" y="3157"/>
                    <a:pt x="0" y="3858"/>
                  </a:cubicBezTo>
                  <a:lnTo>
                    <a:pt x="14906" y="2368"/>
                  </a:lnTo>
                  <a:cubicBezTo>
                    <a:pt x="14906" y="1579"/>
                    <a:pt x="14994" y="790"/>
                    <a:pt x="1508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74"/>
            <p:cNvSpPr/>
            <p:nvPr/>
          </p:nvSpPr>
          <p:spPr>
            <a:xfrm>
              <a:off x="2440973" y="1853522"/>
              <a:ext cx="906553" cy="262766"/>
            </a:xfrm>
            <a:custGeom>
              <a:avLst/>
              <a:gdLst/>
              <a:ahLst/>
              <a:cxnLst/>
              <a:rect l="l" t="t" r="r" b="b"/>
              <a:pathLst>
                <a:path w="15432" h="4473" extrusionOk="0">
                  <a:moveTo>
                    <a:pt x="15432" y="1"/>
                  </a:moveTo>
                  <a:lnTo>
                    <a:pt x="15432" y="1"/>
                  </a:lnTo>
                  <a:cubicBezTo>
                    <a:pt x="10434" y="614"/>
                    <a:pt x="5436" y="1140"/>
                    <a:pt x="351" y="1579"/>
                  </a:cubicBezTo>
                  <a:cubicBezTo>
                    <a:pt x="175" y="2543"/>
                    <a:pt x="88" y="3508"/>
                    <a:pt x="0" y="4472"/>
                  </a:cubicBezTo>
                  <a:cubicBezTo>
                    <a:pt x="4998" y="3683"/>
                    <a:pt x="9996" y="3157"/>
                    <a:pt x="15081" y="2806"/>
                  </a:cubicBezTo>
                  <a:cubicBezTo>
                    <a:pt x="15169" y="1842"/>
                    <a:pt x="15344" y="965"/>
                    <a:pt x="15432" y="1"/>
                  </a:cubicBezTo>
                  <a:close/>
                </a:path>
              </a:pathLst>
            </a:custGeom>
            <a:solidFill>
              <a:srgbClr val="70A9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74"/>
            <p:cNvSpPr/>
            <p:nvPr/>
          </p:nvSpPr>
          <p:spPr>
            <a:xfrm>
              <a:off x="2440973" y="1853522"/>
              <a:ext cx="906553" cy="262766"/>
            </a:xfrm>
            <a:custGeom>
              <a:avLst/>
              <a:gdLst/>
              <a:ahLst/>
              <a:cxnLst/>
              <a:rect l="l" t="t" r="r" b="b"/>
              <a:pathLst>
                <a:path w="15432" h="4473" extrusionOk="0">
                  <a:moveTo>
                    <a:pt x="15432" y="1"/>
                  </a:moveTo>
                  <a:lnTo>
                    <a:pt x="15432" y="1"/>
                  </a:lnTo>
                  <a:cubicBezTo>
                    <a:pt x="10434" y="614"/>
                    <a:pt x="5436" y="1140"/>
                    <a:pt x="351" y="1579"/>
                  </a:cubicBezTo>
                  <a:cubicBezTo>
                    <a:pt x="175" y="2543"/>
                    <a:pt x="88" y="3508"/>
                    <a:pt x="0" y="4472"/>
                  </a:cubicBezTo>
                  <a:cubicBezTo>
                    <a:pt x="4998" y="3683"/>
                    <a:pt x="9996" y="3157"/>
                    <a:pt x="15081" y="2806"/>
                  </a:cubicBezTo>
                  <a:cubicBezTo>
                    <a:pt x="15169" y="1842"/>
                    <a:pt x="15344" y="965"/>
                    <a:pt x="154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74"/>
            <p:cNvSpPr/>
            <p:nvPr/>
          </p:nvSpPr>
          <p:spPr>
            <a:xfrm>
              <a:off x="4565868" y="1289210"/>
              <a:ext cx="163840" cy="57276"/>
            </a:xfrm>
            <a:custGeom>
              <a:avLst/>
              <a:gdLst/>
              <a:ahLst/>
              <a:cxnLst/>
              <a:rect l="l" t="t" r="r" b="b"/>
              <a:pathLst>
                <a:path w="2789" h="975" extrusionOk="0">
                  <a:moveTo>
                    <a:pt x="1505" y="1"/>
                  </a:moveTo>
                  <a:cubicBezTo>
                    <a:pt x="816" y="1"/>
                    <a:pt x="0" y="697"/>
                    <a:pt x="918" y="926"/>
                  </a:cubicBezTo>
                  <a:cubicBezTo>
                    <a:pt x="1019" y="960"/>
                    <a:pt x="1127" y="975"/>
                    <a:pt x="1237" y="975"/>
                  </a:cubicBezTo>
                  <a:cubicBezTo>
                    <a:pt x="1982" y="975"/>
                    <a:pt x="2789" y="279"/>
                    <a:pt x="1795" y="49"/>
                  </a:cubicBezTo>
                  <a:cubicBezTo>
                    <a:pt x="1705" y="16"/>
                    <a:pt x="1607" y="1"/>
                    <a:pt x="1505" y="1"/>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74"/>
            <p:cNvSpPr/>
            <p:nvPr/>
          </p:nvSpPr>
          <p:spPr>
            <a:xfrm>
              <a:off x="5399001" y="1033078"/>
              <a:ext cx="165132" cy="56101"/>
            </a:xfrm>
            <a:custGeom>
              <a:avLst/>
              <a:gdLst/>
              <a:ahLst/>
              <a:cxnLst/>
              <a:rect l="l" t="t" r="r" b="b"/>
              <a:pathLst>
                <a:path w="2811" h="955" extrusionOk="0">
                  <a:moveTo>
                    <a:pt x="1683" y="0"/>
                  </a:moveTo>
                  <a:cubicBezTo>
                    <a:pt x="968" y="0"/>
                    <a:pt x="0" y="665"/>
                    <a:pt x="1028" y="902"/>
                  </a:cubicBezTo>
                  <a:cubicBezTo>
                    <a:pt x="1125" y="939"/>
                    <a:pt x="1232" y="955"/>
                    <a:pt x="1342" y="955"/>
                  </a:cubicBezTo>
                  <a:cubicBezTo>
                    <a:pt x="2026" y="955"/>
                    <a:pt x="2811" y="327"/>
                    <a:pt x="1905" y="25"/>
                  </a:cubicBezTo>
                  <a:cubicBezTo>
                    <a:pt x="1836" y="8"/>
                    <a:pt x="1761" y="0"/>
                    <a:pt x="1683" y="0"/>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74"/>
            <p:cNvSpPr/>
            <p:nvPr/>
          </p:nvSpPr>
          <p:spPr>
            <a:xfrm>
              <a:off x="4418886" y="828525"/>
              <a:ext cx="158670" cy="26788"/>
            </a:xfrm>
            <a:custGeom>
              <a:avLst/>
              <a:gdLst/>
              <a:ahLst/>
              <a:cxnLst/>
              <a:rect l="l" t="t" r="r" b="b"/>
              <a:pathLst>
                <a:path w="2701" h="456" extrusionOk="0">
                  <a:moveTo>
                    <a:pt x="2017" y="0"/>
                  </a:moveTo>
                  <a:cubicBezTo>
                    <a:pt x="1666" y="0"/>
                    <a:pt x="0" y="176"/>
                    <a:pt x="789" y="439"/>
                  </a:cubicBezTo>
                  <a:cubicBezTo>
                    <a:pt x="836" y="450"/>
                    <a:pt x="907" y="456"/>
                    <a:pt x="992" y="456"/>
                  </a:cubicBezTo>
                  <a:cubicBezTo>
                    <a:pt x="1543" y="456"/>
                    <a:pt x="2700" y="228"/>
                    <a:pt x="2017" y="0"/>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74"/>
            <p:cNvSpPr/>
            <p:nvPr/>
          </p:nvSpPr>
          <p:spPr>
            <a:xfrm>
              <a:off x="4414539" y="2630494"/>
              <a:ext cx="157554" cy="37714"/>
            </a:xfrm>
            <a:custGeom>
              <a:avLst/>
              <a:gdLst/>
              <a:ahLst/>
              <a:cxnLst/>
              <a:rect l="l" t="t" r="r" b="b"/>
              <a:pathLst>
                <a:path w="2682" h="642" extrusionOk="0">
                  <a:moveTo>
                    <a:pt x="1551" y="1"/>
                  </a:moveTo>
                  <a:cubicBezTo>
                    <a:pt x="962" y="1"/>
                    <a:pt x="1" y="314"/>
                    <a:pt x="863" y="628"/>
                  </a:cubicBezTo>
                  <a:cubicBezTo>
                    <a:pt x="919" y="637"/>
                    <a:pt x="984" y="642"/>
                    <a:pt x="1055" y="642"/>
                  </a:cubicBezTo>
                  <a:cubicBezTo>
                    <a:pt x="1658" y="642"/>
                    <a:pt x="2681" y="328"/>
                    <a:pt x="1740" y="14"/>
                  </a:cubicBezTo>
                  <a:cubicBezTo>
                    <a:pt x="1685" y="5"/>
                    <a:pt x="1620" y="1"/>
                    <a:pt x="1551" y="1"/>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74"/>
            <p:cNvSpPr/>
            <p:nvPr/>
          </p:nvSpPr>
          <p:spPr>
            <a:xfrm>
              <a:off x="5523484" y="2717027"/>
              <a:ext cx="164780" cy="50051"/>
            </a:xfrm>
            <a:custGeom>
              <a:avLst/>
              <a:gdLst/>
              <a:ahLst/>
              <a:cxnLst/>
              <a:rect l="l" t="t" r="r" b="b"/>
              <a:pathLst>
                <a:path w="2805" h="852" extrusionOk="0">
                  <a:moveTo>
                    <a:pt x="1554" y="1"/>
                  </a:moveTo>
                  <a:cubicBezTo>
                    <a:pt x="905" y="1"/>
                    <a:pt x="0" y="513"/>
                    <a:pt x="925" y="821"/>
                  </a:cubicBezTo>
                  <a:cubicBezTo>
                    <a:pt x="1010" y="842"/>
                    <a:pt x="1104" y="852"/>
                    <a:pt x="1201" y="852"/>
                  </a:cubicBezTo>
                  <a:cubicBezTo>
                    <a:pt x="1909" y="852"/>
                    <a:pt x="2804" y="340"/>
                    <a:pt x="1802" y="32"/>
                  </a:cubicBezTo>
                  <a:cubicBezTo>
                    <a:pt x="1728" y="11"/>
                    <a:pt x="1644" y="1"/>
                    <a:pt x="1554" y="1"/>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74"/>
            <p:cNvSpPr/>
            <p:nvPr/>
          </p:nvSpPr>
          <p:spPr>
            <a:xfrm>
              <a:off x="4842267" y="2000152"/>
              <a:ext cx="154029" cy="36069"/>
            </a:xfrm>
            <a:custGeom>
              <a:avLst/>
              <a:gdLst/>
              <a:ahLst/>
              <a:cxnLst/>
              <a:rect l="l" t="t" r="r" b="b"/>
              <a:pathLst>
                <a:path w="2622" h="614" extrusionOk="0">
                  <a:moveTo>
                    <a:pt x="1379" y="1"/>
                  </a:moveTo>
                  <a:cubicBezTo>
                    <a:pt x="778" y="1"/>
                    <a:pt x="1" y="287"/>
                    <a:pt x="860" y="573"/>
                  </a:cubicBezTo>
                  <a:cubicBezTo>
                    <a:pt x="944" y="601"/>
                    <a:pt x="1050" y="614"/>
                    <a:pt x="1164" y="614"/>
                  </a:cubicBezTo>
                  <a:cubicBezTo>
                    <a:pt x="1770" y="614"/>
                    <a:pt x="2621" y="268"/>
                    <a:pt x="1737" y="47"/>
                  </a:cubicBezTo>
                  <a:cubicBezTo>
                    <a:pt x="1640" y="15"/>
                    <a:pt x="1514" y="1"/>
                    <a:pt x="1379" y="1"/>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74"/>
            <p:cNvSpPr/>
            <p:nvPr/>
          </p:nvSpPr>
          <p:spPr>
            <a:xfrm>
              <a:off x="3896459" y="1949572"/>
              <a:ext cx="167599" cy="48817"/>
            </a:xfrm>
            <a:custGeom>
              <a:avLst/>
              <a:gdLst/>
              <a:ahLst/>
              <a:cxnLst/>
              <a:rect l="l" t="t" r="r" b="b"/>
              <a:pathLst>
                <a:path w="2853" h="831" extrusionOk="0">
                  <a:moveTo>
                    <a:pt x="1628" y="1"/>
                  </a:moveTo>
                  <a:cubicBezTo>
                    <a:pt x="963" y="1"/>
                    <a:pt x="0" y="512"/>
                    <a:pt x="1002" y="821"/>
                  </a:cubicBezTo>
                  <a:cubicBezTo>
                    <a:pt x="1042" y="827"/>
                    <a:pt x="1086" y="830"/>
                    <a:pt x="1134" y="830"/>
                  </a:cubicBezTo>
                  <a:cubicBezTo>
                    <a:pt x="1725" y="830"/>
                    <a:pt x="2852" y="356"/>
                    <a:pt x="1879" y="31"/>
                  </a:cubicBezTo>
                  <a:cubicBezTo>
                    <a:pt x="1805" y="10"/>
                    <a:pt x="1719" y="1"/>
                    <a:pt x="1628" y="1"/>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74"/>
            <p:cNvSpPr/>
            <p:nvPr/>
          </p:nvSpPr>
          <p:spPr>
            <a:xfrm>
              <a:off x="4935144" y="3006291"/>
              <a:ext cx="150328" cy="23028"/>
            </a:xfrm>
            <a:custGeom>
              <a:avLst/>
              <a:gdLst/>
              <a:ahLst/>
              <a:cxnLst/>
              <a:rect l="l" t="t" r="r" b="b"/>
              <a:pathLst>
                <a:path w="2559" h="392" extrusionOk="0">
                  <a:moveTo>
                    <a:pt x="1701" y="1"/>
                  </a:moveTo>
                  <a:cubicBezTo>
                    <a:pt x="1149" y="1"/>
                    <a:pt x="1" y="217"/>
                    <a:pt x="682" y="369"/>
                  </a:cubicBezTo>
                  <a:cubicBezTo>
                    <a:pt x="744" y="384"/>
                    <a:pt x="847" y="391"/>
                    <a:pt x="971" y="391"/>
                  </a:cubicBezTo>
                  <a:cubicBezTo>
                    <a:pt x="1546" y="391"/>
                    <a:pt x="2559" y="234"/>
                    <a:pt x="1909" y="18"/>
                  </a:cubicBezTo>
                  <a:cubicBezTo>
                    <a:pt x="1861" y="6"/>
                    <a:pt x="1789" y="1"/>
                    <a:pt x="1701" y="1"/>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74"/>
            <p:cNvSpPr/>
            <p:nvPr/>
          </p:nvSpPr>
          <p:spPr>
            <a:xfrm>
              <a:off x="5006285" y="3844536"/>
              <a:ext cx="161314" cy="40534"/>
            </a:xfrm>
            <a:custGeom>
              <a:avLst/>
              <a:gdLst/>
              <a:ahLst/>
              <a:cxnLst/>
              <a:rect l="l" t="t" r="r" b="b"/>
              <a:pathLst>
                <a:path w="2746" h="690" extrusionOk="0">
                  <a:moveTo>
                    <a:pt x="1533" y="1"/>
                  </a:moveTo>
                  <a:cubicBezTo>
                    <a:pt x="909" y="1"/>
                    <a:pt x="0" y="359"/>
                    <a:pt x="961" y="655"/>
                  </a:cubicBezTo>
                  <a:cubicBezTo>
                    <a:pt x="1034" y="679"/>
                    <a:pt x="1123" y="690"/>
                    <a:pt x="1221" y="690"/>
                  </a:cubicBezTo>
                  <a:cubicBezTo>
                    <a:pt x="1828" y="690"/>
                    <a:pt x="2745" y="268"/>
                    <a:pt x="1838" y="41"/>
                  </a:cubicBezTo>
                  <a:cubicBezTo>
                    <a:pt x="1756" y="13"/>
                    <a:pt x="1649" y="1"/>
                    <a:pt x="1533" y="1"/>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74"/>
            <p:cNvSpPr/>
            <p:nvPr/>
          </p:nvSpPr>
          <p:spPr>
            <a:xfrm>
              <a:off x="5818153" y="3015573"/>
              <a:ext cx="161255" cy="40475"/>
            </a:xfrm>
            <a:custGeom>
              <a:avLst/>
              <a:gdLst/>
              <a:ahLst/>
              <a:cxnLst/>
              <a:rect l="l" t="t" r="r" b="b"/>
              <a:pathLst>
                <a:path w="2745" h="689" extrusionOk="0">
                  <a:moveTo>
                    <a:pt x="1525" y="0"/>
                  </a:moveTo>
                  <a:cubicBezTo>
                    <a:pt x="917" y="0"/>
                    <a:pt x="0" y="422"/>
                    <a:pt x="907" y="649"/>
                  </a:cubicBezTo>
                  <a:cubicBezTo>
                    <a:pt x="990" y="677"/>
                    <a:pt x="1096" y="689"/>
                    <a:pt x="1212" y="689"/>
                  </a:cubicBezTo>
                  <a:cubicBezTo>
                    <a:pt x="1836" y="689"/>
                    <a:pt x="2745" y="331"/>
                    <a:pt x="1784" y="35"/>
                  </a:cubicBezTo>
                  <a:cubicBezTo>
                    <a:pt x="1711" y="11"/>
                    <a:pt x="1622" y="0"/>
                    <a:pt x="1525" y="0"/>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74"/>
            <p:cNvSpPr/>
            <p:nvPr/>
          </p:nvSpPr>
          <p:spPr>
            <a:xfrm>
              <a:off x="5419210" y="1376917"/>
              <a:ext cx="157202" cy="34483"/>
            </a:xfrm>
            <a:custGeom>
              <a:avLst/>
              <a:gdLst/>
              <a:ahLst/>
              <a:cxnLst/>
              <a:rect l="l" t="t" r="r" b="b"/>
              <a:pathLst>
                <a:path w="2676" h="587" extrusionOk="0">
                  <a:moveTo>
                    <a:pt x="1378" y="0"/>
                  </a:moveTo>
                  <a:cubicBezTo>
                    <a:pt x="778" y="0"/>
                    <a:pt x="0" y="287"/>
                    <a:pt x="859" y="573"/>
                  </a:cubicBezTo>
                  <a:cubicBezTo>
                    <a:pt x="915" y="582"/>
                    <a:pt x="982" y="587"/>
                    <a:pt x="1054" y="587"/>
                  </a:cubicBezTo>
                  <a:cubicBezTo>
                    <a:pt x="1657" y="587"/>
                    <a:pt x="2676" y="282"/>
                    <a:pt x="1736" y="47"/>
                  </a:cubicBezTo>
                  <a:cubicBezTo>
                    <a:pt x="1639" y="15"/>
                    <a:pt x="1513" y="0"/>
                    <a:pt x="1378" y="0"/>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74"/>
            <p:cNvSpPr/>
            <p:nvPr/>
          </p:nvSpPr>
          <p:spPr>
            <a:xfrm>
              <a:off x="1616827" y="1328158"/>
              <a:ext cx="5284759" cy="2420059"/>
            </a:xfrm>
            <a:custGeom>
              <a:avLst/>
              <a:gdLst/>
              <a:ahLst/>
              <a:cxnLst/>
              <a:rect l="l" t="t" r="r" b="b"/>
              <a:pathLst>
                <a:path w="89961" h="41196" extrusionOk="0">
                  <a:moveTo>
                    <a:pt x="10659" y="22131"/>
                  </a:moveTo>
                  <a:cubicBezTo>
                    <a:pt x="10815" y="22131"/>
                    <a:pt x="10975" y="22151"/>
                    <a:pt x="11136" y="22183"/>
                  </a:cubicBezTo>
                  <a:lnTo>
                    <a:pt x="13678" y="22972"/>
                  </a:lnTo>
                  <a:cubicBezTo>
                    <a:pt x="14029" y="23060"/>
                    <a:pt x="14292" y="23323"/>
                    <a:pt x="14029" y="23586"/>
                  </a:cubicBezTo>
                  <a:cubicBezTo>
                    <a:pt x="13807" y="23753"/>
                    <a:pt x="13549" y="23814"/>
                    <a:pt x="13279" y="23814"/>
                  </a:cubicBezTo>
                  <a:cubicBezTo>
                    <a:pt x="13123" y="23814"/>
                    <a:pt x="12962" y="23794"/>
                    <a:pt x="12802" y="23762"/>
                  </a:cubicBezTo>
                  <a:lnTo>
                    <a:pt x="10259" y="22972"/>
                  </a:lnTo>
                  <a:cubicBezTo>
                    <a:pt x="9908" y="22885"/>
                    <a:pt x="9645" y="22622"/>
                    <a:pt x="9908" y="22359"/>
                  </a:cubicBezTo>
                  <a:cubicBezTo>
                    <a:pt x="10131" y="22192"/>
                    <a:pt x="10388" y="22131"/>
                    <a:pt x="10659" y="22131"/>
                  </a:cubicBezTo>
                  <a:close/>
                  <a:moveTo>
                    <a:pt x="31920" y="30548"/>
                  </a:moveTo>
                  <a:cubicBezTo>
                    <a:pt x="32074" y="30548"/>
                    <a:pt x="32226" y="30568"/>
                    <a:pt x="32354" y="30601"/>
                  </a:cubicBezTo>
                  <a:lnTo>
                    <a:pt x="33845" y="31039"/>
                  </a:lnTo>
                  <a:cubicBezTo>
                    <a:pt x="34108" y="31127"/>
                    <a:pt x="34371" y="31390"/>
                    <a:pt x="34108" y="31653"/>
                  </a:cubicBezTo>
                  <a:cubicBezTo>
                    <a:pt x="33881" y="31823"/>
                    <a:pt x="33618" y="31919"/>
                    <a:pt x="33366" y="31919"/>
                  </a:cubicBezTo>
                  <a:cubicBezTo>
                    <a:pt x="33228" y="31919"/>
                    <a:pt x="33092" y="31890"/>
                    <a:pt x="32968" y="31828"/>
                  </a:cubicBezTo>
                  <a:lnTo>
                    <a:pt x="31478" y="31390"/>
                  </a:lnTo>
                  <a:cubicBezTo>
                    <a:pt x="31214" y="31302"/>
                    <a:pt x="30864" y="31039"/>
                    <a:pt x="31214" y="30776"/>
                  </a:cubicBezTo>
                  <a:cubicBezTo>
                    <a:pt x="31381" y="30609"/>
                    <a:pt x="31654" y="30548"/>
                    <a:pt x="31920" y="30548"/>
                  </a:cubicBezTo>
                  <a:close/>
                  <a:moveTo>
                    <a:pt x="59205" y="36198"/>
                  </a:moveTo>
                  <a:cubicBezTo>
                    <a:pt x="59269" y="36198"/>
                    <a:pt x="59322" y="36203"/>
                    <a:pt x="59360" y="36212"/>
                  </a:cubicBezTo>
                  <a:cubicBezTo>
                    <a:pt x="60001" y="36426"/>
                    <a:pt x="59020" y="36698"/>
                    <a:pt x="58443" y="36698"/>
                  </a:cubicBezTo>
                  <a:cubicBezTo>
                    <a:pt x="58310" y="36698"/>
                    <a:pt x="58198" y="36683"/>
                    <a:pt x="58132" y="36651"/>
                  </a:cubicBezTo>
                  <a:cubicBezTo>
                    <a:pt x="57429" y="36494"/>
                    <a:pt x="58677" y="36198"/>
                    <a:pt x="59205" y="36198"/>
                  </a:cubicBezTo>
                  <a:close/>
                  <a:moveTo>
                    <a:pt x="9645" y="0"/>
                  </a:moveTo>
                  <a:cubicBezTo>
                    <a:pt x="8155" y="351"/>
                    <a:pt x="6752" y="789"/>
                    <a:pt x="5436" y="1491"/>
                  </a:cubicBezTo>
                  <a:cubicBezTo>
                    <a:pt x="4998" y="1666"/>
                    <a:pt x="4560" y="1929"/>
                    <a:pt x="4121" y="2192"/>
                  </a:cubicBezTo>
                  <a:cubicBezTo>
                    <a:pt x="4297" y="2192"/>
                    <a:pt x="4384" y="2280"/>
                    <a:pt x="4560" y="2368"/>
                  </a:cubicBezTo>
                  <a:cubicBezTo>
                    <a:pt x="4823" y="2631"/>
                    <a:pt x="4560" y="2806"/>
                    <a:pt x="4209" y="2894"/>
                  </a:cubicBezTo>
                  <a:cubicBezTo>
                    <a:pt x="3961" y="2956"/>
                    <a:pt x="3713" y="3018"/>
                    <a:pt x="3465" y="3018"/>
                  </a:cubicBezTo>
                  <a:cubicBezTo>
                    <a:pt x="3362" y="3018"/>
                    <a:pt x="3259" y="3007"/>
                    <a:pt x="3157" y="2981"/>
                  </a:cubicBezTo>
                  <a:cubicBezTo>
                    <a:pt x="2280" y="3683"/>
                    <a:pt x="1579" y="4560"/>
                    <a:pt x="965" y="5524"/>
                  </a:cubicBezTo>
                  <a:lnTo>
                    <a:pt x="1315" y="5524"/>
                  </a:lnTo>
                  <a:lnTo>
                    <a:pt x="2280" y="5787"/>
                  </a:lnTo>
                  <a:cubicBezTo>
                    <a:pt x="2543" y="5875"/>
                    <a:pt x="2806" y="6138"/>
                    <a:pt x="2543" y="6401"/>
                  </a:cubicBezTo>
                  <a:cubicBezTo>
                    <a:pt x="2321" y="6568"/>
                    <a:pt x="2063" y="6629"/>
                    <a:pt x="1793" y="6629"/>
                  </a:cubicBezTo>
                  <a:cubicBezTo>
                    <a:pt x="1636" y="6629"/>
                    <a:pt x="1476" y="6608"/>
                    <a:pt x="1315" y="6576"/>
                  </a:cubicBezTo>
                  <a:lnTo>
                    <a:pt x="614" y="6313"/>
                  </a:lnTo>
                  <a:cubicBezTo>
                    <a:pt x="439" y="6664"/>
                    <a:pt x="263" y="7102"/>
                    <a:pt x="176" y="7541"/>
                  </a:cubicBezTo>
                  <a:cubicBezTo>
                    <a:pt x="234" y="7511"/>
                    <a:pt x="293" y="7502"/>
                    <a:pt x="351" y="7502"/>
                  </a:cubicBezTo>
                  <a:cubicBezTo>
                    <a:pt x="468" y="7502"/>
                    <a:pt x="585" y="7541"/>
                    <a:pt x="702" y="7541"/>
                  </a:cubicBezTo>
                  <a:lnTo>
                    <a:pt x="2192" y="7979"/>
                  </a:lnTo>
                  <a:cubicBezTo>
                    <a:pt x="2543" y="8067"/>
                    <a:pt x="2806" y="8330"/>
                    <a:pt x="2543" y="8593"/>
                  </a:cubicBezTo>
                  <a:cubicBezTo>
                    <a:pt x="2317" y="8763"/>
                    <a:pt x="2053" y="8859"/>
                    <a:pt x="1778" y="8859"/>
                  </a:cubicBezTo>
                  <a:cubicBezTo>
                    <a:pt x="1626" y="8859"/>
                    <a:pt x="1471" y="8830"/>
                    <a:pt x="1315" y="8768"/>
                  </a:cubicBezTo>
                  <a:lnTo>
                    <a:pt x="0" y="8417"/>
                  </a:lnTo>
                  <a:cubicBezTo>
                    <a:pt x="0" y="8944"/>
                    <a:pt x="0" y="9470"/>
                    <a:pt x="0" y="9996"/>
                  </a:cubicBezTo>
                  <a:lnTo>
                    <a:pt x="0" y="10259"/>
                  </a:lnTo>
                  <a:lnTo>
                    <a:pt x="176" y="10259"/>
                  </a:lnTo>
                  <a:lnTo>
                    <a:pt x="4297" y="11925"/>
                  </a:lnTo>
                  <a:cubicBezTo>
                    <a:pt x="5179" y="12219"/>
                    <a:pt x="4458" y="12883"/>
                    <a:pt x="3789" y="12883"/>
                  </a:cubicBezTo>
                  <a:cubicBezTo>
                    <a:pt x="3660" y="12883"/>
                    <a:pt x="3533" y="12858"/>
                    <a:pt x="3420" y="12801"/>
                  </a:cubicBezTo>
                  <a:lnTo>
                    <a:pt x="263" y="11662"/>
                  </a:lnTo>
                  <a:lnTo>
                    <a:pt x="263" y="11662"/>
                  </a:lnTo>
                  <a:cubicBezTo>
                    <a:pt x="789" y="13415"/>
                    <a:pt x="1579" y="15169"/>
                    <a:pt x="2806" y="16659"/>
                  </a:cubicBezTo>
                  <a:cubicBezTo>
                    <a:pt x="4998" y="17185"/>
                    <a:pt x="7190" y="17887"/>
                    <a:pt x="9382" y="18676"/>
                  </a:cubicBezTo>
                  <a:cubicBezTo>
                    <a:pt x="10024" y="18890"/>
                    <a:pt x="9043" y="19162"/>
                    <a:pt x="8465" y="19162"/>
                  </a:cubicBezTo>
                  <a:cubicBezTo>
                    <a:pt x="8332" y="19162"/>
                    <a:pt x="8220" y="19147"/>
                    <a:pt x="8155" y="19114"/>
                  </a:cubicBezTo>
                  <a:cubicBezTo>
                    <a:pt x="6664" y="18588"/>
                    <a:pt x="5086" y="18150"/>
                    <a:pt x="3595" y="17712"/>
                  </a:cubicBezTo>
                  <a:lnTo>
                    <a:pt x="3595" y="17712"/>
                  </a:lnTo>
                  <a:cubicBezTo>
                    <a:pt x="7628" y="22446"/>
                    <a:pt x="14204" y="26041"/>
                    <a:pt x="18676" y="28409"/>
                  </a:cubicBezTo>
                  <a:cubicBezTo>
                    <a:pt x="30425" y="34634"/>
                    <a:pt x="43314" y="38667"/>
                    <a:pt x="56466" y="40333"/>
                  </a:cubicBezTo>
                  <a:cubicBezTo>
                    <a:pt x="59994" y="40744"/>
                    <a:pt x="64271" y="41195"/>
                    <a:pt x="68613" y="41195"/>
                  </a:cubicBezTo>
                  <a:cubicBezTo>
                    <a:pt x="75386" y="41195"/>
                    <a:pt x="82316" y="40097"/>
                    <a:pt x="86804" y="36037"/>
                  </a:cubicBezTo>
                  <a:cubicBezTo>
                    <a:pt x="88645" y="34546"/>
                    <a:pt x="89785" y="32267"/>
                    <a:pt x="89960" y="29899"/>
                  </a:cubicBezTo>
                  <a:lnTo>
                    <a:pt x="88031" y="29461"/>
                  </a:lnTo>
                  <a:cubicBezTo>
                    <a:pt x="87768" y="29373"/>
                    <a:pt x="87418" y="29110"/>
                    <a:pt x="87768" y="28847"/>
                  </a:cubicBezTo>
                  <a:cubicBezTo>
                    <a:pt x="87985" y="28739"/>
                    <a:pt x="88235" y="28664"/>
                    <a:pt x="88478" y="28664"/>
                  </a:cubicBezTo>
                  <a:cubicBezTo>
                    <a:pt x="88627" y="28664"/>
                    <a:pt x="88774" y="28692"/>
                    <a:pt x="88908" y="28759"/>
                  </a:cubicBezTo>
                  <a:lnTo>
                    <a:pt x="89873" y="29022"/>
                  </a:lnTo>
                  <a:cubicBezTo>
                    <a:pt x="89434" y="26392"/>
                    <a:pt x="88207" y="23937"/>
                    <a:pt x="86278" y="22183"/>
                  </a:cubicBezTo>
                  <a:lnTo>
                    <a:pt x="86278" y="22183"/>
                  </a:lnTo>
                  <a:cubicBezTo>
                    <a:pt x="87418" y="24901"/>
                    <a:pt x="86804" y="27970"/>
                    <a:pt x="83560" y="30162"/>
                  </a:cubicBezTo>
                  <a:cubicBezTo>
                    <a:pt x="84086" y="30338"/>
                    <a:pt x="84699" y="30513"/>
                    <a:pt x="85313" y="30513"/>
                  </a:cubicBezTo>
                  <a:cubicBezTo>
                    <a:pt x="85664" y="30513"/>
                    <a:pt x="86190" y="30688"/>
                    <a:pt x="86190" y="31127"/>
                  </a:cubicBezTo>
                  <a:cubicBezTo>
                    <a:pt x="86102" y="31565"/>
                    <a:pt x="85576" y="31740"/>
                    <a:pt x="85313" y="31740"/>
                  </a:cubicBezTo>
                  <a:cubicBezTo>
                    <a:pt x="84173" y="31653"/>
                    <a:pt x="83121" y="31390"/>
                    <a:pt x="82069" y="31039"/>
                  </a:cubicBezTo>
                  <a:cubicBezTo>
                    <a:pt x="78080" y="33060"/>
                    <a:pt x="73233" y="33672"/>
                    <a:pt x="68434" y="33672"/>
                  </a:cubicBezTo>
                  <a:cubicBezTo>
                    <a:pt x="65111" y="33672"/>
                    <a:pt x="61811" y="33378"/>
                    <a:pt x="58834" y="33056"/>
                  </a:cubicBezTo>
                  <a:cubicBezTo>
                    <a:pt x="46734" y="31565"/>
                    <a:pt x="34985" y="28233"/>
                    <a:pt x="23937" y="23148"/>
                  </a:cubicBezTo>
                  <a:cubicBezTo>
                    <a:pt x="20605" y="21657"/>
                    <a:pt x="17273" y="19991"/>
                    <a:pt x="14117" y="18062"/>
                  </a:cubicBezTo>
                  <a:cubicBezTo>
                    <a:pt x="13985" y="18106"/>
                    <a:pt x="13832" y="18128"/>
                    <a:pt x="13678" y="18128"/>
                  </a:cubicBezTo>
                  <a:cubicBezTo>
                    <a:pt x="13525" y="18128"/>
                    <a:pt x="13372" y="18106"/>
                    <a:pt x="13240" y="18062"/>
                  </a:cubicBezTo>
                  <a:cubicBezTo>
                    <a:pt x="11223" y="17273"/>
                    <a:pt x="9207" y="16659"/>
                    <a:pt x="7190" y="16133"/>
                  </a:cubicBezTo>
                  <a:cubicBezTo>
                    <a:pt x="6262" y="15901"/>
                    <a:pt x="6698" y="15124"/>
                    <a:pt x="7355" y="15124"/>
                  </a:cubicBezTo>
                  <a:cubicBezTo>
                    <a:pt x="7443" y="15124"/>
                    <a:pt x="7535" y="15138"/>
                    <a:pt x="7628" y="15169"/>
                  </a:cubicBezTo>
                  <a:cubicBezTo>
                    <a:pt x="8944" y="15432"/>
                    <a:pt x="10259" y="15783"/>
                    <a:pt x="11486" y="16221"/>
                  </a:cubicBezTo>
                  <a:cubicBezTo>
                    <a:pt x="9031" y="14467"/>
                    <a:pt x="6927" y="12275"/>
                    <a:pt x="5261" y="9733"/>
                  </a:cubicBezTo>
                  <a:cubicBezTo>
                    <a:pt x="2368" y="4910"/>
                    <a:pt x="5173" y="1666"/>
                    <a:pt x="9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74"/>
            <p:cNvSpPr/>
            <p:nvPr/>
          </p:nvSpPr>
          <p:spPr>
            <a:xfrm>
              <a:off x="2183431" y="2628203"/>
              <a:ext cx="273047" cy="98927"/>
            </a:xfrm>
            <a:custGeom>
              <a:avLst/>
              <a:gdLst/>
              <a:ahLst/>
              <a:cxnLst/>
              <a:rect l="l" t="t" r="r" b="b"/>
              <a:pathLst>
                <a:path w="4648" h="1684" extrusionOk="0">
                  <a:moveTo>
                    <a:pt x="1014" y="1"/>
                  </a:moveTo>
                  <a:cubicBezTo>
                    <a:pt x="743" y="1"/>
                    <a:pt x="486" y="62"/>
                    <a:pt x="263" y="229"/>
                  </a:cubicBezTo>
                  <a:cubicBezTo>
                    <a:pt x="0" y="492"/>
                    <a:pt x="263" y="755"/>
                    <a:pt x="614" y="842"/>
                  </a:cubicBezTo>
                  <a:lnTo>
                    <a:pt x="3157" y="1632"/>
                  </a:lnTo>
                  <a:cubicBezTo>
                    <a:pt x="3317" y="1664"/>
                    <a:pt x="3478" y="1684"/>
                    <a:pt x="3634" y="1684"/>
                  </a:cubicBezTo>
                  <a:cubicBezTo>
                    <a:pt x="3904" y="1684"/>
                    <a:pt x="4162" y="1623"/>
                    <a:pt x="4384" y="1456"/>
                  </a:cubicBezTo>
                  <a:cubicBezTo>
                    <a:pt x="4647" y="1193"/>
                    <a:pt x="4384" y="930"/>
                    <a:pt x="4121" y="842"/>
                  </a:cubicBezTo>
                  <a:lnTo>
                    <a:pt x="1491" y="53"/>
                  </a:lnTo>
                  <a:cubicBezTo>
                    <a:pt x="1330" y="21"/>
                    <a:pt x="1170" y="1"/>
                    <a:pt x="1014" y="1"/>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74"/>
            <p:cNvSpPr/>
            <p:nvPr/>
          </p:nvSpPr>
          <p:spPr>
            <a:xfrm>
              <a:off x="3429900" y="3123783"/>
              <a:ext cx="206077" cy="79776"/>
            </a:xfrm>
            <a:custGeom>
              <a:avLst/>
              <a:gdLst/>
              <a:ahLst/>
              <a:cxnLst/>
              <a:rect l="l" t="t" r="r" b="b"/>
              <a:pathLst>
                <a:path w="3508" h="1358" extrusionOk="0">
                  <a:moveTo>
                    <a:pt x="908" y="0"/>
                  </a:moveTo>
                  <a:cubicBezTo>
                    <a:pt x="677" y="0"/>
                    <a:pt x="457" y="65"/>
                    <a:pt x="264" y="210"/>
                  </a:cubicBezTo>
                  <a:cubicBezTo>
                    <a:pt x="1" y="473"/>
                    <a:pt x="264" y="824"/>
                    <a:pt x="615" y="911"/>
                  </a:cubicBezTo>
                  <a:lnTo>
                    <a:pt x="2105" y="1262"/>
                  </a:lnTo>
                  <a:cubicBezTo>
                    <a:pt x="2239" y="1329"/>
                    <a:pt x="2386" y="1358"/>
                    <a:pt x="2536" y="1358"/>
                  </a:cubicBezTo>
                  <a:cubicBezTo>
                    <a:pt x="2778" y="1358"/>
                    <a:pt x="3028" y="1283"/>
                    <a:pt x="3245" y="1174"/>
                  </a:cubicBezTo>
                  <a:cubicBezTo>
                    <a:pt x="3508" y="911"/>
                    <a:pt x="3245" y="561"/>
                    <a:pt x="2982" y="473"/>
                  </a:cubicBezTo>
                  <a:lnTo>
                    <a:pt x="1491" y="122"/>
                  </a:lnTo>
                  <a:cubicBezTo>
                    <a:pt x="1294" y="43"/>
                    <a:pt x="1097" y="0"/>
                    <a:pt x="908" y="0"/>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74"/>
            <p:cNvSpPr/>
            <p:nvPr/>
          </p:nvSpPr>
          <p:spPr>
            <a:xfrm>
              <a:off x="4991834" y="3459574"/>
              <a:ext cx="149682" cy="24497"/>
            </a:xfrm>
            <a:custGeom>
              <a:avLst/>
              <a:gdLst/>
              <a:ahLst/>
              <a:cxnLst/>
              <a:rect l="l" t="t" r="r" b="b"/>
              <a:pathLst>
                <a:path w="2548" h="417" extrusionOk="0">
                  <a:moveTo>
                    <a:pt x="1701" y="0"/>
                  </a:moveTo>
                  <a:cubicBezTo>
                    <a:pt x="1149" y="0"/>
                    <a:pt x="0" y="217"/>
                    <a:pt x="681" y="369"/>
                  </a:cubicBezTo>
                  <a:cubicBezTo>
                    <a:pt x="748" y="402"/>
                    <a:pt x="863" y="416"/>
                    <a:pt x="1000" y="416"/>
                  </a:cubicBezTo>
                  <a:cubicBezTo>
                    <a:pt x="1579" y="416"/>
                    <a:pt x="2547" y="160"/>
                    <a:pt x="1909" y="18"/>
                  </a:cubicBezTo>
                  <a:cubicBezTo>
                    <a:pt x="1861" y="6"/>
                    <a:pt x="1788" y="0"/>
                    <a:pt x="1701" y="0"/>
                  </a:cubicBezTo>
                  <a:close/>
                </a:path>
              </a:pathLst>
            </a:custGeom>
            <a:solidFill>
              <a:srgbClr val="1E120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74"/>
            <p:cNvSpPr/>
            <p:nvPr/>
          </p:nvSpPr>
          <p:spPr>
            <a:xfrm>
              <a:off x="1508676" y="305452"/>
              <a:ext cx="5501058" cy="3967520"/>
            </a:xfrm>
            <a:custGeom>
              <a:avLst/>
              <a:gdLst/>
              <a:ahLst/>
              <a:cxnLst/>
              <a:rect l="l" t="t" r="r" b="b"/>
              <a:pathLst>
                <a:path w="93643" h="67538" extrusionOk="0">
                  <a:moveTo>
                    <a:pt x="18413" y="17146"/>
                  </a:moveTo>
                  <a:cubicBezTo>
                    <a:pt x="18413" y="17146"/>
                    <a:pt x="18413" y="17234"/>
                    <a:pt x="18413" y="17234"/>
                  </a:cubicBezTo>
                  <a:cubicBezTo>
                    <a:pt x="17098" y="19601"/>
                    <a:pt x="16045" y="21969"/>
                    <a:pt x="15344" y="24511"/>
                  </a:cubicBezTo>
                  <a:cubicBezTo>
                    <a:pt x="14906" y="24687"/>
                    <a:pt x="14993" y="24774"/>
                    <a:pt x="15256" y="24862"/>
                  </a:cubicBezTo>
                  <a:cubicBezTo>
                    <a:pt x="14993" y="25739"/>
                    <a:pt x="14818" y="26703"/>
                    <a:pt x="14643" y="27580"/>
                  </a:cubicBezTo>
                  <a:cubicBezTo>
                    <a:pt x="14467" y="27668"/>
                    <a:pt x="14467" y="27755"/>
                    <a:pt x="14555" y="27843"/>
                  </a:cubicBezTo>
                  <a:cubicBezTo>
                    <a:pt x="14380" y="28895"/>
                    <a:pt x="14204" y="29947"/>
                    <a:pt x="14117" y="31000"/>
                  </a:cubicBezTo>
                  <a:lnTo>
                    <a:pt x="14029" y="31000"/>
                  </a:lnTo>
                  <a:cubicBezTo>
                    <a:pt x="13327" y="31175"/>
                    <a:pt x="13678" y="31263"/>
                    <a:pt x="14117" y="31350"/>
                  </a:cubicBezTo>
                  <a:cubicBezTo>
                    <a:pt x="14117" y="31701"/>
                    <a:pt x="14117" y="31964"/>
                    <a:pt x="14029" y="32315"/>
                  </a:cubicBezTo>
                  <a:cubicBezTo>
                    <a:pt x="11661" y="30474"/>
                    <a:pt x="7716" y="27317"/>
                    <a:pt x="7541" y="23898"/>
                  </a:cubicBezTo>
                  <a:cubicBezTo>
                    <a:pt x="7277" y="18549"/>
                    <a:pt x="14029" y="17760"/>
                    <a:pt x="18413" y="17146"/>
                  </a:cubicBezTo>
                  <a:close/>
                  <a:moveTo>
                    <a:pt x="18237" y="46081"/>
                  </a:moveTo>
                  <a:lnTo>
                    <a:pt x="19202" y="46607"/>
                  </a:lnTo>
                  <a:cubicBezTo>
                    <a:pt x="19640" y="46870"/>
                    <a:pt x="19991" y="47045"/>
                    <a:pt x="20430" y="47220"/>
                  </a:cubicBezTo>
                  <a:cubicBezTo>
                    <a:pt x="19903" y="47308"/>
                    <a:pt x="19290" y="47396"/>
                    <a:pt x="18764" y="47483"/>
                  </a:cubicBezTo>
                  <a:lnTo>
                    <a:pt x="18764" y="47396"/>
                  </a:lnTo>
                  <a:cubicBezTo>
                    <a:pt x="18588" y="46957"/>
                    <a:pt x="18413" y="46519"/>
                    <a:pt x="18237" y="46081"/>
                  </a:cubicBezTo>
                  <a:close/>
                  <a:moveTo>
                    <a:pt x="82419" y="35296"/>
                  </a:moveTo>
                  <a:cubicBezTo>
                    <a:pt x="86803" y="38189"/>
                    <a:pt x="89346" y="43450"/>
                    <a:pt x="83998" y="47045"/>
                  </a:cubicBezTo>
                  <a:cubicBezTo>
                    <a:pt x="82419" y="48010"/>
                    <a:pt x="80578" y="48711"/>
                    <a:pt x="78737" y="49062"/>
                  </a:cubicBezTo>
                  <a:cubicBezTo>
                    <a:pt x="79789" y="47045"/>
                    <a:pt x="80666" y="45028"/>
                    <a:pt x="81367" y="42836"/>
                  </a:cubicBezTo>
                  <a:cubicBezTo>
                    <a:pt x="81981" y="40381"/>
                    <a:pt x="82332" y="37839"/>
                    <a:pt x="82419" y="35296"/>
                  </a:cubicBezTo>
                  <a:close/>
                  <a:moveTo>
                    <a:pt x="48398" y="617"/>
                  </a:moveTo>
                  <a:cubicBezTo>
                    <a:pt x="52848" y="617"/>
                    <a:pt x="57297" y="1556"/>
                    <a:pt x="61376" y="3468"/>
                  </a:cubicBezTo>
                  <a:cubicBezTo>
                    <a:pt x="69969" y="7326"/>
                    <a:pt x="76457" y="14779"/>
                    <a:pt x="79263" y="23810"/>
                  </a:cubicBezTo>
                  <a:cubicBezTo>
                    <a:pt x="77685" y="24599"/>
                    <a:pt x="76106" y="25300"/>
                    <a:pt x="74441" y="25826"/>
                  </a:cubicBezTo>
                  <a:cubicBezTo>
                    <a:pt x="74090" y="25914"/>
                    <a:pt x="74178" y="26002"/>
                    <a:pt x="74441" y="26090"/>
                  </a:cubicBezTo>
                  <a:cubicBezTo>
                    <a:pt x="74616" y="26177"/>
                    <a:pt x="74813" y="26221"/>
                    <a:pt x="75021" y="26221"/>
                  </a:cubicBezTo>
                  <a:cubicBezTo>
                    <a:pt x="75230" y="26221"/>
                    <a:pt x="75449" y="26177"/>
                    <a:pt x="75668" y="26090"/>
                  </a:cubicBezTo>
                  <a:cubicBezTo>
                    <a:pt x="76983" y="25739"/>
                    <a:pt x="78211" y="25213"/>
                    <a:pt x="79526" y="24687"/>
                  </a:cubicBezTo>
                  <a:cubicBezTo>
                    <a:pt x="79877" y="26002"/>
                    <a:pt x="80140" y="27317"/>
                    <a:pt x="80403" y="28632"/>
                  </a:cubicBezTo>
                  <a:lnTo>
                    <a:pt x="80227" y="28632"/>
                  </a:lnTo>
                  <a:cubicBezTo>
                    <a:pt x="76808" y="29860"/>
                    <a:pt x="73301" y="30737"/>
                    <a:pt x="69706" y="31350"/>
                  </a:cubicBezTo>
                  <a:cubicBezTo>
                    <a:pt x="68660" y="31511"/>
                    <a:pt x="69164" y="32336"/>
                    <a:pt x="69931" y="32336"/>
                  </a:cubicBezTo>
                  <a:cubicBezTo>
                    <a:pt x="70000" y="32336"/>
                    <a:pt x="70072" y="32329"/>
                    <a:pt x="70144" y="32315"/>
                  </a:cubicBezTo>
                  <a:cubicBezTo>
                    <a:pt x="73651" y="31789"/>
                    <a:pt x="77159" y="30912"/>
                    <a:pt x="80490" y="29772"/>
                  </a:cubicBezTo>
                  <a:lnTo>
                    <a:pt x="80490" y="29772"/>
                  </a:lnTo>
                  <a:cubicBezTo>
                    <a:pt x="81017" y="34156"/>
                    <a:pt x="80754" y="38540"/>
                    <a:pt x="79701" y="42749"/>
                  </a:cubicBezTo>
                  <a:cubicBezTo>
                    <a:pt x="78912" y="45116"/>
                    <a:pt x="78035" y="47308"/>
                    <a:pt x="76808" y="49325"/>
                  </a:cubicBezTo>
                  <a:cubicBezTo>
                    <a:pt x="75317" y="49588"/>
                    <a:pt x="73739" y="49676"/>
                    <a:pt x="72336" y="49763"/>
                  </a:cubicBezTo>
                  <a:cubicBezTo>
                    <a:pt x="71166" y="49831"/>
                    <a:pt x="69993" y="49863"/>
                    <a:pt x="68817" y="49863"/>
                  </a:cubicBezTo>
                  <a:cubicBezTo>
                    <a:pt x="59338" y="49863"/>
                    <a:pt x="49742" y="47749"/>
                    <a:pt x="40771" y="44941"/>
                  </a:cubicBezTo>
                  <a:cubicBezTo>
                    <a:pt x="37703" y="43976"/>
                    <a:pt x="34546" y="42924"/>
                    <a:pt x="31477" y="41697"/>
                  </a:cubicBezTo>
                  <a:lnTo>
                    <a:pt x="38842" y="40557"/>
                  </a:lnTo>
                  <a:cubicBezTo>
                    <a:pt x="39856" y="40388"/>
                    <a:pt x="39405" y="39324"/>
                    <a:pt x="38509" y="39324"/>
                  </a:cubicBezTo>
                  <a:cubicBezTo>
                    <a:pt x="38475" y="39324"/>
                    <a:pt x="38440" y="39326"/>
                    <a:pt x="38404" y="39329"/>
                  </a:cubicBezTo>
                  <a:lnTo>
                    <a:pt x="31214" y="40469"/>
                  </a:lnTo>
                  <a:lnTo>
                    <a:pt x="29110" y="40732"/>
                  </a:lnTo>
                  <a:cubicBezTo>
                    <a:pt x="26567" y="39680"/>
                    <a:pt x="24024" y="38452"/>
                    <a:pt x="21569" y="37137"/>
                  </a:cubicBezTo>
                  <a:cubicBezTo>
                    <a:pt x="24638" y="36787"/>
                    <a:pt x="27707" y="36611"/>
                    <a:pt x="30776" y="36436"/>
                  </a:cubicBezTo>
                  <a:cubicBezTo>
                    <a:pt x="32266" y="36348"/>
                    <a:pt x="33845" y="36260"/>
                    <a:pt x="35335" y="36260"/>
                  </a:cubicBezTo>
                  <a:cubicBezTo>
                    <a:pt x="36243" y="36260"/>
                    <a:pt x="36374" y="35639"/>
                    <a:pt x="35509" y="35639"/>
                  </a:cubicBezTo>
                  <a:cubicBezTo>
                    <a:pt x="35455" y="35639"/>
                    <a:pt x="35397" y="35642"/>
                    <a:pt x="35335" y="35647"/>
                  </a:cubicBezTo>
                  <a:cubicBezTo>
                    <a:pt x="33757" y="35647"/>
                    <a:pt x="32266" y="35734"/>
                    <a:pt x="30776" y="35822"/>
                  </a:cubicBezTo>
                  <a:cubicBezTo>
                    <a:pt x="27356" y="35997"/>
                    <a:pt x="24024" y="36260"/>
                    <a:pt x="20605" y="36611"/>
                  </a:cubicBezTo>
                  <a:cubicBezTo>
                    <a:pt x="19553" y="35910"/>
                    <a:pt x="18413" y="35296"/>
                    <a:pt x="17448" y="34594"/>
                  </a:cubicBezTo>
                  <a:lnTo>
                    <a:pt x="30688" y="33279"/>
                  </a:lnTo>
                  <a:lnTo>
                    <a:pt x="37878" y="32578"/>
                  </a:lnTo>
                  <a:cubicBezTo>
                    <a:pt x="38894" y="32493"/>
                    <a:pt x="38357" y="31346"/>
                    <a:pt x="37529" y="31346"/>
                  </a:cubicBezTo>
                  <a:cubicBezTo>
                    <a:pt x="37500" y="31346"/>
                    <a:pt x="37470" y="31347"/>
                    <a:pt x="37439" y="31350"/>
                  </a:cubicBezTo>
                  <a:lnTo>
                    <a:pt x="30688" y="32052"/>
                  </a:lnTo>
                  <a:lnTo>
                    <a:pt x="15782" y="33542"/>
                  </a:lnTo>
                  <a:cubicBezTo>
                    <a:pt x="15782" y="32841"/>
                    <a:pt x="15782" y="32052"/>
                    <a:pt x="15870" y="31350"/>
                  </a:cubicBezTo>
                  <a:cubicBezTo>
                    <a:pt x="20868" y="30649"/>
                    <a:pt x="25866" y="30123"/>
                    <a:pt x="30951" y="29684"/>
                  </a:cubicBezTo>
                  <a:cubicBezTo>
                    <a:pt x="32529" y="29597"/>
                    <a:pt x="34195" y="29421"/>
                    <a:pt x="35861" y="29334"/>
                  </a:cubicBezTo>
                  <a:cubicBezTo>
                    <a:pt x="37089" y="29246"/>
                    <a:pt x="36037" y="28895"/>
                    <a:pt x="35423" y="28895"/>
                  </a:cubicBezTo>
                  <a:cubicBezTo>
                    <a:pt x="33932" y="28983"/>
                    <a:pt x="32442" y="29071"/>
                    <a:pt x="30951" y="29246"/>
                  </a:cubicBezTo>
                  <a:cubicBezTo>
                    <a:pt x="25953" y="29597"/>
                    <a:pt x="20868" y="30123"/>
                    <a:pt x="15870" y="30824"/>
                  </a:cubicBezTo>
                  <a:cubicBezTo>
                    <a:pt x="15958" y="29860"/>
                    <a:pt x="16133" y="28983"/>
                    <a:pt x="16309" y="28018"/>
                  </a:cubicBezTo>
                  <a:cubicBezTo>
                    <a:pt x="21306" y="27492"/>
                    <a:pt x="26304" y="26966"/>
                    <a:pt x="31302" y="26440"/>
                  </a:cubicBezTo>
                  <a:cubicBezTo>
                    <a:pt x="32880" y="26177"/>
                    <a:pt x="34458" y="26090"/>
                    <a:pt x="36037" y="25826"/>
                  </a:cubicBezTo>
                  <a:cubicBezTo>
                    <a:pt x="37074" y="25747"/>
                    <a:pt x="35933" y="25377"/>
                    <a:pt x="35323" y="25377"/>
                  </a:cubicBezTo>
                  <a:cubicBezTo>
                    <a:pt x="35262" y="25377"/>
                    <a:pt x="35207" y="25380"/>
                    <a:pt x="35160" y="25388"/>
                  </a:cubicBezTo>
                  <a:lnTo>
                    <a:pt x="31390" y="25826"/>
                  </a:lnTo>
                  <a:cubicBezTo>
                    <a:pt x="26392" y="26353"/>
                    <a:pt x="21394" y="26879"/>
                    <a:pt x="16309" y="27405"/>
                  </a:cubicBezTo>
                  <a:cubicBezTo>
                    <a:pt x="16484" y="26616"/>
                    <a:pt x="16659" y="25739"/>
                    <a:pt x="16922" y="24950"/>
                  </a:cubicBezTo>
                  <a:cubicBezTo>
                    <a:pt x="21920" y="23985"/>
                    <a:pt x="26918" y="23371"/>
                    <a:pt x="32003" y="23108"/>
                  </a:cubicBezTo>
                  <a:cubicBezTo>
                    <a:pt x="32792" y="23021"/>
                    <a:pt x="33669" y="22933"/>
                    <a:pt x="34546" y="22933"/>
                  </a:cubicBezTo>
                  <a:cubicBezTo>
                    <a:pt x="35686" y="22845"/>
                    <a:pt x="34721" y="22319"/>
                    <a:pt x="34020" y="22319"/>
                  </a:cubicBezTo>
                  <a:cubicBezTo>
                    <a:pt x="33406" y="22407"/>
                    <a:pt x="32792" y="22407"/>
                    <a:pt x="32179" y="22495"/>
                  </a:cubicBezTo>
                  <a:cubicBezTo>
                    <a:pt x="27093" y="22758"/>
                    <a:pt x="22095" y="23284"/>
                    <a:pt x="17098" y="24248"/>
                  </a:cubicBezTo>
                  <a:cubicBezTo>
                    <a:pt x="17361" y="23284"/>
                    <a:pt x="17711" y="22407"/>
                    <a:pt x="18062" y="21530"/>
                  </a:cubicBezTo>
                  <a:lnTo>
                    <a:pt x="32968" y="19864"/>
                  </a:lnTo>
                  <a:lnTo>
                    <a:pt x="38842" y="19163"/>
                  </a:lnTo>
                  <a:cubicBezTo>
                    <a:pt x="39781" y="19006"/>
                    <a:pt x="38697" y="18711"/>
                    <a:pt x="38140" y="18711"/>
                  </a:cubicBezTo>
                  <a:cubicBezTo>
                    <a:pt x="38073" y="18711"/>
                    <a:pt x="38013" y="18715"/>
                    <a:pt x="37966" y="18724"/>
                  </a:cubicBezTo>
                  <a:lnTo>
                    <a:pt x="33143" y="19250"/>
                  </a:lnTo>
                  <a:lnTo>
                    <a:pt x="18325" y="20916"/>
                  </a:lnTo>
                  <a:cubicBezTo>
                    <a:pt x="18764" y="19777"/>
                    <a:pt x="19290" y="18724"/>
                    <a:pt x="19903" y="17672"/>
                  </a:cubicBezTo>
                  <a:cubicBezTo>
                    <a:pt x="24726" y="16795"/>
                    <a:pt x="29548" y="16182"/>
                    <a:pt x="34458" y="15831"/>
                  </a:cubicBezTo>
                  <a:lnTo>
                    <a:pt x="35072" y="15831"/>
                  </a:lnTo>
                  <a:cubicBezTo>
                    <a:pt x="36037" y="15743"/>
                    <a:pt x="35598" y="14866"/>
                    <a:pt x="34897" y="14691"/>
                  </a:cubicBezTo>
                  <a:lnTo>
                    <a:pt x="34634" y="14691"/>
                  </a:lnTo>
                  <a:cubicBezTo>
                    <a:pt x="29899" y="15042"/>
                    <a:pt x="25252" y="15656"/>
                    <a:pt x="20605" y="16445"/>
                  </a:cubicBezTo>
                  <a:cubicBezTo>
                    <a:pt x="21131" y="15480"/>
                    <a:pt x="21745" y="14603"/>
                    <a:pt x="22358" y="13727"/>
                  </a:cubicBezTo>
                  <a:cubicBezTo>
                    <a:pt x="26216" y="13639"/>
                    <a:pt x="30074" y="13025"/>
                    <a:pt x="33757" y="11973"/>
                  </a:cubicBezTo>
                  <a:cubicBezTo>
                    <a:pt x="34462" y="11738"/>
                    <a:pt x="33208" y="11433"/>
                    <a:pt x="32682" y="11433"/>
                  </a:cubicBezTo>
                  <a:cubicBezTo>
                    <a:pt x="32619" y="11433"/>
                    <a:pt x="32567" y="11438"/>
                    <a:pt x="32529" y="11447"/>
                  </a:cubicBezTo>
                  <a:cubicBezTo>
                    <a:pt x="29373" y="12411"/>
                    <a:pt x="26216" y="12937"/>
                    <a:pt x="22972" y="13113"/>
                  </a:cubicBezTo>
                  <a:cubicBezTo>
                    <a:pt x="23498" y="12411"/>
                    <a:pt x="24024" y="11798"/>
                    <a:pt x="24638" y="11184"/>
                  </a:cubicBezTo>
                  <a:lnTo>
                    <a:pt x="37439" y="9956"/>
                  </a:lnTo>
                  <a:lnTo>
                    <a:pt x="37615" y="9956"/>
                  </a:lnTo>
                  <a:cubicBezTo>
                    <a:pt x="38404" y="9869"/>
                    <a:pt x="38316" y="9430"/>
                    <a:pt x="37878" y="9167"/>
                  </a:cubicBezTo>
                  <a:cubicBezTo>
                    <a:pt x="37703" y="8992"/>
                    <a:pt x="37439" y="8992"/>
                    <a:pt x="37176" y="8992"/>
                  </a:cubicBezTo>
                  <a:lnTo>
                    <a:pt x="25690" y="10132"/>
                  </a:lnTo>
                  <a:cubicBezTo>
                    <a:pt x="26392" y="9343"/>
                    <a:pt x="27181" y="8729"/>
                    <a:pt x="27970" y="8115"/>
                  </a:cubicBezTo>
                  <a:lnTo>
                    <a:pt x="28321" y="8115"/>
                  </a:lnTo>
                  <a:cubicBezTo>
                    <a:pt x="32179" y="7238"/>
                    <a:pt x="36124" y="6537"/>
                    <a:pt x="40070" y="5923"/>
                  </a:cubicBezTo>
                  <a:cubicBezTo>
                    <a:pt x="42262" y="5572"/>
                    <a:pt x="44366" y="5222"/>
                    <a:pt x="46558" y="4959"/>
                  </a:cubicBezTo>
                  <a:cubicBezTo>
                    <a:pt x="47573" y="4802"/>
                    <a:pt x="47059" y="4229"/>
                    <a:pt x="46377" y="4229"/>
                  </a:cubicBezTo>
                  <a:cubicBezTo>
                    <a:pt x="46293" y="4229"/>
                    <a:pt x="46206" y="4238"/>
                    <a:pt x="46120" y="4257"/>
                  </a:cubicBezTo>
                  <a:cubicBezTo>
                    <a:pt x="44279" y="4432"/>
                    <a:pt x="42525" y="4696"/>
                    <a:pt x="40771" y="4959"/>
                  </a:cubicBezTo>
                  <a:cubicBezTo>
                    <a:pt x="36913" y="5572"/>
                    <a:pt x="33055" y="6186"/>
                    <a:pt x="29373" y="6975"/>
                  </a:cubicBezTo>
                  <a:cubicBezTo>
                    <a:pt x="33494" y="3906"/>
                    <a:pt x="38316" y="1890"/>
                    <a:pt x="43402" y="1013"/>
                  </a:cubicBezTo>
                  <a:cubicBezTo>
                    <a:pt x="45054" y="750"/>
                    <a:pt x="46726" y="617"/>
                    <a:pt x="48398" y="617"/>
                  </a:cubicBezTo>
                  <a:close/>
                  <a:moveTo>
                    <a:pt x="21920" y="48010"/>
                  </a:moveTo>
                  <a:cubicBezTo>
                    <a:pt x="23498" y="48799"/>
                    <a:pt x="25164" y="49588"/>
                    <a:pt x="26830" y="50289"/>
                  </a:cubicBezTo>
                  <a:cubicBezTo>
                    <a:pt x="24901" y="50728"/>
                    <a:pt x="22885" y="51078"/>
                    <a:pt x="20868" y="51341"/>
                  </a:cubicBezTo>
                  <a:cubicBezTo>
                    <a:pt x="20254" y="50377"/>
                    <a:pt x="19728" y="49412"/>
                    <a:pt x="19202" y="48360"/>
                  </a:cubicBezTo>
                  <a:cubicBezTo>
                    <a:pt x="20079" y="48185"/>
                    <a:pt x="20956" y="48097"/>
                    <a:pt x="21920" y="48010"/>
                  </a:cubicBezTo>
                  <a:close/>
                  <a:moveTo>
                    <a:pt x="28671" y="51078"/>
                  </a:moveTo>
                  <a:cubicBezTo>
                    <a:pt x="30688" y="51868"/>
                    <a:pt x="32705" y="52657"/>
                    <a:pt x="34721" y="53358"/>
                  </a:cubicBezTo>
                  <a:lnTo>
                    <a:pt x="24200" y="55901"/>
                  </a:lnTo>
                  <a:cubicBezTo>
                    <a:pt x="23235" y="54761"/>
                    <a:pt x="22358" y="53533"/>
                    <a:pt x="21482" y="52306"/>
                  </a:cubicBezTo>
                  <a:cubicBezTo>
                    <a:pt x="23937" y="51955"/>
                    <a:pt x="26304" y="51517"/>
                    <a:pt x="28671" y="51078"/>
                  </a:cubicBezTo>
                  <a:close/>
                  <a:moveTo>
                    <a:pt x="11486" y="17497"/>
                  </a:moveTo>
                  <a:cubicBezTo>
                    <a:pt x="7014" y="19163"/>
                    <a:pt x="4209" y="22407"/>
                    <a:pt x="7102" y="27229"/>
                  </a:cubicBezTo>
                  <a:cubicBezTo>
                    <a:pt x="8680" y="29772"/>
                    <a:pt x="10872" y="31964"/>
                    <a:pt x="13327" y="33718"/>
                  </a:cubicBezTo>
                  <a:cubicBezTo>
                    <a:pt x="12012" y="33279"/>
                    <a:pt x="10785" y="32929"/>
                    <a:pt x="9469" y="32666"/>
                  </a:cubicBezTo>
                  <a:cubicBezTo>
                    <a:pt x="9366" y="32634"/>
                    <a:pt x="9265" y="32621"/>
                    <a:pt x="9169" y="32621"/>
                  </a:cubicBezTo>
                  <a:cubicBezTo>
                    <a:pt x="8453" y="32621"/>
                    <a:pt x="8026" y="33398"/>
                    <a:pt x="9031" y="33630"/>
                  </a:cubicBezTo>
                  <a:cubicBezTo>
                    <a:pt x="11048" y="34156"/>
                    <a:pt x="13064" y="34770"/>
                    <a:pt x="15081" y="35559"/>
                  </a:cubicBezTo>
                  <a:cubicBezTo>
                    <a:pt x="15213" y="35603"/>
                    <a:pt x="15344" y="35625"/>
                    <a:pt x="15487" y="35625"/>
                  </a:cubicBezTo>
                  <a:cubicBezTo>
                    <a:pt x="15629" y="35625"/>
                    <a:pt x="15782" y="35603"/>
                    <a:pt x="15958" y="35559"/>
                  </a:cubicBezTo>
                  <a:cubicBezTo>
                    <a:pt x="19114" y="37488"/>
                    <a:pt x="22358" y="39154"/>
                    <a:pt x="25778" y="40644"/>
                  </a:cubicBezTo>
                  <a:cubicBezTo>
                    <a:pt x="36826" y="45730"/>
                    <a:pt x="48575" y="49062"/>
                    <a:pt x="60675" y="50552"/>
                  </a:cubicBezTo>
                  <a:cubicBezTo>
                    <a:pt x="63616" y="50875"/>
                    <a:pt x="66895" y="51169"/>
                    <a:pt x="70211" y="51169"/>
                  </a:cubicBezTo>
                  <a:cubicBezTo>
                    <a:pt x="75001" y="51169"/>
                    <a:pt x="79869" y="50556"/>
                    <a:pt x="83910" y="48536"/>
                  </a:cubicBezTo>
                  <a:cubicBezTo>
                    <a:pt x="84962" y="48886"/>
                    <a:pt x="86014" y="49149"/>
                    <a:pt x="87067" y="49237"/>
                  </a:cubicBezTo>
                  <a:cubicBezTo>
                    <a:pt x="87417" y="49237"/>
                    <a:pt x="87943" y="49062"/>
                    <a:pt x="87943" y="48623"/>
                  </a:cubicBezTo>
                  <a:cubicBezTo>
                    <a:pt x="87943" y="48273"/>
                    <a:pt x="87417" y="48097"/>
                    <a:pt x="87067" y="48010"/>
                  </a:cubicBezTo>
                  <a:cubicBezTo>
                    <a:pt x="86540" y="48010"/>
                    <a:pt x="85927" y="47834"/>
                    <a:pt x="85401" y="47659"/>
                  </a:cubicBezTo>
                  <a:cubicBezTo>
                    <a:pt x="88645" y="45467"/>
                    <a:pt x="89259" y="42398"/>
                    <a:pt x="88031" y="39680"/>
                  </a:cubicBezTo>
                  <a:lnTo>
                    <a:pt x="88031" y="39680"/>
                  </a:lnTo>
                  <a:cubicBezTo>
                    <a:pt x="89960" y="41434"/>
                    <a:pt x="91275" y="43889"/>
                    <a:pt x="91714" y="46519"/>
                  </a:cubicBezTo>
                  <a:lnTo>
                    <a:pt x="90749" y="46256"/>
                  </a:lnTo>
                  <a:cubicBezTo>
                    <a:pt x="90582" y="46189"/>
                    <a:pt x="90414" y="46160"/>
                    <a:pt x="90252" y="46160"/>
                  </a:cubicBezTo>
                  <a:cubicBezTo>
                    <a:pt x="89989" y="46160"/>
                    <a:pt x="89738" y="46235"/>
                    <a:pt x="89522" y="46344"/>
                  </a:cubicBezTo>
                  <a:cubicBezTo>
                    <a:pt x="89259" y="46607"/>
                    <a:pt x="89522" y="46870"/>
                    <a:pt x="89872" y="46957"/>
                  </a:cubicBezTo>
                  <a:lnTo>
                    <a:pt x="91714" y="47483"/>
                  </a:lnTo>
                  <a:cubicBezTo>
                    <a:pt x="91626" y="49851"/>
                    <a:pt x="90486" y="52043"/>
                    <a:pt x="88645" y="53533"/>
                  </a:cubicBezTo>
                  <a:cubicBezTo>
                    <a:pt x="84135" y="57614"/>
                    <a:pt x="77159" y="58768"/>
                    <a:pt x="70355" y="58768"/>
                  </a:cubicBezTo>
                  <a:cubicBezTo>
                    <a:pt x="66047" y="58768"/>
                    <a:pt x="61808" y="58306"/>
                    <a:pt x="58307" y="57830"/>
                  </a:cubicBezTo>
                  <a:cubicBezTo>
                    <a:pt x="45068" y="56164"/>
                    <a:pt x="32266" y="52131"/>
                    <a:pt x="20517" y="45905"/>
                  </a:cubicBezTo>
                  <a:cubicBezTo>
                    <a:pt x="16133" y="43538"/>
                    <a:pt x="9557" y="39943"/>
                    <a:pt x="5436" y="35208"/>
                  </a:cubicBezTo>
                  <a:lnTo>
                    <a:pt x="5436" y="35208"/>
                  </a:lnTo>
                  <a:cubicBezTo>
                    <a:pt x="6927" y="35647"/>
                    <a:pt x="8417" y="36085"/>
                    <a:pt x="9908" y="36611"/>
                  </a:cubicBezTo>
                  <a:cubicBezTo>
                    <a:pt x="9990" y="36644"/>
                    <a:pt x="10115" y="36658"/>
                    <a:pt x="10258" y="36658"/>
                  </a:cubicBezTo>
                  <a:cubicBezTo>
                    <a:pt x="10881" y="36658"/>
                    <a:pt x="11848" y="36387"/>
                    <a:pt x="11135" y="36173"/>
                  </a:cubicBezTo>
                  <a:cubicBezTo>
                    <a:pt x="9031" y="35384"/>
                    <a:pt x="6839" y="34682"/>
                    <a:pt x="4559" y="34156"/>
                  </a:cubicBezTo>
                  <a:cubicBezTo>
                    <a:pt x="3420" y="32666"/>
                    <a:pt x="2543" y="30912"/>
                    <a:pt x="2104" y="29158"/>
                  </a:cubicBezTo>
                  <a:lnTo>
                    <a:pt x="2104" y="29158"/>
                  </a:lnTo>
                  <a:lnTo>
                    <a:pt x="5173" y="30298"/>
                  </a:lnTo>
                  <a:cubicBezTo>
                    <a:pt x="5301" y="30355"/>
                    <a:pt x="5439" y="30379"/>
                    <a:pt x="5578" y="30379"/>
                  </a:cubicBezTo>
                  <a:cubicBezTo>
                    <a:pt x="6297" y="30379"/>
                    <a:pt x="7006" y="29715"/>
                    <a:pt x="6050" y="29421"/>
                  </a:cubicBezTo>
                  <a:lnTo>
                    <a:pt x="1929" y="27755"/>
                  </a:lnTo>
                  <a:lnTo>
                    <a:pt x="1841" y="27755"/>
                  </a:lnTo>
                  <a:lnTo>
                    <a:pt x="1841" y="27492"/>
                  </a:lnTo>
                  <a:cubicBezTo>
                    <a:pt x="1754" y="26966"/>
                    <a:pt x="1754" y="26440"/>
                    <a:pt x="1841" y="25914"/>
                  </a:cubicBezTo>
                  <a:lnTo>
                    <a:pt x="3156" y="26265"/>
                  </a:lnTo>
                  <a:cubicBezTo>
                    <a:pt x="3281" y="26327"/>
                    <a:pt x="3416" y="26356"/>
                    <a:pt x="3554" y="26356"/>
                  </a:cubicBezTo>
                  <a:cubicBezTo>
                    <a:pt x="3807" y="26356"/>
                    <a:pt x="4070" y="26259"/>
                    <a:pt x="4296" y="26090"/>
                  </a:cubicBezTo>
                  <a:cubicBezTo>
                    <a:pt x="4559" y="25826"/>
                    <a:pt x="4296" y="25563"/>
                    <a:pt x="4033" y="25476"/>
                  </a:cubicBezTo>
                  <a:lnTo>
                    <a:pt x="2543" y="25037"/>
                  </a:lnTo>
                  <a:lnTo>
                    <a:pt x="2017" y="25037"/>
                  </a:lnTo>
                  <a:cubicBezTo>
                    <a:pt x="2104" y="24599"/>
                    <a:pt x="2280" y="24161"/>
                    <a:pt x="2367" y="23810"/>
                  </a:cubicBezTo>
                  <a:lnTo>
                    <a:pt x="3156" y="24073"/>
                  </a:lnTo>
                  <a:cubicBezTo>
                    <a:pt x="3317" y="24105"/>
                    <a:pt x="3477" y="24125"/>
                    <a:pt x="3634" y="24125"/>
                  </a:cubicBezTo>
                  <a:cubicBezTo>
                    <a:pt x="3904" y="24125"/>
                    <a:pt x="4162" y="24064"/>
                    <a:pt x="4384" y="23898"/>
                  </a:cubicBezTo>
                  <a:cubicBezTo>
                    <a:pt x="4647" y="23634"/>
                    <a:pt x="4384" y="23371"/>
                    <a:pt x="4033" y="23284"/>
                  </a:cubicBezTo>
                  <a:lnTo>
                    <a:pt x="3156" y="23108"/>
                  </a:lnTo>
                  <a:cubicBezTo>
                    <a:pt x="3069" y="23021"/>
                    <a:pt x="2893" y="23021"/>
                    <a:pt x="2806" y="23021"/>
                  </a:cubicBezTo>
                  <a:cubicBezTo>
                    <a:pt x="3332" y="22056"/>
                    <a:pt x="4121" y="21179"/>
                    <a:pt x="4910" y="20478"/>
                  </a:cubicBezTo>
                  <a:cubicBezTo>
                    <a:pt x="5013" y="20504"/>
                    <a:pt x="5123" y="20514"/>
                    <a:pt x="5236" y="20514"/>
                  </a:cubicBezTo>
                  <a:cubicBezTo>
                    <a:pt x="5510" y="20514"/>
                    <a:pt x="5802" y="20452"/>
                    <a:pt x="6050" y="20390"/>
                  </a:cubicBezTo>
                  <a:cubicBezTo>
                    <a:pt x="6313" y="20390"/>
                    <a:pt x="6576" y="20127"/>
                    <a:pt x="6313" y="19864"/>
                  </a:cubicBezTo>
                  <a:cubicBezTo>
                    <a:pt x="6225" y="19777"/>
                    <a:pt x="6050" y="19689"/>
                    <a:pt x="5962" y="19689"/>
                  </a:cubicBezTo>
                  <a:cubicBezTo>
                    <a:pt x="6313" y="19426"/>
                    <a:pt x="6751" y="19163"/>
                    <a:pt x="7190" y="18987"/>
                  </a:cubicBezTo>
                  <a:cubicBezTo>
                    <a:pt x="8593" y="18286"/>
                    <a:pt x="9996" y="17848"/>
                    <a:pt x="11486" y="17497"/>
                  </a:cubicBezTo>
                  <a:close/>
                  <a:moveTo>
                    <a:pt x="36387" y="53972"/>
                  </a:moveTo>
                  <a:cubicBezTo>
                    <a:pt x="39544" y="55112"/>
                    <a:pt x="42788" y="55988"/>
                    <a:pt x="46032" y="56690"/>
                  </a:cubicBezTo>
                  <a:cubicBezTo>
                    <a:pt x="43840" y="57304"/>
                    <a:pt x="41560" y="57830"/>
                    <a:pt x="39368" y="58268"/>
                  </a:cubicBezTo>
                  <a:lnTo>
                    <a:pt x="29198" y="60460"/>
                  </a:lnTo>
                  <a:cubicBezTo>
                    <a:pt x="27707" y="59320"/>
                    <a:pt x="26304" y="58093"/>
                    <a:pt x="24989" y="56690"/>
                  </a:cubicBezTo>
                  <a:lnTo>
                    <a:pt x="36300" y="53972"/>
                  </a:lnTo>
                  <a:close/>
                  <a:moveTo>
                    <a:pt x="47347" y="56865"/>
                  </a:moveTo>
                  <a:cubicBezTo>
                    <a:pt x="52082" y="57917"/>
                    <a:pt x="56817" y="58707"/>
                    <a:pt x="61639" y="59057"/>
                  </a:cubicBezTo>
                  <a:cubicBezTo>
                    <a:pt x="63656" y="59233"/>
                    <a:pt x="65848" y="59408"/>
                    <a:pt x="68128" y="59496"/>
                  </a:cubicBezTo>
                  <a:cubicBezTo>
                    <a:pt x="62867" y="63617"/>
                    <a:pt x="56554" y="66159"/>
                    <a:pt x="49890" y="66510"/>
                  </a:cubicBezTo>
                  <a:cubicBezTo>
                    <a:pt x="51556" y="66072"/>
                    <a:pt x="53222" y="65458"/>
                    <a:pt x="54800" y="64757"/>
                  </a:cubicBezTo>
                  <a:cubicBezTo>
                    <a:pt x="55151" y="64581"/>
                    <a:pt x="55063" y="64318"/>
                    <a:pt x="54800" y="64055"/>
                  </a:cubicBezTo>
                  <a:cubicBezTo>
                    <a:pt x="54625" y="63967"/>
                    <a:pt x="54406" y="63924"/>
                    <a:pt x="54186" y="63924"/>
                  </a:cubicBezTo>
                  <a:cubicBezTo>
                    <a:pt x="53967" y="63924"/>
                    <a:pt x="53748" y="63967"/>
                    <a:pt x="53573" y="64055"/>
                  </a:cubicBezTo>
                  <a:cubicBezTo>
                    <a:pt x="51731" y="64932"/>
                    <a:pt x="49802" y="65721"/>
                    <a:pt x="47786" y="66247"/>
                  </a:cubicBezTo>
                  <a:cubicBezTo>
                    <a:pt x="47347" y="66422"/>
                    <a:pt x="47347" y="66598"/>
                    <a:pt x="47523" y="66773"/>
                  </a:cubicBezTo>
                  <a:lnTo>
                    <a:pt x="47172" y="66773"/>
                  </a:lnTo>
                  <a:cubicBezTo>
                    <a:pt x="45331" y="66773"/>
                    <a:pt x="43489" y="66510"/>
                    <a:pt x="41736" y="66159"/>
                  </a:cubicBezTo>
                  <a:cubicBezTo>
                    <a:pt x="43051" y="65896"/>
                    <a:pt x="44366" y="65546"/>
                    <a:pt x="45594" y="65195"/>
                  </a:cubicBezTo>
                  <a:cubicBezTo>
                    <a:pt x="48049" y="64493"/>
                    <a:pt x="50504" y="63617"/>
                    <a:pt x="52784" y="62565"/>
                  </a:cubicBezTo>
                  <a:cubicBezTo>
                    <a:pt x="53523" y="62269"/>
                    <a:pt x="52517" y="61911"/>
                    <a:pt x="51868" y="61911"/>
                  </a:cubicBezTo>
                  <a:cubicBezTo>
                    <a:pt x="51747" y="61911"/>
                    <a:pt x="51639" y="61923"/>
                    <a:pt x="51556" y="61951"/>
                  </a:cubicBezTo>
                  <a:cubicBezTo>
                    <a:pt x="49364" y="62915"/>
                    <a:pt x="47172" y="63704"/>
                    <a:pt x="44892" y="64406"/>
                  </a:cubicBezTo>
                  <a:cubicBezTo>
                    <a:pt x="43402" y="64844"/>
                    <a:pt x="41911" y="65195"/>
                    <a:pt x="40333" y="65546"/>
                  </a:cubicBezTo>
                  <a:cubicBezTo>
                    <a:pt x="40245" y="65546"/>
                    <a:pt x="40070" y="65633"/>
                    <a:pt x="39982" y="65721"/>
                  </a:cubicBezTo>
                  <a:cubicBezTo>
                    <a:pt x="39193" y="65458"/>
                    <a:pt x="38316" y="65195"/>
                    <a:pt x="37527" y="64932"/>
                  </a:cubicBezTo>
                  <a:cubicBezTo>
                    <a:pt x="39544" y="64318"/>
                    <a:pt x="41560" y="63704"/>
                    <a:pt x="43489" y="62915"/>
                  </a:cubicBezTo>
                  <a:cubicBezTo>
                    <a:pt x="45155" y="62301"/>
                    <a:pt x="46821" y="61512"/>
                    <a:pt x="48487" y="60723"/>
                  </a:cubicBezTo>
                  <a:cubicBezTo>
                    <a:pt x="49228" y="60353"/>
                    <a:pt x="48216" y="59982"/>
                    <a:pt x="47567" y="59982"/>
                  </a:cubicBezTo>
                  <a:cubicBezTo>
                    <a:pt x="47448" y="59982"/>
                    <a:pt x="47341" y="59995"/>
                    <a:pt x="47260" y="60022"/>
                  </a:cubicBezTo>
                  <a:cubicBezTo>
                    <a:pt x="45769" y="60811"/>
                    <a:pt x="44279" y="61425"/>
                    <a:pt x="42700" y="62038"/>
                  </a:cubicBezTo>
                  <a:cubicBezTo>
                    <a:pt x="40508" y="62915"/>
                    <a:pt x="38316" y="63617"/>
                    <a:pt x="36037" y="64230"/>
                  </a:cubicBezTo>
                  <a:cubicBezTo>
                    <a:pt x="35774" y="64143"/>
                    <a:pt x="35511" y="64055"/>
                    <a:pt x="35247" y="63880"/>
                  </a:cubicBezTo>
                  <a:lnTo>
                    <a:pt x="34020" y="63441"/>
                  </a:lnTo>
                  <a:lnTo>
                    <a:pt x="33582" y="63178"/>
                  </a:lnTo>
                  <a:cubicBezTo>
                    <a:pt x="35598" y="62915"/>
                    <a:pt x="37527" y="62565"/>
                    <a:pt x="39456" y="61951"/>
                  </a:cubicBezTo>
                  <a:cubicBezTo>
                    <a:pt x="40160" y="61794"/>
                    <a:pt x="38911" y="61499"/>
                    <a:pt x="38384" y="61499"/>
                  </a:cubicBezTo>
                  <a:cubicBezTo>
                    <a:pt x="38320" y="61499"/>
                    <a:pt x="38267" y="61503"/>
                    <a:pt x="38229" y="61512"/>
                  </a:cubicBezTo>
                  <a:cubicBezTo>
                    <a:pt x="36475" y="62038"/>
                    <a:pt x="34634" y="62389"/>
                    <a:pt x="32792" y="62652"/>
                  </a:cubicBezTo>
                  <a:lnTo>
                    <a:pt x="32705" y="62652"/>
                  </a:lnTo>
                  <a:cubicBezTo>
                    <a:pt x="31740" y="62126"/>
                    <a:pt x="30776" y="61512"/>
                    <a:pt x="29899" y="60899"/>
                  </a:cubicBezTo>
                  <a:cubicBezTo>
                    <a:pt x="33143" y="60197"/>
                    <a:pt x="36475" y="59496"/>
                    <a:pt x="39719" y="58707"/>
                  </a:cubicBezTo>
                  <a:cubicBezTo>
                    <a:pt x="42262" y="58093"/>
                    <a:pt x="44805" y="57479"/>
                    <a:pt x="47347" y="56865"/>
                  </a:cubicBezTo>
                  <a:close/>
                  <a:moveTo>
                    <a:pt x="48313" y="0"/>
                  </a:moveTo>
                  <a:cubicBezTo>
                    <a:pt x="41704" y="0"/>
                    <a:pt x="35111" y="1870"/>
                    <a:pt x="29373" y="5572"/>
                  </a:cubicBezTo>
                  <a:cubicBezTo>
                    <a:pt x="27181" y="6975"/>
                    <a:pt x="25252" y="8641"/>
                    <a:pt x="23498" y="10482"/>
                  </a:cubicBezTo>
                  <a:cubicBezTo>
                    <a:pt x="23148" y="10570"/>
                    <a:pt x="22972" y="10745"/>
                    <a:pt x="23060" y="10921"/>
                  </a:cubicBezTo>
                  <a:cubicBezTo>
                    <a:pt x="21657" y="12411"/>
                    <a:pt x="20342" y="14165"/>
                    <a:pt x="19202" y="15919"/>
                  </a:cubicBezTo>
                  <a:cubicBezTo>
                    <a:pt x="12275" y="15919"/>
                    <a:pt x="88" y="17321"/>
                    <a:pt x="0" y="26703"/>
                  </a:cubicBezTo>
                  <a:cubicBezTo>
                    <a:pt x="0" y="34594"/>
                    <a:pt x="8943" y="40995"/>
                    <a:pt x="15870" y="44853"/>
                  </a:cubicBezTo>
                  <a:cubicBezTo>
                    <a:pt x="18150" y="51254"/>
                    <a:pt x="22358" y="56865"/>
                    <a:pt x="27795" y="60899"/>
                  </a:cubicBezTo>
                  <a:lnTo>
                    <a:pt x="27619" y="60899"/>
                  </a:lnTo>
                  <a:cubicBezTo>
                    <a:pt x="27093" y="60986"/>
                    <a:pt x="27795" y="61162"/>
                    <a:pt x="28321" y="61162"/>
                  </a:cubicBezTo>
                  <a:cubicBezTo>
                    <a:pt x="29285" y="61863"/>
                    <a:pt x="30162" y="62477"/>
                    <a:pt x="31126" y="63003"/>
                  </a:cubicBezTo>
                  <a:cubicBezTo>
                    <a:pt x="30736" y="63159"/>
                    <a:pt x="31251" y="63455"/>
                    <a:pt x="31803" y="63455"/>
                  </a:cubicBezTo>
                  <a:cubicBezTo>
                    <a:pt x="31869" y="63455"/>
                    <a:pt x="31937" y="63451"/>
                    <a:pt x="32003" y="63441"/>
                  </a:cubicBezTo>
                  <a:cubicBezTo>
                    <a:pt x="36387" y="65809"/>
                    <a:pt x="41210" y="67212"/>
                    <a:pt x="46208" y="67475"/>
                  </a:cubicBezTo>
                  <a:cubicBezTo>
                    <a:pt x="46898" y="67516"/>
                    <a:pt x="47588" y="67537"/>
                    <a:pt x="48276" y="67537"/>
                  </a:cubicBezTo>
                  <a:cubicBezTo>
                    <a:pt x="56242" y="67537"/>
                    <a:pt x="64010" y="64756"/>
                    <a:pt x="70144" y="59671"/>
                  </a:cubicBezTo>
                  <a:cubicBezTo>
                    <a:pt x="77334" y="59671"/>
                    <a:pt x="85138" y="58619"/>
                    <a:pt x="90135" y="54060"/>
                  </a:cubicBezTo>
                  <a:cubicBezTo>
                    <a:pt x="92152" y="52481"/>
                    <a:pt x="93379" y="50026"/>
                    <a:pt x="93467" y="47396"/>
                  </a:cubicBezTo>
                  <a:cubicBezTo>
                    <a:pt x="93643" y="47308"/>
                    <a:pt x="93643" y="47133"/>
                    <a:pt x="93467" y="47045"/>
                  </a:cubicBezTo>
                  <a:cubicBezTo>
                    <a:pt x="93204" y="41609"/>
                    <a:pt x="87680" y="36436"/>
                    <a:pt x="82682" y="33981"/>
                  </a:cubicBezTo>
                  <a:lnTo>
                    <a:pt x="82419" y="33981"/>
                  </a:lnTo>
                  <a:cubicBezTo>
                    <a:pt x="82507" y="21793"/>
                    <a:pt x="76106" y="10482"/>
                    <a:pt x="65497" y="4520"/>
                  </a:cubicBezTo>
                  <a:cubicBezTo>
                    <a:pt x="60156" y="1498"/>
                    <a:pt x="54228" y="0"/>
                    <a:pt x="48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2" name="Google Shape;4332;p74"/>
          <p:cNvGrpSpPr/>
          <p:nvPr/>
        </p:nvGrpSpPr>
        <p:grpSpPr>
          <a:xfrm>
            <a:off x="4841590" y="2086831"/>
            <a:ext cx="910481" cy="865201"/>
            <a:chOff x="857402" y="1433498"/>
            <a:chExt cx="5904547" cy="5610904"/>
          </a:xfrm>
        </p:grpSpPr>
        <p:sp>
          <p:nvSpPr>
            <p:cNvPr id="4333" name="Google Shape;4333;p74"/>
            <p:cNvSpPr/>
            <p:nvPr/>
          </p:nvSpPr>
          <p:spPr>
            <a:xfrm>
              <a:off x="4965433" y="5974479"/>
              <a:ext cx="935589" cy="339026"/>
            </a:xfrm>
            <a:custGeom>
              <a:avLst/>
              <a:gdLst/>
              <a:ahLst/>
              <a:cxnLst/>
              <a:rect l="l" t="t" r="r" b="b"/>
              <a:pathLst>
                <a:path w="12101" h="4385" extrusionOk="0">
                  <a:moveTo>
                    <a:pt x="12100" y="0"/>
                  </a:moveTo>
                  <a:cubicBezTo>
                    <a:pt x="8067" y="1579"/>
                    <a:pt x="4034" y="3069"/>
                    <a:pt x="0" y="4384"/>
                  </a:cubicBezTo>
                  <a:cubicBezTo>
                    <a:pt x="4121" y="3332"/>
                    <a:pt x="8155" y="1842"/>
                    <a:pt x="12100" y="0"/>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74"/>
            <p:cNvSpPr/>
            <p:nvPr/>
          </p:nvSpPr>
          <p:spPr>
            <a:xfrm>
              <a:off x="2443664" y="2510409"/>
              <a:ext cx="3667514" cy="1505014"/>
            </a:xfrm>
            <a:custGeom>
              <a:avLst/>
              <a:gdLst/>
              <a:ahLst/>
              <a:cxnLst/>
              <a:rect l="l" t="t" r="r" b="b"/>
              <a:pathLst>
                <a:path w="47436" h="19466" extrusionOk="0">
                  <a:moveTo>
                    <a:pt x="5875" y="15433"/>
                  </a:moveTo>
                  <a:cubicBezTo>
                    <a:pt x="7102" y="15520"/>
                    <a:pt x="6050" y="16660"/>
                    <a:pt x="5261" y="16660"/>
                  </a:cubicBezTo>
                  <a:cubicBezTo>
                    <a:pt x="4034" y="16660"/>
                    <a:pt x="5086" y="15433"/>
                    <a:pt x="5875" y="15433"/>
                  </a:cubicBezTo>
                  <a:close/>
                  <a:moveTo>
                    <a:pt x="45857" y="1"/>
                  </a:moveTo>
                  <a:cubicBezTo>
                    <a:pt x="31390" y="6752"/>
                    <a:pt x="15958" y="11136"/>
                    <a:pt x="88" y="13153"/>
                  </a:cubicBezTo>
                  <a:cubicBezTo>
                    <a:pt x="0" y="15257"/>
                    <a:pt x="88" y="17362"/>
                    <a:pt x="263" y="19466"/>
                  </a:cubicBezTo>
                  <a:cubicBezTo>
                    <a:pt x="789" y="19291"/>
                    <a:pt x="1228" y="19203"/>
                    <a:pt x="1754" y="19027"/>
                  </a:cubicBezTo>
                  <a:cubicBezTo>
                    <a:pt x="5349" y="17975"/>
                    <a:pt x="8856" y="17274"/>
                    <a:pt x="12451" y="16572"/>
                  </a:cubicBezTo>
                  <a:cubicBezTo>
                    <a:pt x="15783" y="15871"/>
                    <a:pt x="19027" y="14994"/>
                    <a:pt x="22359" y="13942"/>
                  </a:cubicBezTo>
                  <a:cubicBezTo>
                    <a:pt x="26041" y="12802"/>
                    <a:pt x="29636" y="11487"/>
                    <a:pt x="33143" y="9996"/>
                  </a:cubicBezTo>
                  <a:cubicBezTo>
                    <a:pt x="38141" y="7892"/>
                    <a:pt x="42788" y="5262"/>
                    <a:pt x="47260" y="2105"/>
                  </a:cubicBezTo>
                  <a:lnTo>
                    <a:pt x="47435" y="2017"/>
                  </a:lnTo>
                  <a:cubicBezTo>
                    <a:pt x="46909" y="1316"/>
                    <a:pt x="46471" y="702"/>
                    <a:pt x="458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74"/>
            <p:cNvSpPr/>
            <p:nvPr/>
          </p:nvSpPr>
          <p:spPr>
            <a:xfrm>
              <a:off x="3941788" y="3608660"/>
              <a:ext cx="427165" cy="135611"/>
            </a:xfrm>
            <a:custGeom>
              <a:avLst/>
              <a:gdLst/>
              <a:ahLst/>
              <a:cxnLst/>
              <a:rect l="l" t="t" r="r" b="b"/>
              <a:pathLst>
                <a:path w="5525" h="1754" extrusionOk="0">
                  <a:moveTo>
                    <a:pt x="5525" y="0"/>
                  </a:moveTo>
                  <a:cubicBezTo>
                    <a:pt x="3683" y="614"/>
                    <a:pt x="1842" y="1228"/>
                    <a:pt x="1" y="1754"/>
                  </a:cubicBezTo>
                  <a:lnTo>
                    <a:pt x="1404" y="1403"/>
                  </a:lnTo>
                  <a:lnTo>
                    <a:pt x="3771" y="614"/>
                  </a:lnTo>
                  <a:lnTo>
                    <a:pt x="5525" y="0"/>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74"/>
            <p:cNvSpPr/>
            <p:nvPr/>
          </p:nvSpPr>
          <p:spPr>
            <a:xfrm>
              <a:off x="4104458" y="6049010"/>
              <a:ext cx="1830433" cy="840723"/>
            </a:xfrm>
            <a:custGeom>
              <a:avLst/>
              <a:gdLst/>
              <a:ahLst/>
              <a:cxnLst/>
              <a:rect l="l" t="t" r="r" b="b"/>
              <a:pathLst>
                <a:path w="23675" h="10874" extrusionOk="0">
                  <a:moveTo>
                    <a:pt x="5700" y="7454"/>
                  </a:moveTo>
                  <a:cubicBezTo>
                    <a:pt x="6577" y="7454"/>
                    <a:pt x="4911" y="8155"/>
                    <a:pt x="4560" y="8155"/>
                  </a:cubicBezTo>
                  <a:cubicBezTo>
                    <a:pt x="3684" y="8155"/>
                    <a:pt x="5349" y="7454"/>
                    <a:pt x="5700" y="7454"/>
                  </a:cubicBezTo>
                  <a:close/>
                  <a:moveTo>
                    <a:pt x="23675" y="1"/>
                  </a:moveTo>
                  <a:cubicBezTo>
                    <a:pt x="16046" y="3508"/>
                    <a:pt x="7980" y="5174"/>
                    <a:pt x="1" y="7278"/>
                  </a:cubicBezTo>
                  <a:cubicBezTo>
                    <a:pt x="2018" y="8506"/>
                    <a:pt x="4122" y="9646"/>
                    <a:pt x="6314" y="10873"/>
                  </a:cubicBezTo>
                  <a:cubicBezTo>
                    <a:pt x="13065" y="9032"/>
                    <a:pt x="19115" y="5262"/>
                    <a:pt x="236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74"/>
            <p:cNvSpPr/>
            <p:nvPr/>
          </p:nvSpPr>
          <p:spPr>
            <a:xfrm>
              <a:off x="4199400" y="4110275"/>
              <a:ext cx="1227066" cy="413558"/>
            </a:xfrm>
            <a:custGeom>
              <a:avLst/>
              <a:gdLst/>
              <a:ahLst/>
              <a:cxnLst/>
              <a:rect l="l" t="t" r="r" b="b"/>
              <a:pathLst>
                <a:path w="15871" h="5349" extrusionOk="0">
                  <a:moveTo>
                    <a:pt x="15871" y="0"/>
                  </a:moveTo>
                  <a:lnTo>
                    <a:pt x="15871" y="0"/>
                  </a:lnTo>
                  <a:cubicBezTo>
                    <a:pt x="10610" y="1929"/>
                    <a:pt x="5349" y="3595"/>
                    <a:pt x="1" y="5349"/>
                  </a:cubicBezTo>
                  <a:cubicBezTo>
                    <a:pt x="5349" y="3771"/>
                    <a:pt x="10698" y="2017"/>
                    <a:pt x="15871" y="0"/>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74"/>
            <p:cNvSpPr/>
            <p:nvPr/>
          </p:nvSpPr>
          <p:spPr>
            <a:xfrm>
              <a:off x="4606152" y="3513718"/>
              <a:ext cx="20411" cy="6881"/>
            </a:xfrm>
            <a:custGeom>
              <a:avLst/>
              <a:gdLst/>
              <a:ahLst/>
              <a:cxnLst/>
              <a:rect l="l" t="t" r="r" b="b"/>
              <a:pathLst>
                <a:path w="264" h="89" extrusionOk="0">
                  <a:moveTo>
                    <a:pt x="263" y="1"/>
                  </a:moveTo>
                  <a:lnTo>
                    <a:pt x="0" y="88"/>
                  </a:lnTo>
                  <a:lnTo>
                    <a:pt x="88" y="88"/>
                  </a:lnTo>
                  <a:lnTo>
                    <a:pt x="263" y="1"/>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74"/>
            <p:cNvSpPr/>
            <p:nvPr/>
          </p:nvSpPr>
          <p:spPr>
            <a:xfrm>
              <a:off x="2653805" y="4835638"/>
              <a:ext cx="250887" cy="54275"/>
            </a:xfrm>
            <a:custGeom>
              <a:avLst/>
              <a:gdLst/>
              <a:ahLst/>
              <a:cxnLst/>
              <a:rect l="l" t="t" r="r" b="b"/>
              <a:pathLst>
                <a:path w="3245" h="702" extrusionOk="0">
                  <a:moveTo>
                    <a:pt x="3244" y="0"/>
                  </a:moveTo>
                  <a:cubicBezTo>
                    <a:pt x="2192" y="263"/>
                    <a:pt x="1052" y="439"/>
                    <a:pt x="0" y="614"/>
                  </a:cubicBezTo>
                  <a:lnTo>
                    <a:pt x="0" y="702"/>
                  </a:lnTo>
                  <a:cubicBezTo>
                    <a:pt x="1052" y="526"/>
                    <a:pt x="2192" y="263"/>
                    <a:pt x="3244" y="0"/>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74"/>
            <p:cNvSpPr/>
            <p:nvPr/>
          </p:nvSpPr>
          <p:spPr>
            <a:xfrm>
              <a:off x="2524999" y="3425579"/>
              <a:ext cx="4006463" cy="1423678"/>
            </a:xfrm>
            <a:custGeom>
              <a:avLst/>
              <a:gdLst/>
              <a:ahLst/>
              <a:cxnLst/>
              <a:rect l="l" t="t" r="r" b="b"/>
              <a:pathLst>
                <a:path w="51820" h="18414" extrusionOk="0">
                  <a:moveTo>
                    <a:pt x="51206" y="1"/>
                  </a:moveTo>
                  <a:cubicBezTo>
                    <a:pt x="39895" y="4560"/>
                    <a:pt x="28146" y="7980"/>
                    <a:pt x="16134" y="10347"/>
                  </a:cubicBezTo>
                  <a:cubicBezTo>
                    <a:pt x="10785" y="11487"/>
                    <a:pt x="5437" y="12276"/>
                    <a:pt x="0" y="12890"/>
                  </a:cubicBezTo>
                  <a:cubicBezTo>
                    <a:pt x="351" y="14731"/>
                    <a:pt x="877" y="16572"/>
                    <a:pt x="1491" y="18414"/>
                  </a:cubicBezTo>
                  <a:cubicBezTo>
                    <a:pt x="7015" y="17449"/>
                    <a:pt x="12539" y="16222"/>
                    <a:pt x="18063" y="14731"/>
                  </a:cubicBezTo>
                  <a:cubicBezTo>
                    <a:pt x="29461" y="11399"/>
                    <a:pt x="41035" y="7541"/>
                    <a:pt x="51556" y="2105"/>
                  </a:cubicBezTo>
                  <a:cubicBezTo>
                    <a:pt x="51644" y="2017"/>
                    <a:pt x="51732" y="2017"/>
                    <a:pt x="51820" y="2017"/>
                  </a:cubicBezTo>
                  <a:cubicBezTo>
                    <a:pt x="51644" y="1316"/>
                    <a:pt x="51469" y="702"/>
                    <a:pt x="5120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74"/>
            <p:cNvSpPr/>
            <p:nvPr/>
          </p:nvSpPr>
          <p:spPr>
            <a:xfrm>
              <a:off x="2511469" y="4266218"/>
              <a:ext cx="779644" cy="94943"/>
            </a:xfrm>
            <a:custGeom>
              <a:avLst/>
              <a:gdLst/>
              <a:ahLst/>
              <a:cxnLst/>
              <a:rect l="l" t="t" r="r" b="b"/>
              <a:pathLst>
                <a:path w="10084" h="1228" extrusionOk="0">
                  <a:moveTo>
                    <a:pt x="10083" y="0"/>
                  </a:moveTo>
                  <a:lnTo>
                    <a:pt x="10083" y="0"/>
                  </a:lnTo>
                  <a:cubicBezTo>
                    <a:pt x="7891" y="263"/>
                    <a:pt x="5699" y="526"/>
                    <a:pt x="3595" y="789"/>
                  </a:cubicBezTo>
                  <a:lnTo>
                    <a:pt x="0" y="1140"/>
                  </a:lnTo>
                  <a:cubicBezTo>
                    <a:pt x="0" y="1140"/>
                    <a:pt x="0" y="1228"/>
                    <a:pt x="0" y="1228"/>
                  </a:cubicBezTo>
                  <a:lnTo>
                    <a:pt x="877" y="1228"/>
                  </a:lnTo>
                  <a:cubicBezTo>
                    <a:pt x="3946" y="965"/>
                    <a:pt x="7015" y="526"/>
                    <a:pt x="10083" y="0"/>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74"/>
            <p:cNvSpPr/>
            <p:nvPr/>
          </p:nvSpPr>
          <p:spPr>
            <a:xfrm>
              <a:off x="6205944" y="3357775"/>
              <a:ext cx="264495" cy="128884"/>
            </a:xfrm>
            <a:custGeom>
              <a:avLst/>
              <a:gdLst/>
              <a:ahLst/>
              <a:cxnLst/>
              <a:rect l="l" t="t" r="r" b="b"/>
              <a:pathLst>
                <a:path w="3421" h="1667" extrusionOk="0">
                  <a:moveTo>
                    <a:pt x="3333" y="1"/>
                  </a:moveTo>
                  <a:cubicBezTo>
                    <a:pt x="2281" y="615"/>
                    <a:pt x="1141" y="1141"/>
                    <a:pt x="1" y="1667"/>
                  </a:cubicBezTo>
                  <a:cubicBezTo>
                    <a:pt x="1141" y="1228"/>
                    <a:pt x="2281" y="790"/>
                    <a:pt x="3420" y="352"/>
                  </a:cubicBezTo>
                  <a:cubicBezTo>
                    <a:pt x="3420" y="176"/>
                    <a:pt x="3333" y="89"/>
                    <a:pt x="3333"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74"/>
            <p:cNvSpPr/>
            <p:nvPr/>
          </p:nvSpPr>
          <p:spPr>
            <a:xfrm>
              <a:off x="2816475" y="4272945"/>
              <a:ext cx="3803125" cy="1335539"/>
            </a:xfrm>
            <a:custGeom>
              <a:avLst/>
              <a:gdLst/>
              <a:ahLst/>
              <a:cxnLst/>
              <a:rect l="l" t="t" r="r" b="b"/>
              <a:pathLst>
                <a:path w="49190" h="17274" extrusionOk="0">
                  <a:moveTo>
                    <a:pt x="49189" y="1"/>
                  </a:moveTo>
                  <a:cubicBezTo>
                    <a:pt x="39983" y="5086"/>
                    <a:pt x="29549" y="7454"/>
                    <a:pt x="19378" y="9646"/>
                  </a:cubicBezTo>
                  <a:cubicBezTo>
                    <a:pt x="12977" y="11048"/>
                    <a:pt x="6489" y="12188"/>
                    <a:pt x="1" y="13153"/>
                  </a:cubicBezTo>
                  <a:cubicBezTo>
                    <a:pt x="702" y="14556"/>
                    <a:pt x="1491" y="15959"/>
                    <a:pt x="2456" y="17274"/>
                  </a:cubicBezTo>
                  <a:cubicBezTo>
                    <a:pt x="7015" y="16046"/>
                    <a:pt x="11662" y="14906"/>
                    <a:pt x="16309" y="13503"/>
                  </a:cubicBezTo>
                  <a:cubicBezTo>
                    <a:pt x="27006" y="10347"/>
                    <a:pt x="38492" y="7892"/>
                    <a:pt x="48400" y="2456"/>
                  </a:cubicBezTo>
                  <a:cubicBezTo>
                    <a:pt x="48524" y="2394"/>
                    <a:pt x="48692" y="2332"/>
                    <a:pt x="48873" y="2332"/>
                  </a:cubicBezTo>
                  <a:cubicBezTo>
                    <a:pt x="48948" y="2332"/>
                    <a:pt x="49025" y="2342"/>
                    <a:pt x="49102" y="2368"/>
                  </a:cubicBezTo>
                  <a:cubicBezTo>
                    <a:pt x="49189" y="1579"/>
                    <a:pt x="49189" y="790"/>
                    <a:pt x="4918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74"/>
            <p:cNvSpPr/>
            <p:nvPr/>
          </p:nvSpPr>
          <p:spPr>
            <a:xfrm>
              <a:off x="3216423" y="5872810"/>
              <a:ext cx="95020" cy="20411"/>
            </a:xfrm>
            <a:custGeom>
              <a:avLst/>
              <a:gdLst/>
              <a:ahLst/>
              <a:cxnLst/>
              <a:rect l="l" t="t" r="r" b="b"/>
              <a:pathLst>
                <a:path w="1229" h="264" extrusionOk="0">
                  <a:moveTo>
                    <a:pt x="1228" y="0"/>
                  </a:moveTo>
                  <a:lnTo>
                    <a:pt x="1" y="263"/>
                  </a:lnTo>
                  <a:lnTo>
                    <a:pt x="89" y="263"/>
                  </a:lnTo>
                  <a:lnTo>
                    <a:pt x="1228" y="0"/>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74"/>
            <p:cNvSpPr/>
            <p:nvPr/>
          </p:nvSpPr>
          <p:spPr>
            <a:xfrm>
              <a:off x="2850416" y="1500375"/>
              <a:ext cx="867784" cy="305162"/>
            </a:xfrm>
            <a:custGeom>
              <a:avLst/>
              <a:gdLst/>
              <a:ahLst/>
              <a:cxnLst/>
              <a:rect l="l" t="t" r="r" b="b"/>
              <a:pathLst>
                <a:path w="11224" h="3947" extrusionOk="0">
                  <a:moveTo>
                    <a:pt x="11223" y="0"/>
                  </a:moveTo>
                  <a:lnTo>
                    <a:pt x="11223" y="0"/>
                  </a:lnTo>
                  <a:cubicBezTo>
                    <a:pt x="7278" y="351"/>
                    <a:pt x="3507" y="1316"/>
                    <a:pt x="0" y="2894"/>
                  </a:cubicBezTo>
                  <a:cubicBezTo>
                    <a:pt x="88" y="3245"/>
                    <a:pt x="175" y="3595"/>
                    <a:pt x="175" y="3946"/>
                  </a:cubicBezTo>
                  <a:cubicBezTo>
                    <a:pt x="1929" y="3595"/>
                    <a:pt x="3683" y="3245"/>
                    <a:pt x="5436" y="2719"/>
                  </a:cubicBezTo>
                  <a:cubicBezTo>
                    <a:pt x="6225" y="2456"/>
                    <a:pt x="6927" y="2192"/>
                    <a:pt x="7628" y="1929"/>
                  </a:cubicBezTo>
                  <a:cubicBezTo>
                    <a:pt x="8856" y="1316"/>
                    <a:pt x="9996" y="614"/>
                    <a:pt x="112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74"/>
            <p:cNvSpPr/>
            <p:nvPr/>
          </p:nvSpPr>
          <p:spPr>
            <a:xfrm>
              <a:off x="5812800" y="3595052"/>
              <a:ext cx="94943" cy="34019"/>
            </a:xfrm>
            <a:custGeom>
              <a:avLst/>
              <a:gdLst/>
              <a:ahLst/>
              <a:cxnLst/>
              <a:rect l="l" t="t" r="r" b="b"/>
              <a:pathLst>
                <a:path w="1228" h="440" extrusionOk="0">
                  <a:moveTo>
                    <a:pt x="1228" y="1"/>
                  </a:moveTo>
                  <a:lnTo>
                    <a:pt x="1228" y="1"/>
                  </a:lnTo>
                  <a:cubicBezTo>
                    <a:pt x="877" y="88"/>
                    <a:pt x="526" y="264"/>
                    <a:pt x="88" y="351"/>
                  </a:cubicBezTo>
                  <a:cubicBezTo>
                    <a:pt x="88" y="351"/>
                    <a:pt x="88" y="391"/>
                    <a:pt x="61" y="417"/>
                  </a:cubicBezTo>
                  <a:lnTo>
                    <a:pt x="61" y="417"/>
                  </a:lnTo>
                  <a:lnTo>
                    <a:pt x="1228" y="1"/>
                  </a:lnTo>
                  <a:close/>
                  <a:moveTo>
                    <a:pt x="61" y="417"/>
                  </a:moveTo>
                  <a:lnTo>
                    <a:pt x="0" y="439"/>
                  </a:lnTo>
                  <a:cubicBezTo>
                    <a:pt x="29" y="439"/>
                    <a:pt x="48" y="430"/>
                    <a:pt x="61" y="417"/>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74"/>
            <p:cNvSpPr/>
            <p:nvPr/>
          </p:nvSpPr>
          <p:spPr>
            <a:xfrm>
              <a:off x="4877294" y="1717319"/>
              <a:ext cx="67883" cy="33941"/>
            </a:xfrm>
            <a:custGeom>
              <a:avLst/>
              <a:gdLst/>
              <a:ahLst/>
              <a:cxnLst/>
              <a:rect l="l" t="t" r="r" b="b"/>
              <a:pathLst>
                <a:path w="878" h="439" extrusionOk="0">
                  <a:moveTo>
                    <a:pt x="877" y="0"/>
                  </a:moveTo>
                  <a:lnTo>
                    <a:pt x="877" y="0"/>
                  </a:lnTo>
                  <a:lnTo>
                    <a:pt x="1" y="439"/>
                  </a:lnTo>
                  <a:lnTo>
                    <a:pt x="877" y="0"/>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74"/>
            <p:cNvSpPr/>
            <p:nvPr/>
          </p:nvSpPr>
          <p:spPr>
            <a:xfrm>
              <a:off x="4992570" y="1798653"/>
              <a:ext cx="149218" cy="88216"/>
            </a:xfrm>
            <a:custGeom>
              <a:avLst/>
              <a:gdLst/>
              <a:ahLst/>
              <a:cxnLst/>
              <a:rect l="l" t="t" r="r" b="b"/>
              <a:pathLst>
                <a:path w="1930" h="1141" extrusionOk="0">
                  <a:moveTo>
                    <a:pt x="1666" y="0"/>
                  </a:moveTo>
                  <a:lnTo>
                    <a:pt x="0" y="1140"/>
                  </a:lnTo>
                  <a:lnTo>
                    <a:pt x="1929" y="88"/>
                  </a:lnTo>
                  <a:lnTo>
                    <a:pt x="1666" y="0"/>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74"/>
            <p:cNvSpPr/>
            <p:nvPr/>
          </p:nvSpPr>
          <p:spPr>
            <a:xfrm>
              <a:off x="2606334" y="2469742"/>
              <a:ext cx="291555" cy="67883"/>
            </a:xfrm>
            <a:custGeom>
              <a:avLst/>
              <a:gdLst/>
              <a:ahLst/>
              <a:cxnLst/>
              <a:rect l="l" t="t" r="r" b="b"/>
              <a:pathLst>
                <a:path w="3771" h="878" extrusionOk="0">
                  <a:moveTo>
                    <a:pt x="3771" y="1"/>
                  </a:moveTo>
                  <a:lnTo>
                    <a:pt x="1" y="878"/>
                  </a:lnTo>
                  <a:cubicBezTo>
                    <a:pt x="790" y="790"/>
                    <a:pt x="1667" y="527"/>
                    <a:pt x="2368" y="351"/>
                  </a:cubicBezTo>
                  <a:lnTo>
                    <a:pt x="3771" y="1"/>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74"/>
            <p:cNvSpPr/>
            <p:nvPr/>
          </p:nvSpPr>
          <p:spPr>
            <a:xfrm>
              <a:off x="3060557" y="5601669"/>
              <a:ext cx="325419" cy="94943"/>
            </a:xfrm>
            <a:custGeom>
              <a:avLst/>
              <a:gdLst/>
              <a:ahLst/>
              <a:cxnLst/>
              <a:rect l="l" t="t" r="r" b="b"/>
              <a:pathLst>
                <a:path w="4209" h="1228" extrusionOk="0">
                  <a:moveTo>
                    <a:pt x="4209" y="0"/>
                  </a:moveTo>
                  <a:lnTo>
                    <a:pt x="0" y="1052"/>
                  </a:lnTo>
                  <a:lnTo>
                    <a:pt x="88" y="1228"/>
                  </a:lnTo>
                  <a:lnTo>
                    <a:pt x="4209" y="0"/>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74"/>
            <p:cNvSpPr/>
            <p:nvPr/>
          </p:nvSpPr>
          <p:spPr>
            <a:xfrm>
              <a:off x="3257090" y="4930503"/>
              <a:ext cx="3274368" cy="1389814"/>
            </a:xfrm>
            <a:custGeom>
              <a:avLst/>
              <a:gdLst/>
              <a:ahLst/>
              <a:cxnLst/>
              <a:rect l="l" t="t" r="r" b="b"/>
              <a:pathLst>
                <a:path w="42351" h="17976" extrusionOk="0">
                  <a:moveTo>
                    <a:pt x="29900" y="9207"/>
                  </a:moveTo>
                  <a:cubicBezTo>
                    <a:pt x="31127" y="9207"/>
                    <a:pt x="29900" y="10259"/>
                    <a:pt x="29198" y="10259"/>
                  </a:cubicBezTo>
                  <a:cubicBezTo>
                    <a:pt x="28059" y="10172"/>
                    <a:pt x="29286" y="9207"/>
                    <a:pt x="29900" y="9207"/>
                  </a:cubicBezTo>
                  <a:close/>
                  <a:moveTo>
                    <a:pt x="16309" y="11224"/>
                  </a:moveTo>
                  <a:cubicBezTo>
                    <a:pt x="17537" y="11224"/>
                    <a:pt x="16309" y="12276"/>
                    <a:pt x="15608" y="12276"/>
                  </a:cubicBezTo>
                  <a:cubicBezTo>
                    <a:pt x="14381" y="12188"/>
                    <a:pt x="15608" y="11224"/>
                    <a:pt x="16309" y="11224"/>
                  </a:cubicBezTo>
                  <a:close/>
                  <a:moveTo>
                    <a:pt x="42351" y="1"/>
                  </a:moveTo>
                  <a:lnTo>
                    <a:pt x="42351" y="1"/>
                  </a:lnTo>
                  <a:cubicBezTo>
                    <a:pt x="28760" y="5875"/>
                    <a:pt x="14468" y="9733"/>
                    <a:pt x="1" y="12977"/>
                  </a:cubicBezTo>
                  <a:cubicBezTo>
                    <a:pt x="1667" y="14819"/>
                    <a:pt x="3596" y="16485"/>
                    <a:pt x="5612" y="17975"/>
                  </a:cubicBezTo>
                  <a:cubicBezTo>
                    <a:pt x="9120" y="17449"/>
                    <a:pt x="12715" y="16748"/>
                    <a:pt x="16222" y="16046"/>
                  </a:cubicBezTo>
                  <a:cubicBezTo>
                    <a:pt x="16836" y="15871"/>
                    <a:pt x="17362" y="15783"/>
                    <a:pt x="17975" y="15608"/>
                  </a:cubicBezTo>
                  <a:cubicBezTo>
                    <a:pt x="20167" y="14994"/>
                    <a:pt x="22272" y="14380"/>
                    <a:pt x="24376" y="13767"/>
                  </a:cubicBezTo>
                  <a:cubicBezTo>
                    <a:pt x="29286" y="12188"/>
                    <a:pt x="34021" y="10259"/>
                    <a:pt x="38843" y="8243"/>
                  </a:cubicBezTo>
                  <a:lnTo>
                    <a:pt x="39019" y="8243"/>
                  </a:lnTo>
                  <a:cubicBezTo>
                    <a:pt x="39720" y="6840"/>
                    <a:pt x="40422" y="5437"/>
                    <a:pt x="40948" y="3946"/>
                  </a:cubicBezTo>
                  <a:lnTo>
                    <a:pt x="40948" y="3946"/>
                  </a:lnTo>
                  <a:cubicBezTo>
                    <a:pt x="38317" y="5086"/>
                    <a:pt x="35599" y="6401"/>
                    <a:pt x="33056" y="7804"/>
                  </a:cubicBezTo>
                  <a:cubicBezTo>
                    <a:pt x="32905" y="7905"/>
                    <a:pt x="32227" y="8007"/>
                    <a:pt x="31833" y="8007"/>
                  </a:cubicBezTo>
                  <a:cubicBezTo>
                    <a:pt x="31544" y="8007"/>
                    <a:pt x="31408" y="7952"/>
                    <a:pt x="31741" y="7804"/>
                  </a:cubicBezTo>
                  <a:cubicBezTo>
                    <a:pt x="34635" y="6138"/>
                    <a:pt x="37703" y="4648"/>
                    <a:pt x="40772" y="3420"/>
                  </a:cubicBezTo>
                  <a:cubicBezTo>
                    <a:pt x="40948" y="3333"/>
                    <a:pt x="41123" y="3333"/>
                    <a:pt x="41211" y="3333"/>
                  </a:cubicBezTo>
                  <a:cubicBezTo>
                    <a:pt x="41649" y="2193"/>
                    <a:pt x="42000" y="1141"/>
                    <a:pt x="423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74"/>
            <p:cNvSpPr/>
            <p:nvPr/>
          </p:nvSpPr>
          <p:spPr>
            <a:xfrm>
              <a:off x="2640275" y="1513905"/>
              <a:ext cx="2176108" cy="908451"/>
            </a:xfrm>
            <a:custGeom>
              <a:avLst/>
              <a:gdLst/>
              <a:ahLst/>
              <a:cxnLst/>
              <a:rect l="l" t="t" r="r" b="b"/>
              <a:pathLst>
                <a:path w="28146" h="11750" extrusionOk="0">
                  <a:moveTo>
                    <a:pt x="20342" y="1"/>
                  </a:moveTo>
                  <a:cubicBezTo>
                    <a:pt x="14555" y="3508"/>
                    <a:pt x="8242" y="5963"/>
                    <a:pt x="1666" y="7278"/>
                  </a:cubicBezTo>
                  <a:cubicBezTo>
                    <a:pt x="1491" y="7629"/>
                    <a:pt x="1315" y="8067"/>
                    <a:pt x="1228" y="8506"/>
                  </a:cubicBezTo>
                  <a:cubicBezTo>
                    <a:pt x="1315" y="8594"/>
                    <a:pt x="1491" y="8769"/>
                    <a:pt x="1491" y="8944"/>
                  </a:cubicBezTo>
                  <a:lnTo>
                    <a:pt x="1491" y="9120"/>
                  </a:lnTo>
                  <a:cubicBezTo>
                    <a:pt x="1491" y="9470"/>
                    <a:pt x="1052" y="9646"/>
                    <a:pt x="701" y="9733"/>
                  </a:cubicBezTo>
                  <a:cubicBezTo>
                    <a:pt x="438" y="10435"/>
                    <a:pt x="263" y="11136"/>
                    <a:pt x="0" y="11750"/>
                  </a:cubicBezTo>
                  <a:lnTo>
                    <a:pt x="0" y="11750"/>
                  </a:lnTo>
                  <a:cubicBezTo>
                    <a:pt x="9733" y="9558"/>
                    <a:pt x="19202" y="6928"/>
                    <a:pt x="28145" y="1930"/>
                  </a:cubicBezTo>
                  <a:cubicBezTo>
                    <a:pt x="26918" y="1404"/>
                    <a:pt x="25603" y="1053"/>
                    <a:pt x="24287" y="702"/>
                  </a:cubicBezTo>
                  <a:cubicBezTo>
                    <a:pt x="24200" y="878"/>
                    <a:pt x="24112" y="965"/>
                    <a:pt x="24024" y="965"/>
                  </a:cubicBezTo>
                  <a:cubicBezTo>
                    <a:pt x="22797" y="1579"/>
                    <a:pt x="21569" y="2193"/>
                    <a:pt x="20254" y="2719"/>
                  </a:cubicBezTo>
                  <a:cubicBezTo>
                    <a:pt x="20079" y="2763"/>
                    <a:pt x="19838" y="2829"/>
                    <a:pt x="19608" y="2829"/>
                  </a:cubicBezTo>
                  <a:cubicBezTo>
                    <a:pt x="19377" y="2829"/>
                    <a:pt x="19158" y="2763"/>
                    <a:pt x="19027" y="2544"/>
                  </a:cubicBezTo>
                  <a:cubicBezTo>
                    <a:pt x="18764" y="2193"/>
                    <a:pt x="19114" y="1754"/>
                    <a:pt x="19465" y="1667"/>
                  </a:cubicBezTo>
                  <a:cubicBezTo>
                    <a:pt x="20430" y="1228"/>
                    <a:pt x="21394" y="790"/>
                    <a:pt x="22271" y="352"/>
                  </a:cubicBezTo>
                  <a:cubicBezTo>
                    <a:pt x="21920" y="264"/>
                    <a:pt x="21569" y="176"/>
                    <a:pt x="21131" y="89"/>
                  </a:cubicBezTo>
                  <a:cubicBezTo>
                    <a:pt x="20780" y="89"/>
                    <a:pt x="20605" y="89"/>
                    <a:pt x="203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74"/>
            <p:cNvSpPr/>
            <p:nvPr/>
          </p:nvSpPr>
          <p:spPr>
            <a:xfrm>
              <a:off x="2491135" y="1839321"/>
              <a:ext cx="3104816" cy="1227066"/>
            </a:xfrm>
            <a:custGeom>
              <a:avLst/>
              <a:gdLst/>
              <a:ahLst/>
              <a:cxnLst/>
              <a:rect l="l" t="t" r="r" b="b"/>
              <a:pathLst>
                <a:path w="40158" h="15871" extrusionOk="0">
                  <a:moveTo>
                    <a:pt x="35072" y="0"/>
                  </a:moveTo>
                  <a:cubicBezTo>
                    <a:pt x="24288" y="5700"/>
                    <a:pt x="12538" y="11136"/>
                    <a:pt x="438" y="13591"/>
                  </a:cubicBezTo>
                  <a:cubicBezTo>
                    <a:pt x="263" y="14380"/>
                    <a:pt x="88" y="15082"/>
                    <a:pt x="0" y="15871"/>
                  </a:cubicBezTo>
                  <a:lnTo>
                    <a:pt x="2367" y="15432"/>
                  </a:lnTo>
                  <a:cubicBezTo>
                    <a:pt x="12363" y="13679"/>
                    <a:pt x="22096" y="10961"/>
                    <a:pt x="31653" y="7366"/>
                  </a:cubicBezTo>
                  <a:cubicBezTo>
                    <a:pt x="34546" y="6226"/>
                    <a:pt x="37440" y="4911"/>
                    <a:pt x="40158" y="3508"/>
                  </a:cubicBezTo>
                  <a:cubicBezTo>
                    <a:pt x="38579" y="2193"/>
                    <a:pt x="36826" y="965"/>
                    <a:pt x="350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74"/>
            <p:cNvSpPr/>
            <p:nvPr/>
          </p:nvSpPr>
          <p:spPr>
            <a:xfrm>
              <a:off x="2531803" y="1710515"/>
              <a:ext cx="2589589" cy="1132201"/>
            </a:xfrm>
            <a:custGeom>
              <a:avLst/>
              <a:gdLst/>
              <a:ahLst/>
              <a:cxnLst/>
              <a:rect l="l" t="t" r="r" b="b"/>
              <a:pathLst>
                <a:path w="33494" h="14644" extrusionOk="0">
                  <a:moveTo>
                    <a:pt x="31214" y="1"/>
                  </a:moveTo>
                  <a:lnTo>
                    <a:pt x="31214" y="88"/>
                  </a:lnTo>
                  <a:lnTo>
                    <a:pt x="30338" y="527"/>
                  </a:lnTo>
                  <a:cubicBezTo>
                    <a:pt x="22183" y="5086"/>
                    <a:pt x="13591" y="7716"/>
                    <a:pt x="4735" y="9821"/>
                  </a:cubicBezTo>
                  <a:lnTo>
                    <a:pt x="3332" y="10171"/>
                  </a:lnTo>
                  <a:cubicBezTo>
                    <a:pt x="2543" y="10347"/>
                    <a:pt x="1754" y="10522"/>
                    <a:pt x="965" y="10698"/>
                  </a:cubicBezTo>
                  <a:cubicBezTo>
                    <a:pt x="614" y="12013"/>
                    <a:pt x="263" y="13328"/>
                    <a:pt x="0" y="14643"/>
                  </a:cubicBezTo>
                  <a:cubicBezTo>
                    <a:pt x="11136" y="12363"/>
                    <a:pt x="21920" y="7453"/>
                    <a:pt x="31828" y="2193"/>
                  </a:cubicBezTo>
                  <a:lnTo>
                    <a:pt x="33494" y="1140"/>
                  </a:lnTo>
                  <a:cubicBezTo>
                    <a:pt x="32793" y="790"/>
                    <a:pt x="32003" y="351"/>
                    <a:pt x="3121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74"/>
            <p:cNvSpPr/>
            <p:nvPr/>
          </p:nvSpPr>
          <p:spPr>
            <a:xfrm>
              <a:off x="2674139" y="2408741"/>
              <a:ext cx="2264247" cy="630504"/>
            </a:xfrm>
            <a:custGeom>
              <a:avLst/>
              <a:gdLst/>
              <a:ahLst/>
              <a:cxnLst/>
              <a:rect l="l" t="t" r="r" b="b"/>
              <a:pathLst>
                <a:path w="29286" h="8155" extrusionOk="0">
                  <a:moveTo>
                    <a:pt x="29286" y="1"/>
                  </a:moveTo>
                  <a:cubicBezTo>
                    <a:pt x="19729" y="3596"/>
                    <a:pt x="9996" y="6314"/>
                    <a:pt x="0" y="8155"/>
                  </a:cubicBezTo>
                  <a:cubicBezTo>
                    <a:pt x="9996" y="6401"/>
                    <a:pt x="19816" y="3683"/>
                    <a:pt x="292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74"/>
            <p:cNvSpPr/>
            <p:nvPr/>
          </p:nvSpPr>
          <p:spPr>
            <a:xfrm>
              <a:off x="2450390" y="2144403"/>
              <a:ext cx="3477706" cy="1281264"/>
            </a:xfrm>
            <a:custGeom>
              <a:avLst/>
              <a:gdLst/>
              <a:ahLst/>
              <a:cxnLst/>
              <a:rect l="l" t="t" r="r" b="b"/>
              <a:pathLst>
                <a:path w="44981" h="16572" extrusionOk="0">
                  <a:moveTo>
                    <a:pt x="25838" y="7885"/>
                  </a:moveTo>
                  <a:cubicBezTo>
                    <a:pt x="26715" y="7885"/>
                    <a:pt x="25570" y="8680"/>
                    <a:pt x="24902" y="8680"/>
                  </a:cubicBezTo>
                  <a:lnTo>
                    <a:pt x="24902" y="8768"/>
                  </a:lnTo>
                  <a:cubicBezTo>
                    <a:pt x="23762" y="8768"/>
                    <a:pt x="25078" y="7891"/>
                    <a:pt x="25691" y="7891"/>
                  </a:cubicBezTo>
                  <a:cubicBezTo>
                    <a:pt x="25746" y="7887"/>
                    <a:pt x="25795" y="7885"/>
                    <a:pt x="25838" y="7885"/>
                  </a:cubicBezTo>
                  <a:close/>
                  <a:moveTo>
                    <a:pt x="41211" y="0"/>
                  </a:moveTo>
                  <a:cubicBezTo>
                    <a:pt x="28585" y="6313"/>
                    <a:pt x="14556" y="10171"/>
                    <a:pt x="439" y="12451"/>
                  </a:cubicBezTo>
                  <a:cubicBezTo>
                    <a:pt x="264" y="13854"/>
                    <a:pt x="89" y="15169"/>
                    <a:pt x="1" y="16572"/>
                  </a:cubicBezTo>
                  <a:cubicBezTo>
                    <a:pt x="15608" y="14643"/>
                    <a:pt x="30777" y="10259"/>
                    <a:pt x="44981" y="3683"/>
                  </a:cubicBezTo>
                  <a:cubicBezTo>
                    <a:pt x="43841" y="2367"/>
                    <a:pt x="42526" y="1140"/>
                    <a:pt x="4121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74"/>
            <p:cNvSpPr/>
            <p:nvPr/>
          </p:nvSpPr>
          <p:spPr>
            <a:xfrm>
              <a:off x="4172263" y="3283243"/>
              <a:ext cx="833920" cy="305162"/>
            </a:xfrm>
            <a:custGeom>
              <a:avLst/>
              <a:gdLst/>
              <a:ahLst/>
              <a:cxnLst/>
              <a:rect l="l" t="t" r="r" b="b"/>
              <a:pathLst>
                <a:path w="10786" h="3947" extrusionOk="0">
                  <a:moveTo>
                    <a:pt x="10785" y="0"/>
                  </a:moveTo>
                  <a:cubicBezTo>
                    <a:pt x="7278" y="1491"/>
                    <a:pt x="3683" y="2806"/>
                    <a:pt x="1" y="3946"/>
                  </a:cubicBezTo>
                  <a:cubicBezTo>
                    <a:pt x="3683" y="2806"/>
                    <a:pt x="7278" y="1491"/>
                    <a:pt x="10785" y="0"/>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74"/>
            <p:cNvSpPr/>
            <p:nvPr/>
          </p:nvSpPr>
          <p:spPr>
            <a:xfrm>
              <a:off x="2470801" y="2727353"/>
              <a:ext cx="3992856" cy="1627017"/>
            </a:xfrm>
            <a:custGeom>
              <a:avLst/>
              <a:gdLst/>
              <a:ahLst/>
              <a:cxnLst/>
              <a:rect l="l" t="t" r="r" b="b"/>
              <a:pathLst>
                <a:path w="51644" h="21044" extrusionOk="0">
                  <a:moveTo>
                    <a:pt x="24550" y="11399"/>
                  </a:moveTo>
                  <a:lnTo>
                    <a:pt x="22797" y="12013"/>
                  </a:lnTo>
                  <a:lnTo>
                    <a:pt x="20448" y="12709"/>
                  </a:lnTo>
                  <a:lnTo>
                    <a:pt x="20448" y="12709"/>
                  </a:lnTo>
                  <a:cubicBezTo>
                    <a:pt x="21865" y="12272"/>
                    <a:pt x="23232" y="11860"/>
                    <a:pt x="24550" y="11399"/>
                  </a:cubicBezTo>
                  <a:close/>
                  <a:moveTo>
                    <a:pt x="20376" y="12731"/>
                  </a:moveTo>
                  <a:lnTo>
                    <a:pt x="19027" y="13153"/>
                  </a:lnTo>
                  <a:cubicBezTo>
                    <a:pt x="19481" y="13008"/>
                    <a:pt x="19931" y="12868"/>
                    <a:pt x="20376" y="12731"/>
                  </a:cubicBezTo>
                  <a:close/>
                  <a:moveTo>
                    <a:pt x="26041" y="14117"/>
                  </a:moveTo>
                  <a:cubicBezTo>
                    <a:pt x="27269" y="14117"/>
                    <a:pt x="25778" y="14994"/>
                    <a:pt x="25340" y="14994"/>
                  </a:cubicBezTo>
                  <a:cubicBezTo>
                    <a:pt x="24112" y="14994"/>
                    <a:pt x="25515" y="14117"/>
                    <a:pt x="26041" y="14117"/>
                  </a:cubicBezTo>
                  <a:close/>
                  <a:moveTo>
                    <a:pt x="9996" y="16923"/>
                  </a:moveTo>
                  <a:cubicBezTo>
                    <a:pt x="10872" y="16923"/>
                    <a:pt x="9206" y="17712"/>
                    <a:pt x="8856" y="17712"/>
                  </a:cubicBezTo>
                  <a:cubicBezTo>
                    <a:pt x="7979" y="17712"/>
                    <a:pt x="9645" y="16923"/>
                    <a:pt x="9996" y="16923"/>
                  </a:cubicBezTo>
                  <a:close/>
                  <a:moveTo>
                    <a:pt x="47610" y="1"/>
                  </a:moveTo>
                  <a:cubicBezTo>
                    <a:pt x="39281" y="5875"/>
                    <a:pt x="29285" y="9821"/>
                    <a:pt x="19640" y="12714"/>
                  </a:cubicBezTo>
                  <a:cubicBezTo>
                    <a:pt x="13152" y="14643"/>
                    <a:pt x="6488" y="15608"/>
                    <a:pt x="0" y="17624"/>
                  </a:cubicBezTo>
                  <a:cubicBezTo>
                    <a:pt x="175" y="18677"/>
                    <a:pt x="351" y="19904"/>
                    <a:pt x="526" y="21044"/>
                  </a:cubicBezTo>
                  <a:lnTo>
                    <a:pt x="4121" y="20693"/>
                  </a:lnTo>
                  <a:cubicBezTo>
                    <a:pt x="6313" y="20430"/>
                    <a:pt x="8505" y="20167"/>
                    <a:pt x="10697" y="19816"/>
                  </a:cubicBezTo>
                  <a:cubicBezTo>
                    <a:pt x="12889" y="19466"/>
                    <a:pt x="15081" y="19027"/>
                    <a:pt x="17185" y="18677"/>
                  </a:cubicBezTo>
                  <a:cubicBezTo>
                    <a:pt x="26041" y="16923"/>
                    <a:pt x="34721" y="14643"/>
                    <a:pt x="43226" y="11662"/>
                  </a:cubicBezTo>
                  <a:cubicBezTo>
                    <a:pt x="43314" y="11662"/>
                    <a:pt x="43314" y="11574"/>
                    <a:pt x="43314" y="11574"/>
                  </a:cubicBezTo>
                  <a:cubicBezTo>
                    <a:pt x="43752" y="11487"/>
                    <a:pt x="44103" y="11311"/>
                    <a:pt x="44454" y="11224"/>
                  </a:cubicBezTo>
                  <a:cubicBezTo>
                    <a:pt x="45681" y="10785"/>
                    <a:pt x="46997" y="10347"/>
                    <a:pt x="48224" y="9821"/>
                  </a:cubicBezTo>
                  <a:cubicBezTo>
                    <a:pt x="49364" y="9295"/>
                    <a:pt x="50504" y="8769"/>
                    <a:pt x="51644" y="8155"/>
                  </a:cubicBezTo>
                  <a:cubicBezTo>
                    <a:pt x="51293" y="7190"/>
                    <a:pt x="50942" y="6314"/>
                    <a:pt x="50504" y="5437"/>
                  </a:cubicBezTo>
                  <a:cubicBezTo>
                    <a:pt x="50416" y="5524"/>
                    <a:pt x="50241" y="5700"/>
                    <a:pt x="50065" y="5700"/>
                  </a:cubicBezTo>
                  <a:lnTo>
                    <a:pt x="41736" y="8418"/>
                  </a:lnTo>
                  <a:cubicBezTo>
                    <a:pt x="41559" y="8491"/>
                    <a:pt x="41405" y="8523"/>
                    <a:pt x="41275" y="8523"/>
                  </a:cubicBezTo>
                  <a:cubicBezTo>
                    <a:pt x="40632" y="8523"/>
                    <a:pt x="40597" y="7745"/>
                    <a:pt x="41473" y="7453"/>
                  </a:cubicBezTo>
                  <a:lnTo>
                    <a:pt x="49890" y="4735"/>
                  </a:lnTo>
                  <a:cubicBezTo>
                    <a:pt x="49978" y="4735"/>
                    <a:pt x="50153" y="4648"/>
                    <a:pt x="50241" y="4648"/>
                  </a:cubicBezTo>
                  <a:cubicBezTo>
                    <a:pt x="49452" y="3069"/>
                    <a:pt x="48663" y="1491"/>
                    <a:pt x="476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74"/>
            <p:cNvSpPr/>
            <p:nvPr/>
          </p:nvSpPr>
          <p:spPr>
            <a:xfrm>
              <a:off x="2653805" y="3622190"/>
              <a:ext cx="3965796" cy="1599879"/>
            </a:xfrm>
            <a:custGeom>
              <a:avLst/>
              <a:gdLst/>
              <a:ahLst/>
              <a:cxnLst/>
              <a:rect l="l" t="t" r="r" b="b"/>
              <a:pathLst>
                <a:path w="51294" h="20693" extrusionOk="0">
                  <a:moveTo>
                    <a:pt x="29549" y="12451"/>
                  </a:moveTo>
                  <a:cubicBezTo>
                    <a:pt x="29812" y="12451"/>
                    <a:pt x="30250" y="12714"/>
                    <a:pt x="29987" y="13065"/>
                  </a:cubicBezTo>
                  <a:cubicBezTo>
                    <a:pt x="29724" y="13415"/>
                    <a:pt x="29286" y="13591"/>
                    <a:pt x="28847" y="13591"/>
                  </a:cubicBezTo>
                  <a:lnTo>
                    <a:pt x="28672" y="13591"/>
                  </a:lnTo>
                  <a:cubicBezTo>
                    <a:pt x="28321" y="13591"/>
                    <a:pt x="27970" y="13328"/>
                    <a:pt x="28146" y="12977"/>
                  </a:cubicBezTo>
                  <a:cubicBezTo>
                    <a:pt x="28409" y="12626"/>
                    <a:pt x="28935" y="12451"/>
                    <a:pt x="29373" y="12451"/>
                  </a:cubicBezTo>
                  <a:close/>
                  <a:moveTo>
                    <a:pt x="6752" y="17186"/>
                  </a:moveTo>
                  <a:cubicBezTo>
                    <a:pt x="7979" y="17186"/>
                    <a:pt x="6927" y="18413"/>
                    <a:pt x="6138" y="18413"/>
                  </a:cubicBezTo>
                  <a:cubicBezTo>
                    <a:pt x="4910" y="18413"/>
                    <a:pt x="5963" y="17186"/>
                    <a:pt x="6752" y="17186"/>
                  </a:cubicBezTo>
                  <a:close/>
                  <a:moveTo>
                    <a:pt x="50241" y="0"/>
                  </a:moveTo>
                  <a:cubicBezTo>
                    <a:pt x="45594" y="2280"/>
                    <a:pt x="40772" y="4384"/>
                    <a:pt x="35862" y="6138"/>
                  </a:cubicBezTo>
                  <a:cubicBezTo>
                    <a:pt x="30601" y="8242"/>
                    <a:pt x="25340" y="9996"/>
                    <a:pt x="19992" y="11574"/>
                  </a:cubicBezTo>
                  <a:lnTo>
                    <a:pt x="17975" y="12276"/>
                  </a:lnTo>
                  <a:cubicBezTo>
                    <a:pt x="13152" y="13766"/>
                    <a:pt x="8242" y="14906"/>
                    <a:pt x="3245" y="15695"/>
                  </a:cubicBezTo>
                  <a:cubicBezTo>
                    <a:pt x="2192" y="15958"/>
                    <a:pt x="1053" y="16134"/>
                    <a:pt x="0" y="16397"/>
                  </a:cubicBezTo>
                  <a:cubicBezTo>
                    <a:pt x="88" y="16660"/>
                    <a:pt x="176" y="17010"/>
                    <a:pt x="263" y="17273"/>
                  </a:cubicBezTo>
                  <a:cubicBezTo>
                    <a:pt x="702" y="18501"/>
                    <a:pt x="1140" y="19553"/>
                    <a:pt x="1666" y="20693"/>
                  </a:cubicBezTo>
                  <a:cubicBezTo>
                    <a:pt x="7453" y="19816"/>
                    <a:pt x="13152" y="18852"/>
                    <a:pt x="18852" y="17624"/>
                  </a:cubicBezTo>
                  <a:cubicBezTo>
                    <a:pt x="29899" y="15344"/>
                    <a:pt x="41473" y="12977"/>
                    <a:pt x="51293" y="7190"/>
                  </a:cubicBezTo>
                  <a:cubicBezTo>
                    <a:pt x="51293" y="6138"/>
                    <a:pt x="51118" y="4998"/>
                    <a:pt x="51030" y="3946"/>
                  </a:cubicBezTo>
                  <a:cubicBezTo>
                    <a:pt x="50855" y="4034"/>
                    <a:pt x="50680" y="4121"/>
                    <a:pt x="50504" y="4209"/>
                  </a:cubicBezTo>
                  <a:lnTo>
                    <a:pt x="39983" y="7629"/>
                  </a:lnTo>
                  <a:cubicBezTo>
                    <a:pt x="39790" y="7701"/>
                    <a:pt x="39563" y="7734"/>
                    <a:pt x="39362" y="7734"/>
                  </a:cubicBezTo>
                  <a:cubicBezTo>
                    <a:pt x="38833" y="7734"/>
                    <a:pt x="38479" y="7508"/>
                    <a:pt x="39369" y="7190"/>
                  </a:cubicBezTo>
                  <a:lnTo>
                    <a:pt x="49890" y="3771"/>
                  </a:lnTo>
                  <a:cubicBezTo>
                    <a:pt x="50066" y="3683"/>
                    <a:pt x="50241" y="3639"/>
                    <a:pt x="50417" y="3639"/>
                  </a:cubicBezTo>
                  <a:cubicBezTo>
                    <a:pt x="50592" y="3639"/>
                    <a:pt x="50767" y="3683"/>
                    <a:pt x="50943" y="3771"/>
                  </a:cubicBezTo>
                  <a:cubicBezTo>
                    <a:pt x="50767" y="2455"/>
                    <a:pt x="50592" y="1228"/>
                    <a:pt x="502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74"/>
            <p:cNvSpPr/>
            <p:nvPr/>
          </p:nvSpPr>
          <p:spPr>
            <a:xfrm>
              <a:off x="3067283" y="4530556"/>
              <a:ext cx="3538708" cy="1362677"/>
            </a:xfrm>
            <a:custGeom>
              <a:avLst/>
              <a:gdLst/>
              <a:ahLst/>
              <a:cxnLst/>
              <a:rect l="l" t="t" r="r" b="b"/>
              <a:pathLst>
                <a:path w="45770" h="17625" extrusionOk="0">
                  <a:moveTo>
                    <a:pt x="45770" y="1"/>
                  </a:moveTo>
                  <a:cubicBezTo>
                    <a:pt x="32969" y="6840"/>
                    <a:pt x="18414" y="10259"/>
                    <a:pt x="4122" y="13854"/>
                  </a:cubicBezTo>
                  <a:lnTo>
                    <a:pt x="1" y="15082"/>
                  </a:lnTo>
                  <a:cubicBezTo>
                    <a:pt x="615" y="15958"/>
                    <a:pt x="1316" y="16747"/>
                    <a:pt x="2018" y="17624"/>
                  </a:cubicBezTo>
                  <a:lnTo>
                    <a:pt x="3157" y="17361"/>
                  </a:lnTo>
                  <a:cubicBezTo>
                    <a:pt x="17362" y="14117"/>
                    <a:pt x="31390" y="10347"/>
                    <a:pt x="44630" y="4560"/>
                  </a:cubicBezTo>
                  <a:cubicBezTo>
                    <a:pt x="44718" y="4472"/>
                    <a:pt x="44806" y="4472"/>
                    <a:pt x="44893" y="4472"/>
                  </a:cubicBezTo>
                  <a:cubicBezTo>
                    <a:pt x="45332" y="2982"/>
                    <a:pt x="45595" y="1491"/>
                    <a:pt x="457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74"/>
            <p:cNvSpPr/>
            <p:nvPr/>
          </p:nvSpPr>
          <p:spPr>
            <a:xfrm>
              <a:off x="4646819" y="5994812"/>
              <a:ext cx="494971" cy="142414"/>
            </a:xfrm>
            <a:custGeom>
              <a:avLst/>
              <a:gdLst/>
              <a:ahLst/>
              <a:cxnLst/>
              <a:rect l="l" t="t" r="r" b="b"/>
              <a:pathLst>
                <a:path w="6402" h="1842" extrusionOk="0">
                  <a:moveTo>
                    <a:pt x="6401" y="1"/>
                  </a:moveTo>
                  <a:lnTo>
                    <a:pt x="6401" y="1"/>
                  </a:lnTo>
                  <a:cubicBezTo>
                    <a:pt x="4297" y="614"/>
                    <a:pt x="2192" y="1228"/>
                    <a:pt x="0" y="1842"/>
                  </a:cubicBezTo>
                  <a:cubicBezTo>
                    <a:pt x="2192" y="1316"/>
                    <a:pt x="4297" y="702"/>
                    <a:pt x="6401" y="1"/>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74"/>
            <p:cNvSpPr/>
            <p:nvPr/>
          </p:nvSpPr>
          <p:spPr>
            <a:xfrm>
              <a:off x="3779118" y="5676200"/>
              <a:ext cx="2426918" cy="881314"/>
            </a:xfrm>
            <a:custGeom>
              <a:avLst/>
              <a:gdLst/>
              <a:ahLst/>
              <a:cxnLst/>
              <a:rect l="l" t="t" r="r" b="b"/>
              <a:pathLst>
                <a:path w="31390" h="11399" extrusionOk="0">
                  <a:moveTo>
                    <a:pt x="31390" y="1"/>
                  </a:moveTo>
                  <a:cubicBezTo>
                    <a:pt x="24288" y="2982"/>
                    <a:pt x="17449" y="5700"/>
                    <a:pt x="9733" y="7366"/>
                  </a:cubicBezTo>
                  <a:cubicBezTo>
                    <a:pt x="6489" y="8067"/>
                    <a:pt x="3157" y="8681"/>
                    <a:pt x="0" y="9207"/>
                  </a:cubicBezTo>
                  <a:cubicBezTo>
                    <a:pt x="965" y="9996"/>
                    <a:pt x="2105" y="10698"/>
                    <a:pt x="3157" y="11399"/>
                  </a:cubicBezTo>
                  <a:cubicBezTo>
                    <a:pt x="7190" y="10347"/>
                    <a:pt x="11311" y="9382"/>
                    <a:pt x="15344" y="8242"/>
                  </a:cubicBezTo>
                  <a:cubicBezTo>
                    <a:pt x="19378" y="6927"/>
                    <a:pt x="23411" y="5437"/>
                    <a:pt x="27444" y="3858"/>
                  </a:cubicBezTo>
                  <a:cubicBezTo>
                    <a:pt x="28058" y="3595"/>
                    <a:pt x="28672" y="3332"/>
                    <a:pt x="29286" y="2982"/>
                  </a:cubicBezTo>
                  <a:lnTo>
                    <a:pt x="29373" y="2982"/>
                  </a:lnTo>
                  <a:cubicBezTo>
                    <a:pt x="30075" y="2017"/>
                    <a:pt x="30776" y="1053"/>
                    <a:pt x="313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74"/>
            <p:cNvSpPr/>
            <p:nvPr/>
          </p:nvSpPr>
          <p:spPr>
            <a:xfrm>
              <a:off x="3270698" y="1649514"/>
              <a:ext cx="169552" cy="61079"/>
            </a:xfrm>
            <a:custGeom>
              <a:avLst/>
              <a:gdLst/>
              <a:ahLst/>
              <a:cxnLst/>
              <a:rect l="l" t="t" r="r" b="b"/>
              <a:pathLst>
                <a:path w="2193" h="790" extrusionOk="0">
                  <a:moveTo>
                    <a:pt x="2192" y="0"/>
                  </a:moveTo>
                  <a:lnTo>
                    <a:pt x="2192" y="0"/>
                  </a:lnTo>
                  <a:cubicBezTo>
                    <a:pt x="1491" y="263"/>
                    <a:pt x="702" y="527"/>
                    <a:pt x="0" y="790"/>
                  </a:cubicBezTo>
                  <a:lnTo>
                    <a:pt x="614" y="702"/>
                  </a:lnTo>
                  <a:cubicBezTo>
                    <a:pt x="1140" y="439"/>
                    <a:pt x="1666" y="263"/>
                    <a:pt x="2192" y="0"/>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74"/>
            <p:cNvSpPr/>
            <p:nvPr/>
          </p:nvSpPr>
          <p:spPr>
            <a:xfrm>
              <a:off x="2802945" y="1497359"/>
              <a:ext cx="1281264" cy="497986"/>
            </a:xfrm>
            <a:custGeom>
              <a:avLst/>
              <a:gdLst/>
              <a:ahLst/>
              <a:cxnLst/>
              <a:rect l="l" t="t" r="r" b="b"/>
              <a:pathLst>
                <a:path w="16572" h="6441" extrusionOk="0">
                  <a:moveTo>
                    <a:pt x="14909" y="1"/>
                  </a:moveTo>
                  <a:cubicBezTo>
                    <a:pt x="14643" y="1"/>
                    <a:pt x="14380" y="10"/>
                    <a:pt x="14117" y="39"/>
                  </a:cubicBezTo>
                  <a:cubicBezTo>
                    <a:pt x="14029" y="39"/>
                    <a:pt x="13854" y="127"/>
                    <a:pt x="13766" y="215"/>
                  </a:cubicBezTo>
                  <a:cubicBezTo>
                    <a:pt x="11048" y="1004"/>
                    <a:pt x="9031" y="2845"/>
                    <a:pt x="6313" y="3634"/>
                  </a:cubicBezTo>
                  <a:cubicBezTo>
                    <a:pt x="4472" y="4073"/>
                    <a:pt x="2543" y="4511"/>
                    <a:pt x="614" y="4862"/>
                  </a:cubicBezTo>
                  <a:cubicBezTo>
                    <a:pt x="614" y="5037"/>
                    <a:pt x="526" y="5213"/>
                    <a:pt x="439" y="5388"/>
                  </a:cubicBezTo>
                  <a:cubicBezTo>
                    <a:pt x="351" y="5739"/>
                    <a:pt x="176" y="6089"/>
                    <a:pt x="0" y="6440"/>
                  </a:cubicBezTo>
                  <a:cubicBezTo>
                    <a:pt x="5787" y="5213"/>
                    <a:pt x="11399" y="3021"/>
                    <a:pt x="16572" y="39"/>
                  </a:cubicBezTo>
                  <a:cubicBezTo>
                    <a:pt x="15987" y="39"/>
                    <a:pt x="15442" y="1"/>
                    <a:pt x="149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74"/>
            <p:cNvSpPr/>
            <p:nvPr/>
          </p:nvSpPr>
          <p:spPr>
            <a:xfrm>
              <a:off x="2843612" y="5893144"/>
              <a:ext cx="379694" cy="81413"/>
            </a:xfrm>
            <a:custGeom>
              <a:avLst/>
              <a:gdLst/>
              <a:ahLst/>
              <a:cxnLst/>
              <a:rect l="l" t="t" r="r" b="b"/>
              <a:pathLst>
                <a:path w="4911" h="1053" extrusionOk="0">
                  <a:moveTo>
                    <a:pt x="4911" y="0"/>
                  </a:moveTo>
                  <a:lnTo>
                    <a:pt x="3683" y="176"/>
                  </a:lnTo>
                  <a:cubicBezTo>
                    <a:pt x="2455" y="526"/>
                    <a:pt x="1228" y="789"/>
                    <a:pt x="0" y="1052"/>
                  </a:cubicBezTo>
                  <a:lnTo>
                    <a:pt x="4911" y="0"/>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74"/>
            <p:cNvSpPr/>
            <p:nvPr/>
          </p:nvSpPr>
          <p:spPr>
            <a:xfrm>
              <a:off x="2843612" y="5893144"/>
              <a:ext cx="379694" cy="81413"/>
            </a:xfrm>
            <a:custGeom>
              <a:avLst/>
              <a:gdLst/>
              <a:ahLst/>
              <a:cxnLst/>
              <a:rect l="l" t="t" r="r" b="b"/>
              <a:pathLst>
                <a:path w="4911" h="1053" extrusionOk="0">
                  <a:moveTo>
                    <a:pt x="4911" y="0"/>
                  </a:moveTo>
                  <a:lnTo>
                    <a:pt x="3683" y="176"/>
                  </a:lnTo>
                  <a:cubicBezTo>
                    <a:pt x="2455" y="526"/>
                    <a:pt x="1228" y="789"/>
                    <a:pt x="0" y="1052"/>
                  </a:cubicBezTo>
                  <a:lnTo>
                    <a:pt x="4911" y="0"/>
                  </a:ln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74"/>
            <p:cNvSpPr/>
            <p:nvPr/>
          </p:nvSpPr>
          <p:spPr>
            <a:xfrm>
              <a:off x="2450390" y="4354279"/>
              <a:ext cx="61156" cy="6881"/>
            </a:xfrm>
            <a:custGeom>
              <a:avLst/>
              <a:gdLst/>
              <a:ahLst/>
              <a:cxnLst/>
              <a:rect l="l" t="t" r="r" b="b"/>
              <a:pathLst>
                <a:path w="791" h="89" extrusionOk="0">
                  <a:moveTo>
                    <a:pt x="790" y="1"/>
                  </a:moveTo>
                  <a:lnTo>
                    <a:pt x="1" y="89"/>
                  </a:lnTo>
                  <a:lnTo>
                    <a:pt x="790" y="89"/>
                  </a:lnTo>
                  <a:cubicBezTo>
                    <a:pt x="790" y="89"/>
                    <a:pt x="790" y="1"/>
                    <a:pt x="790"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74"/>
            <p:cNvSpPr/>
            <p:nvPr/>
          </p:nvSpPr>
          <p:spPr>
            <a:xfrm>
              <a:off x="2450390" y="4354279"/>
              <a:ext cx="61156" cy="6881"/>
            </a:xfrm>
            <a:custGeom>
              <a:avLst/>
              <a:gdLst/>
              <a:ahLst/>
              <a:cxnLst/>
              <a:rect l="l" t="t" r="r" b="b"/>
              <a:pathLst>
                <a:path w="791" h="89" extrusionOk="0">
                  <a:moveTo>
                    <a:pt x="790" y="1"/>
                  </a:moveTo>
                  <a:lnTo>
                    <a:pt x="1" y="89"/>
                  </a:lnTo>
                  <a:lnTo>
                    <a:pt x="790" y="89"/>
                  </a:lnTo>
                  <a:cubicBezTo>
                    <a:pt x="790" y="89"/>
                    <a:pt x="790" y="1"/>
                    <a:pt x="790" y="1"/>
                  </a:cubicBez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74"/>
            <p:cNvSpPr/>
            <p:nvPr/>
          </p:nvSpPr>
          <p:spPr>
            <a:xfrm>
              <a:off x="1426823" y="4184806"/>
              <a:ext cx="542365" cy="54352"/>
            </a:xfrm>
            <a:custGeom>
              <a:avLst/>
              <a:gdLst/>
              <a:ahLst/>
              <a:cxnLst/>
              <a:rect l="l" t="t" r="r" b="b"/>
              <a:pathLst>
                <a:path w="7015" h="703" extrusionOk="0">
                  <a:moveTo>
                    <a:pt x="7015" y="1"/>
                  </a:moveTo>
                  <a:lnTo>
                    <a:pt x="7015" y="1"/>
                  </a:lnTo>
                  <a:cubicBezTo>
                    <a:pt x="4647" y="176"/>
                    <a:pt x="2368" y="352"/>
                    <a:pt x="0" y="702"/>
                  </a:cubicBezTo>
                  <a:lnTo>
                    <a:pt x="2894" y="615"/>
                  </a:lnTo>
                  <a:cubicBezTo>
                    <a:pt x="4297" y="527"/>
                    <a:pt x="5699" y="176"/>
                    <a:pt x="7015"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74"/>
            <p:cNvSpPr/>
            <p:nvPr/>
          </p:nvSpPr>
          <p:spPr>
            <a:xfrm>
              <a:off x="1426823" y="4184806"/>
              <a:ext cx="542365" cy="54352"/>
            </a:xfrm>
            <a:custGeom>
              <a:avLst/>
              <a:gdLst/>
              <a:ahLst/>
              <a:cxnLst/>
              <a:rect l="l" t="t" r="r" b="b"/>
              <a:pathLst>
                <a:path w="7015" h="703" extrusionOk="0">
                  <a:moveTo>
                    <a:pt x="7015" y="1"/>
                  </a:moveTo>
                  <a:lnTo>
                    <a:pt x="7015" y="1"/>
                  </a:lnTo>
                  <a:cubicBezTo>
                    <a:pt x="4647" y="176"/>
                    <a:pt x="2368" y="352"/>
                    <a:pt x="0" y="702"/>
                  </a:cubicBezTo>
                  <a:lnTo>
                    <a:pt x="2894" y="615"/>
                  </a:lnTo>
                  <a:cubicBezTo>
                    <a:pt x="4297" y="527"/>
                    <a:pt x="5699" y="176"/>
                    <a:pt x="7015" y="1"/>
                  </a:cubicBez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74"/>
            <p:cNvSpPr/>
            <p:nvPr/>
          </p:nvSpPr>
          <p:spPr>
            <a:xfrm>
              <a:off x="2335192" y="5683004"/>
              <a:ext cx="732173" cy="196612"/>
            </a:xfrm>
            <a:custGeom>
              <a:avLst/>
              <a:gdLst/>
              <a:ahLst/>
              <a:cxnLst/>
              <a:rect l="l" t="t" r="r" b="b"/>
              <a:pathLst>
                <a:path w="9470" h="2543" extrusionOk="0">
                  <a:moveTo>
                    <a:pt x="9382" y="0"/>
                  </a:moveTo>
                  <a:cubicBezTo>
                    <a:pt x="6226" y="789"/>
                    <a:pt x="3069" y="1666"/>
                    <a:pt x="0" y="2543"/>
                  </a:cubicBezTo>
                  <a:lnTo>
                    <a:pt x="439" y="2455"/>
                  </a:lnTo>
                  <a:lnTo>
                    <a:pt x="8242" y="526"/>
                  </a:lnTo>
                  <a:lnTo>
                    <a:pt x="9470" y="176"/>
                  </a:lnTo>
                  <a:lnTo>
                    <a:pt x="9382" y="0"/>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74"/>
            <p:cNvSpPr/>
            <p:nvPr/>
          </p:nvSpPr>
          <p:spPr>
            <a:xfrm>
              <a:off x="2335192" y="5683004"/>
              <a:ext cx="732173" cy="196612"/>
            </a:xfrm>
            <a:custGeom>
              <a:avLst/>
              <a:gdLst/>
              <a:ahLst/>
              <a:cxnLst/>
              <a:rect l="l" t="t" r="r" b="b"/>
              <a:pathLst>
                <a:path w="9470" h="2543" extrusionOk="0">
                  <a:moveTo>
                    <a:pt x="9382" y="0"/>
                  </a:moveTo>
                  <a:cubicBezTo>
                    <a:pt x="6226" y="789"/>
                    <a:pt x="3069" y="1666"/>
                    <a:pt x="0" y="2543"/>
                  </a:cubicBezTo>
                  <a:lnTo>
                    <a:pt x="439" y="2455"/>
                  </a:lnTo>
                  <a:lnTo>
                    <a:pt x="8242" y="526"/>
                  </a:lnTo>
                  <a:lnTo>
                    <a:pt x="9470" y="176"/>
                  </a:lnTo>
                  <a:lnTo>
                    <a:pt x="9382" y="0"/>
                  </a:ln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74"/>
            <p:cNvSpPr/>
            <p:nvPr/>
          </p:nvSpPr>
          <p:spPr>
            <a:xfrm>
              <a:off x="1223409" y="3527248"/>
              <a:ext cx="1240674" cy="677975"/>
            </a:xfrm>
            <a:custGeom>
              <a:avLst/>
              <a:gdLst/>
              <a:ahLst/>
              <a:cxnLst/>
              <a:rect l="l" t="t" r="r" b="b"/>
              <a:pathLst>
                <a:path w="16047" h="8769" extrusionOk="0">
                  <a:moveTo>
                    <a:pt x="15871" y="1"/>
                  </a:moveTo>
                  <a:lnTo>
                    <a:pt x="15871" y="1"/>
                  </a:lnTo>
                  <a:cubicBezTo>
                    <a:pt x="10873" y="527"/>
                    <a:pt x="5875" y="878"/>
                    <a:pt x="878" y="965"/>
                  </a:cubicBezTo>
                  <a:cubicBezTo>
                    <a:pt x="439" y="2894"/>
                    <a:pt x="89" y="4911"/>
                    <a:pt x="1" y="6928"/>
                  </a:cubicBezTo>
                  <a:cubicBezTo>
                    <a:pt x="2631" y="6226"/>
                    <a:pt x="5262" y="5612"/>
                    <a:pt x="7892" y="4999"/>
                  </a:cubicBezTo>
                  <a:cubicBezTo>
                    <a:pt x="8051" y="4962"/>
                    <a:pt x="8192" y="4946"/>
                    <a:pt x="8312" y="4946"/>
                  </a:cubicBezTo>
                  <a:cubicBezTo>
                    <a:pt x="9057" y="4946"/>
                    <a:pt x="9060" y="5561"/>
                    <a:pt x="8155" y="5788"/>
                  </a:cubicBezTo>
                  <a:cubicBezTo>
                    <a:pt x="5437" y="6402"/>
                    <a:pt x="2807" y="7015"/>
                    <a:pt x="89" y="7717"/>
                  </a:cubicBezTo>
                  <a:lnTo>
                    <a:pt x="1" y="7717"/>
                  </a:lnTo>
                  <a:lnTo>
                    <a:pt x="1" y="8769"/>
                  </a:lnTo>
                  <a:cubicBezTo>
                    <a:pt x="5349" y="7541"/>
                    <a:pt x="10610" y="7629"/>
                    <a:pt x="16046" y="6226"/>
                  </a:cubicBezTo>
                  <a:cubicBezTo>
                    <a:pt x="15871" y="4210"/>
                    <a:pt x="15783" y="2105"/>
                    <a:pt x="15871"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74"/>
            <p:cNvSpPr/>
            <p:nvPr/>
          </p:nvSpPr>
          <p:spPr>
            <a:xfrm>
              <a:off x="1223409" y="3527248"/>
              <a:ext cx="1240674" cy="677975"/>
            </a:xfrm>
            <a:custGeom>
              <a:avLst/>
              <a:gdLst/>
              <a:ahLst/>
              <a:cxnLst/>
              <a:rect l="l" t="t" r="r" b="b"/>
              <a:pathLst>
                <a:path w="16047" h="8769" extrusionOk="0">
                  <a:moveTo>
                    <a:pt x="15871" y="1"/>
                  </a:moveTo>
                  <a:lnTo>
                    <a:pt x="15871" y="1"/>
                  </a:lnTo>
                  <a:cubicBezTo>
                    <a:pt x="10873" y="527"/>
                    <a:pt x="5875" y="878"/>
                    <a:pt x="878" y="965"/>
                  </a:cubicBezTo>
                  <a:cubicBezTo>
                    <a:pt x="439" y="2894"/>
                    <a:pt x="89" y="4911"/>
                    <a:pt x="1" y="6928"/>
                  </a:cubicBezTo>
                  <a:cubicBezTo>
                    <a:pt x="2631" y="6226"/>
                    <a:pt x="5262" y="5612"/>
                    <a:pt x="7892" y="4999"/>
                  </a:cubicBezTo>
                  <a:cubicBezTo>
                    <a:pt x="8051" y="4962"/>
                    <a:pt x="8192" y="4946"/>
                    <a:pt x="8312" y="4946"/>
                  </a:cubicBezTo>
                  <a:cubicBezTo>
                    <a:pt x="9057" y="4946"/>
                    <a:pt x="9060" y="5561"/>
                    <a:pt x="8155" y="5788"/>
                  </a:cubicBezTo>
                  <a:cubicBezTo>
                    <a:pt x="5437" y="6402"/>
                    <a:pt x="2807" y="7015"/>
                    <a:pt x="89" y="7717"/>
                  </a:cubicBezTo>
                  <a:lnTo>
                    <a:pt x="1" y="7717"/>
                  </a:lnTo>
                  <a:lnTo>
                    <a:pt x="1" y="8769"/>
                  </a:lnTo>
                  <a:cubicBezTo>
                    <a:pt x="5349" y="7541"/>
                    <a:pt x="10610" y="7629"/>
                    <a:pt x="16046" y="6226"/>
                  </a:cubicBezTo>
                  <a:cubicBezTo>
                    <a:pt x="15871" y="4210"/>
                    <a:pt x="15783" y="2105"/>
                    <a:pt x="158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74"/>
            <p:cNvSpPr/>
            <p:nvPr/>
          </p:nvSpPr>
          <p:spPr>
            <a:xfrm>
              <a:off x="2606334" y="1724045"/>
              <a:ext cx="250887" cy="128884"/>
            </a:xfrm>
            <a:custGeom>
              <a:avLst/>
              <a:gdLst/>
              <a:ahLst/>
              <a:cxnLst/>
              <a:rect l="l" t="t" r="r" b="b"/>
              <a:pathLst>
                <a:path w="3245" h="1667" extrusionOk="0">
                  <a:moveTo>
                    <a:pt x="3069" y="1"/>
                  </a:moveTo>
                  <a:cubicBezTo>
                    <a:pt x="2017" y="439"/>
                    <a:pt x="965" y="1053"/>
                    <a:pt x="1" y="1667"/>
                  </a:cubicBezTo>
                  <a:lnTo>
                    <a:pt x="3245" y="1053"/>
                  </a:lnTo>
                  <a:cubicBezTo>
                    <a:pt x="3245" y="702"/>
                    <a:pt x="3245" y="352"/>
                    <a:pt x="3069"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74"/>
            <p:cNvSpPr/>
            <p:nvPr/>
          </p:nvSpPr>
          <p:spPr>
            <a:xfrm>
              <a:off x="2606334" y="1724045"/>
              <a:ext cx="250887" cy="128884"/>
            </a:xfrm>
            <a:custGeom>
              <a:avLst/>
              <a:gdLst/>
              <a:ahLst/>
              <a:cxnLst/>
              <a:rect l="l" t="t" r="r" b="b"/>
              <a:pathLst>
                <a:path w="3245" h="1667" extrusionOk="0">
                  <a:moveTo>
                    <a:pt x="3069" y="1"/>
                  </a:moveTo>
                  <a:cubicBezTo>
                    <a:pt x="2017" y="439"/>
                    <a:pt x="965" y="1053"/>
                    <a:pt x="1" y="1667"/>
                  </a:cubicBezTo>
                  <a:lnTo>
                    <a:pt x="3245" y="1053"/>
                  </a:lnTo>
                  <a:cubicBezTo>
                    <a:pt x="3245" y="702"/>
                    <a:pt x="3245" y="352"/>
                    <a:pt x="30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74"/>
            <p:cNvSpPr/>
            <p:nvPr/>
          </p:nvSpPr>
          <p:spPr>
            <a:xfrm>
              <a:off x="2667335" y="5079642"/>
              <a:ext cx="47549" cy="6881"/>
            </a:xfrm>
            <a:custGeom>
              <a:avLst/>
              <a:gdLst/>
              <a:ahLst/>
              <a:cxnLst/>
              <a:rect l="l" t="t" r="r" b="b"/>
              <a:pathLst>
                <a:path w="615" h="89" extrusionOk="0">
                  <a:moveTo>
                    <a:pt x="439" y="1"/>
                  </a:moveTo>
                  <a:lnTo>
                    <a:pt x="1" y="88"/>
                  </a:lnTo>
                  <a:lnTo>
                    <a:pt x="1" y="88"/>
                  </a:lnTo>
                  <a:lnTo>
                    <a:pt x="615" y="1"/>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74"/>
            <p:cNvSpPr/>
            <p:nvPr/>
          </p:nvSpPr>
          <p:spPr>
            <a:xfrm>
              <a:off x="2667335" y="5079642"/>
              <a:ext cx="47549" cy="6881"/>
            </a:xfrm>
            <a:custGeom>
              <a:avLst/>
              <a:gdLst/>
              <a:ahLst/>
              <a:cxnLst/>
              <a:rect l="l" t="t" r="r" b="b"/>
              <a:pathLst>
                <a:path w="615" h="89" extrusionOk="0">
                  <a:moveTo>
                    <a:pt x="439" y="1"/>
                  </a:moveTo>
                  <a:lnTo>
                    <a:pt x="1" y="88"/>
                  </a:lnTo>
                  <a:lnTo>
                    <a:pt x="1" y="88"/>
                  </a:lnTo>
                  <a:lnTo>
                    <a:pt x="615" y="1"/>
                  </a:ln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74"/>
            <p:cNvSpPr/>
            <p:nvPr/>
          </p:nvSpPr>
          <p:spPr>
            <a:xfrm>
              <a:off x="1514962" y="5289783"/>
              <a:ext cx="1491406" cy="657641"/>
            </a:xfrm>
            <a:custGeom>
              <a:avLst/>
              <a:gdLst/>
              <a:ahLst/>
              <a:cxnLst/>
              <a:rect l="l" t="t" r="r" b="b"/>
              <a:pathLst>
                <a:path w="19290" h="8506" extrusionOk="0">
                  <a:moveTo>
                    <a:pt x="13328" y="3245"/>
                  </a:moveTo>
                  <a:cubicBezTo>
                    <a:pt x="14204" y="3245"/>
                    <a:pt x="12626" y="4034"/>
                    <a:pt x="12188" y="4034"/>
                  </a:cubicBezTo>
                  <a:cubicBezTo>
                    <a:pt x="11399" y="4034"/>
                    <a:pt x="12977" y="3333"/>
                    <a:pt x="13328" y="3245"/>
                  </a:cubicBezTo>
                  <a:close/>
                  <a:moveTo>
                    <a:pt x="16835" y="1"/>
                  </a:moveTo>
                  <a:cubicBezTo>
                    <a:pt x="11223" y="790"/>
                    <a:pt x="5612" y="1491"/>
                    <a:pt x="0" y="2017"/>
                  </a:cubicBezTo>
                  <a:cubicBezTo>
                    <a:pt x="1140" y="4297"/>
                    <a:pt x="2543" y="6489"/>
                    <a:pt x="4209" y="8506"/>
                  </a:cubicBezTo>
                  <a:cubicBezTo>
                    <a:pt x="9119" y="6840"/>
                    <a:pt x="14204" y="5525"/>
                    <a:pt x="19290" y="4122"/>
                  </a:cubicBezTo>
                  <a:cubicBezTo>
                    <a:pt x="18413" y="2807"/>
                    <a:pt x="17536" y="1404"/>
                    <a:pt x="16835"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74"/>
            <p:cNvSpPr/>
            <p:nvPr/>
          </p:nvSpPr>
          <p:spPr>
            <a:xfrm>
              <a:off x="1514962" y="5289783"/>
              <a:ext cx="1491406" cy="657641"/>
            </a:xfrm>
            <a:custGeom>
              <a:avLst/>
              <a:gdLst/>
              <a:ahLst/>
              <a:cxnLst/>
              <a:rect l="l" t="t" r="r" b="b"/>
              <a:pathLst>
                <a:path w="19290" h="8506" extrusionOk="0">
                  <a:moveTo>
                    <a:pt x="13328" y="3245"/>
                  </a:moveTo>
                  <a:cubicBezTo>
                    <a:pt x="14204" y="3245"/>
                    <a:pt x="12626" y="4034"/>
                    <a:pt x="12188" y="4034"/>
                  </a:cubicBezTo>
                  <a:cubicBezTo>
                    <a:pt x="11399" y="4034"/>
                    <a:pt x="12977" y="3333"/>
                    <a:pt x="13328" y="3245"/>
                  </a:cubicBezTo>
                  <a:close/>
                  <a:moveTo>
                    <a:pt x="16835" y="1"/>
                  </a:moveTo>
                  <a:cubicBezTo>
                    <a:pt x="11223" y="790"/>
                    <a:pt x="5612" y="1491"/>
                    <a:pt x="0" y="2017"/>
                  </a:cubicBezTo>
                  <a:cubicBezTo>
                    <a:pt x="1140" y="4297"/>
                    <a:pt x="2543" y="6489"/>
                    <a:pt x="4209" y="8506"/>
                  </a:cubicBezTo>
                  <a:cubicBezTo>
                    <a:pt x="9119" y="6840"/>
                    <a:pt x="14204" y="5525"/>
                    <a:pt x="19290" y="4122"/>
                  </a:cubicBezTo>
                  <a:cubicBezTo>
                    <a:pt x="18413" y="2807"/>
                    <a:pt x="17536" y="1404"/>
                    <a:pt x="1683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74"/>
            <p:cNvSpPr/>
            <p:nvPr/>
          </p:nvSpPr>
          <p:spPr>
            <a:xfrm>
              <a:off x="2050442" y="5927008"/>
              <a:ext cx="1640624" cy="583110"/>
            </a:xfrm>
            <a:custGeom>
              <a:avLst/>
              <a:gdLst/>
              <a:ahLst/>
              <a:cxnLst/>
              <a:rect l="l" t="t" r="r" b="b"/>
              <a:pathLst>
                <a:path w="21220" h="7542" extrusionOk="0">
                  <a:moveTo>
                    <a:pt x="10698" y="4385"/>
                  </a:moveTo>
                  <a:cubicBezTo>
                    <a:pt x="11925" y="4385"/>
                    <a:pt x="11575" y="5700"/>
                    <a:pt x="10610" y="5700"/>
                  </a:cubicBezTo>
                  <a:cubicBezTo>
                    <a:pt x="9383" y="5700"/>
                    <a:pt x="9733" y="4385"/>
                    <a:pt x="10698" y="4385"/>
                  </a:cubicBezTo>
                  <a:close/>
                  <a:moveTo>
                    <a:pt x="15608" y="1"/>
                  </a:moveTo>
                  <a:cubicBezTo>
                    <a:pt x="10347" y="1141"/>
                    <a:pt x="5174" y="2280"/>
                    <a:pt x="1" y="3245"/>
                  </a:cubicBezTo>
                  <a:cubicBezTo>
                    <a:pt x="1579" y="4911"/>
                    <a:pt x="3420" y="6314"/>
                    <a:pt x="5262" y="7541"/>
                  </a:cubicBezTo>
                  <a:cubicBezTo>
                    <a:pt x="10610" y="6840"/>
                    <a:pt x="15871" y="6051"/>
                    <a:pt x="21219" y="5086"/>
                  </a:cubicBezTo>
                  <a:cubicBezTo>
                    <a:pt x="19203" y="3596"/>
                    <a:pt x="17274" y="1842"/>
                    <a:pt x="15608"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74"/>
            <p:cNvSpPr/>
            <p:nvPr/>
          </p:nvSpPr>
          <p:spPr>
            <a:xfrm>
              <a:off x="2050442" y="5927008"/>
              <a:ext cx="1640624" cy="583110"/>
            </a:xfrm>
            <a:custGeom>
              <a:avLst/>
              <a:gdLst/>
              <a:ahLst/>
              <a:cxnLst/>
              <a:rect l="l" t="t" r="r" b="b"/>
              <a:pathLst>
                <a:path w="21220" h="7542" extrusionOk="0">
                  <a:moveTo>
                    <a:pt x="10698" y="4385"/>
                  </a:moveTo>
                  <a:cubicBezTo>
                    <a:pt x="11925" y="4385"/>
                    <a:pt x="11575" y="5700"/>
                    <a:pt x="10610" y="5700"/>
                  </a:cubicBezTo>
                  <a:cubicBezTo>
                    <a:pt x="9383" y="5700"/>
                    <a:pt x="9733" y="4385"/>
                    <a:pt x="10698" y="4385"/>
                  </a:cubicBezTo>
                  <a:close/>
                  <a:moveTo>
                    <a:pt x="15608" y="1"/>
                  </a:moveTo>
                  <a:cubicBezTo>
                    <a:pt x="10347" y="1141"/>
                    <a:pt x="5174" y="2280"/>
                    <a:pt x="1" y="3245"/>
                  </a:cubicBezTo>
                  <a:cubicBezTo>
                    <a:pt x="1579" y="4911"/>
                    <a:pt x="3420" y="6314"/>
                    <a:pt x="5262" y="7541"/>
                  </a:cubicBezTo>
                  <a:cubicBezTo>
                    <a:pt x="10610" y="6840"/>
                    <a:pt x="15871" y="6051"/>
                    <a:pt x="21219" y="5086"/>
                  </a:cubicBezTo>
                  <a:cubicBezTo>
                    <a:pt x="19203" y="3596"/>
                    <a:pt x="17274" y="1842"/>
                    <a:pt x="156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74"/>
            <p:cNvSpPr/>
            <p:nvPr/>
          </p:nvSpPr>
          <p:spPr>
            <a:xfrm>
              <a:off x="1230212" y="4415358"/>
              <a:ext cx="1403345" cy="677975"/>
            </a:xfrm>
            <a:custGeom>
              <a:avLst/>
              <a:gdLst/>
              <a:ahLst/>
              <a:cxnLst/>
              <a:rect l="l" t="t" r="r" b="b"/>
              <a:pathLst>
                <a:path w="18151" h="8769" extrusionOk="0">
                  <a:moveTo>
                    <a:pt x="16747" y="0"/>
                  </a:moveTo>
                  <a:cubicBezTo>
                    <a:pt x="15958" y="88"/>
                    <a:pt x="15169" y="88"/>
                    <a:pt x="14380" y="175"/>
                  </a:cubicBezTo>
                  <a:cubicBezTo>
                    <a:pt x="10460" y="249"/>
                    <a:pt x="6290" y="760"/>
                    <a:pt x="2239" y="760"/>
                  </a:cubicBezTo>
                  <a:cubicBezTo>
                    <a:pt x="1488" y="760"/>
                    <a:pt x="741" y="743"/>
                    <a:pt x="1" y="701"/>
                  </a:cubicBezTo>
                  <a:lnTo>
                    <a:pt x="1" y="701"/>
                  </a:lnTo>
                  <a:cubicBezTo>
                    <a:pt x="176" y="2806"/>
                    <a:pt x="614" y="4910"/>
                    <a:pt x="1228" y="7014"/>
                  </a:cubicBezTo>
                  <a:cubicBezTo>
                    <a:pt x="3683" y="6488"/>
                    <a:pt x="6138" y="5875"/>
                    <a:pt x="8593" y="5261"/>
                  </a:cubicBezTo>
                  <a:cubicBezTo>
                    <a:pt x="8717" y="5230"/>
                    <a:pt x="8831" y="5216"/>
                    <a:pt x="8932" y="5216"/>
                  </a:cubicBezTo>
                  <a:cubicBezTo>
                    <a:pt x="9689" y="5216"/>
                    <a:pt x="9784" y="5993"/>
                    <a:pt x="8856" y="6225"/>
                  </a:cubicBezTo>
                  <a:cubicBezTo>
                    <a:pt x="6401" y="6839"/>
                    <a:pt x="3946" y="7365"/>
                    <a:pt x="1491" y="7891"/>
                  </a:cubicBezTo>
                  <a:cubicBezTo>
                    <a:pt x="1579" y="8154"/>
                    <a:pt x="1666" y="8505"/>
                    <a:pt x="1754" y="8768"/>
                  </a:cubicBezTo>
                  <a:cubicBezTo>
                    <a:pt x="7190" y="7453"/>
                    <a:pt x="12714" y="6576"/>
                    <a:pt x="18150" y="5524"/>
                  </a:cubicBezTo>
                  <a:cubicBezTo>
                    <a:pt x="17624" y="3770"/>
                    <a:pt x="17098" y="1841"/>
                    <a:pt x="16747" y="0"/>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74"/>
            <p:cNvSpPr/>
            <p:nvPr/>
          </p:nvSpPr>
          <p:spPr>
            <a:xfrm>
              <a:off x="1230212" y="4415358"/>
              <a:ext cx="1403345" cy="677975"/>
            </a:xfrm>
            <a:custGeom>
              <a:avLst/>
              <a:gdLst/>
              <a:ahLst/>
              <a:cxnLst/>
              <a:rect l="l" t="t" r="r" b="b"/>
              <a:pathLst>
                <a:path w="18151" h="8769" extrusionOk="0">
                  <a:moveTo>
                    <a:pt x="16747" y="0"/>
                  </a:moveTo>
                  <a:cubicBezTo>
                    <a:pt x="15958" y="88"/>
                    <a:pt x="15169" y="88"/>
                    <a:pt x="14380" y="175"/>
                  </a:cubicBezTo>
                  <a:cubicBezTo>
                    <a:pt x="10460" y="249"/>
                    <a:pt x="6290" y="760"/>
                    <a:pt x="2239" y="760"/>
                  </a:cubicBezTo>
                  <a:cubicBezTo>
                    <a:pt x="1488" y="760"/>
                    <a:pt x="741" y="743"/>
                    <a:pt x="1" y="701"/>
                  </a:cubicBezTo>
                  <a:lnTo>
                    <a:pt x="1" y="701"/>
                  </a:lnTo>
                  <a:cubicBezTo>
                    <a:pt x="176" y="2806"/>
                    <a:pt x="614" y="4910"/>
                    <a:pt x="1228" y="7014"/>
                  </a:cubicBezTo>
                  <a:cubicBezTo>
                    <a:pt x="3683" y="6488"/>
                    <a:pt x="6138" y="5875"/>
                    <a:pt x="8593" y="5261"/>
                  </a:cubicBezTo>
                  <a:cubicBezTo>
                    <a:pt x="8717" y="5230"/>
                    <a:pt x="8831" y="5216"/>
                    <a:pt x="8932" y="5216"/>
                  </a:cubicBezTo>
                  <a:cubicBezTo>
                    <a:pt x="9689" y="5216"/>
                    <a:pt x="9784" y="5993"/>
                    <a:pt x="8856" y="6225"/>
                  </a:cubicBezTo>
                  <a:cubicBezTo>
                    <a:pt x="6401" y="6839"/>
                    <a:pt x="3946" y="7365"/>
                    <a:pt x="1491" y="7891"/>
                  </a:cubicBezTo>
                  <a:cubicBezTo>
                    <a:pt x="1579" y="8154"/>
                    <a:pt x="1666" y="8505"/>
                    <a:pt x="1754" y="8768"/>
                  </a:cubicBezTo>
                  <a:cubicBezTo>
                    <a:pt x="7190" y="7453"/>
                    <a:pt x="12714" y="6576"/>
                    <a:pt x="18150" y="5524"/>
                  </a:cubicBezTo>
                  <a:cubicBezTo>
                    <a:pt x="17624" y="3770"/>
                    <a:pt x="17098" y="1841"/>
                    <a:pt x="16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74"/>
            <p:cNvSpPr/>
            <p:nvPr/>
          </p:nvSpPr>
          <p:spPr>
            <a:xfrm>
              <a:off x="1833575" y="4883032"/>
              <a:ext cx="820312" cy="149218"/>
            </a:xfrm>
            <a:custGeom>
              <a:avLst/>
              <a:gdLst/>
              <a:ahLst/>
              <a:cxnLst/>
              <a:rect l="l" t="t" r="r" b="b"/>
              <a:pathLst>
                <a:path w="10610" h="1930" extrusionOk="0">
                  <a:moveTo>
                    <a:pt x="10609" y="1"/>
                  </a:moveTo>
                  <a:cubicBezTo>
                    <a:pt x="7102" y="615"/>
                    <a:pt x="3507" y="1228"/>
                    <a:pt x="0" y="1930"/>
                  </a:cubicBezTo>
                  <a:cubicBezTo>
                    <a:pt x="3507" y="1404"/>
                    <a:pt x="7102" y="790"/>
                    <a:pt x="10609" y="89"/>
                  </a:cubicBezTo>
                  <a:lnTo>
                    <a:pt x="10609" y="1"/>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74"/>
            <p:cNvSpPr/>
            <p:nvPr/>
          </p:nvSpPr>
          <p:spPr>
            <a:xfrm>
              <a:off x="1833575" y="4883032"/>
              <a:ext cx="820312" cy="149218"/>
            </a:xfrm>
            <a:custGeom>
              <a:avLst/>
              <a:gdLst/>
              <a:ahLst/>
              <a:cxnLst/>
              <a:rect l="l" t="t" r="r" b="b"/>
              <a:pathLst>
                <a:path w="10610" h="1930" extrusionOk="0">
                  <a:moveTo>
                    <a:pt x="10609" y="1"/>
                  </a:moveTo>
                  <a:cubicBezTo>
                    <a:pt x="7102" y="615"/>
                    <a:pt x="3507" y="1228"/>
                    <a:pt x="0" y="1930"/>
                  </a:cubicBezTo>
                  <a:cubicBezTo>
                    <a:pt x="3507" y="1404"/>
                    <a:pt x="7102" y="790"/>
                    <a:pt x="10609" y="89"/>
                  </a:cubicBezTo>
                  <a:lnTo>
                    <a:pt x="10609" y="1"/>
                  </a:ln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74"/>
            <p:cNvSpPr/>
            <p:nvPr/>
          </p:nvSpPr>
          <p:spPr>
            <a:xfrm>
              <a:off x="1420020" y="2890023"/>
              <a:ext cx="1105063" cy="305162"/>
            </a:xfrm>
            <a:custGeom>
              <a:avLst/>
              <a:gdLst/>
              <a:ahLst/>
              <a:cxnLst/>
              <a:rect l="l" t="t" r="r" b="b"/>
              <a:pathLst>
                <a:path w="14293" h="3947" extrusionOk="0">
                  <a:moveTo>
                    <a:pt x="14292" y="1"/>
                  </a:moveTo>
                  <a:lnTo>
                    <a:pt x="14292" y="1"/>
                  </a:lnTo>
                  <a:cubicBezTo>
                    <a:pt x="9996" y="878"/>
                    <a:pt x="5612" y="1404"/>
                    <a:pt x="1228" y="1404"/>
                  </a:cubicBezTo>
                  <a:cubicBezTo>
                    <a:pt x="790" y="2281"/>
                    <a:pt x="351" y="3157"/>
                    <a:pt x="1" y="3947"/>
                  </a:cubicBezTo>
                  <a:cubicBezTo>
                    <a:pt x="4560" y="3596"/>
                    <a:pt x="9207" y="2982"/>
                    <a:pt x="13854" y="2281"/>
                  </a:cubicBezTo>
                  <a:cubicBezTo>
                    <a:pt x="13942" y="1492"/>
                    <a:pt x="14117" y="790"/>
                    <a:pt x="14292"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74"/>
            <p:cNvSpPr/>
            <p:nvPr/>
          </p:nvSpPr>
          <p:spPr>
            <a:xfrm>
              <a:off x="1420020" y="2890023"/>
              <a:ext cx="1105063" cy="305162"/>
            </a:xfrm>
            <a:custGeom>
              <a:avLst/>
              <a:gdLst/>
              <a:ahLst/>
              <a:cxnLst/>
              <a:rect l="l" t="t" r="r" b="b"/>
              <a:pathLst>
                <a:path w="14293" h="3947" extrusionOk="0">
                  <a:moveTo>
                    <a:pt x="14292" y="1"/>
                  </a:moveTo>
                  <a:lnTo>
                    <a:pt x="14292" y="1"/>
                  </a:lnTo>
                  <a:cubicBezTo>
                    <a:pt x="9996" y="878"/>
                    <a:pt x="5612" y="1404"/>
                    <a:pt x="1228" y="1404"/>
                  </a:cubicBezTo>
                  <a:cubicBezTo>
                    <a:pt x="790" y="2281"/>
                    <a:pt x="351" y="3157"/>
                    <a:pt x="1" y="3947"/>
                  </a:cubicBezTo>
                  <a:cubicBezTo>
                    <a:pt x="4560" y="3596"/>
                    <a:pt x="9207" y="2982"/>
                    <a:pt x="13854" y="2281"/>
                  </a:cubicBezTo>
                  <a:cubicBezTo>
                    <a:pt x="13942" y="1492"/>
                    <a:pt x="14117" y="790"/>
                    <a:pt x="1429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74"/>
            <p:cNvSpPr/>
            <p:nvPr/>
          </p:nvSpPr>
          <p:spPr>
            <a:xfrm>
              <a:off x="3107951" y="6808314"/>
              <a:ext cx="101824" cy="33941"/>
            </a:xfrm>
            <a:custGeom>
              <a:avLst/>
              <a:gdLst/>
              <a:ahLst/>
              <a:cxnLst/>
              <a:rect l="l" t="t" r="r" b="b"/>
              <a:pathLst>
                <a:path w="1317" h="439" extrusionOk="0">
                  <a:moveTo>
                    <a:pt x="1316" y="0"/>
                  </a:moveTo>
                  <a:lnTo>
                    <a:pt x="1" y="351"/>
                  </a:lnTo>
                  <a:cubicBezTo>
                    <a:pt x="89" y="351"/>
                    <a:pt x="176" y="351"/>
                    <a:pt x="264" y="439"/>
                  </a:cubicBezTo>
                  <a:lnTo>
                    <a:pt x="1316" y="0"/>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74"/>
            <p:cNvSpPr/>
            <p:nvPr/>
          </p:nvSpPr>
          <p:spPr>
            <a:xfrm>
              <a:off x="3107951" y="6808314"/>
              <a:ext cx="101824" cy="33941"/>
            </a:xfrm>
            <a:custGeom>
              <a:avLst/>
              <a:gdLst/>
              <a:ahLst/>
              <a:cxnLst/>
              <a:rect l="l" t="t" r="r" b="b"/>
              <a:pathLst>
                <a:path w="1317" h="439" extrusionOk="0">
                  <a:moveTo>
                    <a:pt x="1316" y="0"/>
                  </a:moveTo>
                  <a:lnTo>
                    <a:pt x="1" y="351"/>
                  </a:lnTo>
                  <a:cubicBezTo>
                    <a:pt x="89" y="351"/>
                    <a:pt x="176" y="351"/>
                    <a:pt x="264" y="439"/>
                  </a:cubicBezTo>
                  <a:lnTo>
                    <a:pt x="1316" y="0"/>
                  </a:ln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74"/>
            <p:cNvSpPr/>
            <p:nvPr/>
          </p:nvSpPr>
          <p:spPr>
            <a:xfrm>
              <a:off x="2545333" y="2537547"/>
              <a:ext cx="61079" cy="13607"/>
            </a:xfrm>
            <a:custGeom>
              <a:avLst/>
              <a:gdLst/>
              <a:ahLst/>
              <a:cxnLst/>
              <a:rect l="l" t="t" r="r" b="b"/>
              <a:pathLst>
                <a:path w="790" h="176" extrusionOk="0">
                  <a:moveTo>
                    <a:pt x="790" y="1"/>
                  </a:moveTo>
                  <a:lnTo>
                    <a:pt x="1" y="176"/>
                  </a:lnTo>
                  <a:lnTo>
                    <a:pt x="790" y="1"/>
                  </a:ln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74"/>
            <p:cNvSpPr/>
            <p:nvPr/>
          </p:nvSpPr>
          <p:spPr>
            <a:xfrm>
              <a:off x="2545333" y="2537547"/>
              <a:ext cx="61079" cy="13607"/>
            </a:xfrm>
            <a:custGeom>
              <a:avLst/>
              <a:gdLst/>
              <a:ahLst/>
              <a:cxnLst/>
              <a:rect l="l" t="t" r="r" b="b"/>
              <a:pathLst>
                <a:path w="790" h="176" extrusionOk="0">
                  <a:moveTo>
                    <a:pt x="790" y="1"/>
                  </a:moveTo>
                  <a:lnTo>
                    <a:pt x="1" y="176"/>
                  </a:lnTo>
                  <a:lnTo>
                    <a:pt x="790" y="1"/>
                  </a:ln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74"/>
            <p:cNvSpPr/>
            <p:nvPr/>
          </p:nvSpPr>
          <p:spPr>
            <a:xfrm>
              <a:off x="3250364" y="6611704"/>
              <a:ext cx="1342266" cy="359205"/>
            </a:xfrm>
            <a:custGeom>
              <a:avLst/>
              <a:gdLst/>
              <a:ahLst/>
              <a:cxnLst/>
              <a:rect l="l" t="t" r="r" b="b"/>
              <a:pathLst>
                <a:path w="17361" h="4646" extrusionOk="0">
                  <a:moveTo>
                    <a:pt x="11048" y="0"/>
                  </a:moveTo>
                  <a:cubicBezTo>
                    <a:pt x="7278" y="877"/>
                    <a:pt x="3595" y="2105"/>
                    <a:pt x="0" y="3420"/>
                  </a:cubicBezTo>
                  <a:cubicBezTo>
                    <a:pt x="1315" y="3771"/>
                    <a:pt x="2718" y="4121"/>
                    <a:pt x="4121" y="4297"/>
                  </a:cubicBezTo>
                  <a:cubicBezTo>
                    <a:pt x="5758" y="4526"/>
                    <a:pt x="7407" y="4645"/>
                    <a:pt x="9060" y="4645"/>
                  </a:cubicBezTo>
                  <a:cubicBezTo>
                    <a:pt x="11832" y="4645"/>
                    <a:pt x="14614" y="4310"/>
                    <a:pt x="17361" y="3595"/>
                  </a:cubicBezTo>
                  <a:cubicBezTo>
                    <a:pt x="15169" y="2368"/>
                    <a:pt x="13065" y="1228"/>
                    <a:pt x="11048" y="0"/>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74"/>
            <p:cNvSpPr/>
            <p:nvPr/>
          </p:nvSpPr>
          <p:spPr>
            <a:xfrm>
              <a:off x="3250364" y="6611704"/>
              <a:ext cx="1342266" cy="359205"/>
            </a:xfrm>
            <a:custGeom>
              <a:avLst/>
              <a:gdLst/>
              <a:ahLst/>
              <a:cxnLst/>
              <a:rect l="l" t="t" r="r" b="b"/>
              <a:pathLst>
                <a:path w="17361" h="4646" extrusionOk="0">
                  <a:moveTo>
                    <a:pt x="11048" y="0"/>
                  </a:moveTo>
                  <a:cubicBezTo>
                    <a:pt x="7278" y="877"/>
                    <a:pt x="3595" y="2105"/>
                    <a:pt x="0" y="3420"/>
                  </a:cubicBezTo>
                  <a:cubicBezTo>
                    <a:pt x="1315" y="3771"/>
                    <a:pt x="2718" y="4121"/>
                    <a:pt x="4121" y="4297"/>
                  </a:cubicBezTo>
                  <a:cubicBezTo>
                    <a:pt x="5758" y="4526"/>
                    <a:pt x="7407" y="4645"/>
                    <a:pt x="9060" y="4645"/>
                  </a:cubicBezTo>
                  <a:cubicBezTo>
                    <a:pt x="11832" y="4645"/>
                    <a:pt x="14614" y="4310"/>
                    <a:pt x="17361" y="3595"/>
                  </a:cubicBezTo>
                  <a:cubicBezTo>
                    <a:pt x="15169" y="2368"/>
                    <a:pt x="13065" y="1228"/>
                    <a:pt x="110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74"/>
            <p:cNvSpPr/>
            <p:nvPr/>
          </p:nvSpPr>
          <p:spPr>
            <a:xfrm>
              <a:off x="1752163" y="2076598"/>
              <a:ext cx="1016924" cy="535638"/>
            </a:xfrm>
            <a:custGeom>
              <a:avLst/>
              <a:gdLst/>
              <a:ahLst/>
              <a:cxnLst/>
              <a:rect l="l" t="t" r="r" b="b"/>
              <a:pathLst>
                <a:path w="13153" h="6928" extrusionOk="0">
                  <a:moveTo>
                    <a:pt x="13153" y="0"/>
                  </a:moveTo>
                  <a:lnTo>
                    <a:pt x="13153" y="0"/>
                  </a:lnTo>
                  <a:cubicBezTo>
                    <a:pt x="10786" y="439"/>
                    <a:pt x="8418" y="789"/>
                    <a:pt x="6051" y="965"/>
                  </a:cubicBezTo>
                  <a:cubicBezTo>
                    <a:pt x="5992" y="994"/>
                    <a:pt x="5934" y="1004"/>
                    <a:pt x="5876" y="1004"/>
                  </a:cubicBezTo>
                  <a:cubicBezTo>
                    <a:pt x="5759" y="1004"/>
                    <a:pt x="5642" y="965"/>
                    <a:pt x="5525" y="965"/>
                  </a:cubicBezTo>
                  <a:cubicBezTo>
                    <a:pt x="3508" y="2718"/>
                    <a:pt x="1667" y="4735"/>
                    <a:pt x="1" y="6927"/>
                  </a:cubicBezTo>
                  <a:cubicBezTo>
                    <a:pt x="3947" y="6138"/>
                    <a:pt x="7717" y="5349"/>
                    <a:pt x="11575" y="4472"/>
                  </a:cubicBezTo>
                  <a:cubicBezTo>
                    <a:pt x="11750" y="3771"/>
                    <a:pt x="12013" y="3157"/>
                    <a:pt x="12276" y="2455"/>
                  </a:cubicBezTo>
                  <a:lnTo>
                    <a:pt x="12276" y="2455"/>
                  </a:lnTo>
                  <a:cubicBezTo>
                    <a:pt x="12144" y="2474"/>
                    <a:pt x="12016" y="2485"/>
                    <a:pt x="11896" y="2485"/>
                  </a:cubicBezTo>
                  <a:cubicBezTo>
                    <a:pt x="11460" y="2485"/>
                    <a:pt x="11136" y="2342"/>
                    <a:pt x="11136" y="1929"/>
                  </a:cubicBezTo>
                  <a:lnTo>
                    <a:pt x="11136" y="1842"/>
                  </a:lnTo>
                  <a:cubicBezTo>
                    <a:pt x="11136" y="1396"/>
                    <a:pt x="11692" y="1089"/>
                    <a:pt x="12197" y="1089"/>
                  </a:cubicBezTo>
                  <a:cubicBezTo>
                    <a:pt x="12388" y="1089"/>
                    <a:pt x="12571" y="1132"/>
                    <a:pt x="12715" y="1228"/>
                  </a:cubicBezTo>
                  <a:cubicBezTo>
                    <a:pt x="12802" y="789"/>
                    <a:pt x="12978" y="351"/>
                    <a:pt x="13153" y="0"/>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74"/>
            <p:cNvSpPr/>
            <p:nvPr/>
          </p:nvSpPr>
          <p:spPr>
            <a:xfrm>
              <a:off x="1752163" y="2076598"/>
              <a:ext cx="1016924" cy="535638"/>
            </a:xfrm>
            <a:custGeom>
              <a:avLst/>
              <a:gdLst/>
              <a:ahLst/>
              <a:cxnLst/>
              <a:rect l="l" t="t" r="r" b="b"/>
              <a:pathLst>
                <a:path w="13153" h="6928" extrusionOk="0">
                  <a:moveTo>
                    <a:pt x="13153" y="0"/>
                  </a:moveTo>
                  <a:lnTo>
                    <a:pt x="13153" y="0"/>
                  </a:lnTo>
                  <a:cubicBezTo>
                    <a:pt x="10786" y="439"/>
                    <a:pt x="8418" y="789"/>
                    <a:pt x="6051" y="965"/>
                  </a:cubicBezTo>
                  <a:cubicBezTo>
                    <a:pt x="5992" y="994"/>
                    <a:pt x="5934" y="1004"/>
                    <a:pt x="5876" y="1004"/>
                  </a:cubicBezTo>
                  <a:cubicBezTo>
                    <a:pt x="5759" y="1004"/>
                    <a:pt x="5642" y="965"/>
                    <a:pt x="5525" y="965"/>
                  </a:cubicBezTo>
                  <a:cubicBezTo>
                    <a:pt x="3508" y="2718"/>
                    <a:pt x="1667" y="4735"/>
                    <a:pt x="1" y="6927"/>
                  </a:cubicBezTo>
                  <a:cubicBezTo>
                    <a:pt x="3947" y="6138"/>
                    <a:pt x="7717" y="5349"/>
                    <a:pt x="11575" y="4472"/>
                  </a:cubicBezTo>
                  <a:cubicBezTo>
                    <a:pt x="11750" y="3771"/>
                    <a:pt x="12013" y="3157"/>
                    <a:pt x="12276" y="2455"/>
                  </a:cubicBezTo>
                  <a:lnTo>
                    <a:pt x="12276" y="2455"/>
                  </a:lnTo>
                  <a:cubicBezTo>
                    <a:pt x="12144" y="2474"/>
                    <a:pt x="12016" y="2485"/>
                    <a:pt x="11896" y="2485"/>
                  </a:cubicBezTo>
                  <a:cubicBezTo>
                    <a:pt x="11460" y="2485"/>
                    <a:pt x="11136" y="2342"/>
                    <a:pt x="11136" y="1929"/>
                  </a:cubicBezTo>
                  <a:lnTo>
                    <a:pt x="11136" y="1842"/>
                  </a:lnTo>
                  <a:cubicBezTo>
                    <a:pt x="11136" y="1396"/>
                    <a:pt x="11692" y="1089"/>
                    <a:pt x="12197" y="1089"/>
                  </a:cubicBezTo>
                  <a:cubicBezTo>
                    <a:pt x="12388" y="1089"/>
                    <a:pt x="12571" y="1132"/>
                    <a:pt x="12715" y="1228"/>
                  </a:cubicBezTo>
                  <a:cubicBezTo>
                    <a:pt x="12802" y="789"/>
                    <a:pt x="12978" y="351"/>
                    <a:pt x="131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74"/>
            <p:cNvSpPr/>
            <p:nvPr/>
          </p:nvSpPr>
          <p:spPr>
            <a:xfrm>
              <a:off x="2457194" y="2022324"/>
              <a:ext cx="230553" cy="34019"/>
            </a:xfrm>
            <a:custGeom>
              <a:avLst/>
              <a:gdLst/>
              <a:ahLst/>
              <a:cxnLst/>
              <a:rect l="l" t="t" r="r" b="b"/>
              <a:pathLst>
                <a:path w="2982" h="440" extrusionOk="0">
                  <a:moveTo>
                    <a:pt x="2982" y="1"/>
                  </a:moveTo>
                  <a:cubicBezTo>
                    <a:pt x="1930" y="1"/>
                    <a:pt x="965" y="176"/>
                    <a:pt x="1" y="439"/>
                  </a:cubicBezTo>
                  <a:cubicBezTo>
                    <a:pt x="965" y="264"/>
                    <a:pt x="2017" y="89"/>
                    <a:pt x="2982" y="1"/>
                  </a:cubicBezTo>
                  <a:close/>
                </a:path>
              </a:pathLst>
            </a:custGeom>
            <a:solidFill>
              <a:srgbClr val="7429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74"/>
            <p:cNvSpPr/>
            <p:nvPr/>
          </p:nvSpPr>
          <p:spPr>
            <a:xfrm>
              <a:off x="2457194" y="2022324"/>
              <a:ext cx="230553" cy="34019"/>
            </a:xfrm>
            <a:custGeom>
              <a:avLst/>
              <a:gdLst/>
              <a:ahLst/>
              <a:cxnLst/>
              <a:rect l="l" t="t" r="r" b="b"/>
              <a:pathLst>
                <a:path w="2982" h="440" extrusionOk="0">
                  <a:moveTo>
                    <a:pt x="2982" y="1"/>
                  </a:moveTo>
                  <a:cubicBezTo>
                    <a:pt x="1930" y="1"/>
                    <a:pt x="965" y="176"/>
                    <a:pt x="1" y="439"/>
                  </a:cubicBezTo>
                  <a:cubicBezTo>
                    <a:pt x="965" y="264"/>
                    <a:pt x="2017" y="89"/>
                    <a:pt x="2982" y="1"/>
                  </a:cubicBezTo>
                  <a:close/>
                </a:path>
              </a:pathLst>
            </a:custGeom>
            <a:solidFill>
              <a:srgbClr val="781E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74"/>
            <p:cNvSpPr/>
            <p:nvPr/>
          </p:nvSpPr>
          <p:spPr>
            <a:xfrm>
              <a:off x="1542022" y="2537547"/>
              <a:ext cx="1064396" cy="406832"/>
            </a:xfrm>
            <a:custGeom>
              <a:avLst/>
              <a:gdLst/>
              <a:ahLst/>
              <a:cxnLst/>
              <a:rect l="l" t="t" r="r" b="b"/>
              <a:pathLst>
                <a:path w="13767" h="5262" extrusionOk="0">
                  <a:moveTo>
                    <a:pt x="13767" y="1"/>
                  </a:moveTo>
                  <a:lnTo>
                    <a:pt x="12978" y="176"/>
                  </a:lnTo>
                  <a:cubicBezTo>
                    <a:pt x="9470" y="965"/>
                    <a:pt x="5875" y="1666"/>
                    <a:pt x="2193" y="2456"/>
                  </a:cubicBezTo>
                  <a:lnTo>
                    <a:pt x="1667" y="2456"/>
                  </a:lnTo>
                  <a:cubicBezTo>
                    <a:pt x="1053" y="3332"/>
                    <a:pt x="527" y="4297"/>
                    <a:pt x="1" y="5261"/>
                  </a:cubicBezTo>
                  <a:cubicBezTo>
                    <a:pt x="4297" y="5261"/>
                    <a:pt x="8594" y="4823"/>
                    <a:pt x="12802" y="3946"/>
                  </a:cubicBezTo>
                  <a:cubicBezTo>
                    <a:pt x="13065" y="2631"/>
                    <a:pt x="13416" y="1316"/>
                    <a:pt x="13767" y="1"/>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74"/>
            <p:cNvSpPr/>
            <p:nvPr/>
          </p:nvSpPr>
          <p:spPr>
            <a:xfrm>
              <a:off x="1542022" y="2537547"/>
              <a:ext cx="1064396" cy="406832"/>
            </a:xfrm>
            <a:custGeom>
              <a:avLst/>
              <a:gdLst/>
              <a:ahLst/>
              <a:cxnLst/>
              <a:rect l="l" t="t" r="r" b="b"/>
              <a:pathLst>
                <a:path w="13767" h="5262" extrusionOk="0">
                  <a:moveTo>
                    <a:pt x="13767" y="1"/>
                  </a:moveTo>
                  <a:lnTo>
                    <a:pt x="12978" y="176"/>
                  </a:lnTo>
                  <a:cubicBezTo>
                    <a:pt x="9470" y="965"/>
                    <a:pt x="5875" y="1666"/>
                    <a:pt x="2193" y="2456"/>
                  </a:cubicBezTo>
                  <a:lnTo>
                    <a:pt x="1667" y="2456"/>
                  </a:lnTo>
                  <a:cubicBezTo>
                    <a:pt x="1053" y="3332"/>
                    <a:pt x="527" y="4297"/>
                    <a:pt x="1" y="5261"/>
                  </a:cubicBezTo>
                  <a:cubicBezTo>
                    <a:pt x="4297" y="5261"/>
                    <a:pt x="8594" y="4823"/>
                    <a:pt x="12802" y="3946"/>
                  </a:cubicBezTo>
                  <a:cubicBezTo>
                    <a:pt x="13065" y="2631"/>
                    <a:pt x="13416" y="1316"/>
                    <a:pt x="137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74"/>
            <p:cNvSpPr/>
            <p:nvPr/>
          </p:nvSpPr>
          <p:spPr>
            <a:xfrm>
              <a:off x="1318351" y="3106967"/>
              <a:ext cx="1166065" cy="393301"/>
            </a:xfrm>
            <a:custGeom>
              <a:avLst/>
              <a:gdLst/>
              <a:ahLst/>
              <a:cxnLst/>
              <a:rect l="l" t="t" r="r" b="b"/>
              <a:pathLst>
                <a:path w="15082" h="5087" extrusionOk="0">
                  <a:moveTo>
                    <a:pt x="15081" y="1"/>
                  </a:moveTo>
                  <a:cubicBezTo>
                    <a:pt x="10434" y="790"/>
                    <a:pt x="5787" y="1316"/>
                    <a:pt x="1140" y="1754"/>
                  </a:cubicBezTo>
                  <a:cubicBezTo>
                    <a:pt x="702" y="2894"/>
                    <a:pt x="351" y="3946"/>
                    <a:pt x="0" y="5086"/>
                  </a:cubicBezTo>
                  <a:cubicBezTo>
                    <a:pt x="4910" y="4998"/>
                    <a:pt x="9821" y="4648"/>
                    <a:pt x="14731" y="4122"/>
                  </a:cubicBezTo>
                  <a:cubicBezTo>
                    <a:pt x="14731" y="2719"/>
                    <a:pt x="14906" y="1316"/>
                    <a:pt x="15081" y="1"/>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74"/>
            <p:cNvSpPr/>
            <p:nvPr/>
          </p:nvSpPr>
          <p:spPr>
            <a:xfrm>
              <a:off x="1318351" y="3106967"/>
              <a:ext cx="1166065" cy="393301"/>
            </a:xfrm>
            <a:custGeom>
              <a:avLst/>
              <a:gdLst/>
              <a:ahLst/>
              <a:cxnLst/>
              <a:rect l="l" t="t" r="r" b="b"/>
              <a:pathLst>
                <a:path w="15082" h="5087" extrusionOk="0">
                  <a:moveTo>
                    <a:pt x="15081" y="1"/>
                  </a:moveTo>
                  <a:cubicBezTo>
                    <a:pt x="10434" y="790"/>
                    <a:pt x="5787" y="1316"/>
                    <a:pt x="1140" y="1754"/>
                  </a:cubicBezTo>
                  <a:cubicBezTo>
                    <a:pt x="702" y="2894"/>
                    <a:pt x="351" y="3946"/>
                    <a:pt x="0" y="5086"/>
                  </a:cubicBezTo>
                  <a:cubicBezTo>
                    <a:pt x="4910" y="4998"/>
                    <a:pt x="9821" y="4648"/>
                    <a:pt x="14731" y="4122"/>
                  </a:cubicBezTo>
                  <a:cubicBezTo>
                    <a:pt x="14731" y="2719"/>
                    <a:pt x="14906" y="1316"/>
                    <a:pt x="1508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74"/>
            <p:cNvSpPr/>
            <p:nvPr/>
          </p:nvSpPr>
          <p:spPr>
            <a:xfrm>
              <a:off x="1216682" y="4089941"/>
              <a:ext cx="1294872" cy="324568"/>
            </a:xfrm>
            <a:custGeom>
              <a:avLst/>
              <a:gdLst/>
              <a:ahLst/>
              <a:cxnLst/>
              <a:rect l="l" t="t" r="r" b="b"/>
              <a:pathLst>
                <a:path w="16748" h="4198" extrusionOk="0">
                  <a:moveTo>
                    <a:pt x="16221" y="0"/>
                  </a:moveTo>
                  <a:cubicBezTo>
                    <a:pt x="14117" y="614"/>
                    <a:pt x="11925" y="965"/>
                    <a:pt x="9733" y="1228"/>
                  </a:cubicBezTo>
                  <a:cubicBezTo>
                    <a:pt x="8330" y="1403"/>
                    <a:pt x="7015" y="1666"/>
                    <a:pt x="5612" y="1842"/>
                  </a:cubicBezTo>
                  <a:lnTo>
                    <a:pt x="2718" y="1929"/>
                  </a:lnTo>
                  <a:cubicBezTo>
                    <a:pt x="1841" y="2017"/>
                    <a:pt x="965" y="2192"/>
                    <a:pt x="0" y="2368"/>
                  </a:cubicBezTo>
                  <a:cubicBezTo>
                    <a:pt x="0" y="2981"/>
                    <a:pt x="0" y="3508"/>
                    <a:pt x="88" y="4121"/>
                  </a:cubicBezTo>
                  <a:lnTo>
                    <a:pt x="176" y="4121"/>
                  </a:lnTo>
                  <a:cubicBezTo>
                    <a:pt x="641" y="4175"/>
                    <a:pt x="1093" y="4197"/>
                    <a:pt x="1534" y="4197"/>
                  </a:cubicBezTo>
                  <a:cubicBezTo>
                    <a:pt x="4000" y="4197"/>
                    <a:pt x="6139" y="3481"/>
                    <a:pt x="8593" y="3332"/>
                  </a:cubicBezTo>
                  <a:cubicBezTo>
                    <a:pt x="9084" y="3297"/>
                    <a:pt x="9571" y="3283"/>
                    <a:pt x="10057" y="3283"/>
                  </a:cubicBezTo>
                  <a:cubicBezTo>
                    <a:pt x="11998" y="3283"/>
                    <a:pt x="13906" y="3508"/>
                    <a:pt x="15870" y="3508"/>
                  </a:cubicBezTo>
                  <a:lnTo>
                    <a:pt x="16747" y="3420"/>
                  </a:lnTo>
                  <a:cubicBezTo>
                    <a:pt x="16572" y="2280"/>
                    <a:pt x="16396" y="1140"/>
                    <a:pt x="16221" y="0"/>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74"/>
            <p:cNvSpPr/>
            <p:nvPr/>
          </p:nvSpPr>
          <p:spPr>
            <a:xfrm>
              <a:off x="1216682" y="4089941"/>
              <a:ext cx="1294872" cy="324568"/>
            </a:xfrm>
            <a:custGeom>
              <a:avLst/>
              <a:gdLst/>
              <a:ahLst/>
              <a:cxnLst/>
              <a:rect l="l" t="t" r="r" b="b"/>
              <a:pathLst>
                <a:path w="16748" h="4198" extrusionOk="0">
                  <a:moveTo>
                    <a:pt x="16221" y="0"/>
                  </a:moveTo>
                  <a:cubicBezTo>
                    <a:pt x="14117" y="614"/>
                    <a:pt x="11925" y="965"/>
                    <a:pt x="9733" y="1228"/>
                  </a:cubicBezTo>
                  <a:cubicBezTo>
                    <a:pt x="8330" y="1403"/>
                    <a:pt x="7015" y="1666"/>
                    <a:pt x="5612" y="1842"/>
                  </a:cubicBezTo>
                  <a:lnTo>
                    <a:pt x="2718" y="1929"/>
                  </a:lnTo>
                  <a:cubicBezTo>
                    <a:pt x="1841" y="2017"/>
                    <a:pt x="965" y="2192"/>
                    <a:pt x="0" y="2368"/>
                  </a:cubicBezTo>
                  <a:cubicBezTo>
                    <a:pt x="0" y="2981"/>
                    <a:pt x="0" y="3508"/>
                    <a:pt x="88" y="4121"/>
                  </a:cubicBezTo>
                  <a:lnTo>
                    <a:pt x="176" y="4121"/>
                  </a:lnTo>
                  <a:cubicBezTo>
                    <a:pt x="641" y="4175"/>
                    <a:pt x="1093" y="4197"/>
                    <a:pt x="1534" y="4197"/>
                  </a:cubicBezTo>
                  <a:cubicBezTo>
                    <a:pt x="4000" y="4197"/>
                    <a:pt x="6139" y="3481"/>
                    <a:pt x="8593" y="3332"/>
                  </a:cubicBezTo>
                  <a:cubicBezTo>
                    <a:pt x="9084" y="3297"/>
                    <a:pt x="9571" y="3283"/>
                    <a:pt x="10057" y="3283"/>
                  </a:cubicBezTo>
                  <a:cubicBezTo>
                    <a:pt x="11998" y="3283"/>
                    <a:pt x="13906" y="3508"/>
                    <a:pt x="15870" y="3508"/>
                  </a:cubicBezTo>
                  <a:lnTo>
                    <a:pt x="16747" y="3420"/>
                  </a:lnTo>
                  <a:cubicBezTo>
                    <a:pt x="16572" y="2280"/>
                    <a:pt x="16396" y="1140"/>
                    <a:pt x="16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74"/>
            <p:cNvSpPr/>
            <p:nvPr/>
          </p:nvSpPr>
          <p:spPr>
            <a:xfrm>
              <a:off x="1379352" y="4889836"/>
              <a:ext cx="1410071" cy="488167"/>
            </a:xfrm>
            <a:custGeom>
              <a:avLst/>
              <a:gdLst/>
              <a:ahLst/>
              <a:cxnLst/>
              <a:rect l="l" t="t" r="r" b="b"/>
              <a:pathLst>
                <a:path w="18238" h="6314" extrusionOk="0">
                  <a:moveTo>
                    <a:pt x="17274" y="2456"/>
                  </a:moveTo>
                  <a:lnTo>
                    <a:pt x="16660" y="2543"/>
                  </a:lnTo>
                  <a:lnTo>
                    <a:pt x="16660" y="2543"/>
                  </a:lnTo>
                  <a:lnTo>
                    <a:pt x="17098" y="2456"/>
                  </a:lnTo>
                  <a:close/>
                  <a:moveTo>
                    <a:pt x="16484" y="1"/>
                  </a:moveTo>
                  <a:cubicBezTo>
                    <a:pt x="12977" y="702"/>
                    <a:pt x="9382" y="1316"/>
                    <a:pt x="5875" y="1842"/>
                  </a:cubicBezTo>
                  <a:cubicBezTo>
                    <a:pt x="3946" y="2280"/>
                    <a:pt x="1929" y="2631"/>
                    <a:pt x="1" y="3157"/>
                  </a:cubicBezTo>
                  <a:cubicBezTo>
                    <a:pt x="439" y="4209"/>
                    <a:pt x="877" y="5349"/>
                    <a:pt x="1316" y="6314"/>
                  </a:cubicBezTo>
                  <a:cubicBezTo>
                    <a:pt x="1491" y="6226"/>
                    <a:pt x="1579" y="6226"/>
                    <a:pt x="1754" y="6226"/>
                  </a:cubicBezTo>
                  <a:cubicBezTo>
                    <a:pt x="7278" y="5700"/>
                    <a:pt x="12714" y="5086"/>
                    <a:pt x="18238" y="4209"/>
                  </a:cubicBezTo>
                  <a:cubicBezTo>
                    <a:pt x="17712" y="3157"/>
                    <a:pt x="17274" y="2017"/>
                    <a:pt x="16835" y="877"/>
                  </a:cubicBezTo>
                  <a:cubicBezTo>
                    <a:pt x="16660" y="614"/>
                    <a:pt x="16572" y="264"/>
                    <a:pt x="16484" y="1"/>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74"/>
            <p:cNvSpPr/>
            <p:nvPr/>
          </p:nvSpPr>
          <p:spPr>
            <a:xfrm>
              <a:off x="1379352" y="4889836"/>
              <a:ext cx="1410071" cy="488167"/>
            </a:xfrm>
            <a:custGeom>
              <a:avLst/>
              <a:gdLst/>
              <a:ahLst/>
              <a:cxnLst/>
              <a:rect l="l" t="t" r="r" b="b"/>
              <a:pathLst>
                <a:path w="18238" h="6314" extrusionOk="0">
                  <a:moveTo>
                    <a:pt x="17274" y="2456"/>
                  </a:moveTo>
                  <a:lnTo>
                    <a:pt x="16660" y="2543"/>
                  </a:lnTo>
                  <a:lnTo>
                    <a:pt x="16660" y="2543"/>
                  </a:lnTo>
                  <a:lnTo>
                    <a:pt x="17098" y="2456"/>
                  </a:lnTo>
                  <a:close/>
                  <a:moveTo>
                    <a:pt x="16484" y="1"/>
                  </a:moveTo>
                  <a:cubicBezTo>
                    <a:pt x="12977" y="702"/>
                    <a:pt x="9382" y="1316"/>
                    <a:pt x="5875" y="1842"/>
                  </a:cubicBezTo>
                  <a:cubicBezTo>
                    <a:pt x="3946" y="2280"/>
                    <a:pt x="1929" y="2631"/>
                    <a:pt x="1" y="3157"/>
                  </a:cubicBezTo>
                  <a:cubicBezTo>
                    <a:pt x="439" y="4209"/>
                    <a:pt x="877" y="5349"/>
                    <a:pt x="1316" y="6314"/>
                  </a:cubicBezTo>
                  <a:cubicBezTo>
                    <a:pt x="1491" y="6226"/>
                    <a:pt x="1579" y="6226"/>
                    <a:pt x="1754" y="6226"/>
                  </a:cubicBezTo>
                  <a:cubicBezTo>
                    <a:pt x="7278" y="5700"/>
                    <a:pt x="12714" y="5086"/>
                    <a:pt x="18238" y="4209"/>
                  </a:cubicBezTo>
                  <a:cubicBezTo>
                    <a:pt x="17712" y="3157"/>
                    <a:pt x="17274" y="2017"/>
                    <a:pt x="16835" y="877"/>
                  </a:cubicBezTo>
                  <a:cubicBezTo>
                    <a:pt x="16660" y="614"/>
                    <a:pt x="16572" y="264"/>
                    <a:pt x="164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74"/>
            <p:cNvSpPr/>
            <p:nvPr/>
          </p:nvSpPr>
          <p:spPr>
            <a:xfrm>
              <a:off x="1894576" y="5696534"/>
              <a:ext cx="1328736" cy="454303"/>
            </a:xfrm>
            <a:custGeom>
              <a:avLst/>
              <a:gdLst/>
              <a:ahLst/>
              <a:cxnLst/>
              <a:rect l="l" t="t" r="r" b="b"/>
              <a:pathLst>
                <a:path w="17186" h="5876" extrusionOk="0">
                  <a:moveTo>
                    <a:pt x="15169" y="1"/>
                  </a:moveTo>
                  <a:lnTo>
                    <a:pt x="13941" y="351"/>
                  </a:lnTo>
                  <a:lnTo>
                    <a:pt x="6138" y="2280"/>
                  </a:lnTo>
                  <a:lnTo>
                    <a:pt x="5699" y="2368"/>
                  </a:lnTo>
                  <a:cubicBezTo>
                    <a:pt x="3770" y="2894"/>
                    <a:pt x="1841" y="3420"/>
                    <a:pt x="0" y="4122"/>
                  </a:cubicBezTo>
                  <a:cubicBezTo>
                    <a:pt x="526" y="4735"/>
                    <a:pt x="1052" y="5261"/>
                    <a:pt x="1578" y="5875"/>
                  </a:cubicBezTo>
                  <a:lnTo>
                    <a:pt x="1666" y="5875"/>
                  </a:lnTo>
                  <a:cubicBezTo>
                    <a:pt x="5173" y="5174"/>
                    <a:pt x="8768" y="4385"/>
                    <a:pt x="12275" y="3683"/>
                  </a:cubicBezTo>
                  <a:cubicBezTo>
                    <a:pt x="13503" y="3332"/>
                    <a:pt x="14730" y="3069"/>
                    <a:pt x="15958" y="2806"/>
                  </a:cubicBezTo>
                  <a:lnTo>
                    <a:pt x="17186" y="2543"/>
                  </a:lnTo>
                  <a:cubicBezTo>
                    <a:pt x="16484" y="1666"/>
                    <a:pt x="15783" y="877"/>
                    <a:pt x="15169" y="1"/>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74"/>
            <p:cNvSpPr/>
            <p:nvPr/>
          </p:nvSpPr>
          <p:spPr>
            <a:xfrm>
              <a:off x="1894576" y="5696534"/>
              <a:ext cx="1328736" cy="454303"/>
            </a:xfrm>
            <a:custGeom>
              <a:avLst/>
              <a:gdLst/>
              <a:ahLst/>
              <a:cxnLst/>
              <a:rect l="l" t="t" r="r" b="b"/>
              <a:pathLst>
                <a:path w="17186" h="5876" extrusionOk="0">
                  <a:moveTo>
                    <a:pt x="15169" y="1"/>
                  </a:moveTo>
                  <a:lnTo>
                    <a:pt x="13941" y="351"/>
                  </a:lnTo>
                  <a:lnTo>
                    <a:pt x="6138" y="2280"/>
                  </a:lnTo>
                  <a:lnTo>
                    <a:pt x="5699" y="2368"/>
                  </a:lnTo>
                  <a:cubicBezTo>
                    <a:pt x="3770" y="2894"/>
                    <a:pt x="1841" y="3420"/>
                    <a:pt x="0" y="4122"/>
                  </a:cubicBezTo>
                  <a:cubicBezTo>
                    <a:pt x="526" y="4735"/>
                    <a:pt x="1052" y="5261"/>
                    <a:pt x="1578" y="5875"/>
                  </a:cubicBezTo>
                  <a:lnTo>
                    <a:pt x="1666" y="5875"/>
                  </a:lnTo>
                  <a:cubicBezTo>
                    <a:pt x="5173" y="5174"/>
                    <a:pt x="8768" y="4385"/>
                    <a:pt x="12275" y="3683"/>
                  </a:cubicBezTo>
                  <a:cubicBezTo>
                    <a:pt x="13503" y="3332"/>
                    <a:pt x="14730" y="3069"/>
                    <a:pt x="15958" y="2806"/>
                  </a:cubicBezTo>
                  <a:lnTo>
                    <a:pt x="17186" y="2543"/>
                  </a:lnTo>
                  <a:cubicBezTo>
                    <a:pt x="16484" y="1666"/>
                    <a:pt x="15783" y="877"/>
                    <a:pt x="151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74"/>
            <p:cNvSpPr/>
            <p:nvPr/>
          </p:nvSpPr>
          <p:spPr>
            <a:xfrm>
              <a:off x="2565666" y="6387956"/>
              <a:ext cx="1464346" cy="447499"/>
            </a:xfrm>
            <a:custGeom>
              <a:avLst/>
              <a:gdLst/>
              <a:ahLst/>
              <a:cxnLst/>
              <a:rect l="l" t="t" r="r" b="b"/>
              <a:pathLst>
                <a:path w="18940" h="5788" extrusionOk="0">
                  <a:moveTo>
                    <a:pt x="15695" y="1"/>
                  </a:moveTo>
                  <a:cubicBezTo>
                    <a:pt x="10435" y="878"/>
                    <a:pt x="5174" y="1755"/>
                    <a:pt x="1" y="2456"/>
                  </a:cubicBezTo>
                  <a:cubicBezTo>
                    <a:pt x="2193" y="3859"/>
                    <a:pt x="4560" y="4911"/>
                    <a:pt x="7015" y="5788"/>
                  </a:cubicBezTo>
                  <a:lnTo>
                    <a:pt x="8330" y="5525"/>
                  </a:lnTo>
                  <a:cubicBezTo>
                    <a:pt x="11837" y="4210"/>
                    <a:pt x="15345" y="3070"/>
                    <a:pt x="18939" y="2193"/>
                  </a:cubicBezTo>
                  <a:cubicBezTo>
                    <a:pt x="17800" y="1492"/>
                    <a:pt x="16747" y="790"/>
                    <a:pt x="15695" y="1"/>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74"/>
            <p:cNvSpPr/>
            <p:nvPr/>
          </p:nvSpPr>
          <p:spPr>
            <a:xfrm>
              <a:off x="2565666" y="6387956"/>
              <a:ext cx="1464346" cy="447499"/>
            </a:xfrm>
            <a:custGeom>
              <a:avLst/>
              <a:gdLst/>
              <a:ahLst/>
              <a:cxnLst/>
              <a:rect l="l" t="t" r="r" b="b"/>
              <a:pathLst>
                <a:path w="18940" h="5788" extrusionOk="0">
                  <a:moveTo>
                    <a:pt x="15695" y="1"/>
                  </a:moveTo>
                  <a:cubicBezTo>
                    <a:pt x="10435" y="878"/>
                    <a:pt x="5174" y="1755"/>
                    <a:pt x="1" y="2456"/>
                  </a:cubicBezTo>
                  <a:cubicBezTo>
                    <a:pt x="2193" y="3859"/>
                    <a:pt x="4560" y="4911"/>
                    <a:pt x="7015" y="5788"/>
                  </a:cubicBezTo>
                  <a:lnTo>
                    <a:pt x="8330" y="5525"/>
                  </a:lnTo>
                  <a:cubicBezTo>
                    <a:pt x="11837" y="4210"/>
                    <a:pt x="15345" y="3070"/>
                    <a:pt x="18939" y="2193"/>
                  </a:cubicBezTo>
                  <a:cubicBezTo>
                    <a:pt x="17800" y="1492"/>
                    <a:pt x="16747" y="790"/>
                    <a:pt x="156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74"/>
            <p:cNvSpPr/>
            <p:nvPr/>
          </p:nvSpPr>
          <p:spPr>
            <a:xfrm>
              <a:off x="2267387" y="1866458"/>
              <a:ext cx="583110" cy="210219"/>
            </a:xfrm>
            <a:custGeom>
              <a:avLst/>
              <a:gdLst/>
              <a:ahLst/>
              <a:cxnLst/>
              <a:rect l="l" t="t" r="r" b="b"/>
              <a:pathLst>
                <a:path w="7542" h="2719" extrusionOk="0">
                  <a:moveTo>
                    <a:pt x="7541" y="0"/>
                  </a:moveTo>
                  <a:cubicBezTo>
                    <a:pt x="6314" y="263"/>
                    <a:pt x="4998" y="526"/>
                    <a:pt x="3683" y="702"/>
                  </a:cubicBezTo>
                  <a:cubicBezTo>
                    <a:pt x="3566" y="725"/>
                    <a:pt x="3467" y="736"/>
                    <a:pt x="3386" y="736"/>
                  </a:cubicBezTo>
                  <a:cubicBezTo>
                    <a:pt x="3163" y="736"/>
                    <a:pt x="3069" y="655"/>
                    <a:pt x="3069" y="526"/>
                  </a:cubicBezTo>
                  <a:cubicBezTo>
                    <a:pt x="2017" y="1228"/>
                    <a:pt x="965" y="1929"/>
                    <a:pt x="1" y="2718"/>
                  </a:cubicBezTo>
                  <a:cubicBezTo>
                    <a:pt x="877" y="2631"/>
                    <a:pt x="1667" y="2543"/>
                    <a:pt x="2456" y="2455"/>
                  </a:cubicBezTo>
                  <a:cubicBezTo>
                    <a:pt x="3420" y="2105"/>
                    <a:pt x="4385" y="2017"/>
                    <a:pt x="5437" y="1929"/>
                  </a:cubicBezTo>
                  <a:cubicBezTo>
                    <a:pt x="5963" y="1842"/>
                    <a:pt x="6401" y="1754"/>
                    <a:pt x="6927" y="1666"/>
                  </a:cubicBezTo>
                  <a:cubicBezTo>
                    <a:pt x="7103" y="1315"/>
                    <a:pt x="7278" y="965"/>
                    <a:pt x="7366" y="526"/>
                  </a:cubicBezTo>
                  <a:cubicBezTo>
                    <a:pt x="7453" y="351"/>
                    <a:pt x="7541" y="176"/>
                    <a:pt x="7541" y="0"/>
                  </a:cubicBezTo>
                  <a:close/>
                </a:path>
              </a:pathLst>
            </a:custGeom>
            <a:solidFill>
              <a:srgbClr val="B539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74"/>
            <p:cNvSpPr/>
            <p:nvPr/>
          </p:nvSpPr>
          <p:spPr>
            <a:xfrm>
              <a:off x="2267387" y="1866458"/>
              <a:ext cx="583110" cy="210219"/>
            </a:xfrm>
            <a:custGeom>
              <a:avLst/>
              <a:gdLst/>
              <a:ahLst/>
              <a:cxnLst/>
              <a:rect l="l" t="t" r="r" b="b"/>
              <a:pathLst>
                <a:path w="7542" h="2719" extrusionOk="0">
                  <a:moveTo>
                    <a:pt x="7541" y="0"/>
                  </a:moveTo>
                  <a:cubicBezTo>
                    <a:pt x="6314" y="263"/>
                    <a:pt x="4998" y="526"/>
                    <a:pt x="3683" y="702"/>
                  </a:cubicBezTo>
                  <a:cubicBezTo>
                    <a:pt x="3566" y="725"/>
                    <a:pt x="3467" y="736"/>
                    <a:pt x="3386" y="736"/>
                  </a:cubicBezTo>
                  <a:cubicBezTo>
                    <a:pt x="3163" y="736"/>
                    <a:pt x="3069" y="655"/>
                    <a:pt x="3069" y="526"/>
                  </a:cubicBezTo>
                  <a:cubicBezTo>
                    <a:pt x="2017" y="1228"/>
                    <a:pt x="965" y="1929"/>
                    <a:pt x="1" y="2718"/>
                  </a:cubicBezTo>
                  <a:cubicBezTo>
                    <a:pt x="877" y="2631"/>
                    <a:pt x="1667" y="2543"/>
                    <a:pt x="2456" y="2455"/>
                  </a:cubicBezTo>
                  <a:cubicBezTo>
                    <a:pt x="3420" y="2105"/>
                    <a:pt x="4385" y="2017"/>
                    <a:pt x="5437" y="1929"/>
                  </a:cubicBezTo>
                  <a:cubicBezTo>
                    <a:pt x="5963" y="1842"/>
                    <a:pt x="6401" y="1754"/>
                    <a:pt x="6927" y="1666"/>
                  </a:cubicBezTo>
                  <a:cubicBezTo>
                    <a:pt x="7103" y="1315"/>
                    <a:pt x="7278" y="965"/>
                    <a:pt x="7366" y="526"/>
                  </a:cubicBezTo>
                  <a:cubicBezTo>
                    <a:pt x="7453" y="351"/>
                    <a:pt x="7541" y="176"/>
                    <a:pt x="754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74"/>
            <p:cNvSpPr/>
            <p:nvPr/>
          </p:nvSpPr>
          <p:spPr>
            <a:xfrm>
              <a:off x="857402" y="1433498"/>
              <a:ext cx="5904547" cy="5610904"/>
            </a:xfrm>
            <a:custGeom>
              <a:avLst/>
              <a:gdLst/>
              <a:ahLst/>
              <a:cxnLst/>
              <a:rect l="l" t="t" r="r" b="b"/>
              <a:pathLst>
                <a:path w="76370" h="72572" extrusionOk="0">
                  <a:moveTo>
                    <a:pt x="36914" y="865"/>
                  </a:moveTo>
                  <a:cubicBezTo>
                    <a:pt x="35774" y="1479"/>
                    <a:pt x="34634" y="2181"/>
                    <a:pt x="33406" y="2794"/>
                  </a:cubicBezTo>
                  <a:cubicBezTo>
                    <a:pt x="32880" y="3057"/>
                    <a:pt x="32354" y="3233"/>
                    <a:pt x="31828" y="3496"/>
                  </a:cubicBezTo>
                  <a:lnTo>
                    <a:pt x="31214" y="3584"/>
                  </a:lnTo>
                  <a:cubicBezTo>
                    <a:pt x="29461" y="4110"/>
                    <a:pt x="27707" y="4460"/>
                    <a:pt x="25953" y="4811"/>
                  </a:cubicBezTo>
                  <a:lnTo>
                    <a:pt x="22622" y="5337"/>
                  </a:lnTo>
                  <a:cubicBezTo>
                    <a:pt x="23674" y="4723"/>
                    <a:pt x="24726" y="4197"/>
                    <a:pt x="25778" y="3759"/>
                  </a:cubicBezTo>
                  <a:cubicBezTo>
                    <a:pt x="29285" y="2181"/>
                    <a:pt x="33056" y="1216"/>
                    <a:pt x="36914" y="865"/>
                  </a:cubicBezTo>
                  <a:close/>
                  <a:moveTo>
                    <a:pt x="41736" y="865"/>
                  </a:moveTo>
                  <a:cubicBezTo>
                    <a:pt x="36563" y="3847"/>
                    <a:pt x="30951" y="6039"/>
                    <a:pt x="25164" y="7266"/>
                  </a:cubicBezTo>
                  <a:cubicBezTo>
                    <a:pt x="24638" y="7354"/>
                    <a:pt x="24200" y="7442"/>
                    <a:pt x="23674" y="7529"/>
                  </a:cubicBezTo>
                  <a:cubicBezTo>
                    <a:pt x="22709" y="7705"/>
                    <a:pt x="21657" y="7880"/>
                    <a:pt x="20693" y="8055"/>
                  </a:cubicBezTo>
                  <a:cubicBezTo>
                    <a:pt x="19904" y="8143"/>
                    <a:pt x="19114" y="8231"/>
                    <a:pt x="18238" y="8318"/>
                  </a:cubicBezTo>
                  <a:cubicBezTo>
                    <a:pt x="19202" y="7529"/>
                    <a:pt x="20254" y="6828"/>
                    <a:pt x="21306" y="6126"/>
                  </a:cubicBezTo>
                  <a:cubicBezTo>
                    <a:pt x="21306" y="6255"/>
                    <a:pt x="21400" y="6336"/>
                    <a:pt x="21623" y="6336"/>
                  </a:cubicBezTo>
                  <a:cubicBezTo>
                    <a:pt x="21704" y="6336"/>
                    <a:pt x="21803" y="6325"/>
                    <a:pt x="21920" y="6302"/>
                  </a:cubicBezTo>
                  <a:cubicBezTo>
                    <a:pt x="23235" y="6126"/>
                    <a:pt x="24551" y="5863"/>
                    <a:pt x="25778" y="5688"/>
                  </a:cubicBezTo>
                  <a:cubicBezTo>
                    <a:pt x="27707" y="5337"/>
                    <a:pt x="29636" y="4899"/>
                    <a:pt x="31477" y="4460"/>
                  </a:cubicBezTo>
                  <a:cubicBezTo>
                    <a:pt x="34195" y="3671"/>
                    <a:pt x="36212" y="1830"/>
                    <a:pt x="38930" y="1041"/>
                  </a:cubicBezTo>
                  <a:cubicBezTo>
                    <a:pt x="39018" y="953"/>
                    <a:pt x="39193" y="865"/>
                    <a:pt x="39281" y="865"/>
                  </a:cubicBezTo>
                  <a:close/>
                  <a:moveTo>
                    <a:pt x="43402" y="1041"/>
                  </a:moveTo>
                  <a:cubicBezTo>
                    <a:pt x="43665" y="1129"/>
                    <a:pt x="44016" y="1129"/>
                    <a:pt x="44191" y="1129"/>
                  </a:cubicBezTo>
                  <a:cubicBezTo>
                    <a:pt x="44629" y="1216"/>
                    <a:pt x="44980" y="1304"/>
                    <a:pt x="45419" y="1392"/>
                  </a:cubicBezTo>
                  <a:cubicBezTo>
                    <a:pt x="44454" y="1830"/>
                    <a:pt x="43490" y="2268"/>
                    <a:pt x="42525" y="2707"/>
                  </a:cubicBezTo>
                  <a:cubicBezTo>
                    <a:pt x="42174" y="2794"/>
                    <a:pt x="41911" y="3233"/>
                    <a:pt x="42174" y="3671"/>
                  </a:cubicBezTo>
                  <a:cubicBezTo>
                    <a:pt x="42306" y="3847"/>
                    <a:pt x="42503" y="3912"/>
                    <a:pt x="42722" y="3912"/>
                  </a:cubicBezTo>
                  <a:cubicBezTo>
                    <a:pt x="42942" y="3912"/>
                    <a:pt x="43183" y="3847"/>
                    <a:pt x="43402" y="3759"/>
                  </a:cubicBezTo>
                  <a:cubicBezTo>
                    <a:pt x="44629" y="3233"/>
                    <a:pt x="45857" y="2707"/>
                    <a:pt x="47084" y="2005"/>
                  </a:cubicBezTo>
                  <a:cubicBezTo>
                    <a:pt x="47172" y="2005"/>
                    <a:pt x="47347" y="1918"/>
                    <a:pt x="47435" y="1830"/>
                  </a:cubicBezTo>
                  <a:cubicBezTo>
                    <a:pt x="48663" y="2093"/>
                    <a:pt x="49978" y="2531"/>
                    <a:pt x="51205" y="2970"/>
                  </a:cubicBezTo>
                  <a:cubicBezTo>
                    <a:pt x="42262" y="7968"/>
                    <a:pt x="32793" y="10598"/>
                    <a:pt x="23060" y="12790"/>
                  </a:cubicBezTo>
                  <a:cubicBezTo>
                    <a:pt x="19290" y="13667"/>
                    <a:pt x="15432" y="14456"/>
                    <a:pt x="11574" y="15245"/>
                  </a:cubicBezTo>
                  <a:cubicBezTo>
                    <a:pt x="13152" y="13053"/>
                    <a:pt x="14993" y="11036"/>
                    <a:pt x="17010" y="9283"/>
                  </a:cubicBezTo>
                  <a:cubicBezTo>
                    <a:pt x="17185" y="9370"/>
                    <a:pt x="17361" y="9370"/>
                    <a:pt x="17536" y="9370"/>
                  </a:cubicBezTo>
                  <a:cubicBezTo>
                    <a:pt x="19904" y="9107"/>
                    <a:pt x="22359" y="8844"/>
                    <a:pt x="24638" y="8318"/>
                  </a:cubicBezTo>
                  <a:cubicBezTo>
                    <a:pt x="31302" y="7003"/>
                    <a:pt x="37615" y="4548"/>
                    <a:pt x="43402" y="1041"/>
                  </a:cubicBezTo>
                  <a:close/>
                  <a:moveTo>
                    <a:pt x="52871" y="3584"/>
                  </a:moveTo>
                  <a:cubicBezTo>
                    <a:pt x="53660" y="3934"/>
                    <a:pt x="54450" y="4285"/>
                    <a:pt x="55151" y="4723"/>
                  </a:cubicBezTo>
                  <a:lnTo>
                    <a:pt x="55414" y="4811"/>
                  </a:lnTo>
                  <a:lnTo>
                    <a:pt x="53485" y="5776"/>
                  </a:lnTo>
                  <a:cubicBezTo>
                    <a:pt x="43665" y="11036"/>
                    <a:pt x="32880" y="15946"/>
                    <a:pt x="21657" y="18138"/>
                  </a:cubicBezTo>
                  <a:cubicBezTo>
                    <a:pt x="17449" y="19103"/>
                    <a:pt x="13152" y="19541"/>
                    <a:pt x="8944" y="19541"/>
                  </a:cubicBezTo>
                  <a:cubicBezTo>
                    <a:pt x="9470" y="18577"/>
                    <a:pt x="9996" y="17612"/>
                    <a:pt x="10609" y="16648"/>
                  </a:cubicBezTo>
                  <a:cubicBezTo>
                    <a:pt x="10697" y="16692"/>
                    <a:pt x="10785" y="16714"/>
                    <a:pt x="10872" y="16714"/>
                  </a:cubicBezTo>
                  <a:cubicBezTo>
                    <a:pt x="10960" y="16714"/>
                    <a:pt x="11048" y="16692"/>
                    <a:pt x="11136" y="16648"/>
                  </a:cubicBezTo>
                  <a:cubicBezTo>
                    <a:pt x="14730" y="15946"/>
                    <a:pt x="18325" y="15245"/>
                    <a:pt x="21920" y="14456"/>
                  </a:cubicBezTo>
                  <a:lnTo>
                    <a:pt x="22709" y="14281"/>
                  </a:lnTo>
                  <a:lnTo>
                    <a:pt x="26392" y="13404"/>
                  </a:lnTo>
                  <a:cubicBezTo>
                    <a:pt x="35248" y="11299"/>
                    <a:pt x="43840" y="8669"/>
                    <a:pt x="51995" y="4110"/>
                  </a:cubicBezTo>
                  <a:lnTo>
                    <a:pt x="52871" y="3584"/>
                  </a:lnTo>
                  <a:close/>
                  <a:moveTo>
                    <a:pt x="56116" y="5249"/>
                  </a:moveTo>
                  <a:cubicBezTo>
                    <a:pt x="57957" y="6214"/>
                    <a:pt x="59710" y="7442"/>
                    <a:pt x="61289" y="8757"/>
                  </a:cubicBezTo>
                  <a:cubicBezTo>
                    <a:pt x="58483" y="10160"/>
                    <a:pt x="55677" y="11475"/>
                    <a:pt x="52784" y="12615"/>
                  </a:cubicBezTo>
                  <a:cubicBezTo>
                    <a:pt x="43314" y="16297"/>
                    <a:pt x="33494" y="19015"/>
                    <a:pt x="23498" y="20769"/>
                  </a:cubicBezTo>
                  <a:lnTo>
                    <a:pt x="21131" y="21120"/>
                  </a:lnTo>
                  <a:cubicBezTo>
                    <a:pt x="16484" y="21909"/>
                    <a:pt x="11837" y="22435"/>
                    <a:pt x="7278" y="22873"/>
                  </a:cubicBezTo>
                  <a:cubicBezTo>
                    <a:pt x="7628" y="21996"/>
                    <a:pt x="8067" y="21120"/>
                    <a:pt x="8505" y="20331"/>
                  </a:cubicBezTo>
                  <a:cubicBezTo>
                    <a:pt x="12889" y="20243"/>
                    <a:pt x="17273" y="19804"/>
                    <a:pt x="21569" y="18840"/>
                  </a:cubicBezTo>
                  <a:cubicBezTo>
                    <a:pt x="33669" y="16385"/>
                    <a:pt x="45419" y="10949"/>
                    <a:pt x="56116" y="5249"/>
                  </a:cubicBezTo>
                  <a:close/>
                  <a:moveTo>
                    <a:pt x="61815" y="9195"/>
                  </a:moveTo>
                  <a:cubicBezTo>
                    <a:pt x="63130" y="10335"/>
                    <a:pt x="64445" y="11562"/>
                    <a:pt x="65585" y="12878"/>
                  </a:cubicBezTo>
                  <a:cubicBezTo>
                    <a:pt x="51381" y="19454"/>
                    <a:pt x="36212" y="23838"/>
                    <a:pt x="20605" y="25767"/>
                  </a:cubicBezTo>
                  <a:lnTo>
                    <a:pt x="20693" y="25767"/>
                  </a:lnTo>
                  <a:cubicBezTo>
                    <a:pt x="15783" y="26293"/>
                    <a:pt x="10872" y="26643"/>
                    <a:pt x="5962" y="26731"/>
                  </a:cubicBezTo>
                  <a:cubicBezTo>
                    <a:pt x="6313" y="25591"/>
                    <a:pt x="6664" y="24539"/>
                    <a:pt x="7102" y="23399"/>
                  </a:cubicBezTo>
                  <a:cubicBezTo>
                    <a:pt x="11749" y="22961"/>
                    <a:pt x="16396" y="22435"/>
                    <a:pt x="21043" y="21646"/>
                  </a:cubicBezTo>
                  <a:cubicBezTo>
                    <a:pt x="35160" y="19366"/>
                    <a:pt x="49189" y="15508"/>
                    <a:pt x="61815" y="9195"/>
                  </a:cubicBezTo>
                  <a:close/>
                  <a:moveTo>
                    <a:pt x="66374" y="13930"/>
                  </a:moveTo>
                  <a:cubicBezTo>
                    <a:pt x="66900" y="14544"/>
                    <a:pt x="67426" y="15245"/>
                    <a:pt x="67952" y="15946"/>
                  </a:cubicBezTo>
                  <a:lnTo>
                    <a:pt x="67777" y="16034"/>
                  </a:lnTo>
                  <a:cubicBezTo>
                    <a:pt x="63393" y="19103"/>
                    <a:pt x="58658" y="21733"/>
                    <a:pt x="53748" y="23925"/>
                  </a:cubicBezTo>
                  <a:cubicBezTo>
                    <a:pt x="50153" y="25416"/>
                    <a:pt x="46558" y="26731"/>
                    <a:pt x="42876" y="27871"/>
                  </a:cubicBezTo>
                  <a:cubicBezTo>
                    <a:pt x="39632" y="28923"/>
                    <a:pt x="36212" y="29800"/>
                    <a:pt x="32968" y="30501"/>
                  </a:cubicBezTo>
                  <a:cubicBezTo>
                    <a:pt x="29285" y="31203"/>
                    <a:pt x="25778" y="31904"/>
                    <a:pt x="22271" y="32956"/>
                  </a:cubicBezTo>
                  <a:cubicBezTo>
                    <a:pt x="21745" y="33132"/>
                    <a:pt x="21219" y="33220"/>
                    <a:pt x="20780" y="33395"/>
                  </a:cubicBezTo>
                  <a:cubicBezTo>
                    <a:pt x="15256" y="34710"/>
                    <a:pt x="10083" y="34710"/>
                    <a:pt x="4647" y="35850"/>
                  </a:cubicBezTo>
                  <a:lnTo>
                    <a:pt x="4647" y="34798"/>
                  </a:lnTo>
                  <a:lnTo>
                    <a:pt x="4823" y="34798"/>
                  </a:lnTo>
                  <a:cubicBezTo>
                    <a:pt x="7453" y="34096"/>
                    <a:pt x="10171" y="33483"/>
                    <a:pt x="12801" y="32869"/>
                  </a:cubicBezTo>
                  <a:cubicBezTo>
                    <a:pt x="13782" y="32642"/>
                    <a:pt x="13724" y="32027"/>
                    <a:pt x="13019" y="32027"/>
                  </a:cubicBezTo>
                  <a:cubicBezTo>
                    <a:pt x="12905" y="32027"/>
                    <a:pt x="12773" y="32043"/>
                    <a:pt x="12626" y="32080"/>
                  </a:cubicBezTo>
                  <a:cubicBezTo>
                    <a:pt x="9996" y="32693"/>
                    <a:pt x="7365" y="33307"/>
                    <a:pt x="4735" y="34009"/>
                  </a:cubicBezTo>
                  <a:cubicBezTo>
                    <a:pt x="4823" y="31992"/>
                    <a:pt x="5086" y="30063"/>
                    <a:pt x="5612" y="28046"/>
                  </a:cubicBezTo>
                  <a:cubicBezTo>
                    <a:pt x="10609" y="27959"/>
                    <a:pt x="15607" y="27696"/>
                    <a:pt x="20517" y="27082"/>
                  </a:cubicBezTo>
                  <a:cubicBezTo>
                    <a:pt x="36387" y="25065"/>
                    <a:pt x="51907" y="20681"/>
                    <a:pt x="66374" y="13930"/>
                  </a:cubicBezTo>
                  <a:close/>
                  <a:moveTo>
                    <a:pt x="68478" y="16648"/>
                  </a:moveTo>
                  <a:cubicBezTo>
                    <a:pt x="69531" y="18138"/>
                    <a:pt x="70407" y="19717"/>
                    <a:pt x="71109" y="21295"/>
                  </a:cubicBezTo>
                  <a:cubicBezTo>
                    <a:pt x="71021" y="21383"/>
                    <a:pt x="70846" y="21383"/>
                    <a:pt x="70758" y="21383"/>
                  </a:cubicBezTo>
                  <a:lnTo>
                    <a:pt x="62341" y="24101"/>
                  </a:lnTo>
                  <a:cubicBezTo>
                    <a:pt x="61476" y="24461"/>
                    <a:pt x="61500" y="25177"/>
                    <a:pt x="62120" y="25177"/>
                  </a:cubicBezTo>
                  <a:cubicBezTo>
                    <a:pt x="62254" y="25177"/>
                    <a:pt x="62417" y="25143"/>
                    <a:pt x="62604" y="25065"/>
                  </a:cubicBezTo>
                  <a:lnTo>
                    <a:pt x="71021" y="22347"/>
                  </a:lnTo>
                  <a:cubicBezTo>
                    <a:pt x="71197" y="22347"/>
                    <a:pt x="71372" y="22259"/>
                    <a:pt x="71460" y="22084"/>
                  </a:cubicBezTo>
                  <a:cubicBezTo>
                    <a:pt x="71898" y="22961"/>
                    <a:pt x="72249" y="23925"/>
                    <a:pt x="72599" y="24802"/>
                  </a:cubicBezTo>
                  <a:cubicBezTo>
                    <a:pt x="72525" y="24951"/>
                    <a:pt x="72577" y="25100"/>
                    <a:pt x="72594" y="25195"/>
                  </a:cubicBezTo>
                  <a:lnTo>
                    <a:pt x="72594" y="25195"/>
                  </a:lnTo>
                  <a:cubicBezTo>
                    <a:pt x="71481" y="25703"/>
                    <a:pt x="70289" y="26129"/>
                    <a:pt x="69180" y="26556"/>
                  </a:cubicBezTo>
                  <a:cubicBezTo>
                    <a:pt x="68040" y="26994"/>
                    <a:pt x="66725" y="27433"/>
                    <a:pt x="65410" y="27959"/>
                  </a:cubicBezTo>
                  <a:lnTo>
                    <a:pt x="64182" y="28397"/>
                  </a:lnTo>
                  <a:cubicBezTo>
                    <a:pt x="55677" y="31378"/>
                    <a:pt x="46909" y="33658"/>
                    <a:pt x="38053" y="35324"/>
                  </a:cubicBezTo>
                  <a:cubicBezTo>
                    <a:pt x="35861" y="35762"/>
                    <a:pt x="33757" y="36201"/>
                    <a:pt x="31565" y="36551"/>
                  </a:cubicBezTo>
                  <a:cubicBezTo>
                    <a:pt x="28496" y="37077"/>
                    <a:pt x="25427" y="37516"/>
                    <a:pt x="22359" y="37779"/>
                  </a:cubicBezTo>
                  <a:lnTo>
                    <a:pt x="20605" y="37779"/>
                  </a:lnTo>
                  <a:cubicBezTo>
                    <a:pt x="18641" y="37779"/>
                    <a:pt x="16733" y="37554"/>
                    <a:pt x="14747" y="37554"/>
                  </a:cubicBezTo>
                  <a:cubicBezTo>
                    <a:pt x="14250" y="37554"/>
                    <a:pt x="13748" y="37568"/>
                    <a:pt x="13240" y="37604"/>
                  </a:cubicBezTo>
                  <a:cubicBezTo>
                    <a:pt x="10860" y="37752"/>
                    <a:pt x="8732" y="38469"/>
                    <a:pt x="6268" y="38469"/>
                  </a:cubicBezTo>
                  <a:cubicBezTo>
                    <a:pt x="5828" y="38469"/>
                    <a:pt x="5376" y="38446"/>
                    <a:pt x="4910" y="38393"/>
                  </a:cubicBezTo>
                  <a:lnTo>
                    <a:pt x="4823" y="38393"/>
                  </a:lnTo>
                  <a:cubicBezTo>
                    <a:pt x="4823" y="37779"/>
                    <a:pt x="4735" y="37253"/>
                    <a:pt x="4735" y="36639"/>
                  </a:cubicBezTo>
                  <a:cubicBezTo>
                    <a:pt x="5612" y="36464"/>
                    <a:pt x="6488" y="36288"/>
                    <a:pt x="7453" y="36201"/>
                  </a:cubicBezTo>
                  <a:cubicBezTo>
                    <a:pt x="9733" y="35850"/>
                    <a:pt x="12100" y="35675"/>
                    <a:pt x="14467" y="35499"/>
                  </a:cubicBezTo>
                  <a:cubicBezTo>
                    <a:pt x="16659" y="35324"/>
                    <a:pt x="18851" y="34885"/>
                    <a:pt x="20956" y="34272"/>
                  </a:cubicBezTo>
                  <a:cubicBezTo>
                    <a:pt x="27356" y="32255"/>
                    <a:pt x="34108" y="31291"/>
                    <a:pt x="40508" y="29362"/>
                  </a:cubicBezTo>
                  <a:cubicBezTo>
                    <a:pt x="50153" y="26468"/>
                    <a:pt x="60149" y="22523"/>
                    <a:pt x="68478" y="16648"/>
                  </a:cubicBezTo>
                  <a:close/>
                  <a:moveTo>
                    <a:pt x="72775" y="25767"/>
                  </a:moveTo>
                  <a:cubicBezTo>
                    <a:pt x="73038" y="26468"/>
                    <a:pt x="73213" y="27082"/>
                    <a:pt x="73389" y="27783"/>
                  </a:cubicBezTo>
                  <a:cubicBezTo>
                    <a:pt x="73301" y="27783"/>
                    <a:pt x="73213" y="27783"/>
                    <a:pt x="73125" y="27871"/>
                  </a:cubicBezTo>
                  <a:lnTo>
                    <a:pt x="73213" y="27871"/>
                  </a:lnTo>
                  <a:cubicBezTo>
                    <a:pt x="62604" y="33307"/>
                    <a:pt x="51030" y="37165"/>
                    <a:pt x="39632" y="40497"/>
                  </a:cubicBezTo>
                  <a:cubicBezTo>
                    <a:pt x="34108" y="41988"/>
                    <a:pt x="28584" y="43215"/>
                    <a:pt x="23060" y="44092"/>
                  </a:cubicBezTo>
                  <a:cubicBezTo>
                    <a:pt x="17536" y="45056"/>
                    <a:pt x="11925" y="45933"/>
                    <a:pt x="6576" y="47248"/>
                  </a:cubicBezTo>
                  <a:cubicBezTo>
                    <a:pt x="6488" y="46985"/>
                    <a:pt x="6401" y="46722"/>
                    <a:pt x="6313" y="46459"/>
                  </a:cubicBezTo>
                  <a:cubicBezTo>
                    <a:pt x="8768" y="45933"/>
                    <a:pt x="11223" y="45319"/>
                    <a:pt x="13678" y="44793"/>
                  </a:cubicBezTo>
                  <a:cubicBezTo>
                    <a:pt x="14606" y="44561"/>
                    <a:pt x="14511" y="43784"/>
                    <a:pt x="13754" y="43784"/>
                  </a:cubicBezTo>
                  <a:cubicBezTo>
                    <a:pt x="13653" y="43784"/>
                    <a:pt x="13539" y="43798"/>
                    <a:pt x="13415" y="43829"/>
                  </a:cubicBezTo>
                  <a:cubicBezTo>
                    <a:pt x="10960" y="44443"/>
                    <a:pt x="8505" y="44969"/>
                    <a:pt x="6050" y="45495"/>
                  </a:cubicBezTo>
                  <a:cubicBezTo>
                    <a:pt x="5436" y="43478"/>
                    <a:pt x="4998" y="41374"/>
                    <a:pt x="4823" y="39182"/>
                  </a:cubicBezTo>
                  <a:lnTo>
                    <a:pt x="4823" y="39182"/>
                  </a:lnTo>
                  <a:cubicBezTo>
                    <a:pt x="5675" y="39245"/>
                    <a:pt x="6536" y="39271"/>
                    <a:pt x="7402" y="39271"/>
                  </a:cubicBezTo>
                  <a:cubicBezTo>
                    <a:pt x="11345" y="39271"/>
                    <a:pt x="15392" y="38728"/>
                    <a:pt x="19202" y="38656"/>
                  </a:cubicBezTo>
                  <a:cubicBezTo>
                    <a:pt x="19991" y="38656"/>
                    <a:pt x="20780" y="38568"/>
                    <a:pt x="21569" y="38568"/>
                  </a:cubicBezTo>
                  <a:cubicBezTo>
                    <a:pt x="27006" y="38042"/>
                    <a:pt x="32354" y="37165"/>
                    <a:pt x="37703" y="36113"/>
                  </a:cubicBezTo>
                  <a:cubicBezTo>
                    <a:pt x="49715" y="33746"/>
                    <a:pt x="61464" y="30326"/>
                    <a:pt x="72775" y="25767"/>
                  </a:cubicBezTo>
                  <a:close/>
                  <a:moveTo>
                    <a:pt x="73564" y="28397"/>
                  </a:moveTo>
                  <a:cubicBezTo>
                    <a:pt x="73827" y="29625"/>
                    <a:pt x="74090" y="30940"/>
                    <a:pt x="74265" y="32167"/>
                  </a:cubicBezTo>
                  <a:cubicBezTo>
                    <a:pt x="74090" y="32124"/>
                    <a:pt x="73915" y="32102"/>
                    <a:pt x="73739" y="32102"/>
                  </a:cubicBezTo>
                  <a:cubicBezTo>
                    <a:pt x="73564" y="32102"/>
                    <a:pt x="73389" y="32124"/>
                    <a:pt x="73213" y="32167"/>
                  </a:cubicBezTo>
                  <a:lnTo>
                    <a:pt x="62604" y="35587"/>
                  </a:lnTo>
                  <a:cubicBezTo>
                    <a:pt x="61645" y="35861"/>
                    <a:pt x="62130" y="36081"/>
                    <a:pt x="62723" y="36081"/>
                  </a:cubicBezTo>
                  <a:cubicBezTo>
                    <a:pt x="62889" y="36081"/>
                    <a:pt x="63064" y="36064"/>
                    <a:pt x="63218" y="36025"/>
                  </a:cubicBezTo>
                  <a:lnTo>
                    <a:pt x="73739" y="32606"/>
                  </a:lnTo>
                  <a:cubicBezTo>
                    <a:pt x="73915" y="32518"/>
                    <a:pt x="74090" y="32430"/>
                    <a:pt x="74265" y="32343"/>
                  </a:cubicBezTo>
                  <a:cubicBezTo>
                    <a:pt x="74353" y="33395"/>
                    <a:pt x="74441" y="34535"/>
                    <a:pt x="74528" y="35587"/>
                  </a:cubicBezTo>
                  <a:cubicBezTo>
                    <a:pt x="64620" y="41286"/>
                    <a:pt x="53134" y="43741"/>
                    <a:pt x="42087" y="46021"/>
                  </a:cubicBezTo>
                  <a:cubicBezTo>
                    <a:pt x="36387" y="47161"/>
                    <a:pt x="30688" y="48213"/>
                    <a:pt x="24901" y="49002"/>
                  </a:cubicBezTo>
                  <a:cubicBezTo>
                    <a:pt x="19465" y="49791"/>
                    <a:pt x="13941" y="50493"/>
                    <a:pt x="8505" y="50931"/>
                  </a:cubicBezTo>
                  <a:cubicBezTo>
                    <a:pt x="8330" y="50931"/>
                    <a:pt x="8154" y="51019"/>
                    <a:pt x="7979" y="51106"/>
                  </a:cubicBezTo>
                  <a:cubicBezTo>
                    <a:pt x="7541" y="49966"/>
                    <a:pt x="7102" y="49002"/>
                    <a:pt x="6664" y="47862"/>
                  </a:cubicBezTo>
                  <a:cubicBezTo>
                    <a:pt x="8593" y="47424"/>
                    <a:pt x="10609" y="46985"/>
                    <a:pt x="12538" y="46635"/>
                  </a:cubicBezTo>
                  <a:cubicBezTo>
                    <a:pt x="16046" y="45933"/>
                    <a:pt x="19641" y="45319"/>
                    <a:pt x="23148" y="44706"/>
                  </a:cubicBezTo>
                  <a:cubicBezTo>
                    <a:pt x="24288" y="44530"/>
                    <a:pt x="25340" y="44267"/>
                    <a:pt x="26480" y="44092"/>
                  </a:cubicBezTo>
                  <a:cubicBezTo>
                    <a:pt x="31390" y="43215"/>
                    <a:pt x="36387" y="42075"/>
                    <a:pt x="41210" y="40672"/>
                  </a:cubicBezTo>
                  <a:lnTo>
                    <a:pt x="43227" y="39971"/>
                  </a:lnTo>
                  <a:cubicBezTo>
                    <a:pt x="48487" y="38305"/>
                    <a:pt x="53836" y="36551"/>
                    <a:pt x="59009" y="34622"/>
                  </a:cubicBezTo>
                  <a:cubicBezTo>
                    <a:pt x="64007" y="32869"/>
                    <a:pt x="68829" y="30764"/>
                    <a:pt x="73564" y="28397"/>
                  </a:cubicBezTo>
                  <a:close/>
                  <a:moveTo>
                    <a:pt x="74616" y="36727"/>
                  </a:moveTo>
                  <a:cubicBezTo>
                    <a:pt x="74616" y="37487"/>
                    <a:pt x="74535" y="38248"/>
                    <a:pt x="74450" y="39009"/>
                  </a:cubicBezTo>
                  <a:lnTo>
                    <a:pt x="74450" y="39009"/>
                  </a:lnTo>
                  <a:cubicBezTo>
                    <a:pt x="74214" y="39024"/>
                    <a:pt x="73985" y="39103"/>
                    <a:pt x="73827" y="39182"/>
                  </a:cubicBezTo>
                  <a:cubicBezTo>
                    <a:pt x="63919" y="44530"/>
                    <a:pt x="52433" y="47073"/>
                    <a:pt x="41736" y="50229"/>
                  </a:cubicBezTo>
                  <a:cubicBezTo>
                    <a:pt x="37089" y="51545"/>
                    <a:pt x="32442" y="52772"/>
                    <a:pt x="27795" y="54000"/>
                  </a:cubicBezTo>
                  <a:cubicBezTo>
                    <a:pt x="22797" y="55315"/>
                    <a:pt x="17712" y="56718"/>
                    <a:pt x="12714" y="58384"/>
                  </a:cubicBezTo>
                  <a:cubicBezTo>
                    <a:pt x="11136" y="56367"/>
                    <a:pt x="9733" y="54175"/>
                    <a:pt x="8593" y="51895"/>
                  </a:cubicBezTo>
                  <a:cubicBezTo>
                    <a:pt x="14204" y="51369"/>
                    <a:pt x="19816" y="50668"/>
                    <a:pt x="25427" y="49879"/>
                  </a:cubicBezTo>
                  <a:cubicBezTo>
                    <a:pt x="31916" y="48914"/>
                    <a:pt x="38316" y="47774"/>
                    <a:pt x="44805" y="46372"/>
                  </a:cubicBezTo>
                  <a:cubicBezTo>
                    <a:pt x="54976" y="44180"/>
                    <a:pt x="65410" y="41812"/>
                    <a:pt x="74616" y="36727"/>
                  </a:cubicBezTo>
                  <a:close/>
                  <a:moveTo>
                    <a:pt x="74441" y="39971"/>
                  </a:moveTo>
                  <a:cubicBezTo>
                    <a:pt x="74265" y="41549"/>
                    <a:pt x="74002" y="43040"/>
                    <a:pt x="73564" y="44530"/>
                  </a:cubicBezTo>
                  <a:cubicBezTo>
                    <a:pt x="73476" y="44530"/>
                    <a:pt x="73301" y="44530"/>
                    <a:pt x="73213" y="44618"/>
                  </a:cubicBezTo>
                  <a:cubicBezTo>
                    <a:pt x="60061" y="50405"/>
                    <a:pt x="45945" y="54263"/>
                    <a:pt x="31828" y="57419"/>
                  </a:cubicBezTo>
                  <a:lnTo>
                    <a:pt x="30688" y="57682"/>
                  </a:lnTo>
                  <a:lnTo>
                    <a:pt x="25778" y="58734"/>
                  </a:lnTo>
                  <a:cubicBezTo>
                    <a:pt x="22271" y="59524"/>
                    <a:pt x="18676" y="60225"/>
                    <a:pt x="15256" y="60926"/>
                  </a:cubicBezTo>
                  <a:lnTo>
                    <a:pt x="15081" y="60926"/>
                  </a:lnTo>
                  <a:cubicBezTo>
                    <a:pt x="14555" y="60400"/>
                    <a:pt x="14029" y="59787"/>
                    <a:pt x="13503" y="59173"/>
                  </a:cubicBezTo>
                  <a:cubicBezTo>
                    <a:pt x="15344" y="58559"/>
                    <a:pt x="17273" y="58033"/>
                    <a:pt x="19202" y="57419"/>
                  </a:cubicBezTo>
                  <a:cubicBezTo>
                    <a:pt x="22271" y="56542"/>
                    <a:pt x="25427" y="55753"/>
                    <a:pt x="28584" y="54964"/>
                  </a:cubicBezTo>
                  <a:lnTo>
                    <a:pt x="32793" y="53824"/>
                  </a:lnTo>
                  <a:cubicBezTo>
                    <a:pt x="47172" y="50317"/>
                    <a:pt x="61639" y="46810"/>
                    <a:pt x="74441" y="39971"/>
                  </a:cubicBezTo>
                  <a:close/>
                  <a:moveTo>
                    <a:pt x="73389" y="45144"/>
                  </a:moveTo>
                  <a:lnTo>
                    <a:pt x="73389" y="45144"/>
                  </a:lnTo>
                  <a:cubicBezTo>
                    <a:pt x="73038" y="46284"/>
                    <a:pt x="72687" y="47336"/>
                    <a:pt x="72249" y="48388"/>
                  </a:cubicBezTo>
                  <a:cubicBezTo>
                    <a:pt x="72161" y="48476"/>
                    <a:pt x="71986" y="48476"/>
                    <a:pt x="71810" y="48564"/>
                  </a:cubicBezTo>
                  <a:cubicBezTo>
                    <a:pt x="68741" y="49791"/>
                    <a:pt x="65673" y="51282"/>
                    <a:pt x="62692" y="52948"/>
                  </a:cubicBezTo>
                  <a:cubicBezTo>
                    <a:pt x="62395" y="53096"/>
                    <a:pt x="62553" y="53150"/>
                    <a:pt x="62854" y="53150"/>
                  </a:cubicBezTo>
                  <a:cubicBezTo>
                    <a:pt x="63265" y="53150"/>
                    <a:pt x="63943" y="53049"/>
                    <a:pt x="64094" y="52948"/>
                  </a:cubicBezTo>
                  <a:cubicBezTo>
                    <a:pt x="66637" y="51457"/>
                    <a:pt x="69355" y="50229"/>
                    <a:pt x="71986" y="49090"/>
                  </a:cubicBezTo>
                  <a:lnTo>
                    <a:pt x="71986" y="49090"/>
                  </a:lnTo>
                  <a:cubicBezTo>
                    <a:pt x="71460" y="50493"/>
                    <a:pt x="70758" y="51983"/>
                    <a:pt x="69969" y="53386"/>
                  </a:cubicBezTo>
                  <a:cubicBezTo>
                    <a:pt x="69969" y="53342"/>
                    <a:pt x="69969" y="53320"/>
                    <a:pt x="69958" y="53320"/>
                  </a:cubicBezTo>
                  <a:cubicBezTo>
                    <a:pt x="69947" y="53320"/>
                    <a:pt x="69925" y="53342"/>
                    <a:pt x="69881" y="53386"/>
                  </a:cubicBezTo>
                  <a:cubicBezTo>
                    <a:pt x="65059" y="55315"/>
                    <a:pt x="60324" y="57332"/>
                    <a:pt x="55414" y="58910"/>
                  </a:cubicBezTo>
                  <a:cubicBezTo>
                    <a:pt x="53310" y="59611"/>
                    <a:pt x="51205" y="60225"/>
                    <a:pt x="49013" y="60751"/>
                  </a:cubicBezTo>
                  <a:cubicBezTo>
                    <a:pt x="48400" y="60839"/>
                    <a:pt x="47874" y="61014"/>
                    <a:pt x="47260" y="61102"/>
                  </a:cubicBezTo>
                  <a:cubicBezTo>
                    <a:pt x="43753" y="61891"/>
                    <a:pt x="40158" y="62505"/>
                    <a:pt x="36563" y="63118"/>
                  </a:cubicBezTo>
                  <a:cubicBezTo>
                    <a:pt x="31302" y="63995"/>
                    <a:pt x="25953" y="64872"/>
                    <a:pt x="20693" y="65574"/>
                  </a:cubicBezTo>
                  <a:cubicBezTo>
                    <a:pt x="18851" y="64346"/>
                    <a:pt x="17098" y="62943"/>
                    <a:pt x="15520" y="61453"/>
                  </a:cubicBezTo>
                  <a:cubicBezTo>
                    <a:pt x="20605" y="60400"/>
                    <a:pt x="25778" y="59261"/>
                    <a:pt x="31039" y="58121"/>
                  </a:cubicBezTo>
                  <a:cubicBezTo>
                    <a:pt x="45506" y="54789"/>
                    <a:pt x="59798" y="51019"/>
                    <a:pt x="73389" y="45144"/>
                  </a:cubicBezTo>
                  <a:close/>
                  <a:moveTo>
                    <a:pt x="69180" y="54877"/>
                  </a:moveTo>
                  <a:lnTo>
                    <a:pt x="69180" y="54877"/>
                  </a:lnTo>
                  <a:cubicBezTo>
                    <a:pt x="68566" y="55841"/>
                    <a:pt x="67865" y="56893"/>
                    <a:pt x="67163" y="57770"/>
                  </a:cubicBezTo>
                  <a:lnTo>
                    <a:pt x="67076" y="57858"/>
                  </a:lnTo>
                  <a:cubicBezTo>
                    <a:pt x="66462" y="58208"/>
                    <a:pt x="65848" y="58471"/>
                    <a:pt x="65234" y="58734"/>
                  </a:cubicBezTo>
                  <a:cubicBezTo>
                    <a:pt x="61376" y="60576"/>
                    <a:pt x="57255" y="62066"/>
                    <a:pt x="53134" y="63118"/>
                  </a:cubicBezTo>
                  <a:cubicBezTo>
                    <a:pt x="49101" y="64258"/>
                    <a:pt x="45068" y="65223"/>
                    <a:pt x="40947" y="66275"/>
                  </a:cubicBezTo>
                  <a:cubicBezTo>
                    <a:pt x="37440" y="67152"/>
                    <a:pt x="33845" y="68292"/>
                    <a:pt x="30425" y="69519"/>
                  </a:cubicBezTo>
                  <a:lnTo>
                    <a:pt x="29373" y="69958"/>
                  </a:lnTo>
                  <a:cubicBezTo>
                    <a:pt x="29285" y="69958"/>
                    <a:pt x="29198" y="69870"/>
                    <a:pt x="29110" y="69870"/>
                  </a:cubicBezTo>
                  <a:cubicBezTo>
                    <a:pt x="26655" y="68993"/>
                    <a:pt x="24288" y="67941"/>
                    <a:pt x="22008" y="66538"/>
                  </a:cubicBezTo>
                  <a:cubicBezTo>
                    <a:pt x="27269" y="65749"/>
                    <a:pt x="32530" y="64960"/>
                    <a:pt x="37790" y="64083"/>
                  </a:cubicBezTo>
                  <a:cubicBezTo>
                    <a:pt x="41034" y="63469"/>
                    <a:pt x="44366" y="62855"/>
                    <a:pt x="47611" y="62242"/>
                  </a:cubicBezTo>
                  <a:cubicBezTo>
                    <a:pt x="55239" y="60576"/>
                    <a:pt x="62078" y="57858"/>
                    <a:pt x="69180" y="54877"/>
                  </a:cubicBezTo>
                  <a:close/>
                  <a:moveTo>
                    <a:pt x="65673" y="59699"/>
                  </a:moveTo>
                  <a:lnTo>
                    <a:pt x="65673" y="59699"/>
                  </a:lnTo>
                  <a:cubicBezTo>
                    <a:pt x="61113" y="64960"/>
                    <a:pt x="55063" y="68730"/>
                    <a:pt x="48312" y="70571"/>
                  </a:cubicBezTo>
                  <a:cubicBezTo>
                    <a:pt x="45565" y="71286"/>
                    <a:pt x="42783" y="71621"/>
                    <a:pt x="40011" y="71621"/>
                  </a:cubicBezTo>
                  <a:cubicBezTo>
                    <a:pt x="38358" y="71621"/>
                    <a:pt x="36709" y="71502"/>
                    <a:pt x="35072" y="71273"/>
                  </a:cubicBezTo>
                  <a:cubicBezTo>
                    <a:pt x="33669" y="71097"/>
                    <a:pt x="32266" y="70747"/>
                    <a:pt x="30951" y="70396"/>
                  </a:cubicBezTo>
                  <a:cubicBezTo>
                    <a:pt x="34546" y="69081"/>
                    <a:pt x="38229" y="67853"/>
                    <a:pt x="41999" y="66976"/>
                  </a:cubicBezTo>
                  <a:cubicBezTo>
                    <a:pt x="49978" y="64872"/>
                    <a:pt x="58044" y="63118"/>
                    <a:pt x="65673" y="59699"/>
                  </a:cubicBezTo>
                  <a:close/>
                  <a:moveTo>
                    <a:pt x="40022" y="1"/>
                  </a:moveTo>
                  <a:cubicBezTo>
                    <a:pt x="29358" y="1"/>
                    <a:pt x="19059" y="4517"/>
                    <a:pt x="11837" y="12702"/>
                  </a:cubicBezTo>
                  <a:cubicBezTo>
                    <a:pt x="1228" y="24978"/>
                    <a:pt x="0" y="42777"/>
                    <a:pt x="8856" y="56279"/>
                  </a:cubicBezTo>
                  <a:cubicBezTo>
                    <a:pt x="15840" y="66654"/>
                    <a:pt x="27439" y="72571"/>
                    <a:pt x="39475" y="72571"/>
                  </a:cubicBezTo>
                  <a:cubicBezTo>
                    <a:pt x="43003" y="72571"/>
                    <a:pt x="46568" y="72063"/>
                    <a:pt x="50066" y="71010"/>
                  </a:cubicBezTo>
                  <a:cubicBezTo>
                    <a:pt x="65585" y="66363"/>
                    <a:pt x="76194" y="52158"/>
                    <a:pt x="76370" y="36025"/>
                  </a:cubicBezTo>
                  <a:cubicBezTo>
                    <a:pt x="76194" y="25328"/>
                    <a:pt x="71460" y="15245"/>
                    <a:pt x="63305" y="8406"/>
                  </a:cubicBezTo>
                  <a:cubicBezTo>
                    <a:pt x="63393" y="8318"/>
                    <a:pt x="63305" y="8318"/>
                    <a:pt x="63218" y="8231"/>
                  </a:cubicBezTo>
                  <a:cubicBezTo>
                    <a:pt x="60236" y="5776"/>
                    <a:pt x="56817" y="3759"/>
                    <a:pt x="53222" y="2356"/>
                  </a:cubicBezTo>
                  <a:cubicBezTo>
                    <a:pt x="53134" y="2356"/>
                    <a:pt x="53047" y="2268"/>
                    <a:pt x="52959" y="2268"/>
                  </a:cubicBezTo>
                  <a:cubicBezTo>
                    <a:pt x="51644" y="1742"/>
                    <a:pt x="50241" y="1304"/>
                    <a:pt x="48838" y="1041"/>
                  </a:cubicBezTo>
                  <a:cubicBezTo>
                    <a:pt x="45909" y="342"/>
                    <a:pt x="42952" y="1"/>
                    <a:pt x="400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74"/>
            <p:cNvSpPr/>
            <p:nvPr/>
          </p:nvSpPr>
          <p:spPr>
            <a:xfrm>
              <a:off x="2613138" y="2160716"/>
              <a:ext cx="142414" cy="110870"/>
            </a:xfrm>
            <a:custGeom>
              <a:avLst/>
              <a:gdLst/>
              <a:ahLst/>
              <a:cxnLst/>
              <a:rect l="l" t="t" r="r" b="b"/>
              <a:pathLst>
                <a:path w="1842" h="1434" extrusionOk="0">
                  <a:moveTo>
                    <a:pt x="1061" y="1"/>
                  </a:moveTo>
                  <a:cubicBezTo>
                    <a:pt x="556" y="1"/>
                    <a:pt x="0" y="308"/>
                    <a:pt x="0" y="754"/>
                  </a:cubicBezTo>
                  <a:lnTo>
                    <a:pt x="0" y="841"/>
                  </a:lnTo>
                  <a:cubicBezTo>
                    <a:pt x="0" y="1236"/>
                    <a:pt x="296" y="1433"/>
                    <a:pt x="666" y="1433"/>
                  </a:cubicBezTo>
                  <a:cubicBezTo>
                    <a:pt x="789" y="1433"/>
                    <a:pt x="921" y="1411"/>
                    <a:pt x="1052" y="1367"/>
                  </a:cubicBezTo>
                  <a:cubicBezTo>
                    <a:pt x="1666" y="1280"/>
                    <a:pt x="1842" y="1104"/>
                    <a:pt x="1842" y="754"/>
                  </a:cubicBezTo>
                  <a:lnTo>
                    <a:pt x="1842" y="578"/>
                  </a:lnTo>
                  <a:cubicBezTo>
                    <a:pt x="1842" y="403"/>
                    <a:pt x="1754" y="228"/>
                    <a:pt x="1579" y="140"/>
                  </a:cubicBezTo>
                  <a:cubicBezTo>
                    <a:pt x="1435" y="44"/>
                    <a:pt x="1252" y="1"/>
                    <a:pt x="106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74"/>
            <p:cNvSpPr/>
            <p:nvPr/>
          </p:nvSpPr>
          <p:spPr>
            <a:xfrm>
              <a:off x="4287539" y="2747687"/>
              <a:ext cx="237357" cy="67883"/>
            </a:xfrm>
            <a:custGeom>
              <a:avLst/>
              <a:gdLst/>
              <a:ahLst/>
              <a:cxnLst/>
              <a:rect l="l" t="t" r="r" b="b"/>
              <a:pathLst>
                <a:path w="3070" h="878" extrusionOk="0">
                  <a:moveTo>
                    <a:pt x="1929" y="1"/>
                  </a:moveTo>
                  <a:cubicBezTo>
                    <a:pt x="1316" y="1"/>
                    <a:pt x="0" y="877"/>
                    <a:pt x="1140" y="877"/>
                  </a:cubicBezTo>
                  <a:cubicBezTo>
                    <a:pt x="1754" y="877"/>
                    <a:pt x="3069" y="1"/>
                    <a:pt x="1929"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74"/>
            <p:cNvSpPr/>
            <p:nvPr/>
          </p:nvSpPr>
          <p:spPr>
            <a:xfrm>
              <a:off x="2755474" y="3710328"/>
              <a:ext cx="237357" cy="88216"/>
            </a:xfrm>
            <a:custGeom>
              <a:avLst/>
              <a:gdLst/>
              <a:ahLst/>
              <a:cxnLst/>
              <a:rect l="l" t="t" r="r" b="b"/>
              <a:pathLst>
                <a:path w="3070" h="1141" extrusionOk="0">
                  <a:moveTo>
                    <a:pt x="1930" y="0"/>
                  </a:moveTo>
                  <a:cubicBezTo>
                    <a:pt x="1053" y="0"/>
                    <a:pt x="1" y="1140"/>
                    <a:pt x="1228" y="1140"/>
                  </a:cubicBezTo>
                  <a:cubicBezTo>
                    <a:pt x="2017" y="1140"/>
                    <a:pt x="3069" y="0"/>
                    <a:pt x="1930"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74"/>
            <p:cNvSpPr/>
            <p:nvPr/>
          </p:nvSpPr>
          <p:spPr>
            <a:xfrm>
              <a:off x="3080891" y="4035667"/>
              <a:ext cx="230553" cy="61156"/>
            </a:xfrm>
            <a:custGeom>
              <a:avLst/>
              <a:gdLst/>
              <a:ahLst/>
              <a:cxnLst/>
              <a:rect l="l" t="t" r="r" b="b"/>
              <a:pathLst>
                <a:path w="2982" h="791" extrusionOk="0">
                  <a:moveTo>
                    <a:pt x="2105" y="1"/>
                  </a:moveTo>
                  <a:cubicBezTo>
                    <a:pt x="1666" y="1"/>
                    <a:pt x="0" y="790"/>
                    <a:pt x="877" y="790"/>
                  </a:cubicBezTo>
                  <a:cubicBezTo>
                    <a:pt x="1315" y="790"/>
                    <a:pt x="2981" y="1"/>
                    <a:pt x="2105"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74"/>
            <p:cNvSpPr/>
            <p:nvPr/>
          </p:nvSpPr>
          <p:spPr>
            <a:xfrm>
              <a:off x="4816293" y="4584831"/>
              <a:ext cx="176356" cy="88139"/>
            </a:xfrm>
            <a:custGeom>
              <a:avLst/>
              <a:gdLst/>
              <a:ahLst/>
              <a:cxnLst/>
              <a:rect l="l" t="t" r="r" b="b"/>
              <a:pathLst>
                <a:path w="2281" h="1140" extrusionOk="0">
                  <a:moveTo>
                    <a:pt x="1403" y="0"/>
                  </a:moveTo>
                  <a:cubicBezTo>
                    <a:pt x="965" y="0"/>
                    <a:pt x="439" y="175"/>
                    <a:pt x="176" y="526"/>
                  </a:cubicBezTo>
                  <a:cubicBezTo>
                    <a:pt x="0" y="877"/>
                    <a:pt x="351" y="1140"/>
                    <a:pt x="702" y="1140"/>
                  </a:cubicBezTo>
                  <a:lnTo>
                    <a:pt x="877" y="1140"/>
                  </a:lnTo>
                  <a:cubicBezTo>
                    <a:pt x="1316" y="1140"/>
                    <a:pt x="1754" y="964"/>
                    <a:pt x="2017" y="614"/>
                  </a:cubicBezTo>
                  <a:cubicBezTo>
                    <a:pt x="2280" y="263"/>
                    <a:pt x="1842" y="0"/>
                    <a:pt x="1579"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74"/>
            <p:cNvSpPr/>
            <p:nvPr/>
          </p:nvSpPr>
          <p:spPr>
            <a:xfrm>
              <a:off x="3033419" y="4950837"/>
              <a:ext cx="237357" cy="95020"/>
            </a:xfrm>
            <a:custGeom>
              <a:avLst/>
              <a:gdLst/>
              <a:ahLst/>
              <a:cxnLst/>
              <a:rect l="l" t="t" r="r" b="b"/>
              <a:pathLst>
                <a:path w="3070" h="1229" extrusionOk="0">
                  <a:moveTo>
                    <a:pt x="1842" y="1"/>
                  </a:moveTo>
                  <a:cubicBezTo>
                    <a:pt x="1053" y="1"/>
                    <a:pt x="0" y="1228"/>
                    <a:pt x="1228" y="1228"/>
                  </a:cubicBezTo>
                  <a:cubicBezTo>
                    <a:pt x="2017" y="1228"/>
                    <a:pt x="3069" y="1"/>
                    <a:pt x="1842"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74"/>
            <p:cNvSpPr/>
            <p:nvPr/>
          </p:nvSpPr>
          <p:spPr>
            <a:xfrm>
              <a:off x="2389389" y="5547394"/>
              <a:ext cx="223827" cy="54352"/>
            </a:xfrm>
            <a:custGeom>
              <a:avLst/>
              <a:gdLst/>
              <a:ahLst/>
              <a:cxnLst/>
              <a:rect l="l" t="t" r="r" b="b"/>
              <a:pathLst>
                <a:path w="2895" h="703" extrusionOk="0">
                  <a:moveTo>
                    <a:pt x="2018" y="1"/>
                  </a:moveTo>
                  <a:cubicBezTo>
                    <a:pt x="1667" y="1"/>
                    <a:pt x="1" y="702"/>
                    <a:pt x="878" y="702"/>
                  </a:cubicBezTo>
                  <a:cubicBezTo>
                    <a:pt x="1316" y="702"/>
                    <a:pt x="2894" y="1"/>
                    <a:pt x="2018"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74"/>
            <p:cNvSpPr/>
            <p:nvPr/>
          </p:nvSpPr>
          <p:spPr>
            <a:xfrm>
              <a:off x="2775807" y="6265954"/>
              <a:ext cx="196689" cy="101747"/>
            </a:xfrm>
            <a:custGeom>
              <a:avLst/>
              <a:gdLst/>
              <a:ahLst/>
              <a:cxnLst/>
              <a:rect l="l" t="t" r="r" b="b"/>
              <a:pathLst>
                <a:path w="2544" h="1316" extrusionOk="0">
                  <a:moveTo>
                    <a:pt x="1316" y="1"/>
                  </a:moveTo>
                  <a:cubicBezTo>
                    <a:pt x="351" y="1"/>
                    <a:pt x="1" y="1316"/>
                    <a:pt x="1228" y="1316"/>
                  </a:cubicBezTo>
                  <a:cubicBezTo>
                    <a:pt x="2193" y="1316"/>
                    <a:pt x="2543" y="1"/>
                    <a:pt x="1316"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74"/>
            <p:cNvSpPr/>
            <p:nvPr/>
          </p:nvSpPr>
          <p:spPr>
            <a:xfrm>
              <a:off x="5426382" y="5642336"/>
              <a:ext cx="237357" cy="74609"/>
            </a:xfrm>
            <a:custGeom>
              <a:avLst/>
              <a:gdLst/>
              <a:ahLst/>
              <a:cxnLst/>
              <a:rect l="l" t="t" r="r" b="b"/>
              <a:pathLst>
                <a:path w="3070" h="965" extrusionOk="0">
                  <a:moveTo>
                    <a:pt x="1842" y="0"/>
                  </a:moveTo>
                  <a:cubicBezTo>
                    <a:pt x="1228" y="0"/>
                    <a:pt x="1" y="965"/>
                    <a:pt x="1140" y="965"/>
                  </a:cubicBezTo>
                  <a:cubicBezTo>
                    <a:pt x="1842" y="965"/>
                    <a:pt x="3069" y="0"/>
                    <a:pt x="184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74"/>
            <p:cNvSpPr/>
            <p:nvPr/>
          </p:nvSpPr>
          <p:spPr>
            <a:xfrm>
              <a:off x="4368873" y="5798202"/>
              <a:ext cx="244083" cy="74686"/>
            </a:xfrm>
            <a:custGeom>
              <a:avLst/>
              <a:gdLst/>
              <a:ahLst/>
              <a:cxnLst/>
              <a:rect l="l" t="t" r="r" b="b"/>
              <a:pathLst>
                <a:path w="3157" h="966" extrusionOk="0">
                  <a:moveTo>
                    <a:pt x="1929" y="1"/>
                  </a:moveTo>
                  <a:cubicBezTo>
                    <a:pt x="1228" y="1"/>
                    <a:pt x="1" y="965"/>
                    <a:pt x="1228" y="965"/>
                  </a:cubicBezTo>
                  <a:cubicBezTo>
                    <a:pt x="1842" y="965"/>
                    <a:pt x="3157" y="1"/>
                    <a:pt x="1929"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74"/>
            <p:cNvSpPr/>
            <p:nvPr/>
          </p:nvSpPr>
          <p:spPr>
            <a:xfrm>
              <a:off x="4389207" y="6625234"/>
              <a:ext cx="223750" cy="54352"/>
            </a:xfrm>
            <a:custGeom>
              <a:avLst/>
              <a:gdLst/>
              <a:ahLst/>
              <a:cxnLst/>
              <a:rect l="l" t="t" r="r" b="b"/>
              <a:pathLst>
                <a:path w="2894" h="703" extrusionOk="0">
                  <a:moveTo>
                    <a:pt x="2017" y="1"/>
                  </a:moveTo>
                  <a:cubicBezTo>
                    <a:pt x="1666" y="1"/>
                    <a:pt x="1" y="702"/>
                    <a:pt x="877" y="702"/>
                  </a:cubicBezTo>
                  <a:cubicBezTo>
                    <a:pt x="1228" y="702"/>
                    <a:pt x="2894" y="1"/>
                    <a:pt x="2017"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74"/>
            <p:cNvSpPr/>
            <p:nvPr/>
          </p:nvSpPr>
          <p:spPr>
            <a:xfrm>
              <a:off x="4335010" y="3818800"/>
              <a:ext cx="244083" cy="67805"/>
            </a:xfrm>
            <a:custGeom>
              <a:avLst/>
              <a:gdLst/>
              <a:ahLst/>
              <a:cxnLst/>
              <a:rect l="l" t="t" r="r" b="b"/>
              <a:pathLst>
                <a:path w="3157" h="877" extrusionOk="0">
                  <a:moveTo>
                    <a:pt x="1929" y="0"/>
                  </a:moveTo>
                  <a:cubicBezTo>
                    <a:pt x="1403" y="0"/>
                    <a:pt x="0" y="877"/>
                    <a:pt x="1228" y="877"/>
                  </a:cubicBezTo>
                  <a:cubicBezTo>
                    <a:pt x="1754" y="877"/>
                    <a:pt x="3157" y="0"/>
                    <a:pt x="1929"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6" name="Google Shape;4426;p74"/>
          <p:cNvGrpSpPr/>
          <p:nvPr/>
        </p:nvGrpSpPr>
        <p:grpSpPr>
          <a:xfrm>
            <a:off x="4442120" y="3175469"/>
            <a:ext cx="1080976" cy="1046743"/>
            <a:chOff x="4991471" y="1652918"/>
            <a:chExt cx="1223931" cy="1185574"/>
          </a:xfrm>
        </p:grpSpPr>
        <p:sp>
          <p:nvSpPr>
            <p:cNvPr id="4427" name="Google Shape;4427;p74"/>
            <p:cNvSpPr/>
            <p:nvPr/>
          </p:nvSpPr>
          <p:spPr>
            <a:xfrm>
              <a:off x="5504632" y="1999268"/>
              <a:ext cx="16697" cy="6424"/>
            </a:xfrm>
            <a:custGeom>
              <a:avLst/>
              <a:gdLst/>
              <a:ahLst/>
              <a:cxnLst/>
              <a:rect l="l" t="t" r="r" b="b"/>
              <a:pathLst>
                <a:path w="972" h="374" extrusionOk="0">
                  <a:moveTo>
                    <a:pt x="972" y="0"/>
                  </a:moveTo>
                  <a:cubicBezTo>
                    <a:pt x="673" y="224"/>
                    <a:pt x="374" y="299"/>
                    <a:pt x="1" y="374"/>
                  </a:cubicBezTo>
                  <a:cubicBezTo>
                    <a:pt x="225" y="374"/>
                    <a:pt x="524" y="299"/>
                    <a:pt x="748" y="224"/>
                  </a:cubicBezTo>
                  <a:lnTo>
                    <a:pt x="972" y="0"/>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74"/>
            <p:cNvSpPr/>
            <p:nvPr/>
          </p:nvSpPr>
          <p:spPr>
            <a:xfrm>
              <a:off x="5531583" y="2013370"/>
              <a:ext cx="12849" cy="6442"/>
            </a:xfrm>
            <a:custGeom>
              <a:avLst/>
              <a:gdLst/>
              <a:ahLst/>
              <a:cxnLst/>
              <a:rect l="l" t="t" r="r" b="b"/>
              <a:pathLst>
                <a:path w="748" h="375" extrusionOk="0">
                  <a:moveTo>
                    <a:pt x="747" y="1"/>
                  </a:moveTo>
                  <a:lnTo>
                    <a:pt x="0" y="374"/>
                  </a:lnTo>
                  <a:lnTo>
                    <a:pt x="448" y="300"/>
                  </a:lnTo>
                  <a:lnTo>
                    <a:pt x="747" y="1"/>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74"/>
            <p:cNvSpPr/>
            <p:nvPr/>
          </p:nvSpPr>
          <p:spPr>
            <a:xfrm>
              <a:off x="5321176" y="2062120"/>
              <a:ext cx="14137" cy="2594"/>
            </a:xfrm>
            <a:custGeom>
              <a:avLst/>
              <a:gdLst/>
              <a:ahLst/>
              <a:cxnLst/>
              <a:rect l="l" t="t" r="r" b="b"/>
              <a:pathLst>
                <a:path w="823" h="151" extrusionOk="0">
                  <a:moveTo>
                    <a:pt x="822" y="1"/>
                  </a:moveTo>
                  <a:lnTo>
                    <a:pt x="1" y="150"/>
                  </a:lnTo>
                  <a:lnTo>
                    <a:pt x="75" y="150"/>
                  </a:lnTo>
                  <a:lnTo>
                    <a:pt x="822" y="1"/>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74"/>
            <p:cNvSpPr/>
            <p:nvPr/>
          </p:nvSpPr>
          <p:spPr>
            <a:xfrm>
              <a:off x="5682969" y="2000556"/>
              <a:ext cx="3865" cy="17"/>
            </a:xfrm>
            <a:custGeom>
              <a:avLst/>
              <a:gdLst/>
              <a:ahLst/>
              <a:cxnLst/>
              <a:rect l="l" t="t" r="r" b="b"/>
              <a:pathLst>
                <a:path w="225" h="1" extrusionOk="0">
                  <a:moveTo>
                    <a:pt x="224" y="0"/>
                  </a:moveTo>
                  <a:lnTo>
                    <a:pt x="224" y="0"/>
                  </a:lnTo>
                  <a:lnTo>
                    <a:pt x="0" y="0"/>
                  </a:lnTo>
                  <a:lnTo>
                    <a:pt x="150" y="0"/>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74"/>
            <p:cNvSpPr/>
            <p:nvPr/>
          </p:nvSpPr>
          <p:spPr>
            <a:xfrm>
              <a:off x="5577757" y="2350788"/>
              <a:ext cx="3882" cy="1305"/>
            </a:xfrm>
            <a:custGeom>
              <a:avLst/>
              <a:gdLst/>
              <a:ahLst/>
              <a:cxnLst/>
              <a:rect l="l" t="t" r="r" b="b"/>
              <a:pathLst>
                <a:path w="226" h="76" extrusionOk="0">
                  <a:moveTo>
                    <a:pt x="225" y="0"/>
                  </a:moveTo>
                  <a:lnTo>
                    <a:pt x="1" y="75"/>
                  </a:lnTo>
                  <a:lnTo>
                    <a:pt x="150" y="75"/>
                  </a:lnTo>
                  <a:lnTo>
                    <a:pt x="225" y="0"/>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74"/>
            <p:cNvSpPr/>
            <p:nvPr/>
          </p:nvSpPr>
          <p:spPr>
            <a:xfrm>
              <a:off x="5917734" y="2341804"/>
              <a:ext cx="6442" cy="17"/>
            </a:xfrm>
            <a:custGeom>
              <a:avLst/>
              <a:gdLst/>
              <a:ahLst/>
              <a:cxnLst/>
              <a:rect l="l" t="t" r="r" b="b"/>
              <a:pathLst>
                <a:path w="375" h="1" extrusionOk="0">
                  <a:moveTo>
                    <a:pt x="374" y="1"/>
                  </a:moveTo>
                  <a:lnTo>
                    <a:pt x="1" y="1"/>
                  </a:lnTo>
                  <a:lnTo>
                    <a:pt x="1" y="1"/>
                  </a:lnTo>
                  <a:lnTo>
                    <a:pt x="150" y="1"/>
                  </a:lnTo>
                  <a:cubicBezTo>
                    <a:pt x="225" y="1"/>
                    <a:pt x="300" y="1"/>
                    <a:pt x="374" y="1"/>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74"/>
            <p:cNvSpPr/>
            <p:nvPr/>
          </p:nvSpPr>
          <p:spPr>
            <a:xfrm>
              <a:off x="5724023" y="2305886"/>
              <a:ext cx="10272" cy="2577"/>
            </a:xfrm>
            <a:custGeom>
              <a:avLst/>
              <a:gdLst/>
              <a:ahLst/>
              <a:cxnLst/>
              <a:rect l="l" t="t" r="r" b="b"/>
              <a:pathLst>
                <a:path w="598" h="150" extrusionOk="0">
                  <a:moveTo>
                    <a:pt x="523" y="0"/>
                  </a:moveTo>
                  <a:lnTo>
                    <a:pt x="0" y="150"/>
                  </a:lnTo>
                  <a:lnTo>
                    <a:pt x="598" y="150"/>
                  </a:lnTo>
                  <a:cubicBezTo>
                    <a:pt x="523" y="150"/>
                    <a:pt x="523" y="75"/>
                    <a:pt x="523" y="0"/>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74"/>
            <p:cNvSpPr/>
            <p:nvPr/>
          </p:nvSpPr>
          <p:spPr>
            <a:xfrm>
              <a:off x="5590588" y="2345652"/>
              <a:ext cx="20544" cy="2577"/>
            </a:xfrm>
            <a:custGeom>
              <a:avLst/>
              <a:gdLst/>
              <a:ahLst/>
              <a:cxnLst/>
              <a:rect l="l" t="t" r="r" b="b"/>
              <a:pathLst>
                <a:path w="1196" h="150" extrusionOk="0">
                  <a:moveTo>
                    <a:pt x="673" y="1"/>
                  </a:moveTo>
                  <a:lnTo>
                    <a:pt x="1" y="150"/>
                  </a:lnTo>
                  <a:cubicBezTo>
                    <a:pt x="374" y="150"/>
                    <a:pt x="748" y="75"/>
                    <a:pt x="1196" y="1"/>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74"/>
            <p:cNvSpPr/>
            <p:nvPr/>
          </p:nvSpPr>
          <p:spPr>
            <a:xfrm>
              <a:off x="5720175" y="2275087"/>
              <a:ext cx="6424" cy="2594"/>
            </a:xfrm>
            <a:custGeom>
              <a:avLst/>
              <a:gdLst/>
              <a:ahLst/>
              <a:cxnLst/>
              <a:rect l="l" t="t" r="r" b="b"/>
              <a:pathLst>
                <a:path w="374" h="151" extrusionOk="0">
                  <a:moveTo>
                    <a:pt x="0" y="1"/>
                  </a:moveTo>
                  <a:cubicBezTo>
                    <a:pt x="0" y="1"/>
                    <a:pt x="75" y="76"/>
                    <a:pt x="75" y="150"/>
                  </a:cubicBezTo>
                  <a:cubicBezTo>
                    <a:pt x="150" y="76"/>
                    <a:pt x="224" y="1"/>
                    <a:pt x="374" y="1"/>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74"/>
            <p:cNvSpPr/>
            <p:nvPr/>
          </p:nvSpPr>
          <p:spPr>
            <a:xfrm>
              <a:off x="5248052" y="1673960"/>
              <a:ext cx="650460" cy="375363"/>
            </a:xfrm>
            <a:custGeom>
              <a:avLst/>
              <a:gdLst/>
              <a:ahLst/>
              <a:cxnLst/>
              <a:rect l="l" t="t" r="r" b="b"/>
              <a:pathLst>
                <a:path w="37867" h="21852" extrusionOk="0">
                  <a:moveTo>
                    <a:pt x="18884" y="9924"/>
                  </a:moveTo>
                  <a:cubicBezTo>
                    <a:pt x="19077" y="9924"/>
                    <a:pt x="19227" y="10006"/>
                    <a:pt x="19195" y="10200"/>
                  </a:cubicBezTo>
                  <a:lnTo>
                    <a:pt x="19046" y="10798"/>
                  </a:lnTo>
                  <a:cubicBezTo>
                    <a:pt x="18964" y="11003"/>
                    <a:pt x="18656" y="11118"/>
                    <a:pt x="18408" y="11118"/>
                  </a:cubicBezTo>
                  <a:cubicBezTo>
                    <a:pt x="18204" y="11118"/>
                    <a:pt x="18041" y="11041"/>
                    <a:pt x="18075" y="10872"/>
                  </a:cubicBezTo>
                  <a:lnTo>
                    <a:pt x="18224" y="10275"/>
                  </a:lnTo>
                  <a:cubicBezTo>
                    <a:pt x="18309" y="10063"/>
                    <a:pt x="18633" y="9924"/>
                    <a:pt x="18884" y="9924"/>
                  </a:cubicBezTo>
                  <a:close/>
                  <a:moveTo>
                    <a:pt x="7087" y="16963"/>
                  </a:moveTo>
                  <a:cubicBezTo>
                    <a:pt x="7220" y="16963"/>
                    <a:pt x="7320" y="16997"/>
                    <a:pt x="7320" y="17071"/>
                  </a:cubicBezTo>
                  <a:cubicBezTo>
                    <a:pt x="7320" y="17221"/>
                    <a:pt x="7395" y="17370"/>
                    <a:pt x="7544" y="17445"/>
                  </a:cubicBezTo>
                  <a:cubicBezTo>
                    <a:pt x="7748" y="17513"/>
                    <a:pt x="7086" y="17828"/>
                    <a:pt x="6853" y="17828"/>
                  </a:cubicBezTo>
                  <a:cubicBezTo>
                    <a:pt x="6829" y="17828"/>
                    <a:pt x="6810" y="17825"/>
                    <a:pt x="6797" y="17818"/>
                  </a:cubicBezTo>
                  <a:cubicBezTo>
                    <a:pt x="6573" y="17669"/>
                    <a:pt x="6424" y="17594"/>
                    <a:pt x="6424" y="17295"/>
                  </a:cubicBezTo>
                  <a:cubicBezTo>
                    <a:pt x="6424" y="17096"/>
                    <a:pt x="6822" y="16963"/>
                    <a:pt x="7087" y="16963"/>
                  </a:cubicBezTo>
                  <a:close/>
                  <a:moveTo>
                    <a:pt x="21370" y="0"/>
                  </a:moveTo>
                  <a:cubicBezTo>
                    <a:pt x="17770" y="0"/>
                    <a:pt x="14148" y="670"/>
                    <a:pt x="10755" y="1910"/>
                  </a:cubicBezTo>
                  <a:cubicBezTo>
                    <a:pt x="10830" y="2283"/>
                    <a:pt x="10681" y="2657"/>
                    <a:pt x="10382" y="2956"/>
                  </a:cubicBezTo>
                  <a:cubicBezTo>
                    <a:pt x="10382" y="3404"/>
                    <a:pt x="10083" y="3852"/>
                    <a:pt x="9635" y="4076"/>
                  </a:cubicBezTo>
                  <a:cubicBezTo>
                    <a:pt x="9411" y="4151"/>
                    <a:pt x="9262" y="4300"/>
                    <a:pt x="9112" y="4375"/>
                  </a:cubicBezTo>
                  <a:cubicBezTo>
                    <a:pt x="8216" y="5420"/>
                    <a:pt x="7395" y="6540"/>
                    <a:pt x="6573" y="7661"/>
                  </a:cubicBezTo>
                  <a:cubicBezTo>
                    <a:pt x="6722" y="7586"/>
                    <a:pt x="6872" y="7586"/>
                    <a:pt x="7021" y="7511"/>
                  </a:cubicBezTo>
                  <a:cubicBezTo>
                    <a:pt x="7021" y="7362"/>
                    <a:pt x="7245" y="7213"/>
                    <a:pt x="7693" y="7138"/>
                  </a:cubicBezTo>
                  <a:cubicBezTo>
                    <a:pt x="8578" y="6900"/>
                    <a:pt x="10919" y="6414"/>
                    <a:pt x="12987" y="6414"/>
                  </a:cubicBezTo>
                  <a:cubicBezTo>
                    <a:pt x="15460" y="6414"/>
                    <a:pt x="17543" y="7109"/>
                    <a:pt x="16282" y="9752"/>
                  </a:cubicBezTo>
                  <a:cubicBezTo>
                    <a:pt x="15759" y="10574"/>
                    <a:pt x="15013" y="11320"/>
                    <a:pt x="14042" y="11769"/>
                  </a:cubicBezTo>
                  <a:cubicBezTo>
                    <a:pt x="13444" y="12366"/>
                    <a:pt x="12697" y="12814"/>
                    <a:pt x="11876" y="13038"/>
                  </a:cubicBezTo>
                  <a:cubicBezTo>
                    <a:pt x="11129" y="13188"/>
                    <a:pt x="10382" y="13262"/>
                    <a:pt x="9635" y="13262"/>
                  </a:cubicBezTo>
                  <a:cubicBezTo>
                    <a:pt x="7619" y="13785"/>
                    <a:pt x="5751" y="14607"/>
                    <a:pt x="4034" y="15652"/>
                  </a:cubicBezTo>
                  <a:cubicBezTo>
                    <a:pt x="3361" y="15951"/>
                    <a:pt x="2615" y="16175"/>
                    <a:pt x="1868" y="16324"/>
                  </a:cubicBezTo>
                  <a:cubicBezTo>
                    <a:pt x="1121" y="18117"/>
                    <a:pt x="523" y="19984"/>
                    <a:pt x="1" y="21851"/>
                  </a:cubicBezTo>
                  <a:cubicBezTo>
                    <a:pt x="5975" y="20731"/>
                    <a:pt x="11652" y="18565"/>
                    <a:pt x="16805" y="15428"/>
                  </a:cubicBezTo>
                  <a:cubicBezTo>
                    <a:pt x="17477" y="14980"/>
                    <a:pt x="18224" y="14532"/>
                    <a:pt x="18896" y="14009"/>
                  </a:cubicBezTo>
                  <a:cubicBezTo>
                    <a:pt x="20689" y="12739"/>
                    <a:pt x="22556" y="11619"/>
                    <a:pt x="24572" y="10648"/>
                  </a:cubicBezTo>
                  <a:cubicBezTo>
                    <a:pt x="28755" y="8184"/>
                    <a:pt x="33236" y="6092"/>
                    <a:pt x="37867" y="4524"/>
                  </a:cubicBezTo>
                  <a:cubicBezTo>
                    <a:pt x="36223" y="3553"/>
                    <a:pt x="34506" y="2732"/>
                    <a:pt x="32788" y="2059"/>
                  </a:cubicBezTo>
                  <a:cubicBezTo>
                    <a:pt x="29502" y="3478"/>
                    <a:pt x="26215" y="4897"/>
                    <a:pt x="23004" y="6540"/>
                  </a:cubicBezTo>
                  <a:cubicBezTo>
                    <a:pt x="22834" y="6625"/>
                    <a:pt x="22661" y="6662"/>
                    <a:pt x="22501" y="6662"/>
                  </a:cubicBezTo>
                  <a:cubicBezTo>
                    <a:pt x="21815" y="6662"/>
                    <a:pt x="21349" y="5993"/>
                    <a:pt x="22257" y="5570"/>
                  </a:cubicBezTo>
                  <a:cubicBezTo>
                    <a:pt x="25170" y="4151"/>
                    <a:pt x="28157" y="2806"/>
                    <a:pt x="31145" y="1462"/>
                  </a:cubicBezTo>
                  <a:cubicBezTo>
                    <a:pt x="29576" y="1014"/>
                    <a:pt x="28008" y="640"/>
                    <a:pt x="26440" y="342"/>
                  </a:cubicBezTo>
                  <a:lnTo>
                    <a:pt x="26215" y="416"/>
                  </a:lnTo>
                  <a:lnTo>
                    <a:pt x="21809" y="2507"/>
                  </a:lnTo>
                  <a:cubicBezTo>
                    <a:pt x="21617" y="2604"/>
                    <a:pt x="21405" y="2645"/>
                    <a:pt x="21215" y="2645"/>
                  </a:cubicBezTo>
                  <a:cubicBezTo>
                    <a:pt x="20667" y="2645"/>
                    <a:pt x="20305" y="2298"/>
                    <a:pt x="21137" y="1910"/>
                  </a:cubicBezTo>
                  <a:lnTo>
                    <a:pt x="24871" y="192"/>
                  </a:lnTo>
                  <a:cubicBezTo>
                    <a:pt x="24199" y="117"/>
                    <a:pt x="23601" y="43"/>
                    <a:pt x="22929" y="43"/>
                  </a:cubicBezTo>
                  <a:cubicBezTo>
                    <a:pt x="22410" y="14"/>
                    <a:pt x="21890" y="0"/>
                    <a:pt x="213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74"/>
            <p:cNvSpPr/>
            <p:nvPr/>
          </p:nvSpPr>
          <p:spPr>
            <a:xfrm>
              <a:off x="5422523" y="2327701"/>
              <a:ext cx="24392" cy="7713"/>
            </a:xfrm>
            <a:custGeom>
              <a:avLst/>
              <a:gdLst/>
              <a:ahLst/>
              <a:cxnLst/>
              <a:rect l="l" t="t" r="r" b="b"/>
              <a:pathLst>
                <a:path w="1420" h="449" extrusionOk="0">
                  <a:moveTo>
                    <a:pt x="1420" y="0"/>
                  </a:moveTo>
                  <a:cubicBezTo>
                    <a:pt x="1321" y="0"/>
                    <a:pt x="1255" y="33"/>
                    <a:pt x="1179" y="76"/>
                  </a:cubicBezTo>
                  <a:lnTo>
                    <a:pt x="1179" y="76"/>
                  </a:lnTo>
                  <a:lnTo>
                    <a:pt x="1420" y="0"/>
                  </a:lnTo>
                  <a:close/>
                  <a:moveTo>
                    <a:pt x="1179" y="76"/>
                  </a:moveTo>
                  <a:lnTo>
                    <a:pt x="1" y="448"/>
                  </a:lnTo>
                  <a:lnTo>
                    <a:pt x="76" y="448"/>
                  </a:lnTo>
                  <a:lnTo>
                    <a:pt x="449" y="373"/>
                  </a:lnTo>
                  <a:lnTo>
                    <a:pt x="1047" y="149"/>
                  </a:lnTo>
                  <a:cubicBezTo>
                    <a:pt x="1097" y="124"/>
                    <a:pt x="1139" y="99"/>
                    <a:pt x="1179" y="76"/>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74"/>
            <p:cNvSpPr/>
            <p:nvPr/>
          </p:nvSpPr>
          <p:spPr>
            <a:xfrm>
              <a:off x="5614963" y="2698461"/>
              <a:ext cx="32105" cy="7713"/>
            </a:xfrm>
            <a:custGeom>
              <a:avLst/>
              <a:gdLst/>
              <a:ahLst/>
              <a:cxnLst/>
              <a:rect l="l" t="t" r="r" b="b"/>
              <a:pathLst>
                <a:path w="1869" h="449" extrusionOk="0">
                  <a:moveTo>
                    <a:pt x="1868" y="0"/>
                  </a:moveTo>
                  <a:lnTo>
                    <a:pt x="1868" y="0"/>
                  </a:lnTo>
                  <a:cubicBezTo>
                    <a:pt x="1271" y="75"/>
                    <a:pt x="598" y="150"/>
                    <a:pt x="1" y="299"/>
                  </a:cubicBezTo>
                  <a:cubicBezTo>
                    <a:pt x="1" y="299"/>
                    <a:pt x="1" y="374"/>
                    <a:pt x="1" y="448"/>
                  </a:cubicBezTo>
                  <a:cubicBezTo>
                    <a:pt x="524" y="374"/>
                    <a:pt x="1046" y="224"/>
                    <a:pt x="1495" y="150"/>
                  </a:cubicBezTo>
                  <a:lnTo>
                    <a:pt x="1868" y="0"/>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74"/>
            <p:cNvSpPr/>
            <p:nvPr/>
          </p:nvSpPr>
          <p:spPr>
            <a:xfrm>
              <a:off x="6012674" y="2271239"/>
              <a:ext cx="153962" cy="9963"/>
            </a:xfrm>
            <a:custGeom>
              <a:avLst/>
              <a:gdLst/>
              <a:ahLst/>
              <a:cxnLst/>
              <a:rect l="l" t="t" r="r" b="b"/>
              <a:pathLst>
                <a:path w="8963" h="580" extrusionOk="0">
                  <a:moveTo>
                    <a:pt x="75" y="1"/>
                  </a:moveTo>
                  <a:cubicBezTo>
                    <a:pt x="1" y="1"/>
                    <a:pt x="1" y="1"/>
                    <a:pt x="1" y="76"/>
                  </a:cubicBezTo>
                  <a:cubicBezTo>
                    <a:pt x="2185" y="412"/>
                    <a:pt x="4454" y="580"/>
                    <a:pt x="6712" y="580"/>
                  </a:cubicBezTo>
                  <a:cubicBezTo>
                    <a:pt x="7465" y="580"/>
                    <a:pt x="8216" y="561"/>
                    <a:pt x="8963" y="524"/>
                  </a:cubicBezTo>
                  <a:cubicBezTo>
                    <a:pt x="6050" y="300"/>
                    <a:pt x="3063" y="225"/>
                    <a:pt x="75" y="1"/>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74"/>
            <p:cNvSpPr/>
            <p:nvPr/>
          </p:nvSpPr>
          <p:spPr>
            <a:xfrm>
              <a:off x="5427660" y="2567602"/>
              <a:ext cx="653020" cy="209256"/>
            </a:xfrm>
            <a:custGeom>
              <a:avLst/>
              <a:gdLst/>
              <a:ahLst/>
              <a:cxnLst/>
              <a:rect l="l" t="t" r="r" b="b"/>
              <a:pathLst>
                <a:path w="38016" h="12182" extrusionOk="0">
                  <a:moveTo>
                    <a:pt x="22752" y="4150"/>
                  </a:moveTo>
                  <a:cubicBezTo>
                    <a:pt x="22896" y="4150"/>
                    <a:pt x="23004" y="4183"/>
                    <a:pt x="23004" y="4257"/>
                  </a:cubicBezTo>
                  <a:lnTo>
                    <a:pt x="23004" y="5303"/>
                  </a:lnTo>
                  <a:cubicBezTo>
                    <a:pt x="23004" y="5522"/>
                    <a:pt x="22484" y="5660"/>
                    <a:pt x="22205" y="5660"/>
                  </a:cubicBezTo>
                  <a:cubicBezTo>
                    <a:pt x="22103" y="5660"/>
                    <a:pt x="22033" y="5642"/>
                    <a:pt x="22033" y="5602"/>
                  </a:cubicBezTo>
                  <a:lnTo>
                    <a:pt x="22033" y="4481"/>
                  </a:lnTo>
                  <a:cubicBezTo>
                    <a:pt x="22033" y="4282"/>
                    <a:pt x="22465" y="4150"/>
                    <a:pt x="22752" y="4150"/>
                  </a:cubicBezTo>
                  <a:close/>
                  <a:moveTo>
                    <a:pt x="4328" y="5717"/>
                  </a:moveTo>
                  <a:cubicBezTo>
                    <a:pt x="4445" y="5717"/>
                    <a:pt x="4555" y="5750"/>
                    <a:pt x="4631" y="5826"/>
                  </a:cubicBezTo>
                  <a:lnTo>
                    <a:pt x="4930" y="6199"/>
                  </a:lnTo>
                  <a:cubicBezTo>
                    <a:pt x="5151" y="6420"/>
                    <a:pt x="4758" y="6683"/>
                    <a:pt x="4418" y="6683"/>
                  </a:cubicBezTo>
                  <a:cubicBezTo>
                    <a:pt x="4299" y="6683"/>
                    <a:pt x="4186" y="6650"/>
                    <a:pt x="4108" y="6573"/>
                  </a:cubicBezTo>
                  <a:lnTo>
                    <a:pt x="3810" y="6274"/>
                  </a:lnTo>
                  <a:cubicBezTo>
                    <a:pt x="3587" y="5996"/>
                    <a:pt x="3987" y="5717"/>
                    <a:pt x="4328" y="5717"/>
                  </a:cubicBezTo>
                  <a:close/>
                  <a:moveTo>
                    <a:pt x="38016" y="0"/>
                  </a:moveTo>
                  <a:lnTo>
                    <a:pt x="38016" y="0"/>
                  </a:lnTo>
                  <a:cubicBezTo>
                    <a:pt x="36821" y="448"/>
                    <a:pt x="35626" y="598"/>
                    <a:pt x="34431" y="598"/>
                  </a:cubicBezTo>
                  <a:cubicBezTo>
                    <a:pt x="33990" y="605"/>
                    <a:pt x="33554" y="608"/>
                    <a:pt x="33122" y="608"/>
                  </a:cubicBezTo>
                  <a:cubicBezTo>
                    <a:pt x="31391" y="608"/>
                    <a:pt x="29717" y="560"/>
                    <a:pt x="28036" y="560"/>
                  </a:cubicBezTo>
                  <a:cubicBezTo>
                    <a:pt x="25936" y="560"/>
                    <a:pt x="23826" y="635"/>
                    <a:pt x="21585" y="971"/>
                  </a:cubicBezTo>
                  <a:cubicBezTo>
                    <a:pt x="14266" y="2166"/>
                    <a:pt x="7096" y="3735"/>
                    <a:pt x="1" y="5826"/>
                  </a:cubicBezTo>
                  <a:cubicBezTo>
                    <a:pt x="374" y="6125"/>
                    <a:pt x="748" y="6423"/>
                    <a:pt x="1196" y="6722"/>
                  </a:cubicBezTo>
                  <a:cubicBezTo>
                    <a:pt x="2540" y="7768"/>
                    <a:pt x="4108" y="8664"/>
                    <a:pt x="5677" y="9411"/>
                  </a:cubicBezTo>
                  <a:cubicBezTo>
                    <a:pt x="6349" y="8739"/>
                    <a:pt x="7171" y="8290"/>
                    <a:pt x="8067" y="7992"/>
                  </a:cubicBezTo>
                  <a:cubicBezTo>
                    <a:pt x="8067" y="7917"/>
                    <a:pt x="8291" y="7768"/>
                    <a:pt x="8590" y="7618"/>
                  </a:cubicBezTo>
                  <a:cubicBezTo>
                    <a:pt x="10300" y="6934"/>
                    <a:pt x="12136" y="6563"/>
                    <a:pt x="13982" y="6563"/>
                  </a:cubicBezTo>
                  <a:cubicBezTo>
                    <a:pt x="14151" y="6563"/>
                    <a:pt x="14321" y="6566"/>
                    <a:pt x="14490" y="6573"/>
                  </a:cubicBezTo>
                  <a:cubicBezTo>
                    <a:pt x="15694" y="6573"/>
                    <a:pt x="17490" y="6262"/>
                    <a:pt x="19073" y="6262"/>
                  </a:cubicBezTo>
                  <a:cubicBezTo>
                    <a:pt x="19944" y="6262"/>
                    <a:pt x="20751" y="6356"/>
                    <a:pt x="21361" y="6647"/>
                  </a:cubicBezTo>
                  <a:cubicBezTo>
                    <a:pt x="24423" y="8216"/>
                    <a:pt x="19046" y="9934"/>
                    <a:pt x="18075" y="10158"/>
                  </a:cubicBezTo>
                  <a:cubicBezTo>
                    <a:pt x="16506" y="10531"/>
                    <a:pt x="14863" y="10904"/>
                    <a:pt x="13295" y="11278"/>
                  </a:cubicBezTo>
                  <a:cubicBezTo>
                    <a:pt x="14872" y="11560"/>
                    <a:pt x="18532" y="12181"/>
                    <a:pt x="20555" y="12181"/>
                  </a:cubicBezTo>
                  <a:cubicBezTo>
                    <a:pt x="21215" y="12181"/>
                    <a:pt x="21700" y="12115"/>
                    <a:pt x="21884" y="11950"/>
                  </a:cubicBezTo>
                  <a:cubicBezTo>
                    <a:pt x="22183" y="11651"/>
                    <a:pt x="22556" y="11502"/>
                    <a:pt x="22929" y="11502"/>
                  </a:cubicBezTo>
                  <a:cubicBezTo>
                    <a:pt x="23303" y="11502"/>
                    <a:pt x="23676" y="11651"/>
                    <a:pt x="23975" y="11950"/>
                  </a:cubicBezTo>
                  <a:cubicBezTo>
                    <a:pt x="28531" y="9859"/>
                    <a:pt x="32639" y="6797"/>
                    <a:pt x="35775" y="2988"/>
                  </a:cubicBezTo>
                  <a:lnTo>
                    <a:pt x="35775" y="2988"/>
                  </a:lnTo>
                  <a:lnTo>
                    <a:pt x="29726" y="6199"/>
                  </a:lnTo>
                  <a:cubicBezTo>
                    <a:pt x="29520" y="6302"/>
                    <a:pt x="29171" y="6476"/>
                    <a:pt x="28853" y="6476"/>
                  </a:cubicBezTo>
                  <a:cubicBezTo>
                    <a:pt x="28709" y="6476"/>
                    <a:pt x="28572" y="6441"/>
                    <a:pt x="28456" y="6349"/>
                  </a:cubicBezTo>
                  <a:cubicBezTo>
                    <a:pt x="28083" y="6125"/>
                    <a:pt x="28307" y="5826"/>
                    <a:pt x="28606" y="5676"/>
                  </a:cubicBezTo>
                  <a:lnTo>
                    <a:pt x="35327" y="2017"/>
                  </a:lnTo>
                  <a:cubicBezTo>
                    <a:pt x="35535" y="1913"/>
                    <a:pt x="35924" y="1773"/>
                    <a:pt x="36242" y="1773"/>
                  </a:cubicBezTo>
                  <a:cubicBezTo>
                    <a:pt x="36381" y="1773"/>
                    <a:pt x="36506" y="1799"/>
                    <a:pt x="36597" y="1867"/>
                  </a:cubicBezTo>
                  <a:cubicBezTo>
                    <a:pt x="37120" y="1270"/>
                    <a:pt x="37568" y="672"/>
                    <a:pt x="3801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74"/>
            <p:cNvSpPr/>
            <p:nvPr/>
          </p:nvSpPr>
          <p:spPr>
            <a:xfrm>
              <a:off x="5679121" y="2713852"/>
              <a:ext cx="60310" cy="14137"/>
            </a:xfrm>
            <a:custGeom>
              <a:avLst/>
              <a:gdLst/>
              <a:ahLst/>
              <a:cxnLst/>
              <a:rect l="l" t="t" r="r" b="b"/>
              <a:pathLst>
                <a:path w="3511" h="823" extrusionOk="0">
                  <a:moveTo>
                    <a:pt x="3510" y="1"/>
                  </a:moveTo>
                  <a:lnTo>
                    <a:pt x="2689" y="75"/>
                  </a:lnTo>
                  <a:cubicBezTo>
                    <a:pt x="1718" y="299"/>
                    <a:pt x="896" y="523"/>
                    <a:pt x="0" y="822"/>
                  </a:cubicBezTo>
                  <a:cubicBezTo>
                    <a:pt x="896" y="598"/>
                    <a:pt x="2390" y="299"/>
                    <a:pt x="3510" y="1"/>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74"/>
            <p:cNvSpPr/>
            <p:nvPr/>
          </p:nvSpPr>
          <p:spPr>
            <a:xfrm>
              <a:off x="5223677" y="2103484"/>
              <a:ext cx="460580" cy="269137"/>
            </a:xfrm>
            <a:custGeom>
              <a:avLst/>
              <a:gdLst/>
              <a:ahLst/>
              <a:cxnLst/>
              <a:rect l="l" t="t" r="r" b="b"/>
              <a:pathLst>
                <a:path w="26813" h="15668" extrusionOk="0">
                  <a:moveTo>
                    <a:pt x="19792" y="5286"/>
                  </a:moveTo>
                  <a:cubicBezTo>
                    <a:pt x="20091" y="5286"/>
                    <a:pt x="20091" y="5360"/>
                    <a:pt x="19942" y="5510"/>
                  </a:cubicBezTo>
                  <a:cubicBezTo>
                    <a:pt x="20091" y="5510"/>
                    <a:pt x="20091" y="5659"/>
                    <a:pt x="19792" y="5808"/>
                  </a:cubicBezTo>
                  <a:lnTo>
                    <a:pt x="19718" y="5808"/>
                  </a:lnTo>
                  <a:cubicBezTo>
                    <a:pt x="19618" y="5808"/>
                    <a:pt x="19452" y="5842"/>
                    <a:pt x="19308" y="5842"/>
                  </a:cubicBezTo>
                  <a:cubicBezTo>
                    <a:pt x="19236" y="5842"/>
                    <a:pt x="19170" y="5833"/>
                    <a:pt x="19120" y="5808"/>
                  </a:cubicBezTo>
                  <a:cubicBezTo>
                    <a:pt x="19120" y="5734"/>
                    <a:pt x="19046" y="5734"/>
                    <a:pt x="19046" y="5734"/>
                  </a:cubicBezTo>
                  <a:cubicBezTo>
                    <a:pt x="19046" y="5659"/>
                    <a:pt x="19046" y="5659"/>
                    <a:pt x="19046" y="5584"/>
                  </a:cubicBezTo>
                  <a:cubicBezTo>
                    <a:pt x="19195" y="5360"/>
                    <a:pt x="19419" y="5286"/>
                    <a:pt x="19718" y="5286"/>
                  </a:cubicBezTo>
                  <a:close/>
                  <a:moveTo>
                    <a:pt x="7400" y="0"/>
                  </a:moveTo>
                  <a:cubicBezTo>
                    <a:pt x="5112" y="0"/>
                    <a:pt x="2814" y="154"/>
                    <a:pt x="598" y="431"/>
                  </a:cubicBezTo>
                  <a:cubicBezTo>
                    <a:pt x="374" y="1701"/>
                    <a:pt x="150" y="2970"/>
                    <a:pt x="1" y="4240"/>
                  </a:cubicBezTo>
                  <a:cubicBezTo>
                    <a:pt x="1046" y="4091"/>
                    <a:pt x="2092" y="3867"/>
                    <a:pt x="3137" y="3643"/>
                  </a:cubicBezTo>
                  <a:cubicBezTo>
                    <a:pt x="3212" y="3605"/>
                    <a:pt x="3287" y="3587"/>
                    <a:pt x="3361" y="3587"/>
                  </a:cubicBezTo>
                  <a:cubicBezTo>
                    <a:pt x="3436" y="3587"/>
                    <a:pt x="3511" y="3605"/>
                    <a:pt x="3585" y="3643"/>
                  </a:cubicBezTo>
                  <a:cubicBezTo>
                    <a:pt x="4549" y="3299"/>
                    <a:pt x="5576" y="3192"/>
                    <a:pt x="6607" y="3192"/>
                  </a:cubicBezTo>
                  <a:cubicBezTo>
                    <a:pt x="7815" y="3192"/>
                    <a:pt x="9030" y="3338"/>
                    <a:pt x="10158" y="3419"/>
                  </a:cubicBezTo>
                  <a:cubicBezTo>
                    <a:pt x="12473" y="3568"/>
                    <a:pt x="15461" y="4165"/>
                    <a:pt x="16282" y="6630"/>
                  </a:cubicBezTo>
                  <a:cubicBezTo>
                    <a:pt x="16880" y="8721"/>
                    <a:pt x="15685" y="10812"/>
                    <a:pt x="13668" y="11335"/>
                  </a:cubicBezTo>
                  <a:cubicBezTo>
                    <a:pt x="13151" y="11479"/>
                    <a:pt x="12601" y="11523"/>
                    <a:pt x="12043" y="11523"/>
                  </a:cubicBezTo>
                  <a:cubicBezTo>
                    <a:pt x="11150" y="11523"/>
                    <a:pt x="10238" y="11410"/>
                    <a:pt x="9411" y="11410"/>
                  </a:cubicBezTo>
                  <a:cubicBezTo>
                    <a:pt x="6946" y="11485"/>
                    <a:pt x="4482" y="11709"/>
                    <a:pt x="2092" y="12306"/>
                  </a:cubicBezTo>
                  <a:lnTo>
                    <a:pt x="1718" y="12306"/>
                  </a:lnTo>
                  <a:cubicBezTo>
                    <a:pt x="1196" y="12456"/>
                    <a:pt x="598" y="12530"/>
                    <a:pt x="1" y="12605"/>
                  </a:cubicBezTo>
                  <a:cubicBezTo>
                    <a:pt x="150" y="13651"/>
                    <a:pt x="299" y="14621"/>
                    <a:pt x="449" y="15667"/>
                  </a:cubicBezTo>
                  <a:cubicBezTo>
                    <a:pt x="4631" y="14771"/>
                    <a:pt x="8814" y="13725"/>
                    <a:pt x="12921" y="12381"/>
                  </a:cubicBezTo>
                  <a:lnTo>
                    <a:pt x="15461" y="11485"/>
                  </a:lnTo>
                  <a:cubicBezTo>
                    <a:pt x="18747" y="10066"/>
                    <a:pt x="22033" y="8572"/>
                    <a:pt x="25469" y="7974"/>
                  </a:cubicBezTo>
                  <a:cubicBezTo>
                    <a:pt x="25767" y="7900"/>
                    <a:pt x="25991" y="7900"/>
                    <a:pt x="26290" y="7900"/>
                  </a:cubicBezTo>
                  <a:lnTo>
                    <a:pt x="26813" y="7750"/>
                  </a:lnTo>
                  <a:cubicBezTo>
                    <a:pt x="21436" y="4389"/>
                    <a:pt x="16282" y="431"/>
                    <a:pt x="9784" y="58"/>
                  </a:cubicBezTo>
                  <a:cubicBezTo>
                    <a:pt x="8993" y="19"/>
                    <a:pt x="8197" y="0"/>
                    <a:pt x="74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74"/>
            <p:cNvSpPr/>
            <p:nvPr/>
          </p:nvSpPr>
          <p:spPr>
            <a:xfrm>
              <a:off x="5282699" y="2274211"/>
              <a:ext cx="146266" cy="15013"/>
            </a:xfrm>
            <a:custGeom>
              <a:avLst/>
              <a:gdLst/>
              <a:ahLst/>
              <a:cxnLst/>
              <a:rect l="l" t="t" r="r" b="b"/>
              <a:pathLst>
                <a:path w="8515" h="874" extrusionOk="0">
                  <a:moveTo>
                    <a:pt x="5177" y="0"/>
                  </a:moveTo>
                  <a:cubicBezTo>
                    <a:pt x="3411" y="0"/>
                    <a:pt x="1667" y="282"/>
                    <a:pt x="0" y="873"/>
                  </a:cubicBezTo>
                  <a:cubicBezTo>
                    <a:pt x="1419" y="575"/>
                    <a:pt x="2838" y="351"/>
                    <a:pt x="4257" y="276"/>
                  </a:cubicBezTo>
                  <a:cubicBezTo>
                    <a:pt x="4400" y="268"/>
                    <a:pt x="4547" y="264"/>
                    <a:pt x="4697" y="264"/>
                  </a:cubicBezTo>
                  <a:cubicBezTo>
                    <a:pt x="5728" y="264"/>
                    <a:pt x="6909" y="437"/>
                    <a:pt x="8030" y="437"/>
                  </a:cubicBezTo>
                  <a:cubicBezTo>
                    <a:pt x="8193" y="437"/>
                    <a:pt x="8354" y="434"/>
                    <a:pt x="8514" y="425"/>
                  </a:cubicBezTo>
                  <a:cubicBezTo>
                    <a:pt x="8066" y="276"/>
                    <a:pt x="7693" y="201"/>
                    <a:pt x="7245" y="127"/>
                  </a:cubicBezTo>
                  <a:cubicBezTo>
                    <a:pt x="6554" y="43"/>
                    <a:pt x="5864" y="0"/>
                    <a:pt x="5177" y="0"/>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74"/>
            <p:cNvSpPr/>
            <p:nvPr/>
          </p:nvSpPr>
          <p:spPr>
            <a:xfrm>
              <a:off x="5248052" y="2353347"/>
              <a:ext cx="922449" cy="263022"/>
            </a:xfrm>
            <a:custGeom>
              <a:avLst/>
              <a:gdLst/>
              <a:ahLst/>
              <a:cxnLst/>
              <a:rect l="l" t="t" r="r" b="b"/>
              <a:pathLst>
                <a:path w="53701" h="15312" extrusionOk="0">
                  <a:moveTo>
                    <a:pt x="48346" y="4007"/>
                  </a:moveTo>
                  <a:cubicBezTo>
                    <a:pt x="48422" y="4007"/>
                    <a:pt x="48472" y="4016"/>
                    <a:pt x="48472" y="4034"/>
                  </a:cubicBezTo>
                  <a:cubicBezTo>
                    <a:pt x="48472" y="4183"/>
                    <a:pt x="48397" y="4333"/>
                    <a:pt x="48248" y="4482"/>
                  </a:cubicBezTo>
                  <a:lnTo>
                    <a:pt x="48173" y="4482"/>
                  </a:lnTo>
                  <a:cubicBezTo>
                    <a:pt x="48083" y="4527"/>
                    <a:pt x="47744" y="4600"/>
                    <a:pt x="47559" y="4600"/>
                  </a:cubicBezTo>
                  <a:cubicBezTo>
                    <a:pt x="47439" y="4600"/>
                    <a:pt x="47384" y="4570"/>
                    <a:pt x="47501" y="4482"/>
                  </a:cubicBezTo>
                  <a:cubicBezTo>
                    <a:pt x="47576" y="4407"/>
                    <a:pt x="47576" y="4333"/>
                    <a:pt x="47576" y="4333"/>
                  </a:cubicBezTo>
                  <a:cubicBezTo>
                    <a:pt x="47576" y="4104"/>
                    <a:pt x="48099" y="4007"/>
                    <a:pt x="48346" y="4007"/>
                  </a:cubicBezTo>
                  <a:close/>
                  <a:moveTo>
                    <a:pt x="15171" y="6150"/>
                  </a:moveTo>
                  <a:cubicBezTo>
                    <a:pt x="15258" y="6150"/>
                    <a:pt x="15334" y="6165"/>
                    <a:pt x="15386" y="6200"/>
                  </a:cubicBezTo>
                  <a:cubicBezTo>
                    <a:pt x="15535" y="6200"/>
                    <a:pt x="15685" y="6200"/>
                    <a:pt x="15685" y="6274"/>
                  </a:cubicBezTo>
                  <a:cubicBezTo>
                    <a:pt x="15637" y="6463"/>
                    <a:pt x="15262" y="6652"/>
                    <a:pt x="14954" y="6652"/>
                  </a:cubicBezTo>
                  <a:cubicBezTo>
                    <a:pt x="14775" y="6652"/>
                    <a:pt x="14619" y="6588"/>
                    <a:pt x="14564" y="6424"/>
                  </a:cubicBezTo>
                  <a:lnTo>
                    <a:pt x="14490" y="6424"/>
                  </a:lnTo>
                  <a:cubicBezTo>
                    <a:pt x="14490" y="6309"/>
                    <a:pt x="14886" y="6150"/>
                    <a:pt x="15171" y="6150"/>
                  </a:cubicBezTo>
                  <a:close/>
                  <a:moveTo>
                    <a:pt x="22705" y="10457"/>
                  </a:moveTo>
                  <a:lnTo>
                    <a:pt x="22705" y="10457"/>
                  </a:lnTo>
                  <a:cubicBezTo>
                    <a:pt x="22565" y="10468"/>
                    <a:pt x="22424" y="10482"/>
                    <a:pt x="22283" y="10498"/>
                  </a:cubicBezTo>
                  <a:lnTo>
                    <a:pt x="22283" y="10498"/>
                  </a:lnTo>
                  <a:cubicBezTo>
                    <a:pt x="22432" y="10482"/>
                    <a:pt x="22573" y="10468"/>
                    <a:pt x="22705" y="10457"/>
                  </a:cubicBezTo>
                  <a:close/>
                  <a:moveTo>
                    <a:pt x="53700" y="1"/>
                  </a:moveTo>
                  <a:lnTo>
                    <a:pt x="53177" y="299"/>
                  </a:lnTo>
                  <a:cubicBezTo>
                    <a:pt x="51833" y="972"/>
                    <a:pt x="50414" y="1420"/>
                    <a:pt x="48920" y="1644"/>
                  </a:cubicBezTo>
                  <a:cubicBezTo>
                    <a:pt x="47345" y="1959"/>
                    <a:pt x="45770" y="2079"/>
                    <a:pt x="44187" y="2079"/>
                  </a:cubicBezTo>
                  <a:cubicBezTo>
                    <a:pt x="40139" y="2079"/>
                    <a:pt x="36037" y="1294"/>
                    <a:pt x="31742" y="972"/>
                  </a:cubicBezTo>
                  <a:cubicBezTo>
                    <a:pt x="30829" y="908"/>
                    <a:pt x="29915" y="878"/>
                    <a:pt x="29002" y="878"/>
                  </a:cubicBezTo>
                  <a:cubicBezTo>
                    <a:pt x="22449" y="878"/>
                    <a:pt x="15910" y="2387"/>
                    <a:pt x="9486" y="3436"/>
                  </a:cubicBezTo>
                  <a:lnTo>
                    <a:pt x="1" y="5079"/>
                  </a:lnTo>
                  <a:cubicBezTo>
                    <a:pt x="374" y="6200"/>
                    <a:pt x="897" y="7320"/>
                    <a:pt x="1494" y="8366"/>
                  </a:cubicBezTo>
                  <a:cubicBezTo>
                    <a:pt x="2041" y="8256"/>
                    <a:pt x="2588" y="8187"/>
                    <a:pt x="3135" y="8187"/>
                  </a:cubicBezTo>
                  <a:cubicBezTo>
                    <a:pt x="3335" y="8187"/>
                    <a:pt x="3535" y="8196"/>
                    <a:pt x="3735" y="8216"/>
                  </a:cubicBezTo>
                  <a:cubicBezTo>
                    <a:pt x="3884" y="8142"/>
                    <a:pt x="3959" y="8142"/>
                    <a:pt x="4108" y="8067"/>
                  </a:cubicBezTo>
                  <a:cubicBezTo>
                    <a:pt x="4772" y="7909"/>
                    <a:pt x="6105" y="7657"/>
                    <a:pt x="7398" y="7657"/>
                  </a:cubicBezTo>
                  <a:cubicBezTo>
                    <a:pt x="9162" y="7657"/>
                    <a:pt x="10853" y="8125"/>
                    <a:pt x="10681" y="9934"/>
                  </a:cubicBezTo>
                  <a:cubicBezTo>
                    <a:pt x="10531" y="11951"/>
                    <a:pt x="6573" y="12772"/>
                    <a:pt x="4706" y="12921"/>
                  </a:cubicBezTo>
                  <a:cubicBezTo>
                    <a:pt x="5453" y="13743"/>
                    <a:pt x="6200" y="14565"/>
                    <a:pt x="7021" y="15311"/>
                  </a:cubicBezTo>
                  <a:cubicBezTo>
                    <a:pt x="9336" y="14415"/>
                    <a:pt x="11726" y="13594"/>
                    <a:pt x="14042" y="12847"/>
                  </a:cubicBezTo>
                  <a:cubicBezTo>
                    <a:pt x="16598" y="12066"/>
                    <a:pt x="19558" y="10812"/>
                    <a:pt x="22283" y="10498"/>
                  </a:cubicBezTo>
                  <a:lnTo>
                    <a:pt x="22283" y="10498"/>
                  </a:lnTo>
                  <a:cubicBezTo>
                    <a:pt x="20412" y="10703"/>
                    <a:pt x="17312" y="11289"/>
                    <a:pt x="15237" y="11428"/>
                  </a:cubicBezTo>
                  <a:cubicBezTo>
                    <a:pt x="14639" y="11428"/>
                    <a:pt x="14042" y="11054"/>
                    <a:pt x="14788" y="10681"/>
                  </a:cubicBezTo>
                  <a:cubicBezTo>
                    <a:pt x="15162" y="10457"/>
                    <a:pt x="15610" y="10233"/>
                    <a:pt x="16058" y="10009"/>
                  </a:cubicBezTo>
                  <a:lnTo>
                    <a:pt x="15759" y="10009"/>
                  </a:lnTo>
                  <a:cubicBezTo>
                    <a:pt x="14938" y="10009"/>
                    <a:pt x="16357" y="9411"/>
                    <a:pt x="16581" y="9411"/>
                  </a:cubicBezTo>
                  <a:cubicBezTo>
                    <a:pt x="17178" y="9262"/>
                    <a:pt x="17851" y="9112"/>
                    <a:pt x="18523" y="8963"/>
                  </a:cubicBezTo>
                  <a:cubicBezTo>
                    <a:pt x="21884" y="7693"/>
                    <a:pt x="25469" y="6722"/>
                    <a:pt x="29054" y="6200"/>
                  </a:cubicBezTo>
                  <a:cubicBezTo>
                    <a:pt x="30551" y="5941"/>
                    <a:pt x="32023" y="5840"/>
                    <a:pt x="33479" y="5840"/>
                  </a:cubicBezTo>
                  <a:cubicBezTo>
                    <a:pt x="38614" y="5840"/>
                    <a:pt x="43545" y="7095"/>
                    <a:pt x="48647" y="7095"/>
                  </a:cubicBezTo>
                  <a:cubicBezTo>
                    <a:pt x="49602" y="7095"/>
                    <a:pt x="50564" y="7051"/>
                    <a:pt x="51534" y="6947"/>
                  </a:cubicBezTo>
                  <a:cubicBezTo>
                    <a:pt x="52505" y="4706"/>
                    <a:pt x="53252" y="2391"/>
                    <a:pt x="5370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74"/>
            <p:cNvSpPr/>
            <p:nvPr/>
          </p:nvSpPr>
          <p:spPr>
            <a:xfrm>
              <a:off x="6120445" y="2490630"/>
              <a:ext cx="5153" cy="17"/>
            </a:xfrm>
            <a:custGeom>
              <a:avLst/>
              <a:gdLst/>
              <a:ahLst/>
              <a:cxnLst/>
              <a:rect l="l" t="t" r="r" b="b"/>
              <a:pathLst>
                <a:path w="300" h="1" extrusionOk="0">
                  <a:moveTo>
                    <a:pt x="299" y="0"/>
                  </a:moveTo>
                  <a:lnTo>
                    <a:pt x="0" y="0"/>
                  </a:lnTo>
                  <a:lnTo>
                    <a:pt x="224" y="0"/>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74"/>
            <p:cNvSpPr/>
            <p:nvPr/>
          </p:nvSpPr>
          <p:spPr>
            <a:xfrm>
              <a:off x="5947245" y="2513717"/>
              <a:ext cx="7713" cy="17"/>
            </a:xfrm>
            <a:custGeom>
              <a:avLst/>
              <a:gdLst/>
              <a:ahLst/>
              <a:cxnLst/>
              <a:rect l="l" t="t" r="r" b="b"/>
              <a:pathLst>
                <a:path w="449" h="1" extrusionOk="0">
                  <a:moveTo>
                    <a:pt x="1" y="0"/>
                  </a:moveTo>
                  <a:lnTo>
                    <a:pt x="1" y="0"/>
                  </a:lnTo>
                  <a:lnTo>
                    <a:pt x="449" y="0"/>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74"/>
            <p:cNvSpPr/>
            <p:nvPr/>
          </p:nvSpPr>
          <p:spPr>
            <a:xfrm>
              <a:off x="6035777" y="2113446"/>
              <a:ext cx="2577" cy="12849"/>
            </a:xfrm>
            <a:custGeom>
              <a:avLst/>
              <a:gdLst/>
              <a:ahLst/>
              <a:cxnLst/>
              <a:rect l="l" t="t" r="r" b="b"/>
              <a:pathLst>
                <a:path w="150" h="748" extrusionOk="0">
                  <a:moveTo>
                    <a:pt x="149" y="0"/>
                  </a:moveTo>
                  <a:lnTo>
                    <a:pt x="0" y="747"/>
                  </a:lnTo>
                  <a:lnTo>
                    <a:pt x="75" y="747"/>
                  </a:lnTo>
                  <a:cubicBezTo>
                    <a:pt x="149" y="523"/>
                    <a:pt x="149" y="299"/>
                    <a:pt x="149" y="0"/>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74"/>
            <p:cNvSpPr/>
            <p:nvPr/>
          </p:nvSpPr>
          <p:spPr>
            <a:xfrm>
              <a:off x="5997283" y="2548364"/>
              <a:ext cx="75701" cy="9241"/>
            </a:xfrm>
            <a:custGeom>
              <a:avLst/>
              <a:gdLst/>
              <a:ahLst/>
              <a:cxnLst/>
              <a:rect l="l" t="t" r="r" b="b"/>
              <a:pathLst>
                <a:path w="4407" h="538" extrusionOk="0">
                  <a:moveTo>
                    <a:pt x="4407" y="0"/>
                  </a:moveTo>
                  <a:lnTo>
                    <a:pt x="4407" y="0"/>
                  </a:lnTo>
                  <a:cubicBezTo>
                    <a:pt x="2988" y="224"/>
                    <a:pt x="1494" y="373"/>
                    <a:pt x="0" y="523"/>
                  </a:cubicBezTo>
                  <a:cubicBezTo>
                    <a:pt x="193" y="532"/>
                    <a:pt x="386" y="537"/>
                    <a:pt x="579" y="537"/>
                  </a:cubicBezTo>
                  <a:cubicBezTo>
                    <a:pt x="1879" y="537"/>
                    <a:pt x="3171" y="325"/>
                    <a:pt x="4407" y="0"/>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74"/>
            <p:cNvSpPr/>
            <p:nvPr/>
          </p:nvSpPr>
          <p:spPr>
            <a:xfrm>
              <a:off x="5699648" y="1795285"/>
              <a:ext cx="329722" cy="169353"/>
            </a:xfrm>
            <a:custGeom>
              <a:avLst/>
              <a:gdLst/>
              <a:ahLst/>
              <a:cxnLst/>
              <a:rect l="l" t="t" r="r" b="b"/>
              <a:pathLst>
                <a:path w="19195" h="9859" extrusionOk="0">
                  <a:moveTo>
                    <a:pt x="15236" y="0"/>
                  </a:moveTo>
                  <a:cubicBezTo>
                    <a:pt x="9560" y="2241"/>
                    <a:pt x="4407" y="5602"/>
                    <a:pt x="0" y="9859"/>
                  </a:cubicBezTo>
                  <a:cubicBezTo>
                    <a:pt x="6349" y="8440"/>
                    <a:pt x="12547" y="6423"/>
                    <a:pt x="18597" y="3959"/>
                  </a:cubicBezTo>
                  <a:lnTo>
                    <a:pt x="19195" y="3660"/>
                  </a:lnTo>
                  <a:cubicBezTo>
                    <a:pt x="17925" y="2316"/>
                    <a:pt x="16655" y="1121"/>
                    <a:pt x="1523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74"/>
            <p:cNvSpPr/>
            <p:nvPr/>
          </p:nvSpPr>
          <p:spPr>
            <a:xfrm>
              <a:off x="5558518" y="2526548"/>
              <a:ext cx="75718" cy="2147"/>
            </a:xfrm>
            <a:custGeom>
              <a:avLst/>
              <a:gdLst/>
              <a:ahLst/>
              <a:cxnLst/>
              <a:rect l="l" t="t" r="r" b="b"/>
              <a:pathLst>
                <a:path w="4408" h="125" extrusionOk="0">
                  <a:moveTo>
                    <a:pt x="1" y="0"/>
                  </a:moveTo>
                  <a:cubicBezTo>
                    <a:pt x="394" y="88"/>
                    <a:pt x="814" y="124"/>
                    <a:pt x="1244" y="124"/>
                  </a:cubicBezTo>
                  <a:cubicBezTo>
                    <a:pt x="1548" y="124"/>
                    <a:pt x="1857" y="106"/>
                    <a:pt x="2167" y="75"/>
                  </a:cubicBezTo>
                  <a:cubicBezTo>
                    <a:pt x="2913" y="75"/>
                    <a:pt x="3660" y="75"/>
                    <a:pt x="4407" y="0"/>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74"/>
            <p:cNvSpPr/>
            <p:nvPr/>
          </p:nvSpPr>
          <p:spPr>
            <a:xfrm>
              <a:off x="5540567" y="2591977"/>
              <a:ext cx="17968" cy="3865"/>
            </a:xfrm>
            <a:custGeom>
              <a:avLst/>
              <a:gdLst/>
              <a:ahLst/>
              <a:cxnLst/>
              <a:rect l="l" t="t" r="r" b="b"/>
              <a:pathLst>
                <a:path w="1046" h="225" extrusionOk="0">
                  <a:moveTo>
                    <a:pt x="1046" y="0"/>
                  </a:moveTo>
                  <a:lnTo>
                    <a:pt x="149" y="150"/>
                  </a:lnTo>
                  <a:lnTo>
                    <a:pt x="75" y="150"/>
                  </a:lnTo>
                  <a:cubicBezTo>
                    <a:pt x="0" y="150"/>
                    <a:pt x="0" y="224"/>
                    <a:pt x="0" y="224"/>
                  </a:cubicBezTo>
                  <a:lnTo>
                    <a:pt x="1046" y="0"/>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74"/>
            <p:cNvSpPr/>
            <p:nvPr/>
          </p:nvSpPr>
          <p:spPr>
            <a:xfrm>
              <a:off x="5904902" y="2532955"/>
              <a:ext cx="10289" cy="1305"/>
            </a:xfrm>
            <a:custGeom>
              <a:avLst/>
              <a:gdLst/>
              <a:ahLst/>
              <a:cxnLst/>
              <a:rect l="l" t="t" r="r" b="b"/>
              <a:pathLst>
                <a:path w="599" h="76" extrusionOk="0">
                  <a:moveTo>
                    <a:pt x="524" y="1"/>
                  </a:moveTo>
                  <a:lnTo>
                    <a:pt x="1" y="75"/>
                  </a:lnTo>
                  <a:lnTo>
                    <a:pt x="598" y="1"/>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74"/>
            <p:cNvSpPr/>
            <p:nvPr/>
          </p:nvSpPr>
          <p:spPr>
            <a:xfrm>
              <a:off x="5659865" y="2512428"/>
              <a:ext cx="14137" cy="1305"/>
            </a:xfrm>
            <a:custGeom>
              <a:avLst/>
              <a:gdLst/>
              <a:ahLst/>
              <a:cxnLst/>
              <a:rect l="l" t="t" r="r" b="b"/>
              <a:pathLst>
                <a:path w="823" h="76" extrusionOk="0">
                  <a:moveTo>
                    <a:pt x="822" y="1"/>
                  </a:moveTo>
                  <a:cubicBezTo>
                    <a:pt x="785" y="1"/>
                    <a:pt x="748" y="1"/>
                    <a:pt x="720" y="10"/>
                  </a:cubicBezTo>
                  <a:lnTo>
                    <a:pt x="720" y="10"/>
                  </a:lnTo>
                  <a:lnTo>
                    <a:pt x="822" y="1"/>
                  </a:lnTo>
                  <a:close/>
                  <a:moveTo>
                    <a:pt x="720" y="10"/>
                  </a:moveTo>
                  <a:lnTo>
                    <a:pt x="1" y="75"/>
                  </a:lnTo>
                  <a:lnTo>
                    <a:pt x="673" y="75"/>
                  </a:lnTo>
                  <a:cubicBezTo>
                    <a:pt x="673" y="38"/>
                    <a:pt x="692" y="19"/>
                    <a:pt x="720" y="10"/>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74"/>
            <p:cNvSpPr/>
            <p:nvPr/>
          </p:nvSpPr>
          <p:spPr>
            <a:xfrm>
              <a:off x="5264731" y="2379011"/>
              <a:ext cx="24392" cy="7713"/>
            </a:xfrm>
            <a:custGeom>
              <a:avLst/>
              <a:gdLst/>
              <a:ahLst/>
              <a:cxnLst/>
              <a:rect l="l" t="t" r="r" b="b"/>
              <a:pathLst>
                <a:path w="1420" h="449" extrusionOk="0">
                  <a:moveTo>
                    <a:pt x="1420" y="0"/>
                  </a:moveTo>
                  <a:cubicBezTo>
                    <a:pt x="1374" y="0"/>
                    <a:pt x="1356" y="0"/>
                    <a:pt x="1366" y="17"/>
                  </a:cubicBezTo>
                  <a:lnTo>
                    <a:pt x="1366" y="17"/>
                  </a:lnTo>
                  <a:lnTo>
                    <a:pt x="1420" y="0"/>
                  </a:lnTo>
                  <a:close/>
                  <a:moveTo>
                    <a:pt x="1366" y="17"/>
                  </a:moveTo>
                  <a:lnTo>
                    <a:pt x="0" y="449"/>
                  </a:lnTo>
                  <a:lnTo>
                    <a:pt x="673" y="374"/>
                  </a:lnTo>
                  <a:lnTo>
                    <a:pt x="971" y="225"/>
                  </a:lnTo>
                  <a:lnTo>
                    <a:pt x="1420" y="75"/>
                  </a:lnTo>
                  <a:cubicBezTo>
                    <a:pt x="1390" y="46"/>
                    <a:pt x="1373" y="28"/>
                    <a:pt x="1366" y="17"/>
                  </a:cubicBez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74"/>
            <p:cNvSpPr/>
            <p:nvPr/>
          </p:nvSpPr>
          <p:spPr>
            <a:xfrm>
              <a:off x="5970331" y="2123701"/>
              <a:ext cx="2594" cy="17"/>
            </a:xfrm>
            <a:custGeom>
              <a:avLst/>
              <a:gdLst/>
              <a:ahLst/>
              <a:cxnLst/>
              <a:rect l="l" t="t" r="r" b="b"/>
              <a:pathLst>
                <a:path w="151" h="1" extrusionOk="0">
                  <a:moveTo>
                    <a:pt x="150" y="1"/>
                  </a:moveTo>
                  <a:lnTo>
                    <a:pt x="1" y="1"/>
                  </a:lnTo>
                  <a:lnTo>
                    <a:pt x="1" y="1"/>
                  </a:lnTo>
                  <a:lnTo>
                    <a:pt x="150" y="1"/>
                  </a:lnTo>
                  <a:close/>
                </a:path>
              </a:pathLst>
            </a:custGeom>
            <a:solidFill>
              <a:srgbClr val="AA9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74"/>
            <p:cNvSpPr/>
            <p:nvPr/>
          </p:nvSpPr>
          <p:spPr>
            <a:xfrm>
              <a:off x="5555958" y="1903039"/>
              <a:ext cx="627357" cy="363098"/>
            </a:xfrm>
            <a:custGeom>
              <a:avLst/>
              <a:gdLst/>
              <a:ahLst/>
              <a:cxnLst/>
              <a:rect l="l" t="t" r="r" b="b"/>
              <a:pathLst>
                <a:path w="36522" h="21138" extrusionOk="0">
                  <a:moveTo>
                    <a:pt x="12921" y="10606"/>
                  </a:moveTo>
                  <a:cubicBezTo>
                    <a:pt x="13369" y="10606"/>
                    <a:pt x="13369" y="10905"/>
                    <a:pt x="13220" y="11129"/>
                  </a:cubicBezTo>
                  <a:cubicBezTo>
                    <a:pt x="13444" y="11279"/>
                    <a:pt x="13294" y="11727"/>
                    <a:pt x="12846" y="11727"/>
                  </a:cubicBezTo>
                  <a:cubicBezTo>
                    <a:pt x="12473" y="11727"/>
                    <a:pt x="12099" y="11577"/>
                    <a:pt x="12099" y="11204"/>
                  </a:cubicBezTo>
                  <a:cubicBezTo>
                    <a:pt x="12174" y="10756"/>
                    <a:pt x="12622" y="10606"/>
                    <a:pt x="12921" y="10606"/>
                  </a:cubicBezTo>
                  <a:close/>
                  <a:moveTo>
                    <a:pt x="13339" y="14550"/>
                  </a:moveTo>
                  <a:cubicBezTo>
                    <a:pt x="13454" y="14550"/>
                    <a:pt x="13552" y="14578"/>
                    <a:pt x="13593" y="14639"/>
                  </a:cubicBezTo>
                  <a:cubicBezTo>
                    <a:pt x="13668" y="14714"/>
                    <a:pt x="13743" y="14863"/>
                    <a:pt x="13817" y="14938"/>
                  </a:cubicBezTo>
                  <a:cubicBezTo>
                    <a:pt x="13920" y="14887"/>
                    <a:pt x="14130" y="14800"/>
                    <a:pt x="14299" y="14800"/>
                  </a:cubicBezTo>
                  <a:cubicBezTo>
                    <a:pt x="14375" y="14800"/>
                    <a:pt x="14443" y="14817"/>
                    <a:pt x="14489" y="14863"/>
                  </a:cubicBezTo>
                  <a:cubicBezTo>
                    <a:pt x="14639" y="14938"/>
                    <a:pt x="14564" y="15088"/>
                    <a:pt x="14415" y="15162"/>
                  </a:cubicBezTo>
                  <a:cubicBezTo>
                    <a:pt x="14189" y="15324"/>
                    <a:pt x="13921" y="15401"/>
                    <a:pt x="13660" y="15401"/>
                  </a:cubicBezTo>
                  <a:cubicBezTo>
                    <a:pt x="13316" y="15401"/>
                    <a:pt x="12984" y="15267"/>
                    <a:pt x="12772" y="15013"/>
                  </a:cubicBezTo>
                  <a:cubicBezTo>
                    <a:pt x="12609" y="14742"/>
                    <a:pt x="13035" y="14550"/>
                    <a:pt x="13339" y="14550"/>
                  </a:cubicBezTo>
                  <a:close/>
                  <a:moveTo>
                    <a:pt x="29576" y="1"/>
                  </a:moveTo>
                  <a:cubicBezTo>
                    <a:pt x="20166" y="4407"/>
                    <a:pt x="10232" y="7768"/>
                    <a:pt x="0" y="9934"/>
                  </a:cubicBezTo>
                  <a:cubicBezTo>
                    <a:pt x="5527" y="11876"/>
                    <a:pt x="9784" y="14565"/>
                    <a:pt x="14938" y="17477"/>
                  </a:cubicBezTo>
                  <a:cubicBezTo>
                    <a:pt x="21062" y="21062"/>
                    <a:pt x="29352" y="20689"/>
                    <a:pt x="36447" y="21137"/>
                  </a:cubicBezTo>
                  <a:cubicBezTo>
                    <a:pt x="36447" y="20764"/>
                    <a:pt x="36447" y="20390"/>
                    <a:pt x="36522" y="20017"/>
                  </a:cubicBezTo>
                  <a:cubicBezTo>
                    <a:pt x="36447" y="17253"/>
                    <a:pt x="36074" y="14565"/>
                    <a:pt x="35327" y="11951"/>
                  </a:cubicBezTo>
                  <a:lnTo>
                    <a:pt x="35327" y="11951"/>
                  </a:lnTo>
                  <a:cubicBezTo>
                    <a:pt x="35999" y="15834"/>
                    <a:pt x="34505" y="19345"/>
                    <a:pt x="30024" y="19494"/>
                  </a:cubicBezTo>
                  <a:cubicBezTo>
                    <a:pt x="29744" y="19503"/>
                    <a:pt x="29464" y="19508"/>
                    <a:pt x="29184" y="19508"/>
                  </a:cubicBezTo>
                  <a:cubicBezTo>
                    <a:pt x="27225" y="19508"/>
                    <a:pt x="25272" y="19279"/>
                    <a:pt x="23377" y="18822"/>
                  </a:cubicBezTo>
                  <a:cubicBezTo>
                    <a:pt x="23333" y="18844"/>
                    <a:pt x="23290" y="18853"/>
                    <a:pt x="23248" y="18853"/>
                  </a:cubicBezTo>
                  <a:cubicBezTo>
                    <a:pt x="23147" y="18853"/>
                    <a:pt x="23057" y="18800"/>
                    <a:pt x="23004" y="18747"/>
                  </a:cubicBezTo>
                  <a:cubicBezTo>
                    <a:pt x="22556" y="18598"/>
                    <a:pt x="22107" y="18374"/>
                    <a:pt x="21659" y="18150"/>
                  </a:cubicBezTo>
                  <a:cubicBezTo>
                    <a:pt x="20838" y="17776"/>
                    <a:pt x="20240" y="17104"/>
                    <a:pt x="19942" y="16208"/>
                  </a:cubicBezTo>
                  <a:cubicBezTo>
                    <a:pt x="19792" y="15685"/>
                    <a:pt x="20016" y="14789"/>
                    <a:pt x="19718" y="14341"/>
                  </a:cubicBezTo>
                  <a:cubicBezTo>
                    <a:pt x="19160" y="13422"/>
                    <a:pt x="18847" y="13210"/>
                    <a:pt x="18589" y="13210"/>
                  </a:cubicBezTo>
                  <a:cubicBezTo>
                    <a:pt x="18368" y="13210"/>
                    <a:pt x="18187" y="13366"/>
                    <a:pt x="17926" y="13366"/>
                  </a:cubicBezTo>
                  <a:cubicBezTo>
                    <a:pt x="17800" y="13366"/>
                    <a:pt x="17655" y="13330"/>
                    <a:pt x="17477" y="13220"/>
                  </a:cubicBezTo>
                  <a:cubicBezTo>
                    <a:pt x="13668" y="10905"/>
                    <a:pt x="19045" y="7021"/>
                    <a:pt x="21958" y="5976"/>
                  </a:cubicBezTo>
                  <a:cubicBezTo>
                    <a:pt x="22107" y="5752"/>
                    <a:pt x="22332" y="5677"/>
                    <a:pt x="22556" y="5677"/>
                  </a:cubicBezTo>
                  <a:cubicBezTo>
                    <a:pt x="24348" y="5005"/>
                    <a:pt x="26215" y="4482"/>
                    <a:pt x="28157" y="4109"/>
                  </a:cubicBezTo>
                  <a:lnTo>
                    <a:pt x="28904" y="3885"/>
                  </a:lnTo>
                  <a:cubicBezTo>
                    <a:pt x="29013" y="3857"/>
                    <a:pt x="29123" y="3840"/>
                    <a:pt x="29228" y="3840"/>
                  </a:cubicBezTo>
                  <a:cubicBezTo>
                    <a:pt x="29411" y="3840"/>
                    <a:pt x="29583" y="3892"/>
                    <a:pt x="29725" y="4034"/>
                  </a:cubicBezTo>
                  <a:cubicBezTo>
                    <a:pt x="29875" y="4034"/>
                    <a:pt x="30024" y="4109"/>
                    <a:pt x="30174" y="4183"/>
                  </a:cubicBezTo>
                  <a:cubicBezTo>
                    <a:pt x="30398" y="4183"/>
                    <a:pt x="30547" y="4258"/>
                    <a:pt x="30696" y="4333"/>
                  </a:cubicBezTo>
                  <a:cubicBezTo>
                    <a:pt x="32115" y="4856"/>
                    <a:pt x="33236" y="6349"/>
                    <a:pt x="34057" y="7918"/>
                  </a:cubicBezTo>
                  <a:cubicBezTo>
                    <a:pt x="32937" y="5080"/>
                    <a:pt x="31443" y="2391"/>
                    <a:pt x="2957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74"/>
            <p:cNvSpPr/>
            <p:nvPr/>
          </p:nvSpPr>
          <p:spPr>
            <a:xfrm>
              <a:off x="5294242" y="1876105"/>
              <a:ext cx="10272" cy="5153"/>
            </a:xfrm>
            <a:custGeom>
              <a:avLst/>
              <a:gdLst/>
              <a:ahLst/>
              <a:cxnLst/>
              <a:rect l="l" t="t" r="r" b="b"/>
              <a:pathLst>
                <a:path w="598" h="300" extrusionOk="0">
                  <a:moveTo>
                    <a:pt x="598" y="1"/>
                  </a:moveTo>
                  <a:lnTo>
                    <a:pt x="0" y="299"/>
                  </a:lnTo>
                  <a:lnTo>
                    <a:pt x="598" y="75"/>
                  </a:lnTo>
                  <a:lnTo>
                    <a:pt x="598" y="1"/>
                  </a:lnTo>
                  <a:close/>
                </a:path>
              </a:pathLst>
            </a:custGeom>
            <a:solidFill>
              <a:srgbClr val="877A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74"/>
            <p:cNvSpPr/>
            <p:nvPr/>
          </p:nvSpPr>
          <p:spPr>
            <a:xfrm>
              <a:off x="5141568" y="2094208"/>
              <a:ext cx="16697" cy="2577"/>
            </a:xfrm>
            <a:custGeom>
              <a:avLst/>
              <a:gdLst/>
              <a:ahLst/>
              <a:cxnLst/>
              <a:rect l="l" t="t" r="r" b="b"/>
              <a:pathLst>
                <a:path w="972" h="150" extrusionOk="0">
                  <a:moveTo>
                    <a:pt x="972" y="0"/>
                  </a:moveTo>
                  <a:lnTo>
                    <a:pt x="1" y="150"/>
                  </a:lnTo>
                  <a:lnTo>
                    <a:pt x="150" y="150"/>
                  </a:lnTo>
                  <a:lnTo>
                    <a:pt x="673" y="75"/>
                  </a:lnTo>
                  <a:lnTo>
                    <a:pt x="972" y="0"/>
                  </a:lnTo>
                  <a:close/>
                </a:path>
              </a:pathLst>
            </a:custGeom>
            <a:solidFill>
              <a:srgbClr val="877A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74"/>
            <p:cNvSpPr/>
            <p:nvPr/>
          </p:nvSpPr>
          <p:spPr>
            <a:xfrm>
              <a:off x="5099226" y="2440592"/>
              <a:ext cx="269446" cy="227087"/>
            </a:xfrm>
            <a:custGeom>
              <a:avLst/>
              <a:gdLst/>
              <a:ahLst/>
              <a:cxnLst/>
              <a:rect l="l" t="t" r="r" b="b"/>
              <a:pathLst>
                <a:path w="15686" h="13220" extrusionOk="0">
                  <a:moveTo>
                    <a:pt x="8665" y="0"/>
                  </a:moveTo>
                  <a:lnTo>
                    <a:pt x="1" y="1419"/>
                  </a:lnTo>
                  <a:cubicBezTo>
                    <a:pt x="524" y="2614"/>
                    <a:pt x="1121" y="3884"/>
                    <a:pt x="1793" y="5079"/>
                  </a:cubicBezTo>
                  <a:lnTo>
                    <a:pt x="8441" y="2689"/>
                  </a:lnTo>
                  <a:cubicBezTo>
                    <a:pt x="8633" y="2604"/>
                    <a:pt x="8861" y="2567"/>
                    <a:pt x="9062" y="2567"/>
                  </a:cubicBezTo>
                  <a:cubicBezTo>
                    <a:pt x="9564" y="2567"/>
                    <a:pt x="9892" y="2796"/>
                    <a:pt x="9038" y="3063"/>
                  </a:cubicBezTo>
                  <a:lnTo>
                    <a:pt x="2092" y="5602"/>
                  </a:lnTo>
                  <a:cubicBezTo>
                    <a:pt x="3810" y="8365"/>
                    <a:pt x="5901" y="10979"/>
                    <a:pt x="8366" y="13220"/>
                  </a:cubicBezTo>
                  <a:cubicBezTo>
                    <a:pt x="10233" y="12324"/>
                    <a:pt x="12250" y="11502"/>
                    <a:pt x="14266" y="10830"/>
                  </a:cubicBezTo>
                  <a:lnTo>
                    <a:pt x="15685" y="10307"/>
                  </a:lnTo>
                  <a:cubicBezTo>
                    <a:pt x="14864" y="9486"/>
                    <a:pt x="14117" y="8739"/>
                    <a:pt x="13370" y="7842"/>
                  </a:cubicBezTo>
                  <a:lnTo>
                    <a:pt x="12996" y="7842"/>
                  </a:lnTo>
                  <a:cubicBezTo>
                    <a:pt x="12619" y="7868"/>
                    <a:pt x="12244" y="7881"/>
                    <a:pt x="11871" y="7881"/>
                  </a:cubicBezTo>
                  <a:cubicBezTo>
                    <a:pt x="10104" y="7881"/>
                    <a:pt x="8388" y="7602"/>
                    <a:pt x="6723" y="7170"/>
                  </a:cubicBezTo>
                  <a:cubicBezTo>
                    <a:pt x="6051" y="6946"/>
                    <a:pt x="5453" y="6573"/>
                    <a:pt x="5677" y="5751"/>
                  </a:cubicBezTo>
                  <a:cubicBezTo>
                    <a:pt x="5901" y="4631"/>
                    <a:pt x="7992" y="3884"/>
                    <a:pt x="8889" y="3585"/>
                  </a:cubicBezTo>
                  <a:cubicBezTo>
                    <a:pt x="9262" y="3436"/>
                    <a:pt x="9710" y="3287"/>
                    <a:pt x="10158" y="3212"/>
                  </a:cubicBezTo>
                  <a:cubicBezTo>
                    <a:pt x="9561" y="2166"/>
                    <a:pt x="9038" y="1121"/>
                    <a:pt x="86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74"/>
            <p:cNvSpPr/>
            <p:nvPr/>
          </p:nvSpPr>
          <p:spPr>
            <a:xfrm>
              <a:off x="5266019" y="1890225"/>
              <a:ext cx="11560" cy="7713"/>
            </a:xfrm>
            <a:custGeom>
              <a:avLst/>
              <a:gdLst/>
              <a:ahLst/>
              <a:cxnLst/>
              <a:rect l="l" t="t" r="r" b="b"/>
              <a:pathLst>
                <a:path w="673" h="449" extrusionOk="0">
                  <a:moveTo>
                    <a:pt x="672" y="0"/>
                  </a:moveTo>
                  <a:cubicBezTo>
                    <a:pt x="374" y="149"/>
                    <a:pt x="150" y="299"/>
                    <a:pt x="0" y="448"/>
                  </a:cubicBezTo>
                  <a:cubicBezTo>
                    <a:pt x="224" y="299"/>
                    <a:pt x="448" y="149"/>
                    <a:pt x="672" y="75"/>
                  </a:cubicBezTo>
                  <a:lnTo>
                    <a:pt x="672" y="0"/>
                  </a:lnTo>
                  <a:close/>
                </a:path>
              </a:pathLst>
            </a:custGeom>
            <a:solidFill>
              <a:srgbClr val="877A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74"/>
            <p:cNvSpPr/>
            <p:nvPr/>
          </p:nvSpPr>
          <p:spPr>
            <a:xfrm>
              <a:off x="5187759" y="2385418"/>
              <a:ext cx="38495" cy="7713"/>
            </a:xfrm>
            <a:custGeom>
              <a:avLst/>
              <a:gdLst/>
              <a:ahLst/>
              <a:cxnLst/>
              <a:rect l="l" t="t" r="r" b="b"/>
              <a:pathLst>
                <a:path w="2241" h="449" extrusionOk="0">
                  <a:moveTo>
                    <a:pt x="2241" y="1"/>
                  </a:moveTo>
                  <a:cubicBezTo>
                    <a:pt x="1494" y="150"/>
                    <a:pt x="747" y="300"/>
                    <a:pt x="0" y="449"/>
                  </a:cubicBezTo>
                  <a:cubicBezTo>
                    <a:pt x="299" y="449"/>
                    <a:pt x="672" y="374"/>
                    <a:pt x="971" y="300"/>
                  </a:cubicBezTo>
                  <a:lnTo>
                    <a:pt x="2241" y="1"/>
                  </a:lnTo>
                  <a:close/>
                </a:path>
              </a:pathLst>
            </a:custGeom>
            <a:solidFill>
              <a:srgbClr val="877A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74"/>
            <p:cNvSpPr/>
            <p:nvPr/>
          </p:nvSpPr>
          <p:spPr>
            <a:xfrm>
              <a:off x="5081275" y="1705481"/>
              <a:ext cx="351538" cy="364369"/>
            </a:xfrm>
            <a:custGeom>
              <a:avLst/>
              <a:gdLst/>
              <a:ahLst/>
              <a:cxnLst/>
              <a:rect l="l" t="t" r="r" b="b"/>
              <a:pathLst>
                <a:path w="20465" h="21212" extrusionOk="0">
                  <a:moveTo>
                    <a:pt x="20464" y="0"/>
                  </a:moveTo>
                  <a:cubicBezTo>
                    <a:pt x="11651" y="3212"/>
                    <a:pt x="4631" y="9859"/>
                    <a:pt x="971" y="18522"/>
                  </a:cubicBezTo>
                  <a:cubicBezTo>
                    <a:pt x="2166" y="17925"/>
                    <a:pt x="3361" y="17551"/>
                    <a:pt x="4631" y="17178"/>
                  </a:cubicBezTo>
                  <a:cubicBezTo>
                    <a:pt x="4713" y="17137"/>
                    <a:pt x="4973" y="17074"/>
                    <a:pt x="5204" y="17074"/>
                  </a:cubicBezTo>
                  <a:cubicBezTo>
                    <a:pt x="5396" y="17074"/>
                    <a:pt x="5568" y="17117"/>
                    <a:pt x="5602" y="17253"/>
                  </a:cubicBezTo>
                  <a:cubicBezTo>
                    <a:pt x="5677" y="17626"/>
                    <a:pt x="5004" y="17850"/>
                    <a:pt x="4780" y="17850"/>
                  </a:cubicBezTo>
                  <a:cubicBezTo>
                    <a:pt x="3361" y="18298"/>
                    <a:pt x="1942" y="18896"/>
                    <a:pt x="598" y="19568"/>
                  </a:cubicBezTo>
                  <a:lnTo>
                    <a:pt x="523" y="19568"/>
                  </a:lnTo>
                  <a:cubicBezTo>
                    <a:pt x="374" y="20091"/>
                    <a:pt x="150" y="20614"/>
                    <a:pt x="0" y="21211"/>
                  </a:cubicBezTo>
                  <a:lnTo>
                    <a:pt x="75" y="21211"/>
                  </a:lnTo>
                  <a:cubicBezTo>
                    <a:pt x="3287" y="20987"/>
                    <a:pt x="6498" y="20614"/>
                    <a:pt x="9710" y="20016"/>
                  </a:cubicBezTo>
                  <a:cubicBezTo>
                    <a:pt x="10158" y="18149"/>
                    <a:pt x="10830" y="16282"/>
                    <a:pt x="11577" y="14489"/>
                  </a:cubicBezTo>
                  <a:lnTo>
                    <a:pt x="11577" y="14489"/>
                  </a:lnTo>
                  <a:cubicBezTo>
                    <a:pt x="11152" y="14563"/>
                    <a:pt x="10717" y="14604"/>
                    <a:pt x="10303" y="14604"/>
                  </a:cubicBezTo>
                  <a:cubicBezTo>
                    <a:pt x="8606" y="14604"/>
                    <a:pt x="7283" y="13903"/>
                    <a:pt x="8664" y="11801"/>
                  </a:cubicBezTo>
                  <a:cubicBezTo>
                    <a:pt x="8963" y="11353"/>
                    <a:pt x="9486" y="10904"/>
                    <a:pt x="10008" y="10606"/>
                  </a:cubicBezTo>
                  <a:cubicBezTo>
                    <a:pt x="11577" y="9560"/>
                    <a:pt x="12996" y="8963"/>
                    <a:pt x="14265" y="7469"/>
                  </a:cubicBezTo>
                  <a:cubicBezTo>
                    <a:pt x="14863" y="6797"/>
                    <a:pt x="15535" y="6199"/>
                    <a:pt x="16282" y="5826"/>
                  </a:cubicBezTo>
                  <a:cubicBezTo>
                    <a:pt x="17104" y="4705"/>
                    <a:pt x="17925" y="3585"/>
                    <a:pt x="18821" y="2540"/>
                  </a:cubicBezTo>
                  <a:cubicBezTo>
                    <a:pt x="18971" y="2465"/>
                    <a:pt x="19120" y="2316"/>
                    <a:pt x="19269" y="2241"/>
                  </a:cubicBezTo>
                  <a:cubicBezTo>
                    <a:pt x="19792" y="2017"/>
                    <a:pt x="20016" y="1569"/>
                    <a:pt x="20091" y="1046"/>
                  </a:cubicBezTo>
                  <a:cubicBezTo>
                    <a:pt x="20315" y="747"/>
                    <a:pt x="20464" y="374"/>
                    <a:pt x="204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74"/>
            <p:cNvSpPr/>
            <p:nvPr/>
          </p:nvSpPr>
          <p:spPr>
            <a:xfrm>
              <a:off x="5092819" y="2445728"/>
              <a:ext cx="39783" cy="7713"/>
            </a:xfrm>
            <a:custGeom>
              <a:avLst/>
              <a:gdLst/>
              <a:ahLst/>
              <a:cxnLst/>
              <a:rect l="l" t="t" r="r" b="b"/>
              <a:pathLst>
                <a:path w="2316" h="449" extrusionOk="0">
                  <a:moveTo>
                    <a:pt x="1196" y="0"/>
                  </a:moveTo>
                  <a:lnTo>
                    <a:pt x="1" y="224"/>
                  </a:lnTo>
                  <a:lnTo>
                    <a:pt x="75" y="448"/>
                  </a:lnTo>
                  <a:lnTo>
                    <a:pt x="225" y="448"/>
                  </a:lnTo>
                  <a:lnTo>
                    <a:pt x="2316" y="150"/>
                  </a:lnTo>
                  <a:cubicBezTo>
                    <a:pt x="1942" y="75"/>
                    <a:pt x="1569" y="75"/>
                    <a:pt x="1196" y="0"/>
                  </a:cubicBezTo>
                  <a:close/>
                </a:path>
              </a:pathLst>
            </a:custGeom>
            <a:solidFill>
              <a:srgbClr val="877A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74"/>
            <p:cNvSpPr/>
            <p:nvPr/>
          </p:nvSpPr>
          <p:spPr>
            <a:xfrm>
              <a:off x="5292954" y="2667661"/>
              <a:ext cx="546537" cy="149169"/>
            </a:xfrm>
            <a:custGeom>
              <a:avLst/>
              <a:gdLst/>
              <a:ahLst/>
              <a:cxnLst/>
              <a:rect l="l" t="t" r="r" b="b"/>
              <a:pathLst>
                <a:path w="31817" h="8684" extrusionOk="0">
                  <a:moveTo>
                    <a:pt x="7843" y="1"/>
                  </a:moveTo>
                  <a:cubicBezTo>
                    <a:pt x="5229" y="748"/>
                    <a:pt x="2615" y="1569"/>
                    <a:pt x="1" y="2465"/>
                  </a:cubicBezTo>
                  <a:cubicBezTo>
                    <a:pt x="1644" y="3586"/>
                    <a:pt x="3361" y="4631"/>
                    <a:pt x="5154" y="5453"/>
                  </a:cubicBezTo>
                  <a:lnTo>
                    <a:pt x="11278" y="3063"/>
                  </a:lnTo>
                  <a:cubicBezTo>
                    <a:pt x="11432" y="3007"/>
                    <a:pt x="11593" y="2983"/>
                    <a:pt x="11747" y="2983"/>
                  </a:cubicBezTo>
                  <a:cubicBezTo>
                    <a:pt x="12413" y="2983"/>
                    <a:pt x="12922" y="3446"/>
                    <a:pt x="11950" y="3810"/>
                  </a:cubicBezTo>
                  <a:lnTo>
                    <a:pt x="6349" y="6050"/>
                  </a:lnTo>
                  <a:cubicBezTo>
                    <a:pt x="10419" y="7806"/>
                    <a:pt x="14751" y="8683"/>
                    <a:pt x="19083" y="8683"/>
                  </a:cubicBezTo>
                  <a:cubicBezTo>
                    <a:pt x="23415" y="8683"/>
                    <a:pt x="27747" y="7806"/>
                    <a:pt x="31817" y="6050"/>
                  </a:cubicBezTo>
                  <a:cubicBezTo>
                    <a:pt x="31518" y="5789"/>
                    <a:pt x="31145" y="5658"/>
                    <a:pt x="30771" y="5658"/>
                  </a:cubicBezTo>
                  <a:cubicBezTo>
                    <a:pt x="30398" y="5658"/>
                    <a:pt x="30025" y="5789"/>
                    <a:pt x="29726" y="6050"/>
                  </a:cubicBezTo>
                  <a:cubicBezTo>
                    <a:pt x="29536" y="6240"/>
                    <a:pt x="29023" y="6314"/>
                    <a:pt x="28330" y="6314"/>
                  </a:cubicBezTo>
                  <a:cubicBezTo>
                    <a:pt x="26293" y="6314"/>
                    <a:pt x="22697" y="5676"/>
                    <a:pt x="21137" y="5453"/>
                  </a:cubicBezTo>
                  <a:cubicBezTo>
                    <a:pt x="19718" y="5752"/>
                    <a:pt x="18299" y="6050"/>
                    <a:pt x="16880" y="6349"/>
                  </a:cubicBezTo>
                  <a:cubicBezTo>
                    <a:pt x="16447" y="6382"/>
                    <a:pt x="15807" y="6475"/>
                    <a:pt x="15171" y="6475"/>
                  </a:cubicBezTo>
                  <a:cubicBezTo>
                    <a:pt x="14379" y="6475"/>
                    <a:pt x="13593" y="6332"/>
                    <a:pt x="13220" y="5752"/>
                  </a:cubicBezTo>
                  <a:cubicBezTo>
                    <a:pt x="12772" y="5079"/>
                    <a:pt x="12847" y="4109"/>
                    <a:pt x="13519" y="3586"/>
                  </a:cubicBezTo>
                  <a:cubicBezTo>
                    <a:pt x="11950" y="2839"/>
                    <a:pt x="10457" y="1943"/>
                    <a:pt x="9038" y="897"/>
                  </a:cubicBezTo>
                  <a:cubicBezTo>
                    <a:pt x="8664" y="598"/>
                    <a:pt x="8216" y="300"/>
                    <a:pt x="784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74"/>
            <p:cNvSpPr/>
            <p:nvPr/>
          </p:nvSpPr>
          <p:spPr>
            <a:xfrm>
              <a:off x="5053053" y="2112158"/>
              <a:ext cx="179625" cy="288685"/>
            </a:xfrm>
            <a:custGeom>
              <a:avLst/>
              <a:gdLst/>
              <a:ahLst/>
              <a:cxnLst/>
              <a:rect l="l" t="t" r="r" b="b"/>
              <a:pathLst>
                <a:path w="10457" h="16806" extrusionOk="0">
                  <a:moveTo>
                    <a:pt x="10456" y="1"/>
                  </a:moveTo>
                  <a:lnTo>
                    <a:pt x="10456" y="1"/>
                  </a:lnTo>
                  <a:cubicBezTo>
                    <a:pt x="7095" y="374"/>
                    <a:pt x="3735" y="972"/>
                    <a:pt x="523" y="1644"/>
                  </a:cubicBezTo>
                  <a:cubicBezTo>
                    <a:pt x="150" y="3586"/>
                    <a:pt x="0" y="5602"/>
                    <a:pt x="0" y="7693"/>
                  </a:cubicBezTo>
                  <a:cubicBezTo>
                    <a:pt x="0" y="10756"/>
                    <a:pt x="448" y="13818"/>
                    <a:pt x="1270" y="16805"/>
                  </a:cubicBezTo>
                  <a:cubicBezTo>
                    <a:pt x="4407" y="16357"/>
                    <a:pt x="7394" y="15834"/>
                    <a:pt x="10382" y="15162"/>
                  </a:cubicBezTo>
                  <a:cubicBezTo>
                    <a:pt x="10232" y="14191"/>
                    <a:pt x="10083" y="13146"/>
                    <a:pt x="9934" y="12175"/>
                  </a:cubicBezTo>
                  <a:cubicBezTo>
                    <a:pt x="9243" y="12265"/>
                    <a:pt x="8527" y="12319"/>
                    <a:pt x="7815" y="12319"/>
                  </a:cubicBezTo>
                  <a:cubicBezTo>
                    <a:pt x="4987" y="12319"/>
                    <a:pt x="2210" y="11469"/>
                    <a:pt x="1195" y="8664"/>
                  </a:cubicBezTo>
                  <a:cubicBezTo>
                    <a:pt x="822" y="7992"/>
                    <a:pt x="896" y="7171"/>
                    <a:pt x="1345" y="6498"/>
                  </a:cubicBezTo>
                  <a:cubicBezTo>
                    <a:pt x="1345" y="6498"/>
                    <a:pt x="1345" y="6424"/>
                    <a:pt x="1345" y="6349"/>
                  </a:cubicBezTo>
                  <a:cubicBezTo>
                    <a:pt x="1345" y="6200"/>
                    <a:pt x="1569" y="6125"/>
                    <a:pt x="1793" y="6050"/>
                  </a:cubicBezTo>
                  <a:cubicBezTo>
                    <a:pt x="2166" y="5826"/>
                    <a:pt x="2540" y="5677"/>
                    <a:pt x="2913" y="5528"/>
                  </a:cubicBezTo>
                  <a:cubicBezTo>
                    <a:pt x="5228" y="4855"/>
                    <a:pt x="7544" y="4258"/>
                    <a:pt x="9934" y="3810"/>
                  </a:cubicBezTo>
                  <a:cubicBezTo>
                    <a:pt x="10008" y="2540"/>
                    <a:pt x="10232" y="1270"/>
                    <a:pt x="104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74"/>
            <p:cNvSpPr/>
            <p:nvPr/>
          </p:nvSpPr>
          <p:spPr>
            <a:xfrm>
              <a:off x="5164655" y="2295614"/>
              <a:ext cx="3882" cy="1305"/>
            </a:xfrm>
            <a:custGeom>
              <a:avLst/>
              <a:gdLst/>
              <a:ahLst/>
              <a:cxnLst/>
              <a:rect l="l" t="t" r="r" b="b"/>
              <a:pathLst>
                <a:path w="226" h="76" extrusionOk="0">
                  <a:moveTo>
                    <a:pt x="1" y="1"/>
                  </a:moveTo>
                  <a:lnTo>
                    <a:pt x="225" y="76"/>
                  </a:lnTo>
                  <a:lnTo>
                    <a:pt x="225" y="1"/>
                  </a:lnTo>
                  <a:close/>
                </a:path>
              </a:pathLst>
            </a:custGeom>
            <a:solidFill>
              <a:srgbClr val="877A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74"/>
            <p:cNvSpPr/>
            <p:nvPr/>
          </p:nvSpPr>
          <p:spPr>
            <a:xfrm>
              <a:off x="5074851" y="2083936"/>
              <a:ext cx="32105" cy="5153"/>
            </a:xfrm>
            <a:custGeom>
              <a:avLst/>
              <a:gdLst/>
              <a:ahLst/>
              <a:cxnLst/>
              <a:rect l="l" t="t" r="r" b="b"/>
              <a:pathLst>
                <a:path w="1869" h="300" extrusionOk="0">
                  <a:moveTo>
                    <a:pt x="1868" y="1"/>
                  </a:moveTo>
                  <a:lnTo>
                    <a:pt x="76" y="75"/>
                  </a:lnTo>
                  <a:cubicBezTo>
                    <a:pt x="76" y="150"/>
                    <a:pt x="76" y="225"/>
                    <a:pt x="1" y="299"/>
                  </a:cubicBezTo>
                  <a:lnTo>
                    <a:pt x="1868" y="1"/>
                  </a:lnTo>
                  <a:close/>
                </a:path>
              </a:pathLst>
            </a:custGeom>
            <a:solidFill>
              <a:srgbClr val="877A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74"/>
            <p:cNvSpPr/>
            <p:nvPr/>
          </p:nvSpPr>
          <p:spPr>
            <a:xfrm>
              <a:off x="5413557" y="1876105"/>
              <a:ext cx="75701" cy="25680"/>
            </a:xfrm>
            <a:custGeom>
              <a:avLst/>
              <a:gdLst/>
              <a:ahLst/>
              <a:cxnLst/>
              <a:rect l="l" t="t" r="r" b="b"/>
              <a:pathLst>
                <a:path w="4407" h="1495" extrusionOk="0">
                  <a:moveTo>
                    <a:pt x="4407" y="1"/>
                  </a:moveTo>
                  <a:lnTo>
                    <a:pt x="4407" y="1"/>
                  </a:lnTo>
                  <a:cubicBezTo>
                    <a:pt x="3958" y="150"/>
                    <a:pt x="3585" y="374"/>
                    <a:pt x="3137" y="523"/>
                  </a:cubicBezTo>
                  <a:cubicBezTo>
                    <a:pt x="2315" y="897"/>
                    <a:pt x="1419" y="1121"/>
                    <a:pt x="523" y="1345"/>
                  </a:cubicBezTo>
                  <a:lnTo>
                    <a:pt x="0" y="1494"/>
                  </a:lnTo>
                  <a:cubicBezTo>
                    <a:pt x="747" y="1494"/>
                    <a:pt x="1494" y="1420"/>
                    <a:pt x="2241" y="1270"/>
                  </a:cubicBezTo>
                  <a:cubicBezTo>
                    <a:pt x="3062" y="1046"/>
                    <a:pt x="3809" y="598"/>
                    <a:pt x="4407" y="1"/>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74"/>
            <p:cNvSpPr/>
            <p:nvPr/>
          </p:nvSpPr>
          <p:spPr>
            <a:xfrm>
              <a:off x="5254476" y="1795319"/>
              <a:ext cx="251461" cy="134689"/>
            </a:xfrm>
            <a:custGeom>
              <a:avLst/>
              <a:gdLst/>
              <a:ahLst/>
              <a:cxnLst/>
              <a:rect l="l" t="t" r="r" b="b"/>
              <a:pathLst>
                <a:path w="14639" h="7841" extrusionOk="0">
                  <a:moveTo>
                    <a:pt x="11513" y="1"/>
                  </a:moveTo>
                  <a:cubicBezTo>
                    <a:pt x="10489" y="1"/>
                    <a:pt x="9380" y="186"/>
                    <a:pt x="8514" y="372"/>
                  </a:cubicBezTo>
                  <a:cubicBezTo>
                    <a:pt x="8514" y="446"/>
                    <a:pt x="8440" y="446"/>
                    <a:pt x="8365" y="521"/>
                  </a:cubicBezTo>
                  <a:lnTo>
                    <a:pt x="8514" y="521"/>
                  </a:lnTo>
                  <a:cubicBezTo>
                    <a:pt x="8546" y="517"/>
                    <a:pt x="8575" y="515"/>
                    <a:pt x="8602" y="515"/>
                  </a:cubicBezTo>
                  <a:cubicBezTo>
                    <a:pt x="9095" y="515"/>
                    <a:pt x="8935" y="1123"/>
                    <a:pt x="8440" y="1193"/>
                  </a:cubicBezTo>
                  <a:cubicBezTo>
                    <a:pt x="7618" y="1193"/>
                    <a:pt x="6796" y="1417"/>
                    <a:pt x="5975" y="1791"/>
                  </a:cubicBezTo>
                  <a:cubicBezTo>
                    <a:pt x="5527" y="2314"/>
                    <a:pt x="5079" y="2836"/>
                    <a:pt x="4631" y="3359"/>
                  </a:cubicBezTo>
                  <a:lnTo>
                    <a:pt x="8290" y="2090"/>
                  </a:lnTo>
                  <a:cubicBezTo>
                    <a:pt x="8394" y="2048"/>
                    <a:pt x="8516" y="2029"/>
                    <a:pt x="8623" y="2029"/>
                  </a:cubicBezTo>
                  <a:cubicBezTo>
                    <a:pt x="8898" y="2029"/>
                    <a:pt x="9073" y="2152"/>
                    <a:pt x="8589" y="2314"/>
                  </a:cubicBezTo>
                  <a:lnTo>
                    <a:pt x="4631" y="3658"/>
                  </a:lnTo>
                  <a:cubicBezTo>
                    <a:pt x="4556" y="3695"/>
                    <a:pt x="4481" y="3714"/>
                    <a:pt x="4416" y="3714"/>
                  </a:cubicBezTo>
                  <a:cubicBezTo>
                    <a:pt x="4350" y="3714"/>
                    <a:pt x="4294" y="3695"/>
                    <a:pt x="4257" y="3658"/>
                  </a:cubicBezTo>
                  <a:cubicBezTo>
                    <a:pt x="3958" y="4031"/>
                    <a:pt x="3585" y="4330"/>
                    <a:pt x="3212" y="4629"/>
                  </a:cubicBezTo>
                  <a:lnTo>
                    <a:pt x="2913" y="4704"/>
                  </a:lnTo>
                  <a:lnTo>
                    <a:pt x="2913" y="4778"/>
                  </a:lnTo>
                  <a:cubicBezTo>
                    <a:pt x="4406" y="4181"/>
                    <a:pt x="6050" y="3658"/>
                    <a:pt x="7618" y="3210"/>
                  </a:cubicBezTo>
                  <a:cubicBezTo>
                    <a:pt x="7658" y="3204"/>
                    <a:pt x="7695" y="3201"/>
                    <a:pt x="7731" y="3201"/>
                  </a:cubicBezTo>
                  <a:cubicBezTo>
                    <a:pt x="8160" y="3201"/>
                    <a:pt x="8250" y="3595"/>
                    <a:pt x="7767" y="3733"/>
                  </a:cubicBezTo>
                  <a:cubicBezTo>
                    <a:pt x="5751" y="4181"/>
                    <a:pt x="3809" y="4853"/>
                    <a:pt x="1867" y="5674"/>
                  </a:cubicBezTo>
                  <a:cubicBezTo>
                    <a:pt x="1810" y="5731"/>
                    <a:pt x="1731" y="5756"/>
                    <a:pt x="1651" y="5756"/>
                  </a:cubicBezTo>
                  <a:cubicBezTo>
                    <a:pt x="1522" y="5756"/>
                    <a:pt x="1391" y="5692"/>
                    <a:pt x="1344" y="5600"/>
                  </a:cubicBezTo>
                  <a:cubicBezTo>
                    <a:pt x="1120" y="5674"/>
                    <a:pt x="896" y="5824"/>
                    <a:pt x="672" y="5973"/>
                  </a:cubicBezTo>
                  <a:cubicBezTo>
                    <a:pt x="75" y="6421"/>
                    <a:pt x="0" y="6795"/>
                    <a:pt x="373" y="7093"/>
                  </a:cubicBezTo>
                  <a:lnTo>
                    <a:pt x="5751" y="5376"/>
                  </a:lnTo>
                  <a:cubicBezTo>
                    <a:pt x="5843" y="5341"/>
                    <a:pt x="5923" y="5326"/>
                    <a:pt x="5991" y="5326"/>
                  </a:cubicBezTo>
                  <a:cubicBezTo>
                    <a:pt x="6357" y="5326"/>
                    <a:pt x="6342" y="5772"/>
                    <a:pt x="5900" y="5898"/>
                  </a:cubicBezTo>
                  <a:lnTo>
                    <a:pt x="1046" y="7467"/>
                  </a:lnTo>
                  <a:cubicBezTo>
                    <a:pt x="1718" y="7691"/>
                    <a:pt x="2390" y="7766"/>
                    <a:pt x="3137" y="7840"/>
                  </a:cubicBezTo>
                  <a:cubicBezTo>
                    <a:pt x="3734" y="7542"/>
                    <a:pt x="4406" y="7168"/>
                    <a:pt x="5004" y="6720"/>
                  </a:cubicBezTo>
                  <a:cubicBezTo>
                    <a:pt x="6348" y="6123"/>
                    <a:pt x="7767" y="5749"/>
                    <a:pt x="9186" y="5450"/>
                  </a:cubicBezTo>
                  <a:cubicBezTo>
                    <a:pt x="10755" y="5152"/>
                    <a:pt x="14639" y="3807"/>
                    <a:pt x="14414" y="1641"/>
                  </a:cubicBezTo>
                  <a:cubicBezTo>
                    <a:pt x="14239" y="372"/>
                    <a:pt x="12962" y="1"/>
                    <a:pt x="115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74"/>
            <p:cNvSpPr/>
            <p:nvPr/>
          </p:nvSpPr>
          <p:spPr>
            <a:xfrm>
              <a:off x="5867713" y="1992671"/>
              <a:ext cx="283532" cy="227276"/>
            </a:xfrm>
            <a:custGeom>
              <a:avLst/>
              <a:gdLst/>
              <a:ahLst/>
              <a:cxnLst/>
              <a:rect l="l" t="t" r="r" b="b"/>
              <a:pathLst>
                <a:path w="16506" h="13231" extrusionOk="0">
                  <a:moveTo>
                    <a:pt x="9933" y="7031"/>
                  </a:moveTo>
                  <a:cubicBezTo>
                    <a:pt x="9933" y="7330"/>
                    <a:pt x="9859" y="7554"/>
                    <a:pt x="9859" y="7778"/>
                  </a:cubicBezTo>
                  <a:lnTo>
                    <a:pt x="9784" y="7778"/>
                  </a:lnTo>
                  <a:lnTo>
                    <a:pt x="9933" y="7031"/>
                  </a:lnTo>
                  <a:close/>
                  <a:moveTo>
                    <a:pt x="9372" y="1"/>
                  </a:moveTo>
                  <a:cubicBezTo>
                    <a:pt x="9239" y="1"/>
                    <a:pt x="9103" y="4"/>
                    <a:pt x="8962" y="11"/>
                  </a:cubicBezTo>
                  <a:lnTo>
                    <a:pt x="8589" y="86"/>
                  </a:lnTo>
                  <a:cubicBezTo>
                    <a:pt x="6498" y="758"/>
                    <a:pt x="4407" y="1579"/>
                    <a:pt x="2390" y="2401"/>
                  </a:cubicBezTo>
                  <a:cubicBezTo>
                    <a:pt x="1643" y="2849"/>
                    <a:pt x="971" y="3447"/>
                    <a:pt x="448" y="4119"/>
                  </a:cubicBezTo>
                  <a:lnTo>
                    <a:pt x="6946" y="1953"/>
                  </a:lnTo>
                  <a:cubicBezTo>
                    <a:pt x="7019" y="1934"/>
                    <a:pt x="7085" y="1926"/>
                    <a:pt x="7142" y="1926"/>
                  </a:cubicBezTo>
                  <a:cubicBezTo>
                    <a:pt x="7553" y="1926"/>
                    <a:pt x="7554" y="2345"/>
                    <a:pt x="7095" y="2476"/>
                  </a:cubicBezTo>
                  <a:lnTo>
                    <a:pt x="75" y="4716"/>
                  </a:lnTo>
                  <a:cubicBezTo>
                    <a:pt x="0" y="5164"/>
                    <a:pt x="75" y="5687"/>
                    <a:pt x="374" y="5986"/>
                  </a:cubicBezTo>
                  <a:lnTo>
                    <a:pt x="5602" y="4268"/>
                  </a:lnTo>
                  <a:cubicBezTo>
                    <a:pt x="5692" y="4229"/>
                    <a:pt x="5768" y="4213"/>
                    <a:pt x="5831" y="4213"/>
                  </a:cubicBezTo>
                  <a:cubicBezTo>
                    <a:pt x="6132" y="4213"/>
                    <a:pt x="6109" y="4593"/>
                    <a:pt x="5676" y="4716"/>
                  </a:cubicBezTo>
                  <a:lnTo>
                    <a:pt x="747" y="6434"/>
                  </a:lnTo>
                  <a:cubicBezTo>
                    <a:pt x="1120" y="6733"/>
                    <a:pt x="1494" y="7031"/>
                    <a:pt x="1942" y="7405"/>
                  </a:cubicBezTo>
                  <a:cubicBezTo>
                    <a:pt x="1942" y="7405"/>
                    <a:pt x="2017" y="7480"/>
                    <a:pt x="2091" y="7480"/>
                  </a:cubicBezTo>
                  <a:lnTo>
                    <a:pt x="5228" y="5986"/>
                  </a:lnTo>
                  <a:cubicBezTo>
                    <a:pt x="5310" y="5953"/>
                    <a:pt x="5399" y="5938"/>
                    <a:pt x="5482" y="5938"/>
                  </a:cubicBezTo>
                  <a:cubicBezTo>
                    <a:pt x="5777" y="5938"/>
                    <a:pt x="5993" y="6126"/>
                    <a:pt x="5527" y="6359"/>
                  </a:cubicBezTo>
                  <a:lnTo>
                    <a:pt x="2614" y="7778"/>
                  </a:lnTo>
                  <a:cubicBezTo>
                    <a:pt x="2838" y="7853"/>
                    <a:pt x="2988" y="8002"/>
                    <a:pt x="3137" y="8226"/>
                  </a:cubicBezTo>
                  <a:cubicBezTo>
                    <a:pt x="3286" y="8525"/>
                    <a:pt x="3436" y="8824"/>
                    <a:pt x="3510" y="9123"/>
                  </a:cubicBezTo>
                  <a:lnTo>
                    <a:pt x="7021" y="7853"/>
                  </a:lnTo>
                  <a:cubicBezTo>
                    <a:pt x="7104" y="7825"/>
                    <a:pt x="7191" y="7813"/>
                    <a:pt x="7272" y="7813"/>
                  </a:cubicBezTo>
                  <a:cubicBezTo>
                    <a:pt x="7625" y="7813"/>
                    <a:pt x="7880" y="8044"/>
                    <a:pt x="7394" y="8226"/>
                  </a:cubicBezTo>
                  <a:lnTo>
                    <a:pt x="3660" y="9496"/>
                  </a:lnTo>
                  <a:cubicBezTo>
                    <a:pt x="3734" y="10168"/>
                    <a:pt x="3884" y="10766"/>
                    <a:pt x="4183" y="11289"/>
                  </a:cubicBezTo>
                  <a:cubicBezTo>
                    <a:pt x="6124" y="10243"/>
                    <a:pt x="8216" y="9496"/>
                    <a:pt x="10381" y="8973"/>
                  </a:cubicBezTo>
                  <a:cubicBezTo>
                    <a:pt x="10447" y="8957"/>
                    <a:pt x="10507" y="8950"/>
                    <a:pt x="10561" y="8950"/>
                  </a:cubicBezTo>
                  <a:cubicBezTo>
                    <a:pt x="11003" y="8950"/>
                    <a:pt x="11063" y="9438"/>
                    <a:pt x="10531" y="9571"/>
                  </a:cubicBezTo>
                  <a:cubicBezTo>
                    <a:pt x="8514" y="10019"/>
                    <a:pt x="6498" y="10766"/>
                    <a:pt x="4631" y="11737"/>
                  </a:cubicBezTo>
                  <a:cubicBezTo>
                    <a:pt x="4780" y="11886"/>
                    <a:pt x="4929" y="12035"/>
                    <a:pt x="5079" y="12110"/>
                  </a:cubicBezTo>
                  <a:cubicBezTo>
                    <a:pt x="5452" y="12334"/>
                    <a:pt x="5826" y="12484"/>
                    <a:pt x="6274" y="12633"/>
                  </a:cubicBezTo>
                  <a:lnTo>
                    <a:pt x="11054" y="11139"/>
                  </a:lnTo>
                  <a:cubicBezTo>
                    <a:pt x="11111" y="11123"/>
                    <a:pt x="11164" y="11115"/>
                    <a:pt x="11212" y="11115"/>
                  </a:cubicBezTo>
                  <a:cubicBezTo>
                    <a:pt x="11601" y="11115"/>
                    <a:pt x="11669" y="11604"/>
                    <a:pt x="11203" y="11737"/>
                  </a:cubicBezTo>
                  <a:lnTo>
                    <a:pt x="7469" y="13006"/>
                  </a:lnTo>
                  <a:cubicBezTo>
                    <a:pt x="8290" y="13081"/>
                    <a:pt x="9187" y="13156"/>
                    <a:pt x="10083" y="13230"/>
                  </a:cubicBezTo>
                  <a:cubicBezTo>
                    <a:pt x="10755" y="13230"/>
                    <a:pt x="11427" y="13156"/>
                    <a:pt x="12099" y="13081"/>
                  </a:cubicBezTo>
                  <a:lnTo>
                    <a:pt x="13070" y="12782"/>
                  </a:lnTo>
                  <a:cubicBezTo>
                    <a:pt x="16506" y="11513"/>
                    <a:pt x="16058" y="7480"/>
                    <a:pt x="14415" y="3969"/>
                  </a:cubicBezTo>
                  <a:cubicBezTo>
                    <a:pt x="13274" y="1475"/>
                    <a:pt x="12134" y="1"/>
                    <a:pt x="93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74"/>
            <p:cNvSpPr/>
            <p:nvPr/>
          </p:nvSpPr>
          <p:spPr>
            <a:xfrm>
              <a:off x="6039625" y="1968365"/>
              <a:ext cx="34647" cy="5256"/>
            </a:xfrm>
            <a:custGeom>
              <a:avLst/>
              <a:gdLst/>
              <a:ahLst/>
              <a:cxnLst/>
              <a:rect l="l" t="t" r="r" b="b"/>
              <a:pathLst>
                <a:path w="2017" h="306" extrusionOk="0">
                  <a:moveTo>
                    <a:pt x="1103" y="0"/>
                  </a:moveTo>
                  <a:cubicBezTo>
                    <a:pt x="1004" y="0"/>
                    <a:pt x="907" y="25"/>
                    <a:pt x="822" y="82"/>
                  </a:cubicBezTo>
                  <a:lnTo>
                    <a:pt x="0" y="231"/>
                  </a:lnTo>
                  <a:cubicBezTo>
                    <a:pt x="278" y="200"/>
                    <a:pt x="557" y="182"/>
                    <a:pt x="835" y="182"/>
                  </a:cubicBezTo>
                  <a:cubicBezTo>
                    <a:pt x="1229" y="182"/>
                    <a:pt x="1623" y="218"/>
                    <a:pt x="2017" y="306"/>
                  </a:cubicBezTo>
                  <a:cubicBezTo>
                    <a:pt x="1867" y="231"/>
                    <a:pt x="1718" y="231"/>
                    <a:pt x="1568" y="156"/>
                  </a:cubicBezTo>
                  <a:cubicBezTo>
                    <a:pt x="1430" y="64"/>
                    <a:pt x="1263" y="0"/>
                    <a:pt x="1103" y="0"/>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74"/>
            <p:cNvSpPr/>
            <p:nvPr/>
          </p:nvSpPr>
          <p:spPr>
            <a:xfrm>
              <a:off x="5101802" y="2179065"/>
              <a:ext cx="382320" cy="124262"/>
            </a:xfrm>
            <a:custGeom>
              <a:avLst/>
              <a:gdLst/>
              <a:ahLst/>
              <a:cxnLst/>
              <a:rect l="l" t="t" r="r" b="b"/>
              <a:pathLst>
                <a:path w="22257" h="7234" extrusionOk="0">
                  <a:moveTo>
                    <a:pt x="3884" y="6786"/>
                  </a:moveTo>
                  <a:lnTo>
                    <a:pt x="3884" y="6861"/>
                  </a:lnTo>
                  <a:lnTo>
                    <a:pt x="3660" y="6786"/>
                  </a:lnTo>
                  <a:close/>
                  <a:moveTo>
                    <a:pt x="13233" y="1"/>
                  </a:moveTo>
                  <a:cubicBezTo>
                    <a:pt x="12195" y="1"/>
                    <a:pt x="11214" y="122"/>
                    <a:pt x="10531" y="512"/>
                  </a:cubicBezTo>
                  <a:cubicBezTo>
                    <a:pt x="10367" y="636"/>
                    <a:pt x="10180" y="691"/>
                    <a:pt x="9982" y="691"/>
                  </a:cubicBezTo>
                  <a:cubicBezTo>
                    <a:pt x="9821" y="691"/>
                    <a:pt x="9653" y="654"/>
                    <a:pt x="9485" y="587"/>
                  </a:cubicBezTo>
                  <a:cubicBezTo>
                    <a:pt x="7992" y="960"/>
                    <a:pt x="6498" y="1334"/>
                    <a:pt x="5004" y="1633"/>
                  </a:cubicBezTo>
                  <a:lnTo>
                    <a:pt x="2465" y="2305"/>
                  </a:lnTo>
                  <a:cubicBezTo>
                    <a:pt x="1494" y="2529"/>
                    <a:pt x="598" y="2454"/>
                    <a:pt x="150" y="3425"/>
                  </a:cubicBezTo>
                  <a:cubicBezTo>
                    <a:pt x="75" y="3649"/>
                    <a:pt x="0" y="3948"/>
                    <a:pt x="75" y="4172"/>
                  </a:cubicBezTo>
                  <a:cubicBezTo>
                    <a:pt x="2390" y="3350"/>
                    <a:pt x="4780" y="2753"/>
                    <a:pt x="7245" y="2305"/>
                  </a:cubicBezTo>
                  <a:cubicBezTo>
                    <a:pt x="7291" y="2299"/>
                    <a:pt x="7331" y="2296"/>
                    <a:pt x="7365" y="2296"/>
                  </a:cubicBezTo>
                  <a:cubicBezTo>
                    <a:pt x="7785" y="2296"/>
                    <a:pt x="7440" y="2684"/>
                    <a:pt x="7096" y="2753"/>
                  </a:cubicBezTo>
                  <a:cubicBezTo>
                    <a:pt x="4706" y="3126"/>
                    <a:pt x="2390" y="3724"/>
                    <a:pt x="150" y="4545"/>
                  </a:cubicBezTo>
                  <a:cubicBezTo>
                    <a:pt x="299" y="4993"/>
                    <a:pt x="598" y="5367"/>
                    <a:pt x="971" y="5591"/>
                  </a:cubicBezTo>
                  <a:lnTo>
                    <a:pt x="7170" y="3649"/>
                  </a:lnTo>
                  <a:cubicBezTo>
                    <a:pt x="7250" y="3629"/>
                    <a:pt x="7352" y="3620"/>
                    <a:pt x="7446" y="3620"/>
                  </a:cubicBezTo>
                  <a:cubicBezTo>
                    <a:pt x="7703" y="3620"/>
                    <a:pt x="7906" y="3689"/>
                    <a:pt x="7469" y="3798"/>
                  </a:cubicBezTo>
                  <a:lnTo>
                    <a:pt x="1195" y="5890"/>
                  </a:lnTo>
                  <a:cubicBezTo>
                    <a:pt x="1494" y="6039"/>
                    <a:pt x="1867" y="6263"/>
                    <a:pt x="2241" y="6412"/>
                  </a:cubicBezTo>
                  <a:cubicBezTo>
                    <a:pt x="4407" y="5591"/>
                    <a:pt x="6647" y="4919"/>
                    <a:pt x="8963" y="4396"/>
                  </a:cubicBezTo>
                  <a:cubicBezTo>
                    <a:pt x="9036" y="4378"/>
                    <a:pt x="9103" y="4369"/>
                    <a:pt x="9162" y="4369"/>
                  </a:cubicBezTo>
                  <a:cubicBezTo>
                    <a:pt x="9586" y="4369"/>
                    <a:pt x="9636" y="4788"/>
                    <a:pt x="9112" y="4919"/>
                  </a:cubicBezTo>
                  <a:cubicBezTo>
                    <a:pt x="7021" y="5442"/>
                    <a:pt x="5004" y="6039"/>
                    <a:pt x="2988" y="6786"/>
                  </a:cubicBezTo>
                  <a:cubicBezTo>
                    <a:pt x="3585" y="7010"/>
                    <a:pt x="4108" y="7159"/>
                    <a:pt x="4706" y="7234"/>
                  </a:cubicBezTo>
                  <a:lnTo>
                    <a:pt x="5751" y="7234"/>
                  </a:lnTo>
                  <a:lnTo>
                    <a:pt x="11129" y="5666"/>
                  </a:lnTo>
                  <a:cubicBezTo>
                    <a:pt x="11228" y="5637"/>
                    <a:pt x="11312" y="5625"/>
                    <a:pt x="11378" y="5625"/>
                  </a:cubicBezTo>
                  <a:cubicBezTo>
                    <a:pt x="11658" y="5625"/>
                    <a:pt x="11626" y="5843"/>
                    <a:pt x="11203" y="5964"/>
                  </a:cubicBezTo>
                  <a:lnTo>
                    <a:pt x="7320" y="7085"/>
                  </a:lnTo>
                  <a:cubicBezTo>
                    <a:pt x="8141" y="6935"/>
                    <a:pt x="9037" y="6711"/>
                    <a:pt x="9859" y="6412"/>
                  </a:cubicBezTo>
                  <a:cubicBezTo>
                    <a:pt x="9971" y="6375"/>
                    <a:pt x="10083" y="6356"/>
                    <a:pt x="10195" y="6356"/>
                  </a:cubicBezTo>
                  <a:cubicBezTo>
                    <a:pt x="10307" y="6356"/>
                    <a:pt x="10419" y="6375"/>
                    <a:pt x="10531" y="6412"/>
                  </a:cubicBezTo>
                  <a:cubicBezTo>
                    <a:pt x="12248" y="5859"/>
                    <a:pt x="14048" y="5551"/>
                    <a:pt x="15868" y="5551"/>
                  </a:cubicBezTo>
                  <a:cubicBezTo>
                    <a:pt x="16502" y="5551"/>
                    <a:pt x="17139" y="5588"/>
                    <a:pt x="17776" y="5666"/>
                  </a:cubicBezTo>
                  <a:cubicBezTo>
                    <a:pt x="18224" y="5740"/>
                    <a:pt x="18597" y="5815"/>
                    <a:pt x="19045" y="5964"/>
                  </a:cubicBezTo>
                  <a:cubicBezTo>
                    <a:pt x="19344" y="5964"/>
                    <a:pt x="19643" y="5890"/>
                    <a:pt x="19942" y="5815"/>
                  </a:cubicBezTo>
                  <a:cubicBezTo>
                    <a:pt x="22257" y="5292"/>
                    <a:pt x="22033" y="2977"/>
                    <a:pt x="20913" y="1782"/>
                  </a:cubicBezTo>
                  <a:cubicBezTo>
                    <a:pt x="19867" y="512"/>
                    <a:pt x="18448" y="438"/>
                    <a:pt x="17029" y="288"/>
                  </a:cubicBezTo>
                  <a:cubicBezTo>
                    <a:pt x="16017" y="204"/>
                    <a:pt x="14578" y="1"/>
                    <a:pt x="132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74"/>
            <p:cNvSpPr/>
            <p:nvPr/>
          </p:nvSpPr>
          <p:spPr>
            <a:xfrm>
              <a:off x="5076139" y="2216082"/>
              <a:ext cx="9001" cy="7713"/>
            </a:xfrm>
            <a:custGeom>
              <a:avLst/>
              <a:gdLst/>
              <a:ahLst/>
              <a:cxnLst/>
              <a:rect l="l" t="t" r="r" b="b"/>
              <a:pathLst>
                <a:path w="524" h="449" extrusionOk="0">
                  <a:moveTo>
                    <a:pt x="523" y="0"/>
                  </a:moveTo>
                  <a:lnTo>
                    <a:pt x="523" y="0"/>
                  </a:lnTo>
                  <a:cubicBezTo>
                    <a:pt x="299" y="75"/>
                    <a:pt x="75" y="150"/>
                    <a:pt x="1" y="299"/>
                  </a:cubicBezTo>
                  <a:cubicBezTo>
                    <a:pt x="1" y="374"/>
                    <a:pt x="1" y="374"/>
                    <a:pt x="1" y="448"/>
                  </a:cubicBezTo>
                  <a:cubicBezTo>
                    <a:pt x="150" y="299"/>
                    <a:pt x="299" y="75"/>
                    <a:pt x="523" y="0"/>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74"/>
            <p:cNvSpPr/>
            <p:nvPr/>
          </p:nvSpPr>
          <p:spPr>
            <a:xfrm>
              <a:off x="5489241" y="2239169"/>
              <a:ext cx="186050" cy="61599"/>
            </a:xfrm>
            <a:custGeom>
              <a:avLst/>
              <a:gdLst/>
              <a:ahLst/>
              <a:cxnLst/>
              <a:rect l="l" t="t" r="r" b="b"/>
              <a:pathLst>
                <a:path w="10831" h="3586" extrusionOk="0">
                  <a:moveTo>
                    <a:pt x="10830" y="1"/>
                  </a:moveTo>
                  <a:cubicBezTo>
                    <a:pt x="10531" y="1"/>
                    <a:pt x="10233" y="1"/>
                    <a:pt x="10009" y="150"/>
                  </a:cubicBezTo>
                  <a:cubicBezTo>
                    <a:pt x="6573" y="673"/>
                    <a:pt x="3287" y="2241"/>
                    <a:pt x="1" y="3586"/>
                  </a:cubicBezTo>
                  <a:lnTo>
                    <a:pt x="1" y="3586"/>
                  </a:lnTo>
                  <a:cubicBezTo>
                    <a:pt x="3586" y="2316"/>
                    <a:pt x="7170" y="972"/>
                    <a:pt x="10830" y="1"/>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74"/>
            <p:cNvSpPr/>
            <p:nvPr/>
          </p:nvSpPr>
          <p:spPr>
            <a:xfrm>
              <a:off x="5536720" y="1856866"/>
              <a:ext cx="133435" cy="82126"/>
            </a:xfrm>
            <a:custGeom>
              <a:avLst/>
              <a:gdLst/>
              <a:ahLst/>
              <a:cxnLst/>
              <a:rect l="l" t="t" r="r" b="b"/>
              <a:pathLst>
                <a:path w="7768" h="4781" extrusionOk="0">
                  <a:moveTo>
                    <a:pt x="7767" y="0"/>
                  </a:moveTo>
                  <a:lnTo>
                    <a:pt x="7767" y="0"/>
                  </a:lnTo>
                  <a:cubicBezTo>
                    <a:pt x="5751" y="971"/>
                    <a:pt x="3884" y="2091"/>
                    <a:pt x="2017" y="3361"/>
                  </a:cubicBezTo>
                  <a:cubicBezTo>
                    <a:pt x="1344" y="3884"/>
                    <a:pt x="672" y="4332"/>
                    <a:pt x="0" y="4780"/>
                  </a:cubicBezTo>
                  <a:cubicBezTo>
                    <a:pt x="896" y="4257"/>
                    <a:pt x="1867" y="3660"/>
                    <a:pt x="2838" y="3062"/>
                  </a:cubicBezTo>
                  <a:cubicBezTo>
                    <a:pt x="4481" y="1942"/>
                    <a:pt x="6124" y="896"/>
                    <a:pt x="7767" y="0"/>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74"/>
            <p:cNvSpPr/>
            <p:nvPr/>
          </p:nvSpPr>
          <p:spPr>
            <a:xfrm>
              <a:off x="6089646" y="2358483"/>
              <a:ext cx="71871" cy="23104"/>
            </a:xfrm>
            <a:custGeom>
              <a:avLst/>
              <a:gdLst/>
              <a:ahLst/>
              <a:cxnLst/>
              <a:rect l="l" t="t" r="r" b="b"/>
              <a:pathLst>
                <a:path w="4184" h="1345" extrusionOk="0">
                  <a:moveTo>
                    <a:pt x="4183" y="0"/>
                  </a:moveTo>
                  <a:lnTo>
                    <a:pt x="4183" y="0"/>
                  </a:lnTo>
                  <a:cubicBezTo>
                    <a:pt x="2839" y="598"/>
                    <a:pt x="1420" y="1046"/>
                    <a:pt x="1" y="1345"/>
                  </a:cubicBezTo>
                  <a:cubicBezTo>
                    <a:pt x="1420" y="1121"/>
                    <a:pt x="2839" y="673"/>
                    <a:pt x="4183" y="0"/>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74"/>
            <p:cNvSpPr/>
            <p:nvPr/>
          </p:nvSpPr>
          <p:spPr>
            <a:xfrm>
              <a:off x="6019098" y="1859426"/>
              <a:ext cx="10272" cy="3865"/>
            </a:xfrm>
            <a:custGeom>
              <a:avLst/>
              <a:gdLst/>
              <a:ahLst/>
              <a:cxnLst/>
              <a:rect l="l" t="t" r="r" b="b"/>
              <a:pathLst>
                <a:path w="598" h="225" extrusionOk="0">
                  <a:moveTo>
                    <a:pt x="598" y="1"/>
                  </a:moveTo>
                  <a:lnTo>
                    <a:pt x="598" y="1"/>
                  </a:lnTo>
                  <a:lnTo>
                    <a:pt x="0" y="225"/>
                  </a:ln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74"/>
            <p:cNvSpPr/>
            <p:nvPr/>
          </p:nvSpPr>
          <p:spPr>
            <a:xfrm>
              <a:off x="5067155" y="1760638"/>
              <a:ext cx="1113600" cy="690226"/>
            </a:xfrm>
            <a:custGeom>
              <a:avLst/>
              <a:gdLst/>
              <a:ahLst/>
              <a:cxnLst/>
              <a:rect l="l" t="t" r="r" b="b"/>
              <a:pathLst>
                <a:path w="64829" h="40182" extrusionOk="0">
                  <a:moveTo>
                    <a:pt x="26365" y="13892"/>
                  </a:moveTo>
                  <a:lnTo>
                    <a:pt x="26141" y="14116"/>
                  </a:lnTo>
                  <a:cubicBezTo>
                    <a:pt x="25992" y="14191"/>
                    <a:pt x="25693" y="14266"/>
                    <a:pt x="25469" y="14266"/>
                  </a:cubicBezTo>
                  <a:cubicBezTo>
                    <a:pt x="25768" y="14191"/>
                    <a:pt x="26141" y="14042"/>
                    <a:pt x="26365" y="13892"/>
                  </a:cubicBezTo>
                  <a:close/>
                  <a:moveTo>
                    <a:pt x="27784" y="14714"/>
                  </a:moveTo>
                  <a:lnTo>
                    <a:pt x="27485" y="15013"/>
                  </a:lnTo>
                  <a:lnTo>
                    <a:pt x="27037" y="15087"/>
                  </a:lnTo>
                  <a:lnTo>
                    <a:pt x="27784" y="14714"/>
                  </a:lnTo>
                  <a:close/>
                  <a:moveTo>
                    <a:pt x="15536" y="17477"/>
                  </a:moveTo>
                  <a:cubicBezTo>
                    <a:pt x="15536" y="17477"/>
                    <a:pt x="15536" y="17477"/>
                    <a:pt x="15536" y="17552"/>
                  </a:cubicBezTo>
                  <a:lnTo>
                    <a:pt x="14863" y="17701"/>
                  </a:lnTo>
                  <a:lnTo>
                    <a:pt x="14789" y="17701"/>
                  </a:lnTo>
                  <a:lnTo>
                    <a:pt x="15536" y="17477"/>
                  </a:lnTo>
                  <a:close/>
                  <a:moveTo>
                    <a:pt x="5127" y="19433"/>
                  </a:moveTo>
                  <a:lnTo>
                    <a:pt x="5005" y="19494"/>
                  </a:lnTo>
                  <a:lnTo>
                    <a:pt x="4333" y="19494"/>
                  </a:lnTo>
                  <a:lnTo>
                    <a:pt x="5127" y="19433"/>
                  </a:lnTo>
                  <a:close/>
                  <a:moveTo>
                    <a:pt x="38390" y="29950"/>
                  </a:moveTo>
                  <a:cubicBezTo>
                    <a:pt x="38240" y="29950"/>
                    <a:pt x="38166" y="30025"/>
                    <a:pt x="38091" y="30099"/>
                  </a:cubicBezTo>
                  <a:cubicBezTo>
                    <a:pt x="38091" y="30025"/>
                    <a:pt x="38016" y="29950"/>
                    <a:pt x="38016" y="29950"/>
                  </a:cubicBezTo>
                  <a:close/>
                  <a:moveTo>
                    <a:pt x="38763" y="31742"/>
                  </a:moveTo>
                  <a:cubicBezTo>
                    <a:pt x="38763" y="31742"/>
                    <a:pt x="38763" y="31817"/>
                    <a:pt x="38838" y="31892"/>
                  </a:cubicBezTo>
                  <a:lnTo>
                    <a:pt x="38240" y="31892"/>
                  </a:lnTo>
                  <a:lnTo>
                    <a:pt x="38763" y="31742"/>
                  </a:lnTo>
                  <a:close/>
                  <a:moveTo>
                    <a:pt x="22108" y="33012"/>
                  </a:moveTo>
                  <a:lnTo>
                    <a:pt x="22108" y="33012"/>
                  </a:lnTo>
                  <a:cubicBezTo>
                    <a:pt x="21959" y="33087"/>
                    <a:pt x="21884" y="33161"/>
                    <a:pt x="21735" y="33236"/>
                  </a:cubicBezTo>
                  <a:lnTo>
                    <a:pt x="21137" y="33385"/>
                  </a:lnTo>
                  <a:lnTo>
                    <a:pt x="20764" y="33535"/>
                  </a:lnTo>
                  <a:lnTo>
                    <a:pt x="20689" y="33535"/>
                  </a:lnTo>
                  <a:lnTo>
                    <a:pt x="22108" y="33012"/>
                  </a:lnTo>
                  <a:close/>
                  <a:moveTo>
                    <a:pt x="31668" y="33983"/>
                  </a:moveTo>
                  <a:cubicBezTo>
                    <a:pt x="31220" y="34058"/>
                    <a:pt x="30846" y="34132"/>
                    <a:pt x="30473" y="34132"/>
                  </a:cubicBezTo>
                  <a:lnTo>
                    <a:pt x="31145" y="33983"/>
                  </a:lnTo>
                  <a:close/>
                  <a:moveTo>
                    <a:pt x="12847" y="35999"/>
                  </a:moveTo>
                  <a:cubicBezTo>
                    <a:pt x="12847" y="35999"/>
                    <a:pt x="12847" y="36074"/>
                    <a:pt x="12847" y="36074"/>
                  </a:cubicBezTo>
                  <a:lnTo>
                    <a:pt x="12399" y="36298"/>
                  </a:lnTo>
                  <a:lnTo>
                    <a:pt x="12100" y="36373"/>
                  </a:lnTo>
                  <a:lnTo>
                    <a:pt x="11428" y="36448"/>
                  </a:lnTo>
                  <a:lnTo>
                    <a:pt x="12847" y="35999"/>
                  </a:lnTo>
                  <a:close/>
                  <a:moveTo>
                    <a:pt x="49368" y="1"/>
                  </a:moveTo>
                  <a:cubicBezTo>
                    <a:pt x="42572" y="2465"/>
                    <a:pt x="36896" y="6125"/>
                    <a:pt x="30921" y="9710"/>
                  </a:cubicBezTo>
                  <a:lnTo>
                    <a:pt x="30921" y="9710"/>
                  </a:lnTo>
                  <a:cubicBezTo>
                    <a:pt x="31668" y="9486"/>
                    <a:pt x="32415" y="9337"/>
                    <a:pt x="33087" y="9262"/>
                  </a:cubicBezTo>
                  <a:cubicBezTo>
                    <a:pt x="33179" y="9243"/>
                    <a:pt x="33254" y="9235"/>
                    <a:pt x="33312" y="9235"/>
                  </a:cubicBezTo>
                  <a:cubicBezTo>
                    <a:pt x="33724" y="9235"/>
                    <a:pt x="33339" y="9645"/>
                    <a:pt x="33012" y="9710"/>
                  </a:cubicBezTo>
                  <a:cubicBezTo>
                    <a:pt x="31817" y="9859"/>
                    <a:pt x="30697" y="10158"/>
                    <a:pt x="29651" y="10457"/>
                  </a:cubicBezTo>
                  <a:cubicBezTo>
                    <a:pt x="28904" y="10905"/>
                    <a:pt x="28083" y="11353"/>
                    <a:pt x="27336" y="11801"/>
                  </a:cubicBezTo>
                  <a:cubicBezTo>
                    <a:pt x="28904" y="11353"/>
                    <a:pt x="30473" y="11054"/>
                    <a:pt x="32041" y="10830"/>
                  </a:cubicBezTo>
                  <a:cubicBezTo>
                    <a:pt x="32116" y="10812"/>
                    <a:pt x="32175" y="10803"/>
                    <a:pt x="32222" y="10803"/>
                  </a:cubicBezTo>
                  <a:cubicBezTo>
                    <a:pt x="32545" y="10803"/>
                    <a:pt x="32219" y="11204"/>
                    <a:pt x="31892" y="11204"/>
                  </a:cubicBezTo>
                  <a:cubicBezTo>
                    <a:pt x="29875" y="11577"/>
                    <a:pt x="27859" y="12025"/>
                    <a:pt x="25842" y="12623"/>
                  </a:cubicBezTo>
                  <a:cubicBezTo>
                    <a:pt x="24946" y="13146"/>
                    <a:pt x="23975" y="13668"/>
                    <a:pt x="22930" y="14191"/>
                  </a:cubicBezTo>
                  <a:cubicBezTo>
                    <a:pt x="16432" y="17403"/>
                    <a:pt x="9411" y="18299"/>
                    <a:pt x="2241" y="18822"/>
                  </a:cubicBezTo>
                  <a:lnTo>
                    <a:pt x="449" y="19046"/>
                  </a:lnTo>
                  <a:cubicBezTo>
                    <a:pt x="300" y="19569"/>
                    <a:pt x="150" y="20091"/>
                    <a:pt x="1" y="20614"/>
                  </a:cubicBezTo>
                  <a:cubicBezTo>
                    <a:pt x="5550" y="19554"/>
                    <a:pt x="11307" y="18546"/>
                    <a:pt x="16968" y="18546"/>
                  </a:cubicBezTo>
                  <a:cubicBezTo>
                    <a:pt x="18088" y="18546"/>
                    <a:pt x="19205" y="18586"/>
                    <a:pt x="20315" y="18672"/>
                  </a:cubicBezTo>
                  <a:cubicBezTo>
                    <a:pt x="26963" y="19120"/>
                    <a:pt x="32489" y="23751"/>
                    <a:pt x="37941" y="27037"/>
                  </a:cubicBezTo>
                  <a:cubicBezTo>
                    <a:pt x="38699" y="27479"/>
                    <a:pt x="37749" y="28241"/>
                    <a:pt x="37031" y="28241"/>
                  </a:cubicBezTo>
                  <a:cubicBezTo>
                    <a:pt x="36900" y="28241"/>
                    <a:pt x="36776" y="28215"/>
                    <a:pt x="36672" y="28157"/>
                  </a:cubicBezTo>
                  <a:cubicBezTo>
                    <a:pt x="29875" y="29651"/>
                    <a:pt x="23452" y="32713"/>
                    <a:pt x="16731" y="34580"/>
                  </a:cubicBezTo>
                  <a:cubicBezTo>
                    <a:pt x="14266" y="35253"/>
                    <a:pt x="11727" y="35775"/>
                    <a:pt x="9262" y="36298"/>
                  </a:cubicBezTo>
                  <a:lnTo>
                    <a:pt x="7992" y="36746"/>
                  </a:lnTo>
                  <a:cubicBezTo>
                    <a:pt x="7693" y="36746"/>
                    <a:pt x="7320" y="36821"/>
                    <a:pt x="7021" y="36896"/>
                  </a:cubicBezTo>
                  <a:cubicBezTo>
                    <a:pt x="4930" y="37269"/>
                    <a:pt x="2839" y="37643"/>
                    <a:pt x="748" y="37941"/>
                  </a:cubicBezTo>
                  <a:cubicBezTo>
                    <a:pt x="972" y="38688"/>
                    <a:pt x="1196" y="39435"/>
                    <a:pt x="1495" y="40182"/>
                  </a:cubicBezTo>
                  <a:lnTo>
                    <a:pt x="2690" y="39883"/>
                  </a:lnTo>
                  <a:cubicBezTo>
                    <a:pt x="3063" y="39883"/>
                    <a:pt x="3436" y="39883"/>
                    <a:pt x="3810" y="39958"/>
                  </a:cubicBezTo>
                  <a:cubicBezTo>
                    <a:pt x="13071" y="38464"/>
                    <a:pt x="22257" y="36821"/>
                    <a:pt x="31518" y="35402"/>
                  </a:cubicBezTo>
                  <a:cubicBezTo>
                    <a:pt x="34488" y="34907"/>
                    <a:pt x="37509" y="34617"/>
                    <a:pt x="40539" y="34617"/>
                  </a:cubicBezTo>
                  <a:cubicBezTo>
                    <a:pt x="41167" y="34617"/>
                    <a:pt x="41795" y="34629"/>
                    <a:pt x="42423" y="34655"/>
                  </a:cubicBezTo>
                  <a:cubicBezTo>
                    <a:pt x="46717" y="34874"/>
                    <a:pt x="50987" y="35942"/>
                    <a:pt x="55245" y="35942"/>
                  </a:cubicBezTo>
                  <a:cubicBezTo>
                    <a:pt x="58244" y="35942"/>
                    <a:pt x="61237" y="35412"/>
                    <a:pt x="64231" y="33684"/>
                  </a:cubicBezTo>
                  <a:lnTo>
                    <a:pt x="64455" y="33610"/>
                  </a:lnTo>
                  <a:cubicBezTo>
                    <a:pt x="64605" y="32564"/>
                    <a:pt x="64754" y="31444"/>
                    <a:pt x="64829" y="30323"/>
                  </a:cubicBezTo>
                  <a:lnTo>
                    <a:pt x="64007" y="30249"/>
                  </a:lnTo>
                  <a:cubicBezTo>
                    <a:pt x="63260" y="30286"/>
                    <a:pt x="62509" y="30305"/>
                    <a:pt x="61756" y="30305"/>
                  </a:cubicBezTo>
                  <a:cubicBezTo>
                    <a:pt x="59498" y="30305"/>
                    <a:pt x="57229" y="30137"/>
                    <a:pt x="55045" y="29801"/>
                  </a:cubicBezTo>
                  <a:cubicBezTo>
                    <a:pt x="54895" y="29875"/>
                    <a:pt x="54821" y="29875"/>
                    <a:pt x="54746" y="29950"/>
                  </a:cubicBezTo>
                  <a:cubicBezTo>
                    <a:pt x="51460" y="30398"/>
                    <a:pt x="48248" y="31070"/>
                    <a:pt x="45037" y="31817"/>
                  </a:cubicBezTo>
                  <a:cubicBezTo>
                    <a:pt x="44997" y="31822"/>
                    <a:pt x="44959" y="31824"/>
                    <a:pt x="44924" y="31824"/>
                  </a:cubicBezTo>
                  <a:cubicBezTo>
                    <a:pt x="44423" y="31824"/>
                    <a:pt x="44329" y="31364"/>
                    <a:pt x="44887" y="31294"/>
                  </a:cubicBezTo>
                  <a:cubicBezTo>
                    <a:pt x="47725" y="30622"/>
                    <a:pt x="50638" y="30025"/>
                    <a:pt x="53626" y="29576"/>
                  </a:cubicBezTo>
                  <a:cubicBezTo>
                    <a:pt x="52804" y="29502"/>
                    <a:pt x="51983" y="29427"/>
                    <a:pt x="51161" y="29278"/>
                  </a:cubicBezTo>
                  <a:cubicBezTo>
                    <a:pt x="48248" y="29726"/>
                    <a:pt x="45335" y="30249"/>
                    <a:pt x="42423" y="30921"/>
                  </a:cubicBezTo>
                  <a:cubicBezTo>
                    <a:pt x="42364" y="30936"/>
                    <a:pt x="42309" y="30942"/>
                    <a:pt x="42259" y="30942"/>
                  </a:cubicBezTo>
                  <a:cubicBezTo>
                    <a:pt x="41802" y="30942"/>
                    <a:pt x="41728" y="30383"/>
                    <a:pt x="42199" y="30249"/>
                  </a:cubicBezTo>
                  <a:cubicBezTo>
                    <a:pt x="44514" y="29726"/>
                    <a:pt x="46829" y="29352"/>
                    <a:pt x="49144" y="28904"/>
                  </a:cubicBezTo>
                  <a:cubicBezTo>
                    <a:pt x="47875" y="28680"/>
                    <a:pt x="46605" y="28381"/>
                    <a:pt x="45410" y="28008"/>
                  </a:cubicBezTo>
                  <a:cubicBezTo>
                    <a:pt x="45335" y="28083"/>
                    <a:pt x="45261" y="28083"/>
                    <a:pt x="45186" y="28083"/>
                  </a:cubicBezTo>
                  <a:lnTo>
                    <a:pt x="41302" y="28680"/>
                  </a:lnTo>
                  <a:cubicBezTo>
                    <a:pt x="41263" y="28685"/>
                    <a:pt x="41227" y="28688"/>
                    <a:pt x="41195" y="28688"/>
                  </a:cubicBezTo>
                  <a:cubicBezTo>
                    <a:pt x="40745" y="28688"/>
                    <a:pt x="41028" y="28227"/>
                    <a:pt x="41377" y="28157"/>
                  </a:cubicBezTo>
                  <a:lnTo>
                    <a:pt x="44514" y="27635"/>
                  </a:lnTo>
                  <a:cubicBezTo>
                    <a:pt x="42273" y="26738"/>
                    <a:pt x="40182" y="25469"/>
                    <a:pt x="38240" y="24050"/>
                  </a:cubicBezTo>
                  <a:cubicBezTo>
                    <a:pt x="34655" y="21585"/>
                    <a:pt x="30548" y="20091"/>
                    <a:pt x="26365" y="18672"/>
                  </a:cubicBezTo>
                  <a:cubicBezTo>
                    <a:pt x="26216" y="18598"/>
                    <a:pt x="26290" y="18448"/>
                    <a:pt x="26514" y="18299"/>
                  </a:cubicBezTo>
                  <a:cubicBezTo>
                    <a:pt x="26066" y="18000"/>
                    <a:pt x="26066" y="17328"/>
                    <a:pt x="26888" y="17104"/>
                  </a:cubicBezTo>
                  <a:cubicBezTo>
                    <a:pt x="37344" y="15013"/>
                    <a:pt x="47576" y="11652"/>
                    <a:pt x="57211" y="7096"/>
                  </a:cubicBezTo>
                  <a:cubicBezTo>
                    <a:pt x="57061" y="6947"/>
                    <a:pt x="56912" y="6797"/>
                    <a:pt x="56837" y="6648"/>
                  </a:cubicBezTo>
                  <a:cubicBezTo>
                    <a:pt x="49817" y="9635"/>
                    <a:pt x="42497" y="11876"/>
                    <a:pt x="34954" y="13444"/>
                  </a:cubicBezTo>
                  <a:cubicBezTo>
                    <a:pt x="34899" y="13453"/>
                    <a:pt x="34836" y="13458"/>
                    <a:pt x="34769" y="13458"/>
                  </a:cubicBezTo>
                  <a:cubicBezTo>
                    <a:pt x="34291" y="13458"/>
                    <a:pt x="33609" y="13221"/>
                    <a:pt x="34132" y="12697"/>
                  </a:cubicBezTo>
                  <a:cubicBezTo>
                    <a:pt x="38838" y="7693"/>
                    <a:pt x="44663" y="3735"/>
                    <a:pt x="51012" y="1121"/>
                  </a:cubicBezTo>
                  <a:cubicBezTo>
                    <a:pt x="50489" y="748"/>
                    <a:pt x="49966" y="374"/>
                    <a:pt x="493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74"/>
            <p:cNvSpPr/>
            <p:nvPr/>
          </p:nvSpPr>
          <p:spPr>
            <a:xfrm>
              <a:off x="5233949" y="2505849"/>
              <a:ext cx="168065" cy="48939"/>
            </a:xfrm>
            <a:custGeom>
              <a:avLst/>
              <a:gdLst/>
              <a:ahLst/>
              <a:cxnLst/>
              <a:rect l="l" t="t" r="r" b="b"/>
              <a:pathLst>
                <a:path w="9784" h="2849" extrusionOk="0">
                  <a:moveTo>
                    <a:pt x="6842" y="0"/>
                  </a:moveTo>
                  <a:cubicBezTo>
                    <a:pt x="6433" y="0"/>
                    <a:pt x="6017" y="56"/>
                    <a:pt x="5601" y="160"/>
                  </a:cubicBezTo>
                  <a:cubicBezTo>
                    <a:pt x="5377" y="384"/>
                    <a:pt x="5079" y="533"/>
                    <a:pt x="4705" y="533"/>
                  </a:cubicBezTo>
                  <a:lnTo>
                    <a:pt x="4332" y="533"/>
                  </a:lnTo>
                  <a:cubicBezTo>
                    <a:pt x="4407" y="608"/>
                    <a:pt x="4108" y="832"/>
                    <a:pt x="3884" y="832"/>
                  </a:cubicBezTo>
                  <a:cubicBezTo>
                    <a:pt x="2539" y="1056"/>
                    <a:pt x="1270" y="1429"/>
                    <a:pt x="75" y="1952"/>
                  </a:cubicBezTo>
                  <a:lnTo>
                    <a:pt x="0" y="1952"/>
                  </a:lnTo>
                  <a:cubicBezTo>
                    <a:pt x="0" y="2102"/>
                    <a:pt x="0" y="2176"/>
                    <a:pt x="75" y="2251"/>
                  </a:cubicBezTo>
                  <a:cubicBezTo>
                    <a:pt x="75" y="2326"/>
                    <a:pt x="149" y="2400"/>
                    <a:pt x="224" y="2400"/>
                  </a:cubicBezTo>
                  <a:cubicBezTo>
                    <a:pt x="299" y="2326"/>
                    <a:pt x="373" y="2251"/>
                    <a:pt x="448" y="2251"/>
                  </a:cubicBezTo>
                  <a:cubicBezTo>
                    <a:pt x="1867" y="2027"/>
                    <a:pt x="3286" y="1803"/>
                    <a:pt x="4631" y="1429"/>
                  </a:cubicBezTo>
                  <a:cubicBezTo>
                    <a:pt x="4697" y="1413"/>
                    <a:pt x="4757" y="1406"/>
                    <a:pt x="4812" y="1406"/>
                  </a:cubicBezTo>
                  <a:cubicBezTo>
                    <a:pt x="5252" y="1406"/>
                    <a:pt x="5312" y="1886"/>
                    <a:pt x="4780" y="1952"/>
                  </a:cubicBezTo>
                  <a:cubicBezTo>
                    <a:pt x="3809" y="2251"/>
                    <a:pt x="2763" y="2400"/>
                    <a:pt x="1792" y="2624"/>
                  </a:cubicBezTo>
                  <a:lnTo>
                    <a:pt x="3212" y="2699"/>
                  </a:lnTo>
                  <a:lnTo>
                    <a:pt x="6796" y="1728"/>
                  </a:lnTo>
                  <a:cubicBezTo>
                    <a:pt x="6848" y="1713"/>
                    <a:pt x="6897" y="1707"/>
                    <a:pt x="6942" y="1707"/>
                  </a:cubicBezTo>
                  <a:cubicBezTo>
                    <a:pt x="7356" y="1707"/>
                    <a:pt x="7484" y="2266"/>
                    <a:pt x="6946" y="2400"/>
                  </a:cubicBezTo>
                  <a:lnTo>
                    <a:pt x="5153" y="2848"/>
                  </a:lnTo>
                  <a:cubicBezTo>
                    <a:pt x="6572" y="2848"/>
                    <a:pt x="8066" y="2699"/>
                    <a:pt x="8888" y="1952"/>
                  </a:cubicBezTo>
                  <a:cubicBezTo>
                    <a:pt x="9784" y="1131"/>
                    <a:pt x="9411" y="608"/>
                    <a:pt x="8216" y="234"/>
                  </a:cubicBezTo>
                  <a:cubicBezTo>
                    <a:pt x="7775" y="74"/>
                    <a:pt x="7314" y="0"/>
                    <a:pt x="684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74"/>
            <p:cNvSpPr/>
            <p:nvPr/>
          </p:nvSpPr>
          <p:spPr>
            <a:xfrm>
              <a:off x="5233949" y="2515005"/>
              <a:ext cx="68006" cy="19256"/>
            </a:xfrm>
            <a:custGeom>
              <a:avLst/>
              <a:gdLst/>
              <a:ahLst/>
              <a:cxnLst/>
              <a:rect l="l" t="t" r="r" b="b"/>
              <a:pathLst>
                <a:path w="3959" h="1121" extrusionOk="0">
                  <a:moveTo>
                    <a:pt x="3958" y="0"/>
                  </a:moveTo>
                  <a:cubicBezTo>
                    <a:pt x="2614" y="0"/>
                    <a:pt x="373" y="299"/>
                    <a:pt x="0" y="1120"/>
                  </a:cubicBezTo>
                  <a:cubicBezTo>
                    <a:pt x="1270" y="598"/>
                    <a:pt x="2614" y="224"/>
                    <a:pt x="3958" y="0"/>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74"/>
            <p:cNvSpPr/>
            <p:nvPr/>
          </p:nvSpPr>
          <p:spPr>
            <a:xfrm>
              <a:off x="5503361" y="2507309"/>
              <a:ext cx="61599" cy="17968"/>
            </a:xfrm>
            <a:custGeom>
              <a:avLst/>
              <a:gdLst/>
              <a:ahLst/>
              <a:cxnLst/>
              <a:rect l="l" t="t" r="r" b="b"/>
              <a:pathLst>
                <a:path w="3586" h="1046" extrusionOk="0">
                  <a:moveTo>
                    <a:pt x="3585" y="0"/>
                  </a:moveTo>
                  <a:cubicBezTo>
                    <a:pt x="2988" y="149"/>
                    <a:pt x="2315" y="299"/>
                    <a:pt x="1643" y="448"/>
                  </a:cubicBezTo>
                  <a:cubicBezTo>
                    <a:pt x="1494" y="523"/>
                    <a:pt x="0" y="1046"/>
                    <a:pt x="896" y="1046"/>
                  </a:cubicBezTo>
                  <a:lnTo>
                    <a:pt x="1120" y="1046"/>
                  </a:lnTo>
                  <a:cubicBezTo>
                    <a:pt x="1942" y="672"/>
                    <a:pt x="2764" y="299"/>
                    <a:pt x="3585" y="0"/>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74"/>
            <p:cNvSpPr/>
            <p:nvPr/>
          </p:nvSpPr>
          <p:spPr>
            <a:xfrm>
              <a:off x="5242916" y="2626607"/>
              <a:ext cx="101382" cy="42360"/>
            </a:xfrm>
            <a:custGeom>
              <a:avLst/>
              <a:gdLst/>
              <a:ahLst/>
              <a:cxnLst/>
              <a:rect l="l" t="t" r="r" b="b"/>
              <a:pathLst>
                <a:path w="5902" h="2466" extrusionOk="0">
                  <a:moveTo>
                    <a:pt x="5901" y="1"/>
                  </a:moveTo>
                  <a:lnTo>
                    <a:pt x="5901" y="1"/>
                  </a:lnTo>
                  <a:cubicBezTo>
                    <a:pt x="3885" y="673"/>
                    <a:pt x="1868" y="1495"/>
                    <a:pt x="1" y="2391"/>
                  </a:cubicBezTo>
                  <a:cubicBezTo>
                    <a:pt x="1" y="2391"/>
                    <a:pt x="1" y="2391"/>
                    <a:pt x="76" y="2466"/>
                  </a:cubicBezTo>
                  <a:cubicBezTo>
                    <a:pt x="1943" y="1569"/>
                    <a:pt x="3959" y="748"/>
                    <a:pt x="5901" y="1"/>
                  </a:cubicBezTo>
                  <a:close/>
                </a:path>
              </a:pathLst>
            </a:custGeom>
            <a:solidFill>
              <a:srgbClr val="7E36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74"/>
            <p:cNvSpPr/>
            <p:nvPr/>
          </p:nvSpPr>
          <p:spPr>
            <a:xfrm>
              <a:off x="5257035" y="2467526"/>
              <a:ext cx="867275" cy="228375"/>
            </a:xfrm>
            <a:custGeom>
              <a:avLst/>
              <a:gdLst/>
              <a:ahLst/>
              <a:cxnLst/>
              <a:rect l="l" t="t" r="r" b="b"/>
              <a:pathLst>
                <a:path w="50489" h="13295" extrusionOk="0">
                  <a:moveTo>
                    <a:pt x="24171" y="2624"/>
                  </a:moveTo>
                  <a:cubicBezTo>
                    <a:pt x="24143" y="2633"/>
                    <a:pt x="24124" y="2652"/>
                    <a:pt x="24124" y="2689"/>
                  </a:cubicBezTo>
                  <a:lnTo>
                    <a:pt x="23452" y="2689"/>
                  </a:lnTo>
                  <a:lnTo>
                    <a:pt x="24171" y="2624"/>
                  </a:lnTo>
                  <a:close/>
                  <a:moveTo>
                    <a:pt x="38240" y="3810"/>
                  </a:moveTo>
                  <a:lnTo>
                    <a:pt x="37642" y="3959"/>
                  </a:lnTo>
                  <a:cubicBezTo>
                    <a:pt x="37642" y="3959"/>
                    <a:pt x="37717" y="3884"/>
                    <a:pt x="37717" y="3884"/>
                  </a:cubicBezTo>
                  <a:lnTo>
                    <a:pt x="38240" y="3810"/>
                  </a:lnTo>
                  <a:close/>
                  <a:moveTo>
                    <a:pt x="17552" y="7245"/>
                  </a:moveTo>
                  <a:lnTo>
                    <a:pt x="16506" y="7469"/>
                  </a:lnTo>
                  <a:cubicBezTo>
                    <a:pt x="16506" y="7469"/>
                    <a:pt x="16506" y="7395"/>
                    <a:pt x="16581" y="7395"/>
                  </a:cubicBezTo>
                  <a:lnTo>
                    <a:pt x="16655" y="7395"/>
                  </a:lnTo>
                  <a:lnTo>
                    <a:pt x="17552" y="7245"/>
                  </a:lnTo>
                  <a:close/>
                  <a:moveTo>
                    <a:pt x="31742" y="1"/>
                  </a:moveTo>
                  <a:cubicBezTo>
                    <a:pt x="27784" y="300"/>
                    <a:pt x="23900" y="1121"/>
                    <a:pt x="20091" y="2465"/>
                  </a:cubicBezTo>
                  <a:cubicBezTo>
                    <a:pt x="18821" y="2914"/>
                    <a:pt x="17104" y="3212"/>
                    <a:pt x="17552" y="3362"/>
                  </a:cubicBezTo>
                  <a:lnTo>
                    <a:pt x="21883" y="3362"/>
                  </a:lnTo>
                  <a:cubicBezTo>
                    <a:pt x="22780" y="3362"/>
                    <a:pt x="23676" y="3212"/>
                    <a:pt x="24572" y="3212"/>
                  </a:cubicBezTo>
                  <a:cubicBezTo>
                    <a:pt x="24617" y="3209"/>
                    <a:pt x="24660" y="3208"/>
                    <a:pt x="24701" y="3208"/>
                  </a:cubicBezTo>
                  <a:cubicBezTo>
                    <a:pt x="25597" y="3208"/>
                    <a:pt x="25358" y="3966"/>
                    <a:pt x="24572" y="4109"/>
                  </a:cubicBezTo>
                  <a:cubicBezTo>
                    <a:pt x="16133" y="6125"/>
                    <a:pt x="7917" y="8888"/>
                    <a:pt x="0" y="12399"/>
                  </a:cubicBezTo>
                  <a:cubicBezTo>
                    <a:pt x="374" y="12697"/>
                    <a:pt x="747" y="12996"/>
                    <a:pt x="1046" y="13295"/>
                  </a:cubicBezTo>
                  <a:cubicBezTo>
                    <a:pt x="1121" y="13220"/>
                    <a:pt x="1270" y="13146"/>
                    <a:pt x="1345" y="13146"/>
                  </a:cubicBezTo>
                  <a:cubicBezTo>
                    <a:pt x="9336" y="10382"/>
                    <a:pt x="17552" y="8216"/>
                    <a:pt x="25842" y="6648"/>
                  </a:cubicBezTo>
                  <a:cubicBezTo>
                    <a:pt x="29203" y="5976"/>
                    <a:pt x="32638" y="5378"/>
                    <a:pt x="36074" y="5005"/>
                  </a:cubicBezTo>
                  <a:cubicBezTo>
                    <a:pt x="36447" y="4975"/>
                    <a:pt x="36854" y="4963"/>
                    <a:pt x="37284" y="4963"/>
                  </a:cubicBezTo>
                  <a:cubicBezTo>
                    <a:pt x="39008" y="4963"/>
                    <a:pt x="41123" y="5154"/>
                    <a:pt x="43094" y="5154"/>
                  </a:cubicBezTo>
                  <a:cubicBezTo>
                    <a:pt x="44588" y="5005"/>
                    <a:pt x="46082" y="4855"/>
                    <a:pt x="47501" y="4706"/>
                  </a:cubicBezTo>
                  <a:cubicBezTo>
                    <a:pt x="47949" y="4557"/>
                    <a:pt x="48248" y="4407"/>
                    <a:pt x="48621" y="4183"/>
                  </a:cubicBezTo>
                  <a:cubicBezTo>
                    <a:pt x="48771" y="4109"/>
                    <a:pt x="48920" y="4109"/>
                    <a:pt x="49069" y="4034"/>
                  </a:cubicBezTo>
                  <a:cubicBezTo>
                    <a:pt x="49592" y="3212"/>
                    <a:pt x="50040" y="2316"/>
                    <a:pt x="50488" y="1345"/>
                  </a:cubicBezTo>
                  <a:lnTo>
                    <a:pt x="50264" y="1345"/>
                  </a:lnTo>
                  <a:cubicBezTo>
                    <a:pt x="49480" y="1420"/>
                    <a:pt x="48696" y="1457"/>
                    <a:pt x="47912" y="1457"/>
                  </a:cubicBezTo>
                  <a:cubicBezTo>
                    <a:pt x="47127" y="1457"/>
                    <a:pt x="46343" y="1420"/>
                    <a:pt x="45559" y="1345"/>
                  </a:cubicBezTo>
                  <a:cubicBezTo>
                    <a:pt x="45559" y="1345"/>
                    <a:pt x="45484" y="1420"/>
                    <a:pt x="45484" y="1420"/>
                  </a:cubicBezTo>
                  <a:cubicBezTo>
                    <a:pt x="42796" y="1943"/>
                    <a:pt x="40107" y="2615"/>
                    <a:pt x="37493" y="3287"/>
                  </a:cubicBezTo>
                  <a:cubicBezTo>
                    <a:pt x="37429" y="3305"/>
                    <a:pt x="37370" y="3314"/>
                    <a:pt x="37318" y="3314"/>
                  </a:cubicBezTo>
                  <a:cubicBezTo>
                    <a:pt x="36944" y="3314"/>
                    <a:pt x="36885" y="2895"/>
                    <a:pt x="37344" y="2764"/>
                  </a:cubicBezTo>
                  <a:cubicBezTo>
                    <a:pt x="39584" y="2241"/>
                    <a:pt x="41750" y="1719"/>
                    <a:pt x="43991" y="1196"/>
                  </a:cubicBezTo>
                  <a:lnTo>
                    <a:pt x="42945" y="1121"/>
                  </a:lnTo>
                  <a:lnTo>
                    <a:pt x="42796" y="1121"/>
                  </a:lnTo>
                  <a:cubicBezTo>
                    <a:pt x="40032" y="1943"/>
                    <a:pt x="37194" y="2540"/>
                    <a:pt x="34356" y="2988"/>
                  </a:cubicBezTo>
                  <a:cubicBezTo>
                    <a:pt x="34258" y="3013"/>
                    <a:pt x="34188" y="3023"/>
                    <a:pt x="34142" y="3023"/>
                  </a:cubicBezTo>
                  <a:cubicBezTo>
                    <a:pt x="33904" y="3023"/>
                    <a:pt x="34268" y="2752"/>
                    <a:pt x="34580" y="2689"/>
                  </a:cubicBezTo>
                  <a:cubicBezTo>
                    <a:pt x="37120" y="2241"/>
                    <a:pt x="39734" y="1719"/>
                    <a:pt x="42273" y="972"/>
                  </a:cubicBezTo>
                  <a:cubicBezTo>
                    <a:pt x="38763" y="300"/>
                    <a:pt x="35252" y="1"/>
                    <a:pt x="317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74"/>
            <p:cNvSpPr/>
            <p:nvPr/>
          </p:nvSpPr>
          <p:spPr>
            <a:xfrm>
              <a:off x="5552111" y="2693617"/>
              <a:ext cx="210150" cy="62595"/>
            </a:xfrm>
            <a:custGeom>
              <a:avLst/>
              <a:gdLst/>
              <a:ahLst/>
              <a:cxnLst/>
              <a:rect l="l" t="t" r="r" b="b"/>
              <a:pathLst>
                <a:path w="12234" h="3644" extrusionOk="0">
                  <a:moveTo>
                    <a:pt x="3544" y="873"/>
                  </a:moveTo>
                  <a:lnTo>
                    <a:pt x="3544" y="873"/>
                  </a:lnTo>
                  <a:cubicBezTo>
                    <a:pt x="3533" y="875"/>
                    <a:pt x="3522" y="878"/>
                    <a:pt x="3510" y="880"/>
                  </a:cubicBezTo>
                  <a:cubicBezTo>
                    <a:pt x="3524" y="880"/>
                    <a:pt x="3535" y="877"/>
                    <a:pt x="3544" y="873"/>
                  </a:cubicBezTo>
                  <a:close/>
                  <a:moveTo>
                    <a:pt x="10904" y="1179"/>
                  </a:moveTo>
                  <a:cubicBezTo>
                    <a:pt x="9784" y="1477"/>
                    <a:pt x="8365" y="1776"/>
                    <a:pt x="7394" y="2000"/>
                  </a:cubicBezTo>
                  <a:cubicBezTo>
                    <a:pt x="8290" y="1701"/>
                    <a:pt x="9187" y="1477"/>
                    <a:pt x="10083" y="1253"/>
                  </a:cubicBezTo>
                  <a:lnTo>
                    <a:pt x="10904" y="1179"/>
                  </a:lnTo>
                  <a:close/>
                  <a:moveTo>
                    <a:pt x="10686" y="0"/>
                  </a:moveTo>
                  <a:cubicBezTo>
                    <a:pt x="10033" y="0"/>
                    <a:pt x="9236" y="133"/>
                    <a:pt x="8739" y="133"/>
                  </a:cubicBezTo>
                  <a:cubicBezTo>
                    <a:pt x="7618" y="133"/>
                    <a:pt x="6573" y="133"/>
                    <a:pt x="5527" y="208"/>
                  </a:cubicBezTo>
                  <a:lnTo>
                    <a:pt x="5079" y="282"/>
                  </a:lnTo>
                  <a:cubicBezTo>
                    <a:pt x="4705" y="506"/>
                    <a:pt x="4183" y="656"/>
                    <a:pt x="3585" y="730"/>
                  </a:cubicBezTo>
                  <a:cubicBezTo>
                    <a:pt x="3585" y="792"/>
                    <a:pt x="3585" y="853"/>
                    <a:pt x="3544" y="873"/>
                  </a:cubicBezTo>
                  <a:lnTo>
                    <a:pt x="3544" y="873"/>
                  </a:lnTo>
                  <a:cubicBezTo>
                    <a:pt x="4279" y="726"/>
                    <a:pt x="5016" y="579"/>
                    <a:pt x="5826" y="432"/>
                  </a:cubicBezTo>
                  <a:cubicBezTo>
                    <a:pt x="5865" y="427"/>
                    <a:pt x="5901" y="424"/>
                    <a:pt x="5933" y="424"/>
                  </a:cubicBezTo>
                  <a:cubicBezTo>
                    <a:pt x="6383" y="424"/>
                    <a:pt x="6095" y="885"/>
                    <a:pt x="5676" y="954"/>
                  </a:cubicBezTo>
                  <a:cubicBezTo>
                    <a:pt x="3884" y="1253"/>
                    <a:pt x="2166" y="1701"/>
                    <a:pt x="448" y="2224"/>
                  </a:cubicBezTo>
                  <a:cubicBezTo>
                    <a:pt x="411" y="2261"/>
                    <a:pt x="355" y="2280"/>
                    <a:pt x="299" y="2280"/>
                  </a:cubicBezTo>
                  <a:cubicBezTo>
                    <a:pt x="243" y="2280"/>
                    <a:pt x="187" y="2261"/>
                    <a:pt x="150" y="2224"/>
                  </a:cubicBezTo>
                  <a:lnTo>
                    <a:pt x="150" y="2224"/>
                  </a:lnTo>
                  <a:cubicBezTo>
                    <a:pt x="0" y="2523"/>
                    <a:pt x="299" y="2822"/>
                    <a:pt x="971" y="3120"/>
                  </a:cubicBezTo>
                  <a:cubicBezTo>
                    <a:pt x="2465" y="2672"/>
                    <a:pt x="3959" y="2149"/>
                    <a:pt x="5378" y="1627"/>
                  </a:cubicBezTo>
                  <a:cubicBezTo>
                    <a:pt x="5490" y="1571"/>
                    <a:pt x="5606" y="1547"/>
                    <a:pt x="5709" y="1547"/>
                  </a:cubicBezTo>
                  <a:cubicBezTo>
                    <a:pt x="6017" y="1547"/>
                    <a:pt x="6199" y="1757"/>
                    <a:pt x="5751" y="1925"/>
                  </a:cubicBezTo>
                  <a:cubicBezTo>
                    <a:pt x="4407" y="2523"/>
                    <a:pt x="2988" y="2971"/>
                    <a:pt x="1643" y="3344"/>
                  </a:cubicBezTo>
                  <a:lnTo>
                    <a:pt x="2465" y="3643"/>
                  </a:lnTo>
                  <a:lnTo>
                    <a:pt x="3585" y="3419"/>
                  </a:lnTo>
                  <a:cubicBezTo>
                    <a:pt x="4481" y="3270"/>
                    <a:pt x="5378" y="3046"/>
                    <a:pt x="6274" y="2822"/>
                  </a:cubicBezTo>
                  <a:cubicBezTo>
                    <a:pt x="7768" y="2448"/>
                    <a:pt x="9635" y="2374"/>
                    <a:pt x="10979" y="1776"/>
                  </a:cubicBezTo>
                  <a:cubicBezTo>
                    <a:pt x="11046" y="1783"/>
                    <a:pt x="11109" y="1787"/>
                    <a:pt x="11170" y="1787"/>
                  </a:cubicBezTo>
                  <a:cubicBezTo>
                    <a:pt x="11720" y="1787"/>
                    <a:pt x="12010" y="1478"/>
                    <a:pt x="11875" y="805"/>
                  </a:cubicBezTo>
                  <a:cubicBezTo>
                    <a:pt x="12234" y="327"/>
                    <a:pt x="12210" y="88"/>
                    <a:pt x="11842" y="88"/>
                  </a:cubicBezTo>
                  <a:cubicBezTo>
                    <a:pt x="11750" y="88"/>
                    <a:pt x="11636" y="103"/>
                    <a:pt x="11502" y="133"/>
                  </a:cubicBezTo>
                  <a:cubicBezTo>
                    <a:pt x="11303" y="33"/>
                    <a:pt x="11012" y="0"/>
                    <a:pt x="106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74"/>
            <p:cNvSpPr/>
            <p:nvPr/>
          </p:nvSpPr>
          <p:spPr>
            <a:xfrm>
              <a:off x="4991471" y="1652918"/>
              <a:ext cx="1223931" cy="1185574"/>
            </a:xfrm>
            <a:custGeom>
              <a:avLst/>
              <a:gdLst/>
              <a:ahLst/>
              <a:cxnLst/>
              <a:rect l="l" t="t" r="r" b="b"/>
              <a:pathLst>
                <a:path w="71252" h="69019" extrusionOk="0">
                  <a:moveTo>
                    <a:pt x="56463" y="8288"/>
                  </a:moveTo>
                  <a:cubicBezTo>
                    <a:pt x="57882" y="9409"/>
                    <a:pt x="59152" y="10678"/>
                    <a:pt x="60422" y="12023"/>
                  </a:cubicBezTo>
                  <a:lnTo>
                    <a:pt x="59824" y="12321"/>
                  </a:lnTo>
                  <a:cubicBezTo>
                    <a:pt x="53774" y="14786"/>
                    <a:pt x="47576" y="16728"/>
                    <a:pt x="41227" y="18222"/>
                  </a:cubicBezTo>
                  <a:cubicBezTo>
                    <a:pt x="45634" y="13890"/>
                    <a:pt x="50787" y="10604"/>
                    <a:pt x="56463" y="8288"/>
                  </a:cubicBezTo>
                  <a:close/>
                  <a:moveTo>
                    <a:pt x="36160" y="1222"/>
                  </a:moveTo>
                  <a:cubicBezTo>
                    <a:pt x="36727" y="1222"/>
                    <a:pt x="37296" y="1237"/>
                    <a:pt x="37866" y="1268"/>
                  </a:cubicBezTo>
                  <a:cubicBezTo>
                    <a:pt x="38538" y="1268"/>
                    <a:pt x="39136" y="1342"/>
                    <a:pt x="39808" y="1417"/>
                  </a:cubicBezTo>
                  <a:lnTo>
                    <a:pt x="36074" y="3135"/>
                  </a:lnTo>
                  <a:cubicBezTo>
                    <a:pt x="35229" y="3529"/>
                    <a:pt x="35616" y="3839"/>
                    <a:pt x="36178" y="3839"/>
                  </a:cubicBezTo>
                  <a:cubicBezTo>
                    <a:pt x="36361" y="3839"/>
                    <a:pt x="36562" y="3806"/>
                    <a:pt x="36746" y="3732"/>
                  </a:cubicBezTo>
                  <a:lnTo>
                    <a:pt x="41152" y="1641"/>
                  </a:lnTo>
                  <a:lnTo>
                    <a:pt x="41377" y="1567"/>
                  </a:lnTo>
                  <a:cubicBezTo>
                    <a:pt x="42945" y="1865"/>
                    <a:pt x="44588" y="2239"/>
                    <a:pt x="46156" y="2687"/>
                  </a:cubicBezTo>
                  <a:cubicBezTo>
                    <a:pt x="43094" y="4031"/>
                    <a:pt x="40107" y="5376"/>
                    <a:pt x="37194" y="6795"/>
                  </a:cubicBezTo>
                  <a:cubicBezTo>
                    <a:pt x="36298" y="7273"/>
                    <a:pt x="36788" y="7894"/>
                    <a:pt x="37440" y="7894"/>
                  </a:cubicBezTo>
                  <a:cubicBezTo>
                    <a:pt x="37603" y="7894"/>
                    <a:pt x="37777" y="7855"/>
                    <a:pt x="37941" y="7765"/>
                  </a:cubicBezTo>
                  <a:cubicBezTo>
                    <a:pt x="41152" y="6197"/>
                    <a:pt x="44439" y="4703"/>
                    <a:pt x="47725" y="3284"/>
                  </a:cubicBezTo>
                  <a:cubicBezTo>
                    <a:pt x="49517" y="3957"/>
                    <a:pt x="51160" y="4778"/>
                    <a:pt x="52804" y="5749"/>
                  </a:cubicBezTo>
                  <a:cubicBezTo>
                    <a:pt x="48173" y="7317"/>
                    <a:pt x="43692" y="9409"/>
                    <a:pt x="39509" y="11873"/>
                  </a:cubicBezTo>
                  <a:cubicBezTo>
                    <a:pt x="37866" y="12769"/>
                    <a:pt x="36223" y="13815"/>
                    <a:pt x="34580" y="14861"/>
                  </a:cubicBezTo>
                  <a:cubicBezTo>
                    <a:pt x="33684" y="15533"/>
                    <a:pt x="32713" y="16130"/>
                    <a:pt x="31742" y="16653"/>
                  </a:cubicBezTo>
                  <a:cubicBezTo>
                    <a:pt x="26514" y="19790"/>
                    <a:pt x="20838" y="21956"/>
                    <a:pt x="14938" y="23076"/>
                  </a:cubicBezTo>
                  <a:cubicBezTo>
                    <a:pt x="11726" y="23674"/>
                    <a:pt x="8589" y="24047"/>
                    <a:pt x="5378" y="24196"/>
                  </a:cubicBezTo>
                  <a:lnTo>
                    <a:pt x="5228" y="24196"/>
                  </a:lnTo>
                  <a:cubicBezTo>
                    <a:pt x="5378" y="23674"/>
                    <a:pt x="5602" y="23151"/>
                    <a:pt x="5826" y="22628"/>
                  </a:cubicBezTo>
                  <a:lnTo>
                    <a:pt x="5901" y="22628"/>
                  </a:lnTo>
                  <a:cubicBezTo>
                    <a:pt x="7170" y="21956"/>
                    <a:pt x="8589" y="21358"/>
                    <a:pt x="10083" y="20910"/>
                  </a:cubicBezTo>
                  <a:cubicBezTo>
                    <a:pt x="10232" y="20836"/>
                    <a:pt x="10905" y="20686"/>
                    <a:pt x="10830" y="20313"/>
                  </a:cubicBezTo>
                  <a:cubicBezTo>
                    <a:pt x="10792" y="20163"/>
                    <a:pt x="10587" y="20126"/>
                    <a:pt x="10372" y="20126"/>
                  </a:cubicBezTo>
                  <a:cubicBezTo>
                    <a:pt x="10158" y="20126"/>
                    <a:pt x="9934" y="20163"/>
                    <a:pt x="9859" y="20163"/>
                  </a:cubicBezTo>
                  <a:cubicBezTo>
                    <a:pt x="8589" y="20537"/>
                    <a:pt x="7394" y="20985"/>
                    <a:pt x="6199" y="21582"/>
                  </a:cubicBezTo>
                  <a:cubicBezTo>
                    <a:pt x="9859" y="12919"/>
                    <a:pt x="16879" y="6272"/>
                    <a:pt x="25692" y="3060"/>
                  </a:cubicBezTo>
                  <a:cubicBezTo>
                    <a:pt x="29047" y="1835"/>
                    <a:pt x="32568" y="1222"/>
                    <a:pt x="36160" y="1222"/>
                  </a:cubicBezTo>
                  <a:close/>
                  <a:moveTo>
                    <a:pt x="60473" y="19769"/>
                  </a:moveTo>
                  <a:cubicBezTo>
                    <a:pt x="63187" y="19769"/>
                    <a:pt x="64306" y="21295"/>
                    <a:pt x="65426" y="23674"/>
                  </a:cubicBezTo>
                  <a:lnTo>
                    <a:pt x="65426" y="23748"/>
                  </a:lnTo>
                  <a:cubicBezTo>
                    <a:pt x="67069" y="27259"/>
                    <a:pt x="67517" y="31292"/>
                    <a:pt x="64081" y="32561"/>
                  </a:cubicBezTo>
                  <a:lnTo>
                    <a:pt x="63110" y="32860"/>
                  </a:lnTo>
                  <a:cubicBezTo>
                    <a:pt x="62438" y="32935"/>
                    <a:pt x="61766" y="33009"/>
                    <a:pt x="61019" y="33009"/>
                  </a:cubicBezTo>
                  <a:cubicBezTo>
                    <a:pt x="60198" y="33009"/>
                    <a:pt x="59301" y="32860"/>
                    <a:pt x="58480" y="32785"/>
                  </a:cubicBezTo>
                  <a:lnTo>
                    <a:pt x="62139" y="31590"/>
                  </a:lnTo>
                  <a:cubicBezTo>
                    <a:pt x="62671" y="31457"/>
                    <a:pt x="62611" y="30969"/>
                    <a:pt x="62170" y="30969"/>
                  </a:cubicBezTo>
                  <a:cubicBezTo>
                    <a:pt x="62116" y="30969"/>
                    <a:pt x="62055" y="30976"/>
                    <a:pt x="61990" y="30993"/>
                  </a:cubicBezTo>
                  <a:lnTo>
                    <a:pt x="57210" y="32412"/>
                  </a:lnTo>
                  <a:cubicBezTo>
                    <a:pt x="56837" y="32263"/>
                    <a:pt x="56463" y="32113"/>
                    <a:pt x="56090" y="31889"/>
                  </a:cubicBezTo>
                  <a:cubicBezTo>
                    <a:pt x="55866" y="31814"/>
                    <a:pt x="55716" y="31665"/>
                    <a:pt x="55567" y="31516"/>
                  </a:cubicBezTo>
                  <a:cubicBezTo>
                    <a:pt x="57434" y="30545"/>
                    <a:pt x="59451" y="29798"/>
                    <a:pt x="61467" y="29350"/>
                  </a:cubicBezTo>
                  <a:cubicBezTo>
                    <a:pt x="62025" y="29210"/>
                    <a:pt x="61932" y="28745"/>
                    <a:pt x="61430" y="28745"/>
                  </a:cubicBezTo>
                  <a:cubicBezTo>
                    <a:pt x="61395" y="28745"/>
                    <a:pt x="61357" y="28747"/>
                    <a:pt x="61318" y="28752"/>
                  </a:cubicBezTo>
                  <a:cubicBezTo>
                    <a:pt x="59152" y="29275"/>
                    <a:pt x="57135" y="30022"/>
                    <a:pt x="55119" y="31068"/>
                  </a:cubicBezTo>
                  <a:cubicBezTo>
                    <a:pt x="54820" y="30545"/>
                    <a:pt x="54671" y="29947"/>
                    <a:pt x="54596" y="29350"/>
                  </a:cubicBezTo>
                  <a:lnTo>
                    <a:pt x="58330" y="28005"/>
                  </a:lnTo>
                  <a:cubicBezTo>
                    <a:pt x="58816" y="27823"/>
                    <a:pt x="58561" y="27592"/>
                    <a:pt x="58249" y="27592"/>
                  </a:cubicBezTo>
                  <a:cubicBezTo>
                    <a:pt x="58177" y="27592"/>
                    <a:pt x="58101" y="27604"/>
                    <a:pt x="58032" y="27632"/>
                  </a:cubicBezTo>
                  <a:lnTo>
                    <a:pt x="54521" y="28902"/>
                  </a:lnTo>
                  <a:cubicBezTo>
                    <a:pt x="54372" y="28603"/>
                    <a:pt x="54297" y="28304"/>
                    <a:pt x="54073" y="28005"/>
                  </a:cubicBezTo>
                  <a:cubicBezTo>
                    <a:pt x="53924" y="27781"/>
                    <a:pt x="53774" y="27632"/>
                    <a:pt x="53550" y="27557"/>
                  </a:cubicBezTo>
                  <a:lnTo>
                    <a:pt x="56538" y="26138"/>
                  </a:lnTo>
                  <a:cubicBezTo>
                    <a:pt x="56930" y="25970"/>
                    <a:pt x="56734" y="25760"/>
                    <a:pt x="56454" y="25760"/>
                  </a:cubicBezTo>
                  <a:cubicBezTo>
                    <a:pt x="56361" y="25760"/>
                    <a:pt x="56258" y="25784"/>
                    <a:pt x="56164" y="25840"/>
                  </a:cubicBezTo>
                  <a:lnTo>
                    <a:pt x="53028" y="27259"/>
                  </a:lnTo>
                  <a:cubicBezTo>
                    <a:pt x="52953" y="27259"/>
                    <a:pt x="52953" y="27184"/>
                    <a:pt x="52878" y="27184"/>
                  </a:cubicBezTo>
                  <a:cubicBezTo>
                    <a:pt x="52430" y="26810"/>
                    <a:pt x="52057" y="26512"/>
                    <a:pt x="51683" y="26213"/>
                  </a:cubicBezTo>
                  <a:lnTo>
                    <a:pt x="56687" y="24495"/>
                  </a:lnTo>
                  <a:cubicBezTo>
                    <a:pt x="57137" y="24367"/>
                    <a:pt x="57145" y="24017"/>
                    <a:pt x="56757" y="24017"/>
                  </a:cubicBezTo>
                  <a:cubicBezTo>
                    <a:pt x="56695" y="24017"/>
                    <a:pt x="56621" y="24026"/>
                    <a:pt x="56538" y="24047"/>
                  </a:cubicBezTo>
                  <a:lnTo>
                    <a:pt x="51385" y="25840"/>
                  </a:lnTo>
                  <a:cubicBezTo>
                    <a:pt x="51086" y="25466"/>
                    <a:pt x="51011" y="25018"/>
                    <a:pt x="51086" y="24570"/>
                  </a:cubicBezTo>
                  <a:lnTo>
                    <a:pt x="58106" y="22255"/>
                  </a:lnTo>
                  <a:cubicBezTo>
                    <a:pt x="58539" y="22131"/>
                    <a:pt x="58511" y="21751"/>
                    <a:pt x="58192" y="21751"/>
                  </a:cubicBezTo>
                  <a:cubicBezTo>
                    <a:pt x="58126" y="21751"/>
                    <a:pt x="58047" y="21768"/>
                    <a:pt x="57957" y="21806"/>
                  </a:cubicBezTo>
                  <a:lnTo>
                    <a:pt x="51459" y="23898"/>
                  </a:lnTo>
                  <a:cubicBezTo>
                    <a:pt x="51982" y="23226"/>
                    <a:pt x="52580" y="22628"/>
                    <a:pt x="53326" y="22180"/>
                  </a:cubicBezTo>
                  <a:cubicBezTo>
                    <a:pt x="55418" y="21358"/>
                    <a:pt x="57434" y="20611"/>
                    <a:pt x="59525" y="19865"/>
                  </a:cubicBezTo>
                  <a:lnTo>
                    <a:pt x="59899" y="19790"/>
                  </a:lnTo>
                  <a:cubicBezTo>
                    <a:pt x="60098" y="19776"/>
                    <a:pt x="60289" y="19769"/>
                    <a:pt x="60473" y="19769"/>
                  </a:cubicBezTo>
                  <a:close/>
                  <a:moveTo>
                    <a:pt x="62438" y="14487"/>
                  </a:moveTo>
                  <a:cubicBezTo>
                    <a:pt x="64231" y="16952"/>
                    <a:pt x="65724" y="19641"/>
                    <a:pt x="66919" y="22479"/>
                  </a:cubicBezTo>
                  <a:cubicBezTo>
                    <a:pt x="66098" y="20910"/>
                    <a:pt x="65052" y="19417"/>
                    <a:pt x="63633" y="18894"/>
                  </a:cubicBezTo>
                  <a:cubicBezTo>
                    <a:pt x="63409" y="18819"/>
                    <a:pt x="63260" y="18744"/>
                    <a:pt x="63036" y="18744"/>
                  </a:cubicBezTo>
                  <a:cubicBezTo>
                    <a:pt x="62642" y="18657"/>
                    <a:pt x="62248" y="18621"/>
                    <a:pt x="61854" y="18621"/>
                  </a:cubicBezTo>
                  <a:cubicBezTo>
                    <a:pt x="61576" y="18621"/>
                    <a:pt x="61297" y="18639"/>
                    <a:pt x="61019" y="18670"/>
                  </a:cubicBezTo>
                  <a:cubicBezTo>
                    <a:pt x="59077" y="19043"/>
                    <a:pt x="57210" y="19566"/>
                    <a:pt x="55418" y="20238"/>
                  </a:cubicBezTo>
                  <a:cubicBezTo>
                    <a:pt x="55194" y="20238"/>
                    <a:pt x="54969" y="20387"/>
                    <a:pt x="54820" y="20537"/>
                  </a:cubicBezTo>
                  <a:cubicBezTo>
                    <a:pt x="51907" y="21582"/>
                    <a:pt x="46530" y="25466"/>
                    <a:pt x="50339" y="27856"/>
                  </a:cubicBezTo>
                  <a:cubicBezTo>
                    <a:pt x="50494" y="27960"/>
                    <a:pt x="50627" y="27996"/>
                    <a:pt x="50747" y="27996"/>
                  </a:cubicBezTo>
                  <a:cubicBezTo>
                    <a:pt x="51026" y="27996"/>
                    <a:pt x="51234" y="27800"/>
                    <a:pt x="51488" y="27800"/>
                  </a:cubicBezTo>
                  <a:cubicBezTo>
                    <a:pt x="51755" y="27800"/>
                    <a:pt x="52073" y="28016"/>
                    <a:pt x="52580" y="28902"/>
                  </a:cubicBezTo>
                  <a:cubicBezTo>
                    <a:pt x="52878" y="29424"/>
                    <a:pt x="52580" y="30321"/>
                    <a:pt x="52804" y="30769"/>
                  </a:cubicBezTo>
                  <a:cubicBezTo>
                    <a:pt x="53102" y="31665"/>
                    <a:pt x="53700" y="32337"/>
                    <a:pt x="54596" y="32785"/>
                  </a:cubicBezTo>
                  <a:cubicBezTo>
                    <a:pt x="54969" y="33009"/>
                    <a:pt x="55418" y="33159"/>
                    <a:pt x="55866" y="33308"/>
                  </a:cubicBezTo>
                  <a:cubicBezTo>
                    <a:pt x="55919" y="33361"/>
                    <a:pt x="56009" y="33414"/>
                    <a:pt x="56110" y="33414"/>
                  </a:cubicBezTo>
                  <a:cubicBezTo>
                    <a:pt x="56152" y="33414"/>
                    <a:pt x="56195" y="33405"/>
                    <a:pt x="56239" y="33383"/>
                  </a:cubicBezTo>
                  <a:cubicBezTo>
                    <a:pt x="57972" y="33861"/>
                    <a:pt x="59752" y="34100"/>
                    <a:pt x="61581" y="34100"/>
                  </a:cubicBezTo>
                  <a:cubicBezTo>
                    <a:pt x="62038" y="34100"/>
                    <a:pt x="62498" y="34085"/>
                    <a:pt x="62961" y="34055"/>
                  </a:cubicBezTo>
                  <a:cubicBezTo>
                    <a:pt x="67367" y="33906"/>
                    <a:pt x="68861" y="30395"/>
                    <a:pt x="68264" y="26512"/>
                  </a:cubicBezTo>
                  <a:lnTo>
                    <a:pt x="68264" y="26512"/>
                  </a:lnTo>
                  <a:cubicBezTo>
                    <a:pt x="68936" y="29126"/>
                    <a:pt x="69309" y="31814"/>
                    <a:pt x="69384" y="34578"/>
                  </a:cubicBezTo>
                  <a:cubicBezTo>
                    <a:pt x="69384" y="34951"/>
                    <a:pt x="69309" y="35325"/>
                    <a:pt x="69309" y="35698"/>
                  </a:cubicBezTo>
                  <a:cubicBezTo>
                    <a:pt x="62214" y="35250"/>
                    <a:pt x="53924" y="35549"/>
                    <a:pt x="47725" y="32038"/>
                  </a:cubicBezTo>
                  <a:cubicBezTo>
                    <a:pt x="42646" y="29126"/>
                    <a:pt x="38389" y="26437"/>
                    <a:pt x="32788" y="24420"/>
                  </a:cubicBezTo>
                  <a:cubicBezTo>
                    <a:pt x="43020" y="22255"/>
                    <a:pt x="52953" y="18968"/>
                    <a:pt x="62438" y="14487"/>
                  </a:cubicBezTo>
                  <a:close/>
                  <a:moveTo>
                    <a:pt x="20917" y="26230"/>
                  </a:moveTo>
                  <a:cubicBezTo>
                    <a:pt x="21715" y="26230"/>
                    <a:pt x="22511" y="26249"/>
                    <a:pt x="23302" y="26288"/>
                  </a:cubicBezTo>
                  <a:cubicBezTo>
                    <a:pt x="29800" y="26661"/>
                    <a:pt x="34954" y="30619"/>
                    <a:pt x="40331" y="33980"/>
                  </a:cubicBezTo>
                  <a:lnTo>
                    <a:pt x="39808" y="34130"/>
                  </a:lnTo>
                  <a:cubicBezTo>
                    <a:pt x="36074" y="35026"/>
                    <a:pt x="32564" y="36445"/>
                    <a:pt x="28979" y="37715"/>
                  </a:cubicBezTo>
                  <a:lnTo>
                    <a:pt x="26365" y="38611"/>
                  </a:lnTo>
                  <a:cubicBezTo>
                    <a:pt x="22332" y="39955"/>
                    <a:pt x="18149" y="41001"/>
                    <a:pt x="13967" y="41897"/>
                  </a:cubicBezTo>
                  <a:cubicBezTo>
                    <a:pt x="10979" y="42569"/>
                    <a:pt x="7917" y="43092"/>
                    <a:pt x="4930" y="43540"/>
                  </a:cubicBezTo>
                  <a:cubicBezTo>
                    <a:pt x="4033" y="40553"/>
                    <a:pt x="3585" y="37491"/>
                    <a:pt x="3585" y="34428"/>
                  </a:cubicBezTo>
                  <a:cubicBezTo>
                    <a:pt x="3585" y="32337"/>
                    <a:pt x="3809" y="30321"/>
                    <a:pt x="4183" y="28379"/>
                  </a:cubicBezTo>
                  <a:lnTo>
                    <a:pt x="4183" y="28304"/>
                  </a:lnTo>
                  <a:cubicBezTo>
                    <a:pt x="7394" y="27707"/>
                    <a:pt x="10680" y="27109"/>
                    <a:pt x="14041" y="26661"/>
                  </a:cubicBezTo>
                  <a:cubicBezTo>
                    <a:pt x="16312" y="26384"/>
                    <a:pt x="18625" y="26230"/>
                    <a:pt x="20917" y="26230"/>
                  </a:cubicBezTo>
                  <a:close/>
                  <a:moveTo>
                    <a:pt x="53774" y="6346"/>
                  </a:moveTo>
                  <a:cubicBezTo>
                    <a:pt x="54297" y="6720"/>
                    <a:pt x="54895" y="7093"/>
                    <a:pt x="55418" y="7467"/>
                  </a:cubicBezTo>
                  <a:cubicBezTo>
                    <a:pt x="48995" y="10081"/>
                    <a:pt x="43244" y="13964"/>
                    <a:pt x="38464" y="18968"/>
                  </a:cubicBezTo>
                  <a:cubicBezTo>
                    <a:pt x="37969" y="19463"/>
                    <a:pt x="38601" y="19753"/>
                    <a:pt x="39088" y="19753"/>
                  </a:cubicBezTo>
                  <a:cubicBezTo>
                    <a:pt x="39189" y="19753"/>
                    <a:pt x="39283" y="19741"/>
                    <a:pt x="39360" y="19715"/>
                  </a:cubicBezTo>
                  <a:cubicBezTo>
                    <a:pt x="46829" y="18222"/>
                    <a:pt x="54148" y="15906"/>
                    <a:pt x="61168" y="12919"/>
                  </a:cubicBezTo>
                  <a:cubicBezTo>
                    <a:pt x="61318" y="13068"/>
                    <a:pt x="61467" y="13292"/>
                    <a:pt x="61617" y="13442"/>
                  </a:cubicBezTo>
                  <a:cubicBezTo>
                    <a:pt x="51907" y="17923"/>
                    <a:pt x="41750" y="21284"/>
                    <a:pt x="31294" y="23450"/>
                  </a:cubicBezTo>
                  <a:cubicBezTo>
                    <a:pt x="30472" y="23599"/>
                    <a:pt x="30472" y="24271"/>
                    <a:pt x="30920" y="24570"/>
                  </a:cubicBezTo>
                  <a:cubicBezTo>
                    <a:pt x="30696" y="24719"/>
                    <a:pt x="30622" y="24869"/>
                    <a:pt x="30771" y="24943"/>
                  </a:cubicBezTo>
                  <a:cubicBezTo>
                    <a:pt x="34954" y="26362"/>
                    <a:pt x="39061" y="27856"/>
                    <a:pt x="42646" y="30321"/>
                  </a:cubicBezTo>
                  <a:cubicBezTo>
                    <a:pt x="44588" y="31740"/>
                    <a:pt x="46679" y="33009"/>
                    <a:pt x="48920" y="33980"/>
                  </a:cubicBezTo>
                  <a:lnTo>
                    <a:pt x="45783" y="34428"/>
                  </a:lnTo>
                  <a:cubicBezTo>
                    <a:pt x="45434" y="34498"/>
                    <a:pt x="45151" y="34959"/>
                    <a:pt x="45601" y="34959"/>
                  </a:cubicBezTo>
                  <a:cubicBezTo>
                    <a:pt x="45633" y="34959"/>
                    <a:pt x="45669" y="34956"/>
                    <a:pt x="45708" y="34951"/>
                  </a:cubicBezTo>
                  <a:lnTo>
                    <a:pt x="49592" y="34354"/>
                  </a:lnTo>
                  <a:cubicBezTo>
                    <a:pt x="49667" y="34354"/>
                    <a:pt x="49741" y="34354"/>
                    <a:pt x="49816" y="34279"/>
                  </a:cubicBezTo>
                  <a:cubicBezTo>
                    <a:pt x="51011" y="34652"/>
                    <a:pt x="52281" y="34951"/>
                    <a:pt x="53550" y="35250"/>
                  </a:cubicBezTo>
                  <a:cubicBezTo>
                    <a:pt x="51235" y="35623"/>
                    <a:pt x="48920" y="35997"/>
                    <a:pt x="46605" y="36520"/>
                  </a:cubicBezTo>
                  <a:cubicBezTo>
                    <a:pt x="46134" y="36654"/>
                    <a:pt x="46208" y="37213"/>
                    <a:pt x="46665" y="37213"/>
                  </a:cubicBezTo>
                  <a:cubicBezTo>
                    <a:pt x="46715" y="37213"/>
                    <a:pt x="46770" y="37207"/>
                    <a:pt x="46829" y="37192"/>
                  </a:cubicBezTo>
                  <a:cubicBezTo>
                    <a:pt x="49741" y="36594"/>
                    <a:pt x="52654" y="35997"/>
                    <a:pt x="55567" y="35549"/>
                  </a:cubicBezTo>
                  <a:cubicBezTo>
                    <a:pt x="56389" y="35698"/>
                    <a:pt x="57210" y="35773"/>
                    <a:pt x="58032" y="35847"/>
                  </a:cubicBezTo>
                  <a:cubicBezTo>
                    <a:pt x="55044" y="36296"/>
                    <a:pt x="52131" y="36893"/>
                    <a:pt x="49293" y="37565"/>
                  </a:cubicBezTo>
                  <a:cubicBezTo>
                    <a:pt x="48735" y="37635"/>
                    <a:pt x="48829" y="38095"/>
                    <a:pt x="49330" y="38095"/>
                  </a:cubicBezTo>
                  <a:cubicBezTo>
                    <a:pt x="49365" y="38095"/>
                    <a:pt x="49403" y="38093"/>
                    <a:pt x="49443" y="38088"/>
                  </a:cubicBezTo>
                  <a:cubicBezTo>
                    <a:pt x="52654" y="37341"/>
                    <a:pt x="55866" y="36669"/>
                    <a:pt x="59152" y="36221"/>
                  </a:cubicBezTo>
                  <a:cubicBezTo>
                    <a:pt x="59227" y="36146"/>
                    <a:pt x="59301" y="36146"/>
                    <a:pt x="59451" y="36072"/>
                  </a:cubicBezTo>
                  <a:cubicBezTo>
                    <a:pt x="59451" y="35997"/>
                    <a:pt x="59451" y="35997"/>
                    <a:pt x="59525" y="35997"/>
                  </a:cubicBezTo>
                  <a:cubicBezTo>
                    <a:pt x="62513" y="36221"/>
                    <a:pt x="65500" y="36296"/>
                    <a:pt x="68413" y="36520"/>
                  </a:cubicBezTo>
                  <a:lnTo>
                    <a:pt x="69384" y="36520"/>
                  </a:lnTo>
                  <a:cubicBezTo>
                    <a:pt x="69235" y="37640"/>
                    <a:pt x="69085" y="38760"/>
                    <a:pt x="68936" y="39881"/>
                  </a:cubicBezTo>
                  <a:lnTo>
                    <a:pt x="68712" y="39955"/>
                  </a:lnTo>
                  <a:cubicBezTo>
                    <a:pt x="65718" y="41683"/>
                    <a:pt x="62737" y="42213"/>
                    <a:pt x="59748" y="42213"/>
                  </a:cubicBezTo>
                  <a:cubicBezTo>
                    <a:pt x="55503" y="42213"/>
                    <a:pt x="51242" y="41145"/>
                    <a:pt x="46903" y="40926"/>
                  </a:cubicBezTo>
                  <a:cubicBezTo>
                    <a:pt x="46185" y="40897"/>
                    <a:pt x="45468" y="40882"/>
                    <a:pt x="44750" y="40882"/>
                  </a:cubicBezTo>
                  <a:cubicBezTo>
                    <a:pt x="41811" y="40882"/>
                    <a:pt x="38881" y="41133"/>
                    <a:pt x="35999" y="41673"/>
                  </a:cubicBezTo>
                  <a:cubicBezTo>
                    <a:pt x="26738" y="43092"/>
                    <a:pt x="17552" y="44660"/>
                    <a:pt x="8290" y="46229"/>
                  </a:cubicBezTo>
                  <a:lnTo>
                    <a:pt x="6199" y="46602"/>
                  </a:lnTo>
                  <a:cubicBezTo>
                    <a:pt x="6162" y="46565"/>
                    <a:pt x="6143" y="46546"/>
                    <a:pt x="6125" y="46546"/>
                  </a:cubicBezTo>
                  <a:cubicBezTo>
                    <a:pt x="6106" y="46546"/>
                    <a:pt x="6087" y="46565"/>
                    <a:pt x="6050" y="46602"/>
                  </a:cubicBezTo>
                  <a:lnTo>
                    <a:pt x="5975" y="46378"/>
                  </a:lnTo>
                  <a:cubicBezTo>
                    <a:pt x="5676" y="45631"/>
                    <a:pt x="5452" y="44884"/>
                    <a:pt x="5154" y="44063"/>
                  </a:cubicBezTo>
                  <a:cubicBezTo>
                    <a:pt x="7245" y="43839"/>
                    <a:pt x="9336" y="43465"/>
                    <a:pt x="11427" y="43092"/>
                  </a:cubicBezTo>
                  <a:lnTo>
                    <a:pt x="11427" y="43017"/>
                  </a:lnTo>
                  <a:cubicBezTo>
                    <a:pt x="12174" y="42868"/>
                    <a:pt x="12921" y="42719"/>
                    <a:pt x="13668" y="42569"/>
                  </a:cubicBezTo>
                  <a:cubicBezTo>
                    <a:pt x="16207" y="42046"/>
                    <a:pt x="18672" y="41524"/>
                    <a:pt x="21137" y="40851"/>
                  </a:cubicBezTo>
                  <a:cubicBezTo>
                    <a:pt x="27858" y="38984"/>
                    <a:pt x="34281" y="35922"/>
                    <a:pt x="41078" y="34428"/>
                  </a:cubicBezTo>
                  <a:cubicBezTo>
                    <a:pt x="41193" y="34486"/>
                    <a:pt x="41325" y="34512"/>
                    <a:pt x="41462" y="34512"/>
                  </a:cubicBezTo>
                  <a:cubicBezTo>
                    <a:pt x="42210" y="34512"/>
                    <a:pt x="43116" y="33750"/>
                    <a:pt x="42422" y="33308"/>
                  </a:cubicBezTo>
                  <a:cubicBezTo>
                    <a:pt x="36970" y="30022"/>
                    <a:pt x="31294" y="25391"/>
                    <a:pt x="24721" y="24943"/>
                  </a:cubicBezTo>
                  <a:cubicBezTo>
                    <a:pt x="23712" y="24874"/>
                    <a:pt x="22691" y="24843"/>
                    <a:pt x="21661" y="24843"/>
                  </a:cubicBezTo>
                  <a:cubicBezTo>
                    <a:pt x="15983" y="24843"/>
                    <a:pt x="10045" y="25810"/>
                    <a:pt x="4481" y="26885"/>
                  </a:cubicBezTo>
                  <a:cubicBezTo>
                    <a:pt x="4631" y="26362"/>
                    <a:pt x="4706" y="25840"/>
                    <a:pt x="4855" y="25317"/>
                  </a:cubicBezTo>
                  <a:cubicBezTo>
                    <a:pt x="4930" y="25242"/>
                    <a:pt x="4930" y="25242"/>
                    <a:pt x="4930" y="25167"/>
                  </a:cubicBezTo>
                  <a:lnTo>
                    <a:pt x="6722" y="25093"/>
                  </a:lnTo>
                  <a:cubicBezTo>
                    <a:pt x="13817" y="24645"/>
                    <a:pt x="20912" y="23748"/>
                    <a:pt x="27410" y="20462"/>
                  </a:cubicBezTo>
                  <a:cubicBezTo>
                    <a:pt x="28381" y="19939"/>
                    <a:pt x="29352" y="19417"/>
                    <a:pt x="30323" y="18894"/>
                  </a:cubicBezTo>
                  <a:cubicBezTo>
                    <a:pt x="32265" y="18296"/>
                    <a:pt x="34281" y="17848"/>
                    <a:pt x="36298" y="17475"/>
                  </a:cubicBezTo>
                  <a:cubicBezTo>
                    <a:pt x="36690" y="17475"/>
                    <a:pt x="37025" y="17074"/>
                    <a:pt x="36652" y="17074"/>
                  </a:cubicBezTo>
                  <a:cubicBezTo>
                    <a:pt x="36599" y="17074"/>
                    <a:pt x="36531" y="17083"/>
                    <a:pt x="36447" y="17101"/>
                  </a:cubicBezTo>
                  <a:cubicBezTo>
                    <a:pt x="34879" y="17325"/>
                    <a:pt x="33310" y="17624"/>
                    <a:pt x="31817" y="18072"/>
                  </a:cubicBezTo>
                  <a:cubicBezTo>
                    <a:pt x="32564" y="17624"/>
                    <a:pt x="33310" y="17176"/>
                    <a:pt x="34057" y="16728"/>
                  </a:cubicBezTo>
                  <a:cubicBezTo>
                    <a:pt x="35178" y="16429"/>
                    <a:pt x="36298" y="16130"/>
                    <a:pt x="37418" y="15981"/>
                  </a:cubicBezTo>
                  <a:cubicBezTo>
                    <a:pt x="37811" y="15916"/>
                    <a:pt x="38089" y="15506"/>
                    <a:pt x="37750" y="15506"/>
                  </a:cubicBezTo>
                  <a:cubicBezTo>
                    <a:pt x="37702" y="15506"/>
                    <a:pt x="37642" y="15514"/>
                    <a:pt x="37568" y="15533"/>
                  </a:cubicBezTo>
                  <a:cubicBezTo>
                    <a:pt x="36970" y="15608"/>
                    <a:pt x="36148" y="15757"/>
                    <a:pt x="35402" y="15981"/>
                  </a:cubicBezTo>
                  <a:cubicBezTo>
                    <a:pt x="41302" y="12396"/>
                    <a:pt x="46978" y="8736"/>
                    <a:pt x="53774" y="6346"/>
                  </a:cubicBezTo>
                  <a:close/>
                  <a:moveTo>
                    <a:pt x="68637" y="40777"/>
                  </a:moveTo>
                  <a:lnTo>
                    <a:pt x="68637" y="40777"/>
                  </a:lnTo>
                  <a:cubicBezTo>
                    <a:pt x="68189" y="43167"/>
                    <a:pt x="67442" y="45557"/>
                    <a:pt x="66471" y="47723"/>
                  </a:cubicBezTo>
                  <a:cubicBezTo>
                    <a:pt x="65491" y="47827"/>
                    <a:pt x="64521" y="47871"/>
                    <a:pt x="63559" y="47871"/>
                  </a:cubicBezTo>
                  <a:cubicBezTo>
                    <a:pt x="58419" y="47871"/>
                    <a:pt x="53485" y="46616"/>
                    <a:pt x="48381" y="46616"/>
                  </a:cubicBezTo>
                  <a:cubicBezTo>
                    <a:pt x="46934" y="46616"/>
                    <a:pt x="45474" y="46717"/>
                    <a:pt x="43991" y="46976"/>
                  </a:cubicBezTo>
                  <a:lnTo>
                    <a:pt x="43916" y="46976"/>
                  </a:lnTo>
                  <a:cubicBezTo>
                    <a:pt x="40331" y="47498"/>
                    <a:pt x="36821" y="48469"/>
                    <a:pt x="33385" y="49739"/>
                  </a:cubicBezTo>
                  <a:cubicBezTo>
                    <a:pt x="32564" y="50038"/>
                    <a:pt x="31742" y="50411"/>
                    <a:pt x="30920" y="50785"/>
                  </a:cubicBezTo>
                  <a:cubicBezTo>
                    <a:pt x="30472" y="51009"/>
                    <a:pt x="30099" y="51233"/>
                    <a:pt x="29651" y="51457"/>
                  </a:cubicBezTo>
                  <a:cubicBezTo>
                    <a:pt x="29029" y="51802"/>
                    <a:pt x="29494" y="52212"/>
                    <a:pt x="29981" y="52212"/>
                  </a:cubicBezTo>
                  <a:cubicBezTo>
                    <a:pt x="30020" y="52212"/>
                    <a:pt x="30060" y="52209"/>
                    <a:pt x="30099" y="52204"/>
                  </a:cubicBezTo>
                  <a:cubicBezTo>
                    <a:pt x="32144" y="52072"/>
                    <a:pt x="35062" y="51532"/>
                    <a:pt x="36900" y="51305"/>
                  </a:cubicBezTo>
                  <a:lnTo>
                    <a:pt x="36900" y="51305"/>
                  </a:lnTo>
                  <a:cubicBezTo>
                    <a:pt x="34254" y="51663"/>
                    <a:pt x="31458" y="52865"/>
                    <a:pt x="28979" y="53623"/>
                  </a:cubicBezTo>
                  <a:cubicBezTo>
                    <a:pt x="26589" y="54370"/>
                    <a:pt x="24273" y="55191"/>
                    <a:pt x="21958" y="56087"/>
                  </a:cubicBezTo>
                  <a:lnTo>
                    <a:pt x="20464" y="56685"/>
                  </a:lnTo>
                  <a:cubicBezTo>
                    <a:pt x="18523" y="57432"/>
                    <a:pt x="16581" y="58253"/>
                    <a:pt x="14639" y="59075"/>
                  </a:cubicBezTo>
                  <a:cubicBezTo>
                    <a:pt x="14639" y="59075"/>
                    <a:pt x="14564" y="59075"/>
                    <a:pt x="14564" y="59000"/>
                  </a:cubicBezTo>
                  <a:cubicBezTo>
                    <a:pt x="12174" y="56760"/>
                    <a:pt x="10083" y="54220"/>
                    <a:pt x="8365" y="51457"/>
                  </a:cubicBezTo>
                  <a:lnTo>
                    <a:pt x="15311" y="48918"/>
                  </a:lnTo>
                  <a:cubicBezTo>
                    <a:pt x="16165" y="48651"/>
                    <a:pt x="15837" y="48422"/>
                    <a:pt x="15335" y="48422"/>
                  </a:cubicBezTo>
                  <a:cubicBezTo>
                    <a:pt x="15134" y="48422"/>
                    <a:pt x="14906" y="48459"/>
                    <a:pt x="14714" y="48544"/>
                  </a:cubicBezTo>
                  <a:lnTo>
                    <a:pt x="8066" y="50934"/>
                  </a:lnTo>
                  <a:cubicBezTo>
                    <a:pt x="7394" y="49739"/>
                    <a:pt x="6797" y="48469"/>
                    <a:pt x="6274" y="47274"/>
                  </a:cubicBezTo>
                  <a:lnTo>
                    <a:pt x="14938" y="45855"/>
                  </a:lnTo>
                  <a:lnTo>
                    <a:pt x="24423" y="44212"/>
                  </a:lnTo>
                  <a:cubicBezTo>
                    <a:pt x="30847" y="43163"/>
                    <a:pt x="37386" y="41654"/>
                    <a:pt x="43939" y="41654"/>
                  </a:cubicBezTo>
                  <a:cubicBezTo>
                    <a:pt x="44852" y="41654"/>
                    <a:pt x="45766" y="41684"/>
                    <a:pt x="46679" y="41748"/>
                  </a:cubicBezTo>
                  <a:cubicBezTo>
                    <a:pt x="51028" y="42070"/>
                    <a:pt x="55145" y="42855"/>
                    <a:pt x="59197" y="42855"/>
                  </a:cubicBezTo>
                  <a:cubicBezTo>
                    <a:pt x="60782" y="42855"/>
                    <a:pt x="62357" y="42735"/>
                    <a:pt x="63932" y="42420"/>
                  </a:cubicBezTo>
                  <a:cubicBezTo>
                    <a:pt x="65351" y="42121"/>
                    <a:pt x="66770" y="41673"/>
                    <a:pt x="68114" y="41075"/>
                  </a:cubicBezTo>
                  <a:lnTo>
                    <a:pt x="68637" y="40777"/>
                  </a:lnTo>
                  <a:close/>
                  <a:moveTo>
                    <a:pt x="48099" y="47489"/>
                  </a:moveTo>
                  <a:cubicBezTo>
                    <a:pt x="51310" y="47489"/>
                    <a:pt x="54521" y="47848"/>
                    <a:pt x="57733" y="48395"/>
                  </a:cubicBezTo>
                  <a:cubicBezTo>
                    <a:pt x="55194" y="49142"/>
                    <a:pt x="52580" y="49664"/>
                    <a:pt x="50040" y="50112"/>
                  </a:cubicBezTo>
                  <a:cubicBezTo>
                    <a:pt x="49700" y="50180"/>
                    <a:pt x="49299" y="50496"/>
                    <a:pt x="49679" y="50496"/>
                  </a:cubicBezTo>
                  <a:cubicBezTo>
                    <a:pt x="49717" y="50496"/>
                    <a:pt x="49762" y="50493"/>
                    <a:pt x="49816" y="50486"/>
                  </a:cubicBezTo>
                  <a:cubicBezTo>
                    <a:pt x="52654" y="49963"/>
                    <a:pt x="55492" y="49366"/>
                    <a:pt x="58256" y="48619"/>
                  </a:cubicBezTo>
                  <a:cubicBezTo>
                    <a:pt x="58330" y="48544"/>
                    <a:pt x="58330" y="48544"/>
                    <a:pt x="58405" y="48544"/>
                  </a:cubicBezTo>
                  <a:lnTo>
                    <a:pt x="59451" y="48693"/>
                  </a:lnTo>
                  <a:cubicBezTo>
                    <a:pt x="57210" y="49142"/>
                    <a:pt x="55044" y="49664"/>
                    <a:pt x="52804" y="50187"/>
                  </a:cubicBezTo>
                  <a:cubicBezTo>
                    <a:pt x="52345" y="50318"/>
                    <a:pt x="52404" y="50737"/>
                    <a:pt x="52778" y="50737"/>
                  </a:cubicBezTo>
                  <a:cubicBezTo>
                    <a:pt x="52830" y="50737"/>
                    <a:pt x="52889" y="50728"/>
                    <a:pt x="52953" y="50710"/>
                  </a:cubicBezTo>
                  <a:cubicBezTo>
                    <a:pt x="55567" y="50038"/>
                    <a:pt x="58256" y="49440"/>
                    <a:pt x="60944" y="48843"/>
                  </a:cubicBezTo>
                  <a:cubicBezTo>
                    <a:pt x="60944" y="48843"/>
                    <a:pt x="61019" y="48843"/>
                    <a:pt x="61019" y="48768"/>
                  </a:cubicBezTo>
                  <a:cubicBezTo>
                    <a:pt x="61803" y="48843"/>
                    <a:pt x="62587" y="48880"/>
                    <a:pt x="63372" y="48880"/>
                  </a:cubicBezTo>
                  <a:cubicBezTo>
                    <a:pt x="64156" y="48880"/>
                    <a:pt x="64940" y="48843"/>
                    <a:pt x="65724" y="48768"/>
                  </a:cubicBezTo>
                  <a:lnTo>
                    <a:pt x="66023" y="48768"/>
                  </a:lnTo>
                  <a:cubicBezTo>
                    <a:pt x="65575" y="49739"/>
                    <a:pt x="65052" y="50635"/>
                    <a:pt x="64529" y="51532"/>
                  </a:cubicBezTo>
                  <a:cubicBezTo>
                    <a:pt x="64380" y="51532"/>
                    <a:pt x="64231" y="51532"/>
                    <a:pt x="64081" y="51681"/>
                  </a:cubicBezTo>
                  <a:cubicBezTo>
                    <a:pt x="63782" y="51830"/>
                    <a:pt x="63409" y="51980"/>
                    <a:pt x="63036" y="52129"/>
                  </a:cubicBezTo>
                  <a:cubicBezTo>
                    <a:pt x="61791" y="52440"/>
                    <a:pt x="60598" y="52596"/>
                    <a:pt x="59370" y="52596"/>
                  </a:cubicBezTo>
                  <a:cubicBezTo>
                    <a:pt x="59125" y="52596"/>
                    <a:pt x="58878" y="52590"/>
                    <a:pt x="58629" y="52577"/>
                  </a:cubicBezTo>
                  <a:cubicBezTo>
                    <a:pt x="56598" y="52577"/>
                    <a:pt x="54518" y="52386"/>
                    <a:pt x="52774" y="52386"/>
                  </a:cubicBezTo>
                  <a:cubicBezTo>
                    <a:pt x="52338" y="52386"/>
                    <a:pt x="51922" y="52398"/>
                    <a:pt x="51534" y="52428"/>
                  </a:cubicBezTo>
                  <a:cubicBezTo>
                    <a:pt x="48098" y="52801"/>
                    <a:pt x="44663" y="53399"/>
                    <a:pt x="41302" y="54071"/>
                  </a:cubicBezTo>
                  <a:cubicBezTo>
                    <a:pt x="33012" y="55639"/>
                    <a:pt x="24796" y="57880"/>
                    <a:pt x="16805" y="60569"/>
                  </a:cubicBezTo>
                  <a:cubicBezTo>
                    <a:pt x="16730" y="60643"/>
                    <a:pt x="16655" y="60643"/>
                    <a:pt x="16581" y="60718"/>
                  </a:cubicBezTo>
                  <a:cubicBezTo>
                    <a:pt x="16207" y="60419"/>
                    <a:pt x="15834" y="60120"/>
                    <a:pt x="15535" y="59822"/>
                  </a:cubicBezTo>
                  <a:cubicBezTo>
                    <a:pt x="23377" y="56386"/>
                    <a:pt x="31593" y="53623"/>
                    <a:pt x="40032" y="51606"/>
                  </a:cubicBezTo>
                  <a:cubicBezTo>
                    <a:pt x="40818" y="51463"/>
                    <a:pt x="41057" y="50705"/>
                    <a:pt x="40161" y="50705"/>
                  </a:cubicBezTo>
                  <a:cubicBezTo>
                    <a:pt x="40120" y="50705"/>
                    <a:pt x="40077" y="50707"/>
                    <a:pt x="40032" y="50710"/>
                  </a:cubicBezTo>
                  <a:cubicBezTo>
                    <a:pt x="39136" y="50710"/>
                    <a:pt x="38240" y="50859"/>
                    <a:pt x="37418" y="50859"/>
                  </a:cubicBezTo>
                  <a:cubicBezTo>
                    <a:pt x="36671" y="50859"/>
                    <a:pt x="35924" y="51009"/>
                    <a:pt x="35178" y="51009"/>
                  </a:cubicBezTo>
                  <a:cubicBezTo>
                    <a:pt x="34431" y="51009"/>
                    <a:pt x="33684" y="50934"/>
                    <a:pt x="33012" y="50859"/>
                  </a:cubicBezTo>
                  <a:cubicBezTo>
                    <a:pt x="32489" y="50710"/>
                    <a:pt x="34281" y="50411"/>
                    <a:pt x="35551" y="49888"/>
                  </a:cubicBezTo>
                  <a:cubicBezTo>
                    <a:pt x="39360" y="48544"/>
                    <a:pt x="43244" y="47723"/>
                    <a:pt x="47202" y="47498"/>
                  </a:cubicBezTo>
                  <a:cubicBezTo>
                    <a:pt x="47501" y="47492"/>
                    <a:pt x="47800" y="47489"/>
                    <a:pt x="48099" y="47489"/>
                  </a:cubicBezTo>
                  <a:close/>
                  <a:moveTo>
                    <a:pt x="63409" y="53249"/>
                  </a:moveTo>
                  <a:lnTo>
                    <a:pt x="63409" y="53249"/>
                  </a:lnTo>
                  <a:cubicBezTo>
                    <a:pt x="62961" y="53921"/>
                    <a:pt x="62513" y="54519"/>
                    <a:pt x="62065" y="55116"/>
                  </a:cubicBezTo>
                  <a:cubicBezTo>
                    <a:pt x="61951" y="55048"/>
                    <a:pt x="61817" y="55022"/>
                    <a:pt x="61677" y="55022"/>
                  </a:cubicBezTo>
                  <a:cubicBezTo>
                    <a:pt x="61356" y="55022"/>
                    <a:pt x="61003" y="55162"/>
                    <a:pt x="60795" y="55266"/>
                  </a:cubicBezTo>
                  <a:lnTo>
                    <a:pt x="53999" y="58925"/>
                  </a:lnTo>
                  <a:cubicBezTo>
                    <a:pt x="53700" y="59075"/>
                    <a:pt x="53550" y="59374"/>
                    <a:pt x="53849" y="59598"/>
                  </a:cubicBezTo>
                  <a:cubicBezTo>
                    <a:pt x="53942" y="59690"/>
                    <a:pt x="54063" y="59725"/>
                    <a:pt x="54198" y="59725"/>
                  </a:cubicBezTo>
                  <a:cubicBezTo>
                    <a:pt x="54497" y="59725"/>
                    <a:pt x="54861" y="59551"/>
                    <a:pt x="55119" y="59448"/>
                  </a:cubicBezTo>
                  <a:lnTo>
                    <a:pt x="61168" y="56237"/>
                  </a:lnTo>
                  <a:lnTo>
                    <a:pt x="61168" y="56237"/>
                  </a:lnTo>
                  <a:cubicBezTo>
                    <a:pt x="57957" y="60046"/>
                    <a:pt x="53924" y="63108"/>
                    <a:pt x="49368" y="65124"/>
                  </a:cubicBezTo>
                  <a:cubicBezTo>
                    <a:pt x="45298" y="66880"/>
                    <a:pt x="40966" y="67757"/>
                    <a:pt x="36634" y="67757"/>
                  </a:cubicBezTo>
                  <a:cubicBezTo>
                    <a:pt x="32302" y="67757"/>
                    <a:pt x="27970" y="66880"/>
                    <a:pt x="23900" y="65124"/>
                  </a:cubicBezTo>
                  <a:lnTo>
                    <a:pt x="29501" y="62959"/>
                  </a:lnTo>
                  <a:cubicBezTo>
                    <a:pt x="30491" y="62587"/>
                    <a:pt x="29944" y="62063"/>
                    <a:pt x="29261" y="62063"/>
                  </a:cubicBezTo>
                  <a:cubicBezTo>
                    <a:pt x="29119" y="62063"/>
                    <a:pt x="28971" y="62086"/>
                    <a:pt x="28829" y="62137"/>
                  </a:cubicBezTo>
                  <a:lnTo>
                    <a:pt x="22705" y="64527"/>
                  </a:lnTo>
                  <a:cubicBezTo>
                    <a:pt x="20912" y="63705"/>
                    <a:pt x="19195" y="62660"/>
                    <a:pt x="17626" y="61539"/>
                  </a:cubicBezTo>
                  <a:cubicBezTo>
                    <a:pt x="20166" y="60643"/>
                    <a:pt x="22780" y="59822"/>
                    <a:pt x="25394" y="59075"/>
                  </a:cubicBezTo>
                  <a:cubicBezTo>
                    <a:pt x="32489" y="56984"/>
                    <a:pt x="39733" y="55341"/>
                    <a:pt x="47053" y="54220"/>
                  </a:cubicBezTo>
                  <a:cubicBezTo>
                    <a:pt x="49256" y="53884"/>
                    <a:pt x="51366" y="53809"/>
                    <a:pt x="53476" y="53809"/>
                  </a:cubicBezTo>
                  <a:cubicBezTo>
                    <a:pt x="55164" y="53809"/>
                    <a:pt x="56852" y="53857"/>
                    <a:pt x="58587" y="53857"/>
                  </a:cubicBezTo>
                  <a:cubicBezTo>
                    <a:pt x="59021" y="53857"/>
                    <a:pt x="59458" y="53854"/>
                    <a:pt x="59899" y="53847"/>
                  </a:cubicBezTo>
                  <a:cubicBezTo>
                    <a:pt x="61094" y="53847"/>
                    <a:pt x="62289" y="53623"/>
                    <a:pt x="63409" y="53249"/>
                  </a:cubicBezTo>
                  <a:close/>
                  <a:moveTo>
                    <a:pt x="36728" y="1"/>
                  </a:moveTo>
                  <a:cubicBezTo>
                    <a:pt x="26751" y="1"/>
                    <a:pt x="17025" y="4244"/>
                    <a:pt x="10232" y="12023"/>
                  </a:cubicBezTo>
                  <a:cubicBezTo>
                    <a:pt x="2540" y="20686"/>
                    <a:pt x="0" y="32785"/>
                    <a:pt x="3511" y="43914"/>
                  </a:cubicBezTo>
                  <a:cubicBezTo>
                    <a:pt x="3212" y="44138"/>
                    <a:pt x="3137" y="44362"/>
                    <a:pt x="3660" y="44362"/>
                  </a:cubicBezTo>
                  <a:cubicBezTo>
                    <a:pt x="8044" y="58037"/>
                    <a:pt x="20626" y="69018"/>
                    <a:pt x="36282" y="69018"/>
                  </a:cubicBezTo>
                  <a:cubicBezTo>
                    <a:pt x="38496" y="69018"/>
                    <a:pt x="40772" y="68799"/>
                    <a:pt x="43094" y="68336"/>
                  </a:cubicBezTo>
                  <a:cubicBezTo>
                    <a:pt x="59376" y="65124"/>
                    <a:pt x="70803" y="50859"/>
                    <a:pt x="71251" y="34428"/>
                  </a:cubicBezTo>
                  <a:cubicBezTo>
                    <a:pt x="70878" y="19566"/>
                    <a:pt x="61766" y="6421"/>
                    <a:pt x="47576" y="1716"/>
                  </a:cubicBezTo>
                  <a:cubicBezTo>
                    <a:pt x="44012" y="561"/>
                    <a:pt x="40353" y="1"/>
                    <a:pt x="36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74"/>
            <p:cNvSpPr/>
            <p:nvPr/>
          </p:nvSpPr>
          <p:spPr>
            <a:xfrm>
              <a:off x="5206362" y="1784119"/>
              <a:ext cx="341764" cy="172239"/>
            </a:xfrm>
            <a:custGeom>
              <a:avLst/>
              <a:gdLst/>
              <a:ahLst/>
              <a:cxnLst/>
              <a:rect l="l" t="t" r="r" b="b"/>
              <a:pathLst>
                <a:path w="19896" h="10027" extrusionOk="0">
                  <a:moveTo>
                    <a:pt x="14390" y="606"/>
                  </a:moveTo>
                  <a:cubicBezTo>
                    <a:pt x="15776" y="606"/>
                    <a:pt x="16972" y="984"/>
                    <a:pt x="17141" y="2293"/>
                  </a:cubicBezTo>
                  <a:cubicBezTo>
                    <a:pt x="17440" y="4609"/>
                    <a:pt x="13481" y="5729"/>
                    <a:pt x="11913" y="6102"/>
                  </a:cubicBezTo>
                  <a:cubicBezTo>
                    <a:pt x="10494" y="6401"/>
                    <a:pt x="9075" y="6775"/>
                    <a:pt x="7730" y="7372"/>
                  </a:cubicBezTo>
                  <a:cubicBezTo>
                    <a:pt x="7133" y="7820"/>
                    <a:pt x="6535" y="8194"/>
                    <a:pt x="5863" y="8492"/>
                  </a:cubicBezTo>
                  <a:cubicBezTo>
                    <a:pt x="5191" y="8418"/>
                    <a:pt x="4519" y="8343"/>
                    <a:pt x="3847" y="8119"/>
                  </a:cubicBezTo>
                  <a:lnTo>
                    <a:pt x="8701" y="6550"/>
                  </a:lnTo>
                  <a:cubicBezTo>
                    <a:pt x="9143" y="6424"/>
                    <a:pt x="9105" y="5978"/>
                    <a:pt x="8767" y="5978"/>
                  </a:cubicBezTo>
                  <a:cubicBezTo>
                    <a:pt x="8705" y="5978"/>
                    <a:pt x="8633" y="5993"/>
                    <a:pt x="8552" y="6028"/>
                  </a:cubicBezTo>
                  <a:lnTo>
                    <a:pt x="3100" y="7745"/>
                  </a:lnTo>
                  <a:cubicBezTo>
                    <a:pt x="2801" y="7447"/>
                    <a:pt x="2876" y="7073"/>
                    <a:pt x="3398" y="6625"/>
                  </a:cubicBezTo>
                  <a:cubicBezTo>
                    <a:pt x="3623" y="6476"/>
                    <a:pt x="3847" y="6326"/>
                    <a:pt x="4071" y="6177"/>
                  </a:cubicBezTo>
                  <a:lnTo>
                    <a:pt x="4071" y="6252"/>
                  </a:lnTo>
                  <a:cubicBezTo>
                    <a:pt x="4163" y="6344"/>
                    <a:pt x="4312" y="6408"/>
                    <a:pt x="4448" y="6408"/>
                  </a:cubicBezTo>
                  <a:cubicBezTo>
                    <a:pt x="4532" y="6408"/>
                    <a:pt x="4611" y="6383"/>
                    <a:pt x="4668" y="6326"/>
                  </a:cubicBezTo>
                  <a:cubicBezTo>
                    <a:pt x="6610" y="5505"/>
                    <a:pt x="8552" y="4833"/>
                    <a:pt x="10568" y="4385"/>
                  </a:cubicBezTo>
                  <a:cubicBezTo>
                    <a:pt x="11027" y="4254"/>
                    <a:pt x="10968" y="3835"/>
                    <a:pt x="10594" y="3835"/>
                  </a:cubicBezTo>
                  <a:cubicBezTo>
                    <a:pt x="10542" y="3835"/>
                    <a:pt x="10483" y="3843"/>
                    <a:pt x="10419" y="3862"/>
                  </a:cubicBezTo>
                  <a:cubicBezTo>
                    <a:pt x="8776" y="4310"/>
                    <a:pt x="7207" y="4833"/>
                    <a:pt x="5639" y="5430"/>
                  </a:cubicBezTo>
                  <a:lnTo>
                    <a:pt x="5116" y="5654"/>
                  </a:lnTo>
                  <a:lnTo>
                    <a:pt x="5116" y="5654"/>
                  </a:lnTo>
                  <a:lnTo>
                    <a:pt x="5714" y="5356"/>
                  </a:lnTo>
                  <a:lnTo>
                    <a:pt x="6013" y="5281"/>
                  </a:lnTo>
                  <a:cubicBezTo>
                    <a:pt x="6386" y="4982"/>
                    <a:pt x="6759" y="4683"/>
                    <a:pt x="7058" y="4310"/>
                  </a:cubicBezTo>
                  <a:cubicBezTo>
                    <a:pt x="7095" y="4347"/>
                    <a:pt x="7151" y="4366"/>
                    <a:pt x="7207" y="4366"/>
                  </a:cubicBezTo>
                  <a:cubicBezTo>
                    <a:pt x="7264" y="4366"/>
                    <a:pt x="7320" y="4347"/>
                    <a:pt x="7357" y="4310"/>
                  </a:cubicBezTo>
                  <a:lnTo>
                    <a:pt x="11390" y="2966"/>
                  </a:lnTo>
                  <a:cubicBezTo>
                    <a:pt x="11882" y="2781"/>
                    <a:pt x="11564" y="2647"/>
                    <a:pt x="11270" y="2647"/>
                  </a:cubicBezTo>
                  <a:cubicBezTo>
                    <a:pt x="11206" y="2647"/>
                    <a:pt x="11144" y="2654"/>
                    <a:pt x="11091" y="2667"/>
                  </a:cubicBezTo>
                  <a:lnTo>
                    <a:pt x="7357" y="4011"/>
                  </a:lnTo>
                  <a:cubicBezTo>
                    <a:pt x="7805" y="3488"/>
                    <a:pt x="8253" y="2891"/>
                    <a:pt x="8776" y="2443"/>
                  </a:cubicBezTo>
                  <a:cubicBezTo>
                    <a:pt x="9523" y="2069"/>
                    <a:pt x="10344" y="1845"/>
                    <a:pt x="11166" y="1771"/>
                  </a:cubicBezTo>
                  <a:cubicBezTo>
                    <a:pt x="11689" y="1696"/>
                    <a:pt x="11913" y="1098"/>
                    <a:pt x="11241" y="1098"/>
                  </a:cubicBezTo>
                  <a:lnTo>
                    <a:pt x="11166" y="1098"/>
                  </a:lnTo>
                  <a:cubicBezTo>
                    <a:pt x="11166" y="1098"/>
                    <a:pt x="11241" y="1098"/>
                    <a:pt x="11241" y="1024"/>
                  </a:cubicBezTo>
                  <a:cubicBezTo>
                    <a:pt x="12149" y="829"/>
                    <a:pt x="13325" y="606"/>
                    <a:pt x="14390" y="606"/>
                  </a:cubicBezTo>
                  <a:close/>
                  <a:moveTo>
                    <a:pt x="15382" y="1"/>
                  </a:moveTo>
                  <a:cubicBezTo>
                    <a:pt x="13330" y="1"/>
                    <a:pt x="11005" y="487"/>
                    <a:pt x="10120" y="725"/>
                  </a:cubicBezTo>
                  <a:cubicBezTo>
                    <a:pt x="9672" y="800"/>
                    <a:pt x="9448" y="949"/>
                    <a:pt x="9373" y="1098"/>
                  </a:cubicBezTo>
                  <a:cubicBezTo>
                    <a:pt x="9224" y="1173"/>
                    <a:pt x="9149" y="1173"/>
                    <a:pt x="9000" y="1248"/>
                  </a:cubicBezTo>
                  <a:cubicBezTo>
                    <a:pt x="8253" y="1621"/>
                    <a:pt x="7506" y="2219"/>
                    <a:pt x="6983" y="2891"/>
                  </a:cubicBezTo>
                  <a:cubicBezTo>
                    <a:pt x="5714" y="4385"/>
                    <a:pt x="4295" y="4982"/>
                    <a:pt x="2652" y="6028"/>
                  </a:cubicBezTo>
                  <a:cubicBezTo>
                    <a:pt x="2204" y="6326"/>
                    <a:pt x="1755" y="6775"/>
                    <a:pt x="1382" y="7223"/>
                  </a:cubicBezTo>
                  <a:cubicBezTo>
                    <a:pt x="1" y="9325"/>
                    <a:pt x="1324" y="10026"/>
                    <a:pt x="3021" y="10026"/>
                  </a:cubicBezTo>
                  <a:cubicBezTo>
                    <a:pt x="3435" y="10026"/>
                    <a:pt x="3870" y="9985"/>
                    <a:pt x="4295" y="9911"/>
                  </a:cubicBezTo>
                  <a:cubicBezTo>
                    <a:pt x="5042" y="9837"/>
                    <a:pt x="5788" y="9613"/>
                    <a:pt x="6461" y="9239"/>
                  </a:cubicBezTo>
                  <a:cubicBezTo>
                    <a:pt x="8178" y="8194"/>
                    <a:pt x="10046" y="7372"/>
                    <a:pt x="12062" y="6849"/>
                  </a:cubicBezTo>
                  <a:lnTo>
                    <a:pt x="12585" y="6700"/>
                  </a:lnTo>
                  <a:cubicBezTo>
                    <a:pt x="13481" y="6476"/>
                    <a:pt x="14377" y="6252"/>
                    <a:pt x="15199" y="5878"/>
                  </a:cubicBezTo>
                  <a:cubicBezTo>
                    <a:pt x="15647" y="5729"/>
                    <a:pt x="16020" y="5505"/>
                    <a:pt x="16469" y="5356"/>
                  </a:cubicBezTo>
                  <a:cubicBezTo>
                    <a:pt x="17365" y="4907"/>
                    <a:pt x="18112" y="4161"/>
                    <a:pt x="18635" y="3339"/>
                  </a:cubicBezTo>
                  <a:cubicBezTo>
                    <a:pt x="19895" y="696"/>
                    <a:pt x="17834" y="1"/>
                    <a:pt x="15382"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74"/>
            <p:cNvSpPr/>
            <p:nvPr/>
          </p:nvSpPr>
          <p:spPr>
            <a:xfrm>
              <a:off x="5192895" y="2485219"/>
              <a:ext cx="241567" cy="91608"/>
            </a:xfrm>
            <a:custGeom>
              <a:avLst/>
              <a:gdLst/>
              <a:ahLst/>
              <a:cxnLst/>
              <a:rect l="l" t="t" r="r" b="b"/>
              <a:pathLst>
                <a:path w="14063" h="5333" extrusionOk="0">
                  <a:moveTo>
                    <a:pt x="6348" y="1734"/>
                  </a:moveTo>
                  <a:cubicBezTo>
                    <a:pt x="5004" y="1958"/>
                    <a:pt x="3660" y="2332"/>
                    <a:pt x="2390" y="2854"/>
                  </a:cubicBezTo>
                  <a:cubicBezTo>
                    <a:pt x="2763" y="2033"/>
                    <a:pt x="5004" y="1734"/>
                    <a:pt x="6348" y="1734"/>
                  </a:cubicBezTo>
                  <a:close/>
                  <a:moveTo>
                    <a:pt x="9251" y="1201"/>
                  </a:moveTo>
                  <a:cubicBezTo>
                    <a:pt x="9720" y="1201"/>
                    <a:pt x="10200" y="1275"/>
                    <a:pt x="10680" y="1435"/>
                  </a:cubicBezTo>
                  <a:cubicBezTo>
                    <a:pt x="11801" y="1809"/>
                    <a:pt x="12249" y="2257"/>
                    <a:pt x="11352" y="3153"/>
                  </a:cubicBezTo>
                  <a:cubicBezTo>
                    <a:pt x="10381" y="3975"/>
                    <a:pt x="8962" y="4049"/>
                    <a:pt x="7618" y="4049"/>
                  </a:cubicBezTo>
                  <a:lnTo>
                    <a:pt x="9411" y="3601"/>
                  </a:lnTo>
                  <a:cubicBezTo>
                    <a:pt x="9882" y="3467"/>
                    <a:pt x="9807" y="2908"/>
                    <a:pt x="9350" y="2908"/>
                  </a:cubicBezTo>
                  <a:cubicBezTo>
                    <a:pt x="9300" y="2908"/>
                    <a:pt x="9246" y="2914"/>
                    <a:pt x="9186" y="2929"/>
                  </a:cubicBezTo>
                  <a:lnTo>
                    <a:pt x="5676" y="3900"/>
                  </a:lnTo>
                  <a:lnTo>
                    <a:pt x="4182" y="3825"/>
                  </a:lnTo>
                  <a:cubicBezTo>
                    <a:pt x="5228" y="3601"/>
                    <a:pt x="6199" y="3452"/>
                    <a:pt x="7170" y="3153"/>
                  </a:cubicBezTo>
                  <a:cubicBezTo>
                    <a:pt x="7694" y="3022"/>
                    <a:pt x="7643" y="2604"/>
                    <a:pt x="7270" y="2604"/>
                  </a:cubicBezTo>
                  <a:cubicBezTo>
                    <a:pt x="7218" y="2604"/>
                    <a:pt x="7159" y="2612"/>
                    <a:pt x="7095" y="2630"/>
                  </a:cubicBezTo>
                  <a:cubicBezTo>
                    <a:pt x="5676" y="3004"/>
                    <a:pt x="4257" y="3228"/>
                    <a:pt x="2913" y="3452"/>
                  </a:cubicBezTo>
                  <a:cubicBezTo>
                    <a:pt x="2763" y="3452"/>
                    <a:pt x="2689" y="3527"/>
                    <a:pt x="2614" y="3601"/>
                  </a:cubicBezTo>
                  <a:cubicBezTo>
                    <a:pt x="2539" y="3527"/>
                    <a:pt x="2539" y="3527"/>
                    <a:pt x="2465" y="3452"/>
                  </a:cubicBezTo>
                  <a:cubicBezTo>
                    <a:pt x="2390" y="3377"/>
                    <a:pt x="2390" y="3303"/>
                    <a:pt x="2390" y="3153"/>
                  </a:cubicBezTo>
                  <a:lnTo>
                    <a:pt x="2465" y="3153"/>
                  </a:lnTo>
                  <a:cubicBezTo>
                    <a:pt x="3660" y="2630"/>
                    <a:pt x="4929" y="2257"/>
                    <a:pt x="6274" y="2033"/>
                  </a:cubicBezTo>
                  <a:cubicBezTo>
                    <a:pt x="6498" y="2033"/>
                    <a:pt x="6797" y="1809"/>
                    <a:pt x="6722" y="1734"/>
                  </a:cubicBezTo>
                  <a:lnTo>
                    <a:pt x="7095" y="1734"/>
                  </a:lnTo>
                  <a:cubicBezTo>
                    <a:pt x="7469" y="1734"/>
                    <a:pt x="7767" y="1585"/>
                    <a:pt x="8066" y="1361"/>
                  </a:cubicBezTo>
                  <a:cubicBezTo>
                    <a:pt x="8447" y="1257"/>
                    <a:pt x="8845" y="1201"/>
                    <a:pt x="9251" y="1201"/>
                  </a:cubicBezTo>
                  <a:close/>
                  <a:moveTo>
                    <a:pt x="10645" y="0"/>
                  </a:moveTo>
                  <a:cubicBezTo>
                    <a:pt x="9340" y="0"/>
                    <a:pt x="7989" y="273"/>
                    <a:pt x="7319" y="465"/>
                  </a:cubicBezTo>
                  <a:cubicBezTo>
                    <a:pt x="7170" y="465"/>
                    <a:pt x="7095" y="539"/>
                    <a:pt x="6946" y="614"/>
                  </a:cubicBezTo>
                  <a:cubicBezTo>
                    <a:pt x="6746" y="594"/>
                    <a:pt x="6546" y="585"/>
                    <a:pt x="6346" y="585"/>
                  </a:cubicBezTo>
                  <a:cubicBezTo>
                    <a:pt x="5799" y="585"/>
                    <a:pt x="5252" y="654"/>
                    <a:pt x="4705" y="763"/>
                  </a:cubicBezTo>
                  <a:cubicBezTo>
                    <a:pt x="4257" y="838"/>
                    <a:pt x="3809" y="913"/>
                    <a:pt x="3436" y="1062"/>
                  </a:cubicBezTo>
                  <a:cubicBezTo>
                    <a:pt x="2539" y="1286"/>
                    <a:pt x="448" y="2108"/>
                    <a:pt x="224" y="3153"/>
                  </a:cubicBezTo>
                  <a:cubicBezTo>
                    <a:pt x="0" y="3975"/>
                    <a:pt x="598" y="4348"/>
                    <a:pt x="1270" y="4572"/>
                  </a:cubicBezTo>
                  <a:cubicBezTo>
                    <a:pt x="3038" y="5096"/>
                    <a:pt x="4864" y="5333"/>
                    <a:pt x="6747" y="5333"/>
                  </a:cubicBezTo>
                  <a:cubicBezTo>
                    <a:pt x="7011" y="5333"/>
                    <a:pt x="7277" y="5328"/>
                    <a:pt x="7543" y="5319"/>
                  </a:cubicBezTo>
                  <a:lnTo>
                    <a:pt x="7917" y="5319"/>
                  </a:lnTo>
                  <a:cubicBezTo>
                    <a:pt x="9784" y="5170"/>
                    <a:pt x="13742" y="4274"/>
                    <a:pt x="13892" y="2332"/>
                  </a:cubicBezTo>
                  <a:cubicBezTo>
                    <a:pt x="14063" y="492"/>
                    <a:pt x="12395" y="0"/>
                    <a:pt x="10645"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74"/>
            <p:cNvSpPr/>
            <p:nvPr/>
          </p:nvSpPr>
          <p:spPr>
            <a:xfrm>
              <a:off x="5512327" y="2674824"/>
              <a:ext cx="334875" cy="104061"/>
            </a:xfrm>
            <a:custGeom>
              <a:avLst/>
              <a:gdLst/>
              <a:ahLst/>
              <a:cxnLst/>
              <a:rect l="l" t="t" r="r" b="b"/>
              <a:pathLst>
                <a:path w="19495" h="6058" extrusionOk="0">
                  <a:moveTo>
                    <a:pt x="13027" y="1210"/>
                  </a:moveTo>
                  <a:cubicBezTo>
                    <a:pt x="13362" y="1210"/>
                    <a:pt x="13669" y="1252"/>
                    <a:pt x="13893" y="1376"/>
                  </a:cubicBezTo>
                  <a:cubicBezTo>
                    <a:pt x="14061" y="1320"/>
                    <a:pt x="14191" y="1292"/>
                    <a:pt x="14287" y="1292"/>
                  </a:cubicBezTo>
                  <a:cubicBezTo>
                    <a:pt x="14574" y="1292"/>
                    <a:pt x="14546" y="1544"/>
                    <a:pt x="14266" y="2048"/>
                  </a:cubicBezTo>
                  <a:cubicBezTo>
                    <a:pt x="14341" y="2646"/>
                    <a:pt x="14042" y="2945"/>
                    <a:pt x="13370" y="2945"/>
                  </a:cubicBezTo>
                  <a:cubicBezTo>
                    <a:pt x="12025" y="3617"/>
                    <a:pt x="10158" y="3692"/>
                    <a:pt x="8665" y="3990"/>
                  </a:cubicBezTo>
                  <a:cubicBezTo>
                    <a:pt x="7768" y="4289"/>
                    <a:pt x="6872" y="4438"/>
                    <a:pt x="5901" y="4588"/>
                  </a:cubicBezTo>
                  <a:lnTo>
                    <a:pt x="4856" y="4812"/>
                  </a:lnTo>
                  <a:lnTo>
                    <a:pt x="4034" y="4588"/>
                  </a:lnTo>
                  <a:cubicBezTo>
                    <a:pt x="5378" y="4140"/>
                    <a:pt x="6797" y="3692"/>
                    <a:pt x="8142" y="3169"/>
                  </a:cubicBezTo>
                  <a:cubicBezTo>
                    <a:pt x="8608" y="2936"/>
                    <a:pt x="8346" y="2748"/>
                    <a:pt x="8031" y="2748"/>
                  </a:cubicBezTo>
                  <a:cubicBezTo>
                    <a:pt x="7943" y="2748"/>
                    <a:pt x="7850" y="2763"/>
                    <a:pt x="7768" y="2795"/>
                  </a:cubicBezTo>
                  <a:cubicBezTo>
                    <a:pt x="6349" y="3393"/>
                    <a:pt x="4856" y="3841"/>
                    <a:pt x="3362" y="4289"/>
                  </a:cubicBezTo>
                  <a:cubicBezTo>
                    <a:pt x="2690" y="3990"/>
                    <a:pt x="2391" y="3692"/>
                    <a:pt x="2540" y="3393"/>
                  </a:cubicBezTo>
                  <a:lnTo>
                    <a:pt x="2540" y="3393"/>
                  </a:lnTo>
                  <a:cubicBezTo>
                    <a:pt x="2578" y="3430"/>
                    <a:pt x="2615" y="3449"/>
                    <a:pt x="2662" y="3449"/>
                  </a:cubicBezTo>
                  <a:cubicBezTo>
                    <a:pt x="2708" y="3449"/>
                    <a:pt x="2764" y="3430"/>
                    <a:pt x="2839" y="3393"/>
                  </a:cubicBezTo>
                  <a:cubicBezTo>
                    <a:pt x="4557" y="2870"/>
                    <a:pt x="6275" y="2422"/>
                    <a:pt x="8067" y="2198"/>
                  </a:cubicBezTo>
                  <a:cubicBezTo>
                    <a:pt x="8489" y="2128"/>
                    <a:pt x="8778" y="1594"/>
                    <a:pt x="8250" y="1594"/>
                  </a:cubicBezTo>
                  <a:cubicBezTo>
                    <a:pt x="8217" y="1594"/>
                    <a:pt x="8181" y="1596"/>
                    <a:pt x="8142" y="1600"/>
                  </a:cubicBezTo>
                  <a:cubicBezTo>
                    <a:pt x="7395" y="1750"/>
                    <a:pt x="6648" y="1899"/>
                    <a:pt x="5901" y="2048"/>
                  </a:cubicBezTo>
                  <a:cubicBezTo>
                    <a:pt x="5901" y="2048"/>
                    <a:pt x="5976" y="1974"/>
                    <a:pt x="5976" y="1974"/>
                  </a:cubicBezTo>
                  <a:cubicBezTo>
                    <a:pt x="6051" y="1899"/>
                    <a:pt x="6051" y="1824"/>
                    <a:pt x="5976" y="1750"/>
                  </a:cubicBezTo>
                  <a:cubicBezTo>
                    <a:pt x="6573" y="1600"/>
                    <a:pt x="7246" y="1451"/>
                    <a:pt x="7843" y="1376"/>
                  </a:cubicBezTo>
                  <a:lnTo>
                    <a:pt x="11129" y="1376"/>
                  </a:lnTo>
                  <a:cubicBezTo>
                    <a:pt x="11577" y="1376"/>
                    <a:pt x="12357" y="1210"/>
                    <a:pt x="13027" y="1210"/>
                  </a:cubicBezTo>
                  <a:close/>
                  <a:moveTo>
                    <a:pt x="14000" y="1"/>
                  </a:moveTo>
                  <a:cubicBezTo>
                    <a:pt x="12432" y="1"/>
                    <a:pt x="10687" y="284"/>
                    <a:pt x="9561" y="331"/>
                  </a:cubicBezTo>
                  <a:cubicBezTo>
                    <a:pt x="9392" y="324"/>
                    <a:pt x="9222" y="321"/>
                    <a:pt x="9053" y="321"/>
                  </a:cubicBezTo>
                  <a:cubicBezTo>
                    <a:pt x="7207" y="321"/>
                    <a:pt x="5371" y="692"/>
                    <a:pt x="3661" y="1376"/>
                  </a:cubicBezTo>
                  <a:cubicBezTo>
                    <a:pt x="3362" y="1526"/>
                    <a:pt x="3212" y="1675"/>
                    <a:pt x="3138" y="1750"/>
                  </a:cubicBezTo>
                  <a:cubicBezTo>
                    <a:pt x="2242" y="2048"/>
                    <a:pt x="1420" y="2497"/>
                    <a:pt x="748" y="3169"/>
                  </a:cubicBezTo>
                  <a:cubicBezTo>
                    <a:pt x="76" y="3692"/>
                    <a:pt x="1" y="4662"/>
                    <a:pt x="449" y="5335"/>
                  </a:cubicBezTo>
                  <a:cubicBezTo>
                    <a:pt x="822" y="5915"/>
                    <a:pt x="1608" y="6058"/>
                    <a:pt x="2400" y="6058"/>
                  </a:cubicBezTo>
                  <a:cubicBezTo>
                    <a:pt x="3036" y="6058"/>
                    <a:pt x="3676" y="5965"/>
                    <a:pt x="4109" y="5932"/>
                  </a:cubicBezTo>
                  <a:cubicBezTo>
                    <a:pt x="5528" y="5633"/>
                    <a:pt x="6947" y="5335"/>
                    <a:pt x="8366" y="5036"/>
                  </a:cubicBezTo>
                  <a:cubicBezTo>
                    <a:pt x="9934" y="4662"/>
                    <a:pt x="11577" y="4289"/>
                    <a:pt x="13146" y="3916"/>
                  </a:cubicBezTo>
                  <a:cubicBezTo>
                    <a:pt x="14117" y="3692"/>
                    <a:pt x="19494" y="1974"/>
                    <a:pt x="16432" y="405"/>
                  </a:cubicBezTo>
                  <a:cubicBezTo>
                    <a:pt x="15793" y="100"/>
                    <a:pt x="14928" y="1"/>
                    <a:pt x="14000"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74"/>
            <p:cNvSpPr/>
            <p:nvPr/>
          </p:nvSpPr>
          <p:spPr>
            <a:xfrm>
              <a:off x="5067155" y="2158812"/>
              <a:ext cx="446478" cy="164835"/>
            </a:xfrm>
            <a:custGeom>
              <a:avLst/>
              <a:gdLst/>
              <a:ahLst/>
              <a:cxnLst/>
              <a:rect l="l" t="t" r="r" b="b"/>
              <a:pathLst>
                <a:path w="25992" h="9596" extrusionOk="0">
                  <a:moveTo>
                    <a:pt x="15418" y="1230"/>
                  </a:moveTo>
                  <a:cubicBezTo>
                    <a:pt x="16705" y="1230"/>
                    <a:pt x="18065" y="1419"/>
                    <a:pt x="19046" y="1542"/>
                  </a:cubicBezTo>
                  <a:cubicBezTo>
                    <a:pt x="20465" y="1617"/>
                    <a:pt x="22033" y="1841"/>
                    <a:pt x="23004" y="2961"/>
                  </a:cubicBezTo>
                  <a:cubicBezTo>
                    <a:pt x="23975" y="4081"/>
                    <a:pt x="24349" y="6471"/>
                    <a:pt x="22033" y="7069"/>
                  </a:cubicBezTo>
                  <a:cubicBezTo>
                    <a:pt x="21660" y="7069"/>
                    <a:pt x="21361" y="7143"/>
                    <a:pt x="21062" y="7143"/>
                  </a:cubicBezTo>
                  <a:cubicBezTo>
                    <a:pt x="20900" y="7152"/>
                    <a:pt x="20736" y="7156"/>
                    <a:pt x="20570" y="7156"/>
                  </a:cubicBezTo>
                  <a:cubicBezTo>
                    <a:pt x="19586" y="7156"/>
                    <a:pt x="18555" y="7026"/>
                    <a:pt x="17621" y="7026"/>
                  </a:cubicBezTo>
                  <a:cubicBezTo>
                    <a:pt x="17339" y="7026"/>
                    <a:pt x="17066" y="7038"/>
                    <a:pt x="16805" y="7069"/>
                  </a:cubicBezTo>
                  <a:lnTo>
                    <a:pt x="16805" y="6994"/>
                  </a:lnTo>
                  <a:cubicBezTo>
                    <a:pt x="15386" y="7069"/>
                    <a:pt x="13967" y="7293"/>
                    <a:pt x="12548" y="7591"/>
                  </a:cubicBezTo>
                  <a:cubicBezTo>
                    <a:pt x="12436" y="7554"/>
                    <a:pt x="12324" y="7535"/>
                    <a:pt x="12212" y="7535"/>
                  </a:cubicBezTo>
                  <a:cubicBezTo>
                    <a:pt x="12100" y="7535"/>
                    <a:pt x="11988" y="7554"/>
                    <a:pt x="11876" y="7591"/>
                  </a:cubicBezTo>
                  <a:cubicBezTo>
                    <a:pt x="11054" y="7890"/>
                    <a:pt x="10233" y="8114"/>
                    <a:pt x="9337" y="8264"/>
                  </a:cubicBezTo>
                  <a:lnTo>
                    <a:pt x="13295" y="7143"/>
                  </a:lnTo>
                  <a:cubicBezTo>
                    <a:pt x="13718" y="7022"/>
                    <a:pt x="13750" y="6804"/>
                    <a:pt x="13470" y="6804"/>
                  </a:cubicBezTo>
                  <a:cubicBezTo>
                    <a:pt x="13404" y="6804"/>
                    <a:pt x="13320" y="6816"/>
                    <a:pt x="13220" y="6845"/>
                  </a:cubicBezTo>
                  <a:lnTo>
                    <a:pt x="7768" y="8338"/>
                  </a:lnTo>
                  <a:cubicBezTo>
                    <a:pt x="7619" y="8376"/>
                    <a:pt x="7451" y="8394"/>
                    <a:pt x="7273" y="8394"/>
                  </a:cubicBezTo>
                  <a:cubicBezTo>
                    <a:pt x="7096" y="8394"/>
                    <a:pt x="6909" y="8376"/>
                    <a:pt x="6723" y="8338"/>
                  </a:cubicBezTo>
                  <a:cubicBezTo>
                    <a:pt x="6200" y="8264"/>
                    <a:pt x="5602" y="8114"/>
                    <a:pt x="5079" y="7965"/>
                  </a:cubicBezTo>
                  <a:cubicBezTo>
                    <a:pt x="7096" y="7143"/>
                    <a:pt x="9113" y="6546"/>
                    <a:pt x="11204" y="6098"/>
                  </a:cubicBezTo>
                  <a:cubicBezTo>
                    <a:pt x="11669" y="5965"/>
                    <a:pt x="11602" y="5476"/>
                    <a:pt x="11212" y="5476"/>
                  </a:cubicBezTo>
                  <a:cubicBezTo>
                    <a:pt x="11165" y="5476"/>
                    <a:pt x="11112" y="5484"/>
                    <a:pt x="11054" y="5500"/>
                  </a:cubicBezTo>
                  <a:cubicBezTo>
                    <a:pt x="8739" y="6023"/>
                    <a:pt x="6499" y="6695"/>
                    <a:pt x="4258" y="7591"/>
                  </a:cubicBezTo>
                  <a:cubicBezTo>
                    <a:pt x="3884" y="7442"/>
                    <a:pt x="3586" y="7218"/>
                    <a:pt x="3212" y="7069"/>
                  </a:cubicBezTo>
                  <a:lnTo>
                    <a:pt x="9486" y="5052"/>
                  </a:lnTo>
                  <a:cubicBezTo>
                    <a:pt x="9923" y="4943"/>
                    <a:pt x="9720" y="4873"/>
                    <a:pt x="9463" y="4873"/>
                  </a:cubicBezTo>
                  <a:cubicBezTo>
                    <a:pt x="9369" y="4873"/>
                    <a:pt x="9267" y="4883"/>
                    <a:pt x="9187" y="4903"/>
                  </a:cubicBezTo>
                  <a:lnTo>
                    <a:pt x="2988" y="6845"/>
                  </a:lnTo>
                  <a:cubicBezTo>
                    <a:pt x="2615" y="6546"/>
                    <a:pt x="2316" y="6172"/>
                    <a:pt x="2167" y="5799"/>
                  </a:cubicBezTo>
                  <a:cubicBezTo>
                    <a:pt x="4482" y="4977"/>
                    <a:pt x="6797" y="4380"/>
                    <a:pt x="9187" y="3932"/>
                  </a:cubicBezTo>
                  <a:cubicBezTo>
                    <a:pt x="9532" y="3932"/>
                    <a:pt x="9877" y="3550"/>
                    <a:pt x="9458" y="3550"/>
                  </a:cubicBezTo>
                  <a:cubicBezTo>
                    <a:pt x="9423" y="3550"/>
                    <a:pt x="9383" y="3553"/>
                    <a:pt x="9337" y="3558"/>
                  </a:cubicBezTo>
                  <a:cubicBezTo>
                    <a:pt x="6872" y="4007"/>
                    <a:pt x="4407" y="4604"/>
                    <a:pt x="2092" y="5426"/>
                  </a:cubicBezTo>
                  <a:cubicBezTo>
                    <a:pt x="2092" y="5127"/>
                    <a:pt x="2092" y="4903"/>
                    <a:pt x="2241" y="4604"/>
                  </a:cubicBezTo>
                  <a:cubicBezTo>
                    <a:pt x="2615" y="3708"/>
                    <a:pt x="3511" y="3782"/>
                    <a:pt x="4557" y="3484"/>
                  </a:cubicBezTo>
                  <a:lnTo>
                    <a:pt x="7096" y="2886"/>
                  </a:lnTo>
                  <a:cubicBezTo>
                    <a:pt x="8515" y="2513"/>
                    <a:pt x="10009" y="2214"/>
                    <a:pt x="11502" y="1841"/>
                  </a:cubicBezTo>
                  <a:cubicBezTo>
                    <a:pt x="11645" y="1898"/>
                    <a:pt x="11788" y="1922"/>
                    <a:pt x="11930" y="1922"/>
                  </a:cubicBezTo>
                  <a:cubicBezTo>
                    <a:pt x="12161" y="1922"/>
                    <a:pt x="12392" y="1858"/>
                    <a:pt x="12623" y="1766"/>
                  </a:cubicBezTo>
                  <a:cubicBezTo>
                    <a:pt x="13333" y="1360"/>
                    <a:pt x="14351" y="1230"/>
                    <a:pt x="15418" y="1230"/>
                  </a:cubicBezTo>
                  <a:close/>
                  <a:moveTo>
                    <a:pt x="15835" y="1"/>
                  </a:moveTo>
                  <a:cubicBezTo>
                    <a:pt x="14765" y="1"/>
                    <a:pt x="13697" y="100"/>
                    <a:pt x="12697" y="422"/>
                  </a:cubicBezTo>
                  <a:cubicBezTo>
                    <a:pt x="12623" y="384"/>
                    <a:pt x="12548" y="366"/>
                    <a:pt x="12473" y="366"/>
                  </a:cubicBezTo>
                  <a:cubicBezTo>
                    <a:pt x="12399" y="366"/>
                    <a:pt x="12324" y="384"/>
                    <a:pt x="12249" y="422"/>
                  </a:cubicBezTo>
                  <a:cubicBezTo>
                    <a:pt x="11204" y="646"/>
                    <a:pt x="10158" y="870"/>
                    <a:pt x="9113" y="1094"/>
                  </a:cubicBezTo>
                  <a:cubicBezTo>
                    <a:pt x="6723" y="1542"/>
                    <a:pt x="4407" y="2139"/>
                    <a:pt x="2092" y="2812"/>
                  </a:cubicBezTo>
                  <a:cubicBezTo>
                    <a:pt x="1719" y="2961"/>
                    <a:pt x="1345" y="3110"/>
                    <a:pt x="1046" y="3334"/>
                  </a:cubicBezTo>
                  <a:cubicBezTo>
                    <a:pt x="822" y="3484"/>
                    <a:pt x="673" y="3633"/>
                    <a:pt x="524" y="3857"/>
                  </a:cubicBezTo>
                  <a:cubicBezTo>
                    <a:pt x="75" y="4455"/>
                    <a:pt x="1" y="5276"/>
                    <a:pt x="374" y="5948"/>
                  </a:cubicBezTo>
                  <a:cubicBezTo>
                    <a:pt x="1398" y="8720"/>
                    <a:pt x="4221" y="9596"/>
                    <a:pt x="7077" y="9596"/>
                  </a:cubicBezTo>
                  <a:cubicBezTo>
                    <a:pt x="7761" y="9596"/>
                    <a:pt x="8448" y="9545"/>
                    <a:pt x="9113" y="9459"/>
                  </a:cubicBezTo>
                  <a:cubicBezTo>
                    <a:pt x="9710" y="9384"/>
                    <a:pt x="10308" y="9235"/>
                    <a:pt x="10830" y="9085"/>
                  </a:cubicBezTo>
                  <a:lnTo>
                    <a:pt x="11204" y="9085"/>
                  </a:lnTo>
                  <a:cubicBezTo>
                    <a:pt x="13594" y="8488"/>
                    <a:pt x="16058" y="8264"/>
                    <a:pt x="18523" y="8189"/>
                  </a:cubicBezTo>
                  <a:cubicBezTo>
                    <a:pt x="19396" y="8189"/>
                    <a:pt x="20298" y="8302"/>
                    <a:pt x="21175" y="8302"/>
                  </a:cubicBezTo>
                  <a:cubicBezTo>
                    <a:pt x="21724" y="8302"/>
                    <a:pt x="22263" y="8258"/>
                    <a:pt x="22780" y="8114"/>
                  </a:cubicBezTo>
                  <a:cubicBezTo>
                    <a:pt x="24797" y="7591"/>
                    <a:pt x="25992" y="5500"/>
                    <a:pt x="25394" y="3484"/>
                  </a:cubicBezTo>
                  <a:cubicBezTo>
                    <a:pt x="24573" y="944"/>
                    <a:pt x="21585" y="347"/>
                    <a:pt x="19270" y="198"/>
                  </a:cubicBezTo>
                  <a:cubicBezTo>
                    <a:pt x="18178" y="120"/>
                    <a:pt x="17005" y="1"/>
                    <a:pt x="15835"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74"/>
            <p:cNvSpPr/>
            <p:nvPr/>
          </p:nvSpPr>
          <p:spPr>
            <a:xfrm>
              <a:off x="5549534" y="2194267"/>
              <a:ext cx="19273" cy="9568"/>
            </a:xfrm>
            <a:custGeom>
              <a:avLst/>
              <a:gdLst/>
              <a:ahLst/>
              <a:cxnLst/>
              <a:rect l="l" t="t" r="r" b="b"/>
              <a:pathLst>
                <a:path w="1122" h="557" extrusionOk="0">
                  <a:moveTo>
                    <a:pt x="748" y="1"/>
                  </a:moveTo>
                  <a:cubicBezTo>
                    <a:pt x="449" y="1"/>
                    <a:pt x="225" y="150"/>
                    <a:pt x="76" y="299"/>
                  </a:cubicBezTo>
                  <a:lnTo>
                    <a:pt x="76" y="374"/>
                  </a:lnTo>
                  <a:cubicBezTo>
                    <a:pt x="1" y="449"/>
                    <a:pt x="1" y="449"/>
                    <a:pt x="76" y="523"/>
                  </a:cubicBezTo>
                  <a:lnTo>
                    <a:pt x="150" y="523"/>
                  </a:lnTo>
                  <a:cubicBezTo>
                    <a:pt x="200" y="548"/>
                    <a:pt x="266" y="557"/>
                    <a:pt x="338" y="557"/>
                  </a:cubicBezTo>
                  <a:cubicBezTo>
                    <a:pt x="482" y="557"/>
                    <a:pt x="648" y="523"/>
                    <a:pt x="748" y="523"/>
                  </a:cubicBezTo>
                  <a:lnTo>
                    <a:pt x="822" y="523"/>
                  </a:lnTo>
                  <a:cubicBezTo>
                    <a:pt x="1121" y="374"/>
                    <a:pt x="1121" y="299"/>
                    <a:pt x="972" y="225"/>
                  </a:cubicBezTo>
                  <a:cubicBezTo>
                    <a:pt x="1121" y="75"/>
                    <a:pt x="1121" y="1"/>
                    <a:pt x="822"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74"/>
            <p:cNvSpPr/>
            <p:nvPr/>
          </p:nvSpPr>
          <p:spPr>
            <a:xfrm>
              <a:off x="5763789" y="2085224"/>
              <a:ext cx="23104" cy="19256"/>
            </a:xfrm>
            <a:custGeom>
              <a:avLst/>
              <a:gdLst/>
              <a:ahLst/>
              <a:cxnLst/>
              <a:rect l="l" t="t" r="r" b="b"/>
              <a:pathLst>
                <a:path w="1345" h="1121" extrusionOk="0">
                  <a:moveTo>
                    <a:pt x="822" y="0"/>
                  </a:moveTo>
                  <a:cubicBezTo>
                    <a:pt x="449" y="0"/>
                    <a:pt x="75" y="224"/>
                    <a:pt x="0" y="598"/>
                  </a:cubicBezTo>
                  <a:cubicBezTo>
                    <a:pt x="0" y="971"/>
                    <a:pt x="449" y="1121"/>
                    <a:pt x="747" y="1121"/>
                  </a:cubicBezTo>
                  <a:cubicBezTo>
                    <a:pt x="1195" y="1121"/>
                    <a:pt x="1345" y="673"/>
                    <a:pt x="1121" y="523"/>
                  </a:cubicBezTo>
                  <a:cubicBezTo>
                    <a:pt x="1270" y="299"/>
                    <a:pt x="1270" y="0"/>
                    <a:pt x="82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74"/>
            <p:cNvSpPr/>
            <p:nvPr/>
          </p:nvSpPr>
          <p:spPr>
            <a:xfrm>
              <a:off x="5557951" y="1844412"/>
              <a:ext cx="19668" cy="20527"/>
            </a:xfrm>
            <a:custGeom>
              <a:avLst/>
              <a:gdLst/>
              <a:ahLst/>
              <a:cxnLst/>
              <a:rect l="l" t="t" r="r" b="b"/>
              <a:pathLst>
                <a:path w="1145" h="1195" extrusionOk="0">
                  <a:moveTo>
                    <a:pt x="830" y="1"/>
                  </a:moveTo>
                  <a:cubicBezTo>
                    <a:pt x="592" y="1"/>
                    <a:pt x="268" y="140"/>
                    <a:pt x="183" y="352"/>
                  </a:cubicBezTo>
                  <a:lnTo>
                    <a:pt x="34" y="949"/>
                  </a:lnTo>
                  <a:cubicBezTo>
                    <a:pt x="0" y="1118"/>
                    <a:pt x="179" y="1195"/>
                    <a:pt x="385" y="1195"/>
                  </a:cubicBezTo>
                  <a:cubicBezTo>
                    <a:pt x="637" y="1195"/>
                    <a:pt x="930" y="1080"/>
                    <a:pt x="930" y="875"/>
                  </a:cubicBezTo>
                  <a:lnTo>
                    <a:pt x="1079" y="277"/>
                  </a:lnTo>
                  <a:cubicBezTo>
                    <a:pt x="1144" y="83"/>
                    <a:pt x="1012" y="1"/>
                    <a:pt x="830"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74"/>
            <p:cNvSpPr/>
            <p:nvPr/>
          </p:nvSpPr>
          <p:spPr>
            <a:xfrm>
              <a:off x="5357094" y="1965600"/>
              <a:ext cx="23945" cy="14601"/>
            </a:xfrm>
            <a:custGeom>
              <a:avLst/>
              <a:gdLst/>
              <a:ahLst/>
              <a:cxnLst/>
              <a:rect l="l" t="t" r="r" b="b"/>
              <a:pathLst>
                <a:path w="1394" h="850" extrusionOk="0">
                  <a:moveTo>
                    <a:pt x="771" y="0"/>
                  </a:moveTo>
                  <a:cubicBezTo>
                    <a:pt x="486" y="0"/>
                    <a:pt x="1" y="159"/>
                    <a:pt x="1" y="317"/>
                  </a:cubicBezTo>
                  <a:cubicBezTo>
                    <a:pt x="1" y="541"/>
                    <a:pt x="150" y="691"/>
                    <a:pt x="374" y="840"/>
                  </a:cubicBezTo>
                  <a:cubicBezTo>
                    <a:pt x="401" y="847"/>
                    <a:pt x="432" y="850"/>
                    <a:pt x="465" y="850"/>
                  </a:cubicBezTo>
                  <a:cubicBezTo>
                    <a:pt x="799" y="850"/>
                    <a:pt x="1393" y="535"/>
                    <a:pt x="1121" y="467"/>
                  </a:cubicBezTo>
                  <a:cubicBezTo>
                    <a:pt x="972" y="392"/>
                    <a:pt x="897" y="243"/>
                    <a:pt x="972" y="93"/>
                  </a:cubicBezTo>
                  <a:cubicBezTo>
                    <a:pt x="972" y="28"/>
                    <a:pt x="889" y="0"/>
                    <a:pt x="771"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74"/>
            <p:cNvSpPr/>
            <p:nvPr/>
          </p:nvSpPr>
          <p:spPr>
            <a:xfrm>
              <a:off x="5772549" y="2152972"/>
              <a:ext cx="34870" cy="14635"/>
            </a:xfrm>
            <a:custGeom>
              <a:avLst/>
              <a:gdLst/>
              <a:ahLst/>
              <a:cxnLst/>
              <a:rect l="l" t="t" r="r" b="b"/>
              <a:pathLst>
                <a:path w="2030" h="852" extrusionOk="0">
                  <a:moveTo>
                    <a:pt x="730" y="0"/>
                  </a:moveTo>
                  <a:cubicBezTo>
                    <a:pt x="426" y="0"/>
                    <a:pt x="0" y="192"/>
                    <a:pt x="163" y="463"/>
                  </a:cubicBezTo>
                  <a:cubicBezTo>
                    <a:pt x="375" y="717"/>
                    <a:pt x="707" y="851"/>
                    <a:pt x="1051" y="851"/>
                  </a:cubicBezTo>
                  <a:cubicBezTo>
                    <a:pt x="1312" y="851"/>
                    <a:pt x="1580" y="774"/>
                    <a:pt x="1806" y="612"/>
                  </a:cubicBezTo>
                  <a:cubicBezTo>
                    <a:pt x="1955" y="538"/>
                    <a:pt x="2030" y="388"/>
                    <a:pt x="1880" y="313"/>
                  </a:cubicBezTo>
                  <a:cubicBezTo>
                    <a:pt x="1834" y="267"/>
                    <a:pt x="1766" y="250"/>
                    <a:pt x="1690" y="250"/>
                  </a:cubicBezTo>
                  <a:cubicBezTo>
                    <a:pt x="1521" y="250"/>
                    <a:pt x="1311" y="337"/>
                    <a:pt x="1208" y="388"/>
                  </a:cubicBezTo>
                  <a:cubicBezTo>
                    <a:pt x="1134" y="313"/>
                    <a:pt x="1059" y="164"/>
                    <a:pt x="984" y="89"/>
                  </a:cubicBezTo>
                  <a:cubicBezTo>
                    <a:pt x="943" y="28"/>
                    <a:pt x="845" y="0"/>
                    <a:pt x="730"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74"/>
            <p:cNvSpPr/>
            <p:nvPr/>
          </p:nvSpPr>
          <p:spPr>
            <a:xfrm>
              <a:off x="5807403" y="2638872"/>
              <a:ext cx="15425" cy="25526"/>
            </a:xfrm>
            <a:custGeom>
              <a:avLst/>
              <a:gdLst/>
              <a:ahLst/>
              <a:cxnLst/>
              <a:rect l="l" t="t" r="r" b="b"/>
              <a:pathLst>
                <a:path w="898" h="1486" extrusionOk="0">
                  <a:moveTo>
                    <a:pt x="665" y="1"/>
                  </a:moveTo>
                  <a:cubicBezTo>
                    <a:pt x="399" y="1"/>
                    <a:pt x="1" y="133"/>
                    <a:pt x="1" y="332"/>
                  </a:cubicBezTo>
                  <a:lnTo>
                    <a:pt x="1" y="1378"/>
                  </a:lnTo>
                  <a:cubicBezTo>
                    <a:pt x="1" y="1453"/>
                    <a:pt x="100" y="1486"/>
                    <a:pt x="233" y="1486"/>
                  </a:cubicBezTo>
                  <a:cubicBezTo>
                    <a:pt x="499" y="1486"/>
                    <a:pt x="897" y="1353"/>
                    <a:pt x="897" y="1154"/>
                  </a:cubicBezTo>
                  <a:lnTo>
                    <a:pt x="897" y="108"/>
                  </a:lnTo>
                  <a:cubicBezTo>
                    <a:pt x="897" y="34"/>
                    <a:pt x="797" y="1"/>
                    <a:pt x="665"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74"/>
            <p:cNvSpPr/>
            <p:nvPr/>
          </p:nvSpPr>
          <p:spPr>
            <a:xfrm>
              <a:off x="5497246" y="2458989"/>
              <a:ext cx="21146" cy="8640"/>
            </a:xfrm>
            <a:custGeom>
              <a:avLst/>
              <a:gdLst/>
              <a:ahLst/>
              <a:cxnLst/>
              <a:rect l="l" t="t" r="r" b="b"/>
              <a:pathLst>
                <a:path w="1231" h="503" extrusionOk="0">
                  <a:moveTo>
                    <a:pt x="696" y="0"/>
                  </a:moveTo>
                  <a:cubicBezTo>
                    <a:pt x="427" y="0"/>
                    <a:pt x="0" y="159"/>
                    <a:pt x="57" y="274"/>
                  </a:cubicBezTo>
                  <a:cubicBezTo>
                    <a:pt x="112" y="438"/>
                    <a:pt x="268" y="502"/>
                    <a:pt x="447" y="502"/>
                  </a:cubicBezTo>
                  <a:cubicBezTo>
                    <a:pt x="755" y="502"/>
                    <a:pt x="1130" y="313"/>
                    <a:pt x="1178" y="124"/>
                  </a:cubicBezTo>
                  <a:cubicBezTo>
                    <a:pt x="1231" y="72"/>
                    <a:pt x="1171" y="19"/>
                    <a:pt x="1053" y="19"/>
                  </a:cubicBezTo>
                  <a:cubicBezTo>
                    <a:pt x="1004" y="19"/>
                    <a:pt x="945" y="28"/>
                    <a:pt x="879" y="50"/>
                  </a:cubicBezTo>
                  <a:cubicBezTo>
                    <a:pt x="844" y="15"/>
                    <a:pt x="777" y="0"/>
                    <a:pt x="696"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74"/>
            <p:cNvSpPr/>
            <p:nvPr/>
          </p:nvSpPr>
          <p:spPr>
            <a:xfrm>
              <a:off x="5489258" y="2665806"/>
              <a:ext cx="26917" cy="16576"/>
            </a:xfrm>
            <a:custGeom>
              <a:avLst/>
              <a:gdLst/>
              <a:ahLst/>
              <a:cxnLst/>
              <a:rect l="l" t="t" r="r" b="b"/>
              <a:pathLst>
                <a:path w="1567" h="965" extrusionOk="0">
                  <a:moveTo>
                    <a:pt x="742" y="0"/>
                  </a:moveTo>
                  <a:cubicBezTo>
                    <a:pt x="401" y="0"/>
                    <a:pt x="1" y="279"/>
                    <a:pt x="224" y="557"/>
                  </a:cubicBezTo>
                  <a:lnTo>
                    <a:pt x="522" y="856"/>
                  </a:lnTo>
                  <a:cubicBezTo>
                    <a:pt x="598" y="932"/>
                    <a:pt x="708" y="964"/>
                    <a:pt x="825" y="964"/>
                  </a:cubicBezTo>
                  <a:cubicBezTo>
                    <a:pt x="1167" y="964"/>
                    <a:pt x="1567" y="686"/>
                    <a:pt x="1344" y="408"/>
                  </a:cubicBezTo>
                  <a:lnTo>
                    <a:pt x="1045" y="109"/>
                  </a:lnTo>
                  <a:cubicBezTo>
                    <a:pt x="969" y="33"/>
                    <a:pt x="859" y="0"/>
                    <a:pt x="74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74"/>
            <p:cNvSpPr/>
            <p:nvPr/>
          </p:nvSpPr>
          <p:spPr>
            <a:xfrm>
              <a:off x="6062763" y="2421027"/>
              <a:ext cx="19204" cy="11354"/>
            </a:xfrm>
            <a:custGeom>
              <a:avLst/>
              <a:gdLst/>
              <a:ahLst/>
              <a:cxnLst/>
              <a:rect l="l" t="t" r="r" b="b"/>
              <a:pathLst>
                <a:path w="1118" h="661" extrusionOk="0">
                  <a:moveTo>
                    <a:pt x="859" y="1"/>
                  </a:moveTo>
                  <a:cubicBezTo>
                    <a:pt x="601" y="1"/>
                    <a:pt x="169" y="159"/>
                    <a:pt x="221" y="318"/>
                  </a:cubicBezTo>
                  <a:cubicBezTo>
                    <a:pt x="147" y="393"/>
                    <a:pt x="147" y="467"/>
                    <a:pt x="147" y="542"/>
                  </a:cubicBezTo>
                  <a:cubicBezTo>
                    <a:pt x="0" y="630"/>
                    <a:pt x="49" y="660"/>
                    <a:pt x="172" y="660"/>
                  </a:cubicBezTo>
                  <a:cubicBezTo>
                    <a:pt x="362" y="660"/>
                    <a:pt x="728" y="587"/>
                    <a:pt x="819" y="542"/>
                  </a:cubicBezTo>
                  <a:cubicBezTo>
                    <a:pt x="968" y="393"/>
                    <a:pt x="1118" y="318"/>
                    <a:pt x="1043" y="94"/>
                  </a:cubicBezTo>
                  <a:cubicBezTo>
                    <a:pt x="1043" y="28"/>
                    <a:pt x="966" y="1"/>
                    <a:pt x="859"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9" name="Google Shape;4499;p74"/>
          <p:cNvGrpSpPr/>
          <p:nvPr/>
        </p:nvGrpSpPr>
        <p:grpSpPr>
          <a:xfrm>
            <a:off x="2733786" y="2189805"/>
            <a:ext cx="1529760" cy="1457752"/>
            <a:chOff x="1153237" y="-293709"/>
            <a:chExt cx="5705931" cy="5437345"/>
          </a:xfrm>
        </p:grpSpPr>
        <p:sp>
          <p:nvSpPr>
            <p:cNvPr id="4500" name="Google Shape;4500;p74"/>
            <p:cNvSpPr/>
            <p:nvPr/>
          </p:nvSpPr>
          <p:spPr>
            <a:xfrm>
              <a:off x="5930205" y="1195826"/>
              <a:ext cx="9056" cy="13553"/>
            </a:xfrm>
            <a:custGeom>
              <a:avLst/>
              <a:gdLst/>
              <a:ahLst/>
              <a:cxnLst/>
              <a:rect l="l" t="t" r="r" b="b"/>
              <a:pathLst>
                <a:path w="300" h="449" extrusionOk="0">
                  <a:moveTo>
                    <a:pt x="1" y="0"/>
                  </a:moveTo>
                  <a:lnTo>
                    <a:pt x="1" y="0"/>
                  </a:lnTo>
                  <a:cubicBezTo>
                    <a:pt x="76" y="150"/>
                    <a:pt x="225" y="299"/>
                    <a:pt x="300" y="449"/>
                  </a:cubicBezTo>
                  <a:lnTo>
                    <a:pt x="225" y="299"/>
                  </a:lnTo>
                  <a:lnTo>
                    <a:pt x="1" y="0"/>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74"/>
            <p:cNvSpPr/>
            <p:nvPr/>
          </p:nvSpPr>
          <p:spPr>
            <a:xfrm>
              <a:off x="1622150" y="2084030"/>
              <a:ext cx="9025" cy="27106"/>
            </a:xfrm>
            <a:custGeom>
              <a:avLst/>
              <a:gdLst/>
              <a:ahLst/>
              <a:cxnLst/>
              <a:rect l="l" t="t" r="r" b="b"/>
              <a:pathLst>
                <a:path w="299" h="898" extrusionOk="0">
                  <a:moveTo>
                    <a:pt x="75" y="1"/>
                  </a:moveTo>
                  <a:cubicBezTo>
                    <a:pt x="75" y="150"/>
                    <a:pt x="0" y="300"/>
                    <a:pt x="0" y="598"/>
                  </a:cubicBezTo>
                  <a:cubicBezTo>
                    <a:pt x="75" y="673"/>
                    <a:pt x="150" y="748"/>
                    <a:pt x="224" y="897"/>
                  </a:cubicBezTo>
                  <a:cubicBezTo>
                    <a:pt x="224" y="598"/>
                    <a:pt x="299" y="300"/>
                    <a:pt x="299"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74"/>
            <p:cNvSpPr/>
            <p:nvPr/>
          </p:nvSpPr>
          <p:spPr>
            <a:xfrm>
              <a:off x="2165438" y="3813137"/>
              <a:ext cx="2294" cy="30"/>
            </a:xfrm>
            <a:custGeom>
              <a:avLst/>
              <a:gdLst/>
              <a:ahLst/>
              <a:cxnLst/>
              <a:rect l="l" t="t" r="r" b="b"/>
              <a:pathLst>
                <a:path w="76" h="1" extrusionOk="0">
                  <a:moveTo>
                    <a:pt x="1" y="0"/>
                  </a:moveTo>
                  <a:lnTo>
                    <a:pt x="75" y="0"/>
                  </a:lnTo>
                  <a:lnTo>
                    <a:pt x="75" y="0"/>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74"/>
            <p:cNvSpPr/>
            <p:nvPr/>
          </p:nvSpPr>
          <p:spPr>
            <a:xfrm>
              <a:off x="4410788" y="3526809"/>
              <a:ext cx="793564" cy="874761"/>
            </a:xfrm>
            <a:custGeom>
              <a:avLst/>
              <a:gdLst/>
              <a:ahLst/>
              <a:cxnLst/>
              <a:rect l="l" t="t" r="r" b="b"/>
              <a:pathLst>
                <a:path w="26290" h="28980" extrusionOk="0">
                  <a:moveTo>
                    <a:pt x="2390" y="1"/>
                  </a:moveTo>
                  <a:cubicBezTo>
                    <a:pt x="2390" y="225"/>
                    <a:pt x="2390" y="449"/>
                    <a:pt x="2390" y="673"/>
                  </a:cubicBezTo>
                  <a:cubicBezTo>
                    <a:pt x="1643" y="6125"/>
                    <a:pt x="0" y="12175"/>
                    <a:pt x="523" y="17627"/>
                  </a:cubicBezTo>
                  <a:cubicBezTo>
                    <a:pt x="1046" y="23676"/>
                    <a:pt x="6199" y="25095"/>
                    <a:pt x="11203" y="25170"/>
                  </a:cubicBezTo>
                  <a:lnTo>
                    <a:pt x="11278" y="25170"/>
                  </a:lnTo>
                  <a:cubicBezTo>
                    <a:pt x="11502" y="25095"/>
                    <a:pt x="11745" y="25058"/>
                    <a:pt x="11987" y="25058"/>
                  </a:cubicBezTo>
                  <a:cubicBezTo>
                    <a:pt x="12230" y="25058"/>
                    <a:pt x="12473" y="25095"/>
                    <a:pt x="12697" y="25170"/>
                  </a:cubicBezTo>
                  <a:lnTo>
                    <a:pt x="13294" y="25170"/>
                  </a:lnTo>
                  <a:cubicBezTo>
                    <a:pt x="13338" y="25167"/>
                    <a:pt x="13382" y="25166"/>
                    <a:pt x="13425" y="25166"/>
                  </a:cubicBezTo>
                  <a:cubicBezTo>
                    <a:pt x="14495" y="25166"/>
                    <a:pt x="15460" y="26038"/>
                    <a:pt x="15460" y="27187"/>
                  </a:cubicBezTo>
                  <a:lnTo>
                    <a:pt x="15684" y="26963"/>
                  </a:lnTo>
                  <a:cubicBezTo>
                    <a:pt x="15908" y="26739"/>
                    <a:pt x="16282" y="26664"/>
                    <a:pt x="16581" y="26664"/>
                  </a:cubicBezTo>
                  <a:cubicBezTo>
                    <a:pt x="16730" y="26664"/>
                    <a:pt x="17178" y="26664"/>
                    <a:pt x="16954" y="26888"/>
                  </a:cubicBezTo>
                  <a:cubicBezTo>
                    <a:pt x="16506" y="27411"/>
                    <a:pt x="15983" y="27859"/>
                    <a:pt x="15460" y="28232"/>
                  </a:cubicBezTo>
                  <a:cubicBezTo>
                    <a:pt x="15311" y="28531"/>
                    <a:pt x="15162" y="28755"/>
                    <a:pt x="15012" y="28979"/>
                  </a:cubicBezTo>
                  <a:cubicBezTo>
                    <a:pt x="18896" y="27560"/>
                    <a:pt x="23078" y="25618"/>
                    <a:pt x="24647" y="21809"/>
                  </a:cubicBezTo>
                  <a:cubicBezTo>
                    <a:pt x="26290" y="17702"/>
                    <a:pt x="23750" y="12847"/>
                    <a:pt x="21734" y="9262"/>
                  </a:cubicBezTo>
                  <a:cubicBezTo>
                    <a:pt x="19045" y="4407"/>
                    <a:pt x="15834" y="2690"/>
                    <a:pt x="10456" y="1868"/>
                  </a:cubicBezTo>
                  <a:cubicBezTo>
                    <a:pt x="7693" y="1495"/>
                    <a:pt x="5004" y="822"/>
                    <a:pt x="23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74"/>
            <p:cNvSpPr/>
            <p:nvPr/>
          </p:nvSpPr>
          <p:spPr>
            <a:xfrm>
              <a:off x="4647493" y="4428565"/>
              <a:ext cx="144314" cy="45127"/>
            </a:xfrm>
            <a:custGeom>
              <a:avLst/>
              <a:gdLst/>
              <a:ahLst/>
              <a:cxnLst/>
              <a:rect l="l" t="t" r="r" b="b"/>
              <a:pathLst>
                <a:path w="4781" h="1495" extrusionOk="0">
                  <a:moveTo>
                    <a:pt x="4033" y="0"/>
                  </a:moveTo>
                  <a:cubicBezTo>
                    <a:pt x="2988" y="299"/>
                    <a:pt x="1942" y="598"/>
                    <a:pt x="897" y="822"/>
                  </a:cubicBezTo>
                  <a:lnTo>
                    <a:pt x="0" y="1494"/>
                  </a:lnTo>
                  <a:cubicBezTo>
                    <a:pt x="1345" y="1195"/>
                    <a:pt x="2689" y="747"/>
                    <a:pt x="3959" y="299"/>
                  </a:cubicBezTo>
                  <a:cubicBezTo>
                    <a:pt x="4257" y="224"/>
                    <a:pt x="4481" y="75"/>
                    <a:pt x="4780" y="0"/>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74"/>
            <p:cNvSpPr/>
            <p:nvPr/>
          </p:nvSpPr>
          <p:spPr>
            <a:xfrm>
              <a:off x="4352170" y="4890687"/>
              <a:ext cx="11289" cy="6822"/>
            </a:xfrm>
            <a:custGeom>
              <a:avLst/>
              <a:gdLst/>
              <a:ahLst/>
              <a:cxnLst/>
              <a:rect l="l" t="t" r="r" b="b"/>
              <a:pathLst>
                <a:path w="374" h="226" extrusionOk="0">
                  <a:moveTo>
                    <a:pt x="0" y="1"/>
                  </a:moveTo>
                  <a:cubicBezTo>
                    <a:pt x="0" y="1"/>
                    <a:pt x="0" y="1"/>
                    <a:pt x="0" y="76"/>
                  </a:cubicBezTo>
                  <a:lnTo>
                    <a:pt x="374" y="225"/>
                  </a:lnTo>
                  <a:lnTo>
                    <a:pt x="0"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74"/>
            <p:cNvSpPr/>
            <p:nvPr/>
          </p:nvSpPr>
          <p:spPr>
            <a:xfrm>
              <a:off x="3869734" y="3914557"/>
              <a:ext cx="22578" cy="85695"/>
            </a:xfrm>
            <a:custGeom>
              <a:avLst/>
              <a:gdLst/>
              <a:ahLst/>
              <a:cxnLst/>
              <a:rect l="l" t="t" r="r" b="b"/>
              <a:pathLst>
                <a:path w="748" h="2839" extrusionOk="0">
                  <a:moveTo>
                    <a:pt x="747" y="1"/>
                  </a:moveTo>
                  <a:cubicBezTo>
                    <a:pt x="374" y="897"/>
                    <a:pt x="150" y="1868"/>
                    <a:pt x="0" y="2839"/>
                  </a:cubicBezTo>
                  <a:cubicBezTo>
                    <a:pt x="75" y="2615"/>
                    <a:pt x="225" y="2466"/>
                    <a:pt x="374" y="2316"/>
                  </a:cubicBezTo>
                  <a:cubicBezTo>
                    <a:pt x="449" y="1495"/>
                    <a:pt x="523" y="748"/>
                    <a:pt x="747"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74"/>
            <p:cNvSpPr/>
            <p:nvPr/>
          </p:nvSpPr>
          <p:spPr>
            <a:xfrm>
              <a:off x="3867470" y="5098113"/>
              <a:ext cx="207431" cy="13553"/>
            </a:xfrm>
            <a:custGeom>
              <a:avLst/>
              <a:gdLst/>
              <a:ahLst/>
              <a:cxnLst/>
              <a:rect l="l" t="t" r="r" b="b"/>
              <a:pathLst>
                <a:path w="6872" h="449" extrusionOk="0">
                  <a:moveTo>
                    <a:pt x="1" y="0"/>
                  </a:moveTo>
                  <a:lnTo>
                    <a:pt x="1" y="0"/>
                  </a:lnTo>
                  <a:cubicBezTo>
                    <a:pt x="182" y="18"/>
                    <a:pt x="362" y="35"/>
                    <a:pt x="541" y="51"/>
                  </a:cubicBezTo>
                  <a:lnTo>
                    <a:pt x="541" y="51"/>
                  </a:lnTo>
                  <a:cubicBezTo>
                    <a:pt x="362" y="35"/>
                    <a:pt x="181" y="18"/>
                    <a:pt x="1" y="0"/>
                  </a:cubicBezTo>
                  <a:close/>
                  <a:moveTo>
                    <a:pt x="541" y="51"/>
                  </a:moveTo>
                  <a:cubicBezTo>
                    <a:pt x="2416" y="224"/>
                    <a:pt x="4250" y="347"/>
                    <a:pt x="6122" y="421"/>
                  </a:cubicBezTo>
                  <a:lnTo>
                    <a:pt x="6122" y="421"/>
                  </a:lnTo>
                  <a:cubicBezTo>
                    <a:pt x="5692" y="393"/>
                    <a:pt x="5251" y="346"/>
                    <a:pt x="4781" y="299"/>
                  </a:cubicBezTo>
                  <a:cubicBezTo>
                    <a:pt x="4631" y="299"/>
                    <a:pt x="4482" y="299"/>
                    <a:pt x="4333" y="224"/>
                  </a:cubicBezTo>
                  <a:cubicBezTo>
                    <a:pt x="3086" y="224"/>
                    <a:pt x="1839" y="166"/>
                    <a:pt x="541" y="51"/>
                  </a:cubicBezTo>
                  <a:close/>
                  <a:moveTo>
                    <a:pt x="6122" y="421"/>
                  </a:moveTo>
                  <a:cubicBezTo>
                    <a:pt x="6374" y="438"/>
                    <a:pt x="6623" y="448"/>
                    <a:pt x="6872" y="448"/>
                  </a:cubicBezTo>
                  <a:cubicBezTo>
                    <a:pt x="6621" y="440"/>
                    <a:pt x="6371" y="431"/>
                    <a:pt x="6122" y="42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74"/>
            <p:cNvSpPr/>
            <p:nvPr/>
          </p:nvSpPr>
          <p:spPr>
            <a:xfrm>
              <a:off x="2411168" y="1035759"/>
              <a:ext cx="13553" cy="24842"/>
            </a:xfrm>
            <a:custGeom>
              <a:avLst/>
              <a:gdLst/>
              <a:ahLst/>
              <a:cxnLst/>
              <a:rect l="l" t="t" r="r" b="b"/>
              <a:pathLst>
                <a:path w="449" h="823" extrusionOk="0">
                  <a:moveTo>
                    <a:pt x="449" y="1"/>
                  </a:moveTo>
                  <a:lnTo>
                    <a:pt x="449" y="1"/>
                  </a:lnTo>
                  <a:cubicBezTo>
                    <a:pt x="299" y="150"/>
                    <a:pt x="150" y="225"/>
                    <a:pt x="0" y="300"/>
                  </a:cubicBezTo>
                  <a:cubicBezTo>
                    <a:pt x="75" y="449"/>
                    <a:pt x="150" y="673"/>
                    <a:pt x="150" y="822"/>
                  </a:cubicBezTo>
                  <a:cubicBezTo>
                    <a:pt x="299" y="524"/>
                    <a:pt x="374" y="300"/>
                    <a:pt x="449"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74"/>
            <p:cNvSpPr/>
            <p:nvPr/>
          </p:nvSpPr>
          <p:spPr>
            <a:xfrm>
              <a:off x="3614978" y="5050754"/>
              <a:ext cx="33868" cy="15817"/>
            </a:xfrm>
            <a:custGeom>
              <a:avLst/>
              <a:gdLst/>
              <a:ahLst/>
              <a:cxnLst/>
              <a:rect l="l" t="t" r="r" b="b"/>
              <a:pathLst>
                <a:path w="1122" h="524" extrusionOk="0">
                  <a:moveTo>
                    <a:pt x="225" y="1"/>
                  </a:moveTo>
                  <a:lnTo>
                    <a:pt x="1" y="299"/>
                  </a:lnTo>
                  <a:lnTo>
                    <a:pt x="1121" y="523"/>
                  </a:lnTo>
                  <a:cubicBezTo>
                    <a:pt x="1047" y="449"/>
                    <a:pt x="972" y="299"/>
                    <a:pt x="897" y="225"/>
                  </a:cubicBezTo>
                  <a:lnTo>
                    <a:pt x="225"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74"/>
            <p:cNvSpPr/>
            <p:nvPr/>
          </p:nvSpPr>
          <p:spPr>
            <a:xfrm>
              <a:off x="3123548" y="4906473"/>
              <a:ext cx="121766" cy="49624"/>
            </a:xfrm>
            <a:custGeom>
              <a:avLst/>
              <a:gdLst/>
              <a:ahLst/>
              <a:cxnLst/>
              <a:rect l="l" t="t" r="r" b="b"/>
              <a:pathLst>
                <a:path w="4034" h="1644" extrusionOk="0">
                  <a:moveTo>
                    <a:pt x="299" y="1"/>
                  </a:moveTo>
                  <a:cubicBezTo>
                    <a:pt x="224" y="1"/>
                    <a:pt x="75" y="75"/>
                    <a:pt x="0" y="75"/>
                  </a:cubicBezTo>
                  <a:cubicBezTo>
                    <a:pt x="1270" y="598"/>
                    <a:pt x="2689" y="1121"/>
                    <a:pt x="4033" y="1644"/>
                  </a:cubicBezTo>
                  <a:lnTo>
                    <a:pt x="299"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74"/>
            <p:cNvSpPr/>
            <p:nvPr/>
          </p:nvSpPr>
          <p:spPr>
            <a:xfrm>
              <a:off x="4703847" y="5046257"/>
              <a:ext cx="33837" cy="6792"/>
            </a:xfrm>
            <a:custGeom>
              <a:avLst/>
              <a:gdLst/>
              <a:ahLst/>
              <a:cxnLst/>
              <a:rect l="l" t="t" r="r" b="b"/>
              <a:pathLst>
                <a:path w="1121" h="225" extrusionOk="0">
                  <a:moveTo>
                    <a:pt x="0" y="0"/>
                  </a:moveTo>
                  <a:cubicBezTo>
                    <a:pt x="0" y="75"/>
                    <a:pt x="0" y="150"/>
                    <a:pt x="0" y="224"/>
                  </a:cubicBezTo>
                  <a:lnTo>
                    <a:pt x="1121" y="0"/>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74"/>
            <p:cNvSpPr/>
            <p:nvPr/>
          </p:nvSpPr>
          <p:spPr>
            <a:xfrm>
              <a:off x="4286791" y="5104875"/>
              <a:ext cx="56386" cy="4528"/>
            </a:xfrm>
            <a:custGeom>
              <a:avLst/>
              <a:gdLst/>
              <a:ahLst/>
              <a:cxnLst/>
              <a:rect l="l" t="t" r="r" b="b"/>
              <a:pathLst>
                <a:path w="1868" h="150" extrusionOk="0">
                  <a:moveTo>
                    <a:pt x="1793" y="0"/>
                  </a:moveTo>
                  <a:cubicBezTo>
                    <a:pt x="1121" y="75"/>
                    <a:pt x="523" y="150"/>
                    <a:pt x="0" y="150"/>
                  </a:cubicBezTo>
                  <a:cubicBezTo>
                    <a:pt x="598" y="150"/>
                    <a:pt x="1270" y="75"/>
                    <a:pt x="1868" y="0"/>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74"/>
            <p:cNvSpPr/>
            <p:nvPr/>
          </p:nvSpPr>
          <p:spPr>
            <a:xfrm>
              <a:off x="4965364" y="494735"/>
              <a:ext cx="491472" cy="482447"/>
            </a:xfrm>
            <a:custGeom>
              <a:avLst/>
              <a:gdLst/>
              <a:ahLst/>
              <a:cxnLst/>
              <a:rect l="l" t="t" r="r" b="b"/>
              <a:pathLst>
                <a:path w="16282" h="15983" extrusionOk="0">
                  <a:moveTo>
                    <a:pt x="2465" y="0"/>
                  </a:moveTo>
                  <a:lnTo>
                    <a:pt x="1344" y="448"/>
                  </a:lnTo>
                  <a:cubicBezTo>
                    <a:pt x="1344" y="672"/>
                    <a:pt x="1344" y="896"/>
                    <a:pt x="1270" y="1120"/>
                  </a:cubicBezTo>
                  <a:cubicBezTo>
                    <a:pt x="822" y="2465"/>
                    <a:pt x="448" y="3809"/>
                    <a:pt x="149" y="5153"/>
                  </a:cubicBezTo>
                  <a:lnTo>
                    <a:pt x="373" y="5004"/>
                  </a:lnTo>
                  <a:cubicBezTo>
                    <a:pt x="512" y="4935"/>
                    <a:pt x="723" y="4901"/>
                    <a:pt x="922" y="4901"/>
                  </a:cubicBezTo>
                  <a:cubicBezTo>
                    <a:pt x="1368" y="4901"/>
                    <a:pt x="1762" y="5068"/>
                    <a:pt x="1195" y="5378"/>
                  </a:cubicBezTo>
                  <a:lnTo>
                    <a:pt x="75" y="6050"/>
                  </a:lnTo>
                  <a:cubicBezTo>
                    <a:pt x="0" y="6423"/>
                    <a:pt x="75" y="6797"/>
                    <a:pt x="149" y="7170"/>
                  </a:cubicBezTo>
                  <a:cubicBezTo>
                    <a:pt x="523" y="8813"/>
                    <a:pt x="1120" y="8664"/>
                    <a:pt x="2614" y="9411"/>
                  </a:cubicBezTo>
                  <a:cubicBezTo>
                    <a:pt x="5602" y="10755"/>
                    <a:pt x="8589" y="12099"/>
                    <a:pt x="11576" y="13444"/>
                  </a:cubicBezTo>
                  <a:cubicBezTo>
                    <a:pt x="12547" y="13892"/>
                    <a:pt x="12995" y="15012"/>
                    <a:pt x="12622" y="15983"/>
                  </a:cubicBezTo>
                  <a:cubicBezTo>
                    <a:pt x="16282" y="14415"/>
                    <a:pt x="13742" y="10008"/>
                    <a:pt x="11427" y="7767"/>
                  </a:cubicBezTo>
                  <a:cubicBezTo>
                    <a:pt x="9784" y="6199"/>
                    <a:pt x="7319" y="5303"/>
                    <a:pt x="5826" y="3510"/>
                  </a:cubicBezTo>
                  <a:cubicBezTo>
                    <a:pt x="5452" y="2988"/>
                    <a:pt x="5228" y="2241"/>
                    <a:pt x="4780" y="1718"/>
                  </a:cubicBezTo>
                  <a:cubicBezTo>
                    <a:pt x="4108" y="971"/>
                    <a:pt x="3361" y="374"/>
                    <a:pt x="24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74"/>
            <p:cNvSpPr/>
            <p:nvPr/>
          </p:nvSpPr>
          <p:spPr>
            <a:xfrm>
              <a:off x="2749323" y="934309"/>
              <a:ext cx="30" cy="30"/>
            </a:xfrm>
            <a:custGeom>
              <a:avLst/>
              <a:gdLst/>
              <a:ahLst/>
              <a:cxnLst/>
              <a:rect l="l" t="t" r="r" b="b"/>
              <a:pathLst>
                <a:path w="1" h="1" extrusionOk="0">
                  <a:moveTo>
                    <a:pt x="0" y="1"/>
                  </a:moveTo>
                  <a:lnTo>
                    <a:pt x="0" y="1"/>
                  </a:lnTo>
                  <a:lnTo>
                    <a:pt x="0" y="1"/>
                  </a:lnTo>
                  <a:cubicBezTo>
                    <a:pt x="0" y="1"/>
                    <a:pt x="0" y="1"/>
                    <a:pt x="0"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74"/>
            <p:cNvSpPr/>
            <p:nvPr/>
          </p:nvSpPr>
          <p:spPr>
            <a:xfrm>
              <a:off x="4996906" y="476685"/>
              <a:ext cx="18081" cy="11319"/>
            </a:xfrm>
            <a:custGeom>
              <a:avLst/>
              <a:gdLst/>
              <a:ahLst/>
              <a:cxnLst/>
              <a:rect l="l" t="t" r="r" b="b"/>
              <a:pathLst>
                <a:path w="599" h="375" extrusionOk="0">
                  <a:moveTo>
                    <a:pt x="1" y="1"/>
                  </a:moveTo>
                  <a:cubicBezTo>
                    <a:pt x="75" y="150"/>
                    <a:pt x="150" y="225"/>
                    <a:pt x="150" y="374"/>
                  </a:cubicBezTo>
                  <a:cubicBezTo>
                    <a:pt x="299" y="299"/>
                    <a:pt x="449" y="225"/>
                    <a:pt x="598" y="225"/>
                  </a:cubicBezTo>
                  <a:lnTo>
                    <a:pt x="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74"/>
            <p:cNvSpPr/>
            <p:nvPr/>
          </p:nvSpPr>
          <p:spPr>
            <a:xfrm>
              <a:off x="5887374" y="1105666"/>
              <a:ext cx="33868" cy="72172"/>
            </a:xfrm>
            <a:custGeom>
              <a:avLst/>
              <a:gdLst/>
              <a:ahLst/>
              <a:cxnLst/>
              <a:rect l="l" t="t" r="r" b="b"/>
              <a:pathLst>
                <a:path w="1122" h="2391" extrusionOk="0">
                  <a:moveTo>
                    <a:pt x="1" y="0"/>
                  </a:moveTo>
                  <a:lnTo>
                    <a:pt x="1" y="0"/>
                  </a:lnTo>
                  <a:cubicBezTo>
                    <a:pt x="300" y="822"/>
                    <a:pt x="598" y="1643"/>
                    <a:pt x="1046" y="2390"/>
                  </a:cubicBezTo>
                  <a:lnTo>
                    <a:pt x="1121" y="2390"/>
                  </a:lnTo>
                  <a:cubicBezTo>
                    <a:pt x="748" y="1643"/>
                    <a:pt x="374" y="822"/>
                    <a:pt x="1" y="0"/>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74"/>
            <p:cNvSpPr/>
            <p:nvPr/>
          </p:nvSpPr>
          <p:spPr>
            <a:xfrm>
              <a:off x="3245281" y="762983"/>
              <a:ext cx="11289" cy="6792"/>
            </a:xfrm>
            <a:custGeom>
              <a:avLst/>
              <a:gdLst/>
              <a:ahLst/>
              <a:cxnLst/>
              <a:rect l="l" t="t" r="r" b="b"/>
              <a:pathLst>
                <a:path w="374" h="225" extrusionOk="0">
                  <a:moveTo>
                    <a:pt x="374" y="1"/>
                  </a:moveTo>
                  <a:lnTo>
                    <a:pt x="0" y="150"/>
                  </a:lnTo>
                  <a:lnTo>
                    <a:pt x="75" y="225"/>
                  </a:lnTo>
                  <a:lnTo>
                    <a:pt x="224" y="225"/>
                  </a:lnTo>
                  <a:lnTo>
                    <a:pt x="37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74"/>
            <p:cNvSpPr/>
            <p:nvPr/>
          </p:nvSpPr>
          <p:spPr>
            <a:xfrm>
              <a:off x="3267829" y="557851"/>
              <a:ext cx="42863" cy="15817"/>
            </a:xfrm>
            <a:custGeom>
              <a:avLst/>
              <a:gdLst/>
              <a:ahLst/>
              <a:cxnLst/>
              <a:rect l="l" t="t" r="r" b="b"/>
              <a:pathLst>
                <a:path w="1420" h="524" extrusionOk="0">
                  <a:moveTo>
                    <a:pt x="1419" y="0"/>
                  </a:moveTo>
                  <a:lnTo>
                    <a:pt x="1419" y="0"/>
                  </a:lnTo>
                  <a:cubicBezTo>
                    <a:pt x="1046" y="150"/>
                    <a:pt x="598" y="224"/>
                    <a:pt x="150" y="374"/>
                  </a:cubicBezTo>
                  <a:cubicBezTo>
                    <a:pt x="75" y="374"/>
                    <a:pt x="75" y="374"/>
                    <a:pt x="0" y="448"/>
                  </a:cubicBezTo>
                  <a:cubicBezTo>
                    <a:pt x="66" y="427"/>
                    <a:pt x="138" y="418"/>
                    <a:pt x="213" y="418"/>
                  </a:cubicBezTo>
                  <a:cubicBezTo>
                    <a:pt x="393" y="418"/>
                    <a:pt x="589" y="470"/>
                    <a:pt x="747" y="523"/>
                  </a:cubicBezTo>
                  <a:cubicBezTo>
                    <a:pt x="971" y="374"/>
                    <a:pt x="1195" y="150"/>
                    <a:pt x="141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74"/>
            <p:cNvSpPr/>
            <p:nvPr/>
          </p:nvSpPr>
          <p:spPr>
            <a:xfrm>
              <a:off x="4027538" y="3556118"/>
              <a:ext cx="207431" cy="155604"/>
            </a:xfrm>
            <a:custGeom>
              <a:avLst/>
              <a:gdLst/>
              <a:ahLst/>
              <a:cxnLst/>
              <a:rect l="l" t="t" r="r" b="b"/>
              <a:pathLst>
                <a:path w="6872" h="5155" extrusionOk="0">
                  <a:moveTo>
                    <a:pt x="6872" y="1"/>
                  </a:moveTo>
                  <a:lnTo>
                    <a:pt x="6872" y="1"/>
                  </a:lnTo>
                  <a:cubicBezTo>
                    <a:pt x="6202" y="326"/>
                    <a:pt x="5547" y="681"/>
                    <a:pt x="4912" y="1065"/>
                  </a:cubicBezTo>
                  <a:lnTo>
                    <a:pt x="4912" y="1065"/>
                  </a:lnTo>
                  <a:cubicBezTo>
                    <a:pt x="5080" y="990"/>
                    <a:pt x="5266" y="934"/>
                    <a:pt x="5453" y="897"/>
                  </a:cubicBezTo>
                  <a:cubicBezTo>
                    <a:pt x="5975" y="598"/>
                    <a:pt x="6424" y="300"/>
                    <a:pt x="6872" y="1"/>
                  </a:cubicBezTo>
                  <a:close/>
                  <a:moveTo>
                    <a:pt x="4912" y="1065"/>
                  </a:moveTo>
                  <a:lnTo>
                    <a:pt x="4912" y="1065"/>
                  </a:lnTo>
                  <a:cubicBezTo>
                    <a:pt x="4765" y="1130"/>
                    <a:pt x="4633" y="1209"/>
                    <a:pt x="4527" y="1303"/>
                  </a:cubicBezTo>
                  <a:lnTo>
                    <a:pt x="4527" y="1303"/>
                  </a:lnTo>
                  <a:cubicBezTo>
                    <a:pt x="4654" y="1222"/>
                    <a:pt x="4783" y="1143"/>
                    <a:pt x="4912" y="1065"/>
                  </a:cubicBezTo>
                  <a:close/>
                  <a:moveTo>
                    <a:pt x="4527" y="1303"/>
                  </a:moveTo>
                  <a:cubicBezTo>
                    <a:pt x="2834" y="2372"/>
                    <a:pt x="1292" y="3656"/>
                    <a:pt x="1" y="5154"/>
                  </a:cubicBezTo>
                  <a:lnTo>
                    <a:pt x="225" y="5005"/>
                  </a:lnTo>
                  <a:cubicBezTo>
                    <a:pt x="971" y="4333"/>
                    <a:pt x="1718" y="3660"/>
                    <a:pt x="2465" y="3063"/>
                  </a:cubicBezTo>
                  <a:cubicBezTo>
                    <a:pt x="3137" y="2391"/>
                    <a:pt x="3735" y="1868"/>
                    <a:pt x="4482" y="1345"/>
                  </a:cubicBezTo>
                  <a:cubicBezTo>
                    <a:pt x="4496" y="1331"/>
                    <a:pt x="4511" y="1317"/>
                    <a:pt x="4527" y="1303"/>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74"/>
            <p:cNvSpPr/>
            <p:nvPr/>
          </p:nvSpPr>
          <p:spPr>
            <a:xfrm>
              <a:off x="4494187" y="4466869"/>
              <a:ext cx="126294" cy="24842"/>
            </a:xfrm>
            <a:custGeom>
              <a:avLst/>
              <a:gdLst/>
              <a:ahLst/>
              <a:cxnLst/>
              <a:rect l="l" t="t" r="r" b="b"/>
              <a:pathLst>
                <a:path w="4184" h="823" extrusionOk="0">
                  <a:moveTo>
                    <a:pt x="4183" y="1"/>
                  </a:moveTo>
                  <a:lnTo>
                    <a:pt x="4183" y="1"/>
                  </a:lnTo>
                  <a:cubicBezTo>
                    <a:pt x="2839" y="300"/>
                    <a:pt x="1420" y="598"/>
                    <a:pt x="75" y="748"/>
                  </a:cubicBezTo>
                  <a:lnTo>
                    <a:pt x="1" y="823"/>
                  </a:lnTo>
                  <a:cubicBezTo>
                    <a:pt x="1196" y="748"/>
                    <a:pt x="2316" y="673"/>
                    <a:pt x="3511" y="524"/>
                  </a:cubicBezTo>
                  <a:lnTo>
                    <a:pt x="4183"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74"/>
            <p:cNvSpPr/>
            <p:nvPr/>
          </p:nvSpPr>
          <p:spPr>
            <a:xfrm>
              <a:off x="2807941" y="591657"/>
              <a:ext cx="360741" cy="157837"/>
            </a:xfrm>
            <a:custGeom>
              <a:avLst/>
              <a:gdLst/>
              <a:ahLst/>
              <a:cxnLst/>
              <a:rect l="l" t="t" r="r" b="b"/>
              <a:pathLst>
                <a:path w="11951" h="5229" extrusionOk="0">
                  <a:moveTo>
                    <a:pt x="11801" y="1"/>
                  </a:moveTo>
                  <a:cubicBezTo>
                    <a:pt x="11308" y="115"/>
                    <a:pt x="10805" y="230"/>
                    <a:pt x="10296" y="350"/>
                  </a:cubicBezTo>
                  <a:lnTo>
                    <a:pt x="10296" y="350"/>
                  </a:lnTo>
                  <a:cubicBezTo>
                    <a:pt x="10844" y="230"/>
                    <a:pt x="11396" y="115"/>
                    <a:pt x="11950" y="1"/>
                  </a:cubicBezTo>
                  <a:close/>
                  <a:moveTo>
                    <a:pt x="10296" y="350"/>
                  </a:moveTo>
                  <a:cubicBezTo>
                    <a:pt x="6197" y="1248"/>
                    <a:pt x="2372" y="2395"/>
                    <a:pt x="0" y="5229"/>
                  </a:cubicBezTo>
                  <a:lnTo>
                    <a:pt x="224" y="5154"/>
                  </a:lnTo>
                  <a:cubicBezTo>
                    <a:pt x="2398" y="2387"/>
                    <a:pt x="6491" y="1247"/>
                    <a:pt x="10296" y="35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74"/>
            <p:cNvSpPr/>
            <p:nvPr/>
          </p:nvSpPr>
          <p:spPr>
            <a:xfrm>
              <a:off x="3680358" y="2873047"/>
              <a:ext cx="151076" cy="385553"/>
            </a:xfrm>
            <a:custGeom>
              <a:avLst/>
              <a:gdLst/>
              <a:ahLst/>
              <a:cxnLst/>
              <a:rect l="l" t="t" r="r" b="b"/>
              <a:pathLst>
                <a:path w="5005" h="12773" extrusionOk="0">
                  <a:moveTo>
                    <a:pt x="300" y="1"/>
                  </a:moveTo>
                  <a:lnTo>
                    <a:pt x="300" y="1"/>
                  </a:lnTo>
                  <a:cubicBezTo>
                    <a:pt x="374" y="300"/>
                    <a:pt x="374" y="598"/>
                    <a:pt x="374" y="822"/>
                  </a:cubicBezTo>
                  <a:cubicBezTo>
                    <a:pt x="225" y="2540"/>
                    <a:pt x="76" y="4333"/>
                    <a:pt x="1" y="5976"/>
                  </a:cubicBezTo>
                  <a:cubicBezTo>
                    <a:pt x="225" y="6275"/>
                    <a:pt x="374" y="6573"/>
                    <a:pt x="524" y="6872"/>
                  </a:cubicBezTo>
                  <a:cubicBezTo>
                    <a:pt x="524" y="6947"/>
                    <a:pt x="524" y="6947"/>
                    <a:pt x="524" y="7021"/>
                  </a:cubicBezTo>
                  <a:cubicBezTo>
                    <a:pt x="655" y="6989"/>
                    <a:pt x="789" y="6974"/>
                    <a:pt x="910" y="6974"/>
                  </a:cubicBezTo>
                  <a:cubicBezTo>
                    <a:pt x="1340" y="6974"/>
                    <a:pt x="1597" y="7162"/>
                    <a:pt x="897" y="7395"/>
                  </a:cubicBezTo>
                  <a:lnTo>
                    <a:pt x="673" y="7470"/>
                  </a:lnTo>
                  <a:cubicBezTo>
                    <a:pt x="1196" y="9187"/>
                    <a:pt x="1495" y="10980"/>
                    <a:pt x="1495" y="12772"/>
                  </a:cubicBezTo>
                  <a:cubicBezTo>
                    <a:pt x="1719" y="11129"/>
                    <a:pt x="1719" y="9337"/>
                    <a:pt x="2540" y="7918"/>
                  </a:cubicBezTo>
                  <a:cubicBezTo>
                    <a:pt x="3212" y="6723"/>
                    <a:pt x="3959" y="6275"/>
                    <a:pt x="4258" y="4856"/>
                  </a:cubicBezTo>
                  <a:cubicBezTo>
                    <a:pt x="5005" y="1868"/>
                    <a:pt x="2764" y="822"/>
                    <a:pt x="30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74"/>
            <p:cNvSpPr/>
            <p:nvPr/>
          </p:nvSpPr>
          <p:spPr>
            <a:xfrm>
              <a:off x="4352170" y="1396461"/>
              <a:ext cx="40599" cy="6792"/>
            </a:xfrm>
            <a:custGeom>
              <a:avLst/>
              <a:gdLst/>
              <a:ahLst/>
              <a:cxnLst/>
              <a:rect l="l" t="t" r="r" b="b"/>
              <a:pathLst>
                <a:path w="1345" h="225" extrusionOk="0">
                  <a:moveTo>
                    <a:pt x="1345" y="1"/>
                  </a:moveTo>
                  <a:lnTo>
                    <a:pt x="1345" y="1"/>
                  </a:lnTo>
                  <a:cubicBezTo>
                    <a:pt x="897" y="75"/>
                    <a:pt x="448" y="150"/>
                    <a:pt x="0" y="225"/>
                  </a:cubicBezTo>
                  <a:lnTo>
                    <a:pt x="971" y="225"/>
                  </a:lnTo>
                  <a:cubicBezTo>
                    <a:pt x="1121" y="150"/>
                    <a:pt x="1195" y="75"/>
                    <a:pt x="1345" y="1"/>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74"/>
            <p:cNvSpPr/>
            <p:nvPr/>
          </p:nvSpPr>
          <p:spPr>
            <a:xfrm>
              <a:off x="5371131" y="2936193"/>
              <a:ext cx="24842" cy="24812"/>
            </a:xfrm>
            <a:custGeom>
              <a:avLst/>
              <a:gdLst/>
              <a:ahLst/>
              <a:cxnLst/>
              <a:rect l="l" t="t" r="r" b="b"/>
              <a:pathLst>
                <a:path w="823" h="822" extrusionOk="0">
                  <a:moveTo>
                    <a:pt x="822" y="0"/>
                  </a:moveTo>
                  <a:lnTo>
                    <a:pt x="822" y="0"/>
                  </a:lnTo>
                  <a:cubicBezTo>
                    <a:pt x="523" y="224"/>
                    <a:pt x="225" y="523"/>
                    <a:pt x="1" y="822"/>
                  </a:cubicBezTo>
                  <a:lnTo>
                    <a:pt x="523" y="822"/>
                  </a:lnTo>
                  <a:cubicBezTo>
                    <a:pt x="598" y="523"/>
                    <a:pt x="747" y="224"/>
                    <a:pt x="82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74"/>
            <p:cNvSpPr/>
            <p:nvPr/>
          </p:nvSpPr>
          <p:spPr>
            <a:xfrm>
              <a:off x="6160149" y="1874400"/>
              <a:ext cx="4558" cy="6792"/>
            </a:xfrm>
            <a:custGeom>
              <a:avLst/>
              <a:gdLst/>
              <a:ahLst/>
              <a:cxnLst/>
              <a:rect l="l" t="t" r="r" b="b"/>
              <a:pathLst>
                <a:path w="151" h="225" extrusionOk="0">
                  <a:moveTo>
                    <a:pt x="150" y="0"/>
                  </a:moveTo>
                  <a:cubicBezTo>
                    <a:pt x="150" y="75"/>
                    <a:pt x="76" y="149"/>
                    <a:pt x="1" y="224"/>
                  </a:cubicBezTo>
                  <a:lnTo>
                    <a:pt x="1" y="224"/>
                  </a:lnTo>
                  <a:cubicBezTo>
                    <a:pt x="76" y="149"/>
                    <a:pt x="150" y="75"/>
                    <a:pt x="150" y="0"/>
                  </a:cubicBez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74"/>
            <p:cNvSpPr/>
            <p:nvPr/>
          </p:nvSpPr>
          <p:spPr>
            <a:xfrm>
              <a:off x="2981531" y="3526809"/>
              <a:ext cx="290832" cy="523076"/>
            </a:xfrm>
            <a:custGeom>
              <a:avLst/>
              <a:gdLst/>
              <a:ahLst/>
              <a:cxnLst/>
              <a:rect l="l" t="t" r="r" b="b"/>
              <a:pathLst>
                <a:path w="9635" h="17329" extrusionOk="0">
                  <a:moveTo>
                    <a:pt x="149" y="1"/>
                  </a:moveTo>
                  <a:lnTo>
                    <a:pt x="0" y="76"/>
                  </a:lnTo>
                  <a:cubicBezTo>
                    <a:pt x="299" y="524"/>
                    <a:pt x="448" y="1121"/>
                    <a:pt x="373" y="1719"/>
                  </a:cubicBezTo>
                  <a:cubicBezTo>
                    <a:pt x="0" y="3885"/>
                    <a:pt x="299" y="6050"/>
                    <a:pt x="1120" y="8067"/>
                  </a:cubicBezTo>
                  <a:cubicBezTo>
                    <a:pt x="1419" y="8067"/>
                    <a:pt x="1643" y="8291"/>
                    <a:pt x="1270" y="8515"/>
                  </a:cubicBezTo>
                  <a:cubicBezTo>
                    <a:pt x="1344" y="8590"/>
                    <a:pt x="1419" y="8739"/>
                    <a:pt x="1494" y="8889"/>
                  </a:cubicBezTo>
                  <a:cubicBezTo>
                    <a:pt x="2390" y="10681"/>
                    <a:pt x="4033" y="11801"/>
                    <a:pt x="4929" y="13444"/>
                  </a:cubicBezTo>
                  <a:cubicBezTo>
                    <a:pt x="5228" y="13893"/>
                    <a:pt x="5377" y="14341"/>
                    <a:pt x="5452" y="14863"/>
                  </a:cubicBezTo>
                  <a:cubicBezTo>
                    <a:pt x="5826" y="14863"/>
                    <a:pt x="6050" y="15013"/>
                    <a:pt x="5676" y="15237"/>
                  </a:cubicBezTo>
                  <a:lnTo>
                    <a:pt x="5527" y="15386"/>
                  </a:lnTo>
                  <a:cubicBezTo>
                    <a:pt x="5527" y="15909"/>
                    <a:pt x="5452" y="16432"/>
                    <a:pt x="5303" y="16955"/>
                  </a:cubicBezTo>
                  <a:lnTo>
                    <a:pt x="5676" y="17328"/>
                  </a:lnTo>
                  <a:cubicBezTo>
                    <a:pt x="5751" y="17179"/>
                    <a:pt x="5900" y="17029"/>
                    <a:pt x="6050" y="16880"/>
                  </a:cubicBezTo>
                  <a:cubicBezTo>
                    <a:pt x="7767" y="14938"/>
                    <a:pt x="8813" y="12548"/>
                    <a:pt x="9112" y="9934"/>
                  </a:cubicBezTo>
                  <a:cubicBezTo>
                    <a:pt x="9635" y="4258"/>
                    <a:pt x="5153" y="897"/>
                    <a:pt x="1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74"/>
            <p:cNvSpPr/>
            <p:nvPr/>
          </p:nvSpPr>
          <p:spPr>
            <a:xfrm>
              <a:off x="2309719" y="-262196"/>
              <a:ext cx="4468255" cy="5254484"/>
            </a:xfrm>
            <a:custGeom>
              <a:avLst/>
              <a:gdLst/>
              <a:ahLst/>
              <a:cxnLst/>
              <a:rect l="l" t="t" r="r" b="b"/>
              <a:pathLst>
                <a:path w="148029" h="174076" extrusionOk="0">
                  <a:moveTo>
                    <a:pt x="41761" y="7198"/>
                  </a:moveTo>
                  <a:cubicBezTo>
                    <a:pt x="42051" y="7198"/>
                    <a:pt x="42219" y="7289"/>
                    <a:pt x="41825" y="7526"/>
                  </a:cubicBezTo>
                  <a:cubicBezTo>
                    <a:pt x="39808" y="8646"/>
                    <a:pt x="38016" y="9916"/>
                    <a:pt x="36447" y="11484"/>
                  </a:cubicBezTo>
                  <a:cubicBezTo>
                    <a:pt x="36313" y="11619"/>
                    <a:pt x="35802" y="11726"/>
                    <a:pt x="35480" y="11726"/>
                  </a:cubicBezTo>
                  <a:cubicBezTo>
                    <a:pt x="35264" y="11726"/>
                    <a:pt x="35133" y="11678"/>
                    <a:pt x="35252" y="11559"/>
                  </a:cubicBezTo>
                  <a:cubicBezTo>
                    <a:pt x="36970" y="9916"/>
                    <a:pt x="38912" y="8497"/>
                    <a:pt x="41003" y="7377"/>
                  </a:cubicBezTo>
                  <a:cubicBezTo>
                    <a:pt x="41144" y="7271"/>
                    <a:pt x="41501" y="7198"/>
                    <a:pt x="41761" y="7198"/>
                  </a:cubicBezTo>
                  <a:close/>
                  <a:moveTo>
                    <a:pt x="71976" y="6197"/>
                  </a:moveTo>
                  <a:cubicBezTo>
                    <a:pt x="72921" y="6197"/>
                    <a:pt x="73176" y="6935"/>
                    <a:pt x="72596" y="7451"/>
                  </a:cubicBezTo>
                  <a:cubicBezTo>
                    <a:pt x="72894" y="7526"/>
                    <a:pt x="73268" y="7750"/>
                    <a:pt x="73492" y="8049"/>
                  </a:cubicBezTo>
                  <a:cubicBezTo>
                    <a:pt x="73604" y="8017"/>
                    <a:pt x="73732" y="8002"/>
                    <a:pt x="73859" y="8002"/>
                  </a:cubicBezTo>
                  <a:cubicBezTo>
                    <a:pt x="74326" y="8002"/>
                    <a:pt x="74767" y="8203"/>
                    <a:pt x="74239" y="8497"/>
                  </a:cubicBezTo>
                  <a:lnTo>
                    <a:pt x="73865" y="8721"/>
                  </a:lnTo>
                  <a:cubicBezTo>
                    <a:pt x="73865" y="8721"/>
                    <a:pt x="73940" y="8796"/>
                    <a:pt x="73940" y="8870"/>
                  </a:cubicBezTo>
                  <a:cubicBezTo>
                    <a:pt x="74313" y="9393"/>
                    <a:pt x="74463" y="10065"/>
                    <a:pt x="74313" y="10737"/>
                  </a:cubicBezTo>
                  <a:cubicBezTo>
                    <a:pt x="74687" y="10812"/>
                    <a:pt x="74911" y="11036"/>
                    <a:pt x="74538" y="11335"/>
                  </a:cubicBezTo>
                  <a:cubicBezTo>
                    <a:pt x="74538" y="11335"/>
                    <a:pt x="74612" y="11410"/>
                    <a:pt x="74687" y="11410"/>
                  </a:cubicBezTo>
                  <a:cubicBezTo>
                    <a:pt x="75060" y="11559"/>
                    <a:pt x="75434" y="11708"/>
                    <a:pt x="75807" y="11783"/>
                  </a:cubicBezTo>
                  <a:cubicBezTo>
                    <a:pt x="76853" y="12082"/>
                    <a:pt x="77898" y="12231"/>
                    <a:pt x="78944" y="12530"/>
                  </a:cubicBezTo>
                  <a:cubicBezTo>
                    <a:pt x="79541" y="12754"/>
                    <a:pt x="80064" y="13127"/>
                    <a:pt x="80363" y="13725"/>
                  </a:cubicBezTo>
                  <a:cubicBezTo>
                    <a:pt x="80580" y="13663"/>
                    <a:pt x="80822" y="13627"/>
                    <a:pt x="80999" y="13627"/>
                  </a:cubicBezTo>
                  <a:cubicBezTo>
                    <a:pt x="81250" y="13627"/>
                    <a:pt x="81372" y="13699"/>
                    <a:pt x="81110" y="13874"/>
                  </a:cubicBezTo>
                  <a:cubicBezTo>
                    <a:pt x="80961" y="14024"/>
                    <a:pt x="80736" y="14098"/>
                    <a:pt x="80587" y="14248"/>
                  </a:cubicBezTo>
                  <a:cubicBezTo>
                    <a:pt x="80662" y="14696"/>
                    <a:pt x="80587" y="15219"/>
                    <a:pt x="80438" y="15667"/>
                  </a:cubicBezTo>
                  <a:cubicBezTo>
                    <a:pt x="80736" y="15592"/>
                    <a:pt x="81110" y="15517"/>
                    <a:pt x="81409" y="15443"/>
                  </a:cubicBezTo>
                  <a:cubicBezTo>
                    <a:pt x="86263" y="14173"/>
                    <a:pt x="84321" y="10289"/>
                    <a:pt x="80288" y="9244"/>
                  </a:cubicBezTo>
                  <a:cubicBezTo>
                    <a:pt x="78496" y="8945"/>
                    <a:pt x="76703" y="8497"/>
                    <a:pt x="75060" y="7825"/>
                  </a:cubicBezTo>
                  <a:cubicBezTo>
                    <a:pt x="73957" y="7305"/>
                    <a:pt x="75731" y="6335"/>
                    <a:pt x="76753" y="6335"/>
                  </a:cubicBezTo>
                  <a:cubicBezTo>
                    <a:pt x="76907" y="6335"/>
                    <a:pt x="77044" y="6357"/>
                    <a:pt x="77152" y="6406"/>
                  </a:cubicBezTo>
                  <a:cubicBezTo>
                    <a:pt x="80064" y="7825"/>
                    <a:pt x="89549" y="8347"/>
                    <a:pt x="87384" y="14472"/>
                  </a:cubicBezTo>
                  <a:cubicBezTo>
                    <a:pt x="86189" y="17907"/>
                    <a:pt x="79093" y="17310"/>
                    <a:pt x="76405" y="17459"/>
                  </a:cubicBezTo>
                  <a:cubicBezTo>
                    <a:pt x="75137" y="17532"/>
                    <a:pt x="73553" y="17674"/>
                    <a:pt x="71926" y="17674"/>
                  </a:cubicBezTo>
                  <a:cubicBezTo>
                    <a:pt x="70197" y="17674"/>
                    <a:pt x="68420" y="17513"/>
                    <a:pt x="66920" y="16936"/>
                  </a:cubicBezTo>
                  <a:cubicBezTo>
                    <a:pt x="66621" y="16936"/>
                    <a:pt x="66397" y="16862"/>
                    <a:pt x="66397" y="16712"/>
                  </a:cubicBezTo>
                  <a:cubicBezTo>
                    <a:pt x="65426" y="16189"/>
                    <a:pt x="64604" y="15443"/>
                    <a:pt x="64081" y="14472"/>
                  </a:cubicBezTo>
                  <a:cubicBezTo>
                    <a:pt x="61766" y="9766"/>
                    <a:pt x="68114" y="7227"/>
                    <a:pt x="71475" y="6256"/>
                  </a:cubicBezTo>
                  <a:cubicBezTo>
                    <a:pt x="71659" y="6215"/>
                    <a:pt x="71826" y="6197"/>
                    <a:pt x="71976" y="6197"/>
                  </a:cubicBezTo>
                  <a:close/>
                  <a:moveTo>
                    <a:pt x="90419" y="22291"/>
                  </a:moveTo>
                  <a:cubicBezTo>
                    <a:pt x="91592" y="22291"/>
                    <a:pt x="92714" y="22551"/>
                    <a:pt x="93657" y="23285"/>
                  </a:cubicBezTo>
                  <a:cubicBezTo>
                    <a:pt x="95450" y="24629"/>
                    <a:pt x="95748" y="27094"/>
                    <a:pt x="97392" y="28587"/>
                  </a:cubicBezTo>
                  <a:cubicBezTo>
                    <a:pt x="99109" y="30081"/>
                    <a:pt x="101275" y="30903"/>
                    <a:pt x="102769" y="32770"/>
                  </a:cubicBezTo>
                  <a:cubicBezTo>
                    <a:pt x="106751" y="37476"/>
                    <a:pt x="105048" y="43094"/>
                    <a:pt x="98954" y="43094"/>
                  </a:cubicBezTo>
                  <a:cubicBezTo>
                    <a:pt x="98761" y="43094"/>
                    <a:pt x="98564" y="43088"/>
                    <a:pt x="98362" y="43076"/>
                  </a:cubicBezTo>
                  <a:cubicBezTo>
                    <a:pt x="96346" y="42927"/>
                    <a:pt x="94553" y="42554"/>
                    <a:pt x="92686" y="42404"/>
                  </a:cubicBezTo>
                  <a:cubicBezTo>
                    <a:pt x="89774" y="42703"/>
                    <a:pt x="87085" y="43749"/>
                    <a:pt x="84023" y="44421"/>
                  </a:cubicBezTo>
                  <a:cubicBezTo>
                    <a:pt x="83475" y="44570"/>
                    <a:pt x="82911" y="44645"/>
                    <a:pt x="82346" y="44645"/>
                  </a:cubicBezTo>
                  <a:cubicBezTo>
                    <a:pt x="81218" y="44645"/>
                    <a:pt x="80089" y="44346"/>
                    <a:pt x="79093" y="43749"/>
                  </a:cubicBezTo>
                  <a:cubicBezTo>
                    <a:pt x="77600" y="43525"/>
                    <a:pt x="76330" y="42554"/>
                    <a:pt x="75583" y="41284"/>
                  </a:cubicBezTo>
                  <a:cubicBezTo>
                    <a:pt x="74986" y="40014"/>
                    <a:pt x="74986" y="38595"/>
                    <a:pt x="75508" y="37326"/>
                  </a:cubicBezTo>
                  <a:cubicBezTo>
                    <a:pt x="76330" y="35160"/>
                    <a:pt x="77002" y="32919"/>
                    <a:pt x="77525" y="30679"/>
                  </a:cubicBezTo>
                  <a:cubicBezTo>
                    <a:pt x="78122" y="27168"/>
                    <a:pt x="80587" y="25376"/>
                    <a:pt x="83500" y="23583"/>
                  </a:cubicBezTo>
                  <a:cubicBezTo>
                    <a:pt x="83799" y="23285"/>
                    <a:pt x="84172" y="23061"/>
                    <a:pt x="84620" y="22986"/>
                  </a:cubicBezTo>
                  <a:cubicBezTo>
                    <a:pt x="84919" y="22874"/>
                    <a:pt x="85218" y="22818"/>
                    <a:pt x="85516" y="22818"/>
                  </a:cubicBezTo>
                  <a:cubicBezTo>
                    <a:pt x="85815" y="22818"/>
                    <a:pt x="86114" y="22874"/>
                    <a:pt x="86413" y="22986"/>
                  </a:cubicBezTo>
                  <a:cubicBezTo>
                    <a:pt x="87685" y="22628"/>
                    <a:pt x="89084" y="22291"/>
                    <a:pt x="90419" y="22291"/>
                  </a:cubicBezTo>
                  <a:close/>
                  <a:moveTo>
                    <a:pt x="54917" y="19173"/>
                  </a:moveTo>
                  <a:cubicBezTo>
                    <a:pt x="55854" y="19173"/>
                    <a:pt x="56793" y="19224"/>
                    <a:pt x="57733" y="19326"/>
                  </a:cubicBezTo>
                  <a:cubicBezTo>
                    <a:pt x="60198" y="19625"/>
                    <a:pt x="64604" y="20297"/>
                    <a:pt x="66173" y="22538"/>
                  </a:cubicBezTo>
                  <a:cubicBezTo>
                    <a:pt x="67592" y="24629"/>
                    <a:pt x="67218" y="28363"/>
                    <a:pt x="67069" y="30753"/>
                  </a:cubicBezTo>
                  <a:cubicBezTo>
                    <a:pt x="66920" y="35981"/>
                    <a:pt x="65351" y="41508"/>
                    <a:pt x="60347" y="44047"/>
                  </a:cubicBezTo>
                  <a:cubicBezTo>
                    <a:pt x="58555" y="44794"/>
                    <a:pt x="56687" y="45317"/>
                    <a:pt x="54746" y="45616"/>
                  </a:cubicBezTo>
                  <a:cubicBezTo>
                    <a:pt x="50040" y="46587"/>
                    <a:pt x="46904" y="48678"/>
                    <a:pt x="42646" y="50097"/>
                  </a:cubicBezTo>
                  <a:cubicBezTo>
                    <a:pt x="42198" y="50246"/>
                    <a:pt x="41750" y="50321"/>
                    <a:pt x="41302" y="50470"/>
                  </a:cubicBezTo>
                  <a:cubicBezTo>
                    <a:pt x="40821" y="51047"/>
                    <a:pt x="40124" y="51346"/>
                    <a:pt x="39409" y="51346"/>
                  </a:cubicBezTo>
                  <a:cubicBezTo>
                    <a:pt x="39014" y="51346"/>
                    <a:pt x="38613" y="51254"/>
                    <a:pt x="38240" y="51068"/>
                  </a:cubicBezTo>
                  <a:cubicBezTo>
                    <a:pt x="37325" y="51143"/>
                    <a:pt x="36410" y="51180"/>
                    <a:pt x="35496" y="51180"/>
                  </a:cubicBezTo>
                  <a:cubicBezTo>
                    <a:pt x="32755" y="51180"/>
                    <a:pt x="30024" y="50844"/>
                    <a:pt x="27336" y="50172"/>
                  </a:cubicBezTo>
                  <a:cubicBezTo>
                    <a:pt x="22780" y="49126"/>
                    <a:pt x="17104" y="47632"/>
                    <a:pt x="13892" y="43823"/>
                  </a:cubicBezTo>
                  <a:cubicBezTo>
                    <a:pt x="13519" y="43823"/>
                    <a:pt x="13220" y="43674"/>
                    <a:pt x="13593" y="43450"/>
                  </a:cubicBezTo>
                  <a:cubicBezTo>
                    <a:pt x="13519" y="43450"/>
                    <a:pt x="13519" y="43375"/>
                    <a:pt x="13519" y="43301"/>
                  </a:cubicBezTo>
                  <a:cubicBezTo>
                    <a:pt x="10307" y="39043"/>
                    <a:pt x="12697" y="33965"/>
                    <a:pt x="16730" y="31351"/>
                  </a:cubicBezTo>
                  <a:cubicBezTo>
                    <a:pt x="20838" y="28662"/>
                    <a:pt x="25767" y="28513"/>
                    <a:pt x="30398" y="27467"/>
                  </a:cubicBezTo>
                  <a:lnTo>
                    <a:pt x="31219" y="27094"/>
                  </a:lnTo>
                  <a:lnTo>
                    <a:pt x="31892" y="27094"/>
                  </a:lnTo>
                  <a:cubicBezTo>
                    <a:pt x="33535" y="26646"/>
                    <a:pt x="35178" y="25973"/>
                    <a:pt x="36597" y="25002"/>
                  </a:cubicBezTo>
                  <a:cubicBezTo>
                    <a:pt x="37045" y="24629"/>
                    <a:pt x="37493" y="24256"/>
                    <a:pt x="37941" y="23957"/>
                  </a:cubicBezTo>
                  <a:cubicBezTo>
                    <a:pt x="38309" y="23701"/>
                    <a:pt x="38700" y="23589"/>
                    <a:pt x="39083" y="23589"/>
                  </a:cubicBezTo>
                  <a:cubicBezTo>
                    <a:pt x="40491" y="23589"/>
                    <a:pt x="41788" y="25103"/>
                    <a:pt x="41377" y="26571"/>
                  </a:cubicBezTo>
                  <a:lnTo>
                    <a:pt x="40481" y="29409"/>
                  </a:lnTo>
                  <a:cubicBezTo>
                    <a:pt x="40779" y="29558"/>
                    <a:pt x="40854" y="29932"/>
                    <a:pt x="40331" y="30156"/>
                  </a:cubicBezTo>
                  <a:lnTo>
                    <a:pt x="40256" y="30156"/>
                  </a:lnTo>
                  <a:lnTo>
                    <a:pt x="40107" y="30604"/>
                  </a:lnTo>
                  <a:cubicBezTo>
                    <a:pt x="40107" y="30977"/>
                    <a:pt x="40107" y="31276"/>
                    <a:pt x="39958" y="31650"/>
                  </a:cubicBezTo>
                  <a:lnTo>
                    <a:pt x="38837" y="34786"/>
                  </a:lnTo>
                  <a:cubicBezTo>
                    <a:pt x="38688" y="35160"/>
                    <a:pt x="38389" y="35533"/>
                    <a:pt x="38091" y="35832"/>
                  </a:cubicBezTo>
                  <a:cubicBezTo>
                    <a:pt x="36672" y="39940"/>
                    <a:pt x="37941" y="44570"/>
                    <a:pt x="41302" y="47408"/>
                  </a:cubicBezTo>
                  <a:cubicBezTo>
                    <a:pt x="41825" y="47782"/>
                    <a:pt x="42124" y="48379"/>
                    <a:pt x="42049" y="49051"/>
                  </a:cubicBezTo>
                  <a:cubicBezTo>
                    <a:pt x="43244" y="48678"/>
                    <a:pt x="44364" y="48304"/>
                    <a:pt x="45485" y="47856"/>
                  </a:cubicBezTo>
                  <a:cubicBezTo>
                    <a:pt x="46829" y="47259"/>
                    <a:pt x="48099" y="46437"/>
                    <a:pt x="49443" y="45989"/>
                  </a:cubicBezTo>
                  <a:cubicBezTo>
                    <a:pt x="54073" y="44271"/>
                    <a:pt x="59824" y="44720"/>
                    <a:pt x="62513" y="39940"/>
                  </a:cubicBezTo>
                  <a:cubicBezTo>
                    <a:pt x="64754" y="36056"/>
                    <a:pt x="65127" y="30230"/>
                    <a:pt x="64305" y="25899"/>
                  </a:cubicBezTo>
                  <a:cubicBezTo>
                    <a:pt x="63487" y="21593"/>
                    <a:pt x="58971" y="20192"/>
                    <a:pt x="54334" y="20192"/>
                  </a:cubicBezTo>
                  <a:cubicBezTo>
                    <a:pt x="50927" y="20192"/>
                    <a:pt x="47455" y="20948"/>
                    <a:pt x="45335" y="21866"/>
                  </a:cubicBezTo>
                  <a:cubicBezTo>
                    <a:pt x="45012" y="22009"/>
                    <a:pt x="44258" y="22118"/>
                    <a:pt x="43744" y="22118"/>
                  </a:cubicBezTo>
                  <a:cubicBezTo>
                    <a:pt x="43188" y="22118"/>
                    <a:pt x="42913" y="21991"/>
                    <a:pt x="43767" y="21642"/>
                  </a:cubicBezTo>
                  <a:cubicBezTo>
                    <a:pt x="47307" y="20021"/>
                    <a:pt x="51088" y="19173"/>
                    <a:pt x="54917" y="19173"/>
                  </a:cubicBezTo>
                  <a:close/>
                  <a:moveTo>
                    <a:pt x="122359" y="31092"/>
                  </a:moveTo>
                  <a:cubicBezTo>
                    <a:pt x="123696" y="31092"/>
                    <a:pt x="122902" y="32564"/>
                    <a:pt x="121665" y="32770"/>
                  </a:cubicBezTo>
                  <a:cubicBezTo>
                    <a:pt x="120992" y="32844"/>
                    <a:pt x="120395" y="33143"/>
                    <a:pt x="119872" y="33591"/>
                  </a:cubicBezTo>
                  <a:lnTo>
                    <a:pt x="120470" y="33293"/>
                  </a:lnTo>
                  <a:cubicBezTo>
                    <a:pt x="120843" y="33218"/>
                    <a:pt x="121216" y="33143"/>
                    <a:pt x="121590" y="33143"/>
                  </a:cubicBezTo>
                  <a:cubicBezTo>
                    <a:pt x="121714" y="33093"/>
                    <a:pt x="121839" y="33069"/>
                    <a:pt x="121961" y="33069"/>
                  </a:cubicBezTo>
                  <a:cubicBezTo>
                    <a:pt x="122204" y="33069"/>
                    <a:pt x="122436" y="33168"/>
                    <a:pt x="122636" y="33367"/>
                  </a:cubicBezTo>
                  <a:cubicBezTo>
                    <a:pt x="123756" y="33666"/>
                    <a:pt x="124353" y="34861"/>
                    <a:pt x="123905" y="35981"/>
                  </a:cubicBezTo>
                  <a:cubicBezTo>
                    <a:pt x="123756" y="36355"/>
                    <a:pt x="123606" y="36728"/>
                    <a:pt x="123457" y="37176"/>
                  </a:cubicBezTo>
                  <a:cubicBezTo>
                    <a:pt x="123606" y="37326"/>
                    <a:pt x="123756" y="37475"/>
                    <a:pt x="123905" y="37624"/>
                  </a:cubicBezTo>
                  <a:cubicBezTo>
                    <a:pt x="125175" y="39641"/>
                    <a:pt x="126519" y="42628"/>
                    <a:pt x="128685" y="43749"/>
                  </a:cubicBezTo>
                  <a:cubicBezTo>
                    <a:pt x="129059" y="43973"/>
                    <a:pt x="129507" y="44122"/>
                    <a:pt x="129955" y="44271"/>
                  </a:cubicBezTo>
                  <a:cubicBezTo>
                    <a:pt x="129283" y="43076"/>
                    <a:pt x="128760" y="41807"/>
                    <a:pt x="128386" y="40462"/>
                  </a:cubicBezTo>
                  <a:cubicBezTo>
                    <a:pt x="128189" y="39772"/>
                    <a:pt x="129327" y="39212"/>
                    <a:pt x="130187" y="39212"/>
                  </a:cubicBezTo>
                  <a:cubicBezTo>
                    <a:pt x="130630" y="39212"/>
                    <a:pt x="130999" y="39360"/>
                    <a:pt x="131075" y="39716"/>
                  </a:cubicBezTo>
                  <a:cubicBezTo>
                    <a:pt x="131822" y="41956"/>
                    <a:pt x="132942" y="44047"/>
                    <a:pt x="134361" y="45840"/>
                  </a:cubicBezTo>
                  <a:cubicBezTo>
                    <a:pt x="135258" y="47035"/>
                    <a:pt x="135855" y="47408"/>
                    <a:pt x="135855" y="48902"/>
                  </a:cubicBezTo>
                  <a:cubicBezTo>
                    <a:pt x="135930" y="50470"/>
                    <a:pt x="135033" y="54653"/>
                    <a:pt x="133988" y="55848"/>
                  </a:cubicBezTo>
                  <a:cubicBezTo>
                    <a:pt x="133184" y="56727"/>
                    <a:pt x="131984" y="57057"/>
                    <a:pt x="130649" y="57057"/>
                  </a:cubicBezTo>
                  <a:cubicBezTo>
                    <a:pt x="128011" y="57057"/>
                    <a:pt x="124844" y="55769"/>
                    <a:pt x="123158" y="54877"/>
                  </a:cubicBezTo>
                  <a:cubicBezTo>
                    <a:pt x="121814" y="54130"/>
                    <a:pt x="120544" y="53159"/>
                    <a:pt x="119424" y="51964"/>
                  </a:cubicBezTo>
                  <a:cubicBezTo>
                    <a:pt x="119275" y="51964"/>
                    <a:pt x="119200" y="51889"/>
                    <a:pt x="119275" y="51815"/>
                  </a:cubicBezTo>
                  <a:cubicBezTo>
                    <a:pt x="116437" y="48753"/>
                    <a:pt x="115018" y="44794"/>
                    <a:pt x="115167" y="40687"/>
                  </a:cubicBezTo>
                  <a:cubicBezTo>
                    <a:pt x="115242" y="36131"/>
                    <a:pt x="117183" y="31874"/>
                    <a:pt x="121963" y="31127"/>
                  </a:cubicBezTo>
                  <a:cubicBezTo>
                    <a:pt x="122112" y="31103"/>
                    <a:pt x="122244" y="31092"/>
                    <a:pt x="122359" y="31092"/>
                  </a:cubicBezTo>
                  <a:close/>
                  <a:moveTo>
                    <a:pt x="52132" y="56595"/>
                  </a:moveTo>
                  <a:cubicBezTo>
                    <a:pt x="52356" y="56669"/>
                    <a:pt x="52505" y="56893"/>
                    <a:pt x="52206" y="57043"/>
                  </a:cubicBezTo>
                  <a:lnTo>
                    <a:pt x="48248" y="59881"/>
                  </a:lnTo>
                  <a:cubicBezTo>
                    <a:pt x="48024" y="60049"/>
                    <a:pt x="47758" y="60133"/>
                    <a:pt x="47513" y="60133"/>
                  </a:cubicBezTo>
                  <a:cubicBezTo>
                    <a:pt x="47431" y="60133"/>
                    <a:pt x="47352" y="60124"/>
                    <a:pt x="47277" y="60105"/>
                  </a:cubicBezTo>
                  <a:cubicBezTo>
                    <a:pt x="47053" y="60030"/>
                    <a:pt x="46904" y="59881"/>
                    <a:pt x="47128" y="59657"/>
                  </a:cubicBezTo>
                  <a:lnTo>
                    <a:pt x="51161" y="56893"/>
                  </a:lnTo>
                  <a:cubicBezTo>
                    <a:pt x="51459" y="56669"/>
                    <a:pt x="51758" y="56595"/>
                    <a:pt x="52132" y="56595"/>
                  </a:cubicBezTo>
                  <a:close/>
                  <a:moveTo>
                    <a:pt x="89846" y="52332"/>
                  </a:moveTo>
                  <a:cubicBezTo>
                    <a:pt x="90074" y="52332"/>
                    <a:pt x="90284" y="52379"/>
                    <a:pt x="90446" y="52487"/>
                  </a:cubicBezTo>
                  <a:cubicBezTo>
                    <a:pt x="91641" y="53308"/>
                    <a:pt x="92537" y="54429"/>
                    <a:pt x="93134" y="55698"/>
                  </a:cubicBezTo>
                  <a:cubicBezTo>
                    <a:pt x="94628" y="58686"/>
                    <a:pt x="96495" y="59657"/>
                    <a:pt x="98960" y="61599"/>
                  </a:cubicBezTo>
                  <a:cubicBezTo>
                    <a:pt x="101873" y="63914"/>
                    <a:pt x="103964" y="67051"/>
                    <a:pt x="104935" y="70561"/>
                  </a:cubicBezTo>
                  <a:cubicBezTo>
                    <a:pt x="107026" y="78254"/>
                    <a:pt x="103142" y="85946"/>
                    <a:pt x="96495" y="89905"/>
                  </a:cubicBezTo>
                  <a:cubicBezTo>
                    <a:pt x="96249" y="90045"/>
                    <a:pt x="95937" y="90107"/>
                    <a:pt x="95624" y="90107"/>
                  </a:cubicBezTo>
                  <a:cubicBezTo>
                    <a:pt x="94606" y="90107"/>
                    <a:pt x="93578" y="89452"/>
                    <a:pt x="94778" y="88710"/>
                  </a:cubicBezTo>
                  <a:cubicBezTo>
                    <a:pt x="101873" y="84527"/>
                    <a:pt x="104785" y="75938"/>
                    <a:pt x="101051" y="68395"/>
                  </a:cubicBezTo>
                  <a:cubicBezTo>
                    <a:pt x="100304" y="66827"/>
                    <a:pt x="99333" y="65408"/>
                    <a:pt x="98138" y="64213"/>
                  </a:cubicBezTo>
                  <a:cubicBezTo>
                    <a:pt x="96495" y="62570"/>
                    <a:pt x="94180" y="61823"/>
                    <a:pt x="92612" y="60180"/>
                  </a:cubicBezTo>
                  <a:cubicBezTo>
                    <a:pt x="90819" y="58312"/>
                    <a:pt x="90595" y="55549"/>
                    <a:pt x="88354" y="53981"/>
                  </a:cubicBezTo>
                  <a:cubicBezTo>
                    <a:pt x="87375" y="53307"/>
                    <a:pt x="88805" y="52332"/>
                    <a:pt x="89846" y="52332"/>
                  </a:cubicBezTo>
                  <a:close/>
                  <a:moveTo>
                    <a:pt x="78440" y="52346"/>
                  </a:moveTo>
                  <a:cubicBezTo>
                    <a:pt x="79700" y="52346"/>
                    <a:pt x="79971" y="53959"/>
                    <a:pt x="78496" y="54429"/>
                  </a:cubicBezTo>
                  <a:cubicBezTo>
                    <a:pt x="77301" y="54653"/>
                    <a:pt x="76181" y="54877"/>
                    <a:pt x="75060" y="54952"/>
                  </a:cubicBezTo>
                  <a:cubicBezTo>
                    <a:pt x="77077" y="57043"/>
                    <a:pt x="78795" y="59507"/>
                    <a:pt x="80064" y="62196"/>
                  </a:cubicBezTo>
                  <a:lnTo>
                    <a:pt x="80662" y="61897"/>
                  </a:lnTo>
                  <a:cubicBezTo>
                    <a:pt x="80778" y="61846"/>
                    <a:pt x="80897" y="61823"/>
                    <a:pt x="81010" y="61823"/>
                  </a:cubicBezTo>
                  <a:cubicBezTo>
                    <a:pt x="81546" y="61823"/>
                    <a:pt x="81938" y="62336"/>
                    <a:pt x="81259" y="62644"/>
                  </a:cubicBezTo>
                  <a:lnTo>
                    <a:pt x="80363" y="63018"/>
                  </a:lnTo>
                  <a:cubicBezTo>
                    <a:pt x="81259" y="65632"/>
                    <a:pt x="81185" y="68544"/>
                    <a:pt x="80214" y="71158"/>
                  </a:cubicBezTo>
                  <a:cubicBezTo>
                    <a:pt x="79541" y="72876"/>
                    <a:pt x="78869" y="74594"/>
                    <a:pt x="78272" y="76237"/>
                  </a:cubicBezTo>
                  <a:lnTo>
                    <a:pt x="79467" y="75714"/>
                  </a:lnTo>
                  <a:cubicBezTo>
                    <a:pt x="79604" y="75646"/>
                    <a:pt x="79752" y="75617"/>
                    <a:pt x="79889" y="75617"/>
                  </a:cubicBezTo>
                  <a:cubicBezTo>
                    <a:pt x="80350" y="75617"/>
                    <a:pt x="80681" y="75949"/>
                    <a:pt x="79990" y="76237"/>
                  </a:cubicBezTo>
                  <a:cubicBezTo>
                    <a:pt x="79317" y="76611"/>
                    <a:pt x="78571" y="76909"/>
                    <a:pt x="77898" y="77208"/>
                  </a:cubicBezTo>
                  <a:cubicBezTo>
                    <a:pt x="77152" y="79150"/>
                    <a:pt x="76778" y="81241"/>
                    <a:pt x="76703" y="83332"/>
                  </a:cubicBezTo>
                  <a:cubicBezTo>
                    <a:pt x="76629" y="84677"/>
                    <a:pt x="76778" y="86021"/>
                    <a:pt x="77152" y="87365"/>
                  </a:cubicBezTo>
                  <a:cubicBezTo>
                    <a:pt x="78197" y="90203"/>
                    <a:pt x="79840" y="90129"/>
                    <a:pt x="82454" y="90726"/>
                  </a:cubicBezTo>
                  <a:cubicBezTo>
                    <a:pt x="84396" y="91100"/>
                    <a:pt x="86039" y="92519"/>
                    <a:pt x="86711" y="94460"/>
                  </a:cubicBezTo>
                  <a:cubicBezTo>
                    <a:pt x="86711" y="94460"/>
                    <a:pt x="86786" y="94386"/>
                    <a:pt x="86786" y="94311"/>
                  </a:cubicBezTo>
                  <a:cubicBezTo>
                    <a:pt x="87057" y="93837"/>
                    <a:pt x="87772" y="93594"/>
                    <a:pt x="88404" y="93594"/>
                  </a:cubicBezTo>
                  <a:cubicBezTo>
                    <a:pt x="89167" y="93594"/>
                    <a:pt x="89809" y="93949"/>
                    <a:pt x="89400" y="94685"/>
                  </a:cubicBezTo>
                  <a:cubicBezTo>
                    <a:pt x="88504" y="96178"/>
                    <a:pt x="87384" y="97523"/>
                    <a:pt x="86039" y="98568"/>
                  </a:cubicBezTo>
                  <a:cubicBezTo>
                    <a:pt x="85890" y="98867"/>
                    <a:pt x="85666" y="99166"/>
                    <a:pt x="85442" y="99390"/>
                  </a:cubicBezTo>
                  <a:cubicBezTo>
                    <a:pt x="83799" y="101332"/>
                    <a:pt x="80811" y="102078"/>
                    <a:pt x="77824" y="102228"/>
                  </a:cubicBezTo>
                  <a:cubicBezTo>
                    <a:pt x="76335" y="102504"/>
                    <a:pt x="74790" y="102638"/>
                    <a:pt x="73225" y="102638"/>
                  </a:cubicBezTo>
                  <a:cubicBezTo>
                    <a:pt x="62941" y="102638"/>
                    <a:pt x="51820" y="96840"/>
                    <a:pt x="50264" y="87440"/>
                  </a:cubicBezTo>
                  <a:cubicBezTo>
                    <a:pt x="49667" y="83108"/>
                    <a:pt x="50414" y="78702"/>
                    <a:pt x="52505" y="74893"/>
                  </a:cubicBezTo>
                  <a:cubicBezTo>
                    <a:pt x="53551" y="72802"/>
                    <a:pt x="54820" y="70785"/>
                    <a:pt x="56314" y="68843"/>
                  </a:cubicBezTo>
                  <a:cubicBezTo>
                    <a:pt x="58405" y="65781"/>
                    <a:pt x="59077" y="63242"/>
                    <a:pt x="60048" y="59806"/>
                  </a:cubicBezTo>
                  <a:cubicBezTo>
                    <a:pt x="62737" y="50321"/>
                    <a:pt x="70729" y="54429"/>
                    <a:pt x="77973" y="52412"/>
                  </a:cubicBezTo>
                  <a:cubicBezTo>
                    <a:pt x="78141" y="52367"/>
                    <a:pt x="78297" y="52346"/>
                    <a:pt x="78440" y="52346"/>
                  </a:cubicBezTo>
                  <a:close/>
                  <a:moveTo>
                    <a:pt x="42790" y="102412"/>
                  </a:moveTo>
                  <a:cubicBezTo>
                    <a:pt x="41927" y="102412"/>
                    <a:pt x="41499" y="103101"/>
                    <a:pt x="41302" y="104020"/>
                  </a:cubicBezTo>
                  <a:cubicBezTo>
                    <a:pt x="41642" y="103146"/>
                    <a:pt x="42424" y="102588"/>
                    <a:pt x="43279" y="102468"/>
                  </a:cubicBezTo>
                  <a:lnTo>
                    <a:pt x="43279" y="102468"/>
                  </a:lnTo>
                  <a:cubicBezTo>
                    <a:pt x="43312" y="102471"/>
                    <a:pt x="43346" y="102473"/>
                    <a:pt x="43381" y="102473"/>
                  </a:cubicBezTo>
                  <a:cubicBezTo>
                    <a:pt x="43471" y="102473"/>
                    <a:pt x="43565" y="102463"/>
                    <a:pt x="43663" y="102445"/>
                  </a:cubicBezTo>
                  <a:lnTo>
                    <a:pt x="43663" y="102445"/>
                  </a:lnTo>
                  <a:cubicBezTo>
                    <a:pt x="43650" y="102444"/>
                    <a:pt x="43637" y="102444"/>
                    <a:pt x="43624" y="102444"/>
                  </a:cubicBezTo>
                  <a:cubicBezTo>
                    <a:pt x="43508" y="102444"/>
                    <a:pt x="43393" y="102452"/>
                    <a:pt x="43279" y="102468"/>
                  </a:cubicBezTo>
                  <a:lnTo>
                    <a:pt x="43279" y="102468"/>
                  </a:lnTo>
                  <a:cubicBezTo>
                    <a:pt x="43241" y="102465"/>
                    <a:pt x="43205" y="102459"/>
                    <a:pt x="43169" y="102452"/>
                  </a:cubicBezTo>
                  <a:cubicBezTo>
                    <a:pt x="43034" y="102425"/>
                    <a:pt x="42908" y="102412"/>
                    <a:pt x="42790" y="102412"/>
                  </a:cubicBezTo>
                  <a:close/>
                  <a:moveTo>
                    <a:pt x="84183" y="107823"/>
                  </a:moveTo>
                  <a:cubicBezTo>
                    <a:pt x="84306" y="107823"/>
                    <a:pt x="84431" y="107847"/>
                    <a:pt x="84545" y="107904"/>
                  </a:cubicBezTo>
                  <a:cubicBezTo>
                    <a:pt x="84844" y="108128"/>
                    <a:pt x="84695" y="108352"/>
                    <a:pt x="84471" y="108501"/>
                  </a:cubicBezTo>
                  <a:lnTo>
                    <a:pt x="83575" y="109174"/>
                  </a:lnTo>
                  <a:cubicBezTo>
                    <a:pt x="83390" y="109266"/>
                    <a:pt x="83177" y="109330"/>
                    <a:pt x="82970" y="109330"/>
                  </a:cubicBezTo>
                  <a:cubicBezTo>
                    <a:pt x="82843" y="109330"/>
                    <a:pt x="82718" y="109305"/>
                    <a:pt x="82604" y="109248"/>
                  </a:cubicBezTo>
                  <a:cubicBezTo>
                    <a:pt x="82380" y="109099"/>
                    <a:pt x="82454" y="108800"/>
                    <a:pt x="82678" y="108651"/>
                  </a:cubicBezTo>
                  <a:lnTo>
                    <a:pt x="83649" y="107979"/>
                  </a:lnTo>
                  <a:cubicBezTo>
                    <a:pt x="83788" y="107886"/>
                    <a:pt x="83983" y="107823"/>
                    <a:pt x="84183" y="107823"/>
                  </a:cubicBezTo>
                  <a:close/>
                  <a:moveTo>
                    <a:pt x="136514" y="64502"/>
                  </a:moveTo>
                  <a:cubicBezTo>
                    <a:pt x="136850" y="64502"/>
                    <a:pt x="137187" y="64580"/>
                    <a:pt x="137498" y="64735"/>
                  </a:cubicBezTo>
                  <a:lnTo>
                    <a:pt x="138394" y="64735"/>
                  </a:lnTo>
                  <a:cubicBezTo>
                    <a:pt x="139589" y="64735"/>
                    <a:pt x="139216" y="65333"/>
                    <a:pt x="138544" y="65781"/>
                  </a:cubicBezTo>
                  <a:cubicBezTo>
                    <a:pt x="138992" y="66453"/>
                    <a:pt x="138992" y="67349"/>
                    <a:pt x="138618" y="68022"/>
                  </a:cubicBezTo>
                  <a:cubicBezTo>
                    <a:pt x="137199" y="70561"/>
                    <a:pt x="136079" y="73175"/>
                    <a:pt x="135108" y="75864"/>
                  </a:cubicBezTo>
                  <a:cubicBezTo>
                    <a:pt x="135631" y="75864"/>
                    <a:pt x="136154" y="76162"/>
                    <a:pt x="135556" y="76536"/>
                  </a:cubicBezTo>
                  <a:lnTo>
                    <a:pt x="134660" y="77133"/>
                  </a:lnTo>
                  <a:cubicBezTo>
                    <a:pt x="134212" y="78403"/>
                    <a:pt x="133913" y="79747"/>
                    <a:pt x="133614" y="81092"/>
                  </a:cubicBezTo>
                  <a:lnTo>
                    <a:pt x="134137" y="80718"/>
                  </a:lnTo>
                  <a:cubicBezTo>
                    <a:pt x="134271" y="80629"/>
                    <a:pt x="134801" y="80514"/>
                    <a:pt x="135098" y="80514"/>
                  </a:cubicBezTo>
                  <a:cubicBezTo>
                    <a:pt x="135300" y="80514"/>
                    <a:pt x="135394" y="80567"/>
                    <a:pt x="135183" y="80718"/>
                  </a:cubicBezTo>
                  <a:cubicBezTo>
                    <a:pt x="134660" y="81092"/>
                    <a:pt x="133988" y="81465"/>
                    <a:pt x="133465" y="81839"/>
                  </a:cubicBezTo>
                  <a:cubicBezTo>
                    <a:pt x="133316" y="82660"/>
                    <a:pt x="133166" y="83556"/>
                    <a:pt x="133092" y="84378"/>
                  </a:cubicBezTo>
                  <a:cubicBezTo>
                    <a:pt x="133241" y="84378"/>
                    <a:pt x="133390" y="84453"/>
                    <a:pt x="133166" y="84677"/>
                  </a:cubicBezTo>
                  <a:lnTo>
                    <a:pt x="133017" y="84751"/>
                  </a:lnTo>
                  <a:cubicBezTo>
                    <a:pt x="132718" y="87664"/>
                    <a:pt x="132868" y="90577"/>
                    <a:pt x="133316" y="93490"/>
                  </a:cubicBezTo>
                  <a:cubicBezTo>
                    <a:pt x="133465" y="93415"/>
                    <a:pt x="133614" y="93340"/>
                    <a:pt x="133764" y="93191"/>
                  </a:cubicBezTo>
                  <a:cubicBezTo>
                    <a:pt x="133900" y="93136"/>
                    <a:pt x="134157" y="93101"/>
                    <a:pt x="134388" y="93101"/>
                  </a:cubicBezTo>
                  <a:cubicBezTo>
                    <a:pt x="134787" y="93101"/>
                    <a:pt x="135106" y="93205"/>
                    <a:pt x="134585" y="93490"/>
                  </a:cubicBezTo>
                  <a:cubicBezTo>
                    <a:pt x="134212" y="93714"/>
                    <a:pt x="133838" y="93938"/>
                    <a:pt x="133465" y="94087"/>
                  </a:cubicBezTo>
                  <a:cubicBezTo>
                    <a:pt x="133614" y="94834"/>
                    <a:pt x="133764" y="95506"/>
                    <a:pt x="133988" y="96178"/>
                  </a:cubicBezTo>
                  <a:cubicBezTo>
                    <a:pt x="134063" y="96626"/>
                    <a:pt x="134212" y="97075"/>
                    <a:pt x="134361" y="97523"/>
                  </a:cubicBezTo>
                  <a:cubicBezTo>
                    <a:pt x="134660" y="97523"/>
                    <a:pt x="134959" y="97523"/>
                    <a:pt x="134809" y="97672"/>
                  </a:cubicBezTo>
                  <a:lnTo>
                    <a:pt x="134511" y="97896"/>
                  </a:lnTo>
                  <a:cubicBezTo>
                    <a:pt x="135855" y="101556"/>
                    <a:pt x="138245" y="105589"/>
                    <a:pt x="137647" y="108950"/>
                  </a:cubicBezTo>
                  <a:cubicBezTo>
                    <a:pt x="138469" y="107008"/>
                    <a:pt x="138992" y="104917"/>
                    <a:pt x="139216" y="102825"/>
                  </a:cubicBezTo>
                  <a:cubicBezTo>
                    <a:pt x="139306" y="102284"/>
                    <a:pt x="140351" y="101906"/>
                    <a:pt x="141114" y="101906"/>
                  </a:cubicBezTo>
                  <a:cubicBezTo>
                    <a:pt x="141614" y="101906"/>
                    <a:pt x="141993" y="102068"/>
                    <a:pt x="141905" y="102452"/>
                  </a:cubicBezTo>
                  <a:cubicBezTo>
                    <a:pt x="140934" y="108352"/>
                    <a:pt x="138544" y="112460"/>
                    <a:pt x="133316" y="113730"/>
                  </a:cubicBezTo>
                  <a:cubicBezTo>
                    <a:pt x="132364" y="114253"/>
                    <a:pt x="131322" y="114534"/>
                    <a:pt x="130267" y="114534"/>
                  </a:cubicBezTo>
                  <a:cubicBezTo>
                    <a:pt x="129664" y="114534"/>
                    <a:pt x="129058" y="114442"/>
                    <a:pt x="128461" y="114252"/>
                  </a:cubicBezTo>
                  <a:lnTo>
                    <a:pt x="128461" y="114178"/>
                  </a:lnTo>
                  <a:cubicBezTo>
                    <a:pt x="126295" y="114178"/>
                    <a:pt x="124204" y="113431"/>
                    <a:pt x="122636" y="111937"/>
                  </a:cubicBezTo>
                  <a:cubicBezTo>
                    <a:pt x="119797" y="109024"/>
                    <a:pt x="120768" y="103722"/>
                    <a:pt x="120843" y="100062"/>
                  </a:cubicBezTo>
                  <a:cubicBezTo>
                    <a:pt x="120992" y="91249"/>
                    <a:pt x="120544" y="80195"/>
                    <a:pt x="124279" y="71980"/>
                  </a:cubicBezTo>
                  <a:cubicBezTo>
                    <a:pt x="126445" y="67125"/>
                    <a:pt x="130478" y="65482"/>
                    <a:pt x="135183" y="64959"/>
                  </a:cubicBezTo>
                  <a:cubicBezTo>
                    <a:pt x="135575" y="64655"/>
                    <a:pt x="136043" y="64502"/>
                    <a:pt x="136514" y="64502"/>
                  </a:cubicBezTo>
                  <a:close/>
                  <a:moveTo>
                    <a:pt x="105658" y="103071"/>
                  </a:moveTo>
                  <a:cubicBezTo>
                    <a:pt x="106583" y="103071"/>
                    <a:pt x="107500" y="103295"/>
                    <a:pt x="108370" y="103796"/>
                  </a:cubicBezTo>
                  <a:cubicBezTo>
                    <a:pt x="109117" y="104319"/>
                    <a:pt x="108072" y="104991"/>
                    <a:pt x="107101" y="105215"/>
                  </a:cubicBezTo>
                  <a:cubicBezTo>
                    <a:pt x="107325" y="105813"/>
                    <a:pt x="107250" y="106485"/>
                    <a:pt x="106877" y="107082"/>
                  </a:cubicBezTo>
                  <a:cubicBezTo>
                    <a:pt x="106429" y="107829"/>
                    <a:pt x="106130" y="108651"/>
                    <a:pt x="105980" y="109547"/>
                  </a:cubicBezTo>
                  <a:cubicBezTo>
                    <a:pt x="106429" y="110817"/>
                    <a:pt x="107474" y="111788"/>
                    <a:pt x="108744" y="112012"/>
                  </a:cubicBezTo>
                  <a:cubicBezTo>
                    <a:pt x="109789" y="112236"/>
                    <a:pt x="110462" y="113132"/>
                    <a:pt x="110462" y="114178"/>
                  </a:cubicBezTo>
                  <a:cubicBezTo>
                    <a:pt x="111059" y="113281"/>
                    <a:pt x="111209" y="112236"/>
                    <a:pt x="110835" y="111265"/>
                  </a:cubicBezTo>
                  <a:cubicBezTo>
                    <a:pt x="110312" y="109248"/>
                    <a:pt x="108669" y="107531"/>
                    <a:pt x="107848" y="105663"/>
                  </a:cubicBezTo>
                  <a:cubicBezTo>
                    <a:pt x="107589" y="105095"/>
                    <a:pt x="108760" y="104527"/>
                    <a:pt x="109655" y="104527"/>
                  </a:cubicBezTo>
                  <a:cubicBezTo>
                    <a:pt x="110054" y="104527"/>
                    <a:pt x="110398" y="104640"/>
                    <a:pt x="110536" y="104917"/>
                  </a:cubicBezTo>
                  <a:cubicBezTo>
                    <a:pt x="112105" y="108501"/>
                    <a:pt x="116063" y="112385"/>
                    <a:pt x="111731" y="115746"/>
                  </a:cubicBezTo>
                  <a:cubicBezTo>
                    <a:pt x="109574" y="117392"/>
                    <a:pt x="105951" y="118477"/>
                    <a:pt x="102828" y="118477"/>
                  </a:cubicBezTo>
                  <a:cubicBezTo>
                    <a:pt x="101841" y="118477"/>
                    <a:pt x="100905" y="118369"/>
                    <a:pt x="100080" y="118136"/>
                  </a:cubicBezTo>
                  <a:cubicBezTo>
                    <a:pt x="91383" y="115632"/>
                    <a:pt x="98730" y="103071"/>
                    <a:pt x="105658" y="103071"/>
                  </a:cubicBezTo>
                  <a:close/>
                  <a:moveTo>
                    <a:pt x="43245" y="100504"/>
                  </a:moveTo>
                  <a:cubicBezTo>
                    <a:pt x="43748" y="100504"/>
                    <a:pt x="44252" y="100580"/>
                    <a:pt x="44738" y="100734"/>
                  </a:cubicBezTo>
                  <a:cubicBezTo>
                    <a:pt x="46150" y="100991"/>
                    <a:pt x="44748" y="102241"/>
                    <a:pt x="43663" y="102445"/>
                  </a:cubicBezTo>
                  <a:lnTo>
                    <a:pt x="43663" y="102445"/>
                  </a:lnTo>
                  <a:cubicBezTo>
                    <a:pt x="44001" y="102450"/>
                    <a:pt x="44341" y="102525"/>
                    <a:pt x="44663" y="102676"/>
                  </a:cubicBezTo>
                  <a:cubicBezTo>
                    <a:pt x="45096" y="102181"/>
                    <a:pt x="45683" y="101891"/>
                    <a:pt x="46296" y="101891"/>
                  </a:cubicBezTo>
                  <a:cubicBezTo>
                    <a:pt x="46423" y="101891"/>
                    <a:pt x="46551" y="101903"/>
                    <a:pt x="46680" y="101929"/>
                  </a:cubicBezTo>
                  <a:cubicBezTo>
                    <a:pt x="49144" y="102676"/>
                    <a:pt x="52057" y="103796"/>
                    <a:pt x="52878" y="106410"/>
                  </a:cubicBezTo>
                  <a:cubicBezTo>
                    <a:pt x="53849" y="109547"/>
                    <a:pt x="50862" y="111190"/>
                    <a:pt x="50040" y="113804"/>
                  </a:cubicBezTo>
                  <a:cubicBezTo>
                    <a:pt x="48779" y="117798"/>
                    <a:pt x="47847" y="123894"/>
                    <a:pt x="42557" y="123894"/>
                  </a:cubicBezTo>
                  <a:cubicBezTo>
                    <a:pt x="42208" y="123894"/>
                    <a:pt x="41840" y="123868"/>
                    <a:pt x="41451" y="123812"/>
                  </a:cubicBezTo>
                  <a:cubicBezTo>
                    <a:pt x="34580" y="122692"/>
                    <a:pt x="38315" y="114028"/>
                    <a:pt x="38464" y="109921"/>
                  </a:cubicBezTo>
                  <a:cubicBezTo>
                    <a:pt x="38613" y="107008"/>
                    <a:pt x="37568" y="104020"/>
                    <a:pt x="39958" y="101780"/>
                  </a:cubicBezTo>
                  <a:cubicBezTo>
                    <a:pt x="40852" y="100938"/>
                    <a:pt x="42044" y="100504"/>
                    <a:pt x="43245" y="100504"/>
                  </a:cubicBezTo>
                  <a:close/>
                  <a:moveTo>
                    <a:pt x="110350" y="128685"/>
                  </a:moveTo>
                  <a:cubicBezTo>
                    <a:pt x="110536" y="128685"/>
                    <a:pt x="110723" y="128741"/>
                    <a:pt x="110835" y="128891"/>
                  </a:cubicBezTo>
                  <a:cubicBezTo>
                    <a:pt x="110984" y="129115"/>
                    <a:pt x="110686" y="129339"/>
                    <a:pt x="110462" y="129488"/>
                  </a:cubicBezTo>
                  <a:lnTo>
                    <a:pt x="107997" y="130758"/>
                  </a:lnTo>
                  <a:cubicBezTo>
                    <a:pt x="107885" y="130795"/>
                    <a:pt x="107698" y="130833"/>
                    <a:pt x="107512" y="130833"/>
                  </a:cubicBezTo>
                  <a:cubicBezTo>
                    <a:pt x="107325" y="130833"/>
                    <a:pt x="107138" y="130795"/>
                    <a:pt x="107026" y="130683"/>
                  </a:cubicBezTo>
                  <a:cubicBezTo>
                    <a:pt x="106877" y="130384"/>
                    <a:pt x="107175" y="130160"/>
                    <a:pt x="107400" y="130011"/>
                  </a:cubicBezTo>
                  <a:lnTo>
                    <a:pt x="109864" y="128816"/>
                  </a:lnTo>
                  <a:cubicBezTo>
                    <a:pt x="109976" y="128741"/>
                    <a:pt x="110163" y="128685"/>
                    <a:pt x="110350" y="128685"/>
                  </a:cubicBezTo>
                  <a:close/>
                  <a:moveTo>
                    <a:pt x="124695" y="128398"/>
                  </a:moveTo>
                  <a:cubicBezTo>
                    <a:pt x="126554" y="128398"/>
                    <a:pt x="128343" y="129427"/>
                    <a:pt x="130029" y="131505"/>
                  </a:cubicBezTo>
                  <a:cubicBezTo>
                    <a:pt x="130543" y="132075"/>
                    <a:pt x="129139" y="132776"/>
                    <a:pt x="128215" y="132776"/>
                  </a:cubicBezTo>
                  <a:cubicBezTo>
                    <a:pt x="127929" y="132776"/>
                    <a:pt x="127688" y="132709"/>
                    <a:pt x="127565" y="132550"/>
                  </a:cubicBezTo>
                  <a:cubicBezTo>
                    <a:pt x="126416" y="131183"/>
                    <a:pt x="125268" y="130617"/>
                    <a:pt x="124119" y="130617"/>
                  </a:cubicBezTo>
                  <a:cubicBezTo>
                    <a:pt x="123700" y="130617"/>
                    <a:pt x="123280" y="130693"/>
                    <a:pt x="122860" y="130833"/>
                  </a:cubicBezTo>
                  <a:cubicBezTo>
                    <a:pt x="124503" y="131057"/>
                    <a:pt x="125399" y="132849"/>
                    <a:pt x="124652" y="134343"/>
                  </a:cubicBezTo>
                  <a:cubicBezTo>
                    <a:pt x="124428" y="134716"/>
                    <a:pt x="124279" y="135090"/>
                    <a:pt x="124129" y="135463"/>
                  </a:cubicBezTo>
                  <a:lnTo>
                    <a:pt x="124129" y="135762"/>
                  </a:lnTo>
                  <a:cubicBezTo>
                    <a:pt x="124277" y="135635"/>
                    <a:pt x="124468" y="135580"/>
                    <a:pt x="124649" y="135580"/>
                  </a:cubicBezTo>
                  <a:cubicBezTo>
                    <a:pt x="125107" y="135580"/>
                    <a:pt x="125507" y="135931"/>
                    <a:pt x="125025" y="136359"/>
                  </a:cubicBezTo>
                  <a:cubicBezTo>
                    <a:pt x="124801" y="136583"/>
                    <a:pt x="124503" y="136808"/>
                    <a:pt x="124279" y="137032"/>
                  </a:cubicBezTo>
                  <a:cubicBezTo>
                    <a:pt x="124353" y="137778"/>
                    <a:pt x="124503" y="138525"/>
                    <a:pt x="124652" y="139272"/>
                  </a:cubicBezTo>
                  <a:cubicBezTo>
                    <a:pt x="125025" y="139272"/>
                    <a:pt x="125324" y="139272"/>
                    <a:pt x="125175" y="139347"/>
                  </a:cubicBezTo>
                  <a:lnTo>
                    <a:pt x="124727" y="139720"/>
                  </a:lnTo>
                  <a:cubicBezTo>
                    <a:pt x="124951" y="140990"/>
                    <a:pt x="124951" y="142334"/>
                    <a:pt x="124727" y="143679"/>
                  </a:cubicBezTo>
                  <a:cubicBezTo>
                    <a:pt x="125922" y="142036"/>
                    <a:pt x="126818" y="140168"/>
                    <a:pt x="127341" y="138227"/>
                  </a:cubicBezTo>
                  <a:cubicBezTo>
                    <a:pt x="127475" y="137689"/>
                    <a:pt x="128497" y="137339"/>
                    <a:pt x="129244" y="137339"/>
                  </a:cubicBezTo>
                  <a:cubicBezTo>
                    <a:pt x="129743" y="137339"/>
                    <a:pt x="130119" y="137495"/>
                    <a:pt x="130029" y="137853"/>
                  </a:cubicBezTo>
                  <a:cubicBezTo>
                    <a:pt x="128610" y="143081"/>
                    <a:pt x="124801" y="147264"/>
                    <a:pt x="119723" y="149131"/>
                  </a:cubicBezTo>
                  <a:cubicBezTo>
                    <a:pt x="119275" y="149280"/>
                    <a:pt x="118827" y="149429"/>
                    <a:pt x="118229" y="149579"/>
                  </a:cubicBezTo>
                  <a:cubicBezTo>
                    <a:pt x="117856" y="149878"/>
                    <a:pt x="117482" y="150102"/>
                    <a:pt x="117034" y="150326"/>
                  </a:cubicBezTo>
                  <a:cubicBezTo>
                    <a:pt x="116607" y="150525"/>
                    <a:pt x="116137" y="150626"/>
                    <a:pt x="115670" y="150626"/>
                  </a:cubicBezTo>
                  <a:cubicBezTo>
                    <a:pt x="114909" y="150626"/>
                    <a:pt x="114153" y="150358"/>
                    <a:pt x="113598" y="149803"/>
                  </a:cubicBezTo>
                  <a:cubicBezTo>
                    <a:pt x="112105" y="149504"/>
                    <a:pt x="111059" y="148160"/>
                    <a:pt x="111134" y="146666"/>
                  </a:cubicBezTo>
                  <a:cubicBezTo>
                    <a:pt x="110760" y="141214"/>
                    <a:pt x="115764" y="134343"/>
                    <a:pt x="119499" y="130907"/>
                  </a:cubicBezTo>
                  <a:cubicBezTo>
                    <a:pt x="121272" y="129240"/>
                    <a:pt x="123013" y="128398"/>
                    <a:pt x="124695" y="128398"/>
                  </a:cubicBezTo>
                  <a:close/>
                  <a:moveTo>
                    <a:pt x="71699" y="123588"/>
                  </a:moveTo>
                  <a:cubicBezTo>
                    <a:pt x="75508" y="125156"/>
                    <a:pt x="79317" y="125754"/>
                    <a:pt x="83351" y="126501"/>
                  </a:cubicBezTo>
                  <a:cubicBezTo>
                    <a:pt x="86114" y="126949"/>
                    <a:pt x="88579" y="127546"/>
                    <a:pt x="90670" y="129488"/>
                  </a:cubicBezTo>
                  <a:cubicBezTo>
                    <a:pt x="94180" y="132700"/>
                    <a:pt x="97914" y="139646"/>
                    <a:pt x="97466" y="144425"/>
                  </a:cubicBezTo>
                  <a:cubicBezTo>
                    <a:pt x="97018" y="149579"/>
                    <a:pt x="92014" y="152342"/>
                    <a:pt x="87832" y="154209"/>
                  </a:cubicBezTo>
                  <a:cubicBezTo>
                    <a:pt x="82828" y="156375"/>
                    <a:pt x="77450" y="158616"/>
                    <a:pt x="71923" y="158915"/>
                  </a:cubicBezTo>
                  <a:cubicBezTo>
                    <a:pt x="71356" y="158946"/>
                    <a:pt x="70787" y="158962"/>
                    <a:pt x="70219" y="158962"/>
                  </a:cubicBezTo>
                  <a:cubicBezTo>
                    <a:pt x="65403" y="158962"/>
                    <a:pt x="60589" y="157833"/>
                    <a:pt x="56314" y="155628"/>
                  </a:cubicBezTo>
                  <a:cubicBezTo>
                    <a:pt x="56181" y="155704"/>
                    <a:pt x="56043" y="155737"/>
                    <a:pt x="55916" y="155737"/>
                  </a:cubicBezTo>
                  <a:cubicBezTo>
                    <a:pt x="55545" y="155737"/>
                    <a:pt x="55270" y="155459"/>
                    <a:pt x="55492" y="155180"/>
                  </a:cubicBezTo>
                  <a:cubicBezTo>
                    <a:pt x="50937" y="152342"/>
                    <a:pt x="47949" y="147936"/>
                    <a:pt x="48920" y="141587"/>
                  </a:cubicBezTo>
                  <a:cubicBezTo>
                    <a:pt x="50248" y="133912"/>
                    <a:pt x="59379" y="124779"/>
                    <a:pt x="67738" y="124779"/>
                  </a:cubicBezTo>
                  <a:cubicBezTo>
                    <a:pt x="67839" y="124779"/>
                    <a:pt x="67939" y="124780"/>
                    <a:pt x="68040" y="124783"/>
                  </a:cubicBezTo>
                  <a:cubicBezTo>
                    <a:pt x="68488" y="124335"/>
                    <a:pt x="69160" y="124036"/>
                    <a:pt x="69832" y="124036"/>
                  </a:cubicBezTo>
                  <a:cubicBezTo>
                    <a:pt x="70355" y="123737"/>
                    <a:pt x="71027" y="123588"/>
                    <a:pt x="71699" y="123588"/>
                  </a:cubicBezTo>
                  <a:close/>
                  <a:moveTo>
                    <a:pt x="94960" y="159627"/>
                  </a:moveTo>
                  <a:cubicBezTo>
                    <a:pt x="95465" y="159627"/>
                    <a:pt x="95805" y="160126"/>
                    <a:pt x="95151" y="160483"/>
                  </a:cubicBezTo>
                  <a:cubicBezTo>
                    <a:pt x="91267" y="162350"/>
                    <a:pt x="87533" y="164516"/>
                    <a:pt x="83948" y="166906"/>
                  </a:cubicBezTo>
                  <a:cubicBezTo>
                    <a:pt x="83808" y="166986"/>
                    <a:pt x="83625" y="167023"/>
                    <a:pt x="83446" y="167023"/>
                  </a:cubicBezTo>
                  <a:cubicBezTo>
                    <a:pt x="82959" y="167023"/>
                    <a:pt x="82505" y="166746"/>
                    <a:pt x="83052" y="166309"/>
                  </a:cubicBezTo>
                  <a:cubicBezTo>
                    <a:pt x="86786" y="163919"/>
                    <a:pt x="90595" y="161678"/>
                    <a:pt x="94553" y="159736"/>
                  </a:cubicBezTo>
                  <a:cubicBezTo>
                    <a:pt x="94690" y="159660"/>
                    <a:pt x="94831" y="159627"/>
                    <a:pt x="94960" y="159627"/>
                  </a:cubicBezTo>
                  <a:close/>
                  <a:moveTo>
                    <a:pt x="59436" y="1"/>
                  </a:moveTo>
                  <a:cubicBezTo>
                    <a:pt x="48375" y="1"/>
                    <a:pt x="37244" y="2127"/>
                    <a:pt x="26664" y="6480"/>
                  </a:cubicBezTo>
                  <a:cubicBezTo>
                    <a:pt x="26813" y="6854"/>
                    <a:pt x="26813" y="7302"/>
                    <a:pt x="26738" y="7750"/>
                  </a:cubicBezTo>
                  <a:cubicBezTo>
                    <a:pt x="25394" y="14098"/>
                    <a:pt x="21436" y="18953"/>
                    <a:pt x="17477" y="23882"/>
                  </a:cubicBezTo>
                  <a:cubicBezTo>
                    <a:pt x="15311" y="26421"/>
                    <a:pt x="13369" y="29185"/>
                    <a:pt x="11801" y="32172"/>
                  </a:cubicBezTo>
                  <a:cubicBezTo>
                    <a:pt x="9934" y="35981"/>
                    <a:pt x="9411" y="40313"/>
                    <a:pt x="8216" y="44421"/>
                  </a:cubicBezTo>
                  <a:cubicBezTo>
                    <a:pt x="6125" y="51740"/>
                    <a:pt x="2615" y="58611"/>
                    <a:pt x="1" y="65632"/>
                  </a:cubicBezTo>
                  <a:cubicBezTo>
                    <a:pt x="3724" y="62885"/>
                    <a:pt x="8046" y="60737"/>
                    <a:pt x="12682" y="60737"/>
                  </a:cubicBezTo>
                  <a:cubicBezTo>
                    <a:pt x="13718" y="60737"/>
                    <a:pt x="14770" y="60844"/>
                    <a:pt x="15834" y="61076"/>
                  </a:cubicBezTo>
                  <a:cubicBezTo>
                    <a:pt x="22033" y="62420"/>
                    <a:pt x="24796" y="67349"/>
                    <a:pt x="26141" y="73100"/>
                  </a:cubicBezTo>
                  <a:cubicBezTo>
                    <a:pt x="26439" y="75117"/>
                    <a:pt x="26813" y="77059"/>
                    <a:pt x="27410" y="79000"/>
                  </a:cubicBezTo>
                  <a:cubicBezTo>
                    <a:pt x="28307" y="81839"/>
                    <a:pt x="30174" y="82884"/>
                    <a:pt x="32638" y="84004"/>
                  </a:cubicBezTo>
                  <a:cubicBezTo>
                    <a:pt x="34506" y="84901"/>
                    <a:pt x="35178" y="85872"/>
                    <a:pt x="35402" y="87963"/>
                  </a:cubicBezTo>
                  <a:cubicBezTo>
                    <a:pt x="36373" y="94834"/>
                    <a:pt x="32937" y="101929"/>
                    <a:pt x="28232" y="106709"/>
                  </a:cubicBezTo>
                  <a:cubicBezTo>
                    <a:pt x="27946" y="107021"/>
                    <a:pt x="27444" y="107161"/>
                    <a:pt x="26961" y="107161"/>
                  </a:cubicBezTo>
                  <a:cubicBezTo>
                    <a:pt x="26053" y="107161"/>
                    <a:pt x="25212" y="106667"/>
                    <a:pt x="25991" y="105887"/>
                  </a:cubicBezTo>
                  <a:cubicBezTo>
                    <a:pt x="30323" y="101630"/>
                    <a:pt x="32788" y="95730"/>
                    <a:pt x="32788" y="89606"/>
                  </a:cubicBezTo>
                  <a:cubicBezTo>
                    <a:pt x="32638" y="85274"/>
                    <a:pt x="30323" y="86320"/>
                    <a:pt x="27709" y="84677"/>
                  </a:cubicBezTo>
                  <a:cubicBezTo>
                    <a:pt x="26439" y="83780"/>
                    <a:pt x="25543" y="82511"/>
                    <a:pt x="25095" y="81017"/>
                  </a:cubicBezTo>
                  <a:cubicBezTo>
                    <a:pt x="23228" y="76237"/>
                    <a:pt x="23751" y="70561"/>
                    <a:pt x="20315" y="66304"/>
                  </a:cubicBezTo>
                  <a:cubicBezTo>
                    <a:pt x="18190" y="63712"/>
                    <a:pt x="15561" y="62703"/>
                    <a:pt x="12802" y="62703"/>
                  </a:cubicBezTo>
                  <a:cubicBezTo>
                    <a:pt x="11587" y="62703"/>
                    <a:pt x="10346" y="62899"/>
                    <a:pt x="9112" y="63242"/>
                  </a:cubicBezTo>
                  <a:cubicBezTo>
                    <a:pt x="9293" y="63223"/>
                    <a:pt x="9473" y="63213"/>
                    <a:pt x="9652" y="63213"/>
                  </a:cubicBezTo>
                  <a:cubicBezTo>
                    <a:pt x="10886" y="63213"/>
                    <a:pt x="12083" y="63654"/>
                    <a:pt x="12996" y="64437"/>
                  </a:cubicBezTo>
                  <a:cubicBezTo>
                    <a:pt x="14266" y="65482"/>
                    <a:pt x="15162" y="66976"/>
                    <a:pt x="15535" y="68544"/>
                  </a:cubicBezTo>
                  <a:cubicBezTo>
                    <a:pt x="16506" y="71607"/>
                    <a:pt x="16880" y="74295"/>
                    <a:pt x="18224" y="77283"/>
                  </a:cubicBezTo>
                  <a:cubicBezTo>
                    <a:pt x="19942" y="81017"/>
                    <a:pt x="20763" y="85050"/>
                    <a:pt x="20539" y="89083"/>
                  </a:cubicBezTo>
                  <a:cubicBezTo>
                    <a:pt x="20614" y="89232"/>
                    <a:pt x="20614" y="89382"/>
                    <a:pt x="20539" y="89531"/>
                  </a:cubicBezTo>
                  <a:cubicBezTo>
                    <a:pt x="20539" y="89830"/>
                    <a:pt x="20539" y="90054"/>
                    <a:pt x="20539" y="90353"/>
                  </a:cubicBezTo>
                  <a:cubicBezTo>
                    <a:pt x="20166" y="92593"/>
                    <a:pt x="19643" y="94834"/>
                    <a:pt x="18821" y="97000"/>
                  </a:cubicBezTo>
                  <a:cubicBezTo>
                    <a:pt x="17701" y="100510"/>
                    <a:pt x="17851" y="100286"/>
                    <a:pt x="19195" y="103946"/>
                  </a:cubicBezTo>
                  <a:cubicBezTo>
                    <a:pt x="19344" y="104468"/>
                    <a:pt x="19718" y="104692"/>
                    <a:pt x="19867" y="105290"/>
                  </a:cubicBezTo>
                  <a:cubicBezTo>
                    <a:pt x="20091" y="107456"/>
                    <a:pt x="19195" y="109622"/>
                    <a:pt x="17402" y="110891"/>
                  </a:cubicBezTo>
                  <a:cubicBezTo>
                    <a:pt x="17579" y="110875"/>
                    <a:pt x="17749" y="110866"/>
                    <a:pt x="17897" y="110866"/>
                  </a:cubicBezTo>
                  <a:cubicBezTo>
                    <a:pt x="18434" y="110866"/>
                    <a:pt x="18671" y="110988"/>
                    <a:pt x="17851" y="111340"/>
                  </a:cubicBezTo>
                  <a:cubicBezTo>
                    <a:pt x="15682" y="112357"/>
                    <a:pt x="13356" y="112851"/>
                    <a:pt x="11028" y="112851"/>
                  </a:cubicBezTo>
                  <a:cubicBezTo>
                    <a:pt x="9428" y="112851"/>
                    <a:pt x="7826" y="112618"/>
                    <a:pt x="6274" y="112161"/>
                  </a:cubicBezTo>
                  <a:lnTo>
                    <a:pt x="5677" y="112460"/>
                  </a:lnTo>
                  <a:cubicBezTo>
                    <a:pt x="5573" y="112512"/>
                    <a:pt x="5465" y="112534"/>
                    <a:pt x="5361" y="112534"/>
                  </a:cubicBezTo>
                  <a:cubicBezTo>
                    <a:pt x="4865" y="112534"/>
                    <a:pt x="4462" y="112022"/>
                    <a:pt x="5079" y="111713"/>
                  </a:cubicBezTo>
                  <a:cubicBezTo>
                    <a:pt x="4183" y="111265"/>
                    <a:pt x="3287" y="110817"/>
                    <a:pt x="2465" y="110219"/>
                  </a:cubicBezTo>
                  <a:cubicBezTo>
                    <a:pt x="2166" y="110219"/>
                    <a:pt x="1868" y="110070"/>
                    <a:pt x="1942" y="109846"/>
                  </a:cubicBezTo>
                  <a:cubicBezTo>
                    <a:pt x="1718" y="109622"/>
                    <a:pt x="1494" y="109398"/>
                    <a:pt x="1196" y="109248"/>
                  </a:cubicBezTo>
                  <a:lnTo>
                    <a:pt x="1196" y="109248"/>
                  </a:lnTo>
                  <a:cubicBezTo>
                    <a:pt x="3660" y="114700"/>
                    <a:pt x="7619" y="119406"/>
                    <a:pt x="11502" y="123961"/>
                  </a:cubicBezTo>
                  <a:cubicBezTo>
                    <a:pt x="12578" y="123245"/>
                    <a:pt x="13880" y="122994"/>
                    <a:pt x="15319" y="122994"/>
                  </a:cubicBezTo>
                  <a:cubicBezTo>
                    <a:pt x="17477" y="122994"/>
                    <a:pt x="19942" y="123558"/>
                    <a:pt x="22406" y="123961"/>
                  </a:cubicBezTo>
                  <a:cubicBezTo>
                    <a:pt x="22630" y="123961"/>
                    <a:pt x="22556" y="124036"/>
                    <a:pt x="22406" y="124186"/>
                  </a:cubicBezTo>
                  <a:cubicBezTo>
                    <a:pt x="30846" y="124708"/>
                    <a:pt x="37194" y="131430"/>
                    <a:pt x="32489" y="139795"/>
                  </a:cubicBezTo>
                  <a:cubicBezTo>
                    <a:pt x="31593" y="141289"/>
                    <a:pt x="30473" y="142633"/>
                    <a:pt x="29128" y="143679"/>
                  </a:cubicBezTo>
                  <a:cubicBezTo>
                    <a:pt x="29427" y="143977"/>
                    <a:pt x="29726" y="144201"/>
                    <a:pt x="30024" y="144425"/>
                  </a:cubicBezTo>
                  <a:cubicBezTo>
                    <a:pt x="35477" y="148533"/>
                    <a:pt x="41974" y="150848"/>
                    <a:pt x="48024" y="153761"/>
                  </a:cubicBezTo>
                  <a:cubicBezTo>
                    <a:pt x="59974" y="159587"/>
                    <a:pt x="70654" y="169819"/>
                    <a:pt x="84321" y="171163"/>
                  </a:cubicBezTo>
                  <a:cubicBezTo>
                    <a:pt x="85740" y="171312"/>
                    <a:pt x="86786" y="172657"/>
                    <a:pt x="86562" y="174076"/>
                  </a:cubicBezTo>
                  <a:cubicBezTo>
                    <a:pt x="87458" y="173777"/>
                    <a:pt x="88429" y="173478"/>
                    <a:pt x="89325" y="173105"/>
                  </a:cubicBezTo>
                  <a:cubicBezTo>
                    <a:pt x="115764" y="163694"/>
                    <a:pt x="135482" y="141961"/>
                    <a:pt x="143772" y="116045"/>
                  </a:cubicBezTo>
                  <a:lnTo>
                    <a:pt x="143772" y="116045"/>
                  </a:lnTo>
                  <a:cubicBezTo>
                    <a:pt x="141158" y="117987"/>
                    <a:pt x="138469" y="119779"/>
                    <a:pt x="135631" y="121273"/>
                  </a:cubicBezTo>
                  <a:cubicBezTo>
                    <a:pt x="135488" y="121362"/>
                    <a:pt x="135336" y="121400"/>
                    <a:pt x="135200" y="121400"/>
                  </a:cubicBezTo>
                  <a:cubicBezTo>
                    <a:pt x="134766" y="121400"/>
                    <a:pt x="134483" y="121016"/>
                    <a:pt x="135108" y="120675"/>
                  </a:cubicBezTo>
                  <a:cubicBezTo>
                    <a:pt x="138245" y="118958"/>
                    <a:pt x="141307" y="117016"/>
                    <a:pt x="144145" y="114775"/>
                  </a:cubicBezTo>
                  <a:cubicBezTo>
                    <a:pt x="146610" y="106485"/>
                    <a:pt x="147954" y="97971"/>
                    <a:pt x="148029" y="89382"/>
                  </a:cubicBezTo>
                  <a:cubicBezTo>
                    <a:pt x="147880" y="77656"/>
                    <a:pt x="145490" y="66005"/>
                    <a:pt x="140934" y="55176"/>
                  </a:cubicBezTo>
                  <a:lnTo>
                    <a:pt x="132569" y="61001"/>
                  </a:lnTo>
                  <a:cubicBezTo>
                    <a:pt x="132402" y="61127"/>
                    <a:pt x="131907" y="61229"/>
                    <a:pt x="131608" y="61229"/>
                  </a:cubicBezTo>
                  <a:cubicBezTo>
                    <a:pt x="131373" y="61229"/>
                    <a:pt x="131260" y="61166"/>
                    <a:pt x="131523" y="61001"/>
                  </a:cubicBezTo>
                  <a:lnTo>
                    <a:pt x="139888" y="55176"/>
                  </a:lnTo>
                  <a:cubicBezTo>
                    <a:pt x="140187" y="55026"/>
                    <a:pt x="140486" y="54952"/>
                    <a:pt x="140859" y="54952"/>
                  </a:cubicBezTo>
                  <a:cubicBezTo>
                    <a:pt x="135930" y="43301"/>
                    <a:pt x="128610" y="32844"/>
                    <a:pt x="119424" y="24106"/>
                  </a:cubicBezTo>
                  <a:lnTo>
                    <a:pt x="119349" y="24181"/>
                  </a:lnTo>
                  <a:cubicBezTo>
                    <a:pt x="119218" y="24268"/>
                    <a:pt x="119087" y="24305"/>
                    <a:pt x="118941" y="24305"/>
                  </a:cubicBezTo>
                  <a:cubicBezTo>
                    <a:pt x="118837" y="24305"/>
                    <a:pt x="118726" y="24287"/>
                    <a:pt x="118602" y="24256"/>
                  </a:cubicBezTo>
                  <a:cubicBezTo>
                    <a:pt x="118602" y="24330"/>
                    <a:pt x="118602" y="24480"/>
                    <a:pt x="118304" y="24554"/>
                  </a:cubicBezTo>
                  <a:lnTo>
                    <a:pt x="117706" y="25077"/>
                  </a:lnTo>
                  <a:lnTo>
                    <a:pt x="116437" y="26123"/>
                  </a:lnTo>
                  <a:lnTo>
                    <a:pt x="113972" y="28214"/>
                  </a:lnTo>
                  <a:cubicBezTo>
                    <a:pt x="113827" y="28317"/>
                    <a:pt x="113642" y="28363"/>
                    <a:pt x="113465" y="28363"/>
                  </a:cubicBezTo>
                  <a:cubicBezTo>
                    <a:pt x="113002" y="28363"/>
                    <a:pt x="112590" y="28049"/>
                    <a:pt x="113076" y="27616"/>
                  </a:cubicBezTo>
                  <a:lnTo>
                    <a:pt x="117109" y="24256"/>
                  </a:lnTo>
                  <a:cubicBezTo>
                    <a:pt x="117557" y="23807"/>
                    <a:pt x="118005" y="23509"/>
                    <a:pt x="118602" y="23285"/>
                  </a:cubicBezTo>
                  <a:cubicBezTo>
                    <a:pt x="117856" y="22612"/>
                    <a:pt x="117109" y="21940"/>
                    <a:pt x="116287" y="21268"/>
                  </a:cubicBezTo>
                  <a:lnTo>
                    <a:pt x="110611" y="25451"/>
                  </a:lnTo>
                  <a:cubicBezTo>
                    <a:pt x="110462" y="25550"/>
                    <a:pt x="110238" y="25600"/>
                    <a:pt x="110033" y="25600"/>
                  </a:cubicBezTo>
                  <a:cubicBezTo>
                    <a:pt x="109624" y="25600"/>
                    <a:pt x="109292" y="25401"/>
                    <a:pt x="109789" y="25002"/>
                  </a:cubicBezTo>
                  <a:lnTo>
                    <a:pt x="115540" y="20820"/>
                  </a:lnTo>
                  <a:lnTo>
                    <a:pt x="115690" y="20745"/>
                  </a:lnTo>
                  <a:cubicBezTo>
                    <a:pt x="99702" y="7125"/>
                    <a:pt x="79685" y="1"/>
                    <a:pt x="5943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74"/>
            <p:cNvSpPr/>
            <p:nvPr/>
          </p:nvSpPr>
          <p:spPr>
            <a:xfrm>
              <a:off x="2564474" y="194885"/>
              <a:ext cx="56386" cy="38365"/>
            </a:xfrm>
            <a:custGeom>
              <a:avLst/>
              <a:gdLst/>
              <a:ahLst/>
              <a:cxnLst/>
              <a:rect l="l" t="t" r="r" b="b"/>
              <a:pathLst>
                <a:path w="1868" h="1271" extrusionOk="0">
                  <a:moveTo>
                    <a:pt x="1867" y="1"/>
                  </a:moveTo>
                  <a:lnTo>
                    <a:pt x="1867" y="1"/>
                  </a:lnTo>
                  <a:cubicBezTo>
                    <a:pt x="1270" y="449"/>
                    <a:pt x="672" y="822"/>
                    <a:pt x="0" y="1271"/>
                  </a:cubicBezTo>
                  <a:lnTo>
                    <a:pt x="672" y="1046"/>
                  </a:lnTo>
                  <a:lnTo>
                    <a:pt x="1867" y="1"/>
                  </a:lnTo>
                  <a:close/>
                </a:path>
              </a:pathLst>
            </a:custGeom>
            <a:solidFill>
              <a:srgbClr val="E9AE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74"/>
            <p:cNvSpPr/>
            <p:nvPr/>
          </p:nvSpPr>
          <p:spPr>
            <a:xfrm>
              <a:off x="1453058" y="-66602"/>
              <a:ext cx="3469585" cy="5179867"/>
            </a:xfrm>
            <a:custGeom>
              <a:avLst/>
              <a:gdLst/>
              <a:ahLst/>
              <a:cxnLst/>
              <a:rect l="l" t="t" r="r" b="b"/>
              <a:pathLst>
                <a:path w="114944" h="171604" extrusionOk="0">
                  <a:moveTo>
                    <a:pt x="40587" y="11035"/>
                  </a:moveTo>
                  <a:cubicBezTo>
                    <a:pt x="41061" y="11035"/>
                    <a:pt x="41499" y="11435"/>
                    <a:pt x="41004" y="11875"/>
                  </a:cubicBezTo>
                  <a:lnTo>
                    <a:pt x="36373" y="15908"/>
                  </a:lnTo>
                  <a:cubicBezTo>
                    <a:pt x="36216" y="16026"/>
                    <a:pt x="36028" y="16077"/>
                    <a:pt x="35849" y="16077"/>
                  </a:cubicBezTo>
                  <a:cubicBezTo>
                    <a:pt x="35345" y="16077"/>
                    <a:pt x="34906" y="15677"/>
                    <a:pt x="35402" y="15236"/>
                  </a:cubicBezTo>
                  <a:lnTo>
                    <a:pt x="40107" y="11203"/>
                  </a:lnTo>
                  <a:cubicBezTo>
                    <a:pt x="40245" y="11086"/>
                    <a:pt x="40418" y="11035"/>
                    <a:pt x="40587" y="11035"/>
                  </a:cubicBezTo>
                  <a:close/>
                  <a:moveTo>
                    <a:pt x="32191" y="36522"/>
                  </a:moveTo>
                  <a:lnTo>
                    <a:pt x="32191" y="36522"/>
                  </a:lnTo>
                  <a:cubicBezTo>
                    <a:pt x="32116" y="36821"/>
                    <a:pt x="31966" y="37045"/>
                    <a:pt x="31892" y="37343"/>
                  </a:cubicBezTo>
                  <a:cubicBezTo>
                    <a:pt x="31892" y="37194"/>
                    <a:pt x="31817" y="36970"/>
                    <a:pt x="31742" y="36821"/>
                  </a:cubicBezTo>
                  <a:cubicBezTo>
                    <a:pt x="31892" y="36746"/>
                    <a:pt x="32041" y="36671"/>
                    <a:pt x="32191" y="36522"/>
                  </a:cubicBezTo>
                  <a:close/>
                  <a:moveTo>
                    <a:pt x="32061" y="30646"/>
                  </a:moveTo>
                  <a:cubicBezTo>
                    <a:pt x="33296" y="30646"/>
                    <a:pt x="34462" y="31083"/>
                    <a:pt x="35253" y="32190"/>
                  </a:cubicBezTo>
                  <a:cubicBezTo>
                    <a:pt x="36597" y="33982"/>
                    <a:pt x="36149" y="37269"/>
                    <a:pt x="35850" y="39360"/>
                  </a:cubicBezTo>
                  <a:cubicBezTo>
                    <a:pt x="35551" y="41451"/>
                    <a:pt x="34580" y="43318"/>
                    <a:pt x="33012" y="44737"/>
                  </a:cubicBezTo>
                  <a:cubicBezTo>
                    <a:pt x="31633" y="45912"/>
                    <a:pt x="29590" y="46703"/>
                    <a:pt x="27648" y="46703"/>
                  </a:cubicBezTo>
                  <a:cubicBezTo>
                    <a:pt x="26750" y="46703"/>
                    <a:pt x="25874" y="46534"/>
                    <a:pt x="25095" y="46156"/>
                  </a:cubicBezTo>
                  <a:cubicBezTo>
                    <a:pt x="21286" y="44289"/>
                    <a:pt x="22407" y="37642"/>
                    <a:pt x="24423" y="34804"/>
                  </a:cubicBezTo>
                  <a:cubicBezTo>
                    <a:pt x="24722" y="34406"/>
                    <a:pt x="25850" y="34240"/>
                    <a:pt x="26525" y="34240"/>
                  </a:cubicBezTo>
                  <a:cubicBezTo>
                    <a:pt x="26863" y="34240"/>
                    <a:pt x="27087" y="34281"/>
                    <a:pt x="27037" y="34356"/>
                  </a:cubicBezTo>
                  <a:cubicBezTo>
                    <a:pt x="26589" y="35103"/>
                    <a:pt x="26216" y="35924"/>
                    <a:pt x="25992" y="36821"/>
                  </a:cubicBezTo>
                  <a:cubicBezTo>
                    <a:pt x="27187" y="36372"/>
                    <a:pt x="28232" y="35700"/>
                    <a:pt x="29203" y="34879"/>
                  </a:cubicBezTo>
                  <a:cubicBezTo>
                    <a:pt x="29360" y="34761"/>
                    <a:pt x="29548" y="34710"/>
                    <a:pt x="29727" y="34710"/>
                  </a:cubicBezTo>
                  <a:cubicBezTo>
                    <a:pt x="30231" y="34710"/>
                    <a:pt x="30670" y="35110"/>
                    <a:pt x="30174" y="35551"/>
                  </a:cubicBezTo>
                  <a:cubicBezTo>
                    <a:pt x="28830" y="36671"/>
                    <a:pt x="27336" y="37493"/>
                    <a:pt x="25768" y="38016"/>
                  </a:cubicBezTo>
                  <a:cubicBezTo>
                    <a:pt x="25618" y="38613"/>
                    <a:pt x="25543" y="39285"/>
                    <a:pt x="25543" y="39957"/>
                  </a:cubicBezTo>
                  <a:cubicBezTo>
                    <a:pt x="26888" y="39136"/>
                    <a:pt x="28157" y="38240"/>
                    <a:pt x="29427" y="37269"/>
                  </a:cubicBezTo>
                  <a:cubicBezTo>
                    <a:pt x="29561" y="37168"/>
                    <a:pt x="29905" y="37098"/>
                    <a:pt x="30190" y="37098"/>
                  </a:cubicBezTo>
                  <a:cubicBezTo>
                    <a:pt x="30541" y="37098"/>
                    <a:pt x="30802" y="37204"/>
                    <a:pt x="30473" y="37493"/>
                  </a:cubicBezTo>
                  <a:cubicBezTo>
                    <a:pt x="28904" y="38688"/>
                    <a:pt x="27187" y="39808"/>
                    <a:pt x="25469" y="40779"/>
                  </a:cubicBezTo>
                  <a:cubicBezTo>
                    <a:pt x="25469" y="41302"/>
                    <a:pt x="25469" y="41899"/>
                    <a:pt x="25618" y="42497"/>
                  </a:cubicBezTo>
                  <a:cubicBezTo>
                    <a:pt x="26738" y="41824"/>
                    <a:pt x="27859" y="41078"/>
                    <a:pt x="28904" y="40181"/>
                  </a:cubicBezTo>
                  <a:cubicBezTo>
                    <a:pt x="29055" y="40030"/>
                    <a:pt x="29250" y="39967"/>
                    <a:pt x="29434" y="39967"/>
                  </a:cubicBezTo>
                  <a:cubicBezTo>
                    <a:pt x="29888" y="39967"/>
                    <a:pt x="30279" y="40354"/>
                    <a:pt x="29801" y="40779"/>
                  </a:cubicBezTo>
                  <a:cubicBezTo>
                    <a:pt x="28606" y="41824"/>
                    <a:pt x="27261" y="42721"/>
                    <a:pt x="25842" y="43468"/>
                  </a:cubicBezTo>
                  <a:cubicBezTo>
                    <a:pt x="26066" y="44140"/>
                    <a:pt x="26514" y="44737"/>
                    <a:pt x="27112" y="45185"/>
                  </a:cubicBezTo>
                  <a:lnTo>
                    <a:pt x="29875" y="43468"/>
                  </a:lnTo>
                  <a:cubicBezTo>
                    <a:pt x="30036" y="43387"/>
                    <a:pt x="30293" y="43345"/>
                    <a:pt x="30519" y="43345"/>
                  </a:cubicBezTo>
                  <a:cubicBezTo>
                    <a:pt x="30921" y="43345"/>
                    <a:pt x="31223" y="43479"/>
                    <a:pt x="30697" y="43766"/>
                  </a:cubicBezTo>
                  <a:lnTo>
                    <a:pt x="27933" y="45484"/>
                  </a:lnTo>
                  <a:cubicBezTo>
                    <a:pt x="28094" y="45504"/>
                    <a:pt x="28254" y="45513"/>
                    <a:pt x="28412" y="45513"/>
                  </a:cubicBezTo>
                  <a:cubicBezTo>
                    <a:pt x="28846" y="45513"/>
                    <a:pt x="29268" y="45444"/>
                    <a:pt x="29651" y="45335"/>
                  </a:cubicBezTo>
                  <a:cubicBezTo>
                    <a:pt x="32564" y="44439"/>
                    <a:pt x="33236" y="40405"/>
                    <a:pt x="33311" y="37866"/>
                  </a:cubicBezTo>
                  <a:cubicBezTo>
                    <a:pt x="33460" y="36895"/>
                    <a:pt x="33386" y="35850"/>
                    <a:pt x="33311" y="34804"/>
                  </a:cubicBezTo>
                  <a:cubicBezTo>
                    <a:pt x="33133" y="33857"/>
                    <a:pt x="32251" y="31783"/>
                    <a:pt x="30963" y="31783"/>
                  </a:cubicBezTo>
                  <a:cubicBezTo>
                    <a:pt x="30627" y="31783"/>
                    <a:pt x="30262" y="31924"/>
                    <a:pt x="29875" y="32265"/>
                  </a:cubicBezTo>
                  <a:cubicBezTo>
                    <a:pt x="29552" y="32542"/>
                    <a:pt x="28487" y="32733"/>
                    <a:pt x="27844" y="32733"/>
                  </a:cubicBezTo>
                  <a:cubicBezTo>
                    <a:pt x="27447" y="32733"/>
                    <a:pt x="27211" y="32660"/>
                    <a:pt x="27411" y="32489"/>
                  </a:cubicBezTo>
                  <a:cubicBezTo>
                    <a:pt x="28573" y="31455"/>
                    <a:pt x="30381" y="30646"/>
                    <a:pt x="32061" y="30646"/>
                  </a:cubicBezTo>
                  <a:close/>
                  <a:moveTo>
                    <a:pt x="5901" y="71251"/>
                  </a:moveTo>
                  <a:cubicBezTo>
                    <a:pt x="5901" y="71550"/>
                    <a:pt x="5826" y="71848"/>
                    <a:pt x="5826" y="72147"/>
                  </a:cubicBezTo>
                  <a:cubicBezTo>
                    <a:pt x="5752" y="71998"/>
                    <a:pt x="5677" y="71923"/>
                    <a:pt x="5602" y="71848"/>
                  </a:cubicBezTo>
                  <a:cubicBezTo>
                    <a:pt x="5602" y="71624"/>
                    <a:pt x="5677" y="71400"/>
                    <a:pt x="5677" y="71251"/>
                  </a:cubicBezTo>
                  <a:close/>
                  <a:moveTo>
                    <a:pt x="16952" y="115982"/>
                  </a:moveTo>
                  <a:cubicBezTo>
                    <a:pt x="17653" y="115982"/>
                    <a:pt x="18169" y="116200"/>
                    <a:pt x="17552" y="116735"/>
                  </a:cubicBezTo>
                  <a:cubicBezTo>
                    <a:pt x="16357" y="117706"/>
                    <a:pt x="15461" y="119050"/>
                    <a:pt x="15013" y="120544"/>
                  </a:cubicBezTo>
                  <a:lnTo>
                    <a:pt x="16282" y="119797"/>
                  </a:lnTo>
                  <a:cubicBezTo>
                    <a:pt x="16419" y="119706"/>
                    <a:pt x="16559" y="119667"/>
                    <a:pt x="16688" y="119667"/>
                  </a:cubicBezTo>
                  <a:cubicBezTo>
                    <a:pt x="17193" y="119667"/>
                    <a:pt x="17534" y="120261"/>
                    <a:pt x="16880" y="120618"/>
                  </a:cubicBezTo>
                  <a:lnTo>
                    <a:pt x="14714" y="121888"/>
                  </a:lnTo>
                  <a:cubicBezTo>
                    <a:pt x="14639" y="122560"/>
                    <a:pt x="14639" y="123158"/>
                    <a:pt x="14789" y="123755"/>
                  </a:cubicBezTo>
                  <a:cubicBezTo>
                    <a:pt x="15834" y="122859"/>
                    <a:pt x="17104" y="122112"/>
                    <a:pt x="18448" y="121515"/>
                  </a:cubicBezTo>
                  <a:cubicBezTo>
                    <a:pt x="18559" y="121470"/>
                    <a:pt x="18671" y="121450"/>
                    <a:pt x="18776" y="121450"/>
                  </a:cubicBezTo>
                  <a:cubicBezTo>
                    <a:pt x="19381" y="121450"/>
                    <a:pt x="19809" y="122093"/>
                    <a:pt x="19046" y="122411"/>
                  </a:cubicBezTo>
                  <a:cubicBezTo>
                    <a:pt x="17552" y="123008"/>
                    <a:pt x="16208" y="123904"/>
                    <a:pt x="15087" y="125025"/>
                  </a:cubicBezTo>
                  <a:cubicBezTo>
                    <a:pt x="15087" y="125099"/>
                    <a:pt x="15087" y="125174"/>
                    <a:pt x="15087" y="125174"/>
                  </a:cubicBezTo>
                  <a:cubicBezTo>
                    <a:pt x="15386" y="125846"/>
                    <a:pt x="15685" y="126444"/>
                    <a:pt x="16133" y="126967"/>
                  </a:cubicBezTo>
                  <a:lnTo>
                    <a:pt x="19270" y="125324"/>
                  </a:lnTo>
                  <a:cubicBezTo>
                    <a:pt x="19428" y="125218"/>
                    <a:pt x="19736" y="125112"/>
                    <a:pt x="19982" y="125112"/>
                  </a:cubicBezTo>
                  <a:cubicBezTo>
                    <a:pt x="20084" y="125112"/>
                    <a:pt x="20175" y="125130"/>
                    <a:pt x="20241" y="125174"/>
                  </a:cubicBezTo>
                  <a:cubicBezTo>
                    <a:pt x="20390" y="125324"/>
                    <a:pt x="20315" y="125548"/>
                    <a:pt x="20091" y="125622"/>
                  </a:cubicBezTo>
                  <a:lnTo>
                    <a:pt x="16506" y="127489"/>
                  </a:lnTo>
                  <a:cubicBezTo>
                    <a:pt x="17104" y="128087"/>
                    <a:pt x="17701" y="128684"/>
                    <a:pt x="18374" y="129207"/>
                  </a:cubicBezTo>
                  <a:lnTo>
                    <a:pt x="21212" y="128162"/>
                  </a:lnTo>
                  <a:cubicBezTo>
                    <a:pt x="21348" y="128116"/>
                    <a:pt x="21594" y="128043"/>
                    <a:pt x="21817" y="128043"/>
                  </a:cubicBezTo>
                  <a:cubicBezTo>
                    <a:pt x="21961" y="128043"/>
                    <a:pt x="22095" y="128074"/>
                    <a:pt x="22183" y="128162"/>
                  </a:cubicBezTo>
                  <a:cubicBezTo>
                    <a:pt x="22332" y="128386"/>
                    <a:pt x="22033" y="128684"/>
                    <a:pt x="21809" y="128759"/>
                  </a:cubicBezTo>
                  <a:lnTo>
                    <a:pt x="19120" y="129655"/>
                  </a:lnTo>
                  <a:cubicBezTo>
                    <a:pt x="19793" y="130103"/>
                    <a:pt x="20465" y="130626"/>
                    <a:pt x="21137" y="131000"/>
                  </a:cubicBezTo>
                  <a:lnTo>
                    <a:pt x="23228" y="130178"/>
                  </a:lnTo>
                  <a:cubicBezTo>
                    <a:pt x="23319" y="130133"/>
                    <a:pt x="23548" y="130060"/>
                    <a:pt x="23747" y="130060"/>
                  </a:cubicBezTo>
                  <a:cubicBezTo>
                    <a:pt x="23875" y="130060"/>
                    <a:pt x="23991" y="130090"/>
                    <a:pt x="24050" y="130178"/>
                  </a:cubicBezTo>
                  <a:cubicBezTo>
                    <a:pt x="24199" y="130402"/>
                    <a:pt x="23826" y="130552"/>
                    <a:pt x="23676" y="130626"/>
                  </a:cubicBezTo>
                  <a:lnTo>
                    <a:pt x="21734" y="131448"/>
                  </a:lnTo>
                  <a:cubicBezTo>
                    <a:pt x="22361" y="131865"/>
                    <a:pt x="22964" y="132283"/>
                    <a:pt x="23530" y="132283"/>
                  </a:cubicBezTo>
                  <a:cubicBezTo>
                    <a:pt x="23977" y="132283"/>
                    <a:pt x="24401" y="132023"/>
                    <a:pt x="24797" y="131298"/>
                  </a:cubicBezTo>
                  <a:cubicBezTo>
                    <a:pt x="25095" y="130253"/>
                    <a:pt x="25095" y="129282"/>
                    <a:pt x="24871" y="128236"/>
                  </a:cubicBezTo>
                  <a:cubicBezTo>
                    <a:pt x="24573" y="126519"/>
                    <a:pt x="23751" y="124875"/>
                    <a:pt x="22556" y="123531"/>
                  </a:cubicBezTo>
                  <a:cubicBezTo>
                    <a:pt x="21660" y="122560"/>
                    <a:pt x="20539" y="122037"/>
                    <a:pt x="19643" y="121066"/>
                  </a:cubicBezTo>
                  <a:cubicBezTo>
                    <a:pt x="19270" y="120693"/>
                    <a:pt x="18149" y="118452"/>
                    <a:pt x="17701" y="118378"/>
                  </a:cubicBezTo>
                  <a:cubicBezTo>
                    <a:pt x="15955" y="118305"/>
                    <a:pt x="17754" y="116956"/>
                    <a:pt x="18745" y="116956"/>
                  </a:cubicBezTo>
                  <a:cubicBezTo>
                    <a:pt x="18771" y="116956"/>
                    <a:pt x="18797" y="116957"/>
                    <a:pt x="18822" y="116959"/>
                  </a:cubicBezTo>
                  <a:cubicBezTo>
                    <a:pt x="20988" y="117183"/>
                    <a:pt x="20988" y="118901"/>
                    <a:pt x="22481" y="120394"/>
                  </a:cubicBezTo>
                  <a:cubicBezTo>
                    <a:pt x="24274" y="122112"/>
                    <a:pt x="26066" y="123158"/>
                    <a:pt x="27037" y="125622"/>
                  </a:cubicBezTo>
                  <a:cubicBezTo>
                    <a:pt x="28382" y="129058"/>
                    <a:pt x="27709" y="133688"/>
                    <a:pt x="23378" y="134136"/>
                  </a:cubicBezTo>
                  <a:cubicBezTo>
                    <a:pt x="23231" y="134154"/>
                    <a:pt x="23087" y="134162"/>
                    <a:pt x="22946" y="134162"/>
                  </a:cubicBezTo>
                  <a:cubicBezTo>
                    <a:pt x="21287" y="134162"/>
                    <a:pt x="19974" y="133009"/>
                    <a:pt x="18598" y="132045"/>
                  </a:cubicBezTo>
                  <a:cubicBezTo>
                    <a:pt x="16506" y="130701"/>
                    <a:pt x="14191" y="129282"/>
                    <a:pt x="12996" y="127041"/>
                  </a:cubicBezTo>
                  <a:cubicBezTo>
                    <a:pt x="11054" y="123382"/>
                    <a:pt x="12100" y="118901"/>
                    <a:pt x="15386" y="116361"/>
                  </a:cubicBezTo>
                  <a:cubicBezTo>
                    <a:pt x="15688" y="116126"/>
                    <a:pt x="16381" y="115982"/>
                    <a:pt x="16952" y="115982"/>
                  </a:cubicBezTo>
                  <a:close/>
                  <a:moveTo>
                    <a:pt x="96047" y="164235"/>
                  </a:moveTo>
                  <a:lnTo>
                    <a:pt x="96421" y="164459"/>
                  </a:lnTo>
                  <a:lnTo>
                    <a:pt x="96047" y="164310"/>
                  </a:lnTo>
                  <a:lnTo>
                    <a:pt x="96047" y="164235"/>
                  </a:lnTo>
                  <a:close/>
                  <a:moveTo>
                    <a:pt x="55045" y="0"/>
                  </a:moveTo>
                  <a:cubicBezTo>
                    <a:pt x="49294" y="2316"/>
                    <a:pt x="43842" y="5228"/>
                    <a:pt x="38763" y="8664"/>
                  </a:cubicBezTo>
                  <a:lnTo>
                    <a:pt x="37493" y="9709"/>
                  </a:lnTo>
                  <a:lnTo>
                    <a:pt x="36821" y="9934"/>
                  </a:lnTo>
                  <a:cubicBezTo>
                    <a:pt x="15984" y="24796"/>
                    <a:pt x="2689" y="47949"/>
                    <a:pt x="374" y="73417"/>
                  </a:cubicBezTo>
                  <a:cubicBezTo>
                    <a:pt x="4183" y="70728"/>
                    <a:pt x="8216" y="68338"/>
                    <a:pt x="12399" y="66172"/>
                  </a:cubicBezTo>
                  <a:cubicBezTo>
                    <a:pt x="12514" y="66103"/>
                    <a:pt x="12716" y="66069"/>
                    <a:pt x="12915" y="66069"/>
                  </a:cubicBezTo>
                  <a:cubicBezTo>
                    <a:pt x="13358" y="66069"/>
                    <a:pt x="13787" y="66236"/>
                    <a:pt x="13220" y="66546"/>
                  </a:cubicBezTo>
                  <a:cubicBezTo>
                    <a:pt x="8739" y="68786"/>
                    <a:pt x="4482" y="71400"/>
                    <a:pt x="374" y="74313"/>
                  </a:cubicBezTo>
                  <a:lnTo>
                    <a:pt x="299" y="74313"/>
                  </a:lnTo>
                  <a:cubicBezTo>
                    <a:pt x="150" y="76554"/>
                    <a:pt x="1" y="78719"/>
                    <a:pt x="1" y="80960"/>
                  </a:cubicBezTo>
                  <a:lnTo>
                    <a:pt x="4258" y="78047"/>
                  </a:lnTo>
                  <a:cubicBezTo>
                    <a:pt x="4399" y="77959"/>
                    <a:pt x="4569" y="77921"/>
                    <a:pt x="4737" y="77921"/>
                  </a:cubicBezTo>
                  <a:cubicBezTo>
                    <a:pt x="5280" y="77921"/>
                    <a:pt x="5799" y="78320"/>
                    <a:pt x="5229" y="78719"/>
                  </a:cubicBezTo>
                  <a:lnTo>
                    <a:pt x="1" y="82230"/>
                  </a:lnTo>
                  <a:cubicBezTo>
                    <a:pt x="1" y="83499"/>
                    <a:pt x="1" y="84769"/>
                    <a:pt x="75" y="86039"/>
                  </a:cubicBezTo>
                  <a:cubicBezTo>
                    <a:pt x="1494" y="84993"/>
                    <a:pt x="2913" y="83947"/>
                    <a:pt x="4333" y="82977"/>
                  </a:cubicBezTo>
                  <a:cubicBezTo>
                    <a:pt x="4491" y="82871"/>
                    <a:pt x="4734" y="82821"/>
                    <a:pt x="4949" y="82821"/>
                  </a:cubicBezTo>
                  <a:cubicBezTo>
                    <a:pt x="5340" y="82821"/>
                    <a:pt x="5636" y="82986"/>
                    <a:pt x="5154" y="83275"/>
                  </a:cubicBezTo>
                  <a:cubicBezTo>
                    <a:pt x="3436" y="84470"/>
                    <a:pt x="1718" y="85740"/>
                    <a:pt x="150" y="87010"/>
                  </a:cubicBezTo>
                  <a:cubicBezTo>
                    <a:pt x="1793" y="121515"/>
                    <a:pt x="23303" y="151837"/>
                    <a:pt x="55343" y="164832"/>
                  </a:cubicBezTo>
                  <a:cubicBezTo>
                    <a:pt x="55418" y="164758"/>
                    <a:pt x="55493" y="164758"/>
                    <a:pt x="55642" y="164758"/>
                  </a:cubicBezTo>
                  <a:lnTo>
                    <a:pt x="59376" y="166401"/>
                  </a:lnTo>
                  <a:lnTo>
                    <a:pt x="59675" y="166476"/>
                  </a:lnTo>
                  <a:cubicBezTo>
                    <a:pt x="59750" y="166401"/>
                    <a:pt x="59750" y="166401"/>
                    <a:pt x="59824" y="166326"/>
                  </a:cubicBezTo>
                  <a:cubicBezTo>
                    <a:pt x="63484" y="163413"/>
                    <a:pt x="67293" y="160725"/>
                    <a:pt x="71251" y="158260"/>
                  </a:cubicBezTo>
                  <a:cubicBezTo>
                    <a:pt x="71372" y="158200"/>
                    <a:pt x="71545" y="158172"/>
                    <a:pt x="71719" y="158172"/>
                  </a:cubicBezTo>
                  <a:cubicBezTo>
                    <a:pt x="72195" y="158172"/>
                    <a:pt x="72674" y="158380"/>
                    <a:pt x="72073" y="158708"/>
                  </a:cubicBezTo>
                  <a:cubicBezTo>
                    <a:pt x="68189" y="161098"/>
                    <a:pt x="64455" y="163712"/>
                    <a:pt x="60870" y="166550"/>
                  </a:cubicBezTo>
                  <a:cubicBezTo>
                    <a:pt x="60721" y="166700"/>
                    <a:pt x="60571" y="166700"/>
                    <a:pt x="60347" y="166774"/>
                  </a:cubicBezTo>
                  <a:cubicBezTo>
                    <a:pt x="64007" y="167969"/>
                    <a:pt x="67816" y="169015"/>
                    <a:pt x="71550" y="169762"/>
                  </a:cubicBezTo>
                  <a:lnTo>
                    <a:pt x="71774" y="169538"/>
                  </a:lnTo>
                  <a:lnTo>
                    <a:pt x="72446" y="169762"/>
                  </a:lnTo>
                  <a:cubicBezTo>
                    <a:pt x="72521" y="169836"/>
                    <a:pt x="72596" y="169911"/>
                    <a:pt x="72671" y="169986"/>
                  </a:cubicBezTo>
                  <a:lnTo>
                    <a:pt x="73492" y="170135"/>
                  </a:lnTo>
                  <a:lnTo>
                    <a:pt x="85442" y="161621"/>
                  </a:lnTo>
                  <a:cubicBezTo>
                    <a:pt x="85596" y="161518"/>
                    <a:pt x="85829" y="161469"/>
                    <a:pt x="86038" y="161469"/>
                  </a:cubicBezTo>
                  <a:cubicBezTo>
                    <a:pt x="86439" y="161469"/>
                    <a:pt x="86754" y="161651"/>
                    <a:pt x="86263" y="161994"/>
                  </a:cubicBezTo>
                  <a:lnTo>
                    <a:pt x="74612" y="170359"/>
                  </a:lnTo>
                  <a:cubicBezTo>
                    <a:pt x="76405" y="170658"/>
                    <a:pt x="78197" y="170882"/>
                    <a:pt x="79915" y="171106"/>
                  </a:cubicBezTo>
                  <a:cubicBezTo>
                    <a:pt x="81409" y="171181"/>
                    <a:pt x="82828" y="171330"/>
                    <a:pt x="84247" y="171330"/>
                  </a:cubicBezTo>
                  <a:cubicBezTo>
                    <a:pt x="84396" y="171405"/>
                    <a:pt x="84546" y="171405"/>
                    <a:pt x="84695" y="171405"/>
                  </a:cubicBezTo>
                  <a:cubicBezTo>
                    <a:pt x="85442" y="171480"/>
                    <a:pt x="86114" y="171554"/>
                    <a:pt x="86786" y="171554"/>
                  </a:cubicBezTo>
                  <a:cubicBezTo>
                    <a:pt x="87745" y="171585"/>
                    <a:pt x="88704" y="171603"/>
                    <a:pt x="89669" y="171603"/>
                  </a:cubicBezTo>
                  <a:cubicBezTo>
                    <a:pt x="91032" y="171603"/>
                    <a:pt x="92407" y="171567"/>
                    <a:pt x="93807" y="171480"/>
                  </a:cubicBezTo>
                  <a:cubicBezTo>
                    <a:pt x="94404" y="171405"/>
                    <a:pt x="94927" y="171405"/>
                    <a:pt x="95599" y="171330"/>
                  </a:cubicBezTo>
                  <a:lnTo>
                    <a:pt x="95674" y="171330"/>
                  </a:lnTo>
                  <a:cubicBezTo>
                    <a:pt x="99707" y="171031"/>
                    <a:pt x="103665" y="170434"/>
                    <a:pt x="107624" y="169612"/>
                  </a:cubicBezTo>
                  <a:lnTo>
                    <a:pt x="107624" y="169314"/>
                  </a:lnTo>
                  <a:lnTo>
                    <a:pt x="108669" y="169314"/>
                  </a:lnTo>
                  <a:cubicBezTo>
                    <a:pt x="110686" y="168866"/>
                    <a:pt x="112777" y="168343"/>
                    <a:pt x="114794" y="167671"/>
                  </a:cubicBezTo>
                  <a:cubicBezTo>
                    <a:pt x="114943" y="166326"/>
                    <a:pt x="114047" y="165057"/>
                    <a:pt x="112702" y="164832"/>
                  </a:cubicBezTo>
                  <a:cubicBezTo>
                    <a:pt x="98960" y="163413"/>
                    <a:pt x="88355" y="153256"/>
                    <a:pt x="76405" y="147431"/>
                  </a:cubicBezTo>
                  <a:cubicBezTo>
                    <a:pt x="70281" y="144443"/>
                    <a:pt x="63783" y="142128"/>
                    <a:pt x="58331" y="138095"/>
                  </a:cubicBezTo>
                  <a:cubicBezTo>
                    <a:pt x="58107" y="137871"/>
                    <a:pt x="57808" y="137572"/>
                    <a:pt x="57435" y="137348"/>
                  </a:cubicBezTo>
                  <a:cubicBezTo>
                    <a:pt x="54654" y="139722"/>
                    <a:pt x="51134" y="141049"/>
                    <a:pt x="47490" y="141049"/>
                  </a:cubicBezTo>
                  <a:cubicBezTo>
                    <a:pt x="47121" y="141049"/>
                    <a:pt x="46751" y="141035"/>
                    <a:pt x="46381" y="141008"/>
                  </a:cubicBezTo>
                  <a:cubicBezTo>
                    <a:pt x="41676" y="140485"/>
                    <a:pt x="41676" y="137199"/>
                    <a:pt x="41153" y="133315"/>
                  </a:cubicBezTo>
                  <a:cubicBezTo>
                    <a:pt x="40630" y="129133"/>
                    <a:pt x="36298" y="127265"/>
                    <a:pt x="37045" y="122784"/>
                  </a:cubicBezTo>
                  <a:cubicBezTo>
                    <a:pt x="37493" y="120096"/>
                    <a:pt x="38464" y="118452"/>
                    <a:pt x="39809" y="117556"/>
                  </a:cubicBezTo>
                  <a:cubicBezTo>
                    <a:pt x="35850" y="113000"/>
                    <a:pt x="31892" y="108295"/>
                    <a:pt x="29502" y="102843"/>
                  </a:cubicBezTo>
                  <a:cubicBezTo>
                    <a:pt x="27261" y="100752"/>
                    <a:pt x="25469" y="98287"/>
                    <a:pt x="24274" y="95449"/>
                  </a:cubicBezTo>
                  <a:cubicBezTo>
                    <a:pt x="19643" y="84620"/>
                    <a:pt x="17851" y="71251"/>
                    <a:pt x="26066" y="61840"/>
                  </a:cubicBezTo>
                  <a:cubicBezTo>
                    <a:pt x="25842" y="61542"/>
                    <a:pt x="25842" y="61168"/>
                    <a:pt x="26365" y="60720"/>
                  </a:cubicBezTo>
                  <a:cubicBezTo>
                    <a:pt x="26888" y="60272"/>
                    <a:pt x="27635" y="59674"/>
                    <a:pt x="28382" y="59152"/>
                  </a:cubicBezTo>
                  <a:cubicBezTo>
                    <a:pt x="30996" y="52131"/>
                    <a:pt x="34506" y="45260"/>
                    <a:pt x="36597" y="37941"/>
                  </a:cubicBezTo>
                  <a:cubicBezTo>
                    <a:pt x="37792" y="33833"/>
                    <a:pt x="38315" y="29501"/>
                    <a:pt x="40182" y="25692"/>
                  </a:cubicBezTo>
                  <a:cubicBezTo>
                    <a:pt x="41750" y="22705"/>
                    <a:pt x="43692" y="19941"/>
                    <a:pt x="45858" y="17402"/>
                  </a:cubicBezTo>
                  <a:cubicBezTo>
                    <a:pt x="49817" y="12473"/>
                    <a:pt x="53775" y="7618"/>
                    <a:pt x="55119" y="1270"/>
                  </a:cubicBezTo>
                  <a:cubicBezTo>
                    <a:pt x="55194" y="822"/>
                    <a:pt x="55194" y="374"/>
                    <a:pt x="55045" y="0"/>
                  </a:cubicBezTo>
                  <a:close/>
                </a:path>
              </a:pathLst>
            </a:custGeom>
            <a:solidFill>
              <a:schemeClr val="lt2"/>
            </a:solid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74"/>
            <p:cNvSpPr/>
            <p:nvPr/>
          </p:nvSpPr>
          <p:spPr>
            <a:xfrm>
              <a:off x="2796652" y="3486241"/>
              <a:ext cx="78934" cy="45127"/>
            </a:xfrm>
            <a:custGeom>
              <a:avLst/>
              <a:gdLst/>
              <a:ahLst/>
              <a:cxnLst/>
              <a:rect l="l" t="t" r="r" b="b"/>
              <a:pathLst>
                <a:path w="2615" h="1495" extrusionOk="0">
                  <a:moveTo>
                    <a:pt x="1" y="1"/>
                  </a:moveTo>
                  <a:lnTo>
                    <a:pt x="1" y="1"/>
                  </a:lnTo>
                  <a:cubicBezTo>
                    <a:pt x="822" y="225"/>
                    <a:pt x="1569" y="747"/>
                    <a:pt x="2092" y="1494"/>
                  </a:cubicBezTo>
                  <a:cubicBezTo>
                    <a:pt x="2167" y="1121"/>
                    <a:pt x="2391" y="747"/>
                    <a:pt x="2615" y="523"/>
                  </a:cubicBezTo>
                  <a:cubicBezTo>
                    <a:pt x="1793" y="299"/>
                    <a:pt x="748" y="75"/>
                    <a:pt x="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74"/>
            <p:cNvSpPr/>
            <p:nvPr/>
          </p:nvSpPr>
          <p:spPr>
            <a:xfrm>
              <a:off x="2147418" y="1645844"/>
              <a:ext cx="786802" cy="1037911"/>
            </a:xfrm>
            <a:custGeom>
              <a:avLst/>
              <a:gdLst/>
              <a:ahLst/>
              <a:cxnLst/>
              <a:rect l="l" t="t" r="r" b="b"/>
              <a:pathLst>
                <a:path w="26066" h="34385" extrusionOk="0">
                  <a:moveTo>
                    <a:pt x="15004" y="0"/>
                  </a:moveTo>
                  <a:cubicBezTo>
                    <a:pt x="14832" y="0"/>
                    <a:pt x="14660" y="10"/>
                    <a:pt x="14489" y="29"/>
                  </a:cubicBezTo>
                  <a:cubicBezTo>
                    <a:pt x="11054" y="1074"/>
                    <a:pt x="7992" y="2792"/>
                    <a:pt x="5303" y="5107"/>
                  </a:cubicBezTo>
                  <a:cubicBezTo>
                    <a:pt x="4705" y="5780"/>
                    <a:pt x="4183" y="6452"/>
                    <a:pt x="3734" y="7199"/>
                  </a:cubicBezTo>
                  <a:lnTo>
                    <a:pt x="13220" y="3016"/>
                  </a:lnTo>
                  <a:cubicBezTo>
                    <a:pt x="13347" y="2960"/>
                    <a:pt x="13476" y="2935"/>
                    <a:pt x="13597" y="2935"/>
                  </a:cubicBezTo>
                  <a:cubicBezTo>
                    <a:pt x="14115" y="2935"/>
                    <a:pt x="14469" y="3385"/>
                    <a:pt x="13742" y="3688"/>
                  </a:cubicBezTo>
                  <a:lnTo>
                    <a:pt x="2988" y="8543"/>
                  </a:lnTo>
                  <a:cubicBezTo>
                    <a:pt x="2315" y="9738"/>
                    <a:pt x="1718" y="11008"/>
                    <a:pt x="1344" y="12277"/>
                  </a:cubicBezTo>
                  <a:cubicBezTo>
                    <a:pt x="6573" y="9813"/>
                    <a:pt x="11950" y="7572"/>
                    <a:pt x="17327" y="5406"/>
                  </a:cubicBezTo>
                  <a:cubicBezTo>
                    <a:pt x="17471" y="5344"/>
                    <a:pt x="17638" y="5317"/>
                    <a:pt x="17785" y="5317"/>
                  </a:cubicBezTo>
                  <a:cubicBezTo>
                    <a:pt x="18172" y="5317"/>
                    <a:pt x="18425" y="5509"/>
                    <a:pt x="17775" y="5780"/>
                  </a:cubicBezTo>
                  <a:cubicBezTo>
                    <a:pt x="12174" y="8020"/>
                    <a:pt x="6573" y="10410"/>
                    <a:pt x="1120" y="13024"/>
                  </a:cubicBezTo>
                  <a:cubicBezTo>
                    <a:pt x="822" y="13920"/>
                    <a:pt x="598" y="14817"/>
                    <a:pt x="448" y="15787"/>
                  </a:cubicBezTo>
                  <a:cubicBezTo>
                    <a:pt x="5079" y="13472"/>
                    <a:pt x="9784" y="11381"/>
                    <a:pt x="14564" y="9514"/>
                  </a:cubicBezTo>
                  <a:cubicBezTo>
                    <a:pt x="14697" y="9438"/>
                    <a:pt x="14850" y="9405"/>
                    <a:pt x="14989" y="9405"/>
                  </a:cubicBezTo>
                  <a:cubicBezTo>
                    <a:pt x="15399" y="9405"/>
                    <a:pt x="15699" y="9684"/>
                    <a:pt x="15087" y="9962"/>
                  </a:cubicBezTo>
                  <a:cubicBezTo>
                    <a:pt x="10008" y="11978"/>
                    <a:pt x="5153" y="14144"/>
                    <a:pt x="299" y="16609"/>
                  </a:cubicBezTo>
                  <a:cubicBezTo>
                    <a:pt x="149" y="17580"/>
                    <a:pt x="75" y="18626"/>
                    <a:pt x="75" y="19671"/>
                  </a:cubicBezTo>
                  <a:cubicBezTo>
                    <a:pt x="5153" y="17655"/>
                    <a:pt x="10157" y="15489"/>
                    <a:pt x="15012" y="13024"/>
                  </a:cubicBezTo>
                  <a:cubicBezTo>
                    <a:pt x="15156" y="12952"/>
                    <a:pt x="15376" y="12919"/>
                    <a:pt x="15582" y="12919"/>
                  </a:cubicBezTo>
                  <a:cubicBezTo>
                    <a:pt x="16019" y="12919"/>
                    <a:pt x="16392" y="13069"/>
                    <a:pt x="15834" y="13323"/>
                  </a:cubicBezTo>
                  <a:cubicBezTo>
                    <a:pt x="10680" y="15937"/>
                    <a:pt x="5452" y="18252"/>
                    <a:pt x="0" y="20343"/>
                  </a:cubicBezTo>
                  <a:cubicBezTo>
                    <a:pt x="0" y="21389"/>
                    <a:pt x="75" y="22509"/>
                    <a:pt x="149" y="23555"/>
                  </a:cubicBezTo>
                  <a:cubicBezTo>
                    <a:pt x="5378" y="21613"/>
                    <a:pt x="10456" y="19372"/>
                    <a:pt x="15385" y="16833"/>
                  </a:cubicBezTo>
                  <a:cubicBezTo>
                    <a:pt x="15526" y="16727"/>
                    <a:pt x="15883" y="16655"/>
                    <a:pt x="16135" y="16655"/>
                  </a:cubicBezTo>
                  <a:cubicBezTo>
                    <a:pt x="16417" y="16655"/>
                    <a:pt x="16566" y="16746"/>
                    <a:pt x="16132" y="16982"/>
                  </a:cubicBezTo>
                  <a:cubicBezTo>
                    <a:pt x="10979" y="19671"/>
                    <a:pt x="5676" y="21986"/>
                    <a:pt x="224" y="24003"/>
                  </a:cubicBezTo>
                  <a:cubicBezTo>
                    <a:pt x="374" y="25123"/>
                    <a:pt x="523" y="26244"/>
                    <a:pt x="672" y="27364"/>
                  </a:cubicBezTo>
                  <a:lnTo>
                    <a:pt x="14788" y="21240"/>
                  </a:lnTo>
                  <a:cubicBezTo>
                    <a:pt x="14913" y="21193"/>
                    <a:pt x="15048" y="21172"/>
                    <a:pt x="15175" y="21172"/>
                  </a:cubicBezTo>
                  <a:cubicBezTo>
                    <a:pt x="15654" y="21172"/>
                    <a:pt x="16019" y="21467"/>
                    <a:pt x="15311" y="21762"/>
                  </a:cubicBezTo>
                  <a:lnTo>
                    <a:pt x="822" y="28036"/>
                  </a:lnTo>
                  <a:cubicBezTo>
                    <a:pt x="896" y="28484"/>
                    <a:pt x="971" y="28932"/>
                    <a:pt x="1120" y="29380"/>
                  </a:cubicBezTo>
                  <a:cubicBezTo>
                    <a:pt x="1195" y="29754"/>
                    <a:pt x="1270" y="29978"/>
                    <a:pt x="1344" y="30277"/>
                  </a:cubicBezTo>
                  <a:cubicBezTo>
                    <a:pt x="7095" y="27887"/>
                    <a:pt x="12697" y="25198"/>
                    <a:pt x="18149" y="22285"/>
                  </a:cubicBezTo>
                  <a:cubicBezTo>
                    <a:pt x="18290" y="22214"/>
                    <a:pt x="18429" y="22184"/>
                    <a:pt x="18556" y="22184"/>
                  </a:cubicBezTo>
                  <a:cubicBezTo>
                    <a:pt x="19097" y="22184"/>
                    <a:pt x="19412" y="22743"/>
                    <a:pt x="18746" y="23107"/>
                  </a:cubicBezTo>
                  <a:cubicBezTo>
                    <a:pt x="13145" y="26094"/>
                    <a:pt x="7469" y="28783"/>
                    <a:pt x="1569" y="31247"/>
                  </a:cubicBezTo>
                  <a:cubicBezTo>
                    <a:pt x="1867" y="32293"/>
                    <a:pt x="2241" y="33339"/>
                    <a:pt x="2614" y="34384"/>
                  </a:cubicBezTo>
                  <a:cubicBezTo>
                    <a:pt x="10008" y="31173"/>
                    <a:pt x="17551" y="28260"/>
                    <a:pt x="25244" y="25721"/>
                  </a:cubicBezTo>
                  <a:cubicBezTo>
                    <a:pt x="25332" y="25677"/>
                    <a:pt x="25419" y="25659"/>
                    <a:pt x="25501" y="25659"/>
                  </a:cubicBezTo>
                  <a:cubicBezTo>
                    <a:pt x="25699" y="25659"/>
                    <a:pt x="25863" y="25764"/>
                    <a:pt x="25916" y="25870"/>
                  </a:cubicBezTo>
                  <a:cubicBezTo>
                    <a:pt x="26066" y="21762"/>
                    <a:pt x="25244" y="17729"/>
                    <a:pt x="23526" y="14070"/>
                  </a:cubicBezTo>
                  <a:cubicBezTo>
                    <a:pt x="22182" y="11082"/>
                    <a:pt x="21734" y="8394"/>
                    <a:pt x="20912" y="5331"/>
                  </a:cubicBezTo>
                  <a:cubicBezTo>
                    <a:pt x="20464" y="3688"/>
                    <a:pt x="19568" y="2269"/>
                    <a:pt x="18373" y="1224"/>
                  </a:cubicBezTo>
                  <a:cubicBezTo>
                    <a:pt x="17395" y="441"/>
                    <a:pt x="16189" y="0"/>
                    <a:pt x="1500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74"/>
            <p:cNvSpPr/>
            <p:nvPr/>
          </p:nvSpPr>
          <p:spPr>
            <a:xfrm>
              <a:off x="2235314" y="2442468"/>
              <a:ext cx="694406" cy="682453"/>
            </a:xfrm>
            <a:custGeom>
              <a:avLst/>
              <a:gdLst/>
              <a:ahLst/>
              <a:cxnLst/>
              <a:rect l="l" t="t" r="r" b="b"/>
              <a:pathLst>
                <a:path w="23005" h="22609" extrusionOk="0">
                  <a:moveTo>
                    <a:pt x="23004" y="1"/>
                  </a:moveTo>
                  <a:cubicBezTo>
                    <a:pt x="22855" y="76"/>
                    <a:pt x="22706" y="150"/>
                    <a:pt x="22556" y="225"/>
                  </a:cubicBezTo>
                  <a:cubicBezTo>
                    <a:pt x="14938" y="2764"/>
                    <a:pt x="7395" y="5677"/>
                    <a:pt x="1" y="8889"/>
                  </a:cubicBezTo>
                  <a:cubicBezTo>
                    <a:pt x="524" y="10308"/>
                    <a:pt x="1121" y="11652"/>
                    <a:pt x="1868" y="12996"/>
                  </a:cubicBezTo>
                  <a:cubicBezTo>
                    <a:pt x="3735" y="12025"/>
                    <a:pt x="5826" y="11353"/>
                    <a:pt x="7694" y="10457"/>
                  </a:cubicBezTo>
                  <a:cubicBezTo>
                    <a:pt x="10233" y="9337"/>
                    <a:pt x="12698" y="8142"/>
                    <a:pt x="15162" y="6947"/>
                  </a:cubicBezTo>
                  <a:cubicBezTo>
                    <a:pt x="15301" y="6877"/>
                    <a:pt x="15511" y="6844"/>
                    <a:pt x="15711" y="6844"/>
                  </a:cubicBezTo>
                  <a:cubicBezTo>
                    <a:pt x="16157" y="6844"/>
                    <a:pt x="16551" y="7011"/>
                    <a:pt x="15984" y="7320"/>
                  </a:cubicBezTo>
                  <a:cubicBezTo>
                    <a:pt x="12772" y="8889"/>
                    <a:pt x="9486" y="10457"/>
                    <a:pt x="6200" y="11876"/>
                  </a:cubicBezTo>
                  <a:cubicBezTo>
                    <a:pt x="4930" y="12548"/>
                    <a:pt x="3586" y="13146"/>
                    <a:pt x="2241" y="13743"/>
                  </a:cubicBezTo>
                  <a:cubicBezTo>
                    <a:pt x="2690" y="14565"/>
                    <a:pt x="3212" y="15386"/>
                    <a:pt x="3735" y="16133"/>
                  </a:cubicBezTo>
                  <a:lnTo>
                    <a:pt x="13893" y="10980"/>
                  </a:lnTo>
                  <a:cubicBezTo>
                    <a:pt x="14016" y="10918"/>
                    <a:pt x="14196" y="10890"/>
                    <a:pt x="14376" y="10890"/>
                  </a:cubicBezTo>
                  <a:cubicBezTo>
                    <a:pt x="14851" y="10890"/>
                    <a:pt x="15330" y="11083"/>
                    <a:pt x="14789" y="11353"/>
                  </a:cubicBezTo>
                  <a:lnTo>
                    <a:pt x="4109" y="16731"/>
                  </a:lnTo>
                  <a:cubicBezTo>
                    <a:pt x="4706" y="17552"/>
                    <a:pt x="5453" y="18448"/>
                    <a:pt x="6200" y="19195"/>
                  </a:cubicBezTo>
                  <a:lnTo>
                    <a:pt x="18374" y="13444"/>
                  </a:lnTo>
                  <a:cubicBezTo>
                    <a:pt x="18508" y="13377"/>
                    <a:pt x="18651" y="13348"/>
                    <a:pt x="18781" y="13348"/>
                  </a:cubicBezTo>
                  <a:cubicBezTo>
                    <a:pt x="19228" y="13348"/>
                    <a:pt x="19533" y="13695"/>
                    <a:pt x="18897" y="14042"/>
                  </a:cubicBezTo>
                  <a:lnTo>
                    <a:pt x="6797" y="19793"/>
                  </a:lnTo>
                  <a:cubicBezTo>
                    <a:pt x="7470" y="20390"/>
                    <a:pt x="8216" y="20913"/>
                    <a:pt x="9038" y="21361"/>
                  </a:cubicBezTo>
                  <a:cubicBezTo>
                    <a:pt x="12324" y="19718"/>
                    <a:pt x="15685" y="18224"/>
                    <a:pt x="19046" y="16805"/>
                  </a:cubicBezTo>
                  <a:cubicBezTo>
                    <a:pt x="19138" y="16774"/>
                    <a:pt x="19232" y="16761"/>
                    <a:pt x="19323" y="16761"/>
                  </a:cubicBezTo>
                  <a:cubicBezTo>
                    <a:pt x="19894" y="16761"/>
                    <a:pt x="20352" y="17305"/>
                    <a:pt x="19643" y="17627"/>
                  </a:cubicBezTo>
                  <a:cubicBezTo>
                    <a:pt x="16432" y="18896"/>
                    <a:pt x="13220" y="20316"/>
                    <a:pt x="10158" y="21884"/>
                  </a:cubicBezTo>
                  <a:cubicBezTo>
                    <a:pt x="11428" y="22365"/>
                    <a:pt x="12777" y="22608"/>
                    <a:pt x="14125" y="22608"/>
                  </a:cubicBezTo>
                  <a:cubicBezTo>
                    <a:pt x="15710" y="22608"/>
                    <a:pt x="17294" y="22271"/>
                    <a:pt x="18747" y="21585"/>
                  </a:cubicBezTo>
                  <a:cubicBezTo>
                    <a:pt x="19046" y="21436"/>
                    <a:pt x="19419" y="21361"/>
                    <a:pt x="19793" y="21361"/>
                  </a:cubicBezTo>
                  <a:cubicBezTo>
                    <a:pt x="21585" y="20091"/>
                    <a:pt x="22481" y="17926"/>
                    <a:pt x="22257" y="15760"/>
                  </a:cubicBezTo>
                  <a:cubicBezTo>
                    <a:pt x="22183" y="15162"/>
                    <a:pt x="21809" y="14863"/>
                    <a:pt x="21585" y="14415"/>
                  </a:cubicBezTo>
                  <a:cubicBezTo>
                    <a:pt x="20241" y="10756"/>
                    <a:pt x="20092" y="10905"/>
                    <a:pt x="21212" y="7470"/>
                  </a:cubicBezTo>
                  <a:cubicBezTo>
                    <a:pt x="22033" y="5304"/>
                    <a:pt x="22556" y="3063"/>
                    <a:pt x="22930" y="822"/>
                  </a:cubicBezTo>
                  <a:cubicBezTo>
                    <a:pt x="22930" y="524"/>
                    <a:pt x="22930" y="225"/>
                    <a:pt x="230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74"/>
            <p:cNvSpPr/>
            <p:nvPr/>
          </p:nvSpPr>
          <p:spPr>
            <a:xfrm>
              <a:off x="2758348" y="650275"/>
              <a:ext cx="822873" cy="595580"/>
            </a:xfrm>
            <a:custGeom>
              <a:avLst/>
              <a:gdLst/>
              <a:ahLst/>
              <a:cxnLst/>
              <a:rect l="l" t="t" r="r" b="b"/>
              <a:pathLst>
                <a:path w="27261" h="19731" extrusionOk="0">
                  <a:moveTo>
                    <a:pt x="25393" y="0"/>
                  </a:moveTo>
                  <a:cubicBezTo>
                    <a:pt x="22406" y="1270"/>
                    <a:pt x="19493" y="2540"/>
                    <a:pt x="16506" y="3735"/>
                  </a:cubicBezTo>
                  <a:lnTo>
                    <a:pt x="16356" y="3959"/>
                  </a:lnTo>
                  <a:lnTo>
                    <a:pt x="16207" y="3959"/>
                  </a:lnTo>
                  <a:lnTo>
                    <a:pt x="16132" y="3884"/>
                  </a:lnTo>
                  <a:cubicBezTo>
                    <a:pt x="10755" y="6125"/>
                    <a:pt x="5452" y="8216"/>
                    <a:pt x="0" y="10382"/>
                  </a:cubicBezTo>
                  <a:cubicBezTo>
                    <a:pt x="299" y="11054"/>
                    <a:pt x="747" y="11651"/>
                    <a:pt x="1195" y="12249"/>
                  </a:cubicBezTo>
                  <a:lnTo>
                    <a:pt x="20987" y="4631"/>
                  </a:lnTo>
                  <a:cubicBezTo>
                    <a:pt x="21130" y="4578"/>
                    <a:pt x="21285" y="4554"/>
                    <a:pt x="21427" y="4554"/>
                  </a:cubicBezTo>
                  <a:cubicBezTo>
                    <a:pt x="21879" y="4554"/>
                    <a:pt x="22192" y="4795"/>
                    <a:pt x="21510" y="5079"/>
                  </a:cubicBezTo>
                  <a:lnTo>
                    <a:pt x="1643" y="12697"/>
                  </a:lnTo>
                  <a:cubicBezTo>
                    <a:pt x="2166" y="13220"/>
                    <a:pt x="2689" y="13743"/>
                    <a:pt x="3286" y="14191"/>
                  </a:cubicBezTo>
                  <a:lnTo>
                    <a:pt x="16879" y="8664"/>
                  </a:lnTo>
                  <a:cubicBezTo>
                    <a:pt x="17029" y="8627"/>
                    <a:pt x="17421" y="8571"/>
                    <a:pt x="17673" y="8571"/>
                  </a:cubicBezTo>
                  <a:cubicBezTo>
                    <a:pt x="17925" y="8571"/>
                    <a:pt x="18037" y="8627"/>
                    <a:pt x="17626" y="8813"/>
                  </a:cubicBezTo>
                  <a:lnTo>
                    <a:pt x="3734" y="14490"/>
                  </a:lnTo>
                  <a:cubicBezTo>
                    <a:pt x="4556" y="15012"/>
                    <a:pt x="5452" y="15535"/>
                    <a:pt x="6423" y="16058"/>
                  </a:cubicBezTo>
                  <a:cubicBezTo>
                    <a:pt x="10083" y="14041"/>
                    <a:pt x="13966" y="12398"/>
                    <a:pt x="17925" y="10979"/>
                  </a:cubicBezTo>
                  <a:cubicBezTo>
                    <a:pt x="18034" y="10952"/>
                    <a:pt x="18152" y="10940"/>
                    <a:pt x="18264" y="10940"/>
                  </a:cubicBezTo>
                  <a:cubicBezTo>
                    <a:pt x="18766" y="10940"/>
                    <a:pt x="19179" y="11184"/>
                    <a:pt x="18448" y="11427"/>
                  </a:cubicBezTo>
                  <a:cubicBezTo>
                    <a:pt x="14564" y="12772"/>
                    <a:pt x="10755" y="14415"/>
                    <a:pt x="7170" y="16357"/>
                  </a:cubicBezTo>
                  <a:cubicBezTo>
                    <a:pt x="7917" y="16730"/>
                    <a:pt x="8738" y="17104"/>
                    <a:pt x="9560" y="17402"/>
                  </a:cubicBezTo>
                  <a:cubicBezTo>
                    <a:pt x="11950" y="16133"/>
                    <a:pt x="14340" y="14863"/>
                    <a:pt x="16655" y="13593"/>
                  </a:cubicBezTo>
                  <a:cubicBezTo>
                    <a:pt x="16828" y="13507"/>
                    <a:pt x="17349" y="13421"/>
                    <a:pt x="17643" y="13421"/>
                  </a:cubicBezTo>
                  <a:cubicBezTo>
                    <a:pt x="17859" y="13421"/>
                    <a:pt x="17953" y="13467"/>
                    <a:pt x="17701" y="13593"/>
                  </a:cubicBezTo>
                  <a:lnTo>
                    <a:pt x="10232" y="17626"/>
                  </a:lnTo>
                  <a:cubicBezTo>
                    <a:pt x="10755" y="17776"/>
                    <a:pt x="11352" y="18000"/>
                    <a:pt x="11875" y="18149"/>
                  </a:cubicBezTo>
                  <a:lnTo>
                    <a:pt x="16132" y="15759"/>
                  </a:lnTo>
                  <a:cubicBezTo>
                    <a:pt x="16274" y="15665"/>
                    <a:pt x="16505" y="15570"/>
                    <a:pt x="16713" y="15570"/>
                  </a:cubicBezTo>
                  <a:cubicBezTo>
                    <a:pt x="16834" y="15570"/>
                    <a:pt x="16946" y="15602"/>
                    <a:pt x="17029" y="15685"/>
                  </a:cubicBezTo>
                  <a:cubicBezTo>
                    <a:pt x="17253" y="15834"/>
                    <a:pt x="17178" y="16133"/>
                    <a:pt x="16954" y="16282"/>
                  </a:cubicBezTo>
                  <a:lnTo>
                    <a:pt x="12996" y="18523"/>
                  </a:lnTo>
                  <a:cubicBezTo>
                    <a:pt x="13817" y="18747"/>
                    <a:pt x="14564" y="18896"/>
                    <a:pt x="15161" y="19045"/>
                  </a:cubicBezTo>
                  <a:lnTo>
                    <a:pt x="17551" y="18074"/>
                  </a:lnTo>
                  <a:cubicBezTo>
                    <a:pt x="17688" y="18029"/>
                    <a:pt x="17934" y="17956"/>
                    <a:pt x="18157" y="17956"/>
                  </a:cubicBezTo>
                  <a:cubicBezTo>
                    <a:pt x="18301" y="17956"/>
                    <a:pt x="18434" y="17987"/>
                    <a:pt x="18522" y="18074"/>
                  </a:cubicBezTo>
                  <a:cubicBezTo>
                    <a:pt x="18672" y="18299"/>
                    <a:pt x="18373" y="18597"/>
                    <a:pt x="18149" y="18672"/>
                  </a:cubicBezTo>
                  <a:lnTo>
                    <a:pt x="16506" y="19344"/>
                  </a:lnTo>
                  <a:cubicBezTo>
                    <a:pt x="17895" y="19605"/>
                    <a:pt x="19295" y="19731"/>
                    <a:pt x="20694" y="19731"/>
                  </a:cubicBezTo>
                  <a:cubicBezTo>
                    <a:pt x="22905" y="19731"/>
                    <a:pt x="25111" y="19416"/>
                    <a:pt x="27261" y="18821"/>
                  </a:cubicBezTo>
                  <a:cubicBezTo>
                    <a:pt x="27261" y="18149"/>
                    <a:pt x="26962" y="17552"/>
                    <a:pt x="26439" y="17178"/>
                  </a:cubicBezTo>
                  <a:cubicBezTo>
                    <a:pt x="23153" y="14340"/>
                    <a:pt x="21809" y="9784"/>
                    <a:pt x="23228" y="5677"/>
                  </a:cubicBezTo>
                  <a:cubicBezTo>
                    <a:pt x="23601" y="5378"/>
                    <a:pt x="23825" y="5004"/>
                    <a:pt x="23974" y="4556"/>
                  </a:cubicBezTo>
                  <a:lnTo>
                    <a:pt x="25095" y="1420"/>
                  </a:lnTo>
                  <a:cubicBezTo>
                    <a:pt x="25244" y="1121"/>
                    <a:pt x="25244" y="822"/>
                    <a:pt x="25244" y="449"/>
                  </a:cubicBezTo>
                  <a:lnTo>
                    <a:pt x="2539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74"/>
            <p:cNvSpPr/>
            <p:nvPr/>
          </p:nvSpPr>
          <p:spPr>
            <a:xfrm>
              <a:off x="2744795" y="449821"/>
              <a:ext cx="825801" cy="482296"/>
            </a:xfrm>
            <a:custGeom>
              <a:avLst/>
              <a:gdLst/>
              <a:ahLst/>
              <a:cxnLst/>
              <a:rect l="l" t="t" r="r" b="b"/>
              <a:pathLst>
                <a:path w="27358" h="15978" extrusionOk="0">
                  <a:moveTo>
                    <a:pt x="24602" y="0"/>
                  </a:moveTo>
                  <a:cubicBezTo>
                    <a:pt x="24215" y="0"/>
                    <a:pt x="23820" y="112"/>
                    <a:pt x="23453" y="368"/>
                  </a:cubicBezTo>
                  <a:cubicBezTo>
                    <a:pt x="23004" y="667"/>
                    <a:pt x="22556" y="1040"/>
                    <a:pt x="22183" y="1413"/>
                  </a:cubicBezTo>
                  <a:cubicBezTo>
                    <a:pt x="22407" y="1189"/>
                    <a:pt x="22706" y="1040"/>
                    <a:pt x="23004" y="816"/>
                  </a:cubicBezTo>
                  <a:cubicBezTo>
                    <a:pt x="23374" y="539"/>
                    <a:pt x="24428" y="348"/>
                    <a:pt x="25055" y="348"/>
                  </a:cubicBezTo>
                  <a:cubicBezTo>
                    <a:pt x="25443" y="348"/>
                    <a:pt x="25669" y="421"/>
                    <a:pt x="25469" y="592"/>
                  </a:cubicBezTo>
                  <a:cubicBezTo>
                    <a:pt x="23453" y="2011"/>
                    <a:pt x="21137" y="3057"/>
                    <a:pt x="18747" y="3654"/>
                  </a:cubicBezTo>
                  <a:cubicBezTo>
                    <a:pt x="18523" y="3803"/>
                    <a:pt x="18299" y="3953"/>
                    <a:pt x="18075" y="4102"/>
                  </a:cubicBezTo>
                  <a:cubicBezTo>
                    <a:pt x="17776" y="4027"/>
                    <a:pt x="17552" y="4027"/>
                    <a:pt x="17254" y="4027"/>
                  </a:cubicBezTo>
                  <a:cubicBezTo>
                    <a:pt x="11876" y="6193"/>
                    <a:pt x="6573" y="8509"/>
                    <a:pt x="1345" y="10973"/>
                  </a:cubicBezTo>
                  <a:cubicBezTo>
                    <a:pt x="823" y="11795"/>
                    <a:pt x="449" y="12616"/>
                    <a:pt x="300" y="13513"/>
                  </a:cubicBezTo>
                  <a:lnTo>
                    <a:pt x="300" y="13513"/>
                  </a:lnTo>
                  <a:cubicBezTo>
                    <a:pt x="7843" y="10600"/>
                    <a:pt x="15237" y="7239"/>
                    <a:pt x="22407" y="3355"/>
                  </a:cubicBezTo>
                  <a:cubicBezTo>
                    <a:pt x="22536" y="3269"/>
                    <a:pt x="23039" y="3183"/>
                    <a:pt x="23340" y="3183"/>
                  </a:cubicBezTo>
                  <a:cubicBezTo>
                    <a:pt x="23561" y="3183"/>
                    <a:pt x="23673" y="3229"/>
                    <a:pt x="23453" y="3355"/>
                  </a:cubicBezTo>
                  <a:cubicBezTo>
                    <a:pt x="15909" y="7388"/>
                    <a:pt x="8142" y="10973"/>
                    <a:pt x="150" y="14035"/>
                  </a:cubicBezTo>
                  <a:cubicBezTo>
                    <a:pt x="1" y="14633"/>
                    <a:pt x="1" y="15305"/>
                    <a:pt x="150" y="15977"/>
                  </a:cubicBezTo>
                  <a:cubicBezTo>
                    <a:pt x="8515" y="12691"/>
                    <a:pt x="16955" y="9330"/>
                    <a:pt x="25245" y="5745"/>
                  </a:cubicBezTo>
                  <a:cubicBezTo>
                    <a:pt x="25346" y="5678"/>
                    <a:pt x="25461" y="5641"/>
                    <a:pt x="25579" y="5641"/>
                  </a:cubicBezTo>
                  <a:cubicBezTo>
                    <a:pt x="25723" y="5641"/>
                    <a:pt x="25869" y="5697"/>
                    <a:pt x="25992" y="5820"/>
                  </a:cubicBezTo>
                  <a:lnTo>
                    <a:pt x="26888" y="2982"/>
                  </a:lnTo>
                  <a:cubicBezTo>
                    <a:pt x="27358" y="1514"/>
                    <a:pt x="26027" y="0"/>
                    <a:pt x="2460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74"/>
            <p:cNvSpPr/>
            <p:nvPr/>
          </p:nvSpPr>
          <p:spPr>
            <a:xfrm>
              <a:off x="2814702" y="591657"/>
              <a:ext cx="349452" cy="153340"/>
            </a:xfrm>
            <a:custGeom>
              <a:avLst/>
              <a:gdLst/>
              <a:ahLst/>
              <a:cxnLst/>
              <a:rect l="l" t="t" r="r" b="b"/>
              <a:pathLst>
                <a:path w="11577" h="5080" extrusionOk="0">
                  <a:moveTo>
                    <a:pt x="11577" y="1"/>
                  </a:moveTo>
                  <a:lnTo>
                    <a:pt x="11577" y="1"/>
                  </a:lnTo>
                  <a:cubicBezTo>
                    <a:pt x="7394" y="972"/>
                    <a:pt x="2465" y="2017"/>
                    <a:pt x="0" y="5079"/>
                  </a:cubicBezTo>
                  <a:cubicBezTo>
                    <a:pt x="3809" y="3362"/>
                    <a:pt x="7693" y="1644"/>
                    <a:pt x="115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74"/>
            <p:cNvSpPr/>
            <p:nvPr/>
          </p:nvSpPr>
          <p:spPr>
            <a:xfrm>
              <a:off x="3468464" y="1258942"/>
              <a:ext cx="92457" cy="26442"/>
            </a:xfrm>
            <a:custGeom>
              <a:avLst/>
              <a:gdLst/>
              <a:ahLst/>
              <a:cxnLst/>
              <a:rect l="l" t="t" r="r" b="b"/>
              <a:pathLst>
                <a:path w="3063" h="876" extrusionOk="0">
                  <a:moveTo>
                    <a:pt x="3062" y="1"/>
                  </a:moveTo>
                  <a:lnTo>
                    <a:pt x="3062" y="1"/>
                  </a:lnTo>
                  <a:cubicBezTo>
                    <a:pt x="2092" y="299"/>
                    <a:pt x="1046" y="449"/>
                    <a:pt x="0" y="598"/>
                  </a:cubicBezTo>
                  <a:cubicBezTo>
                    <a:pt x="373" y="784"/>
                    <a:pt x="774" y="876"/>
                    <a:pt x="1170" y="876"/>
                  </a:cubicBezTo>
                  <a:cubicBezTo>
                    <a:pt x="1884" y="876"/>
                    <a:pt x="2582" y="578"/>
                    <a:pt x="3062" y="1"/>
                  </a:cubicBezTo>
                  <a:close/>
                </a:path>
              </a:pathLst>
            </a:custGeom>
            <a:solidFill>
              <a:srgbClr val="B47E5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74"/>
            <p:cNvSpPr/>
            <p:nvPr/>
          </p:nvSpPr>
          <p:spPr>
            <a:xfrm>
              <a:off x="4658752" y="2713010"/>
              <a:ext cx="248030" cy="110477"/>
            </a:xfrm>
            <a:custGeom>
              <a:avLst/>
              <a:gdLst/>
              <a:ahLst/>
              <a:cxnLst/>
              <a:rect l="l" t="t" r="r" b="b"/>
              <a:pathLst>
                <a:path w="8217" h="3660" extrusionOk="0">
                  <a:moveTo>
                    <a:pt x="8216" y="0"/>
                  </a:moveTo>
                  <a:lnTo>
                    <a:pt x="8216" y="0"/>
                  </a:lnTo>
                  <a:cubicBezTo>
                    <a:pt x="5826" y="1942"/>
                    <a:pt x="2988" y="3137"/>
                    <a:pt x="1" y="3660"/>
                  </a:cubicBezTo>
                  <a:cubicBezTo>
                    <a:pt x="2988" y="3510"/>
                    <a:pt x="5901" y="2764"/>
                    <a:pt x="7619" y="896"/>
                  </a:cubicBezTo>
                  <a:cubicBezTo>
                    <a:pt x="7843" y="598"/>
                    <a:pt x="8067" y="299"/>
                    <a:pt x="82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74"/>
            <p:cNvSpPr/>
            <p:nvPr/>
          </p:nvSpPr>
          <p:spPr>
            <a:xfrm>
              <a:off x="3905804" y="1639928"/>
              <a:ext cx="856711" cy="705665"/>
            </a:xfrm>
            <a:custGeom>
              <a:avLst/>
              <a:gdLst/>
              <a:ahLst/>
              <a:cxnLst/>
              <a:rect l="l" t="t" r="r" b="b"/>
              <a:pathLst>
                <a:path w="28382" h="23378" extrusionOk="0">
                  <a:moveTo>
                    <a:pt x="27485" y="1"/>
                  </a:moveTo>
                  <a:lnTo>
                    <a:pt x="27485" y="1"/>
                  </a:lnTo>
                  <a:cubicBezTo>
                    <a:pt x="20091" y="3212"/>
                    <a:pt x="12548" y="6050"/>
                    <a:pt x="4930" y="8440"/>
                  </a:cubicBezTo>
                  <a:cubicBezTo>
                    <a:pt x="4780" y="8440"/>
                    <a:pt x="4706" y="8515"/>
                    <a:pt x="4631" y="8515"/>
                  </a:cubicBezTo>
                  <a:cubicBezTo>
                    <a:pt x="3511" y="10158"/>
                    <a:pt x="2465" y="11876"/>
                    <a:pt x="1644" y="13668"/>
                  </a:cubicBezTo>
                  <a:cubicBezTo>
                    <a:pt x="4034" y="12324"/>
                    <a:pt x="6573" y="11204"/>
                    <a:pt x="9262" y="10457"/>
                  </a:cubicBezTo>
                  <a:cubicBezTo>
                    <a:pt x="15236" y="8515"/>
                    <a:pt x="21062" y="6200"/>
                    <a:pt x="26738" y="3362"/>
                  </a:cubicBezTo>
                  <a:cubicBezTo>
                    <a:pt x="26851" y="3316"/>
                    <a:pt x="27040" y="3292"/>
                    <a:pt x="27225" y="3292"/>
                  </a:cubicBezTo>
                  <a:cubicBezTo>
                    <a:pt x="27650" y="3292"/>
                    <a:pt x="28058" y="3423"/>
                    <a:pt x="27485" y="3735"/>
                  </a:cubicBezTo>
                  <a:cubicBezTo>
                    <a:pt x="23676" y="5677"/>
                    <a:pt x="19792" y="7395"/>
                    <a:pt x="15759" y="8888"/>
                  </a:cubicBezTo>
                  <a:cubicBezTo>
                    <a:pt x="10830" y="10755"/>
                    <a:pt x="5527" y="11801"/>
                    <a:pt x="1195" y="14788"/>
                  </a:cubicBezTo>
                  <a:cubicBezTo>
                    <a:pt x="971" y="15311"/>
                    <a:pt x="822" y="15759"/>
                    <a:pt x="673" y="16282"/>
                  </a:cubicBezTo>
                  <a:cubicBezTo>
                    <a:pt x="449" y="17178"/>
                    <a:pt x="225" y="18075"/>
                    <a:pt x="150" y="19046"/>
                  </a:cubicBezTo>
                  <a:cubicBezTo>
                    <a:pt x="8216" y="15162"/>
                    <a:pt x="16581" y="11726"/>
                    <a:pt x="25020" y="8739"/>
                  </a:cubicBezTo>
                  <a:cubicBezTo>
                    <a:pt x="25148" y="8691"/>
                    <a:pt x="25285" y="8671"/>
                    <a:pt x="25414" y="8671"/>
                  </a:cubicBezTo>
                  <a:cubicBezTo>
                    <a:pt x="25890" y="8671"/>
                    <a:pt x="26249" y="8952"/>
                    <a:pt x="25543" y="9187"/>
                  </a:cubicBezTo>
                  <a:cubicBezTo>
                    <a:pt x="16880" y="12324"/>
                    <a:pt x="8365" y="15834"/>
                    <a:pt x="75" y="19792"/>
                  </a:cubicBezTo>
                  <a:cubicBezTo>
                    <a:pt x="0" y="20987"/>
                    <a:pt x="75" y="22182"/>
                    <a:pt x="225" y="23377"/>
                  </a:cubicBezTo>
                  <a:cubicBezTo>
                    <a:pt x="8739" y="20241"/>
                    <a:pt x="17178" y="17029"/>
                    <a:pt x="25394" y="13220"/>
                  </a:cubicBezTo>
                  <a:cubicBezTo>
                    <a:pt x="25991" y="11577"/>
                    <a:pt x="26738" y="9859"/>
                    <a:pt x="27410" y="8141"/>
                  </a:cubicBezTo>
                  <a:cubicBezTo>
                    <a:pt x="28381" y="5527"/>
                    <a:pt x="28381" y="2615"/>
                    <a:pt x="27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74"/>
            <p:cNvSpPr/>
            <p:nvPr/>
          </p:nvSpPr>
          <p:spPr>
            <a:xfrm>
              <a:off x="4068105" y="1396461"/>
              <a:ext cx="658335" cy="466690"/>
            </a:xfrm>
            <a:custGeom>
              <a:avLst/>
              <a:gdLst/>
              <a:ahLst/>
              <a:cxnLst/>
              <a:rect l="l" t="t" r="r" b="b"/>
              <a:pathLst>
                <a:path w="21810" h="15461" extrusionOk="0">
                  <a:moveTo>
                    <a:pt x="13071" y="1"/>
                  </a:moveTo>
                  <a:cubicBezTo>
                    <a:pt x="12324" y="1"/>
                    <a:pt x="11503" y="1"/>
                    <a:pt x="10756" y="75"/>
                  </a:cubicBezTo>
                  <a:cubicBezTo>
                    <a:pt x="10606" y="150"/>
                    <a:pt x="10532" y="225"/>
                    <a:pt x="10382" y="299"/>
                  </a:cubicBezTo>
                  <a:lnTo>
                    <a:pt x="9486" y="299"/>
                  </a:lnTo>
                  <a:cubicBezTo>
                    <a:pt x="7843" y="598"/>
                    <a:pt x="6349" y="1494"/>
                    <a:pt x="5304" y="2764"/>
                  </a:cubicBezTo>
                  <a:cubicBezTo>
                    <a:pt x="4781" y="3511"/>
                    <a:pt x="4482" y="4332"/>
                    <a:pt x="4407" y="5303"/>
                  </a:cubicBezTo>
                  <a:cubicBezTo>
                    <a:pt x="7245" y="4407"/>
                    <a:pt x="10009" y="3436"/>
                    <a:pt x="12772" y="2316"/>
                  </a:cubicBezTo>
                  <a:cubicBezTo>
                    <a:pt x="12874" y="2282"/>
                    <a:pt x="12977" y="2267"/>
                    <a:pt x="13076" y="2267"/>
                  </a:cubicBezTo>
                  <a:cubicBezTo>
                    <a:pt x="13634" y="2267"/>
                    <a:pt x="14067" y="2746"/>
                    <a:pt x="13370" y="3063"/>
                  </a:cubicBezTo>
                  <a:cubicBezTo>
                    <a:pt x="10308" y="4258"/>
                    <a:pt x="7245" y="5303"/>
                    <a:pt x="4183" y="6274"/>
                  </a:cubicBezTo>
                  <a:cubicBezTo>
                    <a:pt x="4109" y="6722"/>
                    <a:pt x="4034" y="7245"/>
                    <a:pt x="3885" y="7768"/>
                  </a:cubicBezTo>
                  <a:cubicBezTo>
                    <a:pt x="3661" y="8589"/>
                    <a:pt x="3362" y="9411"/>
                    <a:pt x="3063" y="10158"/>
                  </a:cubicBezTo>
                  <a:lnTo>
                    <a:pt x="18448" y="5154"/>
                  </a:lnTo>
                  <a:cubicBezTo>
                    <a:pt x="18597" y="5090"/>
                    <a:pt x="18775" y="5063"/>
                    <a:pt x="18934" y="5063"/>
                  </a:cubicBezTo>
                  <a:cubicBezTo>
                    <a:pt x="19335" y="5063"/>
                    <a:pt x="19613" y="5239"/>
                    <a:pt x="18971" y="5453"/>
                  </a:cubicBezTo>
                  <a:lnTo>
                    <a:pt x="3063" y="10681"/>
                  </a:lnTo>
                  <a:cubicBezTo>
                    <a:pt x="2988" y="10681"/>
                    <a:pt x="2914" y="10681"/>
                    <a:pt x="2839" y="10755"/>
                  </a:cubicBezTo>
                  <a:cubicBezTo>
                    <a:pt x="2017" y="12398"/>
                    <a:pt x="1046" y="13967"/>
                    <a:pt x="1" y="15461"/>
                  </a:cubicBezTo>
                  <a:cubicBezTo>
                    <a:pt x="7395" y="13145"/>
                    <a:pt x="14639" y="10382"/>
                    <a:pt x="21809" y="7245"/>
                  </a:cubicBezTo>
                  <a:cubicBezTo>
                    <a:pt x="20540" y="4556"/>
                    <a:pt x="18822" y="2092"/>
                    <a:pt x="168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74"/>
            <p:cNvSpPr/>
            <p:nvPr/>
          </p:nvSpPr>
          <p:spPr>
            <a:xfrm>
              <a:off x="4552805" y="2611561"/>
              <a:ext cx="358477" cy="157837"/>
            </a:xfrm>
            <a:custGeom>
              <a:avLst/>
              <a:gdLst/>
              <a:ahLst/>
              <a:cxnLst/>
              <a:rect l="l" t="t" r="r" b="b"/>
              <a:pathLst>
                <a:path w="11876" h="5229" extrusionOk="0">
                  <a:moveTo>
                    <a:pt x="11876" y="0"/>
                  </a:moveTo>
                  <a:lnTo>
                    <a:pt x="11876" y="0"/>
                  </a:lnTo>
                  <a:cubicBezTo>
                    <a:pt x="7843" y="1569"/>
                    <a:pt x="3884" y="3287"/>
                    <a:pt x="0" y="5228"/>
                  </a:cubicBezTo>
                  <a:cubicBezTo>
                    <a:pt x="4631" y="5228"/>
                    <a:pt x="9187" y="3884"/>
                    <a:pt x="1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74"/>
            <p:cNvSpPr/>
            <p:nvPr/>
          </p:nvSpPr>
          <p:spPr>
            <a:xfrm>
              <a:off x="3914829" y="2068273"/>
              <a:ext cx="1009990" cy="698873"/>
            </a:xfrm>
            <a:custGeom>
              <a:avLst/>
              <a:gdLst/>
              <a:ahLst/>
              <a:cxnLst/>
              <a:rect l="l" t="t" r="r" b="b"/>
              <a:pathLst>
                <a:path w="33460" h="23153" extrusionOk="0">
                  <a:moveTo>
                    <a:pt x="24647" y="0"/>
                  </a:moveTo>
                  <a:lnTo>
                    <a:pt x="24647" y="0"/>
                  </a:lnTo>
                  <a:cubicBezTo>
                    <a:pt x="16581" y="3660"/>
                    <a:pt x="8290" y="6871"/>
                    <a:pt x="0" y="9933"/>
                  </a:cubicBezTo>
                  <a:cubicBezTo>
                    <a:pt x="374" y="11427"/>
                    <a:pt x="971" y="12846"/>
                    <a:pt x="1793" y="14116"/>
                  </a:cubicBezTo>
                  <a:cubicBezTo>
                    <a:pt x="7917" y="11054"/>
                    <a:pt x="14191" y="8440"/>
                    <a:pt x="20614" y="6199"/>
                  </a:cubicBezTo>
                  <a:cubicBezTo>
                    <a:pt x="20759" y="6144"/>
                    <a:pt x="20919" y="6121"/>
                    <a:pt x="21063" y="6121"/>
                  </a:cubicBezTo>
                  <a:cubicBezTo>
                    <a:pt x="21510" y="6121"/>
                    <a:pt x="21814" y="6347"/>
                    <a:pt x="21136" y="6572"/>
                  </a:cubicBezTo>
                  <a:cubicBezTo>
                    <a:pt x="14639" y="8813"/>
                    <a:pt x="8290" y="11502"/>
                    <a:pt x="2091" y="14564"/>
                  </a:cubicBezTo>
                  <a:cubicBezTo>
                    <a:pt x="2764" y="15460"/>
                    <a:pt x="3436" y="16282"/>
                    <a:pt x="4257" y="17028"/>
                  </a:cubicBezTo>
                  <a:lnTo>
                    <a:pt x="20091" y="10307"/>
                  </a:lnTo>
                  <a:cubicBezTo>
                    <a:pt x="20192" y="10273"/>
                    <a:pt x="20295" y="10258"/>
                    <a:pt x="20394" y="10258"/>
                  </a:cubicBezTo>
                  <a:cubicBezTo>
                    <a:pt x="20951" y="10258"/>
                    <a:pt x="21375" y="10736"/>
                    <a:pt x="20614" y="11054"/>
                  </a:cubicBezTo>
                  <a:lnTo>
                    <a:pt x="5004" y="17701"/>
                  </a:lnTo>
                  <a:cubicBezTo>
                    <a:pt x="6050" y="18597"/>
                    <a:pt x="7245" y="19344"/>
                    <a:pt x="8440" y="20016"/>
                  </a:cubicBezTo>
                  <a:cubicBezTo>
                    <a:pt x="13145" y="17701"/>
                    <a:pt x="17925" y="15609"/>
                    <a:pt x="22854" y="13817"/>
                  </a:cubicBezTo>
                  <a:cubicBezTo>
                    <a:pt x="23022" y="13745"/>
                    <a:pt x="23220" y="13712"/>
                    <a:pt x="23383" y="13712"/>
                  </a:cubicBezTo>
                  <a:cubicBezTo>
                    <a:pt x="23727" y="13712"/>
                    <a:pt x="23911" y="13862"/>
                    <a:pt x="23302" y="14116"/>
                  </a:cubicBezTo>
                  <a:cubicBezTo>
                    <a:pt x="18448" y="15833"/>
                    <a:pt x="13668" y="17925"/>
                    <a:pt x="8963" y="20315"/>
                  </a:cubicBezTo>
                  <a:cubicBezTo>
                    <a:pt x="9784" y="20688"/>
                    <a:pt x="10531" y="21061"/>
                    <a:pt x="11353" y="21360"/>
                  </a:cubicBezTo>
                  <a:cubicBezTo>
                    <a:pt x="11801" y="21510"/>
                    <a:pt x="12323" y="21659"/>
                    <a:pt x="12772" y="21808"/>
                  </a:cubicBezTo>
                  <a:cubicBezTo>
                    <a:pt x="17925" y="19717"/>
                    <a:pt x="22929" y="17327"/>
                    <a:pt x="27784" y="14564"/>
                  </a:cubicBezTo>
                  <a:cubicBezTo>
                    <a:pt x="27909" y="14508"/>
                    <a:pt x="28038" y="14483"/>
                    <a:pt x="28158" y="14483"/>
                  </a:cubicBezTo>
                  <a:cubicBezTo>
                    <a:pt x="28680" y="14483"/>
                    <a:pt x="29049" y="14946"/>
                    <a:pt x="28381" y="15311"/>
                  </a:cubicBezTo>
                  <a:cubicBezTo>
                    <a:pt x="23750" y="17925"/>
                    <a:pt x="18971" y="20240"/>
                    <a:pt x="14116" y="22256"/>
                  </a:cubicBezTo>
                  <a:cubicBezTo>
                    <a:pt x="16058" y="22705"/>
                    <a:pt x="18000" y="23078"/>
                    <a:pt x="19941" y="23153"/>
                  </a:cubicBezTo>
                  <a:cubicBezTo>
                    <a:pt x="24348" y="20987"/>
                    <a:pt x="28829" y="19045"/>
                    <a:pt x="33460" y="17327"/>
                  </a:cubicBezTo>
                  <a:cubicBezTo>
                    <a:pt x="32862" y="15385"/>
                    <a:pt x="31219" y="13966"/>
                    <a:pt x="29203" y="13593"/>
                  </a:cubicBezTo>
                  <a:cubicBezTo>
                    <a:pt x="26663" y="12995"/>
                    <a:pt x="24945" y="13070"/>
                    <a:pt x="23975" y="10157"/>
                  </a:cubicBezTo>
                  <a:cubicBezTo>
                    <a:pt x="23526" y="8888"/>
                    <a:pt x="23377" y="7469"/>
                    <a:pt x="23526" y="6124"/>
                  </a:cubicBezTo>
                  <a:cubicBezTo>
                    <a:pt x="23601" y="4033"/>
                    <a:pt x="23975" y="1942"/>
                    <a:pt x="246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74"/>
            <p:cNvSpPr/>
            <p:nvPr/>
          </p:nvSpPr>
          <p:spPr>
            <a:xfrm>
              <a:off x="3511295" y="3098494"/>
              <a:ext cx="211929" cy="317456"/>
            </a:xfrm>
            <a:custGeom>
              <a:avLst/>
              <a:gdLst/>
              <a:ahLst/>
              <a:cxnLst/>
              <a:rect l="l" t="t" r="r" b="b"/>
              <a:pathLst>
                <a:path w="7021" h="10517" extrusionOk="0">
                  <a:moveTo>
                    <a:pt x="6274" y="1"/>
                  </a:moveTo>
                  <a:lnTo>
                    <a:pt x="747" y="1942"/>
                  </a:lnTo>
                  <a:cubicBezTo>
                    <a:pt x="747" y="2166"/>
                    <a:pt x="673" y="2316"/>
                    <a:pt x="673" y="2540"/>
                  </a:cubicBezTo>
                  <a:cubicBezTo>
                    <a:pt x="523" y="3212"/>
                    <a:pt x="299" y="3959"/>
                    <a:pt x="224" y="4631"/>
                  </a:cubicBezTo>
                  <a:cubicBezTo>
                    <a:pt x="1793" y="3735"/>
                    <a:pt x="3511" y="2913"/>
                    <a:pt x="5303" y="2166"/>
                  </a:cubicBezTo>
                  <a:cubicBezTo>
                    <a:pt x="5452" y="2129"/>
                    <a:pt x="5845" y="2073"/>
                    <a:pt x="6097" y="2073"/>
                  </a:cubicBezTo>
                  <a:cubicBezTo>
                    <a:pt x="6349" y="2073"/>
                    <a:pt x="6461" y="2129"/>
                    <a:pt x="6050" y="2316"/>
                  </a:cubicBezTo>
                  <a:cubicBezTo>
                    <a:pt x="3959" y="3137"/>
                    <a:pt x="1942" y="4108"/>
                    <a:pt x="75" y="5303"/>
                  </a:cubicBezTo>
                  <a:cubicBezTo>
                    <a:pt x="0" y="5901"/>
                    <a:pt x="0" y="6573"/>
                    <a:pt x="75" y="7170"/>
                  </a:cubicBezTo>
                  <a:cubicBezTo>
                    <a:pt x="75" y="7320"/>
                    <a:pt x="150" y="7469"/>
                    <a:pt x="150" y="7619"/>
                  </a:cubicBezTo>
                  <a:lnTo>
                    <a:pt x="2614" y="6199"/>
                  </a:lnTo>
                  <a:cubicBezTo>
                    <a:pt x="2913" y="5975"/>
                    <a:pt x="3212" y="5901"/>
                    <a:pt x="3585" y="5901"/>
                  </a:cubicBezTo>
                  <a:cubicBezTo>
                    <a:pt x="3735" y="5975"/>
                    <a:pt x="3884" y="6125"/>
                    <a:pt x="3660" y="6274"/>
                  </a:cubicBezTo>
                  <a:lnTo>
                    <a:pt x="448" y="8141"/>
                  </a:lnTo>
                  <a:cubicBezTo>
                    <a:pt x="598" y="8739"/>
                    <a:pt x="971" y="9336"/>
                    <a:pt x="1345" y="9784"/>
                  </a:cubicBezTo>
                  <a:cubicBezTo>
                    <a:pt x="2316" y="9411"/>
                    <a:pt x="3287" y="8963"/>
                    <a:pt x="4183" y="8440"/>
                  </a:cubicBezTo>
                  <a:cubicBezTo>
                    <a:pt x="4351" y="8272"/>
                    <a:pt x="4603" y="8188"/>
                    <a:pt x="4844" y="8188"/>
                  </a:cubicBezTo>
                  <a:cubicBezTo>
                    <a:pt x="4925" y="8188"/>
                    <a:pt x="5004" y="8197"/>
                    <a:pt x="5079" y="8216"/>
                  </a:cubicBezTo>
                  <a:cubicBezTo>
                    <a:pt x="5303" y="8291"/>
                    <a:pt x="5452" y="8365"/>
                    <a:pt x="5154" y="8589"/>
                  </a:cubicBezTo>
                  <a:cubicBezTo>
                    <a:pt x="4108" y="9187"/>
                    <a:pt x="2988" y="9784"/>
                    <a:pt x="1793" y="10233"/>
                  </a:cubicBezTo>
                  <a:cubicBezTo>
                    <a:pt x="2061" y="10411"/>
                    <a:pt x="2375" y="10516"/>
                    <a:pt x="2730" y="10516"/>
                  </a:cubicBezTo>
                  <a:cubicBezTo>
                    <a:pt x="3564" y="10516"/>
                    <a:pt x="4621" y="9937"/>
                    <a:pt x="5826" y="8365"/>
                  </a:cubicBezTo>
                  <a:cubicBezTo>
                    <a:pt x="6498" y="7394"/>
                    <a:pt x="6872" y="6349"/>
                    <a:pt x="7021" y="5229"/>
                  </a:cubicBezTo>
                  <a:cubicBezTo>
                    <a:pt x="7021" y="3511"/>
                    <a:pt x="6797" y="1718"/>
                    <a:pt x="62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74"/>
            <p:cNvSpPr/>
            <p:nvPr/>
          </p:nvSpPr>
          <p:spPr>
            <a:xfrm>
              <a:off x="3538341" y="2834502"/>
              <a:ext cx="157837" cy="302363"/>
            </a:xfrm>
            <a:custGeom>
              <a:avLst/>
              <a:gdLst/>
              <a:ahLst/>
              <a:cxnLst/>
              <a:rect l="l" t="t" r="r" b="b"/>
              <a:pathLst>
                <a:path w="5229" h="10017" extrusionOk="0">
                  <a:moveTo>
                    <a:pt x="2920" y="1"/>
                  </a:moveTo>
                  <a:cubicBezTo>
                    <a:pt x="1937" y="1"/>
                    <a:pt x="983" y="586"/>
                    <a:pt x="598" y="1577"/>
                  </a:cubicBezTo>
                  <a:cubicBezTo>
                    <a:pt x="449" y="2174"/>
                    <a:pt x="374" y="2846"/>
                    <a:pt x="374" y="3444"/>
                  </a:cubicBezTo>
                  <a:lnTo>
                    <a:pt x="2913" y="2324"/>
                  </a:lnTo>
                  <a:cubicBezTo>
                    <a:pt x="3036" y="2283"/>
                    <a:pt x="3248" y="2220"/>
                    <a:pt x="3451" y="2220"/>
                  </a:cubicBezTo>
                  <a:cubicBezTo>
                    <a:pt x="3620" y="2220"/>
                    <a:pt x="3783" y="2263"/>
                    <a:pt x="3884" y="2398"/>
                  </a:cubicBezTo>
                  <a:cubicBezTo>
                    <a:pt x="4034" y="2622"/>
                    <a:pt x="3735" y="2921"/>
                    <a:pt x="3511" y="2996"/>
                  </a:cubicBezTo>
                  <a:lnTo>
                    <a:pt x="374" y="4265"/>
                  </a:lnTo>
                  <a:cubicBezTo>
                    <a:pt x="374" y="5012"/>
                    <a:pt x="449" y="5684"/>
                    <a:pt x="523" y="6133"/>
                  </a:cubicBezTo>
                  <a:lnTo>
                    <a:pt x="2913" y="5236"/>
                  </a:lnTo>
                  <a:cubicBezTo>
                    <a:pt x="3025" y="5199"/>
                    <a:pt x="3212" y="5162"/>
                    <a:pt x="3389" y="5162"/>
                  </a:cubicBezTo>
                  <a:cubicBezTo>
                    <a:pt x="3567" y="5162"/>
                    <a:pt x="3735" y="5199"/>
                    <a:pt x="3810" y="5311"/>
                  </a:cubicBezTo>
                  <a:cubicBezTo>
                    <a:pt x="4034" y="5610"/>
                    <a:pt x="3735" y="5834"/>
                    <a:pt x="3511" y="5983"/>
                  </a:cubicBezTo>
                  <a:lnTo>
                    <a:pt x="523" y="7029"/>
                  </a:lnTo>
                  <a:cubicBezTo>
                    <a:pt x="449" y="8000"/>
                    <a:pt x="299" y="9045"/>
                    <a:pt x="1" y="10016"/>
                  </a:cubicBezTo>
                  <a:lnTo>
                    <a:pt x="5154" y="8373"/>
                  </a:lnTo>
                  <a:lnTo>
                    <a:pt x="5229" y="8373"/>
                  </a:lnTo>
                  <a:cubicBezTo>
                    <a:pt x="5229" y="8373"/>
                    <a:pt x="5229" y="8298"/>
                    <a:pt x="5229" y="8224"/>
                  </a:cubicBezTo>
                  <a:cubicBezTo>
                    <a:pt x="5079" y="7925"/>
                    <a:pt x="4930" y="7626"/>
                    <a:pt x="4706" y="7328"/>
                  </a:cubicBezTo>
                  <a:cubicBezTo>
                    <a:pt x="4855" y="5610"/>
                    <a:pt x="4930" y="3892"/>
                    <a:pt x="5079" y="2174"/>
                  </a:cubicBezTo>
                  <a:cubicBezTo>
                    <a:pt x="5079" y="1950"/>
                    <a:pt x="5079" y="1651"/>
                    <a:pt x="5005" y="1353"/>
                  </a:cubicBezTo>
                  <a:lnTo>
                    <a:pt x="4407" y="1129"/>
                  </a:lnTo>
                  <a:cubicBezTo>
                    <a:pt x="3735" y="979"/>
                    <a:pt x="3735" y="531"/>
                    <a:pt x="3959" y="232"/>
                  </a:cubicBezTo>
                  <a:cubicBezTo>
                    <a:pt x="3625" y="75"/>
                    <a:pt x="3271" y="1"/>
                    <a:pt x="29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74"/>
            <p:cNvSpPr/>
            <p:nvPr/>
          </p:nvSpPr>
          <p:spPr>
            <a:xfrm>
              <a:off x="2776368" y="3781565"/>
              <a:ext cx="372000" cy="340457"/>
            </a:xfrm>
            <a:custGeom>
              <a:avLst/>
              <a:gdLst/>
              <a:ahLst/>
              <a:cxnLst/>
              <a:rect l="l" t="t" r="r" b="b"/>
              <a:pathLst>
                <a:path w="12324" h="11279" extrusionOk="0">
                  <a:moveTo>
                    <a:pt x="8067" y="0"/>
                  </a:moveTo>
                  <a:lnTo>
                    <a:pt x="7917" y="150"/>
                  </a:lnTo>
                  <a:cubicBezTo>
                    <a:pt x="5154" y="1195"/>
                    <a:pt x="2465" y="2465"/>
                    <a:pt x="1" y="4108"/>
                  </a:cubicBezTo>
                  <a:cubicBezTo>
                    <a:pt x="75" y="4631"/>
                    <a:pt x="75" y="5228"/>
                    <a:pt x="75" y="5826"/>
                  </a:cubicBezTo>
                  <a:lnTo>
                    <a:pt x="7245" y="2465"/>
                  </a:lnTo>
                  <a:cubicBezTo>
                    <a:pt x="7372" y="2409"/>
                    <a:pt x="7502" y="2384"/>
                    <a:pt x="7623" y="2384"/>
                  </a:cubicBezTo>
                  <a:cubicBezTo>
                    <a:pt x="8144" y="2384"/>
                    <a:pt x="8509" y="2834"/>
                    <a:pt x="7843" y="3137"/>
                  </a:cubicBezTo>
                  <a:lnTo>
                    <a:pt x="150" y="6797"/>
                  </a:lnTo>
                  <a:cubicBezTo>
                    <a:pt x="150" y="7469"/>
                    <a:pt x="225" y="8067"/>
                    <a:pt x="449" y="8664"/>
                  </a:cubicBezTo>
                  <a:lnTo>
                    <a:pt x="8590" y="4482"/>
                  </a:lnTo>
                  <a:cubicBezTo>
                    <a:pt x="8709" y="4415"/>
                    <a:pt x="8831" y="4387"/>
                    <a:pt x="8946" y="4387"/>
                  </a:cubicBezTo>
                  <a:cubicBezTo>
                    <a:pt x="9478" y="4387"/>
                    <a:pt x="9862" y="4996"/>
                    <a:pt x="9187" y="5303"/>
                  </a:cubicBezTo>
                  <a:lnTo>
                    <a:pt x="747" y="9710"/>
                  </a:lnTo>
                  <a:cubicBezTo>
                    <a:pt x="972" y="10232"/>
                    <a:pt x="1270" y="10755"/>
                    <a:pt x="1644" y="11278"/>
                  </a:cubicBezTo>
                  <a:cubicBezTo>
                    <a:pt x="5229" y="10307"/>
                    <a:pt x="8515" y="8739"/>
                    <a:pt x="11428" y="6573"/>
                  </a:cubicBezTo>
                  <a:cubicBezTo>
                    <a:pt x="11726" y="6423"/>
                    <a:pt x="12025" y="6423"/>
                    <a:pt x="12324" y="6423"/>
                  </a:cubicBezTo>
                  <a:cubicBezTo>
                    <a:pt x="12174" y="5901"/>
                    <a:pt x="12025" y="5453"/>
                    <a:pt x="11801" y="5004"/>
                  </a:cubicBezTo>
                  <a:cubicBezTo>
                    <a:pt x="10830" y="3361"/>
                    <a:pt x="9187" y="2241"/>
                    <a:pt x="8291" y="449"/>
                  </a:cubicBezTo>
                  <a:cubicBezTo>
                    <a:pt x="8216" y="299"/>
                    <a:pt x="8141" y="150"/>
                    <a:pt x="80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74"/>
            <p:cNvSpPr/>
            <p:nvPr/>
          </p:nvSpPr>
          <p:spPr>
            <a:xfrm>
              <a:off x="2652371" y="3526809"/>
              <a:ext cx="360741" cy="358477"/>
            </a:xfrm>
            <a:custGeom>
              <a:avLst/>
              <a:gdLst/>
              <a:ahLst/>
              <a:cxnLst/>
              <a:rect l="l" t="t" r="r" b="b"/>
              <a:pathLst>
                <a:path w="11951" h="11876" extrusionOk="0">
                  <a:moveTo>
                    <a:pt x="10905" y="1"/>
                  </a:moveTo>
                  <a:cubicBezTo>
                    <a:pt x="7469" y="1943"/>
                    <a:pt x="3810" y="3511"/>
                    <a:pt x="1" y="4631"/>
                  </a:cubicBezTo>
                  <a:cubicBezTo>
                    <a:pt x="76" y="5229"/>
                    <a:pt x="150" y="5752"/>
                    <a:pt x="374" y="6349"/>
                  </a:cubicBezTo>
                  <a:lnTo>
                    <a:pt x="9859" y="2540"/>
                  </a:lnTo>
                  <a:cubicBezTo>
                    <a:pt x="9954" y="2512"/>
                    <a:pt x="10048" y="2499"/>
                    <a:pt x="10139" y="2499"/>
                  </a:cubicBezTo>
                  <a:cubicBezTo>
                    <a:pt x="10769" y="2499"/>
                    <a:pt x="11240" y="3110"/>
                    <a:pt x="10457" y="3436"/>
                  </a:cubicBezTo>
                  <a:lnTo>
                    <a:pt x="822" y="7245"/>
                  </a:lnTo>
                  <a:cubicBezTo>
                    <a:pt x="1271" y="7918"/>
                    <a:pt x="1793" y="8590"/>
                    <a:pt x="2391" y="9113"/>
                  </a:cubicBezTo>
                  <a:cubicBezTo>
                    <a:pt x="4855" y="8067"/>
                    <a:pt x="7395" y="7096"/>
                    <a:pt x="9934" y="6275"/>
                  </a:cubicBezTo>
                  <a:cubicBezTo>
                    <a:pt x="10074" y="6235"/>
                    <a:pt x="10236" y="6216"/>
                    <a:pt x="10380" y="6216"/>
                  </a:cubicBezTo>
                  <a:cubicBezTo>
                    <a:pt x="10774" y="6216"/>
                    <a:pt x="11038" y="6355"/>
                    <a:pt x="10382" y="6573"/>
                  </a:cubicBezTo>
                  <a:cubicBezTo>
                    <a:pt x="7768" y="7470"/>
                    <a:pt x="5229" y="8440"/>
                    <a:pt x="2690" y="9486"/>
                  </a:cubicBezTo>
                  <a:cubicBezTo>
                    <a:pt x="3287" y="10158"/>
                    <a:pt x="3735" y="10905"/>
                    <a:pt x="3959" y="11727"/>
                  </a:cubicBezTo>
                  <a:lnTo>
                    <a:pt x="3959" y="11876"/>
                  </a:lnTo>
                  <a:cubicBezTo>
                    <a:pt x="6349" y="10382"/>
                    <a:pt x="8814" y="9113"/>
                    <a:pt x="11428" y="8142"/>
                  </a:cubicBezTo>
                  <a:cubicBezTo>
                    <a:pt x="11533" y="8089"/>
                    <a:pt x="11676" y="8036"/>
                    <a:pt x="11804" y="8036"/>
                  </a:cubicBezTo>
                  <a:cubicBezTo>
                    <a:pt x="11857" y="8036"/>
                    <a:pt x="11907" y="8045"/>
                    <a:pt x="11951" y="8067"/>
                  </a:cubicBezTo>
                  <a:cubicBezTo>
                    <a:pt x="11129" y="6050"/>
                    <a:pt x="10905" y="3810"/>
                    <a:pt x="11278" y="1719"/>
                  </a:cubicBezTo>
                  <a:cubicBezTo>
                    <a:pt x="11353" y="1121"/>
                    <a:pt x="11204" y="524"/>
                    <a:pt x="109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74"/>
            <p:cNvSpPr/>
            <p:nvPr/>
          </p:nvSpPr>
          <p:spPr>
            <a:xfrm>
              <a:off x="2844011" y="3991225"/>
              <a:ext cx="306619" cy="148812"/>
            </a:xfrm>
            <a:custGeom>
              <a:avLst/>
              <a:gdLst/>
              <a:ahLst/>
              <a:cxnLst/>
              <a:rect l="l" t="t" r="r" b="b"/>
              <a:pathLst>
                <a:path w="10158" h="4930" extrusionOk="0">
                  <a:moveTo>
                    <a:pt x="10083" y="0"/>
                  </a:moveTo>
                  <a:cubicBezTo>
                    <a:pt x="7021" y="2166"/>
                    <a:pt x="3585" y="3809"/>
                    <a:pt x="0" y="4780"/>
                  </a:cubicBezTo>
                  <a:cubicBezTo>
                    <a:pt x="75" y="4855"/>
                    <a:pt x="150" y="4930"/>
                    <a:pt x="224" y="4930"/>
                  </a:cubicBezTo>
                  <a:lnTo>
                    <a:pt x="8738" y="3286"/>
                  </a:lnTo>
                  <a:cubicBezTo>
                    <a:pt x="9261" y="2913"/>
                    <a:pt x="9784" y="2390"/>
                    <a:pt x="10158" y="1942"/>
                  </a:cubicBezTo>
                  <a:lnTo>
                    <a:pt x="9784" y="1569"/>
                  </a:lnTo>
                  <a:cubicBezTo>
                    <a:pt x="10008" y="1046"/>
                    <a:pt x="10083" y="523"/>
                    <a:pt x="100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74"/>
            <p:cNvSpPr/>
            <p:nvPr/>
          </p:nvSpPr>
          <p:spPr>
            <a:xfrm>
              <a:off x="2650137" y="3486241"/>
              <a:ext cx="306619" cy="164599"/>
            </a:xfrm>
            <a:custGeom>
              <a:avLst/>
              <a:gdLst/>
              <a:ahLst/>
              <a:cxnLst/>
              <a:rect l="l" t="t" r="r" b="b"/>
              <a:pathLst>
                <a:path w="10158" h="5453" extrusionOk="0">
                  <a:moveTo>
                    <a:pt x="3734" y="1"/>
                  </a:moveTo>
                  <a:cubicBezTo>
                    <a:pt x="2166" y="75"/>
                    <a:pt x="2390" y="1"/>
                    <a:pt x="1494" y="1046"/>
                  </a:cubicBezTo>
                  <a:cubicBezTo>
                    <a:pt x="971" y="1644"/>
                    <a:pt x="598" y="2316"/>
                    <a:pt x="448" y="3063"/>
                  </a:cubicBezTo>
                  <a:lnTo>
                    <a:pt x="5303" y="1046"/>
                  </a:lnTo>
                  <a:cubicBezTo>
                    <a:pt x="5447" y="984"/>
                    <a:pt x="5613" y="957"/>
                    <a:pt x="5762" y="957"/>
                  </a:cubicBezTo>
                  <a:cubicBezTo>
                    <a:pt x="6153" y="957"/>
                    <a:pt x="6421" y="1149"/>
                    <a:pt x="5826" y="1420"/>
                  </a:cubicBezTo>
                  <a:lnTo>
                    <a:pt x="224" y="3660"/>
                  </a:lnTo>
                  <a:cubicBezTo>
                    <a:pt x="150" y="4258"/>
                    <a:pt x="75" y="4855"/>
                    <a:pt x="0" y="5453"/>
                  </a:cubicBezTo>
                  <a:cubicBezTo>
                    <a:pt x="3585" y="4407"/>
                    <a:pt x="6946" y="2988"/>
                    <a:pt x="10158" y="1196"/>
                  </a:cubicBezTo>
                  <a:cubicBezTo>
                    <a:pt x="9859" y="1196"/>
                    <a:pt x="9485" y="1121"/>
                    <a:pt x="9112" y="1046"/>
                  </a:cubicBezTo>
                  <a:cubicBezTo>
                    <a:pt x="8813" y="1046"/>
                    <a:pt x="8738" y="971"/>
                    <a:pt x="8813" y="822"/>
                  </a:cubicBezTo>
                  <a:cubicBezTo>
                    <a:pt x="8440" y="747"/>
                    <a:pt x="7992" y="673"/>
                    <a:pt x="7469" y="523"/>
                  </a:cubicBezTo>
                  <a:cubicBezTo>
                    <a:pt x="7245" y="822"/>
                    <a:pt x="7021" y="1121"/>
                    <a:pt x="6946" y="1494"/>
                  </a:cubicBezTo>
                  <a:cubicBezTo>
                    <a:pt x="6423" y="747"/>
                    <a:pt x="5676" y="299"/>
                    <a:pt x="4855" y="75"/>
                  </a:cubicBezTo>
                  <a:cubicBezTo>
                    <a:pt x="4481" y="1"/>
                    <a:pt x="4108" y="1"/>
                    <a:pt x="37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74"/>
            <p:cNvSpPr/>
            <p:nvPr/>
          </p:nvSpPr>
          <p:spPr>
            <a:xfrm>
              <a:off x="3865237" y="3479480"/>
              <a:ext cx="1014488" cy="1012254"/>
            </a:xfrm>
            <a:custGeom>
              <a:avLst/>
              <a:gdLst/>
              <a:ahLst/>
              <a:cxnLst/>
              <a:rect l="l" t="t" r="r" b="b"/>
              <a:pathLst>
                <a:path w="33609" h="33535" extrusionOk="0">
                  <a:moveTo>
                    <a:pt x="18373" y="0"/>
                  </a:moveTo>
                  <a:lnTo>
                    <a:pt x="18373" y="0"/>
                  </a:lnTo>
                  <a:cubicBezTo>
                    <a:pt x="17701" y="75"/>
                    <a:pt x="17029" y="299"/>
                    <a:pt x="16580" y="747"/>
                  </a:cubicBezTo>
                  <a:cubicBezTo>
                    <a:pt x="17103" y="822"/>
                    <a:pt x="17701" y="822"/>
                    <a:pt x="18224" y="971"/>
                  </a:cubicBezTo>
                  <a:cubicBezTo>
                    <a:pt x="18921" y="1111"/>
                    <a:pt x="16884" y="2032"/>
                    <a:pt x="16063" y="2032"/>
                  </a:cubicBezTo>
                  <a:cubicBezTo>
                    <a:pt x="16005" y="2032"/>
                    <a:pt x="15953" y="2027"/>
                    <a:pt x="15908" y="2017"/>
                  </a:cubicBezTo>
                  <a:cubicBezTo>
                    <a:pt x="15600" y="1981"/>
                    <a:pt x="15292" y="1962"/>
                    <a:pt x="14985" y="1962"/>
                  </a:cubicBezTo>
                  <a:cubicBezTo>
                    <a:pt x="14027" y="1962"/>
                    <a:pt x="13079" y="2144"/>
                    <a:pt x="12174" y="2540"/>
                  </a:cubicBezTo>
                  <a:cubicBezTo>
                    <a:pt x="11726" y="2839"/>
                    <a:pt x="11278" y="3137"/>
                    <a:pt x="10830" y="3436"/>
                  </a:cubicBezTo>
                  <a:cubicBezTo>
                    <a:pt x="10456" y="3511"/>
                    <a:pt x="10083" y="3660"/>
                    <a:pt x="9784" y="3884"/>
                  </a:cubicBezTo>
                  <a:cubicBezTo>
                    <a:pt x="9112" y="4407"/>
                    <a:pt x="8440" y="4930"/>
                    <a:pt x="7842" y="5527"/>
                  </a:cubicBezTo>
                  <a:cubicBezTo>
                    <a:pt x="7021" y="6199"/>
                    <a:pt x="6274" y="6872"/>
                    <a:pt x="5527" y="7544"/>
                  </a:cubicBezTo>
                  <a:cubicBezTo>
                    <a:pt x="7842" y="6423"/>
                    <a:pt x="10307" y="5527"/>
                    <a:pt x="12771" y="4780"/>
                  </a:cubicBezTo>
                  <a:cubicBezTo>
                    <a:pt x="12862" y="4756"/>
                    <a:pt x="12944" y="4745"/>
                    <a:pt x="13020" y="4745"/>
                  </a:cubicBezTo>
                  <a:cubicBezTo>
                    <a:pt x="13630" y="4745"/>
                    <a:pt x="13727" y="5477"/>
                    <a:pt x="12996" y="5677"/>
                  </a:cubicBezTo>
                  <a:cubicBezTo>
                    <a:pt x="9933" y="6648"/>
                    <a:pt x="7021" y="7843"/>
                    <a:pt x="4257" y="9336"/>
                  </a:cubicBezTo>
                  <a:cubicBezTo>
                    <a:pt x="4108" y="9411"/>
                    <a:pt x="3958" y="9411"/>
                    <a:pt x="3809" y="9486"/>
                  </a:cubicBezTo>
                  <a:cubicBezTo>
                    <a:pt x="2913" y="10606"/>
                    <a:pt x="2091" y="11801"/>
                    <a:pt x="1419" y="13071"/>
                  </a:cubicBezTo>
                  <a:cubicBezTo>
                    <a:pt x="1344" y="13220"/>
                    <a:pt x="1270" y="13444"/>
                    <a:pt x="1195" y="13593"/>
                  </a:cubicBezTo>
                  <a:cubicBezTo>
                    <a:pt x="6348" y="11577"/>
                    <a:pt x="11427" y="9336"/>
                    <a:pt x="16356" y="7021"/>
                  </a:cubicBezTo>
                  <a:cubicBezTo>
                    <a:pt x="16483" y="6965"/>
                    <a:pt x="16613" y="6940"/>
                    <a:pt x="16734" y="6940"/>
                  </a:cubicBezTo>
                  <a:cubicBezTo>
                    <a:pt x="17255" y="6940"/>
                    <a:pt x="17620" y="7390"/>
                    <a:pt x="16954" y="7693"/>
                  </a:cubicBezTo>
                  <a:cubicBezTo>
                    <a:pt x="11801" y="10083"/>
                    <a:pt x="6647" y="12324"/>
                    <a:pt x="1419" y="14340"/>
                  </a:cubicBezTo>
                  <a:cubicBezTo>
                    <a:pt x="1344" y="14378"/>
                    <a:pt x="1251" y="14396"/>
                    <a:pt x="1158" y="14396"/>
                  </a:cubicBezTo>
                  <a:cubicBezTo>
                    <a:pt x="1064" y="14396"/>
                    <a:pt x="971" y="14378"/>
                    <a:pt x="896" y="14340"/>
                  </a:cubicBezTo>
                  <a:cubicBezTo>
                    <a:pt x="672" y="15087"/>
                    <a:pt x="523" y="15909"/>
                    <a:pt x="448" y="16655"/>
                  </a:cubicBezTo>
                  <a:cubicBezTo>
                    <a:pt x="299" y="16805"/>
                    <a:pt x="224" y="17029"/>
                    <a:pt x="149" y="17253"/>
                  </a:cubicBezTo>
                  <a:cubicBezTo>
                    <a:pt x="75" y="17701"/>
                    <a:pt x="0" y="18149"/>
                    <a:pt x="0" y="18672"/>
                  </a:cubicBezTo>
                  <a:lnTo>
                    <a:pt x="16132" y="11427"/>
                  </a:lnTo>
                  <a:cubicBezTo>
                    <a:pt x="16240" y="11380"/>
                    <a:pt x="16350" y="11359"/>
                    <a:pt x="16455" y="11359"/>
                  </a:cubicBezTo>
                  <a:cubicBezTo>
                    <a:pt x="17004" y="11359"/>
                    <a:pt x="17420" y="11935"/>
                    <a:pt x="16730" y="12249"/>
                  </a:cubicBezTo>
                  <a:lnTo>
                    <a:pt x="0" y="19792"/>
                  </a:lnTo>
                  <a:cubicBezTo>
                    <a:pt x="0" y="20763"/>
                    <a:pt x="149" y="21734"/>
                    <a:pt x="374" y="22705"/>
                  </a:cubicBezTo>
                  <a:lnTo>
                    <a:pt x="13966" y="15535"/>
                  </a:lnTo>
                  <a:cubicBezTo>
                    <a:pt x="14089" y="15458"/>
                    <a:pt x="14219" y="15426"/>
                    <a:pt x="14339" y="15426"/>
                  </a:cubicBezTo>
                  <a:cubicBezTo>
                    <a:pt x="14805" y="15426"/>
                    <a:pt x="15142" y="15911"/>
                    <a:pt x="14489" y="16207"/>
                  </a:cubicBezTo>
                  <a:lnTo>
                    <a:pt x="598" y="23601"/>
                  </a:lnTo>
                  <a:cubicBezTo>
                    <a:pt x="747" y="23975"/>
                    <a:pt x="896" y="24348"/>
                    <a:pt x="1046" y="24722"/>
                  </a:cubicBezTo>
                  <a:cubicBezTo>
                    <a:pt x="1270" y="25394"/>
                    <a:pt x="1643" y="26066"/>
                    <a:pt x="2091" y="26738"/>
                  </a:cubicBezTo>
                  <a:cubicBezTo>
                    <a:pt x="6573" y="23900"/>
                    <a:pt x="11352" y="21585"/>
                    <a:pt x="16356" y="19718"/>
                  </a:cubicBezTo>
                  <a:cubicBezTo>
                    <a:pt x="16450" y="19687"/>
                    <a:pt x="16546" y="19673"/>
                    <a:pt x="16640" y="19673"/>
                  </a:cubicBezTo>
                  <a:cubicBezTo>
                    <a:pt x="17223" y="19673"/>
                    <a:pt x="17726" y="20207"/>
                    <a:pt x="16954" y="20464"/>
                  </a:cubicBezTo>
                  <a:cubicBezTo>
                    <a:pt x="11950" y="22257"/>
                    <a:pt x="7170" y="24647"/>
                    <a:pt x="2689" y="27485"/>
                  </a:cubicBezTo>
                  <a:cubicBezTo>
                    <a:pt x="3585" y="28531"/>
                    <a:pt x="4780" y="29352"/>
                    <a:pt x="6050" y="30024"/>
                  </a:cubicBezTo>
                  <a:lnTo>
                    <a:pt x="14863" y="25170"/>
                  </a:lnTo>
                  <a:cubicBezTo>
                    <a:pt x="15011" y="25087"/>
                    <a:pt x="15162" y="25052"/>
                    <a:pt x="15300" y="25052"/>
                  </a:cubicBezTo>
                  <a:cubicBezTo>
                    <a:pt x="15788" y="25052"/>
                    <a:pt x="16101" y="25492"/>
                    <a:pt x="15460" y="25842"/>
                  </a:cubicBezTo>
                  <a:lnTo>
                    <a:pt x="7021" y="30472"/>
                  </a:lnTo>
                  <a:cubicBezTo>
                    <a:pt x="8066" y="30921"/>
                    <a:pt x="9187" y="31294"/>
                    <a:pt x="10382" y="31667"/>
                  </a:cubicBezTo>
                  <a:cubicBezTo>
                    <a:pt x="12921" y="30174"/>
                    <a:pt x="15460" y="28755"/>
                    <a:pt x="18074" y="27410"/>
                  </a:cubicBezTo>
                  <a:cubicBezTo>
                    <a:pt x="18237" y="27312"/>
                    <a:pt x="18571" y="27257"/>
                    <a:pt x="18827" y="27257"/>
                  </a:cubicBezTo>
                  <a:cubicBezTo>
                    <a:pt x="19158" y="27257"/>
                    <a:pt x="19359" y="27349"/>
                    <a:pt x="18896" y="27560"/>
                  </a:cubicBezTo>
                  <a:cubicBezTo>
                    <a:pt x="16207" y="28904"/>
                    <a:pt x="13668" y="30398"/>
                    <a:pt x="11054" y="31891"/>
                  </a:cubicBezTo>
                  <a:cubicBezTo>
                    <a:pt x="12323" y="32340"/>
                    <a:pt x="13668" y="32638"/>
                    <a:pt x="14937" y="32937"/>
                  </a:cubicBezTo>
                  <a:cubicBezTo>
                    <a:pt x="17850" y="31667"/>
                    <a:pt x="20614" y="30024"/>
                    <a:pt x="23153" y="28082"/>
                  </a:cubicBezTo>
                  <a:cubicBezTo>
                    <a:pt x="23311" y="27969"/>
                    <a:pt x="23525" y="27918"/>
                    <a:pt x="23725" y="27918"/>
                  </a:cubicBezTo>
                  <a:cubicBezTo>
                    <a:pt x="24184" y="27918"/>
                    <a:pt x="24569" y="28189"/>
                    <a:pt x="24049" y="28605"/>
                  </a:cubicBezTo>
                  <a:cubicBezTo>
                    <a:pt x="21659" y="30398"/>
                    <a:pt x="19120" y="31966"/>
                    <a:pt x="16431" y="33236"/>
                  </a:cubicBezTo>
                  <a:cubicBezTo>
                    <a:pt x="17327" y="33385"/>
                    <a:pt x="18149" y="33460"/>
                    <a:pt x="19045" y="33535"/>
                  </a:cubicBezTo>
                  <a:cubicBezTo>
                    <a:pt x="19045" y="33460"/>
                    <a:pt x="19120" y="33460"/>
                    <a:pt x="19120" y="33385"/>
                  </a:cubicBezTo>
                  <a:cubicBezTo>
                    <a:pt x="21286" y="32116"/>
                    <a:pt x="23377" y="30771"/>
                    <a:pt x="25319" y="29277"/>
                  </a:cubicBezTo>
                  <a:cubicBezTo>
                    <a:pt x="25470" y="29183"/>
                    <a:pt x="25651" y="29141"/>
                    <a:pt x="25824" y="29141"/>
                  </a:cubicBezTo>
                  <a:cubicBezTo>
                    <a:pt x="26336" y="29141"/>
                    <a:pt x="26791" y="29504"/>
                    <a:pt x="26290" y="29950"/>
                  </a:cubicBezTo>
                  <a:cubicBezTo>
                    <a:pt x="24572" y="31219"/>
                    <a:pt x="22779" y="32414"/>
                    <a:pt x="20987" y="33535"/>
                  </a:cubicBezTo>
                  <a:cubicBezTo>
                    <a:pt x="22331" y="33310"/>
                    <a:pt x="23750" y="33086"/>
                    <a:pt x="25095" y="32788"/>
                  </a:cubicBezTo>
                  <a:cubicBezTo>
                    <a:pt x="26663" y="31667"/>
                    <a:pt x="28232" y="30622"/>
                    <a:pt x="29800" y="29651"/>
                  </a:cubicBezTo>
                  <a:cubicBezTo>
                    <a:pt x="29938" y="29582"/>
                    <a:pt x="30301" y="29528"/>
                    <a:pt x="30591" y="29528"/>
                  </a:cubicBezTo>
                  <a:cubicBezTo>
                    <a:pt x="30928" y="29528"/>
                    <a:pt x="31166" y="29600"/>
                    <a:pt x="30846" y="29800"/>
                  </a:cubicBezTo>
                  <a:cubicBezTo>
                    <a:pt x="29501" y="30547"/>
                    <a:pt x="28232" y="31443"/>
                    <a:pt x="26887" y="32340"/>
                  </a:cubicBezTo>
                  <a:cubicBezTo>
                    <a:pt x="27933" y="32041"/>
                    <a:pt x="28978" y="31742"/>
                    <a:pt x="30024" y="31443"/>
                  </a:cubicBezTo>
                  <a:lnTo>
                    <a:pt x="30771" y="31443"/>
                  </a:lnTo>
                  <a:lnTo>
                    <a:pt x="33086" y="30622"/>
                  </a:lnTo>
                  <a:cubicBezTo>
                    <a:pt x="33310" y="30398"/>
                    <a:pt x="33460" y="30099"/>
                    <a:pt x="33534" y="29800"/>
                  </a:cubicBezTo>
                  <a:lnTo>
                    <a:pt x="33534" y="29800"/>
                  </a:lnTo>
                  <a:cubicBezTo>
                    <a:pt x="32713" y="30398"/>
                    <a:pt x="31891" y="30921"/>
                    <a:pt x="30995" y="31294"/>
                  </a:cubicBezTo>
                  <a:cubicBezTo>
                    <a:pt x="30830" y="31356"/>
                    <a:pt x="30649" y="31383"/>
                    <a:pt x="30491" y="31383"/>
                  </a:cubicBezTo>
                  <a:cubicBezTo>
                    <a:pt x="30075" y="31383"/>
                    <a:pt x="29823" y="31191"/>
                    <a:pt x="30472" y="30921"/>
                  </a:cubicBezTo>
                  <a:cubicBezTo>
                    <a:pt x="31667" y="30398"/>
                    <a:pt x="32713" y="29651"/>
                    <a:pt x="33609" y="28755"/>
                  </a:cubicBezTo>
                  <a:cubicBezTo>
                    <a:pt x="33537" y="27610"/>
                    <a:pt x="32644" y="26808"/>
                    <a:pt x="31518" y="26808"/>
                  </a:cubicBezTo>
                  <a:cubicBezTo>
                    <a:pt x="31469" y="26808"/>
                    <a:pt x="31419" y="26810"/>
                    <a:pt x="31368" y="26813"/>
                  </a:cubicBezTo>
                  <a:lnTo>
                    <a:pt x="30846" y="26813"/>
                  </a:lnTo>
                  <a:cubicBezTo>
                    <a:pt x="30622" y="26738"/>
                    <a:pt x="30379" y="26701"/>
                    <a:pt x="30136" y="26701"/>
                  </a:cubicBezTo>
                  <a:cubicBezTo>
                    <a:pt x="29893" y="26701"/>
                    <a:pt x="29651" y="26738"/>
                    <a:pt x="29427" y="26813"/>
                  </a:cubicBezTo>
                  <a:lnTo>
                    <a:pt x="29352" y="26813"/>
                  </a:lnTo>
                  <a:cubicBezTo>
                    <a:pt x="24348" y="26663"/>
                    <a:pt x="19195" y="25319"/>
                    <a:pt x="18597" y="19270"/>
                  </a:cubicBezTo>
                  <a:cubicBezTo>
                    <a:pt x="18074" y="13817"/>
                    <a:pt x="19792" y="7693"/>
                    <a:pt x="20464" y="2241"/>
                  </a:cubicBezTo>
                  <a:cubicBezTo>
                    <a:pt x="20539" y="2017"/>
                    <a:pt x="20539" y="1793"/>
                    <a:pt x="20464" y="1644"/>
                  </a:cubicBezTo>
                  <a:cubicBezTo>
                    <a:pt x="19643" y="1345"/>
                    <a:pt x="18821" y="1046"/>
                    <a:pt x="18000" y="673"/>
                  </a:cubicBezTo>
                  <a:cubicBezTo>
                    <a:pt x="17626" y="523"/>
                    <a:pt x="17925" y="225"/>
                    <a:pt x="183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74"/>
            <p:cNvSpPr/>
            <p:nvPr/>
          </p:nvSpPr>
          <p:spPr>
            <a:xfrm>
              <a:off x="5292230" y="2900787"/>
              <a:ext cx="355157" cy="360047"/>
            </a:xfrm>
            <a:custGeom>
              <a:avLst/>
              <a:gdLst/>
              <a:ahLst/>
              <a:cxnLst/>
              <a:rect l="l" t="t" r="r" b="b"/>
              <a:pathLst>
                <a:path w="11766" h="11928" extrusionOk="0">
                  <a:moveTo>
                    <a:pt x="6069" y="0"/>
                  </a:moveTo>
                  <a:cubicBezTo>
                    <a:pt x="5151" y="0"/>
                    <a:pt x="4242" y="468"/>
                    <a:pt x="3436" y="1173"/>
                  </a:cubicBezTo>
                  <a:cubicBezTo>
                    <a:pt x="3287" y="1397"/>
                    <a:pt x="3212" y="1696"/>
                    <a:pt x="3063" y="1995"/>
                  </a:cubicBezTo>
                  <a:lnTo>
                    <a:pt x="2540" y="1995"/>
                  </a:lnTo>
                  <a:cubicBezTo>
                    <a:pt x="2092" y="2517"/>
                    <a:pt x="1718" y="3040"/>
                    <a:pt x="1345" y="3563"/>
                  </a:cubicBezTo>
                  <a:cubicBezTo>
                    <a:pt x="3063" y="2443"/>
                    <a:pt x="4855" y="1547"/>
                    <a:pt x="6722" y="874"/>
                  </a:cubicBezTo>
                  <a:cubicBezTo>
                    <a:pt x="6887" y="813"/>
                    <a:pt x="7068" y="785"/>
                    <a:pt x="7226" y="785"/>
                  </a:cubicBezTo>
                  <a:cubicBezTo>
                    <a:pt x="7642" y="785"/>
                    <a:pt x="7895" y="977"/>
                    <a:pt x="7245" y="1248"/>
                  </a:cubicBezTo>
                  <a:cubicBezTo>
                    <a:pt x="5453" y="1845"/>
                    <a:pt x="3735" y="2742"/>
                    <a:pt x="2166" y="3787"/>
                  </a:cubicBezTo>
                  <a:cubicBezTo>
                    <a:pt x="1948" y="3897"/>
                    <a:pt x="1689" y="3966"/>
                    <a:pt x="1420" y="3966"/>
                  </a:cubicBezTo>
                  <a:cubicBezTo>
                    <a:pt x="1321" y="3966"/>
                    <a:pt x="1221" y="3957"/>
                    <a:pt x="1121" y="3937"/>
                  </a:cubicBezTo>
                  <a:cubicBezTo>
                    <a:pt x="523" y="4833"/>
                    <a:pt x="150" y="5804"/>
                    <a:pt x="1" y="6849"/>
                  </a:cubicBezTo>
                  <a:lnTo>
                    <a:pt x="1" y="7073"/>
                  </a:lnTo>
                  <a:cubicBezTo>
                    <a:pt x="1868" y="5878"/>
                    <a:pt x="3660" y="4534"/>
                    <a:pt x="5378" y="3115"/>
                  </a:cubicBezTo>
                  <a:cubicBezTo>
                    <a:pt x="5567" y="3021"/>
                    <a:pt x="6114" y="2926"/>
                    <a:pt x="6435" y="2926"/>
                  </a:cubicBezTo>
                  <a:cubicBezTo>
                    <a:pt x="6621" y="2926"/>
                    <a:pt x="6730" y="2958"/>
                    <a:pt x="6648" y="3040"/>
                  </a:cubicBezTo>
                  <a:cubicBezTo>
                    <a:pt x="4781" y="4609"/>
                    <a:pt x="2764" y="6028"/>
                    <a:pt x="747" y="7372"/>
                  </a:cubicBezTo>
                  <a:cubicBezTo>
                    <a:pt x="523" y="7447"/>
                    <a:pt x="225" y="7521"/>
                    <a:pt x="1" y="7521"/>
                  </a:cubicBezTo>
                  <a:cubicBezTo>
                    <a:pt x="1" y="8268"/>
                    <a:pt x="225" y="9090"/>
                    <a:pt x="598" y="9762"/>
                  </a:cubicBezTo>
                  <a:lnTo>
                    <a:pt x="6498" y="5654"/>
                  </a:lnTo>
                  <a:cubicBezTo>
                    <a:pt x="6646" y="5544"/>
                    <a:pt x="6825" y="5497"/>
                    <a:pt x="7001" y="5497"/>
                  </a:cubicBezTo>
                  <a:cubicBezTo>
                    <a:pt x="7535" y="5497"/>
                    <a:pt x="8032" y="5933"/>
                    <a:pt x="7469" y="6326"/>
                  </a:cubicBezTo>
                  <a:lnTo>
                    <a:pt x="1270" y="10584"/>
                  </a:lnTo>
                  <a:cubicBezTo>
                    <a:pt x="1793" y="11106"/>
                    <a:pt x="2465" y="11480"/>
                    <a:pt x="3137" y="11629"/>
                  </a:cubicBezTo>
                  <a:lnTo>
                    <a:pt x="7544" y="8194"/>
                  </a:lnTo>
                  <a:cubicBezTo>
                    <a:pt x="7705" y="8065"/>
                    <a:pt x="8045" y="7992"/>
                    <a:pt x="8334" y="7992"/>
                  </a:cubicBezTo>
                  <a:cubicBezTo>
                    <a:pt x="8715" y="7992"/>
                    <a:pt x="9004" y="8120"/>
                    <a:pt x="8664" y="8418"/>
                  </a:cubicBezTo>
                  <a:lnTo>
                    <a:pt x="4183" y="11853"/>
                  </a:lnTo>
                  <a:cubicBezTo>
                    <a:pt x="4706" y="11928"/>
                    <a:pt x="5154" y="11928"/>
                    <a:pt x="5677" y="11928"/>
                  </a:cubicBezTo>
                  <a:lnTo>
                    <a:pt x="10307" y="8716"/>
                  </a:lnTo>
                  <a:cubicBezTo>
                    <a:pt x="10436" y="8606"/>
                    <a:pt x="10602" y="8559"/>
                    <a:pt x="10767" y="8559"/>
                  </a:cubicBezTo>
                  <a:cubicBezTo>
                    <a:pt x="11270" y="8559"/>
                    <a:pt x="11766" y="8995"/>
                    <a:pt x="11204" y="9389"/>
                  </a:cubicBezTo>
                  <a:lnTo>
                    <a:pt x="8141" y="11555"/>
                  </a:lnTo>
                  <a:cubicBezTo>
                    <a:pt x="9560" y="11256"/>
                    <a:pt x="10830" y="10509"/>
                    <a:pt x="11726" y="9463"/>
                  </a:cubicBezTo>
                  <a:cubicBezTo>
                    <a:pt x="11652" y="8418"/>
                    <a:pt x="10979" y="7521"/>
                    <a:pt x="10009" y="7223"/>
                  </a:cubicBezTo>
                  <a:cubicBezTo>
                    <a:pt x="8664" y="6999"/>
                    <a:pt x="7619" y="6102"/>
                    <a:pt x="7170" y="4833"/>
                  </a:cubicBezTo>
                  <a:cubicBezTo>
                    <a:pt x="7320" y="3937"/>
                    <a:pt x="7619" y="3040"/>
                    <a:pt x="8141" y="2293"/>
                  </a:cubicBezTo>
                  <a:cubicBezTo>
                    <a:pt x="8515" y="1696"/>
                    <a:pt x="8590" y="1024"/>
                    <a:pt x="8291" y="426"/>
                  </a:cubicBezTo>
                  <a:lnTo>
                    <a:pt x="8291" y="426"/>
                  </a:lnTo>
                  <a:cubicBezTo>
                    <a:pt x="8167" y="457"/>
                    <a:pt x="8043" y="475"/>
                    <a:pt x="7920" y="475"/>
                  </a:cubicBezTo>
                  <a:cubicBezTo>
                    <a:pt x="7745" y="475"/>
                    <a:pt x="7570" y="439"/>
                    <a:pt x="7395" y="352"/>
                  </a:cubicBezTo>
                  <a:cubicBezTo>
                    <a:pt x="6957" y="109"/>
                    <a:pt x="6512" y="0"/>
                    <a:pt x="60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74"/>
            <p:cNvSpPr/>
            <p:nvPr/>
          </p:nvSpPr>
          <p:spPr>
            <a:xfrm>
              <a:off x="5770168" y="3686876"/>
              <a:ext cx="326904" cy="347218"/>
            </a:xfrm>
            <a:custGeom>
              <a:avLst/>
              <a:gdLst/>
              <a:ahLst/>
              <a:cxnLst/>
              <a:rect l="l" t="t" r="r" b="b"/>
              <a:pathLst>
                <a:path w="10830" h="11503" extrusionOk="0">
                  <a:moveTo>
                    <a:pt x="8216" y="1"/>
                  </a:moveTo>
                  <a:cubicBezTo>
                    <a:pt x="6797" y="598"/>
                    <a:pt x="5527" y="1644"/>
                    <a:pt x="4631" y="2913"/>
                  </a:cubicBezTo>
                  <a:cubicBezTo>
                    <a:pt x="5900" y="2391"/>
                    <a:pt x="6946" y="1644"/>
                    <a:pt x="7842" y="673"/>
                  </a:cubicBezTo>
                  <a:cubicBezTo>
                    <a:pt x="7977" y="538"/>
                    <a:pt x="8514" y="431"/>
                    <a:pt x="8858" y="431"/>
                  </a:cubicBezTo>
                  <a:cubicBezTo>
                    <a:pt x="9088" y="431"/>
                    <a:pt x="9231" y="479"/>
                    <a:pt x="9112" y="598"/>
                  </a:cubicBezTo>
                  <a:cubicBezTo>
                    <a:pt x="7767" y="2017"/>
                    <a:pt x="6050" y="2988"/>
                    <a:pt x="4183" y="3511"/>
                  </a:cubicBezTo>
                  <a:cubicBezTo>
                    <a:pt x="3212" y="4781"/>
                    <a:pt x="2390" y="6200"/>
                    <a:pt x="1643" y="7619"/>
                  </a:cubicBezTo>
                  <a:cubicBezTo>
                    <a:pt x="4257" y="6200"/>
                    <a:pt x="6722" y="4407"/>
                    <a:pt x="8888" y="2316"/>
                  </a:cubicBezTo>
                  <a:cubicBezTo>
                    <a:pt x="9061" y="2186"/>
                    <a:pt x="9538" y="2106"/>
                    <a:pt x="9862" y="2106"/>
                  </a:cubicBezTo>
                  <a:cubicBezTo>
                    <a:pt x="10096" y="2106"/>
                    <a:pt x="10251" y="2147"/>
                    <a:pt x="10157" y="2241"/>
                  </a:cubicBezTo>
                  <a:cubicBezTo>
                    <a:pt x="7767" y="4482"/>
                    <a:pt x="5153" y="6349"/>
                    <a:pt x="2241" y="7917"/>
                  </a:cubicBezTo>
                  <a:cubicBezTo>
                    <a:pt x="2017" y="7992"/>
                    <a:pt x="1718" y="7992"/>
                    <a:pt x="1419" y="8067"/>
                  </a:cubicBezTo>
                  <a:cubicBezTo>
                    <a:pt x="896" y="9187"/>
                    <a:pt x="374" y="10307"/>
                    <a:pt x="0" y="11502"/>
                  </a:cubicBezTo>
                  <a:cubicBezTo>
                    <a:pt x="75" y="11428"/>
                    <a:pt x="149" y="11353"/>
                    <a:pt x="224" y="11278"/>
                  </a:cubicBezTo>
                  <a:cubicBezTo>
                    <a:pt x="3585" y="9486"/>
                    <a:pt x="6647" y="7395"/>
                    <a:pt x="9485" y="4930"/>
                  </a:cubicBezTo>
                  <a:lnTo>
                    <a:pt x="9485" y="4631"/>
                  </a:lnTo>
                  <a:cubicBezTo>
                    <a:pt x="9635" y="4258"/>
                    <a:pt x="9859" y="3884"/>
                    <a:pt x="10083" y="3436"/>
                  </a:cubicBezTo>
                  <a:cubicBezTo>
                    <a:pt x="10830" y="1942"/>
                    <a:pt x="9859" y="150"/>
                    <a:pt x="82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74"/>
            <p:cNvSpPr/>
            <p:nvPr/>
          </p:nvSpPr>
          <p:spPr>
            <a:xfrm>
              <a:off x="5745356" y="3873989"/>
              <a:ext cx="324670" cy="268314"/>
            </a:xfrm>
            <a:custGeom>
              <a:avLst/>
              <a:gdLst/>
              <a:ahLst/>
              <a:cxnLst/>
              <a:rect l="l" t="t" r="r" b="b"/>
              <a:pathLst>
                <a:path w="10756" h="8889" extrusionOk="0">
                  <a:moveTo>
                    <a:pt x="10382" y="1"/>
                  </a:moveTo>
                  <a:cubicBezTo>
                    <a:pt x="7693" y="2241"/>
                    <a:pt x="4780" y="4258"/>
                    <a:pt x="1644" y="5901"/>
                  </a:cubicBezTo>
                  <a:cubicBezTo>
                    <a:pt x="1512" y="5988"/>
                    <a:pt x="1381" y="6025"/>
                    <a:pt x="1261" y="6025"/>
                  </a:cubicBezTo>
                  <a:cubicBezTo>
                    <a:pt x="971" y="6025"/>
                    <a:pt x="747" y="5813"/>
                    <a:pt x="747" y="5602"/>
                  </a:cubicBezTo>
                  <a:cubicBezTo>
                    <a:pt x="673" y="5751"/>
                    <a:pt x="673" y="5901"/>
                    <a:pt x="598" y="6050"/>
                  </a:cubicBezTo>
                  <a:cubicBezTo>
                    <a:pt x="299" y="6946"/>
                    <a:pt x="75" y="7917"/>
                    <a:pt x="1" y="8888"/>
                  </a:cubicBezTo>
                  <a:cubicBezTo>
                    <a:pt x="3511" y="7021"/>
                    <a:pt x="6872" y="4930"/>
                    <a:pt x="10083" y="2465"/>
                  </a:cubicBezTo>
                  <a:cubicBezTo>
                    <a:pt x="10307" y="2391"/>
                    <a:pt x="10531" y="2316"/>
                    <a:pt x="10755" y="2241"/>
                  </a:cubicBezTo>
                  <a:cubicBezTo>
                    <a:pt x="10681" y="1494"/>
                    <a:pt x="10531" y="747"/>
                    <a:pt x="103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74"/>
            <p:cNvSpPr/>
            <p:nvPr/>
          </p:nvSpPr>
          <p:spPr>
            <a:xfrm>
              <a:off x="5745356" y="3955155"/>
              <a:ext cx="335929" cy="269643"/>
            </a:xfrm>
            <a:custGeom>
              <a:avLst/>
              <a:gdLst/>
              <a:ahLst/>
              <a:cxnLst/>
              <a:rect l="l" t="t" r="r" b="b"/>
              <a:pathLst>
                <a:path w="11129" h="8933" extrusionOk="0">
                  <a:moveTo>
                    <a:pt x="10905" y="0"/>
                  </a:moveTo>
                  <a:cubicBezTo>
                    <a:pt x="7469" y="2540"/>
                    <a:pt x="3810" y="4780"/>
                    <a:pt x="1" y="6722"/>
                  </a:cubicBezTo>
                  <a:cubicBezTo>
                    <a:pt x="1" y="6946"/>
                    <a:pt x="75" y="7170"/>
                    <a:pt x="150" y="7394"/>
                  </a:cubicBezTo>
                  <a:cubicBezTo>
                    <a:pt x="299" y="7842"/>
                    <a:pt x="598" y="8216"/>
                    <a:pt x="971" y="8514"/>
                  </a:cubicBezTo>
                  <a:lnTo>
                    <a:pt x="8440" y="3137"/>
                  </a:lnTo>
                  <a:cubicBezTo>
                    <a:pt x="8585" y="3034"/>
                    <a:pt x="8775" y="2988"/>
                    <a:pt x="8959" y="2988"/>
                  </a:cubicBezTo>
                  <a:cubicBezTo>
                    <a:pt x="9440" y="2988"/>
                    <a:pt x="9876" y="3302"/>
                    <a:pt x="9336" y="3735"/>
                  </a:cubicBezTo>
                  <a:cubicBezTo>
                    <a:pt x="6872" y="5452"/>
                    <a:pt x="4482" y="7170"/>
                    <a:pt x="2017" y="8888"/>
                  </a:cubicBezTo>
                  <a:cubicBezTo>
                    <a:pt x="2203" y="8918"/>
                    <a:pt x="2396" y="8932"/>
                    <a:pt x="2593" y="8932"/>
                  </a:cubicBezTo>
                  <a:cubicBezTo>
                    <a:pt x="4847" y="8932"/>
                    <a:pt x="7709" y="7092"/>
                    <a:pt x="8739" y="6199"/>
                  </a:cubicBezTo>
                  <a:cubicBezTo>
                    <a:pt x="9560" y="5527"/>
                    <a:pt x="10307" y="4780"/>
                    <a:pt x="10905" y="3959"/>
                  </a:cubicBezTo>
                  <a:cubicBezTo>
                    <a:pt x="11129" y="2614"/>
                    <a:pt x="11129" y="1270"/>
                    <a:pt x="109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74"/>
            <p:cNvSpPr/>
            <p:nvPr/>
          </p:nvSpPr>
          <p:spPr>
            <a:xfrm>
              <a:off x="5736331" y="4254975"/>
              <a:ext cx="142081" cy="30517"/>
            </a:xfrm>
            <a:custGeom>
              <a:avLst/>
              <a:gdLst/>
              <a:ahLst/>
              <a:cxnLst/>
              <a:rect l="l" t="t" r="r" b="b"/>
              <a:pathLst>
                <a:path w="4707" h="1011" extrusionOk="0">
                  <a:moveTo>
                    <a:pt x="4706" y="1"/>
                  </a:moveTo>
                  <a:lnTo>
                    <a:pt x="4706" y="1"/>
                  </a:lnTo>
                  <a:cubicBezTo>
                    <a:pt x="3810" y="269"/>
                    <a:pt x="2860" y="404"/>
                    <a:pt x="1904" y="404"/>
                  </a:cubicBezTo>
                  <a:cubicBezTo>
                    <a:pt x="1267" y="404"/>
                    <a:pt x="628" y="344"/>
                    <a:pt x="1" y="225"/>
                  </a:cubicBezTo>
                  <a:lnTo>
                    <a:pt x="1" y="225"/>
                  </a:lnTo>
                  <a:cubicBezTo>
                    <a:pt x="599" y="731"/>
                    <a:pt x="1339" y="1010"/>
                    <a:pt x="2099" y="1010"/>
                  </a:cubicBezTo>
                  <a:cubicBezTo>
                    <a:pt x="2572" y="1010"/>
                    <a:pt x="3053" y="902"/>
                    <a:pt x="3511" y="673"/>
                  </a:cubicBezTo>
                  <a:cubicBezTo>
                    <a:pt x="3884" y="523"/>
                    <a:pt x="4333" y="299"/>
                    <a:pt x="47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74"/>
            <p:cNvSpPr/>
            <p:nvPr/>
          </p:nvSpPr>
          <p:spPr>
            <a:xfrm>
              <a:off x="6187224" y="3175132"/>
              <a:ext cx="146548" cy="20647"/>
            </a:xfrm>
            <a:custGeom>
              <a:avLst/>
              <a:gdLst/>
              <a:ahLst/>
              <a:cxnLst/>
              <a:rect l="l" t="t" r="r" b="b"/>
              <a:pathLst>
                <a:path w="4855" h="684" extrusionOk="0">
                  <a:moveTo>
                    <a:pt x="4855" y="1"/>
                  </a:moveTo>
                  <a:cubicBezTo>
                    <a:pt x="3809" y="225"/>
                    <a:pt x="2689" y="374"/>
                    <a:pt x="1643" y="374"/>
                  </a:cubicBezTo>
                  <a:lnTo>
                    <a:pt x="0" y="374"/>
                  </a:lnTo>
                  <a:cubicBezTo>
                    <a:pt x="624" y="582"/>
                    <a:pt x="1283" y="684"/>
                    <a:pt x="1945" y="684"/>
                  </a:cubicBezTo>
                  <a:cubicBezTo>
                    <a:pt x="2947" y="684"/>
                    <a:pt x="3955" y="451"/>
                    <a:pt x="48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74"/>
            <p:cNvSpPr/>
            <p:nvPr/>
          </p:nvSpPr>
          <p:spPr>
            <a:xfrm>
              <a:off x="6027157" y="2298187"/>
              <a:ext cx="308883" cy="466690"/>
            </a:xfrm>
            <a:custGeom>
              <a:avLst/>
              <a:gdLst/>
              <a:ahLst/>
              <a:cxnLst/>
              <a:rect l="l" t="t" r="r" b="b"/>
              <a:pathLst>
                <a:path w="10233" h="15461" extrusionOk="0">
                  <a:moveTo>
                    <a:pt x="9859" y="1"/>
                  </a:moveTo>
                  <a:cubicBezTo>
                    <a:pt x="6871" y="2466"/>
                    <a:pt x="3809" y="4856"/>
                    <a:pt x="673" y="7096"/>
                  </a:cubicBezTo>
                  <a:cubicBezTo>
                    <a:pt x="598" y="7619"/>
                    <a:pt x="598" y="8142"/>
                    <a:pt x="598" y="8665"/>
                  </a:cubicBezTo>
                  <a:cubicBezTo>
                    <a:pt x="598" y="9262"/>
                    <a:pt x="448" y="9934"/>
                    <a:pt x="374" y="10681"/>
                  </a:cubicBezTo>
                  <a:cubicBezTo>
                    <a:pt x="2988" y="8739"/>
                    <a:pt x="5602" y="6872"/>
                    <a:pt x="8291" y="5080"/>
                  </a:cubicBezTo>
                  <a:cubicBezTo>
                    <a:pt x="8450" y="5000"/>
                    <a:pt x="8909" y="4920"/>
                    <a:pt x="9210" y="4920"/>
                  </a:cubicBezTo>
                  <a:cubicBezTo>
                    <a:pt x="9472" y="4920"/>
                    <a:pt x="9614" y="4981"/>
                    <a:pt x="9336" y="5154"/>
                  </a:cubicBezTo>
                  <a:cubicBezTo>
                    <a:pt x="6199" y="7171"/>
                    <a:pt x="3212" y="9411"/>
                    <a:pt x="299" y="11727"/>
                  </a:cubicBezTo>
                  <a:cubicBezTo>
                    <a:pt x="224" y="12847"/>
                    <a:pt x="75" y="14191"/>
                    <a:pt x="0" y="15461"/>
                  </a:cubicBezTo>
                  <a:cubicBezTo>
                    <a:pt x="3212" y="12922"/>
                    <a:pt x="6573" y="10681"/>
                    <a:pt x="10232" y="8739"/>
                  </a:cubicBezTo>
                  <a:cubicBezTo>
                    <a:pt x="9710" y="5827"/>
                    <a:pt x="9560" y="2914"/>
                    <a:pt x="9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74"/>
            <p:cNvSpPr/>
            <p:nvPr/>
          </p:nvSpPr>
          <p:spPr>
            <a:xfrm>
              <a:off x="6033918" y="2694960"/>
              <a:ext cx="450904" cy="447523"/>
            </a:xfrm>
            <a:custGeom>
              <a:avLst/>
              <a:gdLst/>
              <a:ahLst/>
              <a:cxnLst/>
              <a:rect l="l" t="t" r="r" b="b"/>
              <a:pathLst>
                <a:path w="14938" h="14826" extrusionOk="0">
                  <a:moveTo>
                    <a:pt x="11129" y="1"/>
                  </a:moveTo>
                  <a:lnTo>
                    <a:pt x="0" y="9038"/>
                  </a:lnTo>
                  <a:cubicBezTo>
                    <a:pt x="150" y="9635"/>
                    <a:pt x="299" y="10233"/>
                    <a:pt x="449" y="10830"/>
                  </a:cubicBezTo>
                  <a:cubicBezTo>
                    <a:pt x="3660" y="8216"/>
                    <a:pt x="6946" y="5826"/>
                    <a:pt x="10382" y="3660"/>
                  </a:cubicBezTo>
                  <a:cubicBezTo>
                    <a:pt x="10532" y="3553"/>
                    <a:pt x="10731" y="3507"/>
                    <a:pt x="10921" y="3507"/>
                  </a:cubicBezTo>
                  <a:cubicBezTo>
                    <a:pt x="11394" y="3507"/>
                    <a:pt x="11810" y="3789"/>
                    <a:pt x="11278" y="4108"/>
                  </a:cubicBezTo>
                  <a:cubicBezTo>
                    <a:pt x="7618" y="6424"/>
                    <a:pt x="4183" y="8963"/>
                    <a:pt x="897" y="11726"/>
                  </a:cubicBezTo>
                  <a:cubicBezTo>
                    <a:pt x="1046" y="12175"/>
                    <a:pt x="1345" y="12548"/>
                    <a:pt x="1718" y="12921"/>
                  </a:cubicBezTo>
                  <a:cubicBezTo>
                    <a:pt x="4332" y="10382"/>
                    <a:pt x="7170" y="7992"/>
                    <a:pt x="10083" y="5752"/>
                  </a:cubicBezTo>
                  <a:cubicBezTo>
                    <a:pt x="10219" y="5638"/>
                    <a:pt x="10417" y="5587"/>
                    <a:pt x="10608" y="5587"/>
                  </a:cubicBezTo>
                  <a:cubicBezTo>
                    <a:pt x="11046" y="5587"/>
                    <a:pt x="11448" y="5858"/>
                    <a:pt x="10979" y="6274"/>
                  </a:cubicBezTo>
                  <a:cubicBezTo>
                    <a:pt x="7992" y="8590"/>
                    <a:pt x="5154" y="10980"/>
                    <a:pt x="2465" y="13594"/>
                  </a:cubicBezTo>
                  <a:cubicBezTo>
                    <a:pt x="2988" y="13967"/>
                    <a:pt x="3511" y="14191"/>
                    <a:pt x="4108" y="14415"/>
                  </a:cubicBezTo>
                  <a:cubicBezTo>
                    <a:pt x="6722" y="12175"/>
                    <a:pt x="9486" y="10009"/>
                    <a:pt x="12249" y="7917"/>
                  </a:cubicBezTo>
                  <a:cubicBezTo>
                    <a:pt x="12405" y="7828"/>
                    <a:pt x="12614" y="7786"/>
                    <a:pt x="12811" y="7786"/>
                  </a:cubicBezTo>
                  <a:cubicBezTo>
                    <a:pt x="13274" y="7786"/>
                    <a:pt x="13669" y="8021"/>
                    <a:pt x="13145" y="8440"/>
                  </a:cubicBezTo>
                  <a:cubicBezTo>
                    <a:pt x="10382" y="10382"/>
                    <a:pt x="7768" y="12473"/>
                    <a:pt x="5154" y="14714"/>
                  </a:cubicBezTo>
                  <a:cubicBezTo>
                    <a:pt x="5677" y="14789"/>
                    <a:pt x="6199" y="14826"/>
                    <a:pt x="6713" y="14826"/>
                  </a:cubicBezTo>
                  <a:cubicBezTo>
                    <a:pt x="7226" y="14826"/>
                    <a:pt x="7730" y="14789"/>
                    <a:pt x="8216" y="14714"/>
                  </a:cubicBezTo>
                  <a:cubicBezTo>
                    <a:pt x="8216" y="14639"/>
                    <a:pt x="8291" y="14490"/>
                    <a:pt x="8365" y="14490"/>
                  </a:cubicBezTo>
                  <a:lnTo>
                    <a:pt x="12697" y="10083"/>
                  </a:lnTo>
                  <a:cubicBezTo>
                    <a:pt x="12834" y="9946"/>
                    <a:pt x="13092" y="9880"/>
                    <a:pt x="13337" y="9880"/>
                  </a:cubicBezTo>
                  <a:cubicBezTo>
                    <a:pt x="13761" y="9880"/>
                    <a:pt x="14148" y="10078"/>
                    <a:pt x="13817" y="10457"/>
                  </a:cubicBezTo>
                  <a:lnTo>
                    <a:pt x="10083" y="14266"/>
                  </a:lnTo>
                  <a:cubicBezTo>
                    <a:pt x="11353" y="13892"/>
                    <a:pt x="12548" y="13145"/>
                    <a:pt x="13519" y="12175"/>
                  </a:cubicBezTo>
                  <a:cubicBezTo>
                    <a:pt x="13817" y="11801"/>
                    <a:pt x="14116" y="11428"/>
                    <a:pt x="14340" y="10980"/>
                  </a:cubicBezTo>
                  <a:cubicBezTo>
                    <a:pt x="14938" y="7619"/>
                    <a:pt x="12548" y="3660"/>
                    <a:pt x="111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74"/>
            <p:cNvSpPr/>
            <p:nvPr/>
          </p:nvSpPr>
          <p:spPr>
            <a:xfrm>
              <a:off x="6024893" y="2582252"/>
              <a:ext cx="340457" cy="362975"/>
            </a:xfrm>
            <a:custGeom>
              <a:avLst/>
              <a:gdLst/>
              <a:ahLst/>
              <a:cxnLst/>
              <a:rect l="l" t="t" r="r" b="b"/>
              <a:pathLst>
                <a:path w="11279" h="12025" extrusionOk="0">
                  <a:moveTo>
                    <a:pt x="10382" y="0"/>
                  </a:moveTo>
                  <a:cubicBezTo>
                    <a:pt x="6722" y="2017"/>
                    <a:pt x="3287" y="4332"/>
                    <a:pt x="75" y="7021"/>
                  </a:cubicBezTo>
                  <a:lnTo>
                    <a:pt x="1" y="6946"/>
                  </a:lnTo>
                  <a:lnTo>
                    <a:pt x="1" y="9262"/>
                  </a:lnTo>
                  <a:cubicBezTo>
                    <a:pt x="2689" y="6423"/>
                    <a:pt x="5751" y="3959"/>
                    <a:pt x="9112" y="1942"/>
                  </a:cubicBezTo>
                  <a:cubicBezTo>
                    <a:pt x="9238" y="1859"/>
                    <a:pt x="9421" y="1822"/>
                    <a:pt x="9602" y="1822"/>
                  </a:cubicBezTo>
                  <a:cubicBezTo>
                    <a:pt x="10071" y="1822"/>
                    <a:pt x="10526" y="2067"/>
                    <a:pt x="9934" y="2390"/>
                  </a:cubicBezTo>
                  <a:cubicBezTo>
                    <a:pt x="6424" y="4556"/>
                    <a:pt x="3212" y="7170"/>
                    <a:pt x="449" y="10232"/>
                  </a:cubicBezTo>
                  <a:cubicBezTo>
                    <a:pt x="299" y="10307"/>
                    <a:pt x="150" y="10382"/>
                    <a:pt x="1" y="10382"/>
                  </a:cubicBezTo>
                  <a:cubicBezTo>
                    <a:pt x="1" y="10979"/>
                    <a:pt x="75" y="11502"/>
                    <a:pt x="150" y="12025"/>
                  </a:cubicBezTo>
                  <a:lnTo>
                    <a:pt x="10457" y="3585"/>
                  </a:lnTo>
                  <a:cubicBezTo>
                    <a:pt x="10755" y="3511"/>
                    <a:pt x="10980" y="3436"/>
                    <a:pt x="11278" y="3436"/>
                  </a:cubicBezTo>
                  <a:cubicBezTo>
                    <a:pt x="11129" y="2988"/>
                    <a:pt x="10980" y="2540"/>
                    <a:pt x="10905" y="2092"/>
                  </a:cubicBezTo>
                  <a:cubicBezTo>
                    <a:pt x="10681" y="1419"/>
                    <a:pt x="10531" y="673"/>
                    <a:pt x="103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74"/>
            <p:cNvSpPr/>
            <p:nvPr/>
          </p:nvSpPr>
          <p:spPr>
            <a:xfrm>
              <a:off x="6049705" y="2210291"/>
              <a:ext cx="288599" cy="275046"/>
            </a:xfrm>
            <a:custGeom>
              <a:avLst/>
              <a:gdLst/>
              <a:ahLst/>
              <a:cxnLst/>
              <a:rect l="l" t="t" r="r" b="b"/>
              <a:pathLst>
                <a:path w="9561" h="9112" extrusionOk="0">
                  <a:moveTo>
                    <a:pt x="9560" y="0"/>
                  </a:moveTo>
                  <a:lnTo>
                    <a:pt x="224" y="6124"/>
                  </a:lnTo>
                  <a:lnTo>
                    <a:pt x="150" y="6199"/>
                  </a:lnTo>
                  <a:cubicBezTo>
                    <a:pt x="75" y="7095"/>
                    <a:pt x="0" y="8141"/>
                    <a:pt x="0" y="9112"/>
                  </a:cubicBezTo>
                  <a:cubicBezTo>
                    <a:pt x="2764" y="7021"/>
                    <a:pt x="5527" y="4930"/>
                    <a:pt x="8141" y="2689"/>
                  </a:cubicBezTo>
                  <a:cubicBezTo>
                    <a:pt x="8440" y="2540"/>
                    <a:pt x="8813" y="2465"/>
                    <a:pt x="9187" y="2465"/>
                  </a:cubicBezTo>
                  <a:cubicBezTo>
                    <a:pt x="9261" y="1643"/>
                    <a:pt x="9411" y="822"/>
                    <a:pt x="95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74"/>
            <p:cNvSpPr/>
            <p:nvPr/>
          </p:nvSpPr>
          <p:spPr>
            <a:xfrm>
              <a:off x="6056466" y="2066010"/>
              <a:ext cx="317908" cy="308883"/>
            </a:xfrm>
            <a:custGeom>
              <a:avLst/>
              <a:gdLst/>
              <a:ahLst/>
              <a:cxnLst/>
              <a:rect l="l" t="t" r="r" b="b"/>
              <a:pathLst>
                <a:path w="10532" h="10233" extrusionOk="0">
                  <a:moveTo>
                    <a:pt x="10531" y="0"/>
                  </a:moveTo>
                  <a:lnTo>
                    <a:pt x="523" y="6797"/>
                  </a:lnTo>
                  <a:cubicBezTo>
                    <a:pt x="448" y="6871"/>
                    <a:pt x="374" y="6871"/>
                    <a:pt x="299" y="6946"/>
                  </a:cubicBezTo>
                  <a:cubicBezTo>
                    <a:pt x="224" y="7992"/>
                    <a:pt x="75" y="9112"/>
                    <a:pt x="0" y="10232"/>
                  </a:cubicBezTo>
                  <a:lnTo>
                    <a:pt x="9485" y="3959"/>
                  </a:lnTo>
                  <a:cubicBezTo>
                    <a:pt x="9784" y="2614"/>
                    <a:pt x="10083" y="1270"/>
                    <a:pt x="105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74"/>
            <p:cNvSpPr/>
            <p:nvPr/>
          </p:nvSpPr>
          <p:spPr>
            <a:xfrm>
              <a:off x="6390093" y="1685144"/>
              <a:ext cx="69939" cy="13432"/>
            </a:xfrm>
            <a:custGeom>
              <a:avLst/>
              <a:gdLst/>
              <a:ahLst/>
              <a:cxnLst/>
              <a:rect l="l" t="t" r="r" b="b"/>
              <a:pathLst>
                <a:path w="2317" h="445" extrusionOk="0">
                  <a:moveTo>
                    <a:pt x="1269" y="1"/>
                  </a:moveTo>
                  <a:cubicBezTo>
                    <a:pt x="820" y="1"/>
                    <a:pt x="376" y="153"/>
                    <a:pt x="1" y="444"/>
                  </a:cubicBezTo>
                  <a:cubicBezTo>
                    <a:pt x="748" y="370"/>
                    <a:pt x="1495" y="295"/>
                    <a:pt x="2316" y="295"/>
                  </a:cubicBezTo>
                  <a:cubicBezTo>
                    <a:pt x="1986" y="97"/>
                    <a:pt x="1626" y="1"/>
                    <a:pt x="1269" y="1"/>
                  </a:cubicBezTo>
                  <a:close/>
                </a:path>
              </a:pathLst>
            </a:custGeom>
            <a:solidFill>
              <a:srgbClr val="B47E5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74"/>
            <p:cNvSpPr/>
            <p:nvPr/>
          </p:nvSpPr>
          <p:spPr>
            <a:xfrm>
              <a:off x="6069989" y="1721094"/>
              <a:ext cx="435117" cy="518548"/>
            </a:xfrm>
            <a:custGeom>
              <a:avLst/>
              <a:gdLst/>
              <a:ahLst/>
              <a:cxnLst/>
              <a:rect l="l" t="t" r="r" b="b"/>
              <a:pathLst>
                <a:path w="14415" h="17179" extrusionOk="0">
                  <a:moveTo>
                    <a:pt x="13967" y="0"/>
                  </a:moveTo>
                  <a:cubicBezTo>
                    <a:pt x="13593" y="299"/>
                    <a:pt x="13220" y="448"/>
                    <a:pt x="12772" y="448"/>
                  </a:cubicBezTo>
                  <a:cubicBezTo>
                    <a:pt x="7992" y="598"/>
                    <a:pt x="5004" y="2316"/>
                    <a:pt x="3137" y="5079"/>
                  </a:cubicBezTo>
                  <a:cubicBezTo>
                    <a:pt x="3137" y="5154"/>
                    <a:pt x="3063" y="5228"/>
                    <a:pt x="3063" y="5303"/>
                  </a:cubicBezTo>
                  <a:cubicBezTo>
                    <a:pt x="2764" y="5751"/>
                    <a:pt x="2540" y="6199"/>
                    <a:pt x="2316" y="6647"/>
                  </a:cubicBezTo>
                  <a:lnTo>
                    <a:pt x="10307" y="1718"/>
                  </a:lnTo>
                  <a:cubicBezTo>
                    <a:pt x="10467" y="1638"/>
                    <a:pt x="10925" y="1558"/>
                    <a:pt x="11226" y="1558"/>
                  </a:cubicBezTo>
                  <a:cubicBezTo>
                    <a:pt x="11488" y="1558"/>
                    <a:pt x="11631" y="1619"/>
                    <a:pt x="11353" y="1793"/>
                  </a:cubicBezTo>
                  <a:lnTo>
                    <a:pt x="1868" y="7618"/>
                  </a:lnTo>
                  <a:cubicBezTo>
                    <a:pt x="1345" y="9037"/>
                    <a:pt x="971" y="10531"/>
                    <a:pt x="747" y="12025"/>
                  </a:cubicBezTo>
                  <a:cubicBezTo>
                    <a:pt x="3361" y="10158"/>
                    <a:pt x="6050" y="8515"/>
                    <a:pt x="8888" y="7021"/>
                  </a:cubicBezTo>
                  <a:cubicBezTo>
                    <a:pt x="9016" y="6935"/>
                    <a:pt x="9205" y="6899"/>
                    <a:pt x="9391" y="6899"/>
                  </a:cubicBezTo>
                  <a:cubicBezTo>
                    <a:pt x="9854" y="6899"/>
                    <a:pt x="10296" y="7128"/>
                    <a:pt x="9710" y="7394"/>
                  </a:cubicBezTo>
                  <a:cubicBezTo>
                    <a:pt x="6498" y="9112"/>
                    <a:pt x="3436" y="11054"/>
                    <a:pt x="523" y="13145"/>
                  </a:cubicBezTo>
                  <a:cubicBezTo>
                    <a:pt x="299" y="14489"/>
                    <a:pt x="150" y="15834"/>
                    <a:pt x="0" y="17178"/>
                  </a:cubicBezTo>
                  <a:lnTo>
                    <a:pt x="10083" y="10307"/>
                  </a:lnTo>
                  <a:cubicBezTo>
                    <a:pt x="10232" y="10232"/>
                    <a:pt x="10382" y="10158"/>
                    <a:pt x="10531" y="10158"/>
                  </a:cubicBezTo>
                  <a:cubicBezTo>
                    <a:pt x="11502" y="7469"/>
                    <a:pt x="12697" y="4855"/>
                    <a:pt x="14041" y="2316"/>
                  </a:cubicBezTo>
                  <a:cubicBezTo>
                    <a:pt x="14415" y="1569"/>
                    <a:pt x="14415" y="747"/>
                    <a:pt x="139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74"/>
            <p:cNvSpPr/>
            <p:nvPr/>
          </p:nvSpPr>
          <p:spPr>
            <a:xfrm>
              <a:off x="5864826" y="744963"/>
              <a:ext cx="459748" cy="656765"/>
            </a:xfrm>
            <a:custGeom>
              <a:avLst/>
              <a:gdLst/>
              <a:ahLst/>
              <a:cxnLst/>
              <a:rect l="l" t="t" r="r" b="b"/>
              <a:pathLst>
                <a:path w="15231" h="21758" extrusionOk="0">
                  <a:moveTo>
                    <a:pt x="15007" y="17932"/>
                  </a:moveTo>
                  <a:cubicBezTo>
                    <a:pt x="15003" y="17958"/>
                    <a:pt x="14998" y="17984"/>
                    <a:pt x="14994" y="18011"/>
                  </a:cubicBezTo>
                  <a:lnTo>
                    <a:pt x="14994" y="18011"/>
                  </a:lnTo>
                  <a:cubicBezTo>
                    <a:pt x="15002" y="17984"/>
                    <a:pt x="15006" y="17957"/>
                    <a:pt x="15007" y="17932"/>
                  </a:cubicBezTo>
                  <a:close/>
                  <a:moveTo>
                    <a:pt x="4781" y="0"/>
                  </a:moveTo>
                  <a:lnTo>
                    <a:pt x="4781" y="0"/>
                  </a:lnTo>
                  <a:cubicBezTo>
                    <a:pt x="4930" y="150"/>
                    <a:pt x="4930" y="299"/>
                    <a:pt x="4631" y="448"/>
                  </a:cubicBezTo>
                  <a:cubicBezTo>
                    <a:pt x="3138" y="1419"/>
                    <a:pt x="1644" y="2540"/>
                    <a:pt x="374" y="3735"/>
                  </a:cubicBezTo>
                  <a:cubicBezTo>
                    <a:pt x="150" y="4855"/>
                    <a:pt x="1" y="5975"/>
                    <a:pt x="76" y="7095"/>
                  </a:cubicBezTo>
                  <a:cubicBezTo>
                    <a:pt x="1271" y="5975"/>
                    <a:pt x="2540" y="4780"/>
                    <a:pt x="3885" y="3735"/>
                  </a:cubicBezTo>
                  <a:cubicBezTo>
                    <a:pt x="4045" y="3606"/>
                    <a:pt x="4386" y="3533"/>
                    <a:pt x="4674" y="3533"/>
                  </a:cubicBezTo>
                  <a:cubicBezTo>
                    <a:pt x="5056" y="3533"/>
                    <a:pt x="5345" y="3661"/>
                    <a:pt x="5005" y="3959"/>
                  </a:cubicBezTo>
                  <a:cubicBezTo>
                    <a:pt x="3287" y="5303"/>
                    <a:pt x="1644" y="6797"/>
                    <a:pt x="76" y="8290"/>
                  </a:cubicBezTo>
                  <a:cubicBezTo>
                    <a:pt x="150" y="9261"/>
                    <a:pt x="300" y="10158"/>
                    <a:pt x="449" y="11054"/>
                  </a:cubicBezTo>
                  <a:lnTo>
                    <a:pt x="449" y="11203"/>
                  </a:lnTo>
                  <a:lnTo>
                    <a:pt x="5080" y="7021"/>
                  </a:lnTo>
                  <a:cubicBezTo>
                    <a:pt x="5210" y="6891"/>
                    <a:pt x="5693" y="6811"/>
                    <a:pt x="6017" y="6811"/>
                  </a:cubicBezTo>
                  <a:cubicBezTo>
                    <a:pt x="6250" y="6811"/>
                    <a:pt x="6400" y="6852"/>
                    <a:pt x="6275" y="6946"/>
                  </a:cubicBezTo>
                  <a:lnTo>
                    <a:pt x="673" y="11950"/>
                  </a:lnTo>
                  <a:cubicBezTo>
                    <a:pt x="1047" y="12772"/>
                    <a:pt x="1420" y="13593"/>
                    <a:pt x="1793" y="14265"/>
                  </a:cubicBezTo>
                  <a:lnTo>
                    <a:pt x="7096" y="9934"/>
                  </a:lnTo>
                  <a:cubicBezTo>
                    <a:pt x="7242" y="9788"/>
                    <a:pt x="7800" y="9673"/>
                    <a:pt x="8109" y="9673"/>
                  </a:cubicBezTo>
                  <a:cubicBezTo>
                    <a:pt x="8275" y="9673"/>
                    <a:pt x="8369" y="9706"/>
                    <a:pt x="8291" y="9784"/>
                  </a:cubicBezTo>
                  <a:lnTo>
                    <a:pt x="2242" y="14937"/>
                  </a:lnTo>
                  <a:lnTo>
                    <a:pt x="2391" y="15236"/>
                  </a:lnTo>
                  <a:lnTo>
                    <a:pt x="2466" y="15386"/>
                  </a:lnTo>
                  <a:cubicBezTo>
                    <a:pt x="2764" y="15834"/>
                    <a:pt x="3063" y="16282"/>
                    <a:pt x="3362" y="16655"/>
                  </a:cubicBezTo>
                  <a:lnTo>
                    <a:pt x="8963" y="11875"/>
                  </a:lnTo>
                  <a:cubicBezTo>
                    <a:pt x="9124" y="11747"/>
                    <a:pt x="9465" y="11674"/>
                    <a:pt x="9753" y="11674"/>
                  </a:cubicBezTo>
                  <a:cubicBezTo>
                    <a:pt x="10134" y="11674"/>
                    <a:pt x="10424" y="11802"/>
                    <a:pt x="10084" y="12099"/>
                  </a:cubicBezTo>
                  <a:lnTo>
                    <a:pt x="4034" y="17327"/>
                  </a:lnTo>
                  <a:cubicBezTo>
                    <a:pt x="4407" y="17776"/>
                    <a:pt x="4930" y="18224"/>
                    <a:pt x="5378" y="18597"/>
                  </a:cubicBezTo>
                  <a:lnTo>
                    <a:pt x="11727" y="13369"/>
                  </a:lnTo>
                  <a:cubicBezTo>
                    <a:pt x="11863" y="13256"/>
                    <a:pt x="12060" y="13204"/>
                    <a:pt x="12249" y="13204"/>
                  </a:cubicBezTo>
                  <a:cubicBezTo>
                    <a:pt x="12683" y="13204"/>
                    <a:pt x="13069" y="13476"/>
                    <a:pt x="12548" y="13892"/>
                  </a:cubicBezTo>
                  <a:lnTo>
                    <a:pt x="6125" y="19195"/>
                  </a:lnTo>
                  <a:cubicBezTo>
                    <a:pt x="6573" y="19493"/>
                    <a:pt x="6947" y="19717"/>
                    <a:pt x="7395" y="20016"/>
                  </a:cubicBezTo>
                  <a:lnTo>
                    <a:pt x="12847" y="15386"/>
                  </a:lnTo>
                  <a:cubicBezTo>
                    <a:pt x="12988" y="15280"/>
                    <a:pt x="13362" y="15207"/>
                    <a:pt x="13654" y="15207"/>
                  </a:cubicBezTo>
                  <a:cubicBezTo>
                    <a:pt x="13982" y="15207"/>
                    <a:pt x="14208" y="15298"/>
                    <a:pt x="13893" y="15535"/>
                  </a:cubicBezTo>
                  <a:lnTo>
                    <a:pt x="8366" y="20315"/>
                  </a:lnTo>
                  <a:cubicBezTo>
                    <a:pt x="8291" y="20315"/>
                    <a:pt x="8216" y="20390"/>
                    <a:pt x="8142" y="20390"/>
                  </a:cubicBezTo>
                  <a:cubicBezTo>
                    <a:pt x="8665" y="20688"/>
                    <a:pt x="9187" y="20987"/>
                    <a:pt x="9785" y="21211"/>
                  </a:cubicBezTo>
                  <a:lnTo>
                    <a:pt x="13893" y="17701"/>
                  </a:lnTo>
                  <a:cubicBezTo>
                    <a:pt x="14041" y="17574"/>
                    <a:pt x="14231" y="17519"/>
                    <a:pt x="14412" y="17519"/>
                  </a:cubicBezTo>
                  <a:cubicBezTo>
                    <a:pt x="14729" y="17519"/>
                    <a:pt x="15018" y="17687"/>
                    <a:pt x="15007" y="17932"/>
                  </a:cubicBezTo>
                  <a:lnTo>
                    <a:pt x="15007" y="17932"/>
                  </a:lnTo>
                  <a:cubicBezTo>
                    <a:pt x="15231" y="16583"/>
                    <a:pt x="15220" y="15142"/>
                    <a:pt x="14864" y="14340"/>
                  </a:cubicBezTo>
                  <a:cubicBezTo>
                    <a:pt x="14341" y="13294"/>
                    <a:pt x="12996" y="12323"/>
                    <a:pt x="12324" y="11278"/>
                  </a:cubicBezTo>
                  <a:cubicBezTo>
                    <a:pt x="12249" y="11129"/>
                    <a:pt x="12249" y="11054"/>
                    <a:pt x="12100" y="10904"/>
                  </a:cubicBezTo>
                  <a:cubicBezTo>
                    <a:pt x="11727" y="10755"/>
                    <a:pt x="11279" y="10606"/>
                    <a:pt x="10905" y="10382"/>
                  </a:cubicBezTo>
                  <a:cubicBezTo>
                    <a:pt x="8739" y="9261"/>
                    <a:pt x="7395" y="6274"/>
                    <a:pt x="6051" y="4257"/>
                  </a:cubicBezTo>
                  <a:cubicBezTo>
                    <a:pt x="5976" y="4108"/>
                    <a:pt x="5826" y="3959"/>
                    <a:pt x="5677" y="3809"/>
                  </a:cubicBezTo>
                  <a:cubicBezTo>
                    <a:pt x="5826" y="3361"/>
                    <a:pt x="5976" y="2988"/>
                    <a:pt x="6125" y="2614"/>
                  </a:cubicBezTo>
                  <a:cubicBezTo>
                    <a:pt x="6573" y="1494"/>
                    <a:pt x="5976" y="224"/>
                    <a:pt x="4781" y="0"/>
                  </a:cubicBezTo>
                  <a:close/>
                  <a:moveTo>
                    <a:pt x="14994" y="18011"/>
                  </a:moveTo>
                  <a:cubicBezTo>
                    <a:pt x="14968" y="18100"/>
                    <a:pt x="14903" y="18197"/>
                    <a:pt x="14789" y="18298"/>
                  </a:cubicBezTo>
                  <a:lnTo>
                    <a:pt x="10830" y="21585"/>
                  </a:lnTo>
                  <a:cubicBezTo>
                    <a:pt x="11221" y="21693"/>
                    <a:pt x="11606" y="21758"/>
                    <a:pt x="11975" y="21758"/>
                  </a:cubicBezTo>
                  <a:cubicBezTo>
                    <a:pt x="12875" y="21758"/>
                    <a:pt x="13683" y="21374"/>
                    <a:pt x="14266" y="20315"/>
                  </a:cubicBezTo>
                  <a:cubicBezTo>
                    <a:pt x="14588" y="19730"/>
                    <a:pt x="14841" y="18893"/>
                    <a:pt x="14994" y="1801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74"/>
            <p:cNvSpPr/>
            <p:nvPr/>
          </p:nvSpPr>
          <p:spPr>
            <a:xfrm>
              <a:off x="5896399" y="738202"/>
              <a:ext cx="83431" cy="58649"/>
            </a:xfrm>
            <a:custGeom>
              <a:avLst/>
              <a:gdLst/>
              <a:ahLst/>
              <a:cxnLst/>
              <a:rect l="l" t="t" r="r" b="b"/>
              <a:pathLst>
                <a:path w="2764" h="1943" extrusionOk="0">
                  <a:moveTo>
                    <a:pt x="2689" y="0"/>
                  </a:moveTo>
                  <a:cubicBezTo>
                    <a:pt x="2689" y="1"/>
                    <a:pt x="2688" y="1"/>
                    <a:pt x="2688" y="1"/>
                  </a:cubicBezTo>
                  <a:lnTo>
                    <a:pt x="2688" y="1"/>
                  </a:lnTo>
                  <a:cubicBezTo>
                    <a:pt x="2713" y="1"/>
                    <a:pt x="2738" y="0"/>
                    <a:pt x="2764" y="0"/>
                  </a:cubicBezTo>
                  <a:close/>
                  <a:moveTo>
                    <a:pt x="2688" y="1"/>
                  </a:moveTo>
                  <a:lnTo>
                    <a:pt x="2688" y="1"/>
                  </a:lnTo>
                  <a:cubicBezTo>
                    <a:pt x="2340" y="11"/>
                    <a:pt x="1992" y="85"/>
                    <a:pt x="1644" y="224"/>
                  </a:cubicBezTo>
                  <a:lnTo>
                    <a:pt x="1046" y="523"/>
                  </a:lnTo>
                  <a:cubicBezTo>
                    <a:pt x="598" y="896"/>
                    <a:pt x="225" y="1419"/>
                    <a:pt x="1" y="1942"/>
                  </a:cubicBezTo>
                  <a:cubicBezTo>
                    <a:pt x="822" y="1270"/>
                    <a:pt x="1717" y="598"/>
                    <a:pt x="2688" y="1"/>
                  </a:cubicBezTo>
                  <a:close/>
                </a:path>
              </a:pathLst>
            </a:custGeom>
            <a:solidFill>
              <a:srgbClr val="B47E5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74"/>
            <p:cNvSpPr/>
            <p:nvPr/>
          </p:nvSpPr>
          <p:spPr>
            <a:xfrm>
              <a:off x="4830078" y="431590"/>
              <a:ext cx="33868" cy="18081"/>
            </a:xfrm>
            <a:custGeom>
              <a:avLst/>
              <a:gdLst/>
              <a:ahLst/>
              <a:cxnLst/>
              <a:rect l="l" t="t" r="r" b="b"/>
              <a:pathLst>
                <a:path w="1122" h="599" extrusionOk="0">
                  <a:moveTo>
                    <a:pt x="1121" y="1"/>
                  </a:moveTo>
                  <a:lnTo>
                    <a:pt x="1121" y="1"/>
                  </a:lnTo>
                  <a:cubicBezTo>
                    <a:pt x="673" y="76"/>
                    <a:pt x="300" y="300"/>
                    <a:pt x="1" y="598"/>
                  </a:cubicBezTo>
                  <a:lnTo>
                    <a:pt x="972" y="76"/>
                  </a:lnTo>
                  <a:lnTo>
                    <a:pt x="112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74"/>
            <p:cNvSpPr/>
            <p:nvPr/>
          </p:nvSpPr>
          <p:spPr>
            <a:xfrm>
              <a:off x="4688061" y="508258"/>
              <a:ext cx="320172" cy="297594"/>
            </a:xfrm>
            <a:custGeom>
              <a:avLst/>
              <a:gdLst/>
              <a:ahLst/>
              <a:cxnLst/>
              <a:rect l="l" t="t" r="r" b="b"/>
              <a:pathLst>
                <a:path w="10607" h="9859" extrusionOk="0">
                  <a:moveTo>
                    <a:pt x="10606" y="0"/>
                  </a:moveTo>
                  <a:lnTo>
                    <a:pt x="10606" y="0"/>
                  </a:lnTo>
                  <a:cubicBezTo>
                    <a:pt x="7992" y="971"/>
                    <a:pt x="5453" y="2091"/>
                    <a:pt x="2913" y="3286"/>
                  </a:cubicBezTo>
                  <a:cubicBezTo>
                    <a:pt x="2755" y="3339"/>
                    <a:pt x="2597" y="3392"/>
                    <a:pt x="2412" y="3392"/>
                  </a:cubicBezTo>
                  <a:cubicBezTo>
                    <a:pt x="2335" y="3392"/>
                    <a:pt x="2254" y="3383"/>
                    <a:pt x="2167" y="3361"/>
                  </a:cubicBezTo>
                  <a:cubicBezTo>
                    <a:pt x="1942" y="4257"/>
                    <a:pt x="1793" y="5154"/>
                    <a:pt x="1569" y="6050"/>
                  </a:cubicBezTo>
                  <a:lnTo>
                    <a:pt x="8440" y="2390"/>
                  </a:lnTo>
                  <a:cubicBezTo>
                    <a:pt x="8570" y="2304"/>
                    <a:pt x="9072" y="2218"/>
                    <a:pt x="9374" y="2218"/>
                  </a:cubicBezTo>
                  <a:cubicBezTo>
                    <a:pt x="9594" y="2218"/>
                    <a:pt x="9707" y="2264"/>
                    <a:pt x="9486" y="2390"/>
                  </a:cubicBezTo>
                  <a:lnTo>
                    <a:pt x="1420" y="6647"/>
                  </a:lnTo>
                  <a:cubicBezTo>
                    <a:pt x="1420" y="6797"/>
                    <a:pt x="1345" y="6946"/>
                    <a:pt x="1270" y="7021"/>
                  </a:cubicBezTo>
                  <a:cubicBezTo>
                    <a:pt x="897" y="7992"/>
                    <a:pt x="523" y="8963"/>
                    <a:pt x="1" y="9859"/>
                  </a:cubicBezTo>
                  <a:lnTo>
                    <a:pt x="9336" y="4631"/>
                  </a:lnTo>
                  <a:cubicBezTo>
                    <a:pt x="9635" y="3286"/>
                    <a:pt x="10009" y="1942"/>
                    <a:pt x="10457" y="598"/>
                  </a:cubicBezTo>
                  <a:cubicBezTo>
                    <a:pt x="10531" y="448"/>
                    <a:pt x="10606" y="224"/>
                    <a:pt x="1060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74"/>
            <p:cNvSpPr/>
            <p:nvPr/>
          </p:nvSpPr>
          <p:spPr>
            <a:xfrm>
              <a:off x="4697086" y="1014358"/>
              <a:ext cx="410335" cy="71116"/>
            </a:xfrm>
            <a:custGeom>
              <a:avLst/>
              <a:gdLst/>
              <a:ahLst/>
              <a:cxnLst/>
              <a:rect l="l" t="t" r="r" b="b"/>
              <a:pathLst>
                <a:path w="13594" h="2356" extrusionOk="0">
                  <a:moveTo>
                    <a:pt x="11922" y="0"/>
                  </a:moveTo>
                  <a:cubicBezTo>
                    <a:pt x="11371" y="0"/>
                    <a:pt x="10830" y="38"/>
                    <a:pt x="10307" y="112"/>
                  </a:cubicBezTo>
                  <a:lnTo>
                    <a:pt x="10158" y="112"/>
                  </a:lnTo>
                  <a:cubicBezTo>
                    <a:pt x="9784" y="112"/>
                    <a:pt x="9336" y="187"/>
                    <a:pt x="8888" y="336"/>
                  </a:cubicBezTo>
                  <a:cubicBezTo>
                    <a:pt x="6872" y="784"/>
                    <a:pt x="5154" y="1531"/>
                    <a:pt x="3137" y="1681"/>
                  </a:cubicBezTo>
                  <a:cubicBezTo>
                    <a:pt x="2767" y="1734"/>
                    <a:pt x="2396" y="1758"/>
                    <a:pt x="2026" y="1758"/>
                  </a:cubicBezTo>
                  <a:cubicBezTo>
                    <a:pt x="1351" y="1758"/>
                    <a:pt x="676" y="1676"/>
                    <a:pt x="0" y="1531"/>
                  </a:cubicBezTo>
                  <a:lnTo>
                    <a:pt x="0" y="1531"/>
                  </a:lnTo>
                  <a:cubicBezTo>
                    <a:pt x="987" y="2074"/>
                    <a:pt x="2103" y="2356"/>
                    <a:pt x="3221" y="2356"/>
                  </a:cubicBezTo>
                  <a:cubicBezTo>
                    <a:pt x="3796" y="2356"/>
                    <a:pt x="4371" y="2281"/>
                    <a:pt x="4930" y="2129"/>
                  </a:cubicBezTo>
                  <a:cubicBezTo>
                    <a:pt x="7992" y="1531"/>
                    <a:pt x="10681" y="411"/>
                    <a:pt x="13593" y="112"/>
                  </a:cubicBezTo>
                  <a:cubicBezTo>
                    <a:pt x="13033" y="38"/>
                    <a:pt x="12473" y="0"/>
                    <a:pt x="119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74"/>
            <p:cNvSpPr/>
            <p:nvPr/>
          </p:nvSpPr>
          <p:spPr>
            <a:xfrm>
              <a:off x="4661016" y="677320"/>
              <a:ext cx="701137" cy="347218"/>
            </a:xfrm>
            <a:custGeom>
              <a:avLst/>
              <a:gdLst/>
              <a:ahLst/>
              <a:cxnLst/>
              <a:rect l="l" t="t" r="r" b="b"/>
              <a:pathLst>
                <a:path w="23228" h="11503" extrusionOk="0">
                  <a:moveTo>
                    <a:pt x="10158" y="1"/>
                  </a:moveTo>
                  <a:lnTo>
                    <a:pt x="449" y="5453"/>
                  </a:lnTo>
                  <a:cubicBezTo>
                    <a:pt x="224" y="6050"/>
                    <a:pt x="75" y="6648"/>
                    <a:pt x="0" y="7320"/>
                  </a:cubicBezTo>
                  <a:lnTo>
                    <a:pt x="8963" y="2017"/>
                  </a:lnTo>
                  <a:cubicBezTo>
                    <a:pt x="9083" y="1942"/>
                    <a:pt x="9210" y="1909"/>
                    <a:pt x="9329" y="1909"/>
                  </a:cubicBezTo>
                  <a:cubicBezTo>
                    <a:pt x="9798" y="1909"/>
                    <a:pt x="10141" y="2421"/>
                    <a:pt x="9486" y="2839"/>
                  </a:cubicBezTo>
                  <a:lnTo>
                    <a:pt x="75" y="8440"/>
                  </a:lnTo>
                  <a:cubicBezTo>
                    <a:pt x="150" y="8664"/>
                    <a:pt x="224" y="8963"/>
                    <a:pt x="374" y="9187"/>
                  </a:cubicBezTo>
                  <a:cubicBezTo>
                    <a:pt x="523" y="9486"/>
                    <a:pt x="673" y="9710"/>
                    <a:pt x="822" y="9934"/>
                  </a:cubicBezTo>
                  <a:lnTo>
                    <a:pt x="11950" y="3810"/>
                  </a:lnTo>
                  <a:cubicBezTo>
                    <a:pt x="12078" y="3739"/>
                    <a:pt x="12207" y="3708"/>
                    <a:pt x="12329" y="3708"/>
                  </a:cubicBezTo>
                  <a:cubicBezTo>
                    <a:pt x="12849" y="3708"/>
                    <a:pt x="13214" y="4268"/>
                    <a:pt x="12548" y="4631"/>
                  </a:cubicBezTo>
                  <a:lnTo>
                    <a:pt x="1569" y="10681"/>
                  </a:lnTo>
                  <a:cubicBezTo>
                    <a:pt x="2316" y="11204"/>
                    <a:pt x="3287" y="11502"/>
                    <a:pt x="4183" y="11502"/>
                  </a:cubicBezTo>
                  <a:cubicBezTo>
                    <a:pt x="7618" y="9411"/>
                    <a:pt x="11203" y="7395"/>
                    <a:pt x="14863" y="5677"/>
                  </a:cubicBezTo>
                  <a:cubicBezTo>
                    <a:pt x="15001" y="5608"/>
                    <a:pt x="15348" y="5554"/>
                    <a:pt x="15599" y="5554"/>
                  </a:cubicBezTo>
                  <a:cubicBezTo>
                    <a:pt x="15889" y="5554"/>
                    <a:pt x="16051" y="5626"/>
                    <a:pt x="15610" y="5826"/>
                  </a:cubicBezTo>
                  <a:cubicBezTo>
                    <a:pt x="12100" y="7544"/>
                    <a:pt x="8664" y="9411"/>
                    <a:pt x="5303" y="11502"/>
                  </a:cubicBezTo>
                  <a:cubicBezTo>
                    <a:pt x="7693" y="11204"/>
                    <a:pt x="10307" y="10158"/>
                    <a:pt x="12548" y="9710"/>
                  </a:cubicBezTo>
                  <a:lnTo>
                    <a:pt x="17552" y="6573"/>
                  </a:lnTo>
                  <a:cubicBezTo>
                    <a:pt x="17688" y="6475"/>
                    <a:pt x="17866" y="6434"/>
                    <a:pt x="18039" y="6434"/>
                  </a:cubicBezTo>
                  <a:cubicBezTo>
                    <a:pt x="18528" y="6434"/>
                    <a:pt x="18980" y="6765"/>
                    <a:pt x="18373" y="7096"/>
                  </a:cubicBezTo>
                  <a:lnTo>
                    <a:pt x="14564" y="9561"/>
                  </a:lnTo>
                  <a:cubicBezTo>
                    <a:pt x="15759" y="9635"/>
                    <a:pt x="16954" y="9934"/>
                    <a:pt x="18149" y="10233"/>
                  </a:cubicBezTo>
                  <a:lnTo>
                    <a:pt x="20913" y="7768"/>
                  </a:lnTo>
                  <a:cubicBezTo>
                    <a:pt x="21061" y="7641"/>
                    <a:pt x="21251" y="7586"/>
                    <a:pt x="21434" y="7586"/>
                  </a:cubicBezTo>
                  <a:cubicBezTo>
                    <a:pt x="21896" y="7586"/>
                    <a:pt x="22312" y="7937"/>
                    <a:pt x="21884" y="8366"/>
                  </a:cubicBezTo>
                  <a:lnTo>
                    <a:pt x="19494" y="10457"/>
                  </a:lnTo>
                  <a:lnTo>
                    <a:pt x="20838" y="10457"/>
                  </a:lnTo>
                  <a:cubicBezTo>
                    <a:pt x="21510" y="10382"/>
                    <a:pt x="22182" y="10233"/>
                    <a:pt x="22780" y="9934"/>
                  </a:cubicBezTo>
                  <a:cubicBezTo>
                    <a:pt x="23228" y="8963"/>
                    <a:pt x="22705" y="7843"/>
                    <a:pt x="21659" y="7395"/>
                  </a:cubicBezTo>
                  <a:cubicBezTo>
                    <a:pt x="18672" y="6050"/>
                    <a:pt x="15685" y="4706"/>
                    <a:pt x="12697" y="3362"/>
                  </a:cubicBezTo>
                  <a:cubicBezTo>
                    <a:pt x="11203" y="2689"/>
                    <a:pt x="10606" y="2764"/>
                    <a:pt x="10232" y="1121"/>
                  </a:cubicBezTo>
                  <a:cubicBezTo>
                    <a:pt x="10158" y="748"/>
                    <a:pt x="10083" y="374"/>
                    <a:pt x="101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74"/>
            <p:cNvSpPr/>
            <p:nvPr/>
          </p:nvSpPr>
          <p:spPr>
            <a:xfrm>
              <a:off x="4757937" y="468385"/>
              <a:ext cx="243533" cy="125570"/>
            </a:xfrm>
            <a:custGeom>
              <a:avLst/>
              <a:gdLst/>
              <a:ahLst/>
              <a:cxnLst/>
              <a:rect l="l" t="t" r="r" b="b"/>
              <a:pathLst>
                <a:path w="8068" h="4160" extrusionOk="0">
                  <a:moveTo>
                    <a:pt x="6186" y="0"/>
                  </a:moveTo>
                  <a:cubicBezTo>
                    <a:pt x="5837" y="0"/>
                    <a:pt x="5490" y="42"/>
                    <a:pt x="5154" y="126"/>
                  </a:cubicBezTo>
                  <a:cubicBezTo>
                    <a:pt x="4968" y="201"/>
                    <a:pt x="4762" y="238"/>
                    <a:pt x="4557" y="238"/>
                  </a:cubicBezTo>
                  <a:cubicBezTo>
                    <a:pt x="4351" y="238"/>
                    <a:pt x="4146" y="201"/>
                    <a:pt x="3959" y="126"/>
                  </a:cubicBezTo>
                  <a:cubicBezTo>
                    <a:pt x="2690" y="649"/>
                    <a:pt x="1569" y="1471"/>
                    <a:pt x="748" y="2516"/>
                  </a:cubicBezTo>
                  <a:cubicBezTo>
                    <a:pt x="374" y="3039"/>
                    <a:pt x="150" y="3562"/>
                    <a:pt x="1" y="4159"/>
                  </a:cubicBezTo>
                  <a:cubicBezTo>
                    <a:pt x="2615" y="2890"/>
                    <a:pt x="5378" y="1695"/>
                    <a:pt x="8067" y="649"/>
                  </a:cubicBezTo>
                  <a:cubicBezTo>
                    <a:pt x="8067" y="574"/>
                    <a:pt x="7992" y="425"/>
                    <a:pt x="7918" y="350"/>
                  </a:cubicBezTo>
                  <a:cubicBezTo>
                    <a:pt x="7358" y="117"/>
                    <a:pt x="6768" y="0"/>
                    <a:pt x="6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74"/>
            <p:cNvSpPr/>
            <p:nvPr/>
          </p:nvSpPr>
          <p:spPr>
            <a:xfrm>
              <a:off x="4313836" y="1011"/>
              <a:ext cx="241269" cy="151076"/>
            </a:xfrm>
            <a:custGeom>
              <a:avLst/>
              <a:gdLst/>
              <a:ahLst/>
              <a:cxnLst/>
              <a:rect l="l" t="t" r="r" b="b"/>
              <a:pathLst>
                <a:path w="7993" h="5005" extrusionOk="0">
                  <a:moveTo>
                    <a:pt x="7395" y="1"/>
                  </a:moveTo>
                  <a:lnTo>
                    <a:pt x="374" y="3660"/>
                  </a:lnTo>
                  <a:cubicBezTo>
                    <a:pt x="225" y="3660"/>
                    <a:pt x="150" y="3735"/>
                    <a:pt x="75" y="3735"/>
                  </a:cubicBezTo>
                  <a:cubicBezTo>
                    <a:pt x="1" y="4183"/>
                    <a:pt x="150" y="4631"/>
                    <a:pt x="374" y="5005"/>
                  </a:cubicBezTo>
                  <a:cubicBezTo>
                    <a:pt x="2764" y="4109"/>
                    <a:pt x="5079" y="3212"/>
                    <a:pt x="7395" y="2167"/>
                  </a:cubicBezTo>
                  <a:cubicBezTo>
                    <a:pt x="7544" y="2092"/>
                    <a:pt x="7693" y="2017"/>
                    <a:pt x="7917" y="2017"/>
                  </a:cubicBezTo>
                  <a:cubicBezTo>
                    <a:pt x="7992" y="1420"/>
                    <a:pt x="7917" y="748"/>
                    <a:pt x="7544" y="150"/>
                  </a:cubicBezTo>
                  <a:cubicBezTo>
                    <a:pt x="7469" y="150"/>
                    <a:pt x="7469" y="76"/>
                    <a:pt x="73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74"/>
            <p:cNvSpPr/>
            <p:nvPr/>
          </p:nvSpPr>
          <p:spPr>
            <a:xfrm>
              <a:off x="4663279" y="170103"/>
              <a:ext cx="78934" cy="47360"/>
            </a:xfrm>
            <a:custGeom>
              <a:avLst/>
              <a:gdLst/>
              <a:ahLst/>
              <a:cxnLst/>
              <a:rect l="l" t="t" r="r" b="b"/>
              <a:pathLst>
                <a:path w="2615" h="1569" extrusionOk="0">
                  <a:moveTo>
                    <a:pt x="2539" y="0"/>
                  </a:moveTo>
                  <a:lnTo>
                    <a:pt x="2539" y="0"/>
                  </a:lnTo>
                  <a:cubicBezTo>
                    <a:pt x="1718" y="598"/>
                    <a:pt x="896" y="1121"/>
                    <a:pt x="0" y="1569"/>
                  </a:cubicBezTo>
                  <a:cubicBezTo>
                    <a:pt x="822" y="1569"/>
                    <a:pt x="1568" y="1494"/>
                    <a:pt x="2390" y="1345"/>
                  </a:cubicBezTo>
                  <a:cubicBezTo>
                    <a:pt x="2614" y="897"/>
                    <a:pt x="2614" y="448"/>
                    <a:pt x="25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74"/>
            <p:cNvSpPr/>
            <p:nvPr/>
          </p:nvSpPr>
          <p:spPr>
            <a:xfrm>
              <a:off x="4325125" y="-37293"/>
              <a:ext cx="202904" cy="121766"/>
            </a:xfrm>
            <a:custGeom>
              <a:avLst/>
              <a:gdLst/>
              <a:ahLst/>
              <a:cxnLst/>
              <a:rect l="l" t="t" r="r" b="b"/>
              <a:pathLst>
                <a:path w="6722" h="4034" extrusionOk="0">
                  <a:moveTo>
                    <a:pt x="5751" y="0"/>
                  </a:moveTo>
                  <a:cubicBezTo>
                    <a:pt x="5527" y="150"/>
                    <a:pt x="5303" y="299"/>
                    <a:pt x="5079" y="374"/>
                  </a:cubicBezTo>
                  <a:cubicBezTo>
                    <a:pt x="3361" y="822"/>
                    <a:pt x="896" y="2315"/>
                    <a:pt x="0" y="4033"/>
                  </a:cubicBezTo>
                  <a:lnTo>
                    <a:pt x="6573" y="672"/>
                  </a:lnTo>
                  <a:lnTo>
                    <a:pt x="6722" y="598"/>
                  </a:lnTo>
                  <a:cubicBezTo>
                    <a:pt x="6423" y="299"/>
                    <a:pt x="6124" y="75"/>
                    <a:pt x="57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74"/>
            <p:cNvSpPr/>
            <p:nvPr/>
          </p:nvSpPr>
          <p:spPr>
            <a:xfrm>
              <a:off x="4338647" y="82176"/>
              <a:ext cx="396812" cy="137553"/>
            </a:xfrm>
            <a:custGeom>
              <a:avLst/>
              <a:gdLst/>
              <a:ahLst/>
              <a:cxnLst/>
              <a:rect l="l" t="t" r="r" b="b"/>
              <a:pathLst>
                <a:path w="13146" h="4557" extrusionOk="0">
                  <a:moveTo>
                    <a:pt x="7245" y="1"/>
                  </a:moveTo>
                  <a:cubicBezTo>
                    <a:pt x="7245" y="1"/>
                    <a:pt x="7170" y="75"/>
                    <a:pt x="7095" y="75"/>
                  </a:cubicBezTo>
                  <a:cubicBezTo>
                    <a:pt x="4780" y="1121"/>
                    <a:pt x="2465" y="2092"/>
                    <a:pt x="0" y="2913"/>
                  </a:cubicBezTo>
                  <a:cubicBezTo>
                    <a:pt x="75" y="2988"/>
                    <a:pt x="75" y="2988"/>
                    <a:pt x="150" y="2988"/>
                  </a:cubicBezTo>
                  <a:cubicBezTo>
                    <a:pt x="598" y="3436"/>
                    <a:pt x="1121" y="3735"/>
                    <a:pt x="1718" y="3884"/>
                  </a:cubicBezTo>
                  <a:cubicBezTo>
                    <a:pt x="3735" y="2988"/>
                    <a:pt x="5676" y="2017"/>
                    <a:pt x="7618" y="971"/>
                  </a:cubicBezTo>
                  <a:cubicBezTo>
                    <a:pt x="7738" y="911"/>
                    <a:pt x="7912" y="884"/>
                    <a:pt x="8086" y="884"/>
                  </a:cubicBezTo>
                  <a:cubicBezTo>
                    <a:pt x="8562" y="884"/>
                    <a:pt x="9041" y="1092"/>
                    <a:pt x="8440" y="1420"/>
                  </a:cubicBezTo>
                  <a:cubicBezTo>
                    <a:pt x="6573" y="2391"/>
                    <a:pt x="4705" y="3287"/>
                    <a:pt x="2764" y="4183"/>
                  </a:cubicBezTo>
                  <a:cubicBezTo>
                    <a:pt x="3585" y="4332"/>
                    <a:pt x="4407" y="4482"/>
                    <a:pt x="5228" y="4482"/>
                  </a:cubicBezTo>
                  <a:cubicBezTo>
                    <a:pt x="6946" y="3660"/>
                    <a:pt x="8514" y="2615"/>
                    <a:pt x="10008" y="1420"/>
                  </a:cubicBezTo>
                  <a:cubicBezTo>
                    <a:pt x="10132" y="1327"/>
                    <a:pt x="10435" y="1272"/>
                    <a:pt x="10711" y="1272"/>
                  </a:cubicBezTo>
                  <a:cubicBezTo>
                    <a:pt x="11100" y="1272"/>
                    <a:pt x="11435" y="1381"/>
                    <a:pt x="11129" y="1644"/>
                  </a:cubicBezTo>
                  <a:cubicBezTo>
                    <a:pt x="9709" y="2764"/>
                    <a:pt x="8290" y="3735"/>
                    <a:pt x="6722" y="4556"/>
                  </a:cubicBezTo>
                  <a:lnTo>
                    <a:pt x="9411" y="4556"/>
                  </a:lnTo>
                  <a:cubicBezTo>
                    <a:pt x="10606" y="3959"/>
                    <a:pt x="11726" y="3287"/>
                    <a:pt x="12846" y="2465"/>
                  </a:cubicBezTo>
                  <a:cubicBezTo>
                    <a:pt x="12921" y="2391"/>
                    <a:pt x="12996" y="2391"/>
                    <a:pt x="13145" y="2316"/>
                  </a:cubicBezTo>
                  <a:cubicBezTo>
                    <a:pt x="12846" y="1793"/>
                    <a:pt x="12323" y="1345"/>
                    <a:pt x="11726" y="1196"/>
                  </a:cubicBezTo>
                  <a:cubicBezTo>
                    <a:pt x="10680" y="897"/>
                    <a:pt x="9635" y="747"/>
                    <a:pt x="8589" y="449"/>
                  </a:cubicBezTo>
                  <a:cubicBezTo>
                    <a:pt x="8141" y="374"/>
                    <a:pt x="7768" y="225"/>
                    <a:pt x="7394" y="75"/>
                  </a:cubicBezTo>
                  <a:cubicBezTo>
                    <a:pt x="7394" y="75"/>
                    <a:pt x="7320" y="1"/>
                    <a:pt x="7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74"/>
            <p:cNvSpPr/>
            <p:nvPr/>
          </p:nvSpPr>
          <p:spPr>
            <a:xfrm>
              <a:off x="1991848" y="1571078"/>
              <a:ext cx="1413564" cy="1574208"/>
            </a:xfrm>
            <a:custGeom>
              <a:avLst/>
              <a:gdLst/>
              <a:ahLst/>
              <a:cxnLst/>
              <a:rect l="l" t="t" r="r" b="b"/>
              <a:pathLst>
                <a:path w="46830" h="52152" extrusionOk="0">
                  <a:moveTo>
                    <a:pt x="23179" y="1"/>
                  </a:moveTo>
                  <a:cubicBezTo>
                    <a:pt x="18503" y="1"/>
                    <a:pt x="14180" y="2149"/>
                    <a:pt x="10457" y="4896"/>
                  </a:cubicBezTo>
                  <a:cubicBezTo>
                    <a:pt x="9785" y="5418"/>
                    <a:pt x="9112" y="5941"/>
                    <a:pt x="8515" y="6464"/>
                  </a:cubicBezTo>
                  <a:cubicBezTo>
                    <a:pt x="7843" y="6987"/>
                    <a:pt x="7992" y="7286"/>
                    <a:pt x="8216" y="7584"/>
                  </a:cubicBezTo>
                  <a:cubicBezTo>
                    <a:pt x="1" y="16920"/>
                    <a:pt x="1793" y="30364"/>
                    <a:pt x="6498" y="41118"/>
                  </a:cubicBezTo>
                  <a:cubicBezTo>
                    <a:pt x="7619" y="43956"/>
                    <a:pt x="9411" y="46496"/>
                    <a:pt x="11727" y="48512"/>
                  </a:cubicBezTo>
                  <a:cubicBezTo>
                    <a:pt x="11951" y="48736"/>
                    <a:pt x="12175" y="48960"/>
                    <a:pt x="12399" y="49110"/>
                  </a:cubicBezTo>
                  <a:cubicBezTo>
                    <a:pt x="12324" y="49334"/>
                    <a:pt x="12623" y="49558"/>
                    <a:pt x="12996" y="49558"/>
                  </a:cubicBezTo>
                  <a:cubicBezTo>
                    <a:pt x="13818" y="50081"/>
                    <a:pt x="14639" y="50604"/>
                    <a:pt x="15536" y="50977"/>
                  </a:cubicBezTo>
                  <a:cubicBezTo>
                    <a:pt x="14941" y="51334"/>
                    <a:pt x="15293" y="51833"/>
                    <a:pt x="15801" y="51833"/>
                  </a:cubicBezTo>
                  <a:cubicBezTo>
                    <a:pt x="15931" y="51833"/>
                    <a:pt x="16071" y="51800"/>
                    <a:pt x="16208" y="51724"/>
                  </a:cubicBezTo>
                  <a:lnTo>
                    <a:pt x="16730" y="51425"/>
                  </a:lnTo>
                  <a:cubicBezTo>
                    <a:pt x="18286" y="51913"/>
                    <a:pt x="19903" y="52152"/>
                    <a:pt x="21517" y="52152"/>
                  </a:cubicBezTo>
                  <a:cubicBezTo>
                    <a:pt x="23856" y="52152"/>
                    <a:pt x="26186" y="51650"/>
                    <a:pt x="28307" y="50678"/>
                  </a:cubicBezTo>
                  <a:cubicBezTo>
                    <a:pt x="29127" y="50327"/>
                    <a:pt x="28890" y="50205"/>
                    <a:pt x="28353" y="50205"/>
                  </a:cubicBezTo>
                  <a:cubicBezTo>
                    <a:pt x="28206" y="50205"/>
                    <a:pt x="28036" y="50214"/>
                    <a:pt x="27859" y="50230"/>
                  </a:cubicBezTo>
                  <a:cubicBezTo>
                    <a:pt x="27485" y="50230"/>
                    <a:pt x="27112" y="50305"/>
                    <a:pt x="26813" y="50379"/>
                  </a:cubicBezTo>
                  <a:cubicBezTo>
                    <a:pt x="25317" y="51086"/>
                    <a:pt x="23683" y="51445"/>
                    <a:pt x="22051" y="51445"/>
                  </a:cubicBezTo>
                  <a:cubicBezTo>
                    <a:pt x="20750" y="51445"/>
                    <a:pt x="19450" y="51217"/>
                    <a:pt x="18224" y="50753"/>
                  </a:cubicBezTo>
                  <a:cubicBezTo>
                    <a:pt x="21361" y="49185"/>
                    <a:pt x="24498" y="47765"/>
                    <a:pt x="27709" y="46421"/>
                  </a:cubicBezTo>
                  <a:cubicBezTo>
                    <a:pt x="28398" y="46171"/>
                    <a:pt x="27984" y="45605"/>
                    <a:pt x="27436" y="45605"/>
                  </a:cubicBezTo>
                  <a:cubicBezTo>
                    <a:pt x="27331" y="45605"/>
                    <a:pt x="27220" y="45626"/>
                    <a:pt x="27112" y="45674"/>
                  </a:cubicBezTo>
                  <a:cubicBezTo>
                    <a:pt x="23751" y="47093"/>
                    <a:pt x="20390" y="48587"/>
                    <a:pt x="17104" y="50230"/>
                  </a:cubicBezTo>
                  <a:cubicBezTo>
                    <a:pt x="16357" y="49782"/>
                    <a:pt x="15610" y="49259"/>
                    <a:pt x="14938" y="48662"/>
                  </a:cubicBezTo>
                  <a:lnTo>
                    <a:pt x="27112" y="42911"/>
                  </a:lnTo>
                  <a:cubicBezTo>
                    <a:pt x="27763" y="42615"/>
                    <a:pt x="27429" y="42225"/>
                    <a:pt x="26927" y="42225"/>
                  </a:cubicBezTo>
                  <a:cubicBezTo>
                    <a:pt x="26796" y="42225"/>
                    <a:pt x="26654" y="42251"/>
                    <a:pt x="26514" y="42313"/>
                  </a:cubicBezTo>
                  <a:lnTo>
                    <a:pt x="14415" y="48139"/>
                  </a:lnTo>
                  <a:cubicBezTo>
                    <a:pt x="13594" y="47317"/>
                    <a:pt x="12847" y="46496"/>
                    <a:pt x="12175" y="45600"/>
                  </a:cubicBezTo>
                  <a:lnTo>
                    <a:pt x="22780" y="40147"/>
                  </a:lnTo>
                  <a:cubicBezTo>
                    <a:pt x="23334" y="39871"/>
                    <a:pt x="22820" y="39717"/>
                    <a:pt x="22365" y="39717"/>
                  </a:cubicBezTo>
                  <a:cubicBezTo>
                    <a:pt x="22206" y="39717"/>
                    <a:pt x="22055" y="39735"/>
                    <a:pt x="21959" y="39774"/>
                  </a:cubicBezTo>
                  <a:lnTo>
                    <a:pt x="11727" y="45002"/>
                  </a:lnTo>
                  <a:cubicBezTo>
                    <a:pt x="11204" y="44181"/>
                    <a:pt x="10681" y="43434"/>
                    <a:pt x="10307" y="42612"/>
                  </a:cubicBezTo>
                  <a:cubicBezTo>
                    <a:pt x="11652" y="42015"/>
                    <a:pt x="12921" y="41417"/>
                    <a:pt x="14266" y="40745"/>
                  </a:cubicBezTo>
                  <a:cubicBezTo>
                    <a:pt x="17552" y="39326"/>
                    <a:pt x="20764" y="37758"/>
                    <a:pt x="23975" y="36189"/>
                  </a:cubicBezTo>
                  <a:cubicBezTo>
                    <a:pt x="24542" y="35880"/>
                    <a:pt x="24148" y="35713"/>
                    <a:pt x="23702" y="35713"/>
                  </a:cubicBezTo>
                  <a:cubicBezTo>
                    <a:pt x="23503" y="35713"/>
                    <a:pt x="23292" y="35746"/>
                    <a:pt x="23154" y="35816"/>
                  </a:cubicBezTo>
                  <a:cubicBezTo>
                    <a:pt x="20689" y="37011"/>
                    <a:pt x="18224" y="38206"/>
                    <a:pt x="15685" y="39326"/>
                  </a:cubicBezTo>
                  <a:cubicBezTo>
                    <a:pt x="13818" y="40147"/>
                    <a:pt x="11652" y="40894"/>
                    <a:pt x="9859" y="41865"/>
                  </a:cubicBezTo>
                  <a:cubicBezTo>
                    <a:pt x="9187" y="40521"/>
                    <a:pt x="8515" y="39177"/>
                    <a:pt x="7992" y="37758"/>
                  </a:cubicBezTo>
                  <a:cubicBezTo>
                    <a:pt x="15386" y="34546"/>
                    <a:pt x="22929" y="31633"/>
                    <a:pt x="30547" y="29094"/>
                  </a:cubicBezTo>
                  <a:cubicBezTo>
                    <a:pt x="30697" y="29019"/>
                    <a:pt x="30846" y="28945"/>
                    <a:pt x="30996" y="28795"/>
                  </a:cubicBezTo>
                  <a:cubicBezTo>
                    <a:pt x="31070" y="28646"/>
                    <a:pt x="31070" y="28496"/>
                    <a:pt x="30996" y="28347"/>
                  </a:cubicBezTo>
                  <a:cubicBezTo>
                    <a:pt x="30943" y="28241"/>
                    <a:pt x="30778" y="28136"/>
                    <a:pt x="30580" y="28136"/>
                  </a:cubicBezTo>
                  <a:cubicBezTo>
                    <a:pt x="30498" y="28136"/>
                    <a:pt x="30411" y="28154"/>
                    <a:pt x="30323" y="28198"/>
                  </a:cubicBezTo>
                  <a:cubicBezTo>
                    <a:pt x="22631" y="30737"/>
                    <a:pt x="15087" y="33650"/>
                    <a:pt x="7693" y="36861"/>
                  </a:cubicBezTo>
                  <a:cubicBezTo>
                    <a:pt x="7320" y="35816"/>
                    <a:pt x="6947" y="34770"/>
                    <a:pt x="6723" y="33799"/>
                  </a:cubicBezTo>
                  <a:cubicBezTo>
                    <a:pt x="12548" y="31335"/>
                    <a:pt x="18224" y="28571"/>
                    <a:pt x="23826" y="25584"/>
                  </a:cubicBezTo>
                  <a:cubicBezTo>
                    <a:pt x="24492" y="25220"/>
                    <a:pt x="24176" y="24661"/>
                    <a:pt x="23635" y="24661"/>
                  </a:cubicBezTo>
                  <a:cubicBezTo>
                    <a:pt x="23508" y="24661"/>
                    <a:pt x="23370" y="24691"/>
                    <a:pt x="23228" y="24762"/>
                  </a:cubicBezTo>
                  <a:cubicBezTo>
                    <a:pt x="17776" y="27675"/>
                    <a:pt x="12175" y="30364"/>
                    <a:pt x="6424" y="32754"/>
                  </a:cubicBezTo>
                  <a:cubicBezTo>
                    <a:pt x="6349" y="32455"/>
                    <a:pt x="6274" y="32156"/>
                    <a:pt x="6200" y="31857"/>
                  </a:cubicBezTo>
                  <a:cubicBezTo>
                    <a:pt x="6125" y="31559"/>
                    <a:pt x="5976" y="30886"/>
                    <a:pt x="5901" y="30513"/>
                  </a:cubicBezTo>
                  <a:lnTo>
                    <a:pt x="20539" y="24239"/>
                  </a:lnTo>
                  <a:cubicBezTo>
                    <a:pt x="21248" y="23944"/>
                    <a:pt x="20883" y="23649"/>
                    <a:pt x="20404" y="23649"/>
                  </a:cubicBezTo>
                  <a:cubicBezTo>
                    <a:pt x="20277" y="23649"/>
                    <a:pt x="20142" y="23670"/>
                    <a:pt x="20017" y="23717"/>
                  </a:cubicBezTo>
                  <a:lnTo>
                    <a:pt x="5826" y="29841"/>
                  </a:lnTo>
                  <a:cubicBezTo>
                    <a:pt x="5602" y="28721"/>
                    <a:pt x="5453" y="27600"/>
                    <a:pt x="5378" y="26480"/>
                  </a:cubicBezTo>
                  <a:cubicBezTo>
                    <a:pt x="10830" y="24463"/>
                    <a:pt x="16133" y="22148"/>
                    <a:pt x="21286" y="19459"/>
                  </a:cubicBezTo>
                  <a:cubicBezTo>
                    <a:pt x="21751" y="19206"/>
                    <a:pt x="21547" y="19120"/>
                    <a:pt x="21227" y="19120"/>
                  </a:cubicBezTo>
                  <a:cubicBezTo>
                    <a:pt x="20982" y="19120"/>
                    <a:pt x="20669" y="19171"/>
                    <a:pt x="20539" y="19235"/>
                  </a:cubicBezTo>
                  <a:cubicBezTo>
                    <a:pt x="15610" y="21849"/>
                    <a:pt x="10532" y="24090"/>
                    <a:pt x="5303" y="26032"/>
                  </a:cubicBezTo>
                  <a:cubicBezTo>
                    <a:pt x="5229" y="24986"/>
                    <a:pt x="5154" y="23941"/>
                    <a:pt x="5154" y="22820"/>
                  </a:cubicBezTo>
                  <a:cubicBezTo>
                    <a:pt x="10606" y="20804"/>
                    <a:pt x="15909" y="18414"/>
                    <a:pt x="21062" y="15800"/>
                  </a:cubicBezTo>
                  <a:cubicBezTo>
                    <a:pt x="21621" y="15546"/>
                    <a:pt x="21213" y="15396"/>
                    <a:pt x="20778" y="15396"/>
                  </a:cubicBezTo>
                  <a:cubicBezTo>
                    <a:pt x="20572" y="15396"/>
                    <a:pt x="20360" y="15429"/>
                    <a:pt x="20241" y="15501"/>
                  </a:cubicBezTo>
                  <a:cubicBezTo>
                    <a:pt x="15311" y="17966"/>
                    <a:pt x="10307" y="20132"/>
                    <a:pt x="5229" y="22148"/>
                  </a:cubicBezTo>
                  <a:cubicBezTo>
                    <a:pt x="5229" y="21103"/>
                    <a:pt x="5303" y="20057"/>
                    <a:pt x="5453" y="19086"/>
                  </a:cubicBezTo>
                  <a:cubicBezTo>
                    <a:pt x="10307" y="16621"/>
                    <a:pt x="15162" y="14455"/>
                    <a:pt x="20241" y="12439"/>
                  </a:cubicBezTo>
                  <a:cubicBezTo>
                    <a:pt x="20887" y="12204"/>
                    <a:pt x="20516" y="11922"/>
                    <a:pt x="20074" y="11922"/>
                  </a:cubicBezTo>
                  <a:cubicBezTo>
                    <a:pt x="19954" y="11922"/>
                    <a:pt x="19829" y="11943"/>
                    <a:pt x="19718" y="11991"/>
                  </a:cubicBezTo>
                  <a:cubicBezTo>
                    <a:pt x="14938" y="13858"/>
                    <a:pt x="10233" y="15949"/>
                    <a:pt x="5602" y="18264"/>
                  </a:cubicBezTo>
                  <a:cubicBezTo>
                    <a:pt x="5752" y="17294"/>
                    <a:pt x="5976" y="16397"/>
                    <a:pt x="6274" y="15426"/>
                  </a:cubicBezTo>
                  <a:cubicBezTo>
                    <a:pt x="11727" y="12887"/>
                    <a:pt x="17328" y="10497"/>
                    <a:pt x="22929" y="8257"/>
                  </a:cubicBezTo>
                  <a:cubicBezTo>
                    <a:pt x="23693" y="7963"/>
                    <a:pt x="23302" y="7762"/>
                    <a:pt x="22846" y="7762"/>
                  </a:cubicBezTo>
                  <a:cubicBezTo>
                    <a:pt x="22722" y="7762"/>
                    <a:pt x="22593" y="7777"/>
                    <a:pt x="22481" y="7808"/>
                  </a:cubicBezTo>
                  <a:cubicBezTo>
                    <a:pt x="17029" y="9974"/>
                    <a:pt x="11727" y="12290"/>
                    <a:pt x="6498" y="14754"/>
                  </a:cubicBezTo>
                  <a:cubicBezTo>
                    <a:pt x="6872" y="13485"/>
                    <a:pt x="7469" y="12215"/>
                    <a:pt x="8142" y="11020"/>
                  </a:cubicBezTo>
                  <a:lnTo>
                    <a:pt x="18896" y="6240"/>
                  </a:lnTo>
                  <a:cubicBezTo>
                    <a:pt x="19623" y="5937"/>
                    <a:pt x="19269" y="5487"/>
                    <a:pt x="18751" y="5487"/>
                  </a:cubicBezTo>
                  <a:cubicBezTo>
                    <a:pt x="18630" y="5487"/>
                    <a:pt x="18501" y="5511"/>
                    <a:pt x="18374" y="5568"/>
                  </a:cubicBezTo>
                  <a:lnTo>
                    <a:pt x="8888" y="9750"/>
                  </a:lnTo>
                  <a:cubicBezTo>
                    <a:pt x="9337" y="9003"/>
                    <a:pt x="9859" y="8331"/>
                    <a:pt x="10457" y="7659"/>
                  </a:cubicBezTo>
                  <a:cubicBezTo>
                    <a:pt x="13146" y="5344"/>
                    <a:pt x="16208" y="3626"/>
                    <a:pt x="19643" y="2506"/>
                  </a:cubicBezTo>
                  <a:cubicBezTo>
                    <a:pt x="20854" y="2163"/>
                    <a:pt x="22086" y="1967"/>
                    <a:pt x="23300" y="1967"/>
                  </a:cubicBezTo>
                  <a:cubicBezTo>
                    <a:pt x="26056" y="1967"/>
                    <a:pt x="28721" y="2976"/>
                    <a:pt x="30846" y="5568"/>
                  </a:cubicBezTo>
                  <a:cubicBezTo>
                    <a:pt x="34207" y="9825"/>
                    <a:pt x="33684" y="15501"/>
                    <a:pt x="35551" y="20281"/>
                  </a:cubicBezTo>
                  <a:cubicBezTo>
                    <a:pt x="36000" y="21775"/>
                    <a:pt x="36896" y="23044"/>
                    <a:pt x="38165" y="23941"/>
                  </a:cubicBezTo>
                  <a:cubicBezTo>
                    <a:pt x="40780" y="25584"/>
                    <a:pt x="43095" y="24538"/>
                    <a:pt x="43244" y="28870"/>
                  </a:cubicBezTo>
                  <a:cubicBezTo>
                    <a:pt x="43319" y="34994"/>
                    <a:pt x="40854" y="40894"/>
                    <a:pt x="36448" y="45151"/>
                  </a:cubicBezTo>
                  <a:cubicBezTo>
                    <a:pt x="35668" y="45931"/>
                    <a:pt x="36510" y="46425"/>
                    <a:pt x="37417" y="46425"/>
                  </a:cubicBezTo>
                  <a:cubicBezTo>
                    <a:pt x="37901" y="46425"/>
                    <a:pt x="38403" y="46285"/>
                    <a:pt x="38688" y="45973"/>
                  </a:cubicBezTo>
                  <a:cubicBezTo>
                    <a:pt x="43394" y="41193"/>
                    <a:pt x="46829" y="34098"/>
                    <a:pt x="45933" y="27227"/>
                  </a:cubicBezTo>
                  <a:cubicBezTo>
                    <a:pt x="45634" y="25136"/>
                    <a:pt x="44962" y="24165"/>
                    <a:pt x="43095" y="23268"/>
                  </a:cubicBezTo>
                  <a:cubicBezTo>
                    <a:pt x="40630" y="22148"/>
                    <a:pt x="38838" y="21103"/>
                    <a:pt x="37867" y="18264"/>
                  </a:cubicBezTo>
                  <a:cubicBezTo>
                    <a:pt x="37344" y="16323"/>
                    <a:pt x="36896" y="14381"/>
                    <a:pt x="36597" y="12364"/>
                  </a:cubicBezTo>
                  <a:cubicBezTo>
                    <a:pt x="35327" y="6613"/>
                    <a:pt x="32564" y="1684"/>
                    <a:pt x="26365" y="340"/>
                  </a:cubicBezTo>
                  <a:cubicBezTo>
                    <a:pt x="25287" y="108"/>
                    <a:pt x="24224" y="1"/>
                    <a:pt x="23179"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74"/>
            <p:cNvSpPr/>
            <p:nvPr/>
          </p:nvSpPr>
          <p:spPr>
            <a:xfrm>
              <a:off x="3808852" y="1256708"/>
              <a:ext cx="1211716" cy="1579219"/>
            </a:xfrm>
            <a:custGeom>
              <a:avLst/>
              <a:gdLst/>
              <a:ahLst/>
              <a:cxnLst/>
              <a:rect l="l" t="t" r="r" b="b"/>
              <a:pathLst>
                <a:path w="40143" h="52318" extrusionOk="0">
                  <a:moveTo>
                    <a:pt x="36523" y="44886"/>
                  </a:moveTo>
                  <a:cubicBezTo>
                    <a:pt x="33834" y="48770"/>
                    <a:pt x="29278" y="50114"/>
                    <a:pt x="24647" y="50114"/>
                  </a:cubicBezTo>
                  <a:lnTo>
                    <a:pt x="24573" y="50114"/>
                  </a:lnTo>
                  <a:cubicBezTo>
                    <a:pt x="28531" y="48247"/>
                    <a:pt x="32490" y="46455"/>
                    <a:pt x="36523" y="44886"/>
                  </a:cubicBezTo>
                  <a:close/>
                  <a:moveTo>
                    <a:pt x="28795" y="2025"/>
                  </a:moveTo>
                  <a:cubicBezTo>
                    <a:pt x="28646" y="2025"/>
                    <a:pt x="28483" y="2045"/>
                    <a:pt x="28307" y="2091"/>
                  </a:cubicBezTo>
                  <a:cubicBezTo>
                    <a:pt x="21063" y="4108"/>
                    <a:pt x="13071" y="0"/>
                    <a:pt x="10382" y="9485"/>
                  </a:cubicBezTo>
                  <a:cubicBezTo>
                    <a:pt x="9486" y="12921"/>
                    <a:pt x="8739" y="15460"/>
                    <a:pt x="6648" y="18522"/>
                  </a:cubicBezTo>
                  <a:cubicBezTo>
                    <a:pt x="5154" y="20464"/>
                    <a:pt x="3885" y="22481"/>
                    <a:pt x="2839" y="24572"/>
                  </a:cubicBezTo>
                  <a:cubicBezTo>
                    <a:pt x="748" y="28381"/>
                    <a:pt x="1" y="32787"/>
                    <a:pt x="598" y="37119"/>
                  </a:cubicBezTo>
                  <a:cubicBezTo>
                    <a:pt x="2219" y="46519"/>
                    <a:pt x="13292" y="52317"/>
                    <a:pt x="23562" y="52317"/>
                  </a:cubicBezTo>
                  <a:cubicBezTo>
                    <a:pt x="25125" y="52317"/>
                    <a:pt x="26669" y="52183"/>
                    <a:pt x="28158" y="51907"/>
                  </a:cubicBezTo>
                  <a:cubicBezTo>
                    <a:pt x="31145" y="51384"/>
                    <a:pt x="33983" y="50189"/>
                    <a:pt x="36373" y="48247"/>
                  </a:cubicBezTo>
                  <a:cubicBezTo>
                    <a:pt x="37718" y="47202"/>
                    <a:pt x="38838" y="45857"/>
                    <a:pt x="39734" y="44364"/>
                  </a:cubicBezTo>
                  <a:cubicBezTo>
                    <a:pt x="40143" y="43628"/>
                    <a:pt x="39501" y="43273"/>
                    <a:pt x="38738" y="43273"/>
                  </a:cubicBezTo>
                  <a:cubicBezTo>
                    <a:pt x="38106" y="43273"/>
                    <a:pt x="37391" y="43516"/>
                    <a:pt x="37120" y="43990"/>
                  </a:cubicBezTo>
                  <a:cubicBezTo>
                    <a:pt x="37045" y="44065"/>
                    <a:pt x="37045" y="44139"/>
                    <a:pt x="36971" y="44139"/>
                  </a:cubicBezTo>
                  <a:cubicBezTo>
                    <a:pt x="32340" y="45932"/>
                    <a:pt x="27859" y="47874"/>
                    <a:pt x="23452" y="50040"/>
                  </a:cubicBezTo>
                  <a:cubicBezTo>
                    <a:pt x="21511" y="49890"/>
                    <a:pt x="19569" y="49592"/>
                    <a:pt x="17627" y="49069"/>
                  </a:cubicBezTo>
                  <a:cubicBezTo>
                    <a:pt x="22556" y="47052"/>
                    <a:pt x="27261" y="44737"/>
                    <a:pt x="31892" y="42198"/>
                  </a:cubicBezTo>
                  <a:cubicBezTo>
                    <a:pt x="32546" y="41841"/>
                    <a:pt x="32206" y="41342"/>
                    <a:pt x="31701" y="41342"/>
                  </a:cubicBezTo>
                  <a:cubicBezTo>
                    <a:pt x="31572" y="41342"/>
                    <a:pt x="31432" y="41375"/>
                    <a:pt x="31295" y="41451"/>
                  </a:cubicBezTo>
                  <a:cubicBezTo>
                    <a:pt x="26440" y="44139"/>
                    <a:pt x="21436" y="46604"/>
                    <a:pt x="16283" y="48695"/>
                  </a:cubicBezTo>
                  <a:cubicBezTo>
                    <a:pt x="15760" y="48546"/>
                    <a:pt x="15312" y="48397"/>
                    <a:pt x="14864" y="48173"/>
                  </a:cubicBezTo>
                  <a:cubicBezTo>
                    <a:pt x="14042" y="47874"/>
                    <a:pt x="13220" y="47575"/>
                    <a:pt x="12474" y="47127"/>
                  </a:cubicBezTo>
                  <a:cubicBezTo>
                    <a:pt x="17104" y="44812"/>
                    <a:pt x="21884" y="42720"/>
                    <a:pt x="26813" y="40928"/>
                  </a:cubicBezTo>
                  <a:cubicBezTo>
                    <a:pt x="27411" y="40729"/>
                    <a:pt x="27245" y="40596"/>
                    <a:pt x="26913" y="40596"/>
                  </a:cubicBezTo>
                  <a:cubicBezTo>
                    <a:pt x="26747" y="40596"/>
                    <a:pt x="26540" y="40629"/>
                    <a:pt x="26365" y="40704"/>
                  </a:cubicBezTo>
                  <a:cubicBezTo>
                    <a:pt x="21436" y="42496"/>
                    <a:pt x="16656" y="44513"/>
                    <a:pt x="11951" y="46903"/>
                  </a:cubicBezTo>
                  <a:cubicBezTo>
                    <a:pt x="10681" y="46231"/>
                    <a:pt x="9561" y="45484"/>
                    <a:pt x="8515" y="44588"/>
                  </a:cubicBezTo>
                  <a:lnTo>
                    <a:pt x="24125" y="37941"/>
                  </a:lnTo>
                  <a:cubicBezTo>
                    <a:pt x="24865" y="37632"/>
                    <a:pt x="24433" y="37119"/>
                    <a:pt x="23881" y="37119"/>
                  </a:cubicBezTo>
                  <a:cubicBezTo>
                    <a:pt x="23765" y="37119"/>
                    <a:pt x="23644" y="37142"/>
                    <a:pt x="23527" y="37194"/>
                  </a:cubicBezTo>
                  <a:lnTo>
                    <a:pt x="7768" y="43915"/>
                  </a:lnTo>
                  <a:cubicBezTo>
                    <a:pt x="6947" y="43169"/>
                    <a:pt x="6200" y="42347"/>
                    <a:pt x="5602" y="41376"/>
                  </a:cubicBezTo>
                  <a:cubicBezTo>
                    <a:pt x="11727" y="38314"/>
                    <a:pt x="18075" y="35700"/>
                    <a:pt x="24647" y="33385"/>
                  </a:cubicBezTo>
                  <a:cubicBezTo>
                    <a:pt x="25290" y="33171"/>
                    <a:pt x="25012" y="32995"/>
                    <a:pt x="24610" y="32995"/>
                  </a:cubicBezTo>
                  <a:cubicBezTo>
                    <a:pt x="24451" y="32995"/>
                    <a:pt x="24273" y="33022"/>
                    <a:pt x="24125" y="33086"/>
                  </a:cubicBezTo>
                  <a:cubicBezTo>
                    <a:pt x="17702" y="35327"/>
                    <a:pt x="11428" y="37941"/>
                    <a:pt x="5304" y="40928"/>
                  </a:cubicBezTo>
                  <a:cubicBezTo>
                    <a:pt x="4482" y="39658"/>
                    <a:pt x="3885" y="38314"/>
                    <a:pt x="3511" y="36820"/>
                  </a:cubicBezTo>
                  <a:cubicBezTo>
                    <a:pt x="11876" y="33758"/>
                    <a:pt x="20166" y="30547"/>
                    <a:pt x="28232" y="26887"/>
                  </a:cubicBezTo>
                  <a:cubicBezTo>
                    <a:pt x="28905" y="26588"/>
                    <a:pt x="29651" y="26290"/>
                    <a:pt x="30324" y="25991"/>
                  </a:cubicBezTo>
                  <a:cubicBezTo>
                    <a:pt x="31018" y="25644"/>
                    <a:pt x="30681" y="25297"/>
                    <a:pt x="30217" y="25297"/>
                  </a:cubicBezTo>
                  <a:cubicBezTo>
                    <a:pt x="30082" y="25297"/>
                    <a:pt x="29935" y="25326"/>
                    <a:pt x="29801" y="25393"/>
                  </a:cubicBezTo>
                  <a:lnTo>
                    <a:pt x="28531" y="25916"/>
                  </a:lnTo>
                  <a:cubicBezTo>
                    <a:pt x="20316" y="29725"/>
                    <a:pt x="11876" y="32937"/>
                    <a:pt x="3437" y="36148"/>
                  </a:cubicBezTo>
                  <a:cubicBezTo>
                    <a:pt x="3212" y="34953"/>
                    <a:pt x="3212" y="33683"/>
                    <a:pt x="3287" y="32488"/>
                  </a:cubicBezTo>
                  <a:cubicBezTo>
                    <a:pt x="11577" y="28530"/>
                    <a:pt x="20092" y="24945"/>
                    <a:pt x="28755" y="21883"/>
                  </a:cubicBezTo>
                  <a:cubicBezTo>
                    <a:pt x="29523" y="21588"/>
                    <a:pt x="29123" y="21293"/>
                    <a:pt x="28664" y="21293"/>
                  </a:cubicBezTo>
                  <a:cubicBezTo>
                    <a:pt x="28542" y="21293"/>
                    <a:pt x="28417" y="21313"/>
                    <a:pt x="28307" y="21360"/>
                  </a:cubicBezTo>
                  <a:cubicBezTo>
                    <a:pt x="19793" y="24422"/>
                    <a:pt x="11503" y="27858"/>
                    <a:pt x="3362" y="31742"/>
                  </a:cubicBezTo>
                  <a:cubicBezTo>
                    <a:pt x="3437" y="30771"/>
                    <a:pt x="3661" y="29800"/>
                    <a:pt x="3885" y="28904"/>
                  </a:cubicBezTo>
                  <a:cubicBezTo>
                    <a:pt x="4034" y="28381"/>
                    <a:pt x="4183" y="28007"/>
                    <a:pt x="4407" y="27484"/>
                  </a:cubicBezTo>
                  <a:cubicBezTo>
                    <a:pt x="8739" y="24422"/>
                    <a:pt x="14042" y="23302"/>
                    <a:pt x="18971" y="21510"/>
                  </a:cubicBezTo>
                  <a:cubicBezTo>
                    <a:pt x="23004" y="20016"/>
                    <a:pt x="26888" y="18298"/>
                    <a:pt x="30697" y="16356"/>
                  </a:cubicBezTo>
                  <a:cubicBezTo>
                    <a:pt x="31255" y="16103"/>
                    <a:pt x="30883" y="15952"/>
                    <a:pt x="30469" y="15952"/>
                  </a:cubicBezTo>
                  <a:cubicBezTo>
                    <a:pt x="30274" y="15952"/>
                    <a:pt x="30070" y="15986"/>
                    <a:pt x="29950" y="16058"/>
                  </a:cubicBezTo>
                  <a:cubicBezTo>
                    <a:pt x="24274" y="18821"/>
                    <a:pt x="18448" y="21211"/>
                    <a:pt x="12474" y="23078"/>
                  </a:cubicBezTo>
                  <a:cubicBezTo>
                    <a:pt x="9785" y="23900"/>
                    <a:pt x="7246" y="24945"/>
                    <a:pt x="4856" y="26290"/>
                  </a:cubicBezTo>
                  <a:cubicBezTo>
                    <a:pt x="5677" y="24497"/>
                    <a:pt x="6723" y="22779"/>
                    <a:pt x="7843" y="21136"/>
                  </a:cubicBezTo>
                  <a:lnTo>
                    <a:pt x="8067" y="21136"/>
                  </a:lnTo>
                  <a:cubicBezTo>
                    <a:pt x="15760" y="18746"/>
                    <a:pt x="23303" y="15908"/>
                    <a:pt x="30697" y="12697"/>
                  </a:cubicBezTo>
                  <a:lnTo>
                    <a:pt x="31593" y="12323"/>
                  </a:lnTo>
                  <a:cubicBezTo>
                    <a:pt x="32272" y="12015"/>
                    <a:pt x="31880" y="11502"/>
                    <a:pt x="31344" y="11502"/>
                  </a:cubicBezTo>
                  <a:cubicBezTo>
                    <a:pt x="31231" y="11502"/>
                    <a:pt x="31112" y="11525"/>
                    <a:pt x="30996" y="11576"/>
                  </a:cubicBezTo>
                  <a:lnTo>
                    <a:pt x="30398" y="11875"/>
                  </a:lnTo>
                  <a:cubicBezTo>
                    <a:pt x="23228" y="14937"/>
                    <a:pt x="15984" y="17701"/>
                    <a:pt x="8590" y="20091"/>
                  </a:cubicBezTo>
                  <a:cubicBezTo>
                    <a:pt x="9635" y="18522"/>
                    <a:pt x="10532" y="16954"/>
                    <a:pt x="11353" y="15311"/>
                  </a:cubicBezTo>
                  <a:cubicBezTo>
                    <a:pt x="11503" y="15311"/>
                    <a:pt x="11577" y="15236"/>
                    <a:pt x="11652" y="15236"/>
                  </a:cubicBezTo>
                  <a:lnTo>
                    <a:pt x="27486" y="10008"/>
                  </a:lnTo>
                  <a:cubicBezTo>
                    <a:pt x="28181" y="9794"/>
                    <a:pt x="27918" y="9618"/>
                    <a:pt x="27521" y="9618"/>
                  </a:cubicBezTo>
                  <a:cubicBezTo>
                    <a:pt x="27364" y="9618"/>
                    <a:pt x="27186" y="9646"/>
                    <a:pt x="27037" y="9709"/>
                  </a:cubicBezTo>
                  <a:lnTo>
                    <a:pt x="11577" y="14713"/>
                  </a:lnTo>
                  <a:cubicBezTo>
                    <a:pt x="11951" y="13966"/>
                    <a:pt x="12250" y="13145"/>
                    <a:pt x="12474" y="12323"/>
                  </a:cubicBezTo>
                  <a:cubicBezTo>
                    <a:pt x="12548" y="11800"/>
                    <a:pt x="12698" y="11278"/>
                    <a:pt x="12772" y="10830"/>
                  </a:cubicBezTo>
                  <a:cubicBezTo>
                    <a:pt x="15834" y="9859"/>
                    <a:pt x="18897" y="8813"/>
                    <a:pt x="21884" y="7618"/>
                  </a:cubicBezTo>
                  <a:cubicBezTo>
                    <a:pt x="22645" y="7301"/>
                    <a:pt x="22221" y="6822"/>
                    <a:pt x="21665" y="6822"/>
                  </a:cubicBezTo>
                  <a:cubicBezTo>
                    <a:pt x="21566" y="6822"/>
                    <a:pt x="21463" y="6837"/>
                    <a:pt x="21361" y="6871"/>
                  </a:cubicBezTo>
                  <a:cubicBezTo>
                    <a:pt x="18598" y="7991"/>
                    <a:pt x="15760" y="8962"/>
                    <a:pt x="12922" y="9859"/>
                  </a:cubicBezTo>
                  <a:cubicBezTo>
                    <a:pt x="12996" y="8888"/>
                    <a:pt x="13370" y="8066"/>
                    <a:pt x="13893" y="7319"/>
                  </a:cubicBezTo>
                  <a:cubicBezTo>
                    <a:pt x="14938" y="6050"/>
                    <a:pt x="16432" y="5153"/>
                    <a:pt x="18000" y="4855"/>
                  </a:cubicBezTo>
                  <a:cubicBezTo>
                    <a:pt x="18448" y="4780"/>
                    <a:pt x="18897" y="4705"/>
                    <a:pt x="19345" y="4631"/>
                  </a:cubicBezTo>
                  <a:cubicBezTo>
                    <a:pt x="20092" y="4556"/>
                    <a:pt x="20913" y="4556"/>
                    <a:pt x="21660" y="4556"/>
                  </a:cubicBezTo>
                  <a:cubicBezTo>
                    <a:pt x="22506" y="4556"/>
                    <a:pt x="23320" y="4622"/>
                    <a:pt x="24144" y="4622"/>
                  </a:cubicBezTo>
                  <a:cubicBezTo>
                    <a:pt x="24556" y="4622"/>
                    <a:pt x="24971" y="4606"/>
                    <a:pt x="25394" y="4556"/>
                  </a:cubicBezTo>
                  <a:cubicBezTo>
                    <a:pt x="26589" y="4556"/>
                    <a:pt x="27710" y="4332"/>
                    <a:pt x="28830" y="4033"/>
                  </a:cubicBezTo>
                  <a:cubicBezTo>
                    <a:pt x="30372" y="3631"/>
                    <a:pt x="30108" y="2025"/>
                    <a:pt x="28795" y="202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74"/>
            <p:cNvSpPr/>
            <p:nvPr/>
          </p:nvSpPr>
          <p:spPr>
            <a:xfrm>
              <a:off x="4947042" y="1317409"/>
              <a:ext cx="590962" cy="1140269"/>
            </a:xfrm>
            <a:custGeom>
              <a:avLst/>
              <a:gdLst/>
              <a:ahLst/>
              <a:cxnLst/>
              <a:rect l="l" t="t" r="r" b="b"/>
              <a:pathLst>
                <a:path w="19578" h="37776" extrusionOk="0">
                  <a:moveTo>
                    <a:pt x="2472" y="0"/>
                  </a:moveTo>
                  <a:cubicBezTo>
                    <a:pt x="1431" y="0"/>
                    <a:pt x="1" y="975"/>
                    <a:pt x="980" y="1649"/>
                  </a:cubicBezTo>
                  <a:cubicBezTo>
                    <a:pt x="3221" y="3217"/>
                    <a:pt x="3445" y="5980"/>
                    <a:pt x="5238" y="7848"/>
                  </a:cubicBezTo>
                  <a:cubicBezTo>
                    <a:pt x="6881" y="9491"/>
                    <a:pt x="9121" y="10238"/>
                    <a:pt x="10764" y="11881"/>
                  </a:cubicBezTo>
                  <a:cubicBezTo>
                    <a:pt x="11959" y="13076"/>
                    <a:pt x="12930" y="14495"/>
                    <a:pt x="13677" y="16063"/>
                  </a:cubicBezTo>
                  <a:cubicBezTo>
                    <a:pt x="17411" y="23606"/>
                    <a:pt x="14499" y="32195"/>
                    <a:pt x="7329" y="36378"/>
                  </a:cubicBezTo>
                  <a:cubicBezTo>
                    <a:pt x="6129" y="37120"/>
                    <a:pt x="7201" y="37775"/>
                    <a:pt x="8239" y="37775"/>
                  </a:cubicBezTo>
                  <a:cubicBezTo>
                    <a:pt x="8559" y="37775"/>
                    <a:pt x="8875" y="37713"/>
                    <a:pt x="9121" y="37573"/>
                  </a:cubicBezTo>
                  <a:cubicBezTo>
                    <a:pt x="15768" y="33614"/>
                    <a:pt x="19577" y="25922"/>
                    <a:pt x="17486" y="18229"/>
                  </a:cubicBezTo>
                  <a:cubicBezTo>
                    <a:pt x="16515" y="14719"/>
                    <a:pt x="14424" y="11582"/>
                    <a:pt x="11586" y="9267"/>
                  </a:cubicBezTo>
                  <a:cubicBezTo>
                    <a:pt x="9047" y="7325"/>
                    <a:pt x="7254" y="6354"/>
                    <a:pt x="5760" y="3366"/>
                  </a:cubicBezTo>
                  <a:cubicBezTo>
                    <a:pt x="5163" y="2097"/>
                    <a:pt x="4267" y="976"/>
                    <a:pt x="3072" y="155"/>
                  </a:cubicBezTo>
                  <a:cubicBezTo>
                    <a:pt x="2910" y="47"/>
                    <a:pt x="2700" y="0"/>
                    <a:pt x="247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74"/>
            <p:cNvSpPr/>
            <p:nvPr/>
          </p:nvSpPr>
          <p:spPr>
            <a:xfrm>
              <a:off x="2620828" y="314264"/>
              <a:ext cx="1733675" cy="967520"/>
            </a:xfrm>
            <a:custGeom>
              <a:avLst/>
              <a:gdLst/>
              <a:ahLst/>
              <a:cxnLst/>
              <a:rect l="l" t="t" r="r" b="b"/>
              <a:pathLst>
                <a:path w="57435" h="32053" extrusionOk="0">
                  <a:moveTo>
                    <a:pt x="17857" y="9251"/>
                  </a:moveTo>
                  <a:lnTo>
                    <a:pt x="17857" y="9251"/>
                  </a:lnTo>
                  <a:cubicBezTo>
                    <a:pt x="14021" y="10874"/>
                    <a:pt x="10186" y="12499"/>
                    <a:pt x="6423" y="14269"/>
                  </a:cubicBezTo>
                  <a:lnTo>
                    <a:pt x="6274" y="14419"/>
                  </a:lnTo>
                  <a:cubicBezTo>
                    <a:pt x="8834" y="11274"/>
                    <a:pt x="13256" y="10206"/>
                    <a:pt x="17857" y="9251"/>
                  </a:cubicBezTo>
                  <a:close/>
                  <a:moveTo>
                    <a:pt x="44798" y="0"/>
                  </a:moveTo>
                  <a:cubicBezTo>
                    <a:pt x="40931" y="0"/>
                    <a:pt x="37149" y="849"/>
                    <a:pt x="33609" y="2469"/>
                  </a:cubicBezTo>
                  <a:cubicBezTo>
                    <a:pt x="32717" y="2834"/>
                    <a:pt x="33080" y="2957"/>
                    <a:pt x="33694" y="2957"/>
                  </a:cubicBezTo>
                  <a:cubicBezTo>
                    <a:pt x="34211" y="2957"/>
                    <a:pt x="34905" y="2870"/>
                    <a:pt x="35178" y="2768"/>
                  </a:cubicBezTo>
                  <a:cubicBezTo>
                    <a:pt x="37318" y="1841"/>
                    <a:pt x="40840" y="1065"/>
                    <a:pt x="44281" y="1065"/>
                  </a:cubicBezTo>
                  <a:cubicBezTo>
                    <a:pt x="48881" y="1065"/>
                    <a:pt x="53336" y="2453"/>
                    <a:pt x="54148" y="6726"/>
                  </a:cubicBezTo>
                  <a:cubicBezTo>
                    <a:pt x="54969" y="11058"/>
                    <a:pt x="54596" y="16883"/>
                    <a:pt x="52355" y="20767"/>
                  </a:cubicBezTo>
                  <a:cubicBezTo>
                    <a:pt x="49667" y="25547"/>
                    <a:pt x="43916" y="25173"/>
                    <a:pt x="39285" y="26817"/>
                  </a:cubicBezTo>
                  <a:cubicBezTo>
                    <a:pt x="37941" y="27339"/>
                    <a:pt x="36671" y="28161"/>
                    <a:pt x="35327" y="28684"/>
                  </a:cubicBezTo>
                  <a:cubicBezTo>
                    <a:pt x="34207" y="29132"/>
                    <a:pt x="33086" y="29580"/>
                    <a:pt x="31891" y="29879"/>
                  </a:cubicBezTo>
                  <a:cubicBezTo>
                    <a:pt x="29787" y="30473"/>
                    <a:pt x="27599" y="30788"/>
                    <a:pt x="25395" y="30788"/>
                  </a:cubicBezTo>
                  <a:cubicBezTo>
                    <a:pt x="24001" y="30788"/>
                    <a:pt x="22600" y="30662"/>
                    <a:pt x="21211" y="30401"/>
                  </a:cubicBezTo>
                  <a:lnTo>
                    <a:pt x="22854" y="29729"/>
                  </a:lnTo>
                  <a:cubicBezTo>
                    <a:pt x="23004" y="29655"/>
                    <a:pt x="23377" y="29431"/>
                    <a:pt x="23153" y="29132"/>
                  </a:cubicBezTo>
                  <a:cubicBezTo>
                    <a:pt x="23094" y="29044"/>
                    <a:pt x="22978" y="29013"/>
                    <a:pt x="22845" y="29013"/>
                  </a:cubicBezTo>
                  <a:cubicBezTo>
                    <a:pt x="22639" y="29013"/>
                    <a:pt x="22393" y="29086"/>
                    <a:pt x="22257" y="29132"/>
                  </a:cubicBezTo>
                  <a:lnTo>
                    <a:pt x="19867" y="30103"/>
                  </a:lnTo>
                  <a:cubicBezTo>
                    <a:pt x="19195" y="29953"/>
                    <a:pt x="18522" y="29804"/>
                    <a:pt x="17701" y="29580"/>
                  </a:cubicBezTo>
                  <a:lnTo>
                    <a:pt x="21510" y="27489"/>
                  </a:lnTo>
                  <a:cubicBezTo>
                    <a:pt x="21809" y="27339"/>
                    <a:pt x="21809" y="27041"/>
                    <a:pt x="21585" y="26817"/>
                  </a:cubicBezTo>
                  <a:cubicBezTo>
                    <a:pt x="21517" y="26748"/>
                    <a:pt x="21428" y="26722"/>
                    <a:pt x="21331" y="26722"/>
                  </a:cubicBezTo>
                  <a:cubicBezTo>
                    <a:pt x="21109" y="26722"/>
                    <a:pt x="20844" y="26862"/>
                    <a:pt x="20688" y="26966"/>
                  </a:cubicBezTo>
                  <a:lnTo>
                    <a:pt x="16431" y="29356"/>
                  </a:lnTo>
                  <a:cubicBezTo>
                    <a:pt x="15908" y="29132"/>
                    <a:pt x="15311" y="28982"/>
                    <a:pt x="14788" y="28758"/>
                  </a:cubicBezTo>
                  <a:lnTo>
                    <a:pt x="22257" y="24725"/>
                  </a:lnTo>
                  <a:cubicBezTo>
                    <a:pt x="22491" y="24637"/>
                    <a:pt x="22427" y="24607"/>
                    <a:pt x="22244" y="24607"/>
                  </a:cubicBezTo>
                  <a:cubicBezTo>
                    <a:pt x="21960" y="24607"/>
                    <a:pt x="21393" y="24680"/>
                    <a:pt x="21211" y="24725"/>
                  </a:cubicBezTo>
                  <a:cubicBezTo>
                    <a:pt x="18896" y="25995"/>
                    <a:pt x="16506" y="27265"/>
                    <a:pt x="14116" y="28534"/>
                  </a:cubicBezTo>
                  <a:cubicBezTo>
                    <a:pt x="13294" y="28236"/>
                    <a:pt x="12473" y="27937"/>
                    <a:pt x="11726" y="27563"/>
                  </a:cubicBezTo>
                  <a:cubicBezTo>
                    <a:pt x="15311" y="25622"/>
                    <a:pt x="19120" y="23904"/>
                    <a:pt x="23004" y="22634"/>
                  </a:cubicBezTo>
                  <a:cubicBezTo>
                    <a:pt x="23686" y="22350"/>
                    <a:pt x="23373" y="22109"/>
                    <a:pt x="22921" y="22109"/>
                  </a:cubicBezTo>
                  <a:cubicBezTo>
                    <a:pt x="22779" y="22109"/>
                    <a:pt x="22623" y="22133"/>
                    <a:pt x="22481" y="22186"/>
                  </a:cubicBezTo>
                  <a:cubicBezTo>
                    <a:pt x="18522" y="23530"/>
                    <a:pt x="14639" y="25173"/>
                    <a:pt x="10979" y="27190"/>
                  </a:cubicBezTo>
                  <a:cubicBezTo>
                    <a:pt x="10008" y="26742"/>
                    <a:pt x="9112" y="26219"/>
                    <a:pt x="8290" y="25622"/>
                  </a:cubicBezTo>
                  <a:lnTo>
                    <a:pt x="22182" y="20020"/>
                  </a:lnTo>
                  <a:cubicBezTo>
                    <a:pt x="22623" y="19820"/>
                    <a:pt x="22462" y="19748"/>
                    <a:pt x="22171" y="19748"/>
                  </a:cubicBezTo>
                  <a:cubicBezTo>
                    <a:pt x="21920" y="19748"/>
                    <a:pt x="21574" y="19802"/>
                    <a:pt x="21435" y="19871"/>
                  </a:cubicBezTo>
                  <a:lnTo>
                    <a:pt x="7842" y="25323"/>
                  </a:lnTo>
                  <a:cubicBezTo>
                    <a:pt x="7245" y="24875"/>
                    <a:pt x="6722" y="24352"/>
                    <a:pt x="6199" y="23829"/>
                  </a:cubicBezTo>
                  <a:lnTo>
                    <a:pt x="26066" y="16286"/>
                  </a:lnTo>
                  <a:cubicBezTo>
                    <a:pt x="26748" y="16002"/>
                    <a:pt x="26435" y="15761"/>
                    <a:pt x="25983" y="15761"/>
                  </a:cubicBezTo>
                  <a:cubicBezTo>
                    <a:pt x="25841" y="15761"/>
                    <a:pt x="25686" y="15784"/>
                    <a:pt x="25543" y="15838"/>
                  </a:cubicBezTo>
                  <a:lnTo>
                    <a:pt x="5751" y="23381"/>
                  </a:lnTo>
                  <a:cubicBezTo>
                    <a:pt x="5303" y="22858"/>
                    <a:pt x="4855" y="22186"/>
                    <a:pt x="4556" y="21514"/>
                  </a:cubicBezTo>
                  <a:cubicBezTo>
                    <a:pt x="10008" y="19423"/>
                    <a:pt x="15311" y="17257"/>
                    <a:pt x="20688" y="15091"/>
                  </a:cubicBezTo>
                  <a:lnTo>
                    <a:pt x="21062" y="14941"/>
                  </a:lnTo>
                  <a:cubicBezTo>
                    <a:pt x="24049" y="13672"/>
                    <a:pt x="26962" y="12477"/>
                    <a:pt x="29949" y="11207"/>
                  </a:cubicBezTo>
                  <a:lnTo>
                    <a:pt x="30024" y="11207"/>
                  </a:lnTo>
                  <a:cubicBezTo>
                    <a:pt x="30547" y="10983"/>
                    <a:pt x="30472" y="10610"/>
                    <a:pt x="30174" y="10386"/>
                  </a:cubicBezTo>
                  <a:cubicBezTo>
                    <a:pt x="30042" y="10298"/>
                    <a:pt x="29885" y="10262"/>
                    <a:pt x="29733" y="10262"/>
                  </a:cubicBezTo>
                  <a:cubicBezTo>
                    <a:pt x="29625" y="10262"/>
                    <a:pt x="29519" y="10280"/>
                    <a:pt x="29427" y="10311"/>
                  </a:cubicBezTo>
                  <a:cubicBezTo>
                    <a:pt x="21136" y="13896"/>
                    <a:pt x="12697" y="17257"/>
                    <a:pt x="4257" y="20618"/>
                  </a:cubicBezTo>
                  <a:cubicBezTo>
                    <a:pt x="4183" y="19945"/>
                    <a:pt x="4183" y="19273"/>
                    <a:pt x="4257" y="18601"/>
                  </a:cubicBezTo>
                  <a:cubicBezTo>
                    <a:pt x="12249" y="15539"/>
                    <a:pt x="20016" y="11954"/>
                    <a:pt x="27560" y="7846"/>
                  </a:cubicBezTo>
                  <a:cubicBezTo>
                    <a:pt x="27780" y="7720"/>
                    <a:pt x="27668" y="7674"/>
                    <a:pt x="27447" y="7674"/>
                  </a:cubicBezTo>
                  <a:cubicBezTo>
                    <a:pt x="27146" y="7674"/>
                    <a:pt x="26643" y="7760"/>
                    <a:pt x="26514" y="7846"/>
                  </a:cubicBezTo>
                  <a:cubicBezTo>
                    <a:pt x="19344" y="11730"/>
                    <a:pt x="11950" y="15091"/>
                    <a:pt x="4407" y="18004"/>
                  </a:cubicBezTo>
                  <a:lnTo>
                    <a:pt x="4407" y="18004"/>
                  </a:lnTo>
                  <a:cubicBezTo>
                    <a:pt x="4631" y="17107"/>
                    <a:pt x="5004" y="16211"/>
                    <a:pt x="5452" y="15464"/>
                  </a:cubicBezTo>
                  <a:cubicBezTo>
                    <a:pt x="10755" y="13000"/>
                    <a:pt x="16058" y="10684"/>
                    <a:pt x="21435" y="8518"/>
                  </a:cubicBezTo>
                  <a:cubicBezTo>
                    <a:pt x="21510" y="8518"/>
                    <a:pt x="21510" y="8444"/>
                    <a:pt x="21585" y="8444"/>
                  </a:cubicBezTo>
                  <a:cubicBezTo>
                    <a:pt x="22033" y="8369"/>
                    <a:pt x="22481" y="8220"/>
                    <a:pt x="22929" y="8070"/>
                  </a:cubicBezTo>
                  <a:cubicBezTo>
                    <a:pt x="25319" y="7548"/>
                    <a:pt x="27560" y="6502"/>
                    <a:pt x="29576" y="5083"/>
                  </a:cubicBezTo>
                  <a:cubicBezTo>
                    <a:pt x="29776" y="4912"/>
                    <a:pt x="29540" y="4839"/>
                    <a:pt x="29142" y="4839"/>
                  </a:cubicBezTo>
                  <a:cubicBezTo>
                    <a:pt x="28499" y="4839"/>
                    <a:pt x="27435" y="5030"/>
                    <a:pt x="27111" y="5307"/>
                  </a:cubicBezTo>
                  <a:cubicBezTo>
                    <a:pt x="26887" y="5531"/>
                    <a:pt x="26589" y="5680"/>
                    <a:pt x="26290" y="5904"/>
                  </a:cubicBezTo>
                  <a:cubicBezTo>
                    <a:pt x="24796" y="6875"/>
                    <a:pt x="23228" y="7548"/>
                    <a:pt x="21510" y="8070"/>
                  </a:cubicBezTo>
                  <a:cubicBezTo>
                    <a:pt x="21398" y="8033"/>
                    <a:pt x="21286" y="8014"/>
                    <a:pt x="21174" y="8014"/>
                  </a:cubicBezTo>
                  <a:cubicBezTo>
                    <a:pt x="21062" y="8014"/>
                    <a:pt x="20950" y="8033"/>
                    <a:pt x="20838" y="8070"/>
                  </a:cubicBezTo>
                  <a:lnTo>
                    <a:pt x="20016" y="8369"/>
                  </a:lnTo>
                  <a:cubicBezTo>
                    <a:pt x="15460" y="9415"/>
                    <a:pt x="10456" y="9564"/>
                    <a:pt x="6423" y="12253"/>
                  </a:cubicBezTo>
                  <a:cubicBezTo>
                    <a:pt x="2390" y="14867"/>
                    <a:pt x="0" y="19945"/>
                    <a:pt x="3137" y="24203"/>
                  </a:cubicBezTo>
                  <a:cubicBezTo>
                    <a:pt x="3212" y="24277"/>
                    <a:pt x="3212" y="24352"/>
                    <a:pt x="3286" y="24352"/>
                  </a:cubicBezTo>
                  <a:cubicBezTo>
                    <a:pt x="2898" y="24546"/>
                    <a:pt x="3070" y="24740"/>
                    <a:pt x="3415" y="24740"/>
                  </a:cubicBezTo>
                  <a:cubicBezTo>
                    <a:pt x="3468" y="24740"/>
                    <a:pt x="3525" y="24735"/>
                    <a:pt x="3585" y="24725"/>
                  </a:cubicBezTo>
                  <a:cubicBezTo>
                    <a:pt x="6722" y="28460"/>
                    <a:pt x="12473" y="30028"/>
                    <a:pt x="17029" y="31074"/>
                  </a:cubicBezTo>
                  <a:cubicBezTo>
                    <a:pt x="19602" y="31717"/>
                    <a:pt x="22252" y="32052"/>
                    <a:pt x="24924" y="32052"/>
                  </a:cubicBezTo>
                  <a:cubicBezTo>
                    <a:pt x="25975" y="32052"/>
                    <a:pt x="27028" y="32001"/>
                    <a:pt x="28082" y="31895"/>
                  </a:cubicBezTo>
                  <a:cubicBezTo>
                    <a:pt x="29128" y="31746"/>
                    <a:pt x="30174" y="31596"/>
                    <a:pt x="31144" y="31298"/>
                  </a:cubicBezTo>
                  <a:cubicBezTo>
                    <a:pt x="31593" y="31223"/>
                    <a:pt x="32115" y="31074"/>
                    <a:pt x="32563" y="30924"/>
                  </a:cubicBezTo>
                  <a:cubicBezTo>
                    <a:pt x="36746" y="29505"/>
                    <a:pt x="39883" y="27489"/>
                    <a:pt x="44588" y="26443"/>
                  </a:cubicBezTo>
                  <a:cubicBezTo>
                    <a:pt x="46530" y="26219"/>
                    <a:pt x="48397" y="25696"/>
                    <a:pt x="50264" y="24875"/>
                  </a:cubicBezTo>
                  <a:cubicBezTo>
                    <a:pt x="55193" y="22335"/>
                    <a:pt x="56762" y="16883"/>
                    <a:pt x="56986" y="11655"/>
                  </a:cubicBezTo>
                  <a:cubicBezTo>
                    <a:pt x="57061" y="9191"/>
                    <a:pt x="57434" y="5456"/>
                    <a:pt x="56015" y="3365"/>
                  </a:cubicBezTo>
                  <a:cubicBezTo>
                    <a:pt x="54447" y="1199"/>
                    <a:pt x="50040" y="452"/>
                    <a:pt x="47650" y="154"/>
                  </a:cubicBezTo>
                  <a:cubicBezTo>
                    <a:pt x="46696" y="51"/>
                    <a:pt x="45744" y="0"/>
                    <a:pt x="447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4"/>
            <p:cNvSpPr/>
            <p:nvPr/>
          </p:nvSpPr>
          <p:spPr>
            <a:xfrm>
              <a:off x="2095561" y="860207"/>
              <a:ext cx="459929" cy="483896"/>
            </a:xfrm>
            <a:custGeom>
              <a:avLst/>
              <a:gdLst/>
              <a:ahLst/>
              <a:cxnLst/>
              <a:rect l="l" t="t" r="r" b="b"/>
              <a:pathLst>
                <a:path w="15237" h="16031" extrusionOk="0">
                  <a:moveTo>
                    <a:pt x="10751" y="1"/>
                  </a:moveTo>
                  <a:cubicBezTo>
                    <a:pt x="9066" y="1"/>
                    <a:pt x="7254" y="816"/>
                    <a:pt x="6125" y="1858"/>
                  </a:cubicBezTo>
                  <a:cubicBezTo>
                    <a:pt x="5942" y="2015"/>
                    <a:pt x="6123" y="2080"/>
                    <a:pt x="6455" y="2080"/>
                  </a:cubicBezTo>
                  <a:cubicBezTo>
                    <a:pt x="7075" y="2080"/>
                    <a:pt x="8223" y="1852"/>
                    <a:pt x="8515" y="1560"/>
                  </a:cubicBezTo>
                  <a:cubicBezTo>
                    <a:pt x="8895" y="1224"/>
                    <a:pt x="9255" y="1085"/>
                    <a:pt x="9587" y="1085"/>
                  </a:cubicBezTo>
                  <a:cubicBezTo>
                    <a:pt x="10884" y="1085"/>
                    <a:pt x="11772" y="3207"/>
                    <a:pt x="11950" y="4099"/>
                  </a:cubicBezTo>
                  <a:cubicBezTo>
                    <a:pt x="12100" y="5145"/>
                    <a:pt x="12100" y="6190"/>
                    <a:pt x="12025" y="7236"/>
                  </a:cubicBezTo>
                  <a:cubicBezTo>
                    <a:pt x="11875" y="9700"/>
                    <a:pt x="11203" y="13734"/>
                    <a:pt x="8365" y="14630"/>
                  </a:cubicBezTo>
                  <a:cubicBezTo>
                    <a:pt x="7928" y="14739"/>
                    <a:pt x="7490" y="14808"/>
                    <a:pt x="7053" y="14808"/>
                  </a:cubicBezTo>
                  <a:cubicBezTo>
                    <a:pt x="6893" y="14808"/>
                    <a:pt x="6733" y="14799"/>
                    <a:pt x="6573" y="14779"/>
                  </a:cubicBezTo>
                  <a:lnTo>
                    <a:pt x="9411" y="13136"/>
                  </a:lnTo>
                  <a:cubicBezTo>
                    <a:pt x="9890" y="12849"/>
                    <a:pt x="9570" y="12715"/>
                    <a:pt x="9181" y="12715"/>
                  </a:cubicBezTo>
                  <a:cubicBezTo>
                    <a:pt x="8963" y="12715"/>
                    <a:pt x="8723" y="12757"/>
                    <a:pt x="8589" y="12837"/>
                  </a:cubicBezTo>
                  <a:lnTo>
                    <a:pt x="5751" y="14480"/>
                  </a:lnTo>
                  <a:cubicBezTo>
                    <a:pt x="5154" y="14032"/>
                    <a:pt x="4780" y="13435"/>
                    <a:pt x="4556" y="12763"/>
                  </a:cubicBezTo>
                  <a:cubicBezTo>
                    <a:pt x="5975" y="12090"/>
                    <a:pt x="7320" y="11194"/>
                    <a:pt x="8515" y="10074"/>
                  </a:cubicBezTo>
                  <a:cubicBezTo>
                    <a:pt x="8996" y="9646"/>
                    <a:pt x="8558" y="9294"/>
                    <a:pt x="8078" y="9294"/>
                  </a:cubicBezTo>
                  <a:cubicBezTo>
                    <a:pt x="7888" y="9294"/>
                    <a:pt x="7692" y="9349"/>
                    <a:pt x="7544" y="9476"/>
                  </a:cubicBezTo>
                  <a:cubicBezTo>
                    <a:pt x="6573" y="10373"/>
                    <a:pt x="5452" y="11119"/>
                    <a:pt x="4332" y="11792"/>
                  </a:cubicBezTo>
                  <a:cubicBezTo>
                    <a:pt x="4183" y="11194"/>
                    <a:pt x="4183" y="10671"/>
                    <a:pt x="4183" y="10074"/>
                  </a:cubicBezTo>
                  <a:cubicBezTo>
                    <a:pt x="5901" y="9103"/>
                    <a:pt x="7618" y="7983"/>
                    <a:pt x="9187" y="6788"/>
                  </a:cubicBezTo>
                  <a:cubicBezTo>
                    <a:pt x="9537" y="6525"/>
                    <a:pt x="9220" y="6416"/>
                    <a:pt x="8838" y="6416"/>
                  </a:cubicBezTo>
                  <a:cubicBezTo>
                    <a:pt x="8568" y="6416"/>
                    <a:pt x="8265" y="6471"/>
                    <a:pt x="8141" y="6564"/>
                  </a:cubicBezTo>
                  <a:cubicBezTo>
                    <a:pt x="6871" y="7535"/>
                    <a:pt x="5602" y="8431"/>
                    <a:pt x="4183" y="9252"/>
                  </a:cubicBezTo>
                  <a:cubicBezTo>
                    <a:pt x="4257" y="8580"/>
                    <a:pt x="4332" y="7908"/>
                    <a:pt x="4482" y="7311"/>
                  </a:cubicBezTo>
                  <a:cubicBezTo>
                    <a:pt x="6050" y="6788"/>
                    <a:pt x="7544" y="5966"/>
                    <a:pt x="8813" y="4846"/>
                  </a:cubicBezTo>
                  <a:cubicBezTo>
                    <a:pt x="9364" y="4405"/>
                    <a:pt x="8940" y="4005"/>
                    <a:pt x="8440" y="4005"/>
                  </a:cubicBezTo>
                  <a:cubicBezTo>
                    <a:pt x="8262" y="4005"/>
                    <a:pt x="8074" y="4056"/>
                    <a:pt x="7917" y="4174"/>
                  </a:cubicBezTo>
                  <a:cubicBezTo>
                    <a:pt x="6946" y="4995"/>
                    <a:pt x="5901" y="5667"/>
                    <a:pt x="4706" y="6116"/>
                  </a:cubicBezTo>
                  <a:cubicBezTo>
                    <a:pt x="4930" y="5219"/>
                    <a:pt x="5228" y="4398"/>
                    <a:pt x="5751" y="3651"/>
                  </a:cubicBezTo>
                  <a:cubicBezTo>
                    <a:pt x="5801" y="3576"/>
                    <a:pt x="5569" y="3535"/>
                    <a:pt x="5220" y="3535"/>
                  </a:cubicBezTo>
                  <a:cubicBezTo>
                    <a:pt x="4523" y="3535"/>
                    <a:pt x="3361" y="3701"/>
                    <a:pt x="3062" y="4099"/>
                  </a:cubicBezTo>
                  <a:cubicBezTo>
                    <a:pt x="1121" y="6937"/>
                    <a:pt x="0" y="13584"/>
                    <a:pt x="3735" y="15451"/>
                  </a:cubicBezTo>
                  <a:cubicBezTo>
                    <a:pt x="4539" y="15854"/>
                    <a:pt x="5433" y="16031"/>
                    <a:pt x="6344" y="16031"/>
                  </a:cubicBezTo>
                  <a:cubicBezTo>
                    <a:pt x="8308" y="16031"/>
                    <a:pt x="10348" y="15206"/>
                    <a:pt x="11726" y="14032"/>
                  </a:cubicBezTo>
                  <a:cubicBezTo>
                    <a:pt x="13220" y="12613"/>
                    <a:pt x="14191" y="10746"/>
                    <a:pt x="14489" y="8655"/>
                  </a:cubicBezTo>
                  <a:cubicBezTo>
                    <a:pt x="14863" y="6638"/>
                    <a:pt x="15236" y="3277"/>
                    <a:pt x="13892" y="1485"/>
                  </a:cubicBezTo>
                  <a:cubicBezTo>
                    <a:pt x="13111" y="423"/>
                    <a:pt x="11964" y="1"/>
                    <a:pt x="10751"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74"/>
            <p:cNvSpPr/>
            <p:nvPr/>
          </p:nvSpPr>
          <p:spPr>
            <a:xfrm>
              <a:off x="4174082" y="-75174"/>
              <a:ext cx="838660" cy="353527"/>
            </a:xfrm>
            <a:custGeom>
              <a:avLst/>
              <a:gdLst/>
              <a:ahLst/>
              <a:cxnLst/>
              <a:rect l="l" t="t" r="r" b="b"/>
              <a:pathLst>
                <a:path w="27784" h="11712" extrusionOk="0">
                  <a:moveTo>
                    <a:pt x="10210" y="1"/>
                  </a:moveTo>
                  <a:cubicBezTo>
                    <a:pt x="10060" y="1"/>
                    <a:pt x="9893" y="19"/>
                    <a:pt x="9709" y="60"/>
                  </a:cubicBezTo>
                  <a:cubicBezTo>
                    <a:pt x="6274" y="1031"/>
                    <a:pt x="0" y="3570"/>
                    <a:pt x="2315" y="8350"/>
                  </a:cubicBezTo>
                  <a:cubicBezTo>
                    <a:pt x="2838" y="9247"/>
                    <a:pt x="3660" y="9993"/>
                    <a:pt x="4631" y="10516"/>
                  </a:cubicBezTo>
                  <a:cubicBezTo>
                    <a:pt x="4631" y="10666"/>
                    <a:pt x="4855" y="10740"/>
                    <a:pt x="5154" y="10740"/>
                  </a:cubicBezTo>
                  <a:cubicBezTo>
                    <a:pt x="6654" y="11317"/>
                    <a:pt x="8451" y="11478"/>
                    <a:pt x="10188" y="11478"/>
                  </a:cubicBezTo>
                  <a:cubicBezTo>
                    <a:pt x="11824" y="11478"/>
                    <a:pt x="13407" y="11336"/>
                    <a:pt x="14639" y="11263"/>
                  </a:cubicBezTo>
                  <a:cubicBezTo>
                    <a:pt x="17178" y="11114"/>
                    <a:pt x="24423" y="11711"/>
                    <a:pt x="25618" y="8276"/>
                  </a:cubicBezTo>
                  <a:cubicBezTo>
                    <a:pt x="27783" y="2151"/>
                    <a:pt x="18298" y="1629"/>
                    <a:pt x="15311" y="210"/>
                  </a:cubicBezTo>
                  <a:cubicBezTo>
                    <a:pt x="15192" y="145"/>
                    <a:pt x="15038" y="116"/>
                    <a:pt x="14866" y="116"/>
                  </a:cubicBezTo>
                  <a:cubicBezTo>
                    <a:pt x="13851" y="116"/>
                    <a:pt x="12198" y="1118"/>
                    <a:pt x="13220" y="1629"/>
                  </a:cubicBezTo>
                  <a:cubicBezTo>
                    <a:pt x="14863" y="2301"/>
                    <a:pt x="16655" y="2749"/>
                    <a:pt x="18448" y="3048"/>
                  </a:cubicBezTo>
                  <a:cubicBezTo>
                    <a:pt x="22481" y="4093"/>
                    <a:pt x="24497" y="7977"/>
                    <a:pt x="19568" y="9247"/>
                  </a:cubicBezTo>
                  <a:cubicBezTo>
                    <a:pt x="19269" y="9321"/>
                    <a:pt x="18970" y="9396"/>
                    <a:pt x="18597" y="9396"/>
                  </a:cubicBezTo>
                  <a:cubicBezTo>
                    <a:pt x="17775" y="9545"/>
                    <a:pt x="16954" y="9620"/>
                    <a:pt x="16207" y="9695"/>
                  </a:cubicBezTo>
                  <a:cubicBezTo>
                    <a:pt x="17103" y="9172"/>
                    <a:pt x="17925" y="8649"/>
                    <a:pt x="18746" y="8052"/>
                  </a:cubicBezTo>
                  <a:cubicBezTo>
                    <a:pt x="18970" y="7902"/>
                    <a:pt x="19120" y="7828"/>
                    <a:pt x="19269" y="7678"/>
                  </a:cubicBezTo>
                  <a:cubicBezTo>
                    <a:pt x="19568" y="7479"/>
                    <a:pt x="19369" y="7413"/>
                    <a:pt x="19070" y="7413"/>
                  </a:cubicBezTo>
                  <a:cubicBezTo>
                    <a:pt x="18921" y="7413"/>
                    <a:pt x="18746" y="7429"/>
                    <a:pt x="18597" y="7454"/>
                  </a:cubicBezTo>
                  <a:cubicBezTo>
                    <a:pt x="18448" y="7529"/>
                    <a:pt x="18373" y="7604"/>
                    <a:pt x="18298" y="7678"/>
                  </a:cubicBezTo>
                  <a:cubicBezTo>
                    <a:pt x="17178" y="8500"/>
                    <a:pt x="16058" y="9172"/>
                    <a:pt x="14863" y="9769"/>
                  </a:cubicBezTo>
                  <a:lnTo>
                    <a:pt x="12174" y="9769"/>
                  </a:lnTo>
                  <a:cubicBezTo>
                    <a:pt x="13742" y="8948"/>
                    <a:pt x="15161" y="7977"/>
                    <a:pt x="16506" y="6931"/>
                  </a:cubicBezTo>
                  <a:cubicBezTo>
                    <a:pt x="16846" y="6634"/>
                    <a:pt x="16557" y="6505"/>
                    <a:pt x="16189" y="6505"/>
                  </a:cubicBezTo>
                  <a:cubicBezTo>
                    <a:pt x="15911" y="6505"/>
                    <a:pt x="15589" y="6579"/>
                    <a:pt x="15460" y="6707"/>
                  </a:cubicBezTo>
                  <a:cubicBezTo>
                    <a:pt x="13966" y="7902"/>
                    <a:pt x="12398" y="8948"/>
                    <a:pt x="10680" y="9769"/>
                  </a:cubicBezTo>
                  <a:cubicBezTo>
                    <a:pt x="9859" y="9695"/>
                    <a:pt x="9037" y="9620"/>
                    <a:pt x="8216" y="9471"/>
                  </a:cubicBezTo>
                  <a:cubicBezTo>
                    <a:pt x="10083" y="8500"/>
                    <a:pt x="12025" y="7604"/>
                    <a:pt x="13892" y="6633"/>
                  </a:cubicBezTo>
                  <a:cubicBezTo>
                    <a:pt x="14487" y="6362"/>
                    <a:pt x="14023" y="6170"/>
                    <a:pt x="13552" y="6170"/>
                  </a:cubicBezTo>
                  <a:cubicBezTo>
                    <a:pt x="13374" y="6170"/>
                    <a:pt x="13194" y="6198"/>
                    <a:pt x="13070" y="6259"/>
                  </a:cubicBezTo>
                  <a:cubicBezTo>
                    <a:pt x="11128" y="7305"/>
                    <a:pt x="9187" y="8201"/>
                    <a:pt x="7170" y="9172"/>
                  </a:cubicBezTo>
                  <a:cubicBezTo>
                    <a:pt x="6573" y="8948"/>
                    <a:pt x="6050" y="8649"/>
                    <a:pt x="5602" y="8276"/>
                  </a:cubicBezTo>
                  <a:cubicBezTo>
                    <a:pt x="5527" y="8276"/>
                    <a:pt x="5527" y="8201"/>
                    <a:pt x="5452" y="8201"/>
                  </a:cubicBezTo>
                  <a:cubicBezTo>
                    <a:pt x="7917" y="7305"/>
                    <a:pt x="10232" y="6334"/>
                    <a:pt x="12547" y="5288"/>
                  </a:cubicBezTo>
                  <a:cubicBezTo>
                    <a:pt x="12622" y="5288"/>
                    <a:pt x="12697" y="5214"/>
                    <a:pt x="12697" y="5214"/>
                  </a:cubicBezTo>
                  <a:cubicBezTo>
                    <a:pt x="13145" y="4915"/>
                    <a:pt x="12921" y="4691"/>
                    <a:pt x="12547" y="4616"/>
                  </a:cubicBezTo>
                  <a:cubicBezTo>
                    <a:pt x="12323" y="4616"/>
                    <a:pt x="12174" y="4616"/>
                    <a:pt x="12025" y="4691"/>
                  </a:cubicBezTo>
                  <a:cubicBezTo>
                    <a:pt x="9709" y="5736"/>
                    <a:pt x="7394" y="6707"/>
                    <a:pt x="5004" y="7604"/>
                  </a:cubicBezTo>
                  <a:cubicBezTo>
                    <a:pt x="4780" y="7230"/>
                    <a:pt x="4631" y="6707"/>
                    <a:pt x="4705" y="6259"/>
                  </a:cubicBezTo>
                  <a:cubicBezTo>
                    <a:pt x="4780" y="6259"/>
                    <a:pt x="4855" y="6259"/>
                    <a:pt x="5004" y="6184"/>
                  </a:cubicBezTo>
                  <a:lnTo>
                    <a:pt x="12099" y="2525"/>
                  </a:lnTo>
                  <a:lnTo>
                    <a:pt x="12398" y="2376"/>
                  </a:lnTo>
                  <a:cubicBezTo>
                    <a:pt x="12985" y="2082"/>
                    <a:pt x="12557" y="1881"/>
                    <a:pt x="12093" y="1881"/>
                  </a:cubicBezTo>
                  <a:cubicBezTo>
                    <a:pt x="11966" y="1881"/>
                    <a:pt x="11838" y="1895"/>
                    <a:pt x="11726" y="1927"/>
                  </a:cubicBezTo>
                  <a:lnTo>
                    <a:pt x="11577" y="1927"/>
                  </a:lnTo>
                  <a:lnTo>
                    <a:pt x="5004" y="5288"/>
                  </a:lnTo>
                  <a:cubicBezTo>
                    <a:pt x="5975" y="3645"/>
                    <a:pt x="8365" y="2077"/>
                    <a:pt x="10083" y="1629"/>
                  </a:cubicBezTo>
                  <a:cubicBezTo>
                    <a:pt x="10382" y="1554"/>
                    <a:pt x="10606" y="1405"/>
                    <a:pt x="10830" y="1255"/>
                  </a:cubicBezTo>
                  <a:cubicBezTo>
                    <a:pt x="11410" y="739"/>
                    <a:pt x="11155" y="1"/>
                    <a:pt x="102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74"/>
            <p:cNvSpPr/>
            <p:nvPr/>
          </p:nvSpPr>
          <p:spPr>
            <a:xfrm>
              <a:off x="4573089" y="410642"/>
              <a:ext cx="959611" cy="656826"/>
            </a:xfrm>
            <a:custGeom>
              <a:avLst/>
              <a:gdLst/>
              <a:ahLst/>
              <a:cxnLst/>
              <a:rect l="l" t="t" r="r" b="b"/>
              <a:pathLst>
                <a:path w="31791" h="21760" extrusionOk="0">
                  <a:moveTo>
                    <a:pt x="12365" y="1909"/>
                  </a:moveTo>
                  <a:cubicBezTo>
                    <a:pt x="12929" y="1909"/>
                    <a:pt x="13499" y="2008"/>
                    <a:pt x="14042" y="2189"/>
                  </a:cubicBezTo>
                  <a:lnTo>
                    <a:pt x="14639" y="2413"/>
                  </a:lnTo>
                  <a:cubicBezTo>
                    <a:pt x="14490" y="2413"/>
                    <a:pt x="14415" y="2487"/>
                    <a:pt x="14191" y="2562"/>
                  </a:cubicBezTo>
                  <a:cubicBezTo>
                    <a:pt x="11428" y="3608"/>
                    <a:pt x="8739" y="4803"/>
                    <a:pt x="6125" y="6072"/>
                  </a:cubicBezTo>
                  <a:cubicBezTo>
                    <a:pt x="6274" y="5475"/>
                    <a:pt x="6498" y="4952"/>
                    <a:pt x="6872" y="4429"/>
                  </a:cubicBezTo>
                  <a:cubicBezTo>
                    <a:pt x="7693" y="3384"/>
                    <a:pt x="8814" y="2562"/>
                    <a:pt x="10083" y="2039"/>
                  </a:cubicBezTo>
                  <a:cubicBezTo>
                    <a:pt x="10270" y="2114"/>
                    <a:pt x="10475" y="2151"/>
                    <a:pt x="10681" y="2151"/>
                  </a:cubicBezTo>
                  <a:cubicBezTo>
                    <a:pt x="10886" y="2151"/>
                    <a:pt x="11092" y="2114"/>
                    <a:pt x="11278" y="2039"/>
                  </a:cubicBezTo>
                  <a:cubicBezTo>
                    <a:pt x="11632" y="1951"/>
                    <a:pt x="11997" y="1909"/>
                    <a:pt x="12365" y="1909"/>
                  </a:cubicBezTo>
                  <a:close/>
                  <a:moveTo>
                    <a:pt x="15461" y="2786"/>
                  </a:moveTo>
                  <a:cubicBezTo>
                    <a:pt x="16357" y="3234"/>
                    <a:pt x="17178" y="3832"/>
                    <a:pt x="17851" y="4504"/>
                  </a:cubicBezTo>
                  <a:cubicBezTo>
                    <a:pt x="18224" y="5027"/>
                    <a:pt x="18448" y="5774"/>
                    <a:pt x="18822" y="6296"/>
                  </a:cubicBezTo>
                  <a:cubicBezTo>
                    <a:pt x="20315" y="8164"/>
                    <a:pt x="22780" y="8985"/>
                    <a:pt x="24423" y="10628"/>
                  </a:cubicBezTo>
                  <a:cubicBezTo>
                    <a:pt x="26738" y="12869"/>
                    <a:pt x="29278" y="17201"/>
                    <a:pt x="25693" y="18769"/>
                  </a:cubicBezTo>
                  <a:cubicBezTo>
                    <a:pt x="25021" y="19068"/>
                    <a:pt x="24348" y="19217"/>
                    <a:pt x="23676" y="19292"/>
                  </a:cubicBezTo>
                  <a:lnTo>
                    <a:pt x="22332" y="19292"/>
                  </a:lnTo>
                  <a:lnTo>
                    <a:pt x="24722" y="17201"/>
                  </a:lnTo>
                  <a:cubicBezTo>
                    <a:pt x="25203" y="16772"/>
                    <a:pt x="24803" y="16421"/>
                    <a:pt x="24318" y="16421"/>
                  </a:cubicBezTo>
                  <a:cubicBezTo>
                    <a:pt x="24126" y="16421"/>
                    <a:pt x="23920" y="16476"/>
                    <a:pt x="23751" y="16603"/>
                  </a:cubicBezTo>
                  <a:lnTo>
                    <a:pt x="20988" y="19068"/>
                  </a:lnTo>
                  <a:cubicBezTo>
                    <a:pt x="19793" y="18694"/>
                    <a:pt x="18598" y="18470"/>
                    <a:pt x="17403" y="18396"/>
                  </a:cubicBezTo>
                  <a:lnTo>
                    <a:pt x="21286" y="15856"/>
                  </a:lnTo>
                  <a:cubicBezTo>
                    <a:pt x="21838" y="15525"/>
                    <a:pt x="21371" y="15194"/>
                    <a:pt x="20879" y="15194"/>
                  </a:cubicBezTo>
                  <a:cubicBezTo>
                    <a:pt x="20704" y="15194"/>
                    <a:pt x="20527" y="15236"/>
                    <a:pt x="20390" y="15333"/>
                  </a:cubicBezTo>
                  <a:lnTo>
                    <a:pt x="15386" y="18470"/>
                  </a:lnTo>
                  <a:cubicBezTo>
                    <a:pt x="13220" y="18918"/>
                    <a:pt x="10531" y="19964"/>
                    <a:pt x="8216" y="20263"/>
                  </a:cubicBezTo>
                  <a:cubicBezTo>
                    <a:pt x="11502" y="18171"/>
                    <a:pt x="14938" y="16230"/>
                    <a:pt x="18448" y="14587"/>
                  </a:cubicBezTo>
                  <a:cubicBezTo>
                    <a:pt x="18889" y="14386"/>
                    <a:pt x="18728" y="14315"/>
                    <a:pt x="18437" y="14315"/>
                  </a:cubicBezTo>
                  <a:cubicBezTo>
                    <a:pt x="18187" y="14315"/>
                    <a:pt x="17840" y="14368"/>
                    <a:pt x="17701" y="14437"/>
                  </a:cubicBezTo>
                  <a:cubicBezTo>
                    <a:pt x="14042" y="16155"/>
                    <a:pt x="10531" y="18097"/>
                    <a:pt x="7096" y="20263"/>
                  </a:cubicBezTo>
                  <a:cubicBezTo>
                    <a:pt x="6125" y="20263"/>
                    <a:pt x="5229" y="19964"/>
                    <a:pt x="4482" y="19441"/>
                  </a:cubicBezTo>
                  <a:lnTo>
                    <a:pt x="15461" y="13392"/>
                  </a:lnTo>
                  <a:cubicBezTo>
                    <a:pt x="16127" y="13028"/>
                    <a:pt x="15762" y="12469"/>
                    <a:pt x="15242" y="12469"/>
                  </a:cubicBezTo>
                  <a:cubicBezTo>
                    <a:pt x="15120" y="12469"/>
                    <a:pt x="14991" y="12499"/>
                    <a:pt x="14863" y="12570"/>
                  </a:cubicBezTo>
                  <a:lnTo>
                    <a:pt x="3735" y="18694"/>
                  </a:lnTo>
                  <a:cubicBezTo>
                    <a:pt x="3586" y="18470"/>
                    <a:pt x="3362" y="18246"/>
                    <a:pt x="3287" y="17947"/>
                  </a:cubicBezTo>
                  <a:cubicBezTo>
                    <a:pt x="3137" y="17723"/>
                    <a:pt x="3063" y="17425"/>
                    <a:pt x="2988" y="17201"/>
                  </a:cubicBezTo>
                  <a:lnTo>
                    <a:pt x="12399" y="11599"/>
                  </a:lnTo>
                  <a:cubicBezTo>
                    <a:pt x="13054" y="11182"/>
                    <a:pt x="12711" y="10669"/>
                    <a:pt x="12204" y="10669"/>
                  </a:cubicBezTo>
                  <a:cubicBezTo>
                    <a:pt x="12075" y="10669"/>
                    <a:pt x="11937" y="10702"/>
                    <a:pt x="11801" y="10778"/>
                  </a:cubicBezTo>
                  <a:lnTo>
                    <a:pt x="2913" y="16080"/>
                  </a:lnTo>
                  <a:cubicBezTo>
                    <a:pt x="2913" y="15408"/>
                    <a:pt x="3063" y="14811"/>
                    <a:pt x="3362" y="14213"/>
                  </a:cubicBezTo>
                  <a:lnTo>
                    <a:pt x="12996" y="8761"/>
                  </a:lnTo>
                  <a:lnTo>
                    <a:pt x="14191" y="8089"/>
                  </a:lnTo>
                  <a:cubicBezTo>
                    <a:pt x="14707" y="7779"/>
                    <a:pt x="14297" y="7612"/>
                    <a:pt x="13871" y="7612"/>
                  </a:cubicBezTo>
                  <a:cubicBezTo>
                    <a:pt x="13679" y="7612"/>
                    <a:pt x="13485" y="7646"/>
                    <a:pt x="13369" y="7715"/>
                  </a:cubicBezTo>
                  <a:lnTo>
                    <a:pt x="13071" y="7865"/>
                  </a:lnTo>
                  <a:lnTo>
                    <a:pt x="3735" y="13093"/>
                  </a:lnTo>
                  <a:cubicBezTo>
                    <a:pt x="4183" y="12197"/>
                    <a:pt x="4631" y="11226"/>
                    <a:pt x="5005" y="10255"/>
                  </a:cubicBezTo>
                  <a:cubicBezTo>
                    <a:pt x="5005" y="10180"/>
                    <a:pt x="5079" y="10031"/>
                    <a:pt x="5079" y="9881"/>
                  </a:cubicBezTo>
                  <a:lnTo>
                    <a:pt x="13295" y="5624"/>
                  </a:lnTo>
                  <a:cubicBezTo>
                    <a:pt x="13516" y="5498"/>
                    <a:pt x="13403" y="5452"/>
                    <a:pt x="13183" y="5452"/>
                  </a:cubicBezTo>
                  <a:cubicBezTo>
                    <a:pt x="12881" y="5452"/>
                    <a:pt x="12379" y="5538"/>
                    <a:pt x="12249" y="5624"/>
                  </a:cubicBezTo>
                  <a:lnTo>
                    <a:pt x="5378" y="9359"/>
                  </a:lnTo>
                  <a:cubicBezTo>
                    <a:pt x="5527" y="8462"/>
                    <a:pt x="5751" y="7491"/>
                    <a:pt x="5976" y="6670"/>
                  </a:cubicBezTo>
                  <a:cubicBezTo>
                    <a:pt x="6200" y="6670"/>
                    <a:pt x="6424" y="6670"/>
                    <a:pt x="6722" y="6595"/>
                  </a:cubicBezTo>
                  <a:cubicBezTo>
                    <a:pt x="9187" y="5325"/>
                    <a:pt x="11726" y="4280"/>
                    <a:pt x="14340" y="3234"/>
                  </a:cubicBezTo>
                  <a:lnTo>
                    <a:pt x="15461" y="2786"/>
                  </a:lnTo>
                  <a:close/>
                  <a:moveTo>
                    <a:pt x="15408" y="0"/>
                  </a:moveTo>
                  <a:cubicBezTo>
                    <a:pt x="14062" y="0"/>
                    <a:pt x="12660" y="337"/>
                    <a:pt x="11428" y="695"/>
                  </a:cubicBezTo>
                  <a:cubicBezTo>
                    <a:pt x="11129" y="583"/>
                    <a:pt x="10830" y="527"/>
                    <a:pt x="10531" y="527"/>
                  </a:cubicBezTo>
                  <a:cubicBezTo>
                    <a:pt x="10233" y="527"/>
                    <a:pt x="9934" y="583"/>
                    <a:pt x="9635" y="695"/>
                  </a:cubicBezTo>
                  <a:lnTo>
                    <a:pt x="9486" y="770"/>
                  </a:lnTo>
                  <a:lnTo>
                    <a:pt x="8515" y="1292"/>
                  </a:lnTo>
                  <a:cubicBezTo>
                    <a:pt x="5602" y="3010"/>
                    <a:pt x="3137" y="4877"/>
                    <a:pt x="2465" y="8388"/>
                  </a:cubicBezTo>
                  <a:cubicBezTo>
                    <a:pt x="2017" y="10703"/>
                    <a:pt x="1345" y="12943"/>
                    <a:pt x="523" y="15109"/>
                  </a:cubicBezTo>
                  <a:cubicBezTo>
                    <a:pt x="1" y="16304"/>
                    <a:pt x="1" y="17798"/>
                    <a:pt x="598" y="18993"/>
                  </a:cubicBezTo>
                  <a:cubicBezTo>
                    <a:pt x="1345" y="20337"/>
                    <a:pt x="2615" y="21234"/>
                    <a:pt x="4108" y="21532"/>
                  </a:cubicBezTo>
                  <a:cubicBezTo>
                    <a:pt x="4784" y="21677"/>
                    <a:pt x="5459" y="21759"/>
                    <a:pt x="6134" y="21759"/>
                  </a:cubicBezTo>
                  <a:cubicBezTo>
                    <a:pt x="6504" y="21759"/>
                    <a:pt x="6875" y="21735"/>
                    <a:pt x="7245" y="21682"/>
                  </a:cubicBezTo>
                  <a:cubicBezTo>
                    <a:pt x="9262" y="21532"/>
                    <a:pt x="10980" y="20785"/>
                    <a:pt x="12996" y="20337"/>
                  </a:cubicBezTo>
                  <a:cubicBezTo>
                    <a:pt x="13444" y="20188"/>
                    <a:pt x="13892" y="20113"/>
                    <a:pt x="14266" y="20113"/>
                  </a:cubicBezTo>
                  <a:lnTo>
                    <a:pt x="14415" y="20113"/>
                  </a:lnTo>
                  <a:cubicBezTo>
                    <a:pt x="14938" y="20039"/>
                    <a:pt x="15479" y="20001"/>
                    <a:pt x="16030" y="20001"/>
                  </a:cubicBezTo>
                  <a:cubicBezTo>
                    <a:pt x="16581" y="20001"/>
                    <a:pt x="17141" y="20039"/>
                    <a:pt x="17701" y="20113"/>
                  </a:cubicBezTo>
                  <a:cubicBezTo>
                    <a:pt x="19568" y="20263"/>
                    <a:pt x="21436" y="20636"/>
                    <a:pt x="23377" y="20785"/>
                  </a:cubicBezTo>
                  <a:cubicBezTo>
                    <a:pt x="23540" y="20793"/>
                    <a:pt x="23700" y="20797"/>
                    <a:pt x="23857" y="20797"/>
                  </a:cubicBezTo>
                  <a:cubicBezTo>
                    <a:pt x="30042" y="20797"/>
                    <a:pt x="31790" y="15140"/>
                    <a:pt x="27784" y="10479"/>
                  </a:cubicBezTo>
                  <a:cubicBezTo>
                    <a:pt x="26290" y="8612"/>
                    <a:pt x="24199" y="7865"/>
                    <a:pt x="22407" y="6296"/>
                  </a:cubicBezTo>
                  <a:cubicBezTo>
                    <a:pt x="20689" y="4728"/>
                    <a:pt x="20390" y="2338"/>
                    <a:pt x="18672" y="994"/>
                  </a:cubicBezTo>
                  <a:cubicBezTo>
                    <a:pt x="17729" y="260"/>
                    <a:pt x="16590" y="0"/>
                    <a:pt x="154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4"/>
            <p:cNvSpPr/>
            <p:nvPr/>
          </p:nvSpPr>
          <p:spPr>
            <a:xfrm>
              <a:off x="3355726" y="2771869"/>
              <a:ext cx="581695" cy="706027"/>
            </a:xfrm>
            <a:custGeom>
              <a:avLst/>
              <a:gdLst/>
              <a:ahLst/>
              <a:cxnLst/>
              <a:rect l="l" t="t" r="r" b="b"/>
              <a:pathLst>
                <a:path w="19271" h="23390" extrusionOk="0">
                  <a:moveTo>
                    <a:pt x="8753" y="0"/>
                  </a:moveTo>
                  <a:cubicBezTo>
                    <a:pt x="7523" y="0"/>
                    <a:pt x="6295" y="474"/>
                    <a:pt x="5378" y="1336"/>
                  </a:cubicBezTo>
                  <a:cubicBezTo>
                    <a:pt x="2988" y="3577"/>
                    <a:pt x="4034" y="6564"/>
                    <a:pt x="3885" y="9477"/>
                  </a:cubicBezTo>
                  <a:cubicBezTo>
                    <a:pt x="3735" y="13510"/>
                    <a:pt x="1" y="22249"/>
                    <a:pt x="6872" y="23294"/>
                  </a:cubicBezTo>
                  <a:cubicBezTo>
                    <a:pt x="7290" y="23359"/>
                    <a:pt x="7685" y="23390"/>
                    <a:pt x="8057" y="23390"/>
                  </a:cubicBezTo>
                  <a:cubicBezTo>
                    <a:pt x="13277" y="23390"/>
                    <a:pt x="14206" y="17334"/>
                    <a:pt x="15461" y="13361"/>
                  </a:cubicBezTo>
                  <a:cubicBezTo>
                    <a:pt x="16208" y="10672"/>
                    <a:pt x="19270" y="9029"/>
                    <a:pt x="18224" y="5967"/>
                  </a:cubicBezTo>
                  <a:cubicBezTo>
                    <a:pt x="17403" y="3204"/>
                    <a:pt x="14490" y="2233"/>
                    <a:pt x="12026" y="1411"/>
                  </a:cubicBezTo>
                  <a:cubicBezTo>
                    <a:pt x="11899" y="1386"/>
                    <a:pt x="11771" y="1373"/>
                    <a:pt x="11642" y="1373"/>
                  </a:cubicBezTo>
                  <a:cubicBezTo>
                    <a:pt x="11012" y="1373"/>
                    <a:pt x="10381" y="1674"/>
                    <a:pt x="10009" y="2233"/>
                  </a:cubicBezTo>
                  <a:cubicBezTo>
                    <a:pt x="9785" y="2531"/>
                    <a:pt x="9785" y="2980"/>
                    <a:pt x="10457" y="3129"/>
                  </a:cubicBezTo>
                  <a:lnTo>
                    <a:pt x="11055" y="3353"/>
                  </a:lnTo>
                  <a:cubicBezTo>
                    <a:pt x="13519" y="4174"/>
                    <a:pt x="15760" y="5220"/>
                    <a:pt x="15013" y="8133"/>
                  </a:cubicBezTo>
                  <a:cubicBezTo>
                    <a:pt x="14714" y="9627"/>
                    <a:pt x="13967" y="10000"/>
                    <a:pt x="13295" y="11270"/>
                  </a:cubicBezTo>
                  <a:cubicBezTo>
                    <a:pt x="12474" y="12614"/>
                    <a:pt x="12474" y="14406"/>
                    <a:pt x="12250" y="16050"/>
                  </a:cubicBezTo>
                  <a:cubicBezTo>
                    <a:pt x="12100" y="17170"/>
                    <a:pt x="11727" y="18290"/>
                    <a:pt x="11055" y="19186"/>
                  </a:cubicBezTo>
                  <a:cubicBezTo>
                    <a:pt x="9850" y="20758"/>
                    <a:pt x="8829" y="21337"/>
                    <a:pt x="7992" y="21337"/>
                  </a:cubicBezTo>
                  <a:cubicBezTo>
                    <a:pt x="7635" y="21337"/>
                    <a:pt x="7312" y="21232"/>
                    <a:pt x="7022" y="21054"/>
                  </a:cubicBezTo>
                  <a:cubicBezTo>
                    <a:pt x="8216" y="20605"/>
                    <a:pt x="9337" y="20083"/>
                    <a:pt x="10457" y="19410"/>
                  </a:cubicBezTo>
                  <a:cubicBezTo>
                    <a:pt x="10681" y="19186"/>
                    <a:pt x="10532" y="19112"/>
                    <a:pt x="10308" y="19037"/>
                  </a:cubicBezTo>
                  <a:cubicBezTo>
                    <a:pt x="10009" y="19037"/>
                    <a:pt x="9710" y="19112"/>
                    <a:pt x="9411" y="19261"/>
                  </a:cubicBezTo>
                  <a:cubicBezTo>
                    <a:pt x="8515" y="19859"/>
                    <a:pt x="7619" y="20307"/>
                    <a:pt x="6573" y="20680"/>
                  </a:cubicBezTo>
                  <a:cubicBezTo>
                    <a:pt x="6200" y="20157"/>
                    <a:pt x="5901" y="19635"/>
                    <a:pt x="5677" y="19037"/>
                  </a:cubicBezTo>
                  <a:lnTo>
                    <a:pt x="8889" y="17095"/>
                  </a:lnTo>
                  <a:cubicBezTo>
                    <a:pt x="9187" y="16946"/>
                    <a:pt x="8963" y="16796"/>
                    <a:pt x="8814" y="16722"/>
                  </a:cubicBezTo>
                  <a:cubicBezTo>
                    <a:pt x="8441" y="16722"/>
                    <a:pt x="8142" y="16796"/>
                    <a:pt x="7843" y="17020"/>
                  </a:cubicBezTo>
                  <a:lnTo>
                    <a:pt x="5528" y="18440"/>
                  </a:lnTo>
                  <a:cubicBezTo>
                    <a:pt x="5528" y="18290"/>
                    <a:pt x="5453" y="18141"/>
                    <a:pt x="5378" y="17991"/>
                  </a:cubicBezTo>
                  <a:cubicBezTo>
                    <a:pt x="5304" y="17394"/>
                    <a:pt x="5304" y="16722"/>
                    <a:pt x="5378" y="16124"/>
                  </a:cubicBezTo>
                  <a:cubicBezTo>
                    <a:pt x="7320" y="14929"/>
                    <a:pt x="9262" y="13958"/>
                    <a:pt x="11353" y="13137"/>
                  </a:cubicBezTo>
                  <a:cubicBezTo>
                    <a:pt x="11764" y="12950"/>
                    <a:pt x="11633" y="12894"/>
                    <a:pt x="11372" y="12894"/>
                  </a:cubicBezTo>
                  <a:cubicBezTo>
                    <a:pt x="11111" y="12894"/>
                    <a:pt x="10718" y="12950"/>
                    <a:pt x="10606" y="12987"/>
                  </a:cubicBezTo>
                  <a:cubicBezTo>
                    <a:pt x="8814" y="13734"/>
                    <a:pt x="7096" y="14556"/>
                    <a:pt x="5528" y="15452"/>
                  </a:cubicBezTo>
                  <a:cubicBezTo>
                    <a:pt x="5602" y="14780"/>
                    <a:pt x="5752" y="14033"/>
                    <a:pt x="5976" y="13361"/>
                  </a:cubicBezTo>
                  <a:cubicBezTo>
                    <a:pt x="5976" y="13137"/>
                    <a:pt x="6051" y="12987"/>
                    <a:pt x="6051" y="12763"/>
                  </a:cubicBezTo>
                  <a:lnTo>
                    <a:pt x="11577" y="10822"/>
                  </a:lnTo>
                  <a:lnTo>
                    <a:pt x="11801" y="10747"/>
                  </a:lnTo>
                  <a:cubicBezTo>
                    <a:pt x="12501" y="10514"/>
                    <a:pt x="12245" y="10326"/>
                    <a:pt x="11814" y="10326"/>
                  </a:cubicBezTo>
                  <a:cubicBezTo>
                    <a:pt x="11694" y="10326"/>
                    <a:pt x="11559" y="10341"/>
                    <a:pt x="11428" y="10373"/>
                  </a:cubicBezTo>
                  <a:lnTo>
                    <a:pt x="11353" y="10373"/>
                  </a:lnTo>
                  <a:lnTo>
                    <a:pt x="6200" y="12166"/>
                  </a:lnTo>
                  <a:cubicBezTo>
                    <a:pt x="6424" y="11195"/>
                    <a:pt x="6573" y="10149"/>
                    <a:pt x="6723" y="9104"/>
                  </a:cubicBezTo>
                  <a:lnTo>
                    <a:pt x="9636" y="8058"/>
                  </a:lnTo>
                  <a:cubicBezTo>
                    <a:pt x="9934" y="7983"/>
                    <a:pt x="10158" y="7685"/>
                    <a:pt x="10009" y="7461"/>
                  </a:cubicBezTo>
                  <a:cubicBezTo>
                    <a:pt x="9934" y="7349"/>
                    <a:pt x="9766" y="7311"/>
                    <a:pt x="9580" y="7311"/>
                  </a:cubicBezTo>
                  <a:cubicBezTo>
                    <a:pt x="9393" y="7311"/>
                    <a:pt x="9187" y="7349"/>
                    <a:pt x="9038" y="7386"/>
                  </a:cubicBezTo>
                  <a:lnTo>
                    <a:pt x="6648" y="8282"/>
                  </a:lnTo>
                  <a:cubicBezTo>
                    <a:pt x="6648" y="7759"/>
                    <a:pt x="6573" y="7087"/>
                    <a:pt x="6573" y="6415"/>
                  </a:cubicBezTo>
                  <a:lnTo>
                    <a:pt x="9636" y="5145"/>
                  </a:lnTo>
                  <a:cubicBezTo>
                    <a:pt x="9934" y="4996"/>
                    <a:pt x="10158" y="4772"/>
                    <a:pt x="10009" y="4473"/>
                  </a:cubicBezTo>
                  <a:cubicBezTo>
                    <a:pt x="9934" y="4361"/>
                    <a:pt x="9766" y="4324"/>
                    <a:pt x="9580" y="4324"/>
                  </a:cubicBezTo>
                  <a:cubicBezTo>
                    <a:pt x="9393" y="4324"/>
                    <a:pt x="9187" y="4361"/>
                    <a:pt x="9038" y="4399"/>
                  </a:cubicBezTo>
                  <a:lnTo>
                    <a:pt x="6499" y="5519"/>
                  </a:lnTo>
                  <a:cubicBezTo>
                    <a:pt x="6499" y="4847"/>
                    <a:pt x="6573" y="4174"/>
                    <a:pt x="6723" y="3577"/>
                  </a:cubicBezTo>
                  <a:cubicBezTo>
                    <a:pt x="6913" y="2625"/>
                    <a:pt x="7319" y="1942"/>
                    <a:pt x="8125" y="1942"/>
                  </a:cubicBezTo>
                  <a:cubicBezTo>
                    <a:pt x="8267" y="1942"/>
                    <a:pt x="8422" y="1964"/>
                    <a:pt x="8590" y="2009"/>
                  </a:cubicBezTo>
                  <a:cubicBezTo>
                    <a:pt x="8673" y="2032"/>
                    <a:pt x="8763" y="2043"/>
                    <a:pt x="8857" y="2043"/>
                  </a:cubicBezTo>
                  <a:cubicBezTo>
                    <a:pt x="9955" y="2043"/>
                    <a:pt x="11671" y="560"/>
                    <a:pt x="10158" y="216"/>
                  </a:cubicBezTo>
                  <a:cubicBezTo>
                    <a:pt x="9701" y="71"/>
                    <a:pt x="9227" y="0"/>
                    <a:pt x="8753"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74"/>
            <p:cNvSpPr/>
            <p:nvPr/>
          </p:nvSpPr>
          <p:spPr>
            <a:xfrm>
              <a:off x="2550921" y="3453159"/>
              <a:ext cx="881523" cy="737238"/>
            </a:xfrm>
            <a:custGeom>
              <a:avLst/>
              <a:gdLst/>
              <a:ahLst/>
              <a:cxnLst/>
              <a:rect l="l" t="t" r="r" b="b"/>
              <a:pathLst>
                <a:path w="29204" h="24424" extrusionOk="0">
                  <a:moveTo>
                    <a:pt x="7395" y="1063"/>
                  </a:moveTo>
                  <a:cubicBezTo>
                    <a:pt x="7644" y="1063"/>
                    <a:pt x="7893" y="1097"/>
                    <a:pt x="8142" y="1097"/>
                  </a:cubicBezTo>
                  <a:cubicBezTo>
                    <a:pt x="8963" y="1246"/>
                    <a:pt x="9934" y="1470"/>
                    <a:pt x="10756" y="1619"/>
                  </a:cubicBezTo>
                  <a:cubicBezTo>
                    <a:pt x="11279" y="1769"/>
                    <a:pt x="11727" y="1843"/>
                    <a:pt x="12100" y="1918"/>
                  </a:cubicBezTo>
                  <a:cubicBezTo>
                    <a:pt x="12025" y="2067"/>
                    <a:pt x="12025" y="2142"/>
                    <a:pt x="12399" y="2142"/>
                  </a:cubicBezTo>
                  <a:cubicBezTo>
                    <a:pt x="12772" y="2217"/>
                    <a:pt x="13146" y="2217"/>
                    <a:pt x="13445" y="2292"/>
                  </a:cubicBezTo>
                  <a:cubicBezTo>
                    <a:pt x="10233" y="4084"/>
                    <a:pt x="6872" y="5503"/>
                    <a:pt x="3287" y="6549"/>
                  </a:cubicBezTo>
                  <a:cubicBezTo>
                    <a:pt x="3362" y="5951"/>
                    <a:pt x="3437" y="5354"/>
                    <a:pt x="3511" y="4756"/>
                  </a:cubicBezTo>
                  <a:lnTo>
                    <a:pt x="9113" y="2516"/>
                  </a:lnTo>
                  <a:cubicBezTo>
                    <a:pt x="9708" y="2245"/>
                    <a:pt x="9440" y="2053"/>
                    <a:pt x="9049" y="2053"/>
                  </a:cubicBezTo>
                  <a:cubicBezTo>
                    <a:pt x="8900" y="2053"/>
                    <a:pt x="8734" y="2080"/>
                    <a:pt x="8590" y="2142"/>
                  </a:cubicBezTo>
                  <a:lnTo>
                    <a:pt x="3735" y="4159"/>
                  </a:lnTo>
                  <a:cubicBezTo>
                    <a:pt x="3885" y="3412"/>
                    <a:pt x="4258" y="2740"/>
                    <a:pt x="4781" y="2142"/>
                  </a:cubicBezTo>
                  <a:cubicBezTo>
                    <a:pt x="5677" y="1022"/>
                    <a:pt x="5453" y="1171"/>
                    <a:pt x="7021" y="1097"/>
                  </a:cubicBezTo>
                  <a:cubicBezTo>
                    <a:pt x="7146" y="1072"/>
                    <a:pt x="7270" y="1063"/>
                    <a:pt x="7395" y="1063"/>
                  </a:cubicBezTo>
                  <a:close/>
                  <a:moveTo>
                    <a:pt x="14341" y="2441"/>
                  </a:moveTo>
                  <a:cubicBezTo>
                    <a:pt x="19419" y="3337"/>
                    <a:pt x="23901" y="6698"/>
                    <a:pt x="23378" y="12374"/>
                  </a:cubicBezTo>
                  <a:cubicBezTo>
                    <a:pt x="23079" y="14988"/>
                    <a:pt x="22033" y="17378"/>
                    <a:pt x="20316" y="19320"/>
                  </a:cubicBezTo>
                  <a:cubicBezTo>
                    <a:pt x="20166" y="19469"/>
                    <a:pt x="20017" y="19619"/>
                    <a:pt x="19942" y="19693"/>
                  </a:cubicBezTo>
                  <a:cubicBezTo>
                    <a:pt x="19494" y="20216"/>
                    <a:pt x="18971" y="20739"/>
                    <a:pt x="18448" y="21112"/>
                  </a:cubicBezTo>
                  <a:lnTo>
                    <a:pt x="10009" y="22756"/>
                  </a:lnTo>
                  <a:cubicBezTo>
                    <a:pt x="9860" y="22756"/>
                    <a:pt x="9785" y="22681"/>
                    <a:pt x="9710" y="22606"/>
                  </a:cubicBezTo>
                  <a:cubicBezTo>
                    <a:pt x="13370" y="21635"/>
                    <a:pt x="16731" y="19992"/>
                    <a:pt x="19793" y="17826"/>
                  </a:cubicBezTo>
                  <a:lnTo>
                    <a:pt x="19942" y="17677"/>
                  </a:lnTo>
                  <a:cubicBezTo>
                    <a:pt x="20241" y="17453"/>
                    <a:pt x="20017" y="17303"/>
                    <a:pt x="19718" y="17303"/>
                  </a:cubicBezTo>
                  <a:cubicBezTo>
                    <a:pt x="19419" y="17303"/>
                    <a:pt x="19121" y="17378"/>
                    <a:pt x="18897" y="17453"/>
                  </a:cubicBezTo>
                  <a:cubicBezTo>
                    <a:pt x="15909" y="19619"/>
                    <a:pt x="12623" y="21262"/>
                    <a:pt x="9113" y="22158"/>
                  </a:cubicBezTo>
                  <a:cubicBezTo>
                    <a:pt x="8665" y="21710"/>
                    <a:pt x="8366" y="21112"/>
                    <a:pt x="8142" y="20590"/>
                  </a:cubicBezTo>
                  <a:lnTo>
                    <a:pt x="16581" y="16258"/>
                  </a:lnTo>
                  <a:cubicBezTo>
                    <a:pt x="17247" y="15895"/>
                    <a:pt x="16883" y="15335"/>
                    <a:pt x="16363" y="15335"/>
                  </a:cubicBezTo>
                  <a:cubicBezTo>
                    <a:pt x="16241" y="15335"/>
                    <a:pt x="16111" y="15366"/>
                    <a:pt x="15984" y="15436"/>
                  </a:cubicBezTo>
                  <a:lnTo>
                    <a:pt x="7843" y="19619"/>
                  </a:lnTo>
                  <a:cubicBezTo>
                    <a:pt x="7619" y="19021"/>
                    <a:pt x="7544" y="18349"/>
                    <a:pt x="7544" y="17752"/>
                  </a:cubicBezTo>
                  <a:lnTo>
                    <a:pt x="15237" y="14092"/>
                  </a:lnTo>
                  <a:cubicBezTo>
                    <a:pt x="15903" y="13789"/>
                    <a:pt x="15538" y="13339"/>
                    <a:pt x="15018" y="13339"/>
                  </a:cubicBezTo>
                  <a:cubicBezTo>
                    <a:pt x="14896" y="13339"/>
                    <a:pt x="14767" y="13363"/>
                    <a:pt x="14639" y="13420"/>
                  </a:cubicBezTo>
                  <a:lnTo>
                    <a:pt x="7544" y="16781"/>
                  </a:lnTo>
                  <a:cubicBezTo>
                    <a:pt x="7544" y="16183"/>
                    <a:pt x="7470" y="15586"/>
                    <a:pt x="7395" y="14988"/>
                  </a:cubicBezTo>
                  <a:cubicBezTo>
                    <a:pt x="9934" y="13420"/>
                    <a:pt x="12548" y="12075"/>
                    <a:pt x="15312" y="11030"/>
                  </a:cubicBezTo>
                  <a:lnTo>
                    <a:pt x="15536" y="10955"/>
                  </a:lnTo>
                  <a:cubicBezTo>
                    <a:pt x="15834" y="10731"/>
                    <a:pt x="15610" y="10582"/>
                    <a:pt x="15312" y="10582"/>
                  </a:cubicBezTo>
                  <a:cubicBezTo>
                    <a:pt x="15262" y="10557"/>
                    <a:pt x="15204" y="10548"/>
                    <a:pt x="15143" y="10548"/>
                  </a:cubicBezTo>
                  <a:cubicBezTo>
                    <a:pt x="15021" y="10548"/>
                    <a:pt x="14888" y="10582"/>
                    <a:pt x="14789" y="10582"/>
                  </a:cubicBezTo>
                  <a:cubicBezTo>
                    <a:pt x="12175" y="11627"/>
                    <a:pt x="9710" y="12897"/>
                    <a:pt x="7320" y="14316"/>
                  </a:cubicBezTo>
                  <a:lnTo>
                    <a:pt x="7320" y="14241"/>
                  </a:lnTo>
                  <a:cubicBezTo>
                    <a:pt x="7096" y="13420"/>
                    <a:pt x="6648" y="12598"/>
                    <a:pt x="6051" y="12001"/>
                  </a:cubicBezTo>
                  <a:cubicBezTo>
                    <a:pt x="8590" y="10955"/>
                    <a:pt x="11129" y="9984"/>
                    <a:pt x="13743" y="9088"/>
                  </a:cubicBezTo>
                  <a:cubicBezTo>
                    <a:pt x="14439" y="8874"/>
                    <a:pt x="14176" y="8698"/>
                    <a:pt x="13779" y="8698"/>
                  </a:cubicBezTo>
                  <a:cubicBezTo>
                    <a:pt x="13622" y="8698"/>
                    <a:pt x="13443" y="8726"/>
                    <a:pt x="13295" y="8789"/>
                  </a:cubicBezTo>
                  <a:cubicBezTo>
                    <a:pt x="10756" y="9611"/>
                    <a:pt x="8216" y="10582"/>
                    <a:pt x="5752" y="11627"/>
                  </a:cubicBezTo>
                  <a:cubicBezTo>
                    <a:pt x="5154" y="11030"/>
                    <a:pt x="4632" y="10432"/>
                    <a:pt x="4183" y="9760"/>
                  </a:cubicBezTo>
                  <a:lnTo>
                    <a:pt x="13818" y="5951"/>
                  </a:lnTo>
                  <a:cubicBezTo>
                    <a:pt x="14601" y="5625"/>
                    <a:pt x="14130" y="5014"/>
                    <a:pt x="13500" y="5014"/>
                  </a:cubicBezTo>
                  <a:cubicBezTo>
                    <a:pt x="13409" y="5014"/>
                    <a:pt x="13315" y="5027"/>
                    <a:pt x="13220" y="5055"/>
                  </a:cubicBezTo>
                  <a:lnTo>
                    <a:pt x="3661" y="8789"/>
                  </a:lnTo>
                  <a:cubicBezTo>
                    <a:pt x="3511" y="8266"/>
                    <a:pt x="3362" y="7669"/>
                    <a:pt x="3362" y="7071"/>
                  </a:cubicBezTo>
                  <a:cubicBezTo>
                    <a:pt x="7171" y="5951"/>
                    <a:pt x="10830" y="4457"/>
                    <a:pt x="14266" y="2516"/>
                  </a:cubicBezTo>
                  <a:lnTo>
                    <a:pt x="14341" y="2441"/>
                  </a:lnTo>
                  <a:close/>
                  <a:moveTo>
                    <a:pt x="7308" y="0"/>
                  </a:moveTo>
                  <a:cubicBezTo>
                    <a:pt x="5844" y="0"/>
                    <a:pt x="4524" y="266"/>
                    <a:pt x="3437" y="1022"/>
                  </a:cubicBezTo>
                  <a:cubicBezTo>
                    <a:pt x="2167" y="1769"/>
                    <a:pt x="1196" y="3412"/>
                    <a:pt x="748" y="6175"/>
                  </a:cubicBezTo>
                  <a:cubicBezTo>
                    <a:pt x="1" y="10582"/>
                    <a:pt x="4333" y="12524"/>
                    <a:pt x="4856" y="16631"/>
                  </a:cubicBezTo>
                  <a:cubicBezTo>
                    <a:pt x="5304" y="20515"/>
                    <a:pt x="5378" y="23876"/>
                    <a:pt x="10009" y="24399"/>
                  </a:cubicBezTo>
                  <a:cubicBezTo>
                    <a:pt x="10312" y="24415"/>
                    <a:pt x="10615" y="24424"/>
                    <a:pt x="10918" y="24424"/>
                  </a:cubicBezTo>
                  <a:cubicBezTo>
                    <a:pt x="14643" y="24424"/>
                    <a:pt x="18305" y="23151"/>
                    <a:pt x="21137" y="20664"/>
                  </a:cubicBezTo>
                  <a:cubicBezTo>
                    <a:pt x="22407" y="19619"/>
                    <a:pt x="23527" y="18274"/>
                    <a:pt x="24423" y="16855"/>
                  </a:cubicBezTo>
                  <a:cubicBezTo>
                    <a:pt x="29203" y="8416"/>
                    <a:pt x="22780" y="1769"/>
                    <a:pt x="14415" y="1171"/>
                  </a:cubicBezTo>
                  <a:cubicBezTo>
                    <a:pt x="14490" y="1097"/>
                    <a:pt x="14565" y="1022"/>
                    <a:pt x="14415" y="1022"/>
                  </a:cubicBezTo>
                  <a:cubicBezTo>
                    <a:pt x="11925" y="577"/>
                    <a:pt x="9461" y="0"/>
                    <a:pt x="73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74"/>
            <p:cNvSpPr/>
            <p:nvPr/>
          </p:nvSpPr>
          <p:spPr>
            <a:xfrm>
              <a:off x="1786715" y="3434958"/>
              <a:ext cx="525310" cy="549910"/>
            </a:xfrm>
            <a:custGeom>
              <a:avLst/>
              <a:gdLst/>
              <a:ahLst/>
              <a:cxnLst/>
              <a:rect l="l" t="t" r="r" b="b"/>
              <a:pathLst>
                <a:path w="17403" h="18218" extrusionOk="0">
                  <a:moveTo>
                    <a:pt x="5861" y="0"/>
                  </a:moveTo>
                  <a:cubicBezTo>
                    <a:pt x="5292" y="0"/>
                    <a:pt x="4623" y="129"/>
                    <a:pt x="4332" y="355"/>
                  </a:cubicBezTo>
                  <a:cubicBezTo>
                    <a:pt x="1046" y="2895"/>
                    <a:pt x="0" y="7450"/>
                    <a:pt x="1942" y="11110"/>
                  </a:cubicBezTo>
                  <a:cubicBezTo>
                    <a:pt x="3212" y="13351"/>
                    <a:pt x="5452" y="14695"/>
                    <a:pt x="7544" y="16114"/>
                  </a:cubicBezTo>
                  <a:cubicBezTo>
                    <a:pt x="8956" y="17032"/>
                    <a:pt x="10302" y="18217"/>
                    <a:pt x="12023" y="18217"/>
                  </a:cubicBezTo>
                  <a:cubicBezTo>
                    <a:pt x="12122" y="18217"/>
                    <a:pt x="12222" y="18213"/>
                    <a:pt x="12324" y="18205"/>
                  </a:cubicBezTo>
                  <a:cubicBezTo>
                    <a:pt x="16655" y="17757"/>
                    <a:pt x="17402" y="13052"/>
                    <a:pt x="15983" y="9616"/>
                  </a:cubicBezTo>
                  <a:cubicBezTo>
                    <a:pt x="15012" y="7226"/>
                    <a:pt x="13220" y="6106"/>
                    <a:pt x="11502" y="4388"/>
                  </a:cubicBezTo>
                  <a:cubicBezTo>
                    <a:pt x="9934" y="2895"/>
                    <a:pt x="10008" y="1102"/>
                    <a:pt x="7768" y="953"/>
                  </a:cubicBezTo>
                  <a:cubicBezTo>
                    <a:pt x="7741" y="951"/>
                    <a:pt x="7715" y="950"/>
                    <a:pt x="7687" y="950"/>
                  </a:cubicBezTo>
                  <a:cubicBezTo>
                    <a:pt x="6695" y="950"/>
                    <a:pt x="4905" y="2226"/>
                    <a:pt x="6722" y="2372"/>
                  </a:cubicBezTo>
                  <a:cubicBezTo>
                    <a:pt x="7095" y="2372"/>
                    <a:pt x="8290" y="4687"/>
                    <a:pt x="8664" y="5060"/>
                  </a:cubicBezTo>
                  <a:cubicBezTo>
                    <a:pt x="9485" y="6031"/>
                    <a:pt x="10606" y="6554"/>
                    <a:pt x="11502" y="7525"/>
                  </a:cubicBezTo>
                  <a:cubicBezTo>
                    <a:pt x="12697" y="8795"/>
                    <a:pt x="13519" y="10513"/>
                    <a:pt x="13892" y="12230"/>
                  </a:cubicBezTo>
                  <a:cubicBezTo>
                    <a:pt x="14116" y="13276"/>
                    <a:pt x="14041" y="14322"/>
                    <a:pt x="13817" y="15292"/>
                  </a:cubicBezTo>
                  <a:cubicBezTo>
                    <a:pt x="13389" y="16017"/>
                    <a:pt x="12946" y="16277"/>
                    <a:pt x="12489" y="16277"/>
                  </a:cubicBezTo>
                  <a:cubicBezTo>
                    <a:pt x="11910" y="16277"/>
                    <a:pt x="11307" y="15859"/>
                    <a:pt x="10680" y="15442"/>
                  </a:cubicBezTo>
                  <a:lnTo>
                    <a:pt x="12697" y="14620"/>
                  </a:lnTo>
                  <a:cubicBezTo>
                    <a:pt x="12846" y="14620"/>
                    <a:pt x="13220" y="14396"/>
                    <a:pt x="13070" y="14172"/>
                  </a:cubicBezTo>
                  <a:cubicBezTo>
                    <a:pt x="13021" y="14097"/>
                    <a:pt x="12921" y="14073"/>
                    <a:pt x="12805" y="14073"/>
                  </a:cubicBezTo>
                  <a:cubicBezTo>
                    <a:pt x="12572" y="14073"/>
                    <a:pt x="12274" y="14172"/>
                    <a:pt x="12174" y="14172"/>
                  </a:cubicBezTo>
                  <a:lnTo>
                    <a:pt x="10083" y="14994"/>
                  </a:lnTo>
                  <a:cubicBezTo>
                    <a:pt x="9411" y="14546"/>
                    <a:pt x="8739" y="14097"/>
                    <a:pt x="8066" y="13649"/>
                  </a:cubicBezTo>
                  <a:lnTo>
                    <a:pt x="10755" y="12753"/>
                  </a:lnTo>
                  <a:cubicBezTo>
                    <a:pt x="10979" y="12678"/>
                    <a:pt x="11278" y="12380"/>
                    <a:pt x="11129" y="12156"/>
                  </a:cubicBezTo>
                  <a:cubicBezTo>
                    <a:pt x="11061" y="12054"/>
                    <a:pt x="10918" y="12014"/>
                    <a:pt x="10760" y="12014"/>
                  </a:cubicBezTo>
                  <a:cubicBezTo>
                    <a:pt x="10568" y="12014"/>
                    <a:pt x="10355" y="12074"/>
                    <a:pt x="10232" y="12156"/>
                  </a:cubicBezTo>
                  <a:lnTo>
                    <a:pt x="7320" y="13201"/>
                  </a:lnTo>
                  <a:cubicBezTo>
                    <a:pt x="6647" y="12678"/>
                    <a:pt x="6050" y="12156"/>
                    <a:pt x="5527" y="11483"/>
                  </a:cubicBezTo>
                  <a:lnTo>
                    <a:pt x="9037" y="9616"/>
                  </a:lnTo>
                  <a:cubicBezTo>
                    <a:pt x="9336" y="9542"/>
                    <a:pt x="9411" y="9318"/>
                    <a:pt x="9187" y="9168"/>
                  </a:cubicBezTo>
                  <a:cubicBezTo>
                    <a:pt x="9119" y="9100"/>
                    <a:pt x="9023" y="9073"/>
                    <a:pt x="8919" y="9073"/>
                  </a:cubicBezTo>
                  <a:cubicBezTo>
                    <a:pt x="8679" y="9073"/>
                    <a:pt x="8394" y="9214"/>
                    <a:pt x="8290" y="9318"/>
                  </a:cubicBezTo>
                  <a:lnTo>
                    <a:pt x="5079" y="10961"/>
                  </a:lnTo>
                  <a:cubicBezTo>
                    <a:pt x="4706" y="10438"/>
                    <a:pt x="4332" y="9840"/>
                    <a:pt x="4108" y="9243"/>
                  </a:cubicBezTo>
                  <a:cubicBezTo>
                    <a:pt x="4108" y="9168"/>
                    <a:pt x="4108" y="9093"/>
                    <a:pt x="4033" y="9019"/>
                  </a:cubicBezTo>
                  <a:cubicBezTo>
                    <a:pt x="5154" y="7898"/>
                    <a:pt x="6573" y="7002"/>
                    <a:pt x="8066" y="6405"/>
                  </a:cubicBezTo>
                  <a:cubicBezTo>
                    <a:pt x="8765" y="6151"/>
                    <a:pt x="8330" y="5519"/>
                    <a:pt x="7725" y="5519"/>
                  </a:cubicBezTo>
                  <a:cubicBezTo>
                    <a:pt x="7618" y="5519"/>
                    <a:pt x="7506" y="5538"/>
                    <a:pt x="7394" y="5583"/>
                  </a:cubicBezTo>
                  <a:cubicBezTo>
                    <a:pt x="6050" y="6106"/>
                    <a:pt x="4855" y="6853"/>
                    <a:pt x="3735" y="7824"/>
                  </a:cubicBezTo>
                  <a:cubicBezTo>
                    <a:pt x="3660" y="7226"/>
                    <a:pt x="3585" y="6554"/>
                    <a:pt x="3660" y="5957"/>
                  </a:cubicBezTo>
                  <a:lnTo>
                    <a:pt x="5901" y="4612"/>
                  </a:lnTo>
                  <a:cubicBezTo>
                    <a:pt x="6506" y="4249"/>
                    <a:pt x="6179" y="3690"/>
                    <a:pt x="5675" y="3690"/>
                  </a:cubicBezTo>
                  <a:cubicBezTo>
                    <a:pt x="5558" y="3690"/>
                    <a:pt x="5430" y="3720"/>
                    <a:pt x="5303" y="3791"/>
                  </a:cubicBezTo>
                  <a:lnTo>
                    <a:pt x="3959" y="4612"/>
                  </a:lnTo>
                  <a:cubicBezTo>
                    <a:pt x="4407" y="3119"/>
                    <a:pt x="5303" y="1774"/>
                    <a:pt x="6498" y="729"/>
                  </a:cubicBezTo>
                  <a:cubicBezTo>
                    <a:pt x="7176" y="220"/>
                    <a:pt x="6605" y="0"/>
                    <a:pt x="5861"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74"/>
            <p:cNvSpPr/>
            <p:nvPr/>
          </p:nvSpPr>
          <p:spPr>
            <a:xfrm>
              <a:off x="3757026" y="3467648"/>
              <a:ext cx="1508224" cy="1068338"/>
            </a:xfrm>
            <a:custGeom>
              <a:avLst/>
              <a:gdLst/>
              <a:ahLst/>
              <a:cxnLst/>
              <a:rect l="l" t="t" r="r" b="b"/>
              <a:pathLst>
                <a:path w="49966" h="35393" extrusionOk="0">
                  <a:moveTo>
                    <a:pt x="23415" y="0"/>
                  </a:moveTo>
                  <a:cubicBezTo>
                    <a:pt x="22858" y="0"/>
                    <a:pt x="22319" y="156"/>
                    <a:pt x="21883" y="467"/>
                  </a:cubicBezTo>
                  <a:cubicBezTo>
                    <a:pt x="21435" y="691"/>
                    <a:pt x="21136" y="915"/>
                    <a:pt x="21510" y="1065"/>
                  </a:cubicBezTo>
                  <a:cubicBezTo>
                    <a:pt x="22331" y="1438"/>
                    <a:pt x="23153" y="1737"/>
                    <a:pt x="23974" y="2036"/>
                  </a:cubicBezTo>
                  <a:cubicBezTo>
                    <a:pt x="26663" y="2857"/>
                    <a:pt x="29352" y="3455"/>
                    <a:pt x="32115" y="3903"/>
                  </a:cubicBezTo>
                  <a:cubicBezTo>
                    <a:pt x="37418" y="4724"/>
                    <a:pt x="40704" y="6442"/>
                    <a:pt x="43393" y="11222"/>
                  </a:cubicBezTo>
                  <a:cubicBezTo>
                    <a:pt x="45409" y="14807"/>
                    <a:pt x="47949" y="19662"/>
                    <a:pt x="46231" y="23769"/>
                  </a:cubicBezTo>
                  <a:cubicBezTo>
                    <a:pt x="44663" y="27578"/>
                    <a:pt x="40555" y="29595"/>
                    <a:pt x="36671" y="31014"/>
                  </a:cubicBezTo>
                  <a:lnTo>
                    <a:pt x="34356" y="31910"/>
                  </a:lnTo>
                  <a:cubicBezTo>
                    <a:pt x="34057" y="31985"/>
                    <a:pt x="33758" y="32134"/>
                    <a:pt x="33460" y="32209"/>
                  </a:cubicBezTo>
                  <a:cubicBezTo>
                    <a:pt x="32190" y="32657"/>
                    <a:pt x="30846" y="33105"/>
                    <a:pt x="29501" y="33404"/>
                  </a:cubicBezTo>
                  <a:lnTo>
                    <a:pt x="30472" y="32732"/>
                  </a:lnTo>
                  <a:cubicBezTo>
                    <a:pt x="31742" y="31910"/>
                    <a:pt x="33086" y="31014"/>
                    <a:pt x="34431" y="30192"/>
                  </a:cubicBezTo>
                  <a:cubicBezTo>
                    <a:pt x="34709" y="30018"/>
                    <a:pt x="34566" y="29958"/>
                    <a:pt x="34304" y="29958"/>
                  </a:cubicBezTo>
                  <a:cubicBezTo>
                    <a:pt x="34003" y="29958"/>
                    <a:pt x="33545" y="30038"/>
                    <a:pt x="33385" y="30118"/>
                  </a:cubicBezTo>
                  <a:cubicBezTo>
                    <a:pt x="31742" y="31014"/>
                    <a:pt x="30173" y="32134"/>
                    <a:pt x="28605" y="33180"/>
                  </a:cubicBezTo>
                  <a:lnTo>
                    <a:pt x="27933" y="33702"/>
                  </a:lnTo>
                  <a:cubicBezTo>
                    <a:pt x="26738" y="33852"/>
                    <a:pt x="25618" y="33927"/>
                    <a:pt x="24423" y="34001"/>
                  </a:cubicBezTo>
                  <a:lnTo>
                    <a:pt x="24497" y="33927"/>
                  </a:lnTo>
                  <a:cubicBezTo>
                    <a:pt x="26364" y="32806"/>
                    <a:pt x="28157" y="31611"/>
                    <a:pt x="29800" y="30342"/>
                  </a:cubicBezTo>
                  <a:cubicBezTo>
                    <a:pt x="30348" y="29958"/>
                    <a:pt x="29931" y="29574"/>
                    <a:pt x="29434" y="29574"/>
                  </a:cubicBezTo>
                  <a:cubicBezTo>
                    <a:pt x="29254" y="29574"/>
                    <a:pt x="29063" y="29625"/>
                    <a:pt x="28904" y="29744"/>
                  </a:cubicBezTo>
                  <a:cubicBezTo>
                    <a:pt x="26887" y="31238"/>
                    <a:pt x="24871" y="32582"/>
                    <a:pt x="22705" y="33852"/>
                  </a:cubicBezTo>
                  <a:cubicBezTo>
                    <a:pt x="22630" y="33852"/>
                    <a:pt x="22630" y="33927"/>
                    <a:pt x="22555" y="33927"/>
                  </a:cubicBezTo>
                  <a:cubicBezTo>
                    <a:pt x="21734" y="33927"/>
                    <a:pt x="20838" y="33777"/>
                    <a:pt x="20016" y="33702"/>
                  </a:cubicBezTo>
                  <a:cubicBezTo>
                    <a:pt x="22705" y="32433"/>
                    <a:pt x="25244" y="30864"/>
                    <a:pt x="27559" y="28997"/>
                  </a:cubicBezTo>
                  <a:cubicBezTo>
                    <a:pt x="28080" y="28581"/>
                    <a:pt x="27694" y="28310"/>
                    <a:pt x="27260" y="28310"/>
                  </a:cubicBezTo>
                  <a:cubicBezTo>
                    <a:pt x="27072" y="28310"/>
                    <a:pt x="26874" y="28361"/>
                    <a:pt x="26738" y="28474"/>
                  </a:cubicBezTo>
                  <a:cubicBezTo>
                    <a:pt x="24199" y="30416"/>
                    <a:pt x="21435" y="32059"/>
                    <a:pt x="18522" y="33329"/>
                  </a:cubicBezTo>
                  <a:cubicBezTo>
                    <a:pt x="17178" y="33105"/>
                    <a:pt x="15908" y="32732"/>
                    <a:pt x="14639" y="32358"/>
                  </a:cubicBezTo>
                  <a:cubicBezTo>
                    <a:pt x="17178" y="30790"/>
                    <a:pt x="19792" y="29371"/>
                    <a:pt x="22406" y="28026"/>
                  </a:cubicBezTo>
                  <a:cubicBezTo>
                    <a:pt x="22871" y="27773"/>
                    <a:pt x="22666" y="27687"/>
                    <a:pt x="22347" y="27687"/>
                  </a:cubicBezTo>
                  <a:cubicBezTo>
                    <a:pt x="22102" y="27687"/>
                    <a:pt x="21789" y="27737"/>
                    <a:pt x="21659" y="27802"/>
                  </a:cubicBezTo>
                  <a:cubicBezTo>
                    <a:pt x="19045" y="29147"/>
                    <a:pt x="16431" y="30566"/>
                    <a:pt x="13892" y="32134"/>
                  </a:cubicBezTo>
                  <a:cubicBezTo>
                    <a:pt x="12772" y="31686"/>
                    <a:pt x="11651" y="31313"/>
                    <a:pt x="10606" y="30864"/>
                  </a:cubicBezTo>
                  <a:lnTo>
                    <a:pt x="18971" y="26234"/>
                  </a:lnTo>
                  <a:cubicBezTo>
                    <a:pt x="19637" y="25931"/>
                    <a:pt x="19271" y="25481"/>
                    <a:pt x="18791" y="25481"/>
                  </a:cubicBezTo>
                  <a:cubicBezTo>
                    <a:pt x="18679" y="25481"/>
                    <a:pt x="18561" y="25505"/>
                    <a:pt x="18448" y="25562"/>
                  </a:cubicBezTo>
                  <a:lnTo>
                    <a:pt x="9560" y="30416"/>
                  </a:lnTo>
                  <a:cubicBezTo>
                    <a:pt x="8290" y="29819"/>
                    <a:pt x="7170" y="28923"/>
                    <a:pt x="6199" y="27877"/>
                  </a:cubicBezTo>
                  <a:cubicBezTo>
                    <a:pt x="10680" y="25039"/>
                    <a:pt x="15460" y="22724"/>
                    <a:pt x="20464" y="20931"/>
                  </a:cubicBezTo>
                  <a:cubicBezTo>
                    <a:pt x="21205" y="20623"/>
                    <a:pt x="20823" y="20110"/>
                    <a:pt x="20289" y="20110"/>
                  </a:cubicBezTo>
                  <a:cubicBezTo>
                    <a:pt x="20177" y="20110"/>
                    <a:pt x="20058" y="20132"/>
                    <a:pt x="19941" y="20184"/>
                  </a:cubicBezTo>
                  <a:cubicBezTo>
                    <a:pt x="14937" y="21977"/>
                    <a:pt x="10158" y="24367"/>
                    <a:pt x="5676" y="27130"/>
                  </a:cubicBezTo>
                  <a:cubicBezTo>
                    <a:pt x="5228" y="26533"/>
                    <a:pt x="4855" y="25860"/>
                    <a:pt x="4556" y="25188"/>
                  </a:cubicBezTo>
                  <a:cubicBezTo>
                    <a:pt x="4407" y="24815"/>
                    <a:pt x="4257" y="24441"/>
                    <a:pt x="4183" y="24068"/>
                  </a:cubicBezTo>
                  <a:lnTo>
                    <a:pt x="18074" y="16674"/>
                  </a:lnTo>
                  <a:cubicBezTo>
                    <a:pt x="18715" y="16325"/>
                    <a:pt x="18402" y="15884"/>
                    <a:pt x="17914" y="15884"/>
                  </a:cubicBezTo>
                  <a:cubicBezTo>
                    <a:pt x="17777" y="15884"/>
                    <a:pt x="17625" y="15920"/>
                    <a:pt x="17477" y="16002"/>
                  </a:cubicBezTo>
                  <a:lnTo>
                    <a:pt x="3959" y="23172"/>
                  </a:lnTo>
                  <a:cubicBezTo>
                    <a:pt x="3660" y="22201"/>
                    <a:pt x="3585" y="21230"/>
                    <a:pt x="3510" y="20259"/>
                  </a:cubicBezTo>
                  <a:lnTo>
                    <a:pt x="20315" y="12716"/>
                  </a:lnTo>
                  <a:cubicBezTo>
                    <a:pt x="21005" y="12402"/>
                    <a:pt x="20589" y="11825"/>
                    <a:pt x="19995" y="11825"/>
                  </a:cubicBezTo>
                  <a:cubicBezTo>
                    <a:pt x="19882" y="11825"/>
                    <a:pt x="19762" y="11846"/>
                    <a:pt x="19643" y="11894"/>
                  </a:cubicBezTo>
                  <a:lnTo>
                    <a:pt x="3585" y="19139"/>
                  </a:lnTo>
                  <a:cubicBezTo>
                    <a:pt x="3585" y="18616"/>
                    <a:pt x="3660" y="18242"/>
                    <a:pt x="3734" y="17720"/>
                  </a:cubicBezTo>
                  <a:cubicBezTo>
                    <a:pt x="3809" y="16674"/>
                    <a:pt x="4108" y="15778"/>
                    <a:pt x="4407" y="14807"/>
                  </a:cubicBezTo>
                  <a:cubicBezTo>
                    <a:pt x="4519" y="14844"/>
                    <a:pt x="4612" y="14863"/>
                    <a:pt x="4696" y="14863"/>
                  </a:cubicBezTo>
                  <a:cubicBezTo>
                    <a:pt x="4780" y="14863"/>
                    <a:pt x="4855" y="14844"/>
                    <a:pt x="4929" y="14807"/>
                  </a:cubicBezTo>
                  <a:cubicBezTo>
                    <a:pt x="10232" y="12790"/>
                    <a:pt x="15386" y="10550"/>
                    <a:pt x="20464" y="8160"/>
                  </a:cubicBezTo>
                  <a:cubicBezTo>
                    <a:pt x="21118" y="7803"/>
                    <a:pt x="20779" y="7400"/>
                    <a:pt x="20275" y="7400"/>
                  </a:cubicBezTo>
                  <a:cubicBezTo>
                    <a:pt x="20145" y="7400"/>
                    <a:pt x="20004" y="7427"/>
                    <a:pt x="19867" y="7488"/>
                  </a:cubicBezTo>
                  <a:cubicBezTo>
                    <a:pt x="14937" y="9803"/>
                    <a:pt x="9859" y="11969"/>
                    <a:pt x="4780" y="13985"/>
                  </a:cubicBezTo>
                  <a:cubicBezTo>
                    <a:pt x="4780" y="13836"/>
                    <a:pt x="4855" y="13687"/>
                    <a:pt x="4929" y="13537"/>
                  </a:cubicBezTo>
                  <a:cubicBezTo>
                    <a:pt x="5602" y="12268"/>
                    <a:pt x="6423" y="10998"/>
                    <a:pt x="7394" y="9878"/>
                  </a:cubicBezTo>
                  <a:cubicBezTo>
                    <a:pt x="7469" y="9878"/>
                    <a:pt x="7618" y="9878"/>
                    <a:pt x="7768" y="9803"/>
                  </a:cubicBezTo>
                  <a:cubicBezTo>
                    <a:pt x="10531" y="8309"/>
                    <a:pt x="13518" y="7040"/>
                    <a:pt x="16581" y="6143"/>
                  </a:cubicBezTo>
                  <a:cubicBezTo>
                    <a:pt x="17312" y="5877"/>
                    <a:pt x="17214" y="5137"/>
                    <a:pt x="16604" y="5137"/>
                  </a:cubicBezTo>
                  <a:cubicBezTo>
                    <a:pt x="16529" y="5137"/>
                    <a:pt x="16446" y="5148"/>
                    <a:pt x="16356" y="5172"/>
                  </a:cubicBezTo>
                  <a:cubicBezTo>
                    <a:pt x="13892" y="5919"/>
                    <a:pt x="11427" y="6890"/>
                    <a:pt x="9112" y="8010"/>
                  </a:cubicBezTo>
                  <a:lnTo>
                    <a:pt x="8888" y="8085"/>
                  </a:lnTo>
                  <a:cubicBezTo>
                    <a:pt x="10830" y="5919"/>
                    <a:pt x="13145" y="4201"/>
                    <a:pt x="15759" y="3007"/>
                  </a:cubicBezTo>
                  <a:cubicBezTo>
                    <a:pt x="16642" y="2620"/>
                    <a:pt x="17565" y="2397"/>
                    <a:pt x="18499" y="2397"/>
                  </a:cubicBezTo>
                  <a:cubicBezTo>
                    <a:pt x="18830" y="2397"/>
                    <a:pt x="19161" y="2425"/>
                    <a:pt x="19493" y="2484"/>
                  </a:cubicBezTo>
                  <a:cubicBezTo>
                    <a:pt x="19516" y="2486"/>
                    <a:pt x="19542" y="2488"/>
                    <a:pt x="19569" y="2488"/>
                  </a:cubicBezTo>
                  <a:cubicBezTo>
                    <a:pt x="20326" y="2488"/>
                    <a:pt x="22527" y="1508"/>
                    <a:pt x="21734" y="1363"/>
                  </a:cubicBezTo>
                  <a:cubicBezTo>
                    <a:pt x="21211" y="1289"/>
                    <a:pt x="20614" y="1214"/>
                    <a:pt x="20091" y="1214"/>
                  </a:cubicBezTo>
                  <a:cubicBezTo>
                    <a:pt x="19990" y="1211"/>
                    <a:pt x="19890" y="1210"/>
                    <a:pt x="19789" y="1210"/>
                  </a:cubicBezTo>
                  <a:cubicBezTo>
                    <a:pt x="11430" y="1210"/>
                    <a:pt x="2300" y="10343"/>
                    <a:pt x="1046" y="18018"/>
                  </a:cubicBezTo>
                  <a:cubicBezTo>
                    <a:pt x="0" y="24367"/>
                    <a:pt x="2988" y="28773"/>
                    <a:pt x="7543" y="31611"/>
                  </a:cubicBezTo>
                  <a:cubicBezTo>
                    <a:pt x="7321" y="31890"/>
                    <a:pt x="7596" y="32168"/>
                    <a:pt x="7967" y="32168"/>
                  </a:cubicBezTo>
                  <a:cubicBezTo>
                    <a:pt x="8094" y="32168"/>
                    <a:pt x="8232" y="32135"/>
                    <a:pt x="8365" y="32059"/>
                  </a:cubicBezTo>
                  <a:cubicBezTo>
                    <a:pt x="12707" y="34264"/>
                    <a:pt x="17468" y="35393"/>
                    <a:pt x="22272" y="35393"/>
                  </a:cubicBezTo>
                  <a:cubicBezTo>
                    <a:pt x="22839" y="35393"/>
                    <a:pt x="23407" y="35377"/>
                    <a:pt x="23974" y="35346"/>
                  </a:cubicBezTo>
                  <a:cubicBezTo>
                    <a:pt x="29501" y="34972"/>
                    <a:pt x="34879" y="32806"/>
                    <a:pt x="39883" y="30566"/>
                  </a:cubicBezTo>
                  <a:cubicBezTo>
                    <a:pt x="44065" y="28699"/>
                    <a:pt x="49144" y="26010"/>
                    <a:pt x="49517" y="20856"/>
                  </a:cubicBezTo>
                  <a:cubicBezTo>
                    <a:pt x="49965" y="16077"/>
                    <a:pt x="46231" y="9131"/>
                    <a:pt x="42721" y="5919"/>
                  </a:cubicBezTo>
                  <a:cubicBezTo>
                    <a:pt x="40630" y="3977"/>
                    <a:pt x="38165" y="3380"/>
                    <a:pt x="35476" y="2857"/>
                  </a:cubicBezTo>
                  <a:cubicBezTo>
                    <a:pt x="31368" y="2185"/>
                    <a:pt x="27634" y="1587"/>
                    <a:pt x="23750" y="19"/>
                  </a:cubicBezTo>
                  <a:cubicBezTo>
                    <a:pt x="23638" y="7"/>
                    <a:pt x="23526" y="0"/>
                    <a:pt x="23415"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74"/>
            <p:cNvSpPr/>
            <p:nvPr/>
          </p:nvSpPr>
          <p:spPr>
            <a:xfrm>
              <a:off x="5066572" y="2845942"/>
              <a:ext cx="746475" cy="463521"/>
            </a:xfrm>
            <a:custGeom>
              <a:avLst/>
              <a:gdLst/>
              <a:ahLst/>
              <a:cxnLst/>
              <a:rect l="l" t="t" r="r" b="b"/>
              <a:pathLst>
                <a:path w="24730" h="15356" extrusionOk="0">
                  <a:moveTo>
                    <a:pt x="14207" y="1"/>
                  </a:moveTo>
                  <a:cubicBezTo>
                    <a:pt x="7292" y="1"/>
                    <a:pt x="0" y="12516"/>
                    <a:pt x="8746" y="15015"/>
                  </a:cubicBezTo>
                  <a:cubicBezTo>
                    <a:pt x="9571" y="15248"/>
                    <a:pt x="10503" y="15356"/>
                    <a:pt x="11483" y="15356"/>
                  </a:cubicBezTo>
                  <a:cubicBezTo>
                    <a:pt x="14585" y="15356"/>
                    <a:pt x="18166" y="14271"/>
                    <a:pt x="20323" y="12625"/>
                  </a:cubicBezTo>
                  <a:cubicBezTo>
                    <a:pt x="24729" y="9413"/>
                    <a:pt x="20696" y="5529"/>
                    <a:pt x="19128" y="1945"/>
                  </a:cubicBezTo>
                  <a:cubicBezTo>
                    <a:pt x="19008" y="1634"/>
                    <a:pt x="18652" y="1507"/>
                    <a:pt x="18235" y="1507"/>
                  </a:cubicBezTo>
                  <a:cubicBezTo>
                    <a:pt x="17348" y="1507"/>
                    <a:pt x="16185" y="2082"/>
                    <a:pt x="16439" y="2691"/>
                  </a:cubicBezTo>
                  <a:cubicBezTo>
                    <a:pt x="17260" y="4559"/>
                    <a:pt x="18978" y="6276"/>
                    <a:pt x="19501" y="8293"/>
                  </a:cubicBezTo>
                  <a:cubicBezTo>
                    <a:pt x="19800" y="9264"/>
                    <a:pt x="19650" y="10309"/>
                    <a:pt x="19128" y="11206"/>
                  </a:cubicBezTo>
                  <a:cubicBezTo>
                    <a:pt x="18231" y="12251"/>
                    <a:pt x="16962" y="12998"/>
                    <a:pt x="15543" y="13297"/>
                  </a:cubicBezTo>
                  <a:lnTo>
                    <a:pt x="18605" y="11131"/>
                  </a:lnTo>
                  <a:cubicBezTo>
                    <a:pt x="19175" y="10732"/>
                    <a:pt x="18700" y="10332"/>
                    <a:pt x="18178" y="10332"/>
                  </a:cubicBezTo>
                  <a:cubicBezTo>
                    <a:pt x="18016" y="10332"/>
                    <a:pt x="17850" y="10371"/>
                    <a:pt x="17709" y="10459"/>
                  </a:cubicBezTo>
                  <a:lnTo>
                    <a:pt x="13078" y="13670"/>
                  </a:lnTo>
                  <a:cubicBezTo>
                    <a:pt x="12630" y="13670"/>
                    <a:pt x="12107" y="13670"/>
                    <a:pt x="11584" y="13596"/>
                  </a:cubicBezTo>
                  <a:lnTo>
                    <a:pt x="16066" y="10160"/>
                  </a:lnTo>
                  <a:cubicBezTo>
                    <a:pt x="16416" y="9898"/>
                    <a:pt x="16099" y="9789"/>
                    <a:pt x="15717" y="9789"/>
                  </a:cubicBezTo>
                  <a:cubicBezTo>
                    <a:pt x="15447" y="9789"/>
                    <a:pt x="15144" y="9843"/>
                    <a:pt x="15020" y="9936"/>
                  </a:cubicBezTo>
                  <a:lnTo>
                    <a:pt x="10539" y="13372"/>
                  </a:lnTo>
                  <a:cubicBezTo>
                    <a:pt x="9867" y="13222"/>
                    <a:pt x="9194" y="12849"/>
                    <a:pt x="8672" y="12401"/>
                  </a:cubicBezTo>
                  <a:lnTo>
                    <a:pt x="14871" y="8069"/>
                  </a:lnTo>
                  <a:cubicBezTo>
                    <a:pt x="15433" y="7675"/>
                    <a:pt x="14979" y="7239"/>
                    <a:pt x="14465" y="7239"/>
                  </a:cubicBezTo>
                  <a:cubicBezTo>
                    <a:pt x="14297" y="7239"/>
                    <a:pt x="14122" y="7286"/>
                    <a:pt x="13974" y="7397"/>
                  </a:cubicBezTo>
                  <a:lnTo>
                    <a:pt x="7999" y="11504"/>
                  </a:lnTo>
                  <a:cubicBezTo>
                    <a:pt x="7626" y="10832"/>
                    <a:pt x="7402" y="10085"/>
                    <a:pt x="7477" y="9264"/>
                  </a:cubicBezTo>
                  <a:cubicBezTo>
                    <a:pt x="7701" y="9264"/>
                    <a:pt x="7925" y="9189"/>
                    <a:pt x="8149" y="9114"/>
                  </a:cubicBezTo>
                  <a:cubicBezTo>
                    <a:pt x="10240" y="7770"/>
                    <a:pt x="12182" y="6351"/>
                    <a:pt x="14049" y="4783"/>
                  </a:cubicBezTo>
                  <a:cubicBezTo>
                    <a:pt x="14153" y="4705"/>
                    <a:pt x="14067" y="4672"/>
                    <a:pt x="13900" y="4672"/>
                  </a:cubicBezTo>
                  <a:cubicBezTo>
                    <a:pt x="13590" y="4672"/>
                    <a:pt x="13000" y="4786"/>
                    <a:pt x="12854" y="4932"/>
                  </a:cubicBezTo>
                  <a:cubicBezTo>
                    <a:pt x="11136" y="6351"/>
                    <a:pt x="9344" y="7621"/>
                    <a:pt x="7477" y="8816"/>
                  </a:cubicBezTo>
                  <a:lnTo>
                    <a:pt x="7477" y="8592"/>
                  </a:lnTo>
                  <a:cubicBezTo>
                    <a:pt x="7626" y="7546"/>
                    <a:pt x="7999" y="6575"/>
                    <a:pt x="8597" y="5679"/>
                  </a:cubicBezTo>
                  <a:cubicBezTo>
                    <a:pt x="8677" y="5699"/>
                    <a:pt x="8762" y="5708"/>
                    <a:pt x="8852" y="5708"/>
                  </a:cubicBezTo>
                  <a:cubicBezTo>
                    <a:pt x="9096" y="5708"/>
                    <a:pt x="9369" y="5639"/>
                    <a:pt x="9642" y="5529"/>
                  </a:cubicBezTo>
                  <a:cubicBezTo>
                    <a:pt x="11211" y="4484"/>
                    <a:pt x="12854" y="3588"/>
                    <a:pt x="14646" y="2990"/>
                  </a:cubicBezTo>
                  <a:cubicBezTo>
                    <a:pt x="15380" y="2764"/>
                    <a:pt x="15047" y="2538"/>
                    <a:pt x="14615" y="2538"/>
                  </a:cubicBezTo>
                  <a:cubicBezTo>
                    <a:pt x="14476" y="2538"/>
                    <a:pt x="14326" y="2562"/>
                    <a:pt x="14198" y="2617"/>
                  </a:cubicBezTo>
                  <a:cubicBezTo>
                    <a:pt x="12257" y="3289"/>
                    <a:pt x="10464" y="4185"/>
                    <a:pt x="8821" y="5305"/>
                  </a:cubicBezTo>
                  <a:cubicBezTo>
                    <a:pt x="9120" y="4783"/>
                    <a:pt x="9568" y="4260"/>
                    <a:pt x="10016" y="3737"/>
                  </a:cubicBezTo>
                  <a:cubicBezTo>
                    <a:pt x="10240" y="3438"/>
                    <a:pt x="10539" y="3140"/>
                    <a:pt x="10837" y="2915"/>
                  </a:cubicBezTo>
                  <a:cubicBezTo>
                    <a:pt x="11694" y="2210"/>
                    <a:pt x="12619" y="1742"/>
                    <a:pt x="13520" y="1742"/>
                  </a:cubicBezTo>
                  <a:cubicBezTo>
                    <a:pt x="13954" y="1742"/>
                    <a:pt x="14383" y="1851"/>
                    <a:pt x="14796" y="2094"/>
                  </a:cubicBezTo>
                  <a:cubicBezTo>
                    <a:pt x="14945" y="2131"/>
                    <a:pt x="15095" y="2150"/>
                    <a:pt x="15244" y="2150"/>
                  </a:cubicBezTo>
                  <a:cubicBezTo>
                    <a:pt x="15393" y="2150"/>
                    <a:pt x="15543" y="2131"/>
                    <a:pt x="15692" y="2094"/>
                  </a:cubicBezTo>
                  <a:cubicBezTo>
                    <a:pt x="16663" y="1870"/>
                    <a:pt x="17783" y="1123"/>
                    <a:pt x="16962" y="750"/>
                  </a:cubicBezTo>
                  <a:cubicBezTo>
                    <a:pt x="16078" y="232"/>
                    <a:pt x="15146" y="1"/>
                    <a:pt x="142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74"/>
            <p:cNvSpPr/>
            <p:nvPr/>
          </p:nvSpPr>
          <p:spPr>
            <a:xfrm>
              <a:off x="5925708" y="1691785"/>
              <a:ext cx="670016" cy="1494701"/>
            </a:xfrm>
            <a:custGeom>
              <a:avLst/>
              <a:gdLst/>
              <a:ahLst/>
              <a:cxnLst/>
              <a:rect l="l" t="t" r="r" b="b"/>
              <a:pathLst>
                <a:path w="22197" h="49518" extrusionOk="0">
                  <a:moveTo>
                    <a:pt x="17701" y="0"/>
                  </a:moveTo>
                  <a:cubicBezTo>
                    <a:pt x="16880" y="0"/>
                    <a:pt x="16133" y="150"/>
                    <a:pt x="15386" y="224"/>
                  </a:cubicBezTo>
                  <a:cubicBezTo>
                    <a:pt x="10681" y="747"/>
                    <a:pt x="6648" y="2465"/>
                    <a:pt x="4482" y="7245"/>
                  </a:cubicBezTo>
                  <a:cubicBezTo>
                    <a:pt x="747" y="15460"/>
                    <a:pt x="1195" y="26514"/>
                    <a:pt x="1046" y="35327"/>
                  </a:cubicBezTo>
                  <a:cubicBezTo>
                    <a:pt x="971" y="38987"/>
                    <a:pt x="0" y="44289"/>
                    <a:pt x="2839" y="47202"/>
                  </a:cubicBezTo>
                  <a:cubicBezTo>
                    <a:pt x="4407" y="48696"/>
                    <a:pt x="6498" y="49443"/>
                    <a:pt x="8664" y="49443"/>
                  </a:cubicBezTo>
                  <a:cubicBezTo>
                    <a:pt x="9187" y="49517"/>
                    <a:pt x="9710" y="49517"/>
                    <a:pt x="10307" y="49517"/>
                  </a:cubicBezTo>
                  <a:cubicBezTo>
                    <a:pt x="11353" y="49517"/>
                    <a:pt x="12473" y="49368"/>
                    <a:pt x="13519" y="49069"/>
                  </a:cubicBezTo>
                  <a:cubicBezTo>
                    <a:pt x="18747" y="47800"/>
                    <a:pt x="21137" y="43617"/>
                    <a:pt x="22108" y="37792"/>
                  </a:cubicBezTo>
                  <a:cubicBezTo>
                    <a:pt x="22196" y="37407"/>
                    <a:pt x="21817" y="37245"/>
                    <a:pt x="21317" y="37245"/>
                  </a:cubicBezTo>
                  <a:cubicBezTo>
                    <a:pt x="20554" y="37245"/>
                    <a:pt x="19509" y="37623"/>
                    <a:pt x="19419" y="38165"/>
                  </a:cubicBezTo>
                  <a:cubicBezTo>
                    <a:pt x="19195" y="40256"/>
                    <a:pt x="18672" y="42273"/>
                    <a:pt x="17850" y="44215"/>
                  </a:cubicBezTo>
                  <a:cubicBezTo>
                    <a:pt x="17626" y="44663"/>
                    <a:pt x="17402" y="45036"/>
                    <a:pt x="17104" y="45410"/>
                  </a:cubicBezTo>
                  <a:cubicBezTo>
                    <a:pt x="16133" y="46380"/>
                    <a:pt x="14938" y="47127"/>
                    <a:pt x="13593" y="47501"/>
                  </a:cubicBezTo>
                  <a:lnTo>
                    <a:pt x="17328" y="43692"/>
                  </a:lnTo>
                  <a:cubicBezTo>
                    <a:pt x="17706" y="43313"/>
                    <a:pt x="17336" y="43115"/>
                    <a:pt x="16899" y="43115"/>
                  </a:cubicBezTo>
                  <a:cubicBezTo>
                    <a:pt x="16647" y="43115"/>
                    <a:pt x="16372" y="43181"/>
                    <a:pt x="16207" y="43318"/>
                  </a:cubicBezTo>
                  <a:lnTo>
                    <a:pt x="11876" y="47725"/>
                  </a:lnTo>
                  <a:cubicBezTo>
                    <a:pt x="11801" y="47800"/>
                    <a:pt x="11726" y="47874"/>
                    <a:pt x="11726" y="47949"/>
                  </a:cubicBezTo>
                  <a:cubicBezTo>
                    <a:pt x="11241" y="48024"/>
                    <a:pt x="10737" y="48061"/>
                    <a:pt x="10223" y="48061"/>
                  </a:cubicBezTo>
                  <a:cubicBezTo>
                    <a:pt x="9710" y="48061"/>
                    <a:pt x="9187" y="48024"/>
                    <a:pt x="8664" y="47949"/>
                  </a:cubicBezTo>
                  <a:cubicBezTo>
                    <a:pt x="11278" y="45783"/>
                    <a:pt x="13892" y="43692"/>
                    <a:pt x="16656" y="41675"/>
                  </a:cubicBezTo>
                  <a:cubicBezTo>
                    <a:pt x="17171" y="41314"/>
                    <a:pt x="16797" y="41060"/>
                    <a:pt x="16344" y="41060"/>
                  </a:cubicBezTo>
                  <a:cubicBezTo>
                    <a:pt x="16140" y="41060"/>
                    <a:pt x="15921" y="41111"/>
                    <a:pt x="15759" y="41227"/>
                  </a:cubicBezTo>
                  <a:cubicBezTo>
                    <a:pt x="12996" y="43244"/>
                    <a:pt x="10158" y="45410"/>
                    <a:pt x="7618" y="47650"/>
                  </a:cubicBezTo>
                  <a:cubicBezTo>
                    <a:pt x="7021" y="47501"/>
                    <a:pt x="6498" y="47202"/>
                    <a:pt x="5975" y="46829"/>
                  </a:cubicBezTo>
                  <a:cubicBezTo>
                    <a:pt x="8664" y="44289"/>
                    <a:pt x="11502" y="41825"/>
                    <a:pt x="14490" y="39509"/>
                  </a:cubicBezTo>
                  <a:cubicBezTo>
                    <a:pt x="15026" y="39134"/>
                    <a:pt x="14599" y="38835"/>
                    <a:pt x="14122" y="38835"/>
                  </a:cubicBezTo>
                  <a:cubicBezTo>
                    <a:pt x="13935" y="38835"/>
                    <a:pt x="13741" y="38881"/>
                    <a:pt x="13593" y="38987"/>
                  </a:cubicBezTo>
                  <a:cubicBezTo>
                    <a:pt x="10681" y="41302"/>
                    <a:pt x="7917" y="43692"/>
                    <a:pt x="5228" y="46156"/>
                  </a:cubicBezTo>
                  <a:cubicBezTo>
                    <a:pt x="4855" y="45783"/>
                    <a:pt x="4556" y="45410"/>
                    <a:pt x="4407" y="44961"/>
                  </a:cubicBezTo>
                  <a:cubicBezTo>
                    <a:pt x="7693" y="42198"/>
                    <a:pt x="11129" y="39659"/>
                    <a:pt x="14788" y="37418"/>
                  </a:cubicBezTo>
                  <a:cubicBezTo>
                    <a:pt x="15331" y="37038"/>
                    <a:pt x="14888" y="36777"/>
                    <a:pt x="14404" y="36777"/>
                  </a:cubicBezTo>
                  <a:cubicBezTo>
                    <a:pt x="14223" y="36777"/>
                    <a:pt x="14035" y="36814"/>
                    <a:pt x="13892" y="36895"/>
                  </a:cubicBezTo>
                  <a:cubicBezTo>
                    <a:pt x="10457" y="39061"/>
                    <a:pt x="7170" y="41451"/>
                    <a:pt x="3959" y="44065"/>
                  </a:cubicBezTo>
                  <a:cubicBezTo>
                    <a:pt x="3735" y="43468"/>
                    <a:pt x="3585" y="42945"/>
                    <a:pt x="3511" y="42347"/>
                  </a:cubicBezTo>
                  <a:lnTo>
                    <a:pt x="14639" y="33236"/>
                  </a:lnTo>
                  <a:lnTo>
                    <a:pt x="14938" y="33012"/>
                  </a:lnTo>
                  <a:cubicBezTo>
                    <a:pt x="15087" y="32862"/>
                    <a:pt x="14788" y="32862"/>
                    <a:pt x="14490" y="32862"/>
                  </a:cubicBezTo>
                  <a:cubicBezTo>
                    <a:pt x="14191" y="32862"/>
                    <a:pt x="13967" y="32937"/>
                    <a:pt x="13668" y="33086"/>
                  </a:cubicBezTo>
                  <a:lnTo>
                    <a:pt x="3361" y="41451"/>
                  </a:lnTo>
                  <a:cubicBezTo>
                    <a:pt x="3287" y="40928"/>
                    <a:pt x="3287" y="40406"/>
                    <a:pt x="3212" y="39883"/>
                  </a:cubicBezTo>
                  <a:cubicBezTo>
                    <a:pt x="3361" y="39808"/>
                    <a:pt x="3511" y="39733"/>
                    <a:pt x="3660" y="39659"/>
                  </a:cubicBezTo>
                  <a:cubicBezTo>
                    <a:pt x="6423" y="36597"/>
                    <a:pt x="9635" y="33983"/>
                    <a:pt x="13145" y="31891"/>
                  </a:cubicBezTo>
                  <a:cubicBezTo>
                    <a:pt x="13684" y="31568"/>
                    <a:pt x="13252" y="31323"/>
                    <a:pt x="12773" y="31323"/>
                  </a:cubicBezTo>
                  <a:cubicBezTo>
                    <a:pt x="12588" y="31323"/>
                    <a:pt x="12395" y="31360"/>
                    <a:pt x="12249" y="31443"/>
                  </a:cubicBezTo>
                  <a:cubicBezTo>
                    <a:pt x="8888" y="33460"/>
                    <a:pt x="5901" y="35924"/>
                    <a:pt x="3212" y="38763"/>
                  </a:cubicBezTo>
                  <a:lnTo>
                    <a:pt x="3212" y="36447"/>
                  </a:lnTo>
                  <a:cubicBezTo>
                    <a:pt x="6498" y="33833"/>
                    <a:pt x="9934" y="31443"/>
                    <a:pt x="13593" y="29427"/>
                  </a:cubicBezTo>
                  <a:cubicBezTo>
                    <a:pt x="13967" y="29203"/>
                    <a:pt x="14266" y="28979"/>
                    <a:pt x="14639" y="28829"/>
                  </a:cubicBezTo>
                  <a:cubicBezTo>
                    <a:pt x="15160" y="28545"/>
                    <a:pt x="14870" y="28441"/>
                    <a:pt x="14493" y="28441"/>
                  </a:cubicBezTo>
                  <a:cubicBezTo>
                    <a:pt x="14276" y="28441"/>
                    <a:pt x="14029" y="28476"/>
                    <a:pt x="13892" y="28531"/>
                  </a:cubicBezTo>
                  <a:cubicBezTo>
                    <a:pt x="13743" y="28605"/>
                    <a:pt x="13593" y="28755"/>
                    <a:pt x="13444" y="28829"/>
                  </a:cubicBezTo>
                  <a:cubicBezTo>
                    <a:pt x="9859" y="30696"/>
                    <a:pt x="6423" y="33012"/>
                    <a:pt x="3212" y="35551"/>
                  </a:cubicBezTo>
                  <a:cubicBezTo>
                    <a:pt x="3287" y="34207"/>
                    <a:pt x="3436" y="32937"/>
                    <a:pt x="3585" y="31817"/>
                  </a:cubicBezTo>
                  <a:cubicBezTo>
                    <a:pt x="6498" y="29501"/>
                    <a:pt x="9486" y="27336"/>
                    <a:pt x="12622" y="25244"/>
                  </a:cubicBezTo>
                  <a:cubicBezTo>
                    <a:pt x="12866" y="25071"/>
                    <a:pt x="12705" y="25010"/>
                    <a:pt x="12440" y="25010"/>
                  </a:cubicBezTo>
                  <a:cubicBezTo>
                    <a:pt x="12136" y="25010"/>
                    <a:pt x="11697" y="25090"/>
                    <a:pt x="11577" y="25170"/>
                  </a:cubicBezTo>
                  <a:cubicBezTo>
                    <a:pt x="8813" y="26962"/>
                    <a:pt x="6199" y="28829"/>
                    <a:pt x="3660" y="30771"/>
                  </a:cubicBezTo>
                  <a:cubicBezTo>
                    <a:pt x="3735" y="30024"/>
                    <a:pt x="3809" y="29277"/>
                    <a:pt x="3809" y="28680"/>
                  </a:cubicBezTo>
                  <a:cubicBezTo>
                    <a:pt x="3809" y="28082"/>
                    <a:pt x="3884" y="27634"/>
                    <a:pt x="3884" y="27186"/>
                  </a:cubicBezTo>
                  <a:cubicBezTo>
                    <a:pt x="7096" y="24946"/>
                    <a:pt x="10158" y="22556"/>
                    <a:pt x="13145" y="20016"/>
                  </a:cubicBezTo>
                  <a:lnTo>
                    <a:pt x="13220" y="19942"/>
                  </a:lnTo>
                  <a:cubicBezTo>
                    <a:pt x="13444" y="19792"/>
                    <a:pt x="13369" y="19643"/>
                    <a:pt x="13145" y="19643"/>
                  </a:cubicBezTo>
                  <a:cubicBezTo>
                    <a:pt x="12847" y="19643"/>
                    <a:pt x="12473" y="19643"/>
                    <a:pt x="12174" y="19867"/>
                  </a:cubicBezTo>
                  <a:cubicBezTo>
                    <a:pt x="9486" y="22108"/>
                    <a:pt x="6797" y="24199"/>
                    <a:pt x="3959" y="26215"/>
                  </a:cubicBezTo>
                  <a:cubicBezTo>
                    <a:pt x="4034" y="25319"/>
                    <a:pt x="4108" y="24273"/>
                    <a:pt x="4183" y="23302"/>
                  </a:cubicBezTo>
                  <a:lnTo>
                    <a:pt x="13519" y="17178"/>
                  </a:lnTo>
                  <a:cubicBezTo>
                    <a:pt x="14116" y="16805"/>
                    <a:pt x="14714" y="16431"/>
                    <a:pt x="15236" y="16058"/>
                  </a:cubicBezTo>
                  <a:cubicBezTo>
                    <a:pt x="15489" y="15869"/>
                    <a:pt x="15395" y="15799"/>
                    <a:pt x="15185" y="15799"/>
                  </a:cubicBezTo>
                  <a:cubicBezTo>
                    <a:pt x="14898" y="15799"/>
                    <a:pt x="14395" y="15929"/>
                    <a:pt x="14266" y="16058"/>
                  </a:cubicBezTo>
                  <a:lnTo>
                    <a:pt x="13668" y="16431"/>
                  </a:lnTo>
                  <a:lnTo>
                    <a:pt x="4183" y="22630"/>
                  </a:lnTo>
                  <a:cubicBezTo>
                    <a:pt x="4258" y="21510"/>
                    <a:pt x="4407" y="20464"/>
                    <a:pt x="4482" y="19344"/>
                  </a:cubicBezTo>
                  <a:cubicBezTo>
                    <a:pt x="4556" y="19344"/>
                    <a:pt x="4631" y="19269"/>
                    <a:pt x="4706" y="19269"/>
                  </a:cubicBezTo>
                  <a:lnTo>
                    <a:pt x="14714" y="12398"/>
                  </a:lnTo>
                  <a:lnTo>
                    <a:pt x="15610" y="11801"/>
                  </a:lnTo>
                  <a:cubicBezTo>
                    <a:pt x="16207" y="11427"/>
                    <a:pt x="15685" y="11129"/>
                    <a:pt x="15162" y="11129"/>
                  </a:cubicBezTo>
                  <a:cubicBezTo>
                    <a:pt x="15012" y="11129"/>
                    <a:pt x="14863" y="11203"/>
                    <a:pt x="14714" y="11278"/>
                  </a:cubicBezTo>
                  <a:lnTo>
                    <a:pt x="4780" y="18149"/>
                  </a:lnTo>
                  <a:cubicBezTo>
                    <a:pt x="4930" y="16805"/>
                    <a:pt x="5079" y="15460"/>
                    <a:pt x="5303" y="14116"/>
                  </a:cubicBezTo>
                  <a:cubicBezTo>
                    <a:pt x="8216" y="12025"/>
                    <a:pt x="11278" y="10083"/>
                    <a:pt x="14490" y="8365"/>
                  </a:cubicBezTo>
                  <a:cubicBezTo>
                    <a:pt x="15091" y="8037"/>
                    <a:pt x="14612" y="7829"/>
                    <a:pt x="14136" y="7829"/>
                  </a:cubicBezTo>
                  <a:cubicBezTo>
                    <a:pt x="13962" y="7829"/>
                    <a:pt x="13788" y="7857"/>
                    <a:pt x="13668" y="7917"/>
                  </a:cubicBezTo>
                  <a:cubicBezTo>
                    <a:pt x="10830" y="9486"/>
                    <a:pt x="8141" y="11129"/>
                    <a:pt x="5453" y="12996"/>
                  </a:cubicBezTo>
                  <a:cubicBezTo>
                    <a:pt x="5751" y="11502"/>
                    <a:pt x="6125" y="10008"/>
                    <a:pt x="6648" y="8589"/>
                  </a:cubicBezTo>
                  <a:lnTo>
                    <a:pt x="16058" y="2764"/>
                  </a:lnTo>
                  <a:cubicBezTo>
                    <a:pt x="16336" y="2590"/>
                    <a:pt x="16194" y="2529"/>
                    <a:pt x="15931" y="2529"/>
                  </a:cubicBezTo>
                  <a:cubicBezTo>
                    <a:pt x="15631" y="2529"/>
                    <a:pt x="15172" y="2609"/>
                    <a:pt x="15012" y="2689"/>
                  </a:cubicBezTo>
                  <a:lnTo>
                    <a:pt x="7021" y="7618"/>
                  </a:lnTo>
                  <a:cubicBezTo>
                    <a:pt x="7245" y="7170"/>
                    <a:pt x="7544" y="6722"/>
                    <a:pt x="7768" y="6274"/>
                  </a:cubicBezTo>
                  <a:cubicBezTo>
                    <a:pt x="7768" y="6199"/>
                    <a:pt x="7917" y="6125"/>
                    <a:pt x="7917" y="6050"/>
                  </a:cubicBezTo>
                  <a:cubicBezTo>
                    <a:pt x="9784" y="3212"/>
                    <a:pt x="12772" y="1569"/>
                    <a:pt x="17552" y="1494"/>
                  </a:cubicBezTo>
                  <a:cubicBezTo>
                    <a:pt x="18000" y="1419"/>
                    <a:pt x="18373" y="1270"/>
                    <a:pt x="18747" y="1046"/>
                  </a:cubicBezTo>
                  <a:cubicBezTo>
                    <a:pt x="19419" y="598"/>
                    <a:pt x="19792" y="0"/>
                    <a:pt x="185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4"/>
            <p:cNvSpPr/>
            <p:nvPr/>
          </p:nvSpPr>
          <p:spPr>
            <a:xfrm>
              <a:off x="5779163" y="674030"/>
              <a:ext cx="633523" cy="785384"/>
            </a:xfrm>
            <a:custGeom>
              <a:avLst/>
              <a:gdLst/>
              <a:ahLst/>
              <a:cxnLst/>
              <a:rect l="l" t="t" r="r" b="b"/>
              <a:pathLst>
                <a:path w="20988" h="26019" extrusionOk="0">
                  <a:moveTo>
                    <a:pt x="7491" y="0"/>
                  </a:moveTo>
                  <a:cubicBezTo>
                    <a:pt x="7376" y="0"/>
                    <a:pt x="7245" y="11"/>
                    <a:pt x="7096" y="35"/>
                  </a:cubicBezTo>
                  <a:cubicBezTo>
                    <a:pt x="2316" y="782"/>
                    <a:pt x="374" y="5039"/>
                    <a:pt x="150" y="9595"/>
                  </a:cubicBezTo>
                  <a:cubicBezTo>
                    <a:pt x="1" y="13703"/>
                    <a:pt x="1495" y="17736"/>
                    <a:pt x="4333" y="20723"/>
                  </a:cubicBezTo>
                  <a:cubicBezTo>
                    <a:pt x="4183" y="20872"/>
                    <a:pt x="4333" y="20872"/>
                    <a:pt x="4407" y="20947"/>
                  </a:cubicBezTo>
                  <a:cubicBezTo>
                    <a:pt x="5528" y="22067"/>
                    <a:pt x="6797" y="23038"/>
                    <a:pt x="8142" y="23860"/>
                  </a:cubicBezTo>
                  <a:cubicBezTo>
                    <a:pt x="9813" y="24745"/>
                    <a:pt x="12941" y="26018"/>
                    <a:pt x="15587" y="26018"/>
                  </a:cubicBezTo>
                  <a:cubicBezTo>
                    <a:pt x="16960" y="26018"/>
                    <a:pt x="18204" y="25675"/>
                    <a:pt x="19046" y="24756"/>
                  </a:cubicBezTo>
                  <a:cubicBezTo>
                    <a:pt x="20091" y="23636"/>
                    <a:pt x="20988" y="19528"/>
                    <a:pt x="20913" y="17885"/>
                  </a:cubicBezTo>
                  <a:cubicBezTo>
                    <a:pt x="20838" y="16242"/>
                    <a:pt x="20316" y="16018"/>
                    <a:pt x="19419" y="14748"/>
                  </a:cubicBezTo>
                  <a:cubicBezTo>
                    <a:pt x="17926" y="12956"/>
                    <a:pt x="16805" y="10864"/>
                    <a:pt x="16133" y="8699"/>
                  </a:cubicBezTo>
                  <a:cubicBezTo>
                    <a:pt x="16032" y="8343"/>
                    <a:pt x="15654" y="8195"/>
                    <a:pt x="15212" y="8195"/>
                  </a:cubicBezTo>
                  <a:cubicBezTo>
                    <a:pt x="14352" y="8195"/>
                    <a:pt x="13247" y="8755"/>
                    <a:pt x="13444" y="9445"/>
                  </a:cubicBezTo>
                  <a:cubicBezTo>
                    <a:pt x="13743" y="10715"/>
                    <a:pt x="14266" y="11985"/>
                    <a:pt x="14938" y="13254"/>
                  </a:cubicBezTo>
                  <a:cubicBezTo>
                    <a:pt x="15013" y="13329"/>
                    <a:pt x="15087" y="13479"/>
                    <a:pt x="15162" y="13628"/>
                  </a:cubicBezTo>
                  <a:cubicBezTo>
                    <a:pt x="15834" y="14673"/>
                    <a:pt x="17179" y="15644"/>
                    <a:pt x="17702" y="16690"/>
                  </a:cubicBezTo>
                  <a:cubicBezTo>
                    <a:pt x="18299" y="18034"/>
                    <a:pt x="17851" y="21246"/>
                    <a:pt x="17104" y="22665"/>
                  </a:cubicBezTo>
                  <a:cubicBezTo>
                    <a:pt x="16508" y="23694"/>
                    <a:pt x="15677" y="24095"/>
                    <a:pt x="14752" y="24095"/>
                  </a:cubicBezTo>
                  <a:cubicBezTo>
                    <a:pt x="14402" y="24095"/>
                    <a:pt x="14038" y="24037"/>
                    <a:pt x="13668" y="23935"/>
                  </a:cubicBezTo>
                  <a:lnTo>
                    <a:pt x="17477" y="20648"/>
                  </a:lnTo>
                  <a:cubicBezTo>
                    <a:pt x="18013" y="20220"/>
                    <a:pt x="17589" y="19869"/>
                    <a:pt x="17114" y="19869"/>
                  </a:cubicBezTo>
                  <a:cubicBezTo>
                    <a:pt x="16926" y="19869"/>
                    <a:pt x="16729" y="19924"/>
                    <a:pt x="16581" y="20051"/>
                  </a:cubicBezTo>
                  <a:lnTo>
                    <a:pt x="12473" y="23561"/>
                  </a:lnTo>
                  <a:cubicBezTo>
                    <a:pt x="11876" y="23262"/>
                    <a:pt x="11353" y="23038"/>
                    <a:pt x="10830" y="22740"/>
                  </a:cubicBezTo>
                  <a:cubicBezTo>
                    <a:pt x="10905" y="22740"/>
                    <a:pt x="10980" y="22665"/>
                    <a:pt x="11054" y="22590"/>
                  </a:cubicBezTo>
                  <a:lnTo>
                    <a:pt x="16581" y="17885"/>
                  </a:lnTo>
                  <a:cubicBezTo>
                    <a:pt x="16857" y="17648"/>
                    <a:pt x="16613" y="17557"/>
                    <a:pt x="16287" y="17557"/>
                  </a:cubicBezTo>
                  <a:cubicBezTo>
                    <a:pt x="15996" y="17557"/>
                    <a:pt x="15641" y="17630"/>
                    <a:pt x="15536" y="17736"/>
                  </a:cubicBezTo>
                  <a:lnTo>
                    <a:pt x="10083" y="22366"/>
                  </a:lnTo>
                  <a:cubicBezTo>
                    <a:pt x="9635" y="22067"/>
                    <a:pt x="9262" y="21843"/>
                    <a:pt x="8814" y="21545"/>
                  </a:cubicBezTo>
                  <a:lnTo>
                    <a:pt x="15237" y="16242"/>
                  </a:lnTo>
                  <a:cubicBezTo>
                    <a:pt x="15757" y="15826"/>
                    <a:pt x="15371" y="15554"/>
                    <a:pt x="14938" y="15554"/>
                  </a:cubicBezTo>
                  <a:cubicBezTo>
                    <a:pt x="14749" y="15554"/>
                    <a:pt x="14551" y="15606"/>
                    <a:pt x="14415" y="15719"/>
                  </a:cubicBezTo>
                  <a:lnTo>
                    <a:pt x="8067" y="20947"/>
                  </a:lnTo>
                  <a:cubicBezTo>
                    <a:pt x="7544" y="20499"/>
                    <a:pt x="7096" y="20126"/>
                    <a:pt x="6723" y="19677"/>
                  </a:cubicBezTo>
                  <a:lnTo>
                    <a:pt x="12772" y="14375"/>
                  </a:lnTo>
                  <a:cubicBezTo>
                    <a:pt x="13131" y="14106"/>
                    <a:pt x="12790" y="13971"/>
                    <a:pt x="12380" y="13971"/>
                  </a:cubicBezTo>
                  <a:cubicBezTo>
                    <a:pt x="12106" y="13971"/>
                    <a:pt x="11801" y="14031"/>
                    <a:pt x="11652" y="14151"/>
                  </a:cubicBezTo>
                  <a:lnTo>
                    <a:pt x="6050" y="19005"/>
                  </a:lnTo>
                  <a:cubicBezTo>
                    <a:pt x="5752" y="18557"/>
                    <a:pt x="5453" y="18184"/>
                    <a:pt x="5154" y="17736"/>
                  </a:cubicBezTo>
                  <a:cubicBezTo>
                    <a:pt x="5080" y="17586"/>
                    <a:pt x="4930" y="17512"/>
                    <a:pt x="4855" y="17362"/>
                  </a:cubicBezTo>
                  <a:lnTo>
                    <a:pt x="10905" y="12134"/>
                  </a:lnTo>
                  <a:cubicBezTo>
                    <a:pt x="11011" y="12081"/>
                    <a:pt x="10929" y="12056"/>
                    <a:pt x="10766" y="12056"/>
                  </a:cubicBezTo>
                  <a:cubicBezTo>
                    <a:pt x="10470" y="12056"/>
                    <a:pt x="9903" y="12139"/>
                    <a:pt x="9710" y="12284"/>
                  </a:cubicBezTo>
                  <a:lnTo>
                    <a:pt x="4557" y="16690"/>
                  </a:lnTo>
                  <a:lnTo>
                    <a:pt x="4482" y="16765"/>
                  </a:lnTo>
                  <a:cubicBezTo>
                    <a:pt x="4034" y="15943"/>
                    <a:pt x="3735" y="15196"/>
                    <a:pt x="3436" y="14375"/>
                  </a:cubicBezTo>
                  <a:lnTo>
                    <a:pt x="9038" y="9371"/>
                  </a:lnTo>
                  <a:cubicBezTo>
                    <a:pt x="9157" y="9251"/>
                    <a:pt x="9038" y="9203"/>
                    <a:pt x="8832" y="9203"/>
                  </a:cubicBezTo>
                  <a:cubicBezTo>
                    <a:pt x="8524" y="9203"/>
                    <a:pt x="8022" y="9311"/>
                    <a:pt x="7843" y="9445"/>
                  </a:cubicBezTo>
                  <a:lnTo>
                    <a:pt x="3362" y="13553"/>
                  </a:lnTo>
                  <a:lnTo>
                    <a:pt x="3362" y="13404"/>
                  </a:lnTo>
                  <a:cubicBezTo>
                    <a:pt x="3138" y="12508"/>
                    <a:pt x="2988" y="11611"/>
                    <a:pt x="2988" y="10640"/>
                  </a:cubicBezTo>
                  <a:cubicBezTo>
                    <a:pt x="4557" y="9147"/>
                    <a:pt x="6125" y="7653"/>
                    <a:pt x="7843" y="6309"/>
                  </a:cubicBezTo>
                  <a:cubicBezTo>
                    <a:pt x="8183" y="6011"/>
                    <a:pt x="7894" y="5883"/>
                    <a:pt x="7526" y="5883"/>
                  </a:cubicBezTo>
                  <a:cubicBezTo>
                    <a:pt x="7248" y="5883"/>
                    <a:pt x="6926" y="5956"/>
                    <a:pt x="6797" y="6085"/>
                  </a:cubicBezTo>
                  <a:cubicBezTo>
                    <a:pt x="5453" y="7130"/>
                    <a:pt x="4183" y="8325"/>
                    <a:pt x="2914" y="9445"/>
                  </a:cubicBezTo>
                  <a:cubicBezTo>
                    <a:pt x="2914" y="8325"/>
                    <a:pt x="2988" y="7205"/>
                    <a:pt x="3212" y="6085"/>
                  </a:cubicBezTo>
                  <a:cubicBezTo>
                    <a:pt x="4557" y="4890"/>
                    <a:pt x="5976" y="3769"/>
                    <a:pt x="7544" y="2798"/>
                  </a:cubicBezTo>
                  <a:cubicBezTo>
                    <a:pt x="7768" y="2649"/>
                    <a:pt x="7843" y="2500"/>
                    <a:pt x="7694" y="2350"/>
                  </a:cubicBezTo>
                  <a:cubicBezTo>
                    <a:pt x="7544" y="2151"/>
                    <a:pt x="7295" y="2052"/>
                    <a:pt x="7035" y="2052"/>
                  </a:cubicBezTo>
                  <a:cubicBezTo>
                    <a:pt x="6905" y="2052"/>
                    <a:pt x="6772" y="2076"/>
                    <a:pt x="6648" y="2126"/>
                  </a:cubicBezTo>
                  <a:lnTo>
                    <a:pt x="6573" y="2126"/>
                  </a:lnTo>
                  <a:cubicBezTo>
                    <a:pt x="5677" y="2724"/>
                    <a:pt x="4781" y="3321"/>
                    <a:pt x="3885" y="4068"/>
                  </a:cubicBezTo>
                  <a:cubicBezTo>
                    <a:pt x="4183" y="3471"/>
                    <a:pt x="4482" y="2948"/>
                    <a:pt x="5005" y="2574"/>
                  </a:cubicBezTo>
                  <a:cubicBezTo>
                    <a:pt x="5453" y="2052"/>
                    <a:pt x="6050" y="1827"/>
                    <a:pt x="6723" y="1678"/>
                  </a:cubicBezTo>
                  <a:cubicBezTo>
                    <a:pt x="7960" y="1472"/>
                    <a:pt x="8818" y="0"/>
                    <a:pt x="74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74"/>
            <p:cNvSpPr/>
            <p:nvPr/>
          </p:nvSpPr>
          <p:spPr>
            <a:xfrm>
              <a:off x="5650668" y="3613408"/>
              <a:ext cx="597512" cy="653777"/>
            </a:xfrm>
            <a:custGeom>
              <a:avLst/>
              <a:gdLst/>
              <a:ahLst/>
              <a:cxnLst/>
              <a:rect l="l" t="t" r="r" b="b"/>
              <a:pathLst>
                <a:path w="19795" h="21659" extrusionOk="0">
                  <a:moveTo>
                    <a:pt x="13981" y="0"/>
                  </a:moveTo>
                  <a:cubicBezTo>
                    <a:pt x="12290" y="0"/>
                    <a:pt x="10552" y="842"/>
                    <a:pt x="8814" y="2509"/>
                  </a:cubicBezTo>
                  <a:cubicBezTo>
                    <a:pt x="5079" y="6020"/>
                    <a:pt x="1" y="12816"/>
                    <a:pt x="374" y="18268"/>
                  </a:cubicBezTo>
                  <a:cubicBezTo>
                    <a:pt x="374" y="19836"/>
                    <a:pt x="1420" y="21106"/>
                    <a:pt x="2839" y="21480"/>
                  </a:cubicBezTo>
                  <a:cubicBezTo>
                    <a:pt x="3466" y="21599"/>
                    <a:pt x="4094" y="21659"/>
                    <a:pt x="4721" y="21659"/>
                  </a:cubicBezTo>
                  <a:cubicBezTo>
                    <a:pt x="5662" y="21659"/>
                    <a:pt x="6603" y="21524"/>
                    <a:pt x="7544" y="21256"/>
                  </a:cubicBezTo>
                  <a:cubicBezTo>
                    <a:pt x="8067" y="21106"/>
                    <a:pt x="8590" y="20957"/>
                    <a:pt x="9038" y="20733"/>
                  </a:cubicBezTo>
                  <a:cubicBezTo>
                    <a:pt x="14116" y="18940"/>
                    <a:pt x="17925" y="14683"/>
                    <a:pt x="19270" y="9455"/>
                  </a:cubicBezTo>
                  <a:cubicBezTo>
                    <a:pt x="19389" y="9097"/>
                    <a:pt x="19019" y="8941"/>
                    <a:pt x="18517" y="8941"/>
                  </a:cubicBezTo>
                  <a:cubicBezTo>
                    <a:pt x="17764" y="8941"/>
                    <a:pt x="16716" y="9291"/>
                    <a:pt x="16581" y="9829"/>
                  </a:cubicBezTo>
                  <a:cubicBezTo>
                    <a:pt x="16133" y="11770"/>
                    <a:pt x="15237" y="13638"/>
                    <a:pt x="13967" y="15281"/>
                  </a:cubicBezTo>
                  <a:cubicBezTo>
                    <a:pt x="13370" y="16102"/>
                    <a:pt x="12623" y="16849"/>
                    <a:pt x="11876" y="17521"/>
                  </a:cubicBezTo>
                  <a:cubicBezTo>
                    <a:pt x="10777" y="18414"/>
                    <a:pt x="7910" y="20254"/>
                    <a:pt x="5714" y="20254"/>
                  </a:cubicBezTo>
                  <a:cubicBezTo>
                    <a:pt x="5521" y="20254"/>
                    <a:pt x="5334" y="20240"/>
                    <a:pt x="5154" y="20210"/>
                  </a:cubicBezTo>
                  <a:cubicBezTo>
                    <a:pt x="7544" y="18492"/>
                    <a:pt x="9934" y="16774"/>
                    <a:pt x="12399" y="15057"/>
                  </a:cubicBezTo>
                  <a:cubicBezTo>
                    <a:pt x="12939" y="14624"/>
                    <a:pt x="12502" y="14310"/>
                    <a:pt x="12022" y="14310"/>
                  </a:cubicBezTo>
                  <a:cubicBezTo>
                    <a:pt x="11838" y="14310"/>
                    <a:pt x="11647" y="14356"/>
                    <a:pt x="11502" y="14459"/>
                  </a:cubicBezTo>
                  <a:lnTo>
                    <a:pt x="4034" y="19836"/>
                  </a:lnTo>
                  <a:cubicBezTo>
                    <a:pt x="3660" y="19538"/>
                    <a:pt x="3362" y="19164"/>
                    <a:pt x="3212" y="18716"/>
                  </a:cubicBezTo>
                  <a:cubicBezTo>
                    <a:pt x="3138" y="18492"/>
                    <a:pt x="3063" y="18268"/>
                    <a:pt x="3063" y="18044"/>
                  </a:cubicBezTo>
                  <a:cubicBezTo>
                    <a:pt x="6872" y="16102"/>
                    <a:pt x="10531" y="13862"/>
                    <a:pt x="13967" y="11322"/>
                  </a:cubicBezTo>
                  <a:lnTo>
                    <a:pt x="14415" y="11024"/>
                  </a:lnTo>
                  <a:cubicBezTo>
                    <a:pt x="14503" y="10936"/>
                    <a:pt x="14436" y="10900"/>
                    <a:pt x="14291" y="10900"/>
                  </a:cubicBezTo>
                  <a:cubicBezTo>
                    <a:pt x="14189" y="10900"/>
                    <a:pt x="14047" y="10918"/>
                    <a:pt x="13892" y="10949"/>
                  </a:cubicBezTo>
                  <a:cubicBezTo>
                    <a:pt x="13668" y="10949"/>
                    <a:pt x="13444" y="11024"/>
                    <a:pt x="13220" y="11098"/>
                  </a:cubicBezTo>
                  <a:cubicBezTo>
                    <a:pt x="10009" y="13488"/>
                    <a:pt x="6573" y="15654"/>
                    <a:pt x="3063" y="17521"/>
                  </a:cubicBezTo>
                  <a:cubicBezTo>
                    <a:pt x="3138" y="16550"/>
                    <a:pt x="3362" y="15579"/>
                    <a:pt x="3660" y="14683"/>
                  </a:cubicBezTo>
                  <a:cubicBezTo>
                    <a:pt x="3735" y="14534"/>
                    <a:pt x="3735" y="14384"/>
                    <a:pt x="3810" y="14235"/>
                  </a:cubicBezTo>
                  <a:cubicBezTo>
                    <a:pt x="3810" y="14449"/>
                    <a:pt x="4078" y="14625"/>
                    <a:pt x="4368" y="14625"/>
                  </a:cubicBezTo>
                  <a:cubicBezTo>
                    <a:pt x="4482" y="14625"/>
                    <a:pt x="4600" y="14597"/>
                    <a:pt x="4706" y="14534"/>
                  </a:cubicBezTo>
                  <a:cubicBezTo>
                    <a:pt x="7843" y="12891"/>
                    <a:pt x="10756" y="10874"/>
                    <a:pt x="13519" y="8634"/>
                  </a:cubicBezTo>
                  <a:cubicBezTo>
                    <a:pt x="13743" y="8410"/>
                    <a:pt x="14042" y="8185"/>
                    <a:pt x="14266" y="7961"/>
                  </a:cubicBezTo>
                  <a:cubicBezTo>
                    <a:pt x="14801" y="7533"/>
                    <a:pt x="14377" y="7182"/>
                    <a:pt x="13902" y="7182"/>
                  </a:cubicBezTo>
                  <a:cubicBezTo>
                    <a:pt x="13714" y="7182"/>
                    <a:pt x="13518" y="7237"/>
                    <a:pt x="13370" y="7364"/>
                  </a:cubicBezTo>
                  <a:cubicBezTo>
                    <a:pt x="10531" y="9829"/>
                    <a:pt x="7395" y="11994"/>
                    <a:pt x="4108" y="13712"/>
                  </a:cubicBezTo>
                  <a:cubicBezTo>
                    <a:pt x="4034" y="13787"/>
                    <a:pt x="3959" y="13862"/>
                    <a:pt x="3884" y="13936"/>
                  </a:cubicBezTo>
                  <a:cubicBezTo>
                    <a:pt x="4258" y="12741"/>
                    <a:pt x="4781" y="11621"/>
                    <a:pt x="5303" y="10501"/>
                  </a:cubicBezTo>
                  <a:cubicBezTo>
                    <a:pt x="5602" y="10501"/>
                    <a:pt x="5901" y="10426"/>
                    <a:pt x="6125" y="10351"/>
                  </a:cubicBezTo>
                  <a:cubicBezTo>
                    <a:pt x="8963" y="8783"/>
                    <a:pt x="11652" y="6916"/>
                    <a:pt x="14042" y="4675"/>
                  </a:cubicBezTo>
                  <a:cubicBezTo>
                    <a:pt x="14120" y="4597"/>
                    <a:pt x="14016" y="4564"/>
                    <a:pt x="13839" y="4564"/>
                  </a:cubicBezTo>
                  <a:cubicBezTo>
                    <a:pt x="13508" y="4564"/>
                    <a:pt x="12918" y="4679"/>
                    <a:pt x="12772" y="4825"/>
                  </a:cubicBezTo>
                  <a:cubicBezTo>
                    <a:pt x="10606" y="6841"/>
                    <a:pt x="8142" y="8634"/>
                    <a:pt x="5528" y="10053"/>
                  </a:cubicBezTo>
                  <a:cubicBezTo>
                    <a:pt x="6200" y="8634"/>
                    <a:pt x="7096" y="7215"/>
                    <a:pt x="7992" y="5945"/>
                  </a:cubicBezTo>
                  <a:cubicBezTo>
                    <a:pt x="9934" y="5422"/>
                    <a:pt x="11577" y="4451"/>
                    <a:pt x="12921" y="3032"/>
                  </a:cubicBezTo>
                  <a:cubicBezTo>
                    <a:pt x="13041" y="2913"/>
                    <a:pt x="12910" y="2865"/>
                    <a:pt x="12694" y="2865"/>
                  </a:cubicBezTo>
                  <a:cubicBezTo>
                    <a:pt x="12372" y="2865"/>
                    <a:pt x="11861" y="2972"/>
                    <a:pt x="11726" y="3107"/>
                  </a:cubicBezTo>
                  <a:cubicBezTo>
                    <a:pt x="10830" y="4078"/>
                    <a:pt x="9710" y="4825"/>
                    <a:pt x="8515" y="5273"/>
                  </a:cubicBezTo>
                  <a:cubicBezTo>
                    <a:pt x="9411" y="4078"/>
                    <a:pt x="10681" y="3032"/>
                    <a:pt x="12100" y="2435"/>
                  </a:cubicBezTo>
                  <a:cubicBezTo>
                    <a:pt x="12520" y="2295"/>
                    <a:pt x="12945" y="2219"/>
                    <a:pt x="13372" y="2219"/>
                  </a:cubicBezTo>
                  <a:cubicBezTo>
                    <a:pt x="14538" y="2219"/>
                    <a:pt x="15711" y="2785"/>
                    <a:pt x="16805" y="4152"/>
                  </a:cubicBezTo>
                  <a:cubicBezTo>
                    <a:pt x="16952" y="4318"/>
                    <a:pt x="17217" y="4388"/>
                    <a:pt x="17523" y="4388"/>
                  </a:cubicBezTo>
                  <a:cubicBezTo>
                    <a:pt x="18462" y="4388"/>
                    <a:pt x="19795" y="3726"/>
                    <a:pt x="19344" y="3107"/>
                  </a:cubicBezTo>
                  <a:cubicBezTo>
                    <a:pt x="17658" y="1029"/>
                    <a:pt x="15849" y="0"/>
                    <a:pt x="139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74"/>
            <p:cNvSpPr/>
            <p:nvPr/>
          </p:nvSpPr>
          <p:spPr>
            <a:xfrm>
              <a:off x="4763129" y="4331040"/>
              <a:ext cx="163935" cy="93483"/>
            </a:xfrm>
            <a:custGeom>
              <a:avLst/>
              <a:gdLst/>
              <a:ahLst/>
              <a:cxnLst/>
              <a:rect l="l" t="t" r="r" b="b"/>
              <a:pathLst>
                <a:path w="5431" h="3097" extrusionOk="0">
                  <a:moveTo>
                    <a:pt x="4716" y="0"/>
                  </a:moveTo>
                  <a:cubicBezTo>
                    <a:pt x="4431" y="0"/>
                    <a:pt x="4196" y="134"/>
                    <a:pt x="4011" y="319"/>
                  </a:cubicBezTo>
                  <a:lnTo>
                    <a:pt x="3787" y="468"/>
                  </a:lnTo>
                  <a:cubicBezTo>
                    <a:pt x="2891" y="1439"/>
                    <a:pt x="1845" y="2111"/>
                    <a:pt x="650" y="2634"/>
                  </a:cubicBezTo>
                  <a:cubicBezTo>
                    <a:pt x="1" y="2904"/>
                    <a:pt x="254" y="3097"/>
                    <a:pt x="641" y="3097"/>
                  </a:cubicBezTo>
                  <a:cubicBezTo>
                    <a:pt x="788" y="3097"/>
                    <a:pt x="955" y="3069"/>
                    <a:pt x="1099" y="3007"/>
                  </a:cubicBezTo>
                  <a:cubicBezTo>
                    <a:pt x="2070" y="2634"/>
                    <a:pt x="2891" y="2186"/>
                    <a:pt x="3713" y="1588"/>
                  </a:cubicBezTo>
                  <a:cubicBezTo>
                    <a:pt x="4235" y="1140"/>
                    <a:pt x="4758" y="767"/>
                    <a:pt x="5206" y="244"/>
                  </a:cubicBezTo>
                  <a:cubicBezTo>
                    <a:pt x="5430" y="20"/>
                    <a:pt x="5057" y="20"/>
                    <a:pt x="4908" y="20"/>
                  </a:cubicBezTo>
                  <a:cubicBezTo>
                    <a:pt x="4841" y="7"/>
                    <a:pt x="4778" y="0"/>
                    <a:pt x="4716"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74"/>
            <p:cNvSpPr/>
            <p:nvPr/>
          </p:nvSpPr>
          <p:spPr>
            <a:xfrm>
              <a:off x="1462083" y="1926769"/>
              <a:ext cx="408433" cy="249721"/>
            </a:xfrm>
            <a:custGeom>
              <a:avLst/>
              <a:gdLst/>
              <a:ahLst/>
              <a:cxnLst/>
              <a:rect l="l" t="t" r="r" b="b"/>
              <a:pathLst>
                <a:path w="13531" h="8273" extrusionOk="0">
                  <a:moveTo>
                    <a:pt x="12549" y="0"/>
                  </a:moveTo>
                  <a:cubicBezTo>
                    <a:pt x="12381" y="0"/>
                    <a:pt x="12215" y="19"/>
                    <a:pt x="12100" y="57"/>
                  </a:cubicBezTo>
                  <a:cubicBezTo>
                    <a:pt x="7917" y="2223"/>
                    <a:pt x="3959" y="4688"/>
                    <a:pt x="150" y="7377"/>
                  </a:cubicBezTo>
                  <a:cubicBezTo>
                    <a:pt x="150" y="7675"/>
                    <a:pt x="75" y="7974"/>
                    <a:pt x="0" y="8273"/>
                  </a:cubicBezTo>
                  <a:lnTo>
                    <a:pt x="75" y="8273"/>
                  </a:lnTo>
                  <a:cubicBezTo>
                    <a:pt x="4183" y="5360"/>
                    <a:pt x="8440" y="2746"/>
                    <a:pt x="12921" y="431"/>
                  </a:cubicBezTo>
                  <a:cubicBezTo>
                    <a:pt x="13531" y="154"/>
                    <a:pt x="13031" y="0"/>
                    <a:pt x="12549"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74"/>
            <p:cNvSpPr/>
            <p:nvPr/>
          </p:nvSpPr>
          <p:spPr>
            <a:xfrm>
              <a:off x="1453058" y="2286657"/>
              <a:ext cx="174198" cy="128799"/>
            </a:xfrm>
            <a:custGeom>
              <a:avLst/>
              <a:gdLst/>
              <a:ahLst/>
              <a:cxnLst/>
              <a:rect l="l" t="t" r="r" b="b"/>
              <a:pathLst>
                <a:path w="5771" h="4267" extrusionOk="0">
                  <a:moveTo>
                    <a:pt x="4765" y="0"/>
                  </a:moveTo>
                  <a:cubicBezTo>
                    <a:pt x="4589" y="0"/>
                    <a:pt x="4407" y="47"/>
                    <a:pt x="4258" y="159"/>
                  </a:cubicBezTo>
                  <a:lnTo>
                    <a:pt x="1" y="2997"/>
                  </a:lnTo>
                  <a:lnTo>
                    <a:pt x="1" y="4267"/>
                  </a:lnTo>
                  <a:lnTo>
                    <a:pt x="5154" y="756"/>
                  </a:lnTo>
                  <a:cubicBezTo>
                    <a:pt x="5770" y="420"/>
                    <a:pt x="5294" y="0"/>
                    <a:pt x="4765"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74"/>
            <p:cNvSpPr/>
            <p:nvPr/>
          </p:nvSpPr>
          <p:spPr>
            <a:xfrm>
              <a:off x="1457586" y="2433292"/>
              <a:ext cx="165625" cy="126445"/>
            </a:xfrm>
            <a:custGeom>
              <a:avLst/>
              <a:gdLst/>
              <a:ahLst/>
              <a:cxnLst/>
              <a:rect l="l" t="t" r="r" b="b"/>
              <a:pathLst>
                <a:path w="5487" h="4189" extrusionOk="0">
                  <a:moveTo>
                    <a:pt x="4799" y="0"/>
                  </a:moveTo>
                  <a:cubicBezTo>
                    <a:pt x="4584" y="0"/>
                    <a:pt x="4341" y="50"/>
                    <a:pt x="4183" y="156"/>
                  </a:cubicBezTo>
                  <a:cubicBezTo>
                    <a:pt x="2763" y="1126"/>
                    <a:pt x="1344" y="2172"/>
                    <a:pt x="0" y="3218"/>
                  </a:cubicBezTo>
                  <a:lnTo>
                    <a:pt x="0" y="4189"/>
                  </a:lnTo>
                  <a:cubicBezTo>
                    <a:pt x="1568" y="2844"/>
                    <a:pt x="3286" y="1575"/>
                    <a:pt x="5004" y="454"/>
                  </a:cubicBezTo>
                  <a:cubicBezTo>
                    <a:pt x="5486" y="165"/>
                    <a:pt x="5190" y="0"/>
                    <a:pt x="4799"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4"/>
            <p:cNvSpPr/>
            <p:nvPr/>
          </p:nvSpPr>
          <p:spPr>
            <a:xfrm>
              <a:off x="3725453" y="1445209"/>
              <a:ext cx="169127" cy="107428"/>
            </a:xfrm>
            <a:custGeom>
              <a:avLst/>
              <a:gdLst/>
              <a:ahLst/>
              <a:cxnLst/>
              <a:rect l="l" t="t" r="r" b="b"/>
              <a:pathLst>
                <a:path w="5603" h="3559" extrusionOk="0">
                  <a:moveTo>
                    <a:pt x="4961" y="1"/>
                  </a:moveTo>
                  <a:cubicBezTo>
                    <a:pt x="4706" y="1"/>
                    <a:pt x="4482" y="85"/>
                    <a:pt x="4258" y="253"/>
                  </a:cubicBezTo>
                  <a:lnTo>
                    <a:pt x="225" y="3091"/>
                  </a:lnTo>
                  <a:cubicBezTo>
                    <a:pt x="1" y="3240"/>
                    <a:pt x="150" y="3464"/>
                    <a:pt x="374" y="3539"/>
                  </a:cubicBezTo>
                  <a:cubicBezTo>
                    <a:pt x="427" y="3552"/>
                    <a:pt x="482" y="3558"/>
                    <a:pt x="539" y="3558"/>
                  </a:cubicBezTo>
                  <a:cubicBezTo>
                    <a:pt x="800" y="3558"/>
                    <a:pt x="1086" y="3425"/>
                    <a:pt x="1270" y="3240"/>
                  </a:cubicBezTo>
                  <a:lnTo>
                    <a:pt x="5303" y="477"/>
                  </a:lnTo>
                  <a:cubicBezTo>
                    <a:pt x="5602" y="253"/>
                    <a:pt x="5453" y="103"/>
                    <a:pt x="5229" y="29"/>
                  </a:cubicBezTo>
                  <a:cubicBezTo>
                    <a:pt x="5135" y="10"/>
                    <a:pt x="5047" y="1"/>
                    <a:pt x="4961"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74"/>
            <p:cNvSpPr/>
            <p:nvPr/>
          </p:nvSpPr>
          <p:spPr>
            <a:xfrm>
              <a:off x="5708743" y="440615"/>
              <a:ext cx="205741" cy="152525"/>
            </a:xfrm>
            <a:custGeom>
              <a:avLst/>
              <a:gdLst/>
              <a:ahLst/>
              <a:cxnLst/>
              <a:rect l="l" t="t" r="r" b="b"/>
              <a:pathLst>
                <a:path w="6816" h="5053" extrusionOk="0">
                  <a:moveTo>
                    <a:pt x="5993" y="1"/>
                  </a:moveTo>
                  <a:cubicBezTo>
                    <a:pt x="5396" y="225"/>
                    <a:pt x="4948" y="598"/>
                    <a:pt x="4500" y="1046"/>
                  </a:cubicBezTo>
                  <a:lnTo>
                    <a:pt x="467" y="4332"/>
                  </a:lnTo>
                  <a:cubicBezTo>
                    <a:pt x="1" y="4747"/>
                    <a:pt x="396" y="5053"/>
                    <a:pt x="831" y="5053"/>
                  </a:cubicBezTo>
                  <a:cubicBezTo>
                    <a:pt x="1024" y="5053"/>
                    <a:pt x="1225" y="4993"/>
                    <a:pt x="1363" y="4855"/>
                  </a:cubicBezTo>
                  <a:lnTo>
                    <a:pt x="3828" y="2839"/>
                  </a:lnTo>
                  <a:lnTo>
                    <a:pt x="5097" y="1793"/>
                  </a:lnTo>
                  <a:lnTo>
                    <a:pt x="5695" y="1270"/>
                  </a:lnTo>
                  <a:cubicBezTo>
                    <a:pt x="5993" y="1196"/>
                    <a:pt x="6068" y="1046"/>
                    <a:pt x="5993" y="972"/>
                  </a:cubicBezTo>
                  <a:lnTo>
                    <a:pt x="5993" y="972"/>
                  </a:lnTo>
                  <a:cubicBezTo>
                    <a:pt x="6086" y="1003"/>
                    <a:pt x="6192" y="1021"/>
                    <a:pt x="6300" y="1021"/>
                  </a:cubicBezTo>
                  <a:cubicBezTo>
                    <a:pt x="6452" y="1021"/>
                    <a:pt x="6609" y="984"/>
                    <a:pt x="6740" y="897"/>
                  </a:cubicBezTo>
                  <a:lnTo>
                    <a:pt x="6815" y="822"/>
                  </a:lnTo>
                  <a:lnTo>
                    <a:pt x="59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74"/>
            <p:cNvSpPr/>
            <p:nvPr/>
          </p:nvSpPr>
          <p:spPr>
            <a:xfrm>
              <a:off x="5608591" y="363977"/>
              <a:ext cx="213438" cy="146548"/>
            </a:xfrm>
            <a:custGeom>
              <a:avLst/>
              <a:gdLst/>
              <a:ahLst/>
              <a:cxnLst/>
              <a:rect l="l" t="t" r="r" b="b"/>
              <a:pathLst>
                <a:path w="7071" h="4855" extrusionOk="0">
                  <a:moveTo>
                    <a:pt x="6399" y="0"/>
                  </a:moveTo>
                  <a:lnTo>
                    <a:pt x="6249" y="75"/>
                  </a:lnTo>
                  <a:lnTo>
                    <a:pt x="498" y="4257"/>
                  </a:lnTo>
                  <a:cubicBezTo>
                    <a:pt x="1" y="4656"/>
                    <a:pt x="366" y="4855"/>
                    <a:pt x="775" y="4855"/>
                  </a:cubicBezTo>
                  <a:cubicBezTo>
                    <a:pt x="980" y="4855"/>
                    <a:pt x="1196" y="4805"/>
                    <a:pt x="1320" y="4706"/>
                  </a:cubicBezTo>
                  <a:lnTo>
                    <a:pt x="7071" y="523"/>
                  </a:lnTo>
                  <a:lnTo>
                    <a:pt x="639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74"/>
            <p:cNvSpPr/>
            <p:nvPr/>
          </p:nvSpPr>
          <p:spPr>
            <a:xfrm>
              <a:off x="6271710" y="1394198"/>
              <a:ext cx="292010" cy="191765"/>
            </a:xfrm>
            <a:custGeom>
              <a:avLst/>
              <a:gdLst/>
              <a:ahLst/>
              <a:cxnLst/>
              <a:rect l="l" t="t" r="r" b="b"/>
              <a:pathLst>
                <a:path w="9674" h="6353" extrusionOk="0">
                  <a:moveTo>
                    <a:pt x="9599" y="1"/>
                  </a:moveTo>
                  <a:cubicBezTo>
                    <a:pt x="9300" y="1"/>
                    <a:pt x="8927" y="76"/>
                    <a:pt x="8628" y="225"/>
                  </a:cubicBezTo>
                  <a:lnTo>
                    <a:pt x="263" y="6125"/>
                  </a:lnTo>
                  <a:cubicBezTo>
                    <a:pt x="0" y="6290"/>
                    <a:pt x="113" y="6353"/>
                    <a:pt x="348" y="6353"/>
                  </a:cubicBezTo>
                  <a:cubicBezTo>
                    <a:pt x="647" y="6353"/>
                    <a:pt x="1142" y="6251"/>
                    <a:pt x="1309" y="6125"/>
                  </a:cubicBezTo>
                  <a:lnTo>
                    <a:pt x="9674" y="225"/>
                  </a:lnTo>
                  <a:lnTo>
                    <a:pt x="9599" y="1"/>
                  </a:ln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74"/>
            <p:cNvSpPr/>
            <p:nvPr/>
          </p:nvSpPr>
          <p:spPr>
            <a:xfrm>
              <a:off x="6368994" y="3202207"/>
              <a:ext cx="291678" cy="200006"/>
            </a:xfrm>
            <a:custGeom>
              <a:avLst/>
              <a:gdLst/>
              <a:ahLst/>
              <a:cxnLst/>
              <a:rect l="l" t="t" r="r" b="b"/>
              <a:pathLst>
                <a:path w="9663" h="6626" extrusionOk="0">
                  <a:moveTo>
                    <a:pt x="9662" y="0"/>
                  </a:moveTo>
                  <a:cubicBezTo>
                    <a:pt x="6824" y="2241"/>
                    <a:pt x="3762" y="4183"/>
                    <a:pt x="625" y="5900"/>
                  </a:cubicBezTo>
                  <a:cubicBezTo>
                    <a:pt x="0" y="6241"/>
                    <a:pt x="283" y="6625"/>
                    <a:pt x="717" y="6625"/>
                  </a:cubicBezTo>
                  <a:cubicBezTo>
                    <a:pt x="853" y="6625"/>
                    <a:pt x="1005" y="6587"/>
                    <a:pt x="1148" y="6498"/>
                  </a:cubicBezTo>
                  <a:cubicBezTo>
                    <a:pt x="3986" y="5004"/>
                    <a:pt x="6675" y="3361"/>
                    <a:pt x="9214" y="1419"/>
                  </a:cubicBezTo>
                  <a:cubicBezTo>
                    <a:pt x="9363" y="971"/>
                    <a:pt x="9513" y="523"/>
                    <a:pt x="966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74"/>
            <p:cNvSpPr/>
            <p:nvPr/>
          </p:nvSpPr>
          <p:spPr>
            <a:xfrm>
              <a:off x="3673596" y="4807197"/>
              <a:ext cx="400344" cy="268405"/>
            </a:xfrm>
            <a:custGeom>
              <a:avLst/>
              <a:gdLst/>
              <a:ahLst/>
              <a:cxnLst/>
              <a:rect l="l" t="t" r="r" b="b"/>
              <a:pathLst>
                <a:path w="13263" h="8892" extrusionOk="0">
                  <a:moveTo>
                    <a:pt x="12547" y="1"/>
                  </a:moveTo>
                  <a:cubicBezTo>
                    <a:pt x="12337" y="1"/>
                    <a:pt x="12104" y="50"/>
                    <a:pt x="11951" y="153"/>
                  </a:cubicBezTo>
                  <a:lnTo>
                    <a:pt x="1" y="8742"/>
                  </a:lnTo>
                  <a:cubicBezTo>
                    <a:pt x="374" y="8817"/>
                    <a:pt x="748" y="8817"/>
                    <a:pt x="1121" y="8891"/>
                  </a:cubicBezTo>
                  <a:lnTo>
                    <a:pt x="12772" y="526"/>
                  </a:lnTo>
                  <a:cubicBezTo>
                    <a:pt x="13263" y="183"/>
                    <a:pt x="12948" y="1"/>
                    <a:pt x="12547"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74"/>
            <p:cNvSpPr/>
            <p:nvPr/>
          </p:nvSpPr>
          <p:spPr>
            <a:xfrm>
              <a:off x="3256540" y="4707710"/>
              <a:ext cx="390775" cy="259682"/>
            </a:xfrm>
            <a:custGeom>
              <a:avLst/>
              <a:gdLst/>
              <a:ahLst/>
              <a:cxnLst/>
              <a:rect l="l" t="t" r="r" b="b"/>
              <a:pathLst>
                <a:path w="12946" h="8603" extrusionOk="0">
                  <a:moveTo>
                    <a:pt x="11972" y="0"/>
                  </a:moveTo>
                  <a:cubicBezTo>
                    <a:pt x="11796" y="0"/>
                    <a:pt x="11623" y="28"/>
                    <a:pt x="11502" y="88"/>
                  </a:cubicBezTo>
                  <a:cubicBezTo>
                    <a:pt x="7544" y="2553"/>
                    <a:pt x="3735" y="5241"/>
                    <a:pt x="150" y="8154"/>
                  </a:cubicBezTo>
                  <a:cubicBezTo>
                    <a:pt x="75" y="8229"/>
                    <a:pt x="1" y="8229"/>
                    <a:pt x="1" y="8304"/>
                  </a:cubicBezTo>
                  <a:lnTo>
                    <a:pt x="673" y="8602"/>
                  </a:lnTo>
                  <a:cubicBezTo>
                    <a:pt x="822" y="8602"/>
                    <a:pt x="1046" y="8528"/>
                    <a:pt x="1196" y="8453"/>
                  </a:cubicBezTo>
                  <a:cubicBezTo>
                    <a:pt x="4706" y="5540"/>
                    <a:pt x="8440" y="2926"/>
                    <a:pt x="12399" y="536"/>
                  </a:cubicBezTo>
                  <a:cubicBezTo>
                    <a:pt x="12945" y="208"/>
                    <a:pt x="12452" y="0"/>
                    <a:pt x="11972" y="0"/>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74"/>
            <p:cNvSpPr/>
            <p:nvPr/>
          </p:nvSpPr>
          <p:spPr>
            <a:xfrm>
              <a:off x="5535696" y="3622282"/>
              <a:ext cx="124030" cy="64053"/>
            </a:xfrm>
            <a:custGeom>
              <a:avLst/>
              <a:gdLst/>
              <a:ahLst/>
              <a:cxnLst/>
              <a:rect l="l" t="t" r="r" b="b"/>
              <a:pathLst>
                <a:path w="4109" h="2122" extrusionOk="0">
                  <a:moveTo>
                    <a:pt x="3583" y="1"/>
                  </a:moveTo>
                  <a:cubicBezTo>
                    <a:pt x="3392" y="1"/>
                    <a:pt x="3191" y="49"/>
                    <a:pt x="3063" y="49"/>
                  </a:cubicBezTo>
                  <a:lnTo>
                    <a:pt x="524" y="1319"/>
                  </a:lnTo>
                  <a:cubicBezTo>
                    <a:pt x="299" y="1468"/>
                    <a:pt x="1" y="1692"/>
                    <a:pt x="225" y="1917"/>
                  </a:cubicBezTo>
                  <a:cubicBezTo>
                    <a:pt x="299" y="2066"/>
                    <a:pt x="467" y="2122"/>
                    <a:pt x="645" y="2122"/>
                  </a:cubicBezTo>
                  <a:cubicBezTo>
                    <a:pt x="822" y="2122"/>
                    <a:pt x="1009" y="2066"/>
                    <a:pt x="1121" y="1991"/>
                  </a:cubicBezTo>
                  <a:lnTo>
                    <a:pt x="3586" y="796"/>
                  </a:lnTo>
                  <a:cubicBezTo>
                    <a:pt x="3810" y="647"/>
                    <a:pt x="4108" y="423"/>
                    <a:pt x="3959" y="124"/>
                  </a:cubicBezTo>
                  <a:cubicBezTo>
                    <a:pt x="3863" y="28"/>
                    <a:pt x="3726" y="1"/>
                    <a:pt x="3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74"/>
            <p:cNvSpPr/>
            <p:nvPr/>
          </p:nvSpPr>
          <p:spPr>
            <a:xfrm>
              <a:off x="4800376" y="4556003"/>
              <a:ext cx="401128" cy="222071"/>
            </a:xfrm>
            <a:custGeom>
              <a:avLst/>
              <a:gdLst/>
              <a:ahLst/>
              <a:cxnLst/>
              <a:rect l="l" t="t" r="r" b="b"/>
              <a:pathLst>
                <a:path w="13289" h="7357" extrusionOk="0">
                  <a:moveTo>
                    <a:pt x="12449" y="1"/>
                  </a:moveTo>
                  <a:cubicBezTo>
                    <a:pt x="12318" y="1"/>
                    <a:pt x="12177" y="33"/>
                    <a:pt x="12038" y="110"/>
                  </a:cubicBezTo>
                  <a:cubicBezTo>
                    <a:pt x="8080" y="2052"/>
                    <a:pt x="4271" y="4293"/>
                    <a:pt x="537" y="6683"/>
                  </a:cubicBezTo>
                  <a:cubicBezTo>
                    <a:pt x="0" y="7058"/>
                    <a:pt x="427" y="7356"/>
                    <a:pt x="904" y="7356"/>
                  </a:cubicBezTo>
                  <a:cubicBezTo>
                    <a:pt x="1091" y="7356"/>
                    <a:pt x="1286" y="7311"/>
                    <a:pt x="1433" y="7205"/>
                  </a:cubicBezTo>
                  <a:cubicBezTo>
                    <a:pt x="5018" y="4890"/>
                    <a:pt x="8752" y="2724"/>
                    <a:pt x="12636" y="782"/>
                  </a:cubicBezTo>
                  <a:cubicBezTo>
                    <a:pt x="13288" y="486"/>
                    <a:pt x="12952" y="1"/>
                    <a:pt x="12449"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4"/>
            <p:cNvSpPr/>
            <p:nvPr/>
          </p:nvSpPr>
          <p:spPr>
            <a:xfrm>
              <a:off x="4794008" y="2992336"/>
              <a:ext cx="74436" cy="45519"/>
            </a:xfrm>
            <a:custGeom>
              <a:avLst/>
              <a:gdLst/>
              <a:ahLst/>
              <a:cxnLst/>
              <a:rect l="l" t="t" r="r" b="b"/>
              <a:pathLst>
                <a:path w="2466" h="1508" extrusionOk="0">
                  <a:moveTo>
                    <a:pt x="1875" y="1"/>
                  </a:moveTo>
                  <a:cubicBezTo>
                    <a:pt x="1668" y="1"/>
                    <a:pt x="1455" y="64"/>
                    <a:pt x="1271" y="157"/>
                  </a:cubicBezTo>
                  <a:lnTo>
                    <a:pt x="374" y="829"/>
                  </a:lnTo>
                  <a:cubicBezTo>
                    <a:pt x="150" y="978"/>
                    <a:pt x="1" y="1277"/>
                    <a:pt x="300" y="1426"/>
                  </a:cubicBezTo>
                  <a:cubicBezTo>
                    <a:pt x="414" y="1483"/>
                    <a:pt x="528" y="1508"/>
                    <a:pt x="642" y="1508"/>
                  </a:cubicBezTo>
                  <a:cubicBezTo>
                    <a:pt x="827" y="1508"/>
                    <a:pt x="1011" y="1444"/>
                    <a:pt x="1196" y="1352"/>
                  </a:cubicBezTo>
                  <a:lnTo>
                    <a:pt x="2167" y="679"/>
                  </a:lnTo>
                  <a:cubicBezTo>
                    <a:pt x="2391" y="530"/>
                    <a:pt x="2466" y="306"/>
                    <a:pt x="2241" y="82"/>
                  </a:cubicBezTo>
                  <a:cubicBezTo>
                    <a:pt x="2127" y="25"/>
                    <a:pt x="2002" y="1"/>
                    <a:pt x="1875"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74"/>
            <p:cNvSpPr/>
            <p:nvPr/>
          </p:nvSpPr>
          <p:spPr>
            <a:xfrm>
              <a:off x="3370154" y="-45292"/>
              <a:ext cx="213800" cy="137070"/>
            </a:xfrm>
            <a:custGeom>
              <a:avLst/>
              <a:gdLst/>
              <a:ahLst/>
              <a:cxnLst/>
              <a:rect l="l" t="t" r="r" b="b"/>
              <a:pathLst>
                <a:path w="7083" h="4541" extrusionOk="0">
                  <a:moveTo>
                    <a:pt x="6559" y="0"/>
                  </a:moveTo>
                  <a:cubicBezTo>
                    <a:pt x="6314" y="0"/>
                    <a:pt x="6001" y="51"/>
                    <a:pt x="5871" y="116"/>
                  </a:cubicBezTo>
                  <a:cubicBezTo>
                    <a:pt x="3705" y="1311"/>
                    <a:pt x="1838" y="2730"/>
                    <a:pt x="120" y="4373"/>
                  </a:cubicBezTo>
                  <a:cubicBezTo>
                    <a:pt x="1" y="4492"/>
                    <a:pt x="132" y="4540"/>
                    <a:pt x="348" y="4540"/>
                  </a:cubicBezTo>
                  <a:cubicBezTo>
                    <a:pt x="670" y="4540"/>
                    <a:pt x="1181" y="4433"/>
                    <a:pt x="1315" y="4298"/>
                  </a:cubicBezTo>
                  <a:cubicBezTo>
                    <a:pt x="2884" y="2730"/>
                    <a:pt x="4676" y="1386"/>
                    <a:pt x="6618" y="340"/>
                  </a:cubicBezTo>
                  <a:cubicBezTo>
                    <a:pt x="7083" y="86"/>
                    <a:pt x="6878" y="0"/>
                    <a:pt x="65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74"/>
            <p:cNvSpPr/>
            <p:nvPr/>
          </p:nvSpPr>
          <p:spPr>
            <a:xfrm>
              <a:off x="2506671" y="266452"/>
              <a:ext cx="199040" cy="152223"/>
            </a:xfrm>
            <a:custGeom>
              <a:avLst/>
              <a:gdLst/>
              <a:ahLst/>
              <a:cxnLst/>
              <a:rect l="l" t="t" r="r" b="b"/>
              <a:pathLst>
                <a:path w="6594" h="5043" extrusionOk="0">
                  <a:moveTo>
                    <a:pt x="5651" y="1"/>
                  </a:moveTo>
                  <a:cubicBezTo>
                    <a:pt x="5471" y="1"/>
                    <a:pt x="5283" y="52"/>
                    <a:pt x="5127" y="169"/>
                  </a:cubicBezTo>
                  <a:lnTo>
                    <a:pt x="496" y="4202"/>
                  </a:lnTo>
                  <a:cubicBezTo>
                    <a:pt x="0" y="4643"/>
                    <a:pt x="439" y="5043"/>
                    <a:pt x="913" y="5043"/>
                  </a:cubicBezTo>
                  <a:cubicBezTo>
                    <a:pt x="1082" y="5043"/>
                    <a:pt x="1255" y="4992"/>
                    <a:pt x="1392" y="4874"/>
                  </a:cubicBezTo>
                  <a:lnTo>
                    <a:pt x="6098" y="841"/>
                  </a:lnTo>
                  <a:cubicBezTo>
                    <a:pt x="6593" y="401"/>
                    <a:pt x="6155" y="1"/>
                    <a:pt x="5651" y="1"/>
                  </a:cubicBezTo>
                  <a:close/>
                </a:path>
              </a:pathLst>
            </a:custGeom>
            <a:solidFill>
              <a:srgbClr val="0403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4"/>
            <p:cNvSpPr/>
            <p:nvPr/>
          </p:nvSpPr>
          <p:spPr>
            <a:xfrm>
              <a:off x="1153237" y="-293709"/>
              <a:ext cx="5705931" cy="5437345"/>
            </a:xfrm>
            <a:custGeom>
              <a:avLst/>
              <a:gdLst/>
              <a:ahLst/>
              <a:cxnLst/>
              <a:rect l="l" t="t" r="r" b="b"/>
              <a:pathLst>
                <a:path w="189032" h="180134" extrusionOk="0">
                  <a:moveTo>
                    <a:pt x="97768" y="1045"/>
                  </a:moveTo>
                  <a:cubicBezTo>
                    <a:pt x="118033" y="1045"/>
                    <a:pt x="138064" y="8169"/>
                    <a:pt x="154004" y="21789"/>
                  </a:cubicBezTo>
                  <a:lnTo>
                    <a:pt x="154676" y="22312"/>
                  </a:lnTo>
                  <a:cubicBezTo>
                    <a:pt x="155423" y="22984"/>
                    <a:pt x="156170" y="23656"/>
                    <a:pt x="156916" y="24329"/>
                  </a:cubicBezTo>
                  <a:lnTo>
                    <a:pt x="157813" y="25150"/>
                  </a:lnTo>
                  <a:cubicBezTo>
                    <a:pt x="166999" y="33814"/>
                    <a:pt x="174244" y="44345"/>
                    <a:pt x="179173" y="55996"/>
                  </a:cubicBezTo>
                  <a:lnTo>
                    <a:pt x="179248" y="56220"/>
                  </a:lnTo>
                  <a:cubicBezTo>
                    <a:pt x="183804" y="67049"/>
                    <a:pt x="186194" y="78700"/>
                    <a:pt x="186343" y="90426"/>
                  </a:cubicBezTo>
                  <a:cubicBezTo>
                    <a:pt x="186268" y="99015"/>
                    <a:pt x="184924" y="107604"/>
                    <a:pt x="182459" y="115819"/>
                  </a:cubicBezTo>
                  <a:cubicBezTo>
                    <a:pt x="182310" y="116267"/>
                    <a:pt x="182160" y="116715"/>
                    <a:pt x="182011" y="117238"/>
                  </a:cubicBezTo>
                  <a:cubicBezTo>
                    <a:pt x="173721" y="143154"/>
                    <a:pt x="154004" y="164888"/>
                    <a:pt x="127565" y="174298"/>
                  </a:cubicBezTo>
                  <a:cubicBezTo>
                    <a:pt x="126594" y="174597"/>
                    <a:pt x="125698" y="174896"/>
                    <a:pt x="124801" y="175269"/>
                  </a:cubicBezTo>
                  <a:cubicBezTo>
                    <a:pt x="122785" y="175867"/>
                    <a:pt x="120694" y="176390"/>
                    <a:pt x="118677" y="176912"/>
                  </a:cubicBezTo>
                  <a:lnTo>
                    <a:pt x="117557" y="177211"/>
                  </a:lnTo>
                  <a:cubicBezTo>
                    <a:pt x="113673" y="178033"/>
                    <a:pt x="109640" y="178630"/>
                    <a:pt x="105682" y="178929"/>
                  </a:cubicBezTo>
                  <a:cubicBezTo>
                    <a:pt x="105009" y="178929"/>
                    <a:pt x="104412" y="179004"/>
                    <a:pt x="103740" y="179004"/>
                  </a:cubicBezTo>
                  <a:cubicBezTo>
                    <a:pt x="101424" y="179153"/>
                    <a:pt x="99109" y="179153"/>
                    <a:pt x="96719" y="179153"/>
                  </a:cubicBezTo>
                  <a:cubicBezTo>
                    <a:pt x="94404" y="179078"/>
                    <a:pt x="92163" y="178929"/>
                    <a:pt x="89923" y="178630"/>
                  </a:cubicBezTo>
                  <a:cubicBezTo>
                    <a:pt x="88130" y="178481"/>
                    <a:pt x="86338" y="178182"/>
                    <a:pt x="84620" y="177883"/>
                  </a:cubicBezTo>
                  <a:cubicBezTo>
                    <a:pt x="84247" y="177809"/>
                    <a:pt x="83799" y="177809"/>
                    <a:pt x="83425" y="177734"/>
                  </a:cubicBezTo>
                  <a:lnTo>
                    <a:pt x="82678" y="177584"/>
                  </a:lnTo>
                  <a:lnTo>
                    <a:pt x="81558" y="177360"/>
                  </a:lnTo>
                  <a:cubicBezTo>
                    <a:pt x="77749" y="176539"/>
                    <a:pt x="74015" y="175568"/>
                    <a:pt x="70355" y="174298"/>
                  </a:cubicBezTo>
                  <a:lnTo>
                    <a:pt x="69683" y="174074"/>
                  </a:lnTo>
                  <a:lnTo>
                    <a:pt x="69309" y="173925"/>
                  </a:lnTo>
                  <a:cubicBezTo>
                    <a:pt x="67965" y="173477"/>
                    <a:pt x="66546" y="172879"/>
                    <a:pt x="65202" y="172356"/>
                  </a:cubicBezTo>
                  <a:cubicBezTo>
                    <a:pt x="33236" y="159436"/>
                    <a:pt x="11651" y="129039"/>
                    <a:pt x="10083" y="94608"/>
                  </a:cubicBezTo>
                  <a:lnTo>
                    <a:pt x="10083" y="93637"/>
                  </a:lnTo>
                  <a:cubicBezTo>
                    <a:pt x="10008" y="92368"/>
                    <a:pt x="9934" y="91098"/>
                    <a:pt x="9934" y="89754"/>
                  </a:cubicBezTo>
                  <a:lnTo>
                    <a:pt x="9934" y="88559"/>
                  </a:lnTo>
                  <a:cubicBezTo>
                    <a:pt x="9934" y="86318"/>
                    <a:pt x="10083" y="84152"/>
                    <a:pt x="10307" y="81912"/>
                  </a:cubicBezTo>
                  <a:cubicBezTo>
                    <a:pt x="10307" y="81613"/>
                    <a:pt x="10307" y="81314"/>
                    <a:pt x="10382" y="81015"/>
                  </a:cubicBezTo>
                  <a:cubicBezTo>
                    <a:pt x="12622" y="55473"/>
                    <a:pt x="25991" y="32320"/>
                    <a:pt x="46829" y="17458"/>
                  </a:cubicBezTo>
                  <a:cubicBezTo>
                    <a:pt x="47426" y="17009"/>
                    <a:pt x="48024" y="16561"/>
                    <a:pt x="48696" y="16188"/>
                  </a:cubicBezTo>
                  <a:cubicBezTo>
                    <a:pt x="53775" y="12752"/>
                    <a:pt x="59227" y="9840"/>
                    <a:pt x="64978" y="7524"/>
                  </a:cubicBezTo>
                  <a:cubicBezTo>
                    <a:pt x="75558" y="3171"/>
                    <a:pt x="86698" y="1045"/>
                    <a:pt x="97768" y="1045"/>
                  </a:cubicBezTo>
                  <a:close/>
                  <a:moveTo>
                    <a:pt x="99086" y="1"/>
                  </a:moveTo>
                  <a:cubicBezTo>
                    <a:pt x="72561" y="1"/>
                    <a:pt x="46339" y="11413"/>
                    <a:pt x="28755" y="31872"/>
                  </a:cubicBezTo>
                  <a:cubicBezTo>
                    <a:pt x="3137" y="61672"/>
                    <a:pt x="0" y="106110"/>
                    <a:pt x="21435" y="139121"/>
                  </a:cubicBezTo>
                  <a:cubicBezTo>
                    <a:pt x="38321" y="165150"/>
                    <a:pt x="67495" y="180134"/>
                    <a:pt x="97709" y="180134"/>
                  </a:cubicBezTo>
                  <a:cubicBezTo>
                    <a:pt x="104514" y="180134"/>
                    <a:pt x="111372" y="179374"/>
                    <a:pt x="118154" y="177809"/>
                  </a:cubicBezTo>
                  <a:cubicBezTo>
                    <a:pt x="159082" y="168398"/>
                    <a:pt x="188733" y="131802"/>
                    <a:pt x="189032" y="89679"/>
                  </a:cubicBezTo>
                  <a:cubicBezTo>
                    <a:pt x="188733" y="51141"/>
                    <a:pt x="163638" y="16188"/>
                    <a:pt x="126743" y="4313"/>
                  </a:cubicBezTo>
                  <a:cubicBezTo>
                    <a:pt x="117727" y="1404"/>
                    <a:pt x="108388" y="1"/>
                    <a:pt x="990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608"/>
        <p:cNvGrpSpPr/>
        <p:nvPr/>
      </p:nvGrpSpPr>
      <p:grpSpPr>
        <a:xfrm>
          <a:off x="0" y="0"/>
          <a:ext cx="0" cy="0"/>
          <a:chOff x="0" y="0"/>
          <a:chExt cx="0" cy="0"/>
        </a:xfrm>
      </p:grpSpPr>
      <p:sp>
        <p:nvSpPr>
          <p:cNvPr id="4609" name="Google Shape;4609;p75"/>
          <p:cNvSpPr txBox="1">
            <a:spLocks noGrp="1"/>
          </p:cNvSpPr>
          <p:nvPr>
            <p:ph type="subTitle" idx="2"/>
          </p:nvPr>
        </p:nvSpPr>
        <p:spPr>
          <a:xfrm>
            <a:off x="713200" y="1112200"/>
            <a:ext cx="3605700" cy="349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b="1">
                <a:latin typeface="Orbitron"/>
                <a:ea typeface="Orbitron"/>
                <a:cs typeface="Orbitron"/>
                <a:sym typeface="Orbitron"/>
              </a:rPr>
              <a:t>VECTOR</a:t>
            </a:r>
            <a:endParaRPr sz="1800" b="1">
              <a:latin typeface="Orbitron"/>
              <a:ea typeface="Orbitron"/>
              <a:cs typeface="Orbitron"/>
              <a:sym typeface="Orbitron"/>
            </a:endParaRPr>
          </a:p>
          <a:p>
            <a:pPr marL="457200" marR="50800" lvl="0" indent="-317500" algn="l" rtl="0">
              <a:spcBef>
                <a:spcPts val="0"/>
              </a:spcBef>
              <a:spcAft>
                <a:spcPts val="0"/>
              </a:spcAft>
              <a:buSzPts val="1400"/>
              <a:buChar char="●"/>
            </a:pPr>
            <a:r>
              <a:rPr lang="en" sz="1400">
                <a:uFill>
                  <a:noFill/>
                </a:uFill>
                <a:hlinkClick r:id="rId3"/>
              </a:rPr>
              <a:t>Ufo abduction concept with hand drawn style</a:t>
            </a:r>
            <a:endParaRPr sz="1400">
              <a:solidFill>
                <a:srgbClr val="374957"/>
              </a:solidFill>
            </a:endParaRPr>
          </a:p>
          <a:p>
            <a:pPr marL="457200" marR="50800" lvl="0" indent="-317500" algn="l" rtl="0">
              <a:spcBef>
                <a:spcPts val="0"/>
              </a:spcBef>
              <a:spcAft>
                <a:spcPts val="0"/>
              </a:spcAft>
              <a:buSzPts val="1400"/>
              <a:buChar char="●"/>
            </a:pPr>
            <a:r>
              <a:rPr lang="en" sz="1400">
                <a:uFill>
                  <a:noFill/>
                </a:uFill>
                <a:hlinkClick r:id="rId4"/>
              </a:rPr>
              <a:t>Ufo abduction concept with hand drawn style</a:t>
            </a:r>
            <a:endParaRPr sz="1400">
              <a:solidFill>
                <a:srgbClr val="374957"/>
              </a:solidFill>
            </a:endParaRPr>
          </a:p>
          <a:p>
            <a:pPr marL="457200" marR="50800" lvl="0" indent="-317500" algn="l" rtl="0">
              <a:spcBef>
                <a:spcPts val="0"/>
              </a:spcBef>
              <a:spcAft>
                <a:spcPts val="0"/>
              </a:spcAft>
              <a:buSzPts val="1400"/>
              <a:buChar char="●"/>
            </a:pPr>
            <a:r>
              <a:rPr lang="en" sz="1400">
                <a:uFill>
                  <a:noFill/>
                </a:uFill>
                <a:hlinkClick r:id="rId5"/>
              </a:rPr>
              <a:t>Lovely hand drawn galaxy background</a:t>
            </a:r>
            <a:endParaRPr sz="1400">
              <a:solidFill>
                <a:srgbClr val="374957"/>
              </a:solidFill>
            </a:endParaRPr>
          </a:p>
          <a:p>
            <a:pPr marL="457200" marR="50800" lvl="0" indent="-317500" algn="l" rtl="0">
              <a:spcBef>
                <a:spcPts val="0"/>
              </a:spcBef>
              <a:spcAft>
                <a:spcPts val="0"/>
              </a:spcAft>
              <a:buSzPts val="1400"/>
              <a:buChar char="●"/>
            </a:pPr>
            <a:r>
              <a:rPr lang="en" sz="1400">
                <a:uFill>
                  <a:noFill/>
                </a:uFill>
                <a:hlinkClick r:id="rId6"/>
              </a:rPr>
              <a:t>Hand drawn spaceship background</a:t>
            </a:r>
            <a:endParaRPr sz="1400">
              <a:solidFill>
                <a:srgbClr val="374957"/>
              </a:solidFill>
            </a:endParaRPr>
          </a:p>
          <a:p>
            <a:pPr marL="457200" marR="50800" lvl="0" indent="-317500" algn="l" rtl="0">
              <a:spcBef>
                <a:spcPts val="0"/>
              </a:spcBef>
              <a:spcAft>
                <a:spcPts val="0"/>
              </a:spcAft>
              <a:buSzPts val="1400"/>
              <a:buChar char="●"/>
            </a:pPr>
            <a:r>
              <a:rPr lang="en" sz="1400">
                <a:uFill>
                  <a:noFill/>
                </a:uFill>
                <a:hlinkClick r:id="rId7"/>
              </a:rPr>
              <a:t>Hand drawn ufo abduction concept</a:t>
            </a:r>
            <a:endParaRPr sz="1400">
              <a:solidFill>
                <a:srgbClr val="374957"/>
              </a:solidFill>
            </a:endParaRPr>
          </a:p>
          <a:p>
            <a:pPr marL="457200" marR="50800" lvl="0" indent="-317500" algn="l" rtl="0">
              <a:spcBef>
                <a:spcPts val="0"/>
              </a:spcBef>
              <a:spcAft>
                <a:spcPts val="0"/>
              </a:spcAft>
              <a:buSzPts val="1400"/>
              <a:buChar char="●"/>
            </a:pPr>
            <a:r>
              <a:rPr lang="en" sz="1400">
                <a:uFill>
                  <a:noFill/>
                </a:uFill>
                <a:hlinkClick r:id="rId8"/>
              </a:rPr>
              <a:t>Hand drawn ufo abduction concept</a:t>
            </a:r>
            <a:endParaRPr sz="1400">
              <a:solidFill>
                <a:srgbClr val="374957"/>
              </a:solidFill>
            </a:endParaRPr>
          </a:p>
          <a:p>
            <a:pPr marL="457200" marR="50800" lvl="0" indent="-317500" algn="l" rtl="0">
              <a:spcBef>
                <a:spcPts val="0"/>
              </a:spcBef>
              <a:spcAft>
                <a:spcPts val="0"/>
              </a:spcAft>
              <a:buSzPts val="1400"/>
              <a:buChar char="●"/>
            </a:pPr>
            <a:r>
              <a:rPr lang="en" sz="1400">
                <a:uFill>
                  <a:noFill/>
                </a:uFill>
                <a:hlinkClick r:id="rId9"/>
              </a:rPr>
              <a:t>Hand drawn modern spaceship collection</a:t>
            </a:r>
            <a:endParaRPr sz="1400">
              <a:solidFill>
                <a:srgbClr val="374957"/>
              </a:solidFill>
            </a:endParaRPr>
          </a:p>
          <a:p>
            <a:pPr marL="457200" marR="50800" lvl="0" indent="-317500" algn="l" rtl="0">
              <a:spcBef>
                <a:spcPts val="0"/>
              </a:spcBef>
              <a:spcAft>
                <a:spcPts val="0"/>
              </a:spcAft>
              <a:buSzPts val="1400"/>
              <a:buChar char="●"/>
            </a:pPr>
            <a:r>
              <a:rPr lang="en" sz="1400">
                <a:uFill>
                  <a:noFill/>
                </a:uFill>
                <a:hlinkClick r:id="rId10"/>
              </a:rPr>
              <a:t>Modern hand drawn ufo abduction concept</a:t>
            </a:r>
            <a:endParaRPr sz="1400"/>
          </a:p>
          <a:p>
            <a:pPr marL="457200" marR="50800" lvl="0" indent="-317500" algn="l" rtl="0">
              <a:spcBef>
                <a:spcPts val="0"/>
              </a:spcBef>
              <a:spcAft>
                <a:spcPts val="0"/>
              </a:spcAft>
              <a:buSzPts val="1400"/>
              <a:buChar char="●"/>
            </a:pPr>
            <a:r>
              <a:rPr lang="en" sz="1400">
                <a:uFill>
                  <a:noFill/>
                </a:uFill>
                <a:hlinkClick r:id="rId11"/>
              </a:rPr>
              <a:t>Hand drawn ufo abduction concept</a:t>
            </a:r>
            <a:endParaRPr sz="1400"/>
          </a:p>
        </p:txBody>
      </p:sp>
      <p:sp>
        <p:nvSpPr>
          <p:cNvPr id="4610" name="Google Shape;4610;p7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4611" name="Google Shape;4611;p75"/>
          <p:cNvSpPr txBox="1">
            <a:spLocks noGrp="1"/>
          </p:cNvSpPr>
          <p:nvPr>
            <p:ph type="subTitle" idx="1"/>
          </p:nvPr>
        </p:nvSpPr>
        <p:spPr>
          <a:xfrm>
            <a:off x="4824950" y="1112200"/>
            <a:ext cx="3605700" cy="3492000"/>
          </a:xfrm>
          <a:prstGeom prst="rect">
            <a:avLst/>
          </a:prstGeom>
        </p:spPr>
        <p:txBody>
          <a:bodyPr spcFirstLastPara="1" wrap="square" lIns="91425" tIns="91425" rIns="91425" bIns="91425" anchor="ctr" anchorCtr="0">
            <a:noAutofit/>
          </a:bodyPr>
          <a:lstStyle/>
          <a:p>
            <a:pPr marL="0" marR="50800" lvl="0" indent="0" algn="l" rtl="0">
              <a:spcBef>
                <a:spcPts val="0"/>
              </a:spcBef>
              <a:spcAft>
                <a:spcPts val="0"/>
              </a:spcAft>
              <a:buNone/>
            </a:pPr>
            <a:r>
              <a:rPr lang="en" sz="1800" b="1">
                <a:latin typeface="Orbitron"/>
                <a:ea typeface="Orbitron"/>
                <a:cs typeface="Orbitron"/>
                <a:sym typeface="Orbitron"/>
              </a:rPr>
              <a:t>ICONS</a:t>
            </a:r>
            <a:endParaRPr sz="1800" b="1">
              <a:latin typeface="Orbitron"/>
              <a:ea typeface="Orbitron"/>
              <a:cs typeface="Orbitron"/>
              <a:sym typeface="Orbitron"/>
            </a:endParaRPr>
          </a:p>
          <a:p>
            <a:pPr marL="457200" lvl="0" indent="-317500" algn="l" rtl="0">
              <a:spcBef>
                <a:spcPts val="0"/>
              </a:spcBef>
              <a:spcAft>
                <a:spcPts val="0"/>
              </a:spcAft>
              <a:buSzPts val="1400"/>
              <a:buChar char="●"/>
            </a:pPr>
            <a:r>
              <a:rPr lang="en" sz="1400">
                <a:uFill>
                  <a:noFill/>
                </a:uFill>
                <a:hlinkClick r:id="rId12"/>
              </a:rPr>
              <a:t>UFO and Aliens Icon Pack</a:t>
            </a:r>
            <a:endParaRPr sz="1400">
              <a:solidFill>
                <a:srgbClr val="374957"/>
              </a:solidFill>
            </a:endParaRPr>
          </a:p>
          <a:p>
            <a:pPr marL="0" lvl="0" indent="0" algn="l" rtl="0">
              <a:spcBef>
                <a:spcPts val="0"/>
              </a:spcBef>
              <a:spcAft>
                <a:spcPts val="0"/>
              </a:spcAft>
              <a:buNone/>
            </a:pPr>
            <a:endParaRPr sz="1400" b="1">
              <a:solidFill>
                <a:srgbClr val="374957"/>
              </a:solidFill>
            </a:endParaRPr>
          </a:p>
          <a:p>
            <a:pPr marL="0" lvl="0" indent="0" algn="l" rtl="0">
              <a:spcBef>
                <a:spcPts val="0"/>
              </a:spcBef>
              <a:spcAft>
                <a:spcPts val="0"/>
              </a:spcAft>
              <a:buNone/>
            </a:pPr>
            <a:r>
              <a:rPr lang="en" sz="1800" b="1">
                <a:latin typeface="Orbitron"/>
                <a:ea typeface="Orbitron"/>
                <a:cs typeface="Orbitron"/>
                <a:sym typeface="Orbitron"/>
              </a:rPr>
              <a:t>PHOTOS</a:t>
            </a:r>
            <a:endParaRPr sz="1200" b="1">
              <a:latin typeface="Orbitron"/>
              <a:ea typeface="Orbitron"/>
              <a:cs typeface="Orbitron"/>
              <a:sym typeface="Orbitron"/>
            </a:endParaRPr>
          </a:p>
          <a:p>
            <a:pPr marL="457200" marR="50800" lvl="0" indent="-317500" algn="l" rtl="0">
              <a:spcBef>
                <a:spcPts val="0"/>
              </a:spcBef>
              <a:spcAft>
                <a:spcPts val="0"/>
              </a:spcAft>
              <a:buSzPts val="1400"/>
              <a:buChar char="●"/>
            </a:pPr>
            <a:r>
              <a:rPr lang="en" sz="1400">
                <a:uFill>
                  <a:noFill/>
                </a:uFill>
                <a:hlinkClick r:id="rId13"/>
              </a:rPr>
              <a:t>Cloudy starry night with evergreen trees</a:t>
            </a:r>
            <a:endParaRPr sz="1400">
              <a:solidFill>
                <a:srgbClr val="374957"/>
              </a:solidFill>
            </a:endParaRPr>
          </a:p>
          <a:p>
            <a:pPr marL="457200" marR="50800" lvl="0" indent="-317500" algn="l" rtl="0">
              <a:spcBef>
                <a:spcPts val="0"/>
              </a:spcBef>
              <a:spcAft>
                <a:spcPts val="0"/>
              </a:spcAft>
              <a:buSzPts val="1400"/>
              <a:buChar char="●"/>
            </a:pPr>
            <a:r>
              <a:rPr lang="en" sz="1400">
                <a:uFill>
                  <a:noFill/>
                </a:uFill>
                <a:hlinkClick r:id="rId14"/>
              </a:rPr>
              <a:t>Gradient smooth soap bubble on black background</a:t>
            </a:r>
            <a:endParaRPr sz="14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4615"/>
        <p:cNvGrpSpPr/>
        <p:nvPr/>
      </p:nvGrpSpPr>
      <p:grpSpPr>
        <a:xfrm>
          <a:off x="0" y="0"/>
          <a:ext cx="0" cy="0"/>
          <a:chOff x="0" y="0"/>
          <a:chExt cx="0" cy="0"/>
        </a:xfrm>
      </p:grpSpPr>
      <p:sp>
        <p:nvSpPr>
          <p:cNvPr id="4616" name="Google Shape;4616;p76"/>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a:t>
            </a:r>
            <a:r>
              <a:rPr lang="en">
                <a:latin typeface="Arial"/>
                <a:ea typeface="Arial"/>
                <a:cs typeface="Arial"/>
                <a:sym typeface="Arial"/>
              </a:rPr>
              <a:t>free users)</a:t>
            </a:r>
            <a:endParaRPr>
              <a:solidFill>
                <a:srgbClr val="FFFFFF"/>
              </a:solidFill>
              <a:latin typeface="Arial"/>
              <a:ea typeface="Arial"/>
              <a:cs typeface="Arial"/>
              <a:sym typeface="Arial"/>
            </a:endParaRPr>
          </a:p>
        </p:txBody>
      </p:sp>
      <p:sp>
        <p:nvSpPr>
          <p:cNvPr id="4617" name="Google Shape;4617;p76"/>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credit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by keeping the Thanks slide.</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any of Slidesgo Content (or a modified version of Slidesgo Content).</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Delete the “Thanks” or “Credits” slide.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lnSpc>
                <a:spcPct val="115000"/>
              </a:lnSpc>
              <a:spcBef>
                <a:spcPts val="0"/>
              </a:spcBef>
              <a:spcAft>
                <a:spcPts val="0"/>
              </a:spcAft>
              <a:buNone/>
            </a:pPr>
            <a:endParaRPr sz="1000">
              <a:solidFill>
                <a:srgbClr val="FFFFFF"/>
              </a:solidFill>
              <a:latin typeface="Arial"/>
              <a:ea typeface="Arial"/>
              <a:cs typeface="Arial"/>
              <a:sym typeface="Arial"/>
            </a:endParaRPr>
          </a:p>
          <a:p>
            <a:pPr marL="0" lvl="0" indent="0" algn="ctr" rtl="0">
              <a:spcBef>
                <a:spcPts val="0"/>
              </a:spcBef>
              <a:spcAft>
                <a:spcPts val="0"/>
              </a:spcAft>
              <a:buNone/>
            </a:pPr>
            <a:endParaRPr sz="1000">
              <a:solidFill>
                <a:srgbClr val="435D74"/>
              </a:solidFill>
              <a:latin typeface="Arial"/>
              <a:ea typeface="Arial"/>
              <a:cs typeface="Arial"/>
              <a:sym typeface="Arial"/>
            </a:endParaRPr>
          </a:p>
          <a:p>
            <a:pPr marL="0" lvl="0" indent="0" algn="ctr" rtl="0">
              <a:spcBef>
                <a:spcPts val="0"/>
              </a:spcBef>
              <a:spcAft>
                <a:spcPts val="0"/>
              </a:spcAft>
              <a:buNone/>
            </a:pPr>
            <a:endParaRPr sz="1300">
              <a:solidFill>
                <a:srgbClr val="435D74"/>
              </a:solidFill>
              <a:latin typeface="Arial"/>
              <a:ea typeface="Arial"/>
              <a:cs typeface="Arial"/>
              <a:sym typeface="Arial"/>
            </a:endParaRPr>
          </a:p>
          <a:p>
            <a:pPr marL="0" lvl="0" indent="0" algn="l" rtl="0">
              <a:spcBef>
                <a:spcPts val="0"/>
              </a:spcBef>
              <a:spcAft>
                <a:spcPts val="0"/>
              </a:spcAft>
              <a:buNone/>
            </a:pPr>
            <a:endParaRPr sz="1300">
              <a:solidFill>
                <a:srgbClr val="435D74"/>
              </a:solidFill>
              <a:latin typeface="Arial"/>
              <a:ea typeface="Arial"/>
              <a:cs typeface="Arial"/>
              <a:sym typeface="Arial"/>
            </a:endParaRPr>
          </a:p>
        </p:txBody>
      </p:sp>
      <p:sp>
        <p:nvSpPr>
          <p:cNvPr id="4618" name="Google Shape;4618;p76"/>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4622"/>
        <p:cNvGrpSpPr/>
        <p:nvPr/>
      </p:nvGrpSpPr>
      <p:grpSpPr>
        <a:xfrm>
          <a:off x="0" y="0"/>
          <a:ext cx="0" cy="0"/>
          <a:chOff x="0" y="0"/>
          <a:chExt cx="0" cy="0"/>
        </a:xfrm>
      </p:grpSpPr>
      <p:sp>
        <p:nvSpPr>
          <p:cNvPr id="4623" name="Google Shape;4623;p77"/>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4624" name="Google Shape;4624;p77"/>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4625" name="Google Shape;4625;p77"/>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4629"/>
        <p:cNvGrpSpPr/>
        <p:nvPr/>
      </p:nvGrpSpPr>
      <p:grpSpPr>
        <a:xfrm>
          <a:off x="0" y="0"/>
          <a:ext cx="0" cy="0"/>
          <a:chOff x="0" y="0"/>
          <a:chExt cx="0" cy="0"/>
        </a:xfrm>
      </p:grpSpPr>
      <p:sp>
        <p:nvSpPr>
          <p:cNvPr id="4630" name="Google Shape;4630;p78"/>
          <p:cNvSpPr txBox="1">
            <a:spLocks noGrp="1"/>
          </p:cNvSpPr>
          <p:nvPr>
            <p:ph type="title" idx="4294967295"/>
          </p:nvPr>
        </p:nvSpPr>
        <p:spPr>
          <a:xfrm>
            <a:off x="1048350" y="9544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4631" name="Google Shape;4631;p78"/>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4632" name="Google Shape;4632;p78"/>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EFEFEF"/>
                </a:solidFill>
                <a:latin typeface="Arial"/>
                <a:ea typeface="Arial"/>
                <a:cs typeface="Arial"/>
                <a:sym typeface="Arial"/>
              </a:rPr>
              <a:t>Orbitron</a:t>
            </a:r>
            <a:endParaRPr b="1">
              <a:solidFill>
                <a:srgbClr val="EFEFE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a:t>
            </a:r>
            <a:r>
              <a:rPr lang="en">
                <a:solidFill>
                  <a:srgbClr val="FFFFFF"/>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https://fonts.google.com/specimen/Orbitron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endParaRPr sz="800">
              <a:solidFill>
                <a:srgbClr val="435D74"/>
              </a:solidFill>
              <a:latin typeface="Arial"/>
              <a:ea typeface="Arial"/>
              <a:cs typeface="Arial"/>
              <a:sym typeface="Arial"/>
            </a:endParaRPr>
          </a:p>
          <a:p>
            <a:pPr marL="0" lvl="0" indent="0" algn="ctr" rtl="0">
              <a:spcBef>
                <a:spcPts val="0"/>
              </a:spcBef>
              <a:spcAft>
                <a:spcPts val="0"/>
              </a:spcAft>
              <a:buNone/>
            </a:pPr>
            <a:r>
              <a:rPr lang="en" b="1">
                <a:solidFill>
                  <a:schemeClr val="lt1"/>
                </a:solidFill>
                <a:latin typeface="Arial"/>
                <a:ea typeface="Arial"/>
                <a:cs typeface="Arial"/>
                <a:sym typeface="Arial"/>
              </a:rPr>
              <a:t>Barlow</a:t>
            </a:r>
            <a:endParaRPr b="1">
              <a:solidFill>
                <a:srgbClr val="FFFFFF"/>
              </a:solidFill>
              <a:latin typeface="Arial"/>
              <a:ea typeface="Arial"/>
              <a:cs typeface="Arial"/>
              <a:sym typeface="Arial"/>
            </a:endParaRPr>
          </a:p>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a:solidFill>
                  <a:srgbClr val="FFFFFF"/>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https://fonts.google.com/specimen/Barlow</a:t>
            </a:r>
            <a:r>
              <a:rPr lang="en">
                <a:solidFill>
                  <a:schemeClr val="lt1"/>
                </a:solidFill>
                <a:latin typeface="Arial"/>
                <a:ea typeface="Arial"/>
                <a:cs typeface="Arial"/>
                <a:sym typeface="Arial"/>
              </a:rPr>
              <a:t>)</a:t>
            </a:r>
            <a:endParaRPr>
              <a:solidFill>
                <a:srgbClr val="FFFFFF"/>
              </a:solidFill>
              <a:latin typeface="Arial"/>
              <a:ea typeface="Arial"/>
              <a:cs typeface="Arial"/>
              <a:sym typeface="Arial"/>
            </a:endParaRPr>
          </a:p>
        </p:txBody>
      </p:sp>
      <p:grpSp>
        <p:nvGrpSpPr>
          <p:cNvPr id="4633" name="Google Shape;4633;p78"/>
          <p:cNvGrpSpPr/>
          <p:nvPr/>
        </p:nvGrpSpPr>
        <p:grpSpPr>
          <a:xfrm>
            <a:off x="990813" y="3498875"/>
            <a:ext cx="7162350" cy="754200"/>
            <a:chOff x="990813" y="3498875"/>
            <a:chExt cx="7162350" cy="754200"/>
          </a:xfrm>
        </p:grpSpPr>
        <p:grpSp>
          <p:nvGrpSpPr>
            <p:cNvPr id="4634" name="Google Shape;4634;p78"/>
            <p:cNvGrpSpPr/>
            <p:nvPr/>
          </p:nvGrpSpPr>
          <p:grpSpPr>
            <a:xfrm>
              <a:off x="2052638" y="3498875"/>
              <a:ext cx="791400" cy="754200"/>
              <a:chOff x="3645388" y="3498875"/>
              <a:chExt cx="791400" cy="754200"/>
            </a:xfrm>
          </p:grpSpPr>
          <p:sp>
            <p:nvSpPr>
              <p:cNvPr id="4635" name="Google Shape;4635;p78"/>
              <p:cNvSpPr/>
              <p:nvPr/>
            </p:nvSpPr>
            <p:spPr>
              <a:xfrm>
                <a:off x="3645388" y="3498875"/>
                <a:ext cx="791400" cy="754200"/>
              </a:xfrm>
              <a:prstGeom prst="roundRect">
                <a:avLst>
                  <a:gd name="adj" fmla="val 16667"/>
                </a:avLst>
              </a:prstGeom>
              <a:solidFill>
                <a:srgbClr val="0F494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78"/>
              <p:cNvSpPr txBox="1"/>
              <p:nvPr/>
            </p:nvSpPr>
            <p:spPr>
              <a:xfrm>
                <a:off x="3645388"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#0f494d</a:t>
                </a:r>
                <a:endParaRPr sz="1000">
                  <a:solidFill>
                    <a:srgbClr val="FFFFFF"/>
                  </a:solidFill>
                </a:endParaRPr>
              </a:p>
            </p:txBody>
          </p:sp>
        </p:grpSp>
        <p:grpSp>
          <p:nvGrpSpPr>
            <p:cNvPr id="4637" name="Google Shape;4637;p78"/>
            <p:cNvGrpSpPr/>
            <p:nvPr/>
          </p:nvGrpSpPr>
          <p:grpSpPr>
            <a:xfrm>
              <a:off x="3114457" y="3498875"/>
              <a:ext cx="791405" cy="754200"/>
              <a:chOff x="4707207" y="3498875"/>
              <a:chExt cx="791405" cy="754200"/>
            </a:xfrm>
          </p:grpSpPr>
          <p:sp>
            <p:nvSpPr>
              <p:cNvPr id="4638" name="Google Shape;4638;p78"/>
              <p:cNvSpPr/>
              <p:nvPr/>
            </p:nvSpPr>
            <p:spPr>
              <a:xfrm>
                <a:off x="4707207" y="3498875"/>
                <a:ext cx="791400" cy="754200"/>
              </a:xfrm>
              <a:prstGeom prst="roundRect">
                <a:avLst>
                  <a:gd name="adj" fmla="val 16667"/>
                </a:avLst>
              </a:prstGeom>
              <a:solidFill>
                <a:srgbClr val="10546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78"/>
              <p:cNvSpPr txBox="1"/>
              <p:nvPr/>
            </p:nvSpPr>
            <p:spPr>
              <a:xfrm>
                <a:off x="4707213"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#105465</a:t>
                </a:r>
                <a:endParaRPr sz="1000">
                  <a:solidFill>
                    <a:srgbClr val="FFFFFF"/>
                  </a:solidFill>
                </a:endParaRPr>
              </a:p>
            </p:txBody>
          </p:sp>
        </p:grpSp>
        <p:grpSp>
          <p:nvGrpSpPr>
            <p:cNvPr id="4640" name="Google Shape;4640;p78"/>
            <p:cNvGrpSpPr/>
            <p:nvPr/>
          </p:nvGrpSpPr>
          <p:grpSpPr>
            <a:xfrm>
              <a:off x="4176277" y="3498875"/>
              <a:ext cx="791411" cy="754200"/>
              <a:chOff x="5769027" y="3498875"/>
              <a:chExt cx="791411" cy="754200"/>
            </a:xfrm>
          </p:grpSpPr>
          <p:sp>
            <p:nvSpPr>
              <p:cNvPr id="4641" name="Google Shape;4641;p78"/>
              <p:cNvSpPr/>
              <p:nvPr/>
            </p:nvSpPr>
            <p:spPr>
              <a:xfrm>
                <a:off x="5769027" y="3498875"/>
                <a:ext cx="791400" cy="754200"/>
              </a:xfrm>
              <a:prstGeom prst="roundRect">
                <a:avLst>
                  <a:gd name="adj" fmla="val 16667"/>
                </a:avLst>
              </a:prstGeom>
              <a:solidFill>
                <a:srgbClr val="96924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78"/>
              <p:cNvSpPr txBox="1"/>
              <p:nvPr/>
            </p:nvSpPr>
            <p:spPr>
              <a:xfrm>
                <a:off x="5769038"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#96924a</a:t>
                </a:r>
                <a:endParaRPr sz="1000">
                  <a:solidFill>
                    <a:srgbClr val="FFFFFF"/>
                  </a:solidFill>
                </a:endParaRPr>
              </a:p>
            </p:txBody>
          </p:sp>
        </p:grpSp>
        <p:grpSp>
          <p:nvGrpSpPr>
            <p:cNvPr id="4643" name="Google Shape;4643;p78"/>
            <p:cNvGrpSpPr/>
            <p:nvPr/>
          </p:nvGrpSpPr>
          <p:grpSpPr>
            <a:xfrm>
              <a:off x="990813" y="3498875"/>
              <a:ext cx="791400" cy="754200"/>
              <a:chOff x="2583563" y="3498875"/>
              <a:chExt cx="791400" cy="754200"/>
            </a:xfrm>
          </p:grpSpPr>
          <p:sp>
            <p:nvSpPr>
              <p:cNvPr id="4644" name="Google Shape;4644;p78"/>
              <p:cNvSpPr/>
              <p:nvPr/>
            </p:nvSpPr>
            <p:spPr>
              <a:xfrm>
                <a:off x="2583563" y="3498875"/>
                <a:ext cx="791400" cy="754200"/>
              </a:xfrm>
              <a:prstGeom prst="roundRect">
                <a:avLst>
                  <a:gd name="adj" fmla="val 16667"/>
                </a:avLst>
              </a:prstGeom>
              <a:solidFill>
                <a:srgbClr val="06171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78"/>
              <p:cNvSpPr txBox="1"/>
              <p:nvPr/>
            </p:nvSpPr>
            <p:spPr>
              <a:xfrm>
                <a:off x="2583563"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#061719</a:t>
                </a:r>
                <a:endParaRPr sz="1000">
                  <a:solidFill>
                    <a:srgbClr val="FFFFFF"/>
                  </a:solidFill>
                </a:endParaRPr>
              </a:p>
            </p:txBody>
          </p:sp>
        </p:grpSp>
        <p:grpSp>
          <p:nvGrpSpPr>
            <p:cNvPr id="4646" name="Google Shape;4646;p78"/>
            <p:cNvGrpSpPr/>
            <p:nvPr/>
          </p:nvGrpSpPr>
          <p:grpSpPr>
            <a:xfrm>
              <a:off x="5238102" y="3498875"/>
              <a:ext cx="791411" cy="754200"/>
              <a:chOff x="5769027" y="3498875"/>
              <a:chExt cx="791411" cy="754200"/>
            </a:xfrm>
          </p:grpSpPr>
          <p:sp>
            <p:nvSpPr>
              <p:cNvPr id="4647" name="Google Shape;4647;p78"/>
              <p:cNvSpPr/>
              <p:nvPr/>
            </p:nvSpPr>
            <p:spPr>
              <a:xfrm>
                <a:off x="5769027" y="3498875"/>
                <a:ext cx="791400" cy="754200"/>
              </a:xfrm>
              <a:prstGeom prst="roundRect">
                <a:avLst>
                  <a:gd name="adj" fmla="val 16667"/>
                </a:avLst>
              </a:prstGeom>
              <a:solidFill>
                <a:srgbClr val="C1BF6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78"/>
              <p:cNvSpPr txBox="1"/>
              <p:nvPr/>
            </p:nvSpPr>
            <p:spPr>
              <a:xfrm>
                <a:off x="5769038"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#c1bf63</a:t>
                </a:r>
                <a:endParaRPr sz="1000">
                  <a:solidFill>
                    <a:srgbClr val="FFFFFF"/>
                  </a:solidFill>
                </a:endParaRPr>
              </a:p>
            </p:txBody>
          </p:sp>
        </p:grpSp>
        <p:grpSp>
          <p:nvGrpSpPr>
            <p:cNvPr id="4649" name="Google Shape;4649;p78"/>
            <p:cNvGrpSpPr/>
            <p:nvPr/>
          </p:nvGrpSpPr>
          <p:grpSpPr>
            <a:xfrm>
              <a:off x="6299927" y="3498875"/>
              <a:ext cx="791411" cy="754200"/>
              <a:chOff x="5769027" y="3498875"/>
              <a:chExt cx="791411" cy="754200"/>
            </a:xfrm>
          </p:grpSpPr>
          <p:sp>
            <p:nvSpPr>
              <p:cNvPr id="4650" name="Google Shape;4650;p78"/>
              <p:cNvSpPr/>
              <p:nvPr/>
            </p:nvSpPr>
            <p:spPr>
              <a:xfrm>
                <a:off x="5769027" y="3498875"/>
                <a:ext cx="791400" cy="754200"/>
              </a:xfrm>
              <a:prstGeom prst="roundRect">
                <a:avLst>
                  <a:gd name="adj" fmla="val 16667"/>
                </a:avLst>
              </a:prstGeom>
              <a:solidFill>
                <a:srgbClr val="FEFF9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78"/>
              <p:cNvSpPr txBox="1"/>
              <p:nvPr/>
            </p:nvSpPr>
            <p:spPr>
              <a:xfrm>
                <a:off x="5769038"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2"/>
                    </a:solidFill>
                  </a:rPr>
                  <a:t>#feff97</a:t>
                </a:r>
                <a:endParaRPr sz="1000">
                  <a:solidFill>
                    <a:schemeClr val="dk2"/>
                  </a:solidFill>
                </a:endParaRPr>
              </a:p>
            </p:txBody>
          </p:sp>
        </p:grpSp>
        <p:grpSp>
          <p:nvGrpSpPr>
            <p:cNvPr id="4652" name="Google Shape;4652;p78"/>
            <p:cNvGrpSpPr/>
            <p:nvPr/>
          </p:nvGrpSpPr>
          <p:grpSpPr>
            <a:xfrm>
              <a:off x="7361752" y="3498875"/>
              <a:ext cx="791411" cy="754200"/>
              <a:chOff x="5769027" y="3498875"/>
              <a:chExt cx="791411" cy="754200"/>
            </a:xfrm>
          </p:grpSpPr>
          <p:sp>
            <p:nvSpPr>
              <p:cNvPr id="4653" name="Google Shape;4653;p78"/>
              <p:cNvSpPr/>
              <p:nvPr/>
            </p:nvSpPr>
            <p:spPr>
              <a:xfrm>
                <a:off x="5769027" y="3498875"/>
                <a:ext cx="791400" cy="7542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78"/>
              <p:cNvSpPr txBox="1"/>
              <p:nvPr/>
            </p:nvSpPr>
            <p:spPr>
              <a:xfrm>
                <a:off x="5769038"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2"/>
                    </a:solidFill>
                  </a:rPr>
                  <a:t>#ffffff</a:t>
                </a:r>
                <a:endParaRPr sz="1000">
                  <a:solidFill>
                    <a:schemeClr val="dk2"/>
                  </a:solidFill>
                </a:endParaRPr>
              </a:p>
            </p:txBody>
          </p:sp>
        </p:gr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4658"/>
        <p:cNvGrpSpPr/>
        <p:nvPr/>
      </p:nvGrpSpPr>
      <p:grpSpPr>
        <a:xfrm>
          <a:off x="0" y="0"/>
          <a:ext cx="0" cy="0"/>
          <a:chOff x="0" y="0"/>
          <a:chExt cx="0" cy="0"/>
        </a:xfrm>
      </p:grpSpPr>
      <p:sp>
        <p:nvSpPr>
          <p:cNvPr id="4659" name="Google Shape;4659;p79"/>
          <p:cNvSpPr txBox="1">
            <a:spLocks noGrp="1"/>
          </p:cNvSpPr>
          <p:nvPr>
            <p:ph type="title" idx="4294967295"/>
          </p:nvPr>
        </p:nvSpPr>
        <p:spPr>
          <a:xfrm>
            <a:off x="1068100" y="666402"/>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Stories by Freepik</a:t>
            </a:r>
            <a:endParaRPr>
              <a:solidFill>
                <a:srgbClr val="FFFFFF"/>
              </a:solidFill>
              <a:latin typeface="Arial"/>
              <a:ea typeface="Arial"/>
              <a:cs typeface="Arial"/>
              <a:sym typeface="Arial"/>
            </a:endParaRPr>
          </a:p>
        </p:txBody>
      </p:sp>
      <p:sp>
        <p:nvSpPr>
          <p:cNvPr id="4660" name="Google Shape;4660;p79"/>
          <p:cNvSpPr txBox="1">
            <a:spLocks noGrp="1"/>
          </p:cNvSpPr>
          <p:nvPr>
            <p:ph type="body" idx="4294967295"/>
          </p:nvPr>
        </p:nvSpPr>
        <p:spPr>
          <a:xfrm>
            <a:off x="1252436" y="1169999"/>
            <a:ext cx="6630900" cy="318300"/>
          </a:xfrm>
          <a:prstGeom prst="rect">
            <a:avLst/>
          </a:prstGeom>
        </p:spPr>
        <p:txBody>
          <a:bodyPr spcFirstLastPara="1" wrap="square" lIns="91425" tIns="91425" rIns="91425" bIns="91425" anchor="t" anchorCtr="0">
            <a:noAutofit/>
          </a:bodyPr>
          <a:lstStyle/>
          <a:p>
            <a:pPr marL="0" marR="0" lvl="0" indent="0" algn="ctr" rtl="0">
              <a:lnSpc>
                <a:spcPct val="115000"/>
              </a:lnSpc>
              <a:spcBef>
                <a:spcPts val="0"/>
              </a:spcBef>
              <a:spcAft>
                <a:spcPts val="0"/>
              </a:spcAft>
              <a:buNone/>
            </a:pPr>
            <a:r>
              <a:rPr lang="en">
                <a:solidFill>
                  <a:srgbClr val="FFFFFF"/>
                </a:solidFill>
                <a:latin typeface="Arial"/>
                <a:ea typeface="Arial"/>
                <a:cs typeface="Arial"/>
                <a:sym typeface="Arial"/>
              </a:rPr>
              <a:t>Create your Story with our illustrated concepts. Choose the style you like the most, edit its colors, pick the background and layers you want to show and bring them to life with the animator panel! It will boost your presentation. Check out</a:t>
            </a:r>
            <a:r>
              <a:rPr lang="en">
                <a:solidFill>
                  <a:srgbClr val="869FB2"/>
                </a:solidFill>
                <a:latin typeface="Arial"/>
                <a:ea typeface="Arial"/>
                <a:cs typeface="Arial"/>
                <a:sym typeface="Arial"/>
              </a:rPr>
              <a:t>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How it Works.</a:t>
            </a:r>
            <a:endParaRPr>
              <a:solidFill>
                <a:srgbClr val="869FB2"/>
              </a:solidFill>
              <a:latin typeface="Arial"/>
              <a:ea typeface="Arial"/>
              <a:cs typeface="Arial"/>
              <a:sym typeface="Arial"/>
            </a:endParaRPr>
          </a:p>
        </p:txBody>
      </p:sp>
      <p:pic>
        <p:nvPicPr>
          <p:cNvPr id="4661" name="Google Shape;4661;p79"/>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4662" name="Google Shape;4662;p79"/>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4663" name="Google Shape;4663;p79"/>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4664" name="Google Shape;4664;p79"/>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4665" name="Google Shape;4665;p79"/>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4666" name="Google Shape;4666;p79"/>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4667" name="Google Shape;4667;p79"/>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4668" name="Google Shape;4668;p79"/>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4669" name="Google Shape;4669;p79"/>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4670" name="Google Shape;4670;p79"/>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4674"/>
        <p:cNvGrpSpPr/>
        <p:nvPr/>
      </p:nvGrpSpPr>
      <p:grpSpPr>
        <a:xfrm>
          <a:off x="0" y="0"/>
          <a:ext cx="0" cy="0"/>
          <a:chOff x="0" y="0"/>
          <a:chExt cx="0" cy="0"/>
        </a:xfrm>
      </p:grpSpPr>
      <p:sp>
        <p:nvSpPr>
          <p:cNvPr id="4675" name="Google Shape;4675;p80"/>
          <p:cNvSpPr txBox="1"/>
          <p:nvPr/>
        </p:nvSpPr>
        <p:spPr>
          <a:xfrm>
            <a:off x="1068100" y="1534076"/>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4676" name="Google Shape;4676;p80"/>
          <p:cNvGrpSpPr/>
          <p:nvPr/>
        </p:nvGrpSpPr>
        <p:grpSpPr>
          <a:xfrm>
            <a:off x="5156078" y="3085736"/>
            <a:ext cx="474294" cy="551291"/>
            <a:chOff x="4727025" y="1332775"/>
            <a:chExt cx="59900" cy="69625"/>
          </a:xfrm>
        </p:grpSpPr>
        <p:sp>
          <p:nvSpPr>
            <p:cNvPr id="4677" name="Google Shape;4677;p80"/>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80"/>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9" name="Google Shape;4679;p80"/>
          <p:cNvGrpSpPr/>
          <p:nvPr/>
        </p:nvGrpSpPr>
        <p:grpSpPr>
          <a:xfrm>
            <a:off x="5769734" y="2314340"/>
            <a:ext cx="555653" cy="557031"/>
            <a:chOff x="4820425" y="1329900"/>
            <a:chExt cx="70175" cy="70350"/>
          </a:xfrm>
        </p:grpSpPr>
        <p:sp>
          <p:nvSpPr>
            <p:cNvPr id="4680" name="Google Shape;4680;p80"/>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80"/>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80"/>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80"/>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4" name="Google Shape;4684;p80"/>
          <p:cNvGrpSpPr/>
          <p:nvPr/>
        </p:nvGrpSpPr>
        <p:grpSpPr>
          <a:xfrm>
            <a:off x="6396103" y="2318845"/>
            <a:ext cx="582574" cy="533871"/>
            <a:chOff x="4903200" y="1331525"/>
            <a:chExt cx="73575" cy="67425"/>
          </a:xfrm>
        </p:grpSpPr>
        <p:sp>
          <p:nvSpPr>
            <p:cNvPr id="4685" name="Google Shape;4685;p80"/>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80"/>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7" name="Google Shape;4687;p80"/>
          <p:cNvGrpSpPr/>
          <p:nvPr/>
        </p:nvGrpSpPr>
        <p:grpSpPr>
          <a:xfrm>
            <a:off x="5755581" y="3078709"/>
            <a:ext cx="583960" cy="565345"/>
            <a:chOff x="4815575" y="1416800"/>
            <a:chExt cx="73750" cy="71400"/>
          </a:xfrm>
        </p:grpSpPr>
        <p:sp>
          <p:nvSpPr>
            <p:cNvPr id="4688" name="Google Shape;4688;p80"/>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80"/>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80"/>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1" name="Google Shape;4691;p80"/>
          <p:cNvGrpSpPr/>
          <p:nvPr/>
        </p:nvGrpSpPr>
        <p:grpSpPr>
          <a:xfrm>
            <a:off x="6390362" y="3108896"/>
            <a:ext cx="589898" cy="504970"/>
            <a:chOff x="4902475" y="1418875"/>
            <a:chExt cx="74500" cy="63775"/>
          </a:xfrm>
        </p:grpSpPr>
        <p:sp>
          <p:nvSpPr>
            <p:cNvPr id="4692" name="Google Shape;4692;p80"/>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80"/>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4" name="Google Shape;4694;p80"/>
          <p:cNvGrpSpPr/>
          <p:nvPr/>
        </p:nvGrpSpPr>
        <p:grpSpPr>
          <a:xfrm>
            <a:off x="5765577" y="3826000"/>
            <a:ext cx="563967" cy="567127"/>
            <a:chOff x="4818100" y="1507675"/>
            <a:chExt cx="71225" cy="71625"/>
          </a:xfrm>
        </p:grpSpPr>
        <p:sp>
          <p:nvSpPr>
            <p:cNvPr id="4695" name="Google Shape;4695;p80"/>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80"/>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80"/>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80"/>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9" name="Google Shape;4699;p80"/>
          <p:cNvGrpSpPr/>
          <p:nvPr/>
        </p:nvGrpSpPr>
        <p:grpSpPr>
          <a:xfrm>
            <a:off x="5079075" y="3829461"/>
            <a:ext cx="628301" cy="588505"/>
            <a:chOff x="4721450" y="1509475"/>
            <a:chExt cx="79350" cy="74325"/>
          </a:xfrm>
        </p:grpSpPr>
        <p:sp>
          <p:nvSpPr>
            <p:cNvPr id="4700" name="Google Shape;4700;p80"/>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80"/>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80"/>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80"/>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4" name="Google Shape;4704;p80"/>
          <p:cNvGrpSpPr/>
          <p:nvPr/>
        </p:nvGrpSpPr>
        <p:grpSpPr>
          <a:xfrm>
            <a:off x="6424608" y="3814027"/>
            <a:ext cx="557038" cy="562772"/>
            <a:chOff x="4906800" y="1507500"/>
            <a:chExt cx="70350" cy="71075"/>
          </a:xfrm>
        </p:grpSpPr>
        <p:sp>
          <p:nvSpPr>
            <p:cNvPr id="4705" name="Google Shape;4705;p80"/>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80"/>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80"/>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80"/>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80"/>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0" name="Google Shape;4710;p80"/>
          <p:cNvGrpSpPr/>
          <p:nvPr/>
        </p:nvGrpSpPr>
        <p:grpSpPr>
          <a:xfrm>
            <a:off x="4462216" y="2340963"/>
            <a:ext cx="517934" cy="517934"/>
            <a:chOff x="3736598" y="2170606"/>
            <a:chExt cx="404889" cy="404889"/>
          </a:xfrm>
        </p:grpSpPr>
        <p:sp>
          <p:nvSpPr>
            <p:cNvPr id="4711" name="Google Shape;4711;p80"/>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80"/>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80"/>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80"/>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5" name="Google Shape;4715;p80"/>
          <p:cNvGrpSpPr/>
          <p:nvPr/>
        </p:nvGrpSpPr>
        <p:grpSpPr>
          <a:xfrm>
            <a:off x="3729277" y="2341061"/>
            <a:ext cx="586986" cy="517740"/>
            <a:chOff x="3161917" y="2170682"/>
            <a:chExt cx="458870" cy="404737"/>
          </a:xfrm>
        </p:grpSpPr>
        <p:sp>
          <p:nvSpPr>
            <p:cNvPr id="4716" name="Google Shape;4716;p80"/>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80"/>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80"/>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9" name="Google Shape;4719;p80"/>
          <p:cNvGrpSpPr/>
          <p:nvPr/>
        </p:nvGrpSpPr>
        <p:grpSpPr>
          <a:xfrm>
            <a:off x="3752299" y="3102400"/>
            <a:ext cx="540943" cy="517963"/>
            <a:chOff x="3179914" y="2889488"/>
            <a:chExt cx="422876" cy="404911"/>
          </a:xfrm>
        </p:grpSpPr>
        <p:sp>
          <p:nvSpPr>
            <p:cNvPr id="4720" name="Google Shape;4720;p80"/>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80"/>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80"/>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80"/>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80"/>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80"/>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26" name="Google Shape;4726;p80"/>
          <p:cNvGrpSpPr/>
          <p:nvPr/>
        </p:nvGrpSpPr>
        <p:grpSpPr>
          <a:xfrm>
            <a:off x="4453093" y="3102358"/>
            <a:ext cx="536180" cy="518047"/>
            <a:chOff x="3729467" y="2889422"/>
            <a:chExt cx="419153" cy="404977"/>
          </a:xfrm>
        </p:grpSpPr>
        <p:sp>
          <p:nvSpPr>
            <p:cNvPr id="4727" name="Google Shape;4727;p80"/>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80"/>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80"/>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80"/>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80"/>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80"/>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80"/>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4" name="Google Shape;4734;p80"/>
          <p:cNvGrpSpPr/>
          <p:nvPr/>
        </p:nvGrpSpPr>
        <p:grpSpPr>
          <a:xfrm>
            <a:off x="1990126" y="3445787"/>
            <a:ext cx="965351" cy="134611"/>
            <a:chOff x="4411970" y="2962952"/>
            <a:chExt cx="706544" cy="104212"/>
          </a:xfrm>
        </p:grpSpPr>
        <p:sp>
          <p:nvSpPr>
            <p:cNvPr id="4735" name="Google Shape;4735;p80"/>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80"/>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80"/>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80"/>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9" name="Google Shape;4739;p80"/>
          <p:cNvGrpSpPr/>
          <p:nvPr/>
        </p:nvGrpSpPr>
        <p:grpSpPr>
          <a:xfrm>
            <a:off x="1990126" y="3041077"/>
            <a:ext cx="960158" cy="289172"/>
            <a:chOff x="4411970" y="2726085"/>
            <a:chExt cx="643107" cy="193659"/>
          </a:xfrm>
        </p:grpSpPr>
        <p:sp>
          <p:nvSpPr>
            <p:cNvPr id="4740" name="Google Shape;4740;p80"/>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80"/>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80"/>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3" name="Google Shape;4743;p80"/>
          <p:cNvGrpSpPr/>
          <p:nvPr/>
        </p:nvGrpSpPr>
        <p:grpSpPr>
          <a:xfrm>
            <a:off x="998624" y="3295400"/>
            <a:ext cx="811503" cy="252584"/>
            <a:chOff x="4411970" y="4340222"/>
            <a:chExt cx="779467" cy="242683"/>
          </a:xfrm>
        </p:grpSpPr>
        <p:sp>
          <p:nvSpPr>
            <p:cNvPr id="4744" name="Google Shape;4744;p80"/>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80"/>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80"/>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7" name="Google Shape;4747;p80"/>
          <p:cNvGrpSpPr/>
          <p:nvPr/>
        </p:nvGrpSpPr>
        <p:grpSpPr>
          <a:xfrm>
            <a:off x="1990126" y="2709308"/>
            <a:ext cx="965160" cy="216230"/>
            <a:chOff x="4411970" y="2468674"/>
            <a:chExt cx="747317" cy="167425"/>
          </a:xfrm>
        </p:grpSpPr>
        <p:sp>
          <p:nvSpPr>
            <p:cNvPr id="4748" name="Google Shape;4748;p80"/>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80"/>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50" name="Google Shape;4750;p80"/>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1" name="Google Shape;4751;p80"/>
          <p:cNvGrpSpPr/>
          <p:nvPr/>
        </p:nvGrpSpPr>
        <p:grpSpPr>
          <a:xfrm>
            <a:off x="997692" y="2334687"/>
            <a:ext cx="1959041" cy="208784"/>
            <a:chOff x="6336019" y="3733725"/>
            <a:chExt cx="2566206" cy="351310"/>
          </a:xfrm>
        </p:grpSpPr>
        <p:sp>
          <p:nvSpPr>
            <p:cNvPr id="4752" name="Google Shape;4752;p80"/>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80"/>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80"/>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80"/>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6" name="Google Shape;4756;p80"/>
          <p:cNvGrpSpPr/>
          <p:nvPr/>
        </p:nvGrpSpPr>
        <p:grpSpPr>
          <a:xfrm>
            <a:off x="1990126" y="3950602"/>
            <a:ext cx="946551" cy="153200"/>
            <a:chOff x="4404545" y="3301592"/>
            <a:chExt cx="782403" cy="129272"/>
          </a:xfrm>
        </p:grpSpPr>
        <p:sp>
          <p:nvSpPr>
            <p:cNvPr id="4757" name="Google Shape;4757;p80"/>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80"/>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9" name="Google Shape;4759;p80"/>
          <p:cNvGrpSpPr/>
          <p:nvPr/>
        </p:nvGrpSpPr>
        <p:grpSpPr>
          <a:xfrm>
            <a:off x="1990126" y="3695937"/>
            <a:ext cx="962257" cy="139127"/>
            <a:chOff x="4411970" y="3131459"/>
            <a:chExt cx="710520" cy="117397"/>
          </a:xfrm>
        </p:grpSpPr>
        <p:sp>
          <p:nvSpPr>
            <p:cNvPr id="4760" name="Google Shape;4760;p80"/>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80"/>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62" name="Google Shape;4762;p80"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63" name="Google Shape;4763;p80"/>
          <p:cNvGrpSpPr/>
          <p:nvPr/>
        </p:nvGrpSpPr>
        <p:grpSpPr>
          <a:xfrm>
            <a:off x="990271" y="3621603"/>
            <a:ext cx="823838" cy="458988"/>
            <a:chOff x="4411970" y="1801825"/>
            <a:chExt cx="734586" cy="409262"/>
          </a:xfrm>
        </p:grpSpPr>
        <p:sp>
          <p:nvSpPr>
            <p:cNvPr id="4764" name="Google Shape;4764;p80"/>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80"/>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6" name="Google Shape;4766;p80"/>
          <p:cNvGrpSpPr/>
          <p:nvPr/>
        </p:nvGrpSpPr>
        <p:grpSpPr>
          <a:xfrm>
            <a:off x="3095243" y="2339173"/>
            <a:ext cx="521514" cy="521514"/>
            <a:chOff x="5681300" y="2527788"/>
            <a:chExt cx="805800" cy="805800"/>
          </a:xfrm>
        </p:grpSpPr>
        <p:sp>
          <p:nvSpPr>
            <p:cNvPr id="4767" name="Google Shape;4767;p80"/>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80"/>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9" name="Google Shape;4769;p80"/>
          <p:cNvGrpSpPr/>
          <p:nvPr/>
        </p:nvGrpSpPr>
        <p:grpSpPr>
          <a:xfrm>
            <a:off x="3089483" y="3094865"/>
            <a:ext cx="533033" cy="533033"/>
            <a:chOff x="4049800" y="640400"/>
            <a:chExt cx="858900" cy="858900"/>
          </a:xfrm>
        </p:grpSpPr>
        <p:sp>
          <p:nvSpPr>
            <p:cNvPr id="4770" name="Google Shape;4770;p80"/>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80"/>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2" name="Google Shape;4772;p80"/>
          <p:cNvGrpSpPr/>
          <p:nvPr/>
        </p:nvGrpSpPr>
        <p:grpSpPr>
          <a:xfrm>
            <a:off x="3014966" y="3772543"/>
            <a:ext cx="682068" cy="682068"/>
            <a:chOff x="5080188" y="927900"/>
            <a:chExt cx="961200" cy="961200"/>
          </a:xfrm>
        </p:grpSpPr>
        <p:sp>
          <p:nvSpPr>
            <p:cNvPr id="4773" name="Google Shape;4773;p80"/>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80"/>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80"/>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80"/>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80"/>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80"/>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80"/>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80"/>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1" name="Google Shape;4781;p80"/>
          <p:cNvGrpSpPr/>
          <p:nvPr/>
        </p:nvGrpSpPr>
        <p:grpSpPr>
          <a:xfrm>
            <a:off x="4478465" y="3869234"/>
            <a:ext cx="505650" cy="504006"/>
            <a:chOff x="6039282" y="1042577"/>
            <a:chExt cx="734315" cy="731929"/>
          </a:xfrm>
        </p:grpSpPr>
        <p:sp>
          <p:nvSpPr>
            <p:cNvPr id="4782" name="Google Shape;4782;p80"/>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80"/>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80"/>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80"/>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80"/>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80"/>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80"/>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80"/>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80"/>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80"/>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80"/>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80"/>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80"/>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80"/>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80"/>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80"/>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80"/>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80"/>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80"/>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80"/>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80"/>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3" name="Google Shape;4803;p80"/>
          <p:cNvGrpSpPr/>
          <p:nvPr/>
        </p:nvGrpSpPr>
        <p:grpSpPr>
          <a:xfrm>
            <a:off x="5091067" y="2298862"/>
            <a:ext cx="567744" cy="602136"/>
            <a:chOff x="1825800" y="1651625"/>
            <a:chExt cx="539989" cy="571775"/>
          </a:xfrm>
        </p:grpSpPr>
        <p:sp>
          <p:nvSpPr>
            <p:cNvPr id="4804" name="Google Shape;4804;p80"/>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80"/>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80"/>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80"/>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8" name="Google Shape;4808;p80"/>
          <p:cNvGrpSpPr/>
          <p:nvPr/>
        </p:nvGrpSpPr>
        <p:grpSpPr>
          <a:xfrm>
            <a:off x="3765995" y="3855579"/>
            <a:ext cx="508123" cy="507955"/>
            <a:chOff x="1897577" y="2802432"/>
            <a:chExt cx="492176" cy="492014"/>
          </a:xfrm>
        </p:grpSpPr>
        <p:sp>
          <p:nvSpPr>
            <p:cNvPr id="4809" name="Google Shape;4809;p80"/>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80"/>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80"/>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80"/>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80"/>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80"/>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80"/>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80"/>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80"/>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80"/>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80"/>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80"/>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1" name="Google Shape;4821;p80"/>
          <p:cNvGrpSpPr/>
          <p:nvPr/>
        </p:nvGrpSpPr>
        <p:grpSpPr>
          <a:xfrm>
            <a:off x="997525" y="4169123"/>
            <a:ext cx="809227" cy="200842"/>
            <a:chOff x="2013045" y="4813233"/>
            <a:chExt cx="921986" cy="228854"/>
          </a:xfrm>
        </p:grpSpPr>
        <p:sp>
          <p:nvSpPr>
            <p:cNvPr id="4822" name="Google Shape;4822;p80"/>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80"/>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4" name="Google Shape;4824;p80"/>
          <p:cNvGrpSpPr/>
          <p:nvPr/>
        </p:nvGrpSpPr>
        <p:grpSpPr>
          <a:xfrm>
            <a:off x="1005985" y="2656004"/>
            <a:ext cx="792421" cy="269941"/>
            <a:chOff x="1046767" y="4756633"/>
            <a:chExt cx="859646" cy="292841"/>
          </a:xfrm>
        </p:grpSpPr>
        <p:sp>
          <p:nvSpPr>
            <p:cNvPr id="4825" name="Google Shape;4825;p80"/>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80"/>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80"/>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28" name="Google Shape;4828;p80"/>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80"/>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80"/>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80"/>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32" name="Google Shape;4832;p80"/>
          <p:cNvGrpSpPr/>
          <p:nvPr/>
        </p:nvGrpSpPr>
        <p:grpSpPr>
          <a:xfrm>
            <a:off x="7141841" y="2550562"/>
            <a:ext cx="166473" cy="141497"/>
            <a:chOff x="4660325" y="1866850"/>
            <a:chExt cx="68350" cy="58100"/>
          </a:xfrm>
        </p:grpSpPr>
        <p:sp>
          <p:nvSpPr>
            <p:cNvPr id="4833" name="Google Shape;4833;p80"/>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80"/>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5" name="Google Shape;4835;p80"/>
          <p:cNvGrpSpPr/>
          <p:nvPr/>
        </p:nvGrpSpPr>
        <p:grpSpPr>
          <a:xfrm>
            <a:off x="7451186" y="2576286"/>
            <a:ext cx="162515" cy="90049"/>
            <a:chOff x="4791775" y="1877500"/>
            <a:chExt cx="66725" cy="36975"/>
          </a:xfrm>
        </p:grpSpPr>
        <p:sp>
          <p:nvSpPr>
            <p:cNvPr id="4836" name="Google Shape;4836;p80"/>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80"/>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8" name="Google Shape;4838;p80"/>
          <p:cNvGrpSpPr/>
          <p:nvPr/>
        </p:nvGrpSpPr>
        <p:grpSpPr>
          <a:xfrm>
            <a:off x="7772899" y="2576286"/>
            <a:ext cx="144979" cy="90049"/>
            <a:chOff x="4923925" y="1877500"/>
            <a:chExt cx="59525" cy="36975"/>
          </a:xfrm>
        </p:grpSpPr>
        <p:sp>
          <p:nvSpPr>
            <p:cNvPr id="4839" name="Google Shape;4839;p80"/>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80"/>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1" name="Google Shape;4841;p80"/>
          <p:cNvGrpSpPr/>
          <p:nvPr/>
        </p:nvGrpSpPr>
        <p:grpSpPr>
          <a:xfrm>
            <a:off x="8067390" y="2558477"/>
            <a:ext cx="141447" cy="125667"/>
            <a:chOff x="5058450" y="1870100"/>
            <a:chExt cx="58075" cy="51600"/>
          </a:xfrm>
        </p:grpSpPr>
        <p:sp>
          <p:nvSpPr>
            <p:cNvPr id="4842" name="Google Shape;4842;p80"/>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80"/>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4" name="Google Shape;4844;p80"/>
          <p:cNvGrpSpPr/>
          <p:nvPr/>
        </p:nvGrpSpPr>
        <p:grpSpPr>
          <a:xfrm>
            <a:off x="7481905" y="2980885"/>
            <a:ext cx="101077" cy="107645"/>
            <a:chOff x="4811425" y="2065025"/>
            <a:chExt cx="41500" cy="44200"/>
          </a:xfrm>
        </p:grpSpPr>
        <p:sp>
          <p:nvSpPr>
            <p:cNvPr id="4845" name="Google Shape;4845;p80"/>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80"/>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7" name="Google Shape;4847;p80"/>
          <p:cNvGrpSpPr/>
          <p:nvPr/>
        </p:nvGrpSpPr>
        <p:grpSpPr>
          <a:xfrm>
            <a:off x="7774342" y="2981098"/>
            <a:ext cx="120867" cy="107218"/>
            <a:chOff x="4929875" y="2065025"/>
            <a:chExt cx="49625" cy="44025"/>
          </a:xfrm>
        </p:grpSpPr>
        <p:sp>
          <p:nvSpPr>
            <p:cNvPr id="4848" name="Google Shape;4848;p80"/>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80"/>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0" name="Google Shape;4850;p80"/>
          <p:cNvGrpSpPr/>
          <p:nvPr/>
        </p:nvGrpSpPr>
        <p:grpSpPr>
          <a:xfrm>
            <a:off x="8103011" y="2984112"/>
            <a:ext cx="70206" cy="101191"/>
            <a:chOff x="5083925" y="2066350"/>
            <a:chExt cx="28825" cy="41550"/>
          </a:xfrm>
        </p:grpSpPr>
        <p:sp>
          <p:nvSpPr>
            <p:cNvPr id="4851" name="Google Shape;4851;p80"/>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80"/>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3" name="Google Shape;4853;p80"/>
          <p:cNvGrpSpPr/>
          <p:nvPr/>
        </p:nvGrpSpPr>
        <p:grpSpPr>
          <a:xfrm>
            <a:off x="7134565" y="2999759"/>
            <a:ext cx="181026" cy="69896"/>
            <a:chOff x="4659775" y="2072775"/>
            <a:chExt cx="74325" cy="28700"/>
          </a:xfrm>
        </p:grpSpPr>
        <p:sp>
          <p:nvSpPr>
            <p:cNvPr id="4854" name="Google Shape;4854;p80"/>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80"/>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80"/>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7" name="Google Shape;4857;p80"/>
          <p:cNvGrpSpPr/>
          <p:nvPr/>
        </p:nvGrpSpPr>
        <p:grpSpPr>
          <a:xfrm>
            <a:off x="8054421" y="2790324"/>
            <a:ext cx="167387" cy="89197"/>
            <a:chOff x="4662475" y="1976500"/>
            <a:chExt cx="68725" cy="36625"/>
          </a:xfrm>
        </p:grpSpPr>
        <p:sp>
          <p:nvSpPr>
            <p:cNvPr id="4858" name="Google Shape;4858;p80"/>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80"/>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80"/>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1" name="Google Shape;4861;p80"/>
          <p:cNvGrpSpPr/>
          <p:nvPr/>
        </p:nvGrpSpPr>
        <p:grpSpPr>
          <a:xfrm>
            <a:off x="7751326" y="2793764"/>
            <a:ext cx="166899" cy="82317"/>
            <a:chOff x="4920150" y="1977875"/>
            <a:chExt cx="68525" cy="33800"/>
          </a:xfrm>
        </p:grpSpPr>
        <p:sp>
          <p:nvSpPr>
            <p:cNvPr id="4862" name="Google Shape;4862;p80"/>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80"/>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80"/>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5" name="Google Shape;4865;p80"/>
          <p:cNvGrpSpPr/>
          <p:nvPr/>
        </p:nvGrpSpPr>
        <p:grpSpPr>
          <a:xfrm>
            <a:off x="7162483" y="3197682"/>
            <a:ext cx="125190" cy="127859"/>
            <a:chOff x="4676550" y="2160575"/>
            <a:chExt cx="51400" cy="52500"/>
          </a:xfrm>
        </p:grpSpPr>
        <p:sp>
          <p:nvSpPr>
            <p:cNvPr id="4866" name="Google Shape;4866;p80"/>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80"/>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80"/>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9" name="Google Shape;4869;p80"/>
          <p:cNvGrpSpPr/>
          <p:nvPr/>
        </p:nvGrpSpPr>
        <p:grpSpPr>
          <a:xfrm>
            <a:off x="7459741" y="3204714"/>
            <a:ext cx="145405" cy="113794"/>
            <a:chOff x="4768325" y="2163475"/>
            <a:chExt cx="59700" cy="46725"/>
          </a:xfrm>
        </p:grpSpPr>
        <p:sp>
          <p:nvSpPr>
            <p:cNvPr id="4870" name="Google Shape;4870;p80"/>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80"/>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72" name="Google Shape;4872;p80"/>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80"/>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80"/>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80"/>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80"/>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80"/>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78" name="Google Shape;4878;p80"/>
          <p:cNvGrpSpPr/>
          <p:nvPr/>
        </p:nvGrpSpPr>
        <p:grpSpPr>
          <a:xfrm>
            <a:off x="7476059" y="3459808"/>
            <a:ext cx="112768" cy="106853"/>
            <a:chOff x="4768575" y="2253950"/>
            <a:chExt cx="46300" cy="43875"/>
          </a:xfrm>
        </p:grpSpPr>
        <p:sp>
          <p:nvSpPr>
            <p:cNvPr id="4879" name="Google Shape;4879;p80"/>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80"/>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1" name="Google Shape;4881;p80"/>
          <p:cNvGrpSpPr/>
          <p:nvPr/>
        </p:nvGrpSpPr>
        <p:grpSpPr>
          <a:xfrm>
            <a:off x="7775682" y="3948834"/>
            <a:ext cx="118187" cy="146246"/>
            <a:chOff x="4960900" y="2433225"/>
            <a:chExt cx="48525" cy="60050"/>
          </a:xfrm>
        </p:grpSpPr>
        <p:sp>
          <p:nvSpPr>
            <p:cNvPr id="4882" name="Google Shape;4882;p80"/>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80"/>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4" name="Google Shape;4884;p80"/>
          <p:cNvGrpSpPr/>
          <p:nvPr/>
        </p:nvGrpSpPr>
        <p:grpSpPr>
          <a:xfrm>
            <a:off x="7464247" y="4212895"/>
            <a:ext cx="136394" cy="143810"/>
            <a:chOff x="4854075" y="2527625"/>
            <a:chExt cx="56000" cy="59050"/>
          </a:xfrm>
        </p:grpSpPr>
        <p:sp>
          <p:nvSpPr>
            <p:cNvPr id="4885" name="Google Shape;4885;p80"/>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80"/>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87" name="Google Shape;4887;p80"/>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80"/>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80"/>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90" name="Google Shape;4890;p80"/>
          <p:cNvGrpSpPr/>
          <p:nvPr/>
        </p:nvGrpSpPr>
        <p:grpSpPr>
          <a:xfrm>
            <a:off x="8088458" y="3676639"/>
            <a:ext cx="99312" cy="160797"/>
            <a:chOff x="5059700" y="2334775"/>
            <a:chExt cx="40775" cy="66025"/>
          </a:xfrm>
        </p:grpSpPr>
        <p:sp>
          <p:nvSpPr>
            <p:cNvPr id="4891" name="Google Shape;4891;p80"/>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80"/>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80"/>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80"/>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80"/>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80"/>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80"/>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80"/>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80"/>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0" name="Google Shape;4900;p80"/>
          <p:cNvGrpSpPr/>
          <p:nvPr/>
        </p:nvGrpSpPr>
        <p:grpSpPr>
          <a:xfrm>
            <a:off x="8045622" y="3941771"/>
            <a:ext cx="184984" cy="160371"/>
            <a:chOff x="5037700" y="2430325"/>
            <a:chExt cx="75950" cy="65850"/>
          </a:xfrm>
        </p:grpSpPr>
        <p:sp>
          <p:nvSpPr>
            <p:cNvPr id="4901" name="Google Shape;4901;p80"/>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80"/>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3" name="Google Shape;4903;p80"/>
          <p:cNvGrpSpPr/>
          <p:nvPr/>
        </p:nvGrpSpPr>
        <p:grpSpPr>
          <a:xfrm>
            <a:off x="7465128" y="3708223"/>
            <a:ext cx="173014" cy="97629"/>
            <a:chOff x="4756975" y="2341800"/>
            <a:chExt cx="91975" cy="51925"/>
          </a:xfrm>
        </p:grpSpPr>
        <p:sp>
          <p:nvSpPr>
            <p:cNvPr id="4904" name="Google Shape;4904;p80"/>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80"/>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80"/>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80"/>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80"/>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80"/>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80"/>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80"/>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80"/>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80"/>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80"/>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80"/>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80"/>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80"/>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80"/>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80"/>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80"/>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80"/>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80"/>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80"/>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4" name="Google Shape;4924;p80"/>
          <p:cNvGrpSpPr/>
          <p:nvPr/>
        </p:nvGrpSpPr>
        <p:grpSpPr>
          <a:xfrm>
            <a:off x="7732065" y="4196920"/>
            <a:ext cx="212497" cy="175761"/>
            <a:chOff x="4943575" y="2516350"/>
            <a:chExt cx="98675" cy="81700"/>
          </a:xfrm>
        </p:grpSpPr>
        <p:sp>
          <p:nvSpPr>
            <p:cNvPr id="4925" name="Google Shape;4925;p80"/>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80"/>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80"/>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80"/>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80"/>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80"/>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80"/>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80"/>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80"/>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80"/>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80"/>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80"/>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80"/>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80"/>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80"/>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80"/>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80"/>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80"/>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80"/>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80"/>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80"/>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80"/>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80"/>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80"/>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80"/>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80"/>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80"/>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80"/>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80"/>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80"/>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80"/>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80"/>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80"/>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80"/>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80"/>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80"/>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80"/>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80"/>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80"/>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80"/>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80"/>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80"/>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80"/>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80"/>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80"/>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80"/>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80"/>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80"/>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80"/>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80"/>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80"/>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80"/>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80"/>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80"/>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80"/>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80"/>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80"/>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80"/>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80"/>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80"/>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80"/>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80"/>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80"/>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80"/>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80"/>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80"/>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80"/>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80"/>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80"/>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80"/>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80"/>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80"/>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80"/>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80"/>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80"/>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80"/>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80"/>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80"/>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03" name="Google Shape;5003;p80"/>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80"/>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80"/>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80"/>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80"/>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rgbClr val="FFFFFF"/>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011"/>
        <p:cNvGrpSpPr/>
        <p:nvPr/>
      </p:nvGrpSpPr>
      <p:grpSpPr>
        <a:xfrm>
          <a:off x="0" y="0"/>
          <a:ext cx="0" cy="0"/>
          <a:chOff x="0" y="0"/>
          <a:chExt cx="0" cy="0"/>
        </a:xfrm>
      </p:grpSpPr>
      <p:grpSp>
        <p:nvGrpSpPr>
          <p:cNvPr id="5012" name="Google Shape;5012;p81"/>
          <p:cNvGrpSpPr/>
          <p:nvPr/>
        </p:nvGrpSpPr>
        <p:grpSpPr>
          <a:xfrm>
            <a:off x="3642951" y="1176740"/>
            <a:ext cx="2078182" cy="1366558"/>
            <a:chOff x="235800" y="830650"/>
            <a:chExt cx="6978450" cy="4588844"/>
          </a:xfrm>
        </p:grpSpPr>
        <p:sp>
          <p:nvSpPr>
            <p:cNvPr id="5013" name="Google Shape;5013;p81"/>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81"/>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81"/>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81"/>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81"/>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81"/>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9" name="Google Shape;5019;p81"/>
          <p:cNvGrpSpPr/>
          <p:nvPr/>
        </p:nvGrpSpPr>
        <p:grpSpPr>
          <a:xfrm>
            <a:off x="749629" y="2988892"/>
            <a:ext cx="2622876" cy="1333540"/>
            <a:chOff x="238125" y="1038125"/>
            <a:chExt cx="7146800" cy="3633625"/>
          </a:xfrm>
        </p:grpSpPr>
        <p:sp>
          <p:nvSpPr>
            <p:cNvPr id="5020" name="Google Shape;5020;p81"/>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81"/>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81"/>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81"/>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81"/>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81"/>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81"/>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81"/>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81"/>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81"/>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81"/>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81"/>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81"/>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81"/>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81"/>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81"/>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81"/>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81"/>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81"/>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81"/>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81"/>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81"/>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81"/>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81"/>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81"/>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81"/>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81"/>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81"/>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81"/>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81"/>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81"/>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81"/>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81"/>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81"/>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81"/>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81"/>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81"/>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81"/>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81"/>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81"/>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81"/>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81"/>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81"/>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81"/>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81"/>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81"/>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81"/>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81"/>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81"/>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81"/>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81"/>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81"/>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81"/>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81"/>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81"/>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81"/>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81"/>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81"/>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81"/>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81"/>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81"/>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81"/>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81"/>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81"/>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81"/>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81"/>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81"/>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81"/>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81"/>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81"/>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81"/>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81"/>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81"/>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81"/>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81"/>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81"/>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81"/>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81"/>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81"/>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81"/>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81"/>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81"/>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81"/>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81"/>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81"/>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81"/>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81"/>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81"/>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81"/>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81"/>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81"/>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81"/>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81"/>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81"/>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81"/>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81"/>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81"/>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81"/>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81"/>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81"/>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81"/>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81"/>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81"/>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81"/>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81"/>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81"/>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81"/>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81"/>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81"/>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81"/>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81"/>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81"/>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81"/>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81"/>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81"/>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81"/>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81"/>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81"/>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81"/>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81"/>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81"/>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81"/>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81"/>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81"/>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81"/>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81"/>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81"/>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81"/>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81"/>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81"/>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81"/>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81"/>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81"/>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81"/>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81"/>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81"/>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81"/>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81"/>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81"/>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81"/>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81"/>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81"/>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81"/>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81"/>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81"/>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81"/>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81"/>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81"/>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81"/>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81"/>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81"/>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81"/>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81"/>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81"/>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81"/>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81"/>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81"/>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81"/>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81"/>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81"/>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81"/>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81"/>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81"/>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81"/>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81"/>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81"/>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81"/>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81"/>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81"/>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81"/>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81"/>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81"/>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81"/>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81"/>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81"/>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81"/>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81"/>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81"/>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81"/>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81"/>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81"/>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81"/>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81"/>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81"/>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81"/>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81"/>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81"/>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81"/>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81"/>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81"/>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81"/>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81"/>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81"/>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81"/>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81"/>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81"/>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81"/>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81"/>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81"/>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81"/>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81"/>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81"/>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81"/>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81"/>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81"/>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81"/>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81"/>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81"/>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81"/>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81"/>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81"/>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81"/>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81"/>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81"/>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81"/>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81"/>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81"/>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81"/>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81"/>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81"/>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81"/>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81"/>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81"/>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81"/>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81"/>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81"/>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81"/>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81"/>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81"/>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81"/>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81"/>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81"/>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81"/>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81"/>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81"/>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81"/>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81"/>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81"/>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81"/>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81"/>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81"/>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81"/>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81"/>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81"/>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81"/>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81"/>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81"/>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81"/>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81"/>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81"/>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81"/>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81"/>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81"/>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81"/>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81"/>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81"/>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81"/>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81"/>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81"/>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81"/>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81"/>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81"/>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81"/>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81"/>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81"/>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81"/>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81"/>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81"/>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81"/>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81"/>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81"/>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81"/>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81"/>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81"/>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81"/>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81"/>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81"/>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81"/>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81"/>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81"/>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81"/>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81"/>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81"/>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81"/>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81"/>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81"/>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81"/>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81"/>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81"/>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81"/>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81"/>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81"/>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81"/>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81"/>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81"/>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81"/>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81"/>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81"/>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81"/>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81"/>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81"/>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81"/>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81"/>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81"/>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81"/>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81"/>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81"/>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81"/>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81"/>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81"/>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81"/>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81"/>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81"/>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81"/>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81"/>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81"/>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81"/>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81"/>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81"/>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81"/>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81"/>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81"/>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81"/>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81"/>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81"/>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81"/>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81"/>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81"/>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81"/>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81"/>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81"/>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81"/>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81"/>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81"/>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81"/>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81"/>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81"/>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81"/>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81"/>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81"/>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81"/>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81"/>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81"/>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81"/>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81"/>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81"/>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81"/>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81"/>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81"/>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81"/>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81"/>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81"/>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81"/>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81"/>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81"/>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81"/>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81"/>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81"/>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81"/>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81"/>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81"/>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81"/>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81"/>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81"/>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81"/>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81"/>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81"/>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81"/>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81"/>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81"/>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81"/>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81"/>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81"/>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81"/>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81"/>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81"/>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81"/>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81"/>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81"/>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81"/>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81"/>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81"/>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81"/>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81"/>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81"/>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81"/>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81"/>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81"/>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81"/>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81"/>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81"/>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81"/>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81"/>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81"/>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81"/>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81"/>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81"/>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81"/>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81"/>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81"/>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81"/>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81"/>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81"/>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81"/>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81"/>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81"/>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81"/>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81"/>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81"/>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81"/>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81"/>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81"/>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81"/>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81"/>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81"/>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81"/>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81"/>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81"/>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81"/>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81"/>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81"/>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81"/>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81"/>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81"/>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81"/>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81"/>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81"/>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81"/>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81"/>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81"/>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81"/>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81"/>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81"/>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81"/>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81"/>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81"/>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81"/>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81"/>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81"/>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81"/>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81"/>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81"/>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81"/>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81"/>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81"/>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81"/>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81"/>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81"/>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81"/>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81"/>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81"/>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81"/>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81"/>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81"/>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81"/>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81"/>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81"/>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81"/>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81"/>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81"/>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81"/>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81"/>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81"/>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81"/>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81"/>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81"/>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81"/>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81"/>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81"/>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81"/>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81"/>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81"/>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81"/>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81"/>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81"/>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81"/>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81"/>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81"/>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81"/>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81"/>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81"/>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81"/>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81"/>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81"/>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81"/>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81"/>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81"/>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81"/>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81"/>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81"/>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81"/>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81"/>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81"/>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81"/>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81"/>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81"/>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81"/>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81"/>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81"/>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81"/>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81"/>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81"/>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81"/>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81"/>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81"/>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81"/>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81"/>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81"/>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81"/>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81"/>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81"/>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81"/>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81"/>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81"/>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81"/>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81"/>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81"/>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81"/>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81"/>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81"/>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81"/>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81"/>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81"/>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81"/>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81"/>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81"/>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81"/>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81"/>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81"/>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81"/>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81"/>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81"/>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81"/>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81"/>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81"/>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81"/>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81"/>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81"/>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81"/>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81"/>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81"/>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81"/>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81"/>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81"/>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81"/>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81"/>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81"/>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81"/>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81"/>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81"/>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81"/>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81"/>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81"/>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81"/>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81"/>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81"/>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81"/>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81"/>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81"/>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81"/>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81"/>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81"/>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81"/>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81"/>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81"/>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81"/>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81"/>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81"/>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81"/>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81"/>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81"/>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81"/>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81"/>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81"/>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81"/>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81"/>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81"/>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81"/>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81"/>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81"/>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81"/>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81"/>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81"/>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81"/>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81"/>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81"/>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81"/>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81"/>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81"/>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81"/>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81"/>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81"/>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81"/>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81"/>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81"/>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81"/>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81"/>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81"/>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81"/>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81"/>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81"/>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81"/>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81"/>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81"/>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81"/>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81"/>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81"/>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81"/>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81"/>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81"/>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81"/>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81"/>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81"/>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81"/>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81"/>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81"/>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81"/>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81"/>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81"/>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81"/>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81"/>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81"/>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81"/>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81"/>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81"/>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81"/>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81"/>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81"/>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81"/>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81"/>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81"/>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81"/>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81"/>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81"/>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81"/>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81"/>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81"/>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81"/>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81"/>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81"/>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81"/>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81"/>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81"/>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81"/>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81"/>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81"/>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81"/>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81"/>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81"/>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81"/>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81"/>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81"/>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81"/>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81"/>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81"/>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81"/>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81"/>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81"/>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81"/>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81"/>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81"/>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81"/>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81"/>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81"/>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81"/>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81"/>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81"/>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81"/>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81"/>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81"/>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81"/>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81"/>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81"/>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81"/>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81"/>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81"/>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81"/>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81"/>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81"/>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81"/>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81"/>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81"/>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81"/>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81"/>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81"/>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81"/>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81"/>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81"/>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81"/>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81"/>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81"/>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81"/>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81"/>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81"/>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81"/>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81"/>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81"/>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81"/>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81"/>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81"/>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81"/>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81"/>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81"/>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81"/>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81"/>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81"/>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81"/>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81"/>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81"/>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81"/>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81"/>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81"/>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81"/>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81"/>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81"/>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81"/>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81"/>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81"/>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81"/>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81"/>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81"/>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81"/>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81"/>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81"/>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81"/>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81"/>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81"/>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81"/>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81"/>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81"/>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81"/>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81"/>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81"/>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81"/>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81"/>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81"/>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81"/>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81"/>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81"/>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81"/>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81"/>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81"/>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81"/>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81"/>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81"/>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81"/>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81"/>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81"/>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81"/>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81"/>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81"/>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81"/>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81"/>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81"/>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81"/>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81"/>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81"/>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81"/>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81"/>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81"/>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81"/>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81"/>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81"/>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81"/>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81"/>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81"/>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81"/>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81"/>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81"/>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81"/>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81"/>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81"/>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81"/>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81"/>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81"/>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81"/>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81"/>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81"/>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81"/>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81"/>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81"/>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81"/>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81"/>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81"/>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81"/>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81"/>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81"/>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81"/>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81"/>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81"/>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81"/>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81"/>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81"/>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81"/>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81"/>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81"/>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81"/>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81"/>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81"/>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81"/>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81"/>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81"/>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81"/>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81"/>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81"/>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81"/>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81"/>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81"/>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81"/>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81"/>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81"/>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81"/>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81"/>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81"/>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81"/>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81"/>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81"/>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81"/>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81"/>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81"/>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81"/>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81"/>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81"/>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81"/>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81"/>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81"/>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81"/>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81"/>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81"/>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81"/>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81"/>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81"/>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81"/>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81"/>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81"/>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81"/>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81"/>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81"/>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81"/>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81"/>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81"/>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81"/>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81"/>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81"/>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81"/>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81"/>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81"/>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81"/>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81"/>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81"/>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81"/>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81"/>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81"/>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81"/>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81"/>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81"/>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81"/>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81"/>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81"/>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81"/>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81"/>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81"/>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81"/>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81"/>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81"/>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81"/>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81"/>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81"/>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81"/>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81"/>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81"/>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81"/>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81"/>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81"/>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81"/>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81"/>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81"/>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81"/>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81"/>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81"/>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81"/>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81"/>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81"/>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81"/>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81"/>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81"/>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81"/>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81"/>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81"/>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81"/>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81"/>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81"/>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81"/>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81"/>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81"/>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81"/>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81"/>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81"/>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81"/>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81"/>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81"/>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81"/>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81"/>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81"/>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81"/>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81"/>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81"/>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81"/>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81"/>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81"/>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81"/>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81"/>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81"/>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81"/>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81"/>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81"/>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81"/>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81"/>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81"/>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81"/>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81"/>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81"/>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81"/>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81"/>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81"/>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81"/>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81"/>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81"/>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81"/>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81"/>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81"/>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81"/>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81"/>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81"/>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81"/>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81"/>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81"/>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81"/>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81"/>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81"/>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81"/>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81"/>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81"/>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81"/>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81"/>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81"/>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81"/>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81"/>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81"/>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81"/>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81"/>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81"/>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81"/>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81"/>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81"/>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81"/>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81"/>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81"/>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81"/>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81"/>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81"/>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81"/>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81"/>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81"/>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81"/>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81"/>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81"/>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81"/>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81"/>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81"/>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81"/>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81"/>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81"/>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81"/>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81"/>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81"/>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81"/>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81"/>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81"/>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81"/>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81"/>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81"/>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81"/>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81"/>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81"/>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81"/>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81"/>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81"/>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81"/>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81"/>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81"/>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81"/>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81"/>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81"/>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81"/>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81"/>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81"/>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81"/>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81"/>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81"/>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81"/>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81"/>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81"/>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81"/>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81"/>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81"/>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81"/>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81"/>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81"/>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81"/>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81"/>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81"/>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81"/>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81"/>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81"/>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81"/>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81"/>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81"/>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81"/>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81"/>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81"/>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81"/>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81"/>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81"/>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81"/>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81"/>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81"/>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81"/>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81"/>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81"/>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81"/>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81"/>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81"/>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81"/>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81"/>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81"/>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81"/>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81"/>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81"/>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81"/>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81"/>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81"/>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81"/>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81"/>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81"/>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81"/>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81"/>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81"/>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81"/>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81"/>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81"/>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81"/>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81"/>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81"/>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81"/>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81"/>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81"/>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81"/>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81"/>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81"/>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81"/>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81"/>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81"/>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81"/>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81"/>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81"/>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81"/>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81"/>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81"/>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81"/>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81"/>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81"/>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81"/>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81"/>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81"/>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81"/>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81"/>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81"/>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81"/>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81"/>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81"/>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81"/>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81"/>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81"/>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81"/>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81"/>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81"/>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81"/>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81"/>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81"/>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81"/>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81"/>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81"/>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81"/>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81"/>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81"/>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81"/>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81"/>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81"/>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81"/>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81"/>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81"/>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81"/>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81"/>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81"/>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81"/>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81"/>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81"/>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81"/>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81"/>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81"/>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81"/>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81"/>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81"/>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81"/>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81"/>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81"/>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81"/>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81"/>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81"/>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81"/>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81"/>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81"/>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81"/>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81"/>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81"/>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81"/>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81"/>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81"/>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81"/>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81"/>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81"/>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81"/>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81"/>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81"/>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81"/>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81"/>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81"/>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81"/>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81"/>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81"/>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81"/>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81"/>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81"/>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81"/>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81"/>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81"/>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81"/>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81"/>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81"/>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81"/>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81"/>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81"/>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81"/>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81"/>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81"/>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81"/>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81"/>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81"/>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81"/>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81"/>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81"/>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81"/>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81"/>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81"/>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81"/>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81"/>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81"/>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81"/>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81"/>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81"/>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81"/>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81"/>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81"/>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81"/>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81"/>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81"/>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81"/>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81"/>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81"/>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81"/>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81"/>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81"/>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81"/>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81"/>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81"/>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81"/>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81"/>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81"/>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81"/>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81"/>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81"/>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81"/>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81"/>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81"/>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81"/>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81"/>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81"/>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81"/>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81"/>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81"/>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81"/>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81"/>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81"/>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81"/>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81"/>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81"/>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81"/>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81"/>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81"/>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81"/>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81"/>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81"/>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81"/>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81"/>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81"/>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81"/>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81"/>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81"/>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81"/>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81"/>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81"/>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81"/>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81"/>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81"/>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81"/>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81"/>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81"/>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81"/>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81"/>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81"/>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81"/>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81"/>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81"/>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81"/>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81"/>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81"/>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81"/>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81"/>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81"/>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81"/>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81"/>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81"/>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81"/>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81"/>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81"/>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81"/>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81"/>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81"/>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81"/>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81"/>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81"/>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81"/>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81"/>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81"/>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81"/>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81"/>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81"/>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81"/>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81"/>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81"/>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81"/>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81"/>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81"/>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81"/>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81"/>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81"/>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81"/>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81"/>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81"/>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81"/>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81"/>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81"/>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81"/>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81"/>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81"/>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81"/>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81"/>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81"/>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81"/>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81"/>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81"/>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81"/>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81"/>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81"/>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81"/>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81"/>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81"/>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81"/>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81"/>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81"/>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81"/>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81"/>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81"/>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81"/>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81"/>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81"/>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81"/>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81"/>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81"/>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81"/>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81"/>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81"/>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81"/>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81"/>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81"/>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81"/>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81"/>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81"/>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81"/>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81"/>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81"/>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81"/>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81"/>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81"/>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81"/>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81"/>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81"/>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81"/>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81"/>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81"/>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81"/>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81"/>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81"/>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81"/>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81"/>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81"/>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81"/>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81"/>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81"/>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81"/>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81"/>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81"/>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81"/>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81"/>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81"/>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81"/>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81"/>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81"/>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81"/>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81"/>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81"/>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81"/>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81"/>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81"/>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81"/>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81"/>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81"/>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81"/>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81"/>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81"/>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81"/>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81"/>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81"/>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81"/>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81"/>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81"/>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81"/>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81"/>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81"/>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81"/>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81"/>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81"/>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81"/>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81"/>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81"/>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81"/>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81"/>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81"/>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81"/>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81"/>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81"/>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81"/>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81"/>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81"/>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81"/>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81"/>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81"/>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81"/>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81"/>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81"/>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81"/>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81"/>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81"/>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81"/>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81"/>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81"/>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81"/>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81"/>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81"/>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81"/>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81"/>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81"/>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81"/>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81"/>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81"/>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81"/>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81"/>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81"/>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81"/>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81"/>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81"/>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81"/>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81"/>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81"/>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81"/>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81"/>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81"/>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81"/>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81"/>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81"/>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81"/>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81"/>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81"/>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81"/>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81"/>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81"/>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81"/>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81"/>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81"/>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81"/>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81"/>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81"/>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81"/>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81"/>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81"/>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81"/>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81"/>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81"/>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81"/>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81"/>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81"/>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81"/>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81"/>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81"/>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81"/>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81"/>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81"/>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81"/>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81"/>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81"/>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81"/>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81"/>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81"/>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81"/>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81"/>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81"/>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81"/>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81"/>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81"/>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81"/>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81"/>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81"/>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81"/>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81"/>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81"/>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81"/>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81"/>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81"/>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81"/>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81"/>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81"/>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81"/>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81"/>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81"/>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81"/>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81"/>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81"/>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81"/>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81"/>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81"/>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81"/>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81"/>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81"/>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81"/>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81"/>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81"/>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81"/>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81"/>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81"/>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81"/>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81"/>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81"/>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81"/>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81"/>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81"/>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81"/>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81"/>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81"/>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81"/>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81"/>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81"/>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81"/>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81"/>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81"/>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81"/>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81"/>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81"/>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81"/>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81"/>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81"/>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81"/>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81"/>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81"/>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81"/>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81"/>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81"/>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81"/>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81"/>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81"/>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81"/>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81"/>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81"/>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81"/>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81"/>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81"/>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81"/>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81"/>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81"/>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81"/>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81"/>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81"/>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81"/>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81"/>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81"/>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81"/>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81"/>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81"/>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81"/>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81"/>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81"/>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81"/>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81"/>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81"/>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81"/>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81"/>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81"/>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81"/>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81"/>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81"/>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81"/>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81"/>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81"/>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81"/>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81"/>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81"/>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81"/>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81"/>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81"/>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81"/>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81"/>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81"/>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81"/>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81"/>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81"/>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81"/>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81"/>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81"/>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81"/>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81"/>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81"/>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81"/>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81"/>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81"/>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81"/>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81"/>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81"/>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81"/>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81"/>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81"/>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81"/>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81"/>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2" name="Google Shape;6592;p81"/>
          <p:cNvGrpSpPr/>
          <p:nvPr/>
        </p:nvGrpSpPr>
        <p:grpSpPr>
          <a:xfrm>
            <a:off x="5961311" y="1231136"/>
            <a:ext cx="2435960" cy="1297725"/>
            <a:chOff x="233350" y="949250"/>
            <a:chExt cx="7137300" cy="3802300"/>
          </a:xfrm>
        </p:grpSpPr>
        <p:sp>
          <p:nvSpPr>
            <p:cNvPr id="6593" name="Google Shape;6593;p8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8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8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8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8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8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8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8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8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8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8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8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8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8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8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8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8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8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8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8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8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8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8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8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8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8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8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8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8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8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8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8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8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8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8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8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8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8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8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8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8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8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8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8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8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8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8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8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8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8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8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4" name="Google Shape;6644;p81"/>
          <p:cNvGrpSpPr/>
          <p:nvPr/>
        </p:nvGrpSpPr>
        <p:grpSpPr>
          <a:xfrm>
            <a:off x="7714435" y="3194726"/>
            <a:ext cx="104231" cy="320340"/>
            <a:chOff x="7564426" y="3224343"/>
            <a:chExt cx="119985" cy="368801"/>
          </a:xfrm>
        </p:grpSpPr>
        <p:sp>
          <p:nvSpPr>
            <p:cNvPr id="6645" name="Google Shape;6645;p81"/>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81"/>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7" name="Google Shape;6647;p81"/>
          <p:cNvGrpSpPr/>
          <p:nvPr/>
        </p:nvGrpSpPr>
        <p:grpSpPr>
          <a:xfrm>
            <a:off x="7413923" y="3188827"/>
            <a:ext cx="189489" cy="332132"/>
            <a:chOff x="8370831" y="3202002"/>
            <a:chExt cx="218129" cy="382376"/>
          </a:xfrm>
        </p:grpSpPr>
        <p:sp>
          <p:nvSpPr>
            <p:cNvPr id="6648" name="Google Shape;6648;p81"/>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81"/>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0" name="Google Shape;6650;p81"/>
          <p:cNvGrpSpPr/>
          <p:nvPr/>
        </p:nvGrpSpPr>
        <p:grpSpPr>
          <a:xfrm>
            <a:off x="8137312" y="3599959"/>
            <a:ext cx="309429" cy="267000"/>
            <a:chOff x="6742064" y="3750480"/>
            <a:chExt cx="399315" cy="344560"/>
          </a:xfrm>
        </p:grpSpPr>
        <p:sp>
          <p:nvSpPr>
            <p:cNvPr id="6651" name="Google Shape;6651;p81"/>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81"/>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81"/>
          <p:cNvGrpSpPr/>
          <p:nvPr/>
        </p:nvGrpSpPr>
        <p:grpSpPr>
          <a:xfrm>
            <a:off x="7676331" y="3951006"/>
            <a:ext cx="180437" cy="281608"/>
            <a:chOff x="7248525" y="3739696"/>
            <a:chExt cx="230531" cy="359790"/>
          </a:xfrm>
        </p:grpSpPr>
        <p:sp>
          <p:nvSpPr>
            <p:cNvPr id="6654" name="Google Shape;6654;p81"/>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81"/>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6" name="Google Shape;6656;p81"/>
          <p:cNvGrpSpPr/>
          <p:nvPr/>
        </p:nvGrpSpPr>
        <p:grpSpPr>
          <a:xfrm>
            <a:off x="7922251" y="3594231"/>
            <a:ext cx="162896" cy="278710"/>
            <a:chOff x="7601242" y="3729267"/>
            <a:chExt cx="222566" cy="380803"/>
          </a:xfrm>
        </p:grpSpPr>
        <p:sp>
          <p:nvSpPr>
            <p:cNvPr id="6657" name="Google Shape;6657;p81"/>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81"/>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59" name="Google Shape;6659;p81"/>
          <p:cNvSpPr/>
          <p:nvPr/>
        </p:nvSpPr>
        <p:spPr>
          <a:xfrm>
            <a:off x="7888277" y="32065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60" name="Google Shape;6660;p81"/>
          <p:cNvGrpSpPr/>
          <p:nvPr/>
        </p:nvGrpSpPr>
        <p:grpSpPr>
          <a:xfrm>
            <a:off x="7411896" y="3595371"/>
            <a:ext cx="193543" cy="275990"/>
            <a:chOff x="8304647" y="3738687"/>
            <a:chExt cx="225076" cy="320956"/>
          </a:xfrm>
        </p:grpSpPr>
        <p:sp>
          <p:nvSpPr>
            <p:cNvPr id="6661" name="Google Shape;6661;p81"/>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81"/>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81"/>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4" name="Google Shape;6664;p81"/>
          <p:cNvGrpSpPr/>
          <p:nvPr/>
        </p:nvGrpSpPr>
        <p:grpSpPr>
          <a:xfrm>
            <a:off x="7684389" y="3595371"/>
            <a:ext cx="178492" cy="275990"/>
            <a:chOff x="8615101" y="3738687"/>
            <a:chExt cx="207573" cy="320956"/>
          </a:xfrm>
        </p:grpSpPr>
        <p:sp>
          <p:nvSpPr>
            <p:cNvPr id="6665" name="Google Shape;6665;p81"/>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81"/>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81"/>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68" name="Google Shape;6668;p81"/>
          <p:cNvSpPr/>
          <p:nvPr/>
        </p:nvSpPr>
        <p:spPr>
          <a:xfrm>
            <a:off x="8180828" y="31852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69" name="Google Shape;6669;p81"/>
          <p:cNvGrpSpPr/>
          <p:nvPr/>
        </p:nvGrpSpPr>
        <p:grpSpPr>
          <a:xfrm>
            <a:off x="7909920" y="3998032"/>
            <a:ext cx="187557" cy="187557"/>
            <a:chOff x="8565775" y="671075"/>
            <a:chExt cx="441000" cy="441000"/>
          </a:xfrm>
        </p:grpSpPr>
        <p:sp>
          <p:nvSpPr>
            <p:cNvPr id="6670" name="Google Shape;6670;p81"/>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81"/>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72" name="Google Shape;6672;p81"/>
          <p:cNvSpPr/>
          <p:nvPr/>
        </p:nvSpPr>
        <p:spPr>
          <a:xfrm>
            <a:off x="8195186" y="39939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81"/>
          <p:cNvSpPr/>
          <p:nvPr/>
        </p:nvSpPr>
        <p:spPr>
          <a:xfrm flipH="1">
            <a:off x="7419373" y="3960408"/>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74" name="Google Shape;6674;p81"/>
          <p:cNvGrpSpPr/>
          <p:nvPr/>
        </p:nvGrpSpPr>
        <p:grpSpPr>
          <a:xfrm>
            <a:off x="6064392" y="3070557"/>
            <a:ext cx="587865" cy="517731"/>
            <a:chOff x="6000718" y="3070557"/>
            <a:chExt cx="587865" cy="517731"/>
          </a:xfrm>
        </p:grpSpPr>
        <p:sp>
          <p:nvSpPr>
            <p:cNvPr id="6675" name="Google Shape;6675;p81"/>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81"/>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81"/>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81"/>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81"/>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81"/>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81"/>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81"/>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81"/>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81"/>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5" name="Google Shape;6685;p81"/>
          <p:cNvGrpSpPr/>
          <p:nvPr/>
        </p:nvGrpSpPr>
        <p:grpSpPr>
          <a:xfrm>
            <a:off x="6079197" y="3714217"/>
            <a:ext cx="557665" cy="516387"/>
            <a:chOff x="6015523" y="3714217"/>
            <a:chExt cx="557665" cy="516387"/>
          </a:xfrm>
        </p:grpSpPr>
        <p:grpSp>
          <p:nvGrpSpPr>
            <p:cNvPr id="6686" name="Google Shape;6686;p81"/>
            <p:cNvGrpSpPr/>
            <p:nvPr/>
          </p:nvGrpSpPr>
          <p:grpSpPr>
            <a:xfrm>
              <a:off x="6036094" y="3716980"/>
              <a:ext cx="529822" cy="510480"/>
              <a:chOff x="3148311" y="-545634"/>
              <a:chExt cx="1006118" cy="969572"/>
            </a:xfrm>
          </p:grpSpPr>
          <p:sp>
            <p:nvSpPr>
              <p:cNvPr id="6687" name="Google Shape;6687;p81"/>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81"/>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81"/>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81"/>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81"/>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81"/>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81"/>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81"/>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81"/>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81"/>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97" name="Google Shape;6697;p81"/>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8" name="Google Shape;6698;p81"/>
          <p:cNvGrpSpPr/>
          <p:nvPr/>
        </p:nvGrpSpPr>
        <p:grpSpPr>
          <a:xfrm>
            <a:off x="6707979" y="3073628"/>
            <a:ext cx="576302" cy="511871"/>
            <a:chOff x="6644304" y="3073628"/>
            <a:chExt cx="576302" cy="511871"/>
          </a:xfrm>
        </p:grpSpPr>
        <p:grpSp>
          <p:nvGrpSpPr>
            <p:cNvPr id="6699" name="Google Shape;6699;p81"/>
            <p:cNvGrpSpPr/>
            <p:nvPr/>
          </p:nvGrpSpPr>
          <p:grpSpPr>
            <a:xfrm>
              <a:off x="6712169" y="3073651"/>
              <a:ext cx="481611" cy="506713"/>
              <a:chOff x="1833536" y="-546641"/>
              <a:chExt cx="914567" cy="962419"/>
            </a:xfrm>
          </p:grpSpPr>
          <p:grpSp>
            <p:nvGrpSpPr>
              <p:cNvPr id="6700" name="Google Shape;6700;p81"/>
              <p:cNvGrpSpPr/>
              <p:nvPr/>
            </p:nvGrpSpPr>
            <p:grpSpPr>
              <a:xfrm>
                <a:off x="1833536" y="-524249"/>
                <a:ext cx="914567" cy="940027"/>
                <a:chOff x="1833536" y="-524249"/>
                <a:chExt cx="914567" cy="940027"/>
              </a:xfrm>
            </p:grpSpPr>
            <p:sp>
              <p:nvSpPr>
                <p:cNvPr id="6701" name="Google Shape;6701;p81"/>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81"/>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81"/>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81"/>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81"/>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06" name="Google Shape;6706;p81"/>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81"/>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81"/>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81"/>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10" name="Google Shape;6710;p81"/>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1" name="Google Shape;6711;p81"/>
          <p:cNvGrpSpPr/>
          <p:nvPr/>
        </p:nvGrpSpPr>
        <p:grpSpPr>
          <a:xfrm>
            <a:off x="6715725" y="3714143"/>
            <a:ext cx="560636" cy="516497"/>
            <a:chOff x="6652051" y="3714143"/>
            <a:chExt cx="560636" cy="516497"/>
          </a:xfrm>
        </p:grpSpPr>
        <p:grpSp>
          <p:nvGrpSpPr>
            <p:cNvPr id="6712" name="Google Shape;6712;p81"/>
            <p:cNvGrpSpPr/>
            <p:nvPr/>
          </p:nvGrpSpPr>
          <p:grpSpPr>
            <a:xfrm>
              <a:off x="6669657" y="3716715"/>
              <a:ext cx="466768" cy="464314"/>
              <a:chOff x="3139766" y="765669"/>
              <a:chExt cx="886380" cy="881888"/>
            </a:xfrm>
          </p:grpSpPr>
          <p:grpSp>
            <p:nvGrpSpPr>
              <p:cNvPr id="6713" name="Google Shape;6713;p81"/>
              <p:cNvGrpSpPr/>
              <p:nvPr/>
            </p:nvGrpSpPr>
            <p:grpSpPr>
              <a:xfrm>
                <a:off x="3139766" y="765669"/>
                <a:ext cx="886380" cy="881888"/>
                <a:chOff x="3139766" y="765669"/>
                <a:chExt cx="886380" cy="881888"/>
              </a:xfrm>
            </p:grpSpPr>
            <p:sp>
              <p:nvSpPr>
                <p:cNvPr id="6714" name="Google Shape;6714;p81"/>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81"/>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81"/>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81"/>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81"/>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81"/>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81"/>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81"/>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81"/>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23" name="Google Shape;6723;p81"/>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81"/>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81"/>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81"/>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27" name="Google Shape;6727;p81"/>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8" name="Google Shape;6728;p81"/>
          <p:cNvGrpSpPr/>
          <p:nvPr/>
        </p:nvGrpSpPr>
        <p:grpSpPr>
          <a:xfrm>
            <a:off x="625184" y="1201451"/>
            <a:ext cx="2665073" cy="1317140"/>
            <a:chOff x="793334" y="1192826"/>
            <a:chExt cx="2665073" cy="1317140"/>
          </a:xfrm>
        </p:grpSpPr>
        <p:sp>
          <p:nvSpPr>
            <p:cNvPr id="6729" name="Google Shape;6729;p81"/>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81"/>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81"/>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81"/>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81"/>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81"/>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81"/>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81"/>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81"/>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81"/>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81"/>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81"/>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81"/>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81"/>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81"/>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81"/>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81"/>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81"/>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81"/>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81"/>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81"/>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81"/>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81"/>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81"/>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81"/>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81"/>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81"/>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81"/>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81"/>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81"/>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81"/>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81"/>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81"/>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81"/>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81"/>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81"/>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81"/>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81"/>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81"/>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81"/>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81"/>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81"/>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81"/>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81"/>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81"/>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81"/>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81"/>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81"/>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81"/>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81"/>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81"/>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81"/>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81"/>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81"/>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81"/>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81"/>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81"/>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81"/>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81"/>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81"/>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81"/>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81"/>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81"/>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81"/>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81"/>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81"/>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81"/>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81"/>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81"/>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81"/>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81"/>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81"/>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81"/>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81"/>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81"/>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81"/>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81"/>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81"/>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81"/>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81"/>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81"/>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81"/>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81"/>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81"/>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81"/>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81"/>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81"/>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81"/>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81"/>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81"/>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81"/>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81"/>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81"/>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81"/>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81"/>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81"/>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81"/>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81"/>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81"/>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81"/>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81"/>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81"/>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81"/>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81"/>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81"/>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81"/>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81"/>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81"/>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81"/>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81"/>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81"/>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81"/>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81"/>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81"/>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81"/>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81"/>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81"/>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81"/>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81"/>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81"/>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81"/>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81"/>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81"/>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81"/>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81"/>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81"/>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81"/>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81"/>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81"/>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81"/>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81"/>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81"/>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81"/>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81"/>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81"/>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81"/>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81"/>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81"/>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81"/>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81"/>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81"/>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81"/>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81"/>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81"/>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81"/>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81"/>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81"/>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81"/>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81"/>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81"/>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81"/>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81"/>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81"/>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81"/>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81"/>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81"/>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81"/>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81"/>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81"/>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81"/>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81"/>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81"/>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81"/>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81"/>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81"/>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81"/>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81"/>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81"/>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81"/>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81"/>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81"/>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81"/>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81"/>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81"/>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81"/>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81"/>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81"/>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81"/>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81"/>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81"/>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81"/>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81"/>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81"/>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81"/>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81"/>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81"/>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81"/>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81"/>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81"/>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81"/>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81"/>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81"/>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81"/>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81"/>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81"/>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81"/>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81"/>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81"/>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81"/>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81"/>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81"/>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81"/>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81"/>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81"/>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81"/>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81"/>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81"/>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81"/>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81"/>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81"/>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81"/>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81"/>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81"/>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81"/>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81"/>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81"/>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81"/>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81"/>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81"/>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81"/>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81"/>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81"/>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81"/>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81"/>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81"/>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81"/>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81"/>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81"/>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81"/>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81"/>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81"/>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81"/>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81"/>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81"/>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81"/>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81"/>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81"/>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81"/>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81"/>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81"/>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81"/>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81"/>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81"/>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81"/>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81"/>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81"/>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81"/>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81"/>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81"/>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81"/>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81"/>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81"/>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81"/>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81"/>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81"/>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81"/>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81"/>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81"/>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81"/>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81"/>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81"/>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81"/>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81"/>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81"/>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81"/>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81"/>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81"/>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81"/>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81"/>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81"/>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81"/>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81"/>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81"/>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81"/>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81"/>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81"/>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81"/>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81"/>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81"/>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81"/>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81"/>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81"/>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81"/>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81"/>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81"/>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81"/>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81"/>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81"/>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81"/>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81"/>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81"/>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81"/>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81"/>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81"/>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81"/>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81"/>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81"/>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81"/>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81"/>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81"/>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81"/>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81"/>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81"/>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81"/>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81"/>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81"/>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81"/>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81"/>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81"/>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81"/>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81"/>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81"/>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81"/>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81"/>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81"/>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81"/>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81"/>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81"/>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81"/>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81"/>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81"/>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81"/>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81"/>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81"/>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81"/>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81"/>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81"/>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81"/>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81"/>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81"/>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81"/>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81"/>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81"/>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81"/>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81"/>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81"/>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81"/>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81"/>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81"/>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81"/>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81"/>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81"/>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81"/>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81"/>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81"/>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81"/>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81"/>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81"/>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81"/>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81"/>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81"/>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81"/>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81"/>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81"/>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81"/>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81"/>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81"/>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81"/>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81"/>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81"/>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81"/>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81"/>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81"/>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81"/>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81"/>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81"/>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81"/>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81"/>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81"/>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81"/>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81"/>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81"/>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81"/>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81"/>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81"/>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81"/>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81"/>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81"/>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81"/>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81"/>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81"/>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81"/>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81"/>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81"/>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81"/>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81"/>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81"/>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81"/>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81"/>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81"/>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81"/>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81"/>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81"/>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81"/>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81"/>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81"/>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81"/>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81"/>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81"/>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81"/>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81"/>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81"/>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81"/>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81"/>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81"/>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81"/>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81"/>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81"/>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81"/>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81"/>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81"/>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81"/>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81"/>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81"/>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81"/>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81"/>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81"/>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81"/>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81"/>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81"/>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81"/>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81"/>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81"/>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81"/>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81"/>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81"/>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81"/>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81"/>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81"/>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81"/>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81"/>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81"/>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81"/>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81"/>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81"/>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81"/>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81"/>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81"/>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81"/>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81"/>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81"/>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81"/>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81"/>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81"/>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81"/>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81"/>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81"/>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81"/>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81"/>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81"/>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81"/>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81"/>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81"/>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81"/>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81"/>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81"/>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81"/>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81"/>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81"/>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81"/>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81"/>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81"/>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81"/>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81"/>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81"/>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81"/>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81"/>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81"/>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81"/>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81"/>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81"/>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81"/>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81"/>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81"/>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81"/>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81"/>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81"/>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81"/>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81"/>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81"/>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81"/>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81"/>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81"/>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81"/>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81"/>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81"/>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81"/>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81"/>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81"/>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81"/>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81"/>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81"/>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81"/>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81"/>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81"/>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81"/>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81"/>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81"/>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81"/>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81"/>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81"/>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81"/>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81"/>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81"/>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81"/>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81"/>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81"/>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81"/>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81"/>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81"/>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81"/>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81"/>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81"/>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81"/>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81"/>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81"/>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81"/>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81"/>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81"/>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81"/>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81"/>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81"/>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81"/>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81"/>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81"/>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81"/>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81"/>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81"/>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81"/>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81"/>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81"/>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81"/>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81"/>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81"/>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81"/>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81"/>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81"/>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81"/>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81"/>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81"/>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81"/>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81"/>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81"/>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81"/>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81"/>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81"/>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81"/>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81"/>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81"/>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81"/>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81"/>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81"/>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81"/>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81"/>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81"/>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81"/>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81"/>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81"/>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81"/>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81"/>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81"/>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81"/>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81"/>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81"/>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81"/>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81"/>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81"/>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81"/>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81"/>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81"/>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81"/>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81"/>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81"/>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81"/>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81"/>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81"/>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81"/>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81"/>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81"/>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81"/>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81"/>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81"/>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81"/>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81"/>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81"/>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81"/>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81"/>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81"/>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81"/>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81"/>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81"/>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81"/>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81"/>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81"/>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81"/>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81"/>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81"/>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81"/>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81"/>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81"/>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81"/>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81"/>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81"/>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81"/>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81"/>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81"/>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81"/>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81"/>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81"/>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81"/>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81"/>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81"/>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81"/>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81"/>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81"/>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81"/>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81"/>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81"/>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81"/>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81"/>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81"/>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81"/>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81"/>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81"/>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81"/>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81"/>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81"/>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81"/>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81"/>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81"/>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81"/>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81"/>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81"/>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81"/>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81"/>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81"/>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81"/>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81"/>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81"/>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81"/>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81"/>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81"/>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81"/>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81"/>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81"/>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81"/>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81"/>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81"/>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81"/>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81"/>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81"/>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81"/>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81"/>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81"/>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81"/>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81"/>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81"/>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81"/>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81"/>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81"/>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81"/>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81"/>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81"/>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81"/>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81"/>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81"/>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81"/>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81"/>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81"/>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81"/>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81"/>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81"/>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81"/>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81"/>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81"/>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81"/>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81"/>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81"/>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81"/>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81"/>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81"/>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81"/>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81"/>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81"/>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81"/>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81"/>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81"/>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81"/>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81"/>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81"/>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81"/>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81"/>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81"/>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81"/>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81"/>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81"/>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81"/>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81"/>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81"/>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81"/>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81"/>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81"/>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81"/>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81"/>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81"/>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81"/>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81"/>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81"/>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81"/>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81"/>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81"/>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81"/>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81"/>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81"/>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81"/>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81"/>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81"/>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81"/>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81"/>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81"/>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81"/>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81"/>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81"/>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81"/>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81"/>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81"/>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81"/>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81"/>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81"/>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81"/>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81"/>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81"/>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81"/>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81"/>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81"/>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81"/>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81"/>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81"/>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81"/>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81"/>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81"/>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81"/>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81"/>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81"/>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81"/>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81"/>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81"/>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81"/>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81"/>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81"/>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81"/>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81"/>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81"/>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81"/>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81"/>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81"/>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81"/>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81"/>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81"/>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81"/>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81"/>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81"/>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81"/>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81"/>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81"/>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81"/>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81"/>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81"/>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81"/>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81"/>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81"/>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81"/>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81"/>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81"/>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81"/>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81"/>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81"/>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81"/>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81"/>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81"/>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81"/>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81"/>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81"/>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81"/>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81"/>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81"/>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81"/>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81"/>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81"/>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81"/>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81"/>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81"/>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81"/>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81"/>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81"/>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81"/>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81"/>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81"/>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81"/>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81"/>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81"/>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81"/>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81"/>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81"/>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81"/>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81"/>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81"/>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81"/>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81"/>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81"/>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81"/>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81"/>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81"/>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81"/>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81"/>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81"/>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81"/>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81"/>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81"/>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81"/>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81"/>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81"/>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81"/>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81"/>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81"/>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81"/>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81"/>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81"/>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81"/>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81"/>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81"/>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81"/>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81"/>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81"/>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81"/>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81"/>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81"/>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81"/>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81"/>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81"/>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81"/>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81"/>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81"/>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81"/>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81"/>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81"/>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81"/>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81"/>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81"/>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81"/>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81"/>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81"/>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81"/>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81"/>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81"/>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81"/>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81"/>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81"/>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81"/>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81"/>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81"/>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81"/>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81"/>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81"/>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81"/>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81"/>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81"/>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81"/>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81"/>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81"/>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81"/>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81"/>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81"/>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81"/>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81"/>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81"/>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81"/>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81"/>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81"/>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81"/>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81"/>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81"/>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81"/>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81"/>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81"/>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81"/>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81"/>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81"/>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81"/>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81"/>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81"/>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81"/>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81"/>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81"/>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81"/>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81"/>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81"/>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81"/>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81"/>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81"/>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81"/>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81"/>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81"/>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81"/>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81"/>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81"/>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81"/>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81"/>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81"/>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81"/>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81"/>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81"/>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81"/>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81"/>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81"/>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81"/>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81"/>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81"/>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81"/>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81"/>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81"/>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81"/>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81"/>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81"/>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81"/>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81"/>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81"/>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81"/>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81"/>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81"/>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81"/>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81"/>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81"/>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81"/>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81"/>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81"/>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81"/>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81"/>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81"/>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81"/>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81"/>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81"/>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81"/>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81"/>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81"/>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81"/>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81"/>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81"/>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81"/>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81"/>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81"/>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81"/>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81"/>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81"/>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81"/>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81"/>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81"/>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81"/>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81"/>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81"/>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81"/>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81"/>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81"/>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81"/>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81"/>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81"/>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81"/>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81"/>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81"/>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81"/>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81"/>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81"/>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81"/>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81"/>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81"/>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81"/>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81"/>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81"/>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81"/>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81"/>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81"/>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81"/>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81"/>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81"/>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81"/>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81"/>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81"/>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81"/>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81"/>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81"/>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81"/>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81"/>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81"/>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81"/>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81"/>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81"/>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81"/>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81"/>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81"/>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81"/>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81"/>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81"/>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81"/>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81"/>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81"/>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81"/>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81"/>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81"/>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81"/>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81"/>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81"/>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81"/>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81"/>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81"/>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81"/>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81"/>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81"/>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81"/>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81"/>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81"/>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81"/>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81"/>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81"/>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81"/>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81"/>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81"/>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81"/>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81"/>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81"/>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81"/>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81"/>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81"/>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81"/>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81"/>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81"/>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81"/>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81"/>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81"/>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81"/>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81"/>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81"/>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81"/>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81"/>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81"/>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81"/>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81"/>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81"/>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81"/>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81"/>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81"/>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81"/>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81"/>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81"/>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81"/>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81"/>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81"/>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81"/>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81"/>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81"/>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81"/>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81"/>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81"/>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81"/>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81"/>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81"/>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81"/>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81"/>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81"/>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81"/>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81"/>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81"/>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81"/>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81"/>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81"/>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81"/>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81"/>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81"/>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81"/>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81"/>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81"/>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81"/>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81"/>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81"/>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81"/>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81"/>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81"/>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81"/>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81"/>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81"/>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81"/>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81"/>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81"/>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81"/>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81"/>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81"/>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81"/>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81"/>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81"/>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81"/>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81"/>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81"/>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81"/>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81"/>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81"/>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81"/>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81"/>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81"/>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81"/>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81"/>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81"/>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81"/>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81"/>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81"/>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81"/>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81"/>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81"/>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81"/>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81"/>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81"/>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81"/>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81"/>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81"/>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81"/>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81"/>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81"/>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81"/>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81"/>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81"/>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81"/>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81"/>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81"/>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81"/>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81"/>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81"/>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81"/>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81"/>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81"/>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81"/>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81"/>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81"/>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81"/>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81"/>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81"/>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81"/>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81"/>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81"/>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81"/>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81"/>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81"/>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81"/>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81"/>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81"/>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81"/>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81"/>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81"/>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81"/>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81"/>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81"/>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81"/>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81"/>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81"/>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81"/>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81"/>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81"/>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81"/>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81"/>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81"/>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81"/>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81"/>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81"/>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81"/>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81"/>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81"/>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81"/>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81"/>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81"/>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81"/>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81"/>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81"/>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81"/>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81"/>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81"/>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81"/>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81"/>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81"/>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81"/>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81"/>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81"/>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81"/>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81"/>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81"/>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81"/>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81"/>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81"/>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81"/>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81"/>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81"/>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81"/>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81"/>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81"/>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81"/>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81"/>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81"/>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81"/>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81"/>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81"/>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81"/>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81"/>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81"/>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81"/>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81"/>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81"/>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81"/>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81"/>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81"/>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81"/>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81"/>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81"/>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81"/>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81"/>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81"/>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81"/>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81"/>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81"/>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81"/>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81"/>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81"/>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81"/>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81"/>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81"/>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81"/>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81"/>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81"/>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81"/>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81"/>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81"/>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81"/>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81"/>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81"/>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81"/>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81"/>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81"/>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81"/>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81"/>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81"/>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81"/>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81"/>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81"/>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81"/>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81"/>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81"/>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81"/>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81"/>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81"/>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81"/>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81"/>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81"/>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81"/>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81"/>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81"/>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81"/>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81"/>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81"/>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81"/>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81"/>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81"/>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81"/>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81"/>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81"/>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81"/>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81"/>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81"/>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81"/>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81"/>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81"/>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81"/>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81"/>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81"/>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81"/>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81"/>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81"/>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81"/>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81"/>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81"/>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81"/>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81"/>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81"/>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81"/>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81"/>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81"/>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81"/>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81"/>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81"/>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81"/>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81"/>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81"/>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81"/>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81"/>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81"/>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81"/>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81"/>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81"/>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81"/>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81"/>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81"/>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81"/>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81"/>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81"/>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81"/>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81"/>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81"/>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81"/>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81"/>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81"/>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81"/>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81"/>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81"/>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81"/>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81"/>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81"/>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81"/>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81"/>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81"/>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81"/>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81"/>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81"/>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81"/>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81"/>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81"/>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81"/>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81"/>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81"/>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81"/>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81"/>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81"/>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81"/>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81"/>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81"/>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81"/>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81"/>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81"/>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81"/>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81"/>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81"/>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81"/>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81"/>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81"/>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81"/>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81"/>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81"/>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81"/>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81"/>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81"/>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81"/>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81"/>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81"/>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81"/>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81"/>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81"/>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81"/>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81"/>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81"/>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81"/>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81"/>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81"/>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81"/>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81"/>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81"/>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81"/>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81"/>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81"/>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81"/>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81"/>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81"/>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81"/>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81"/>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81"/>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81"/>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81"/>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81"/>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81"/>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81"/>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81"/>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81"/>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81"/>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81"/>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81"/>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81"/>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81"/>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81"/>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81"/>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81"/>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81"/>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81"/>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81"/>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81"/>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81"/>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81"/>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81"/>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81"/>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81"/>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81"/>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81"/>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81"/>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81"/>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81"/>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81"/>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81"/>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81"/>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81"/>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81"/>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81"/>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81"/>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81"/>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81"/>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81"/>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81"/>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81"/>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81"/>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81"/>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81"/>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81"/>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81"/>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81"/>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81"/>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81"/>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81"/>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81"/>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81"/>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81"/>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81"/>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81"/>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81"/>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81"/>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81"/>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81"/>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81"/>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81"/>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81"/>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81"/>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81"/>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81"/>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81"/>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81"/>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81"/>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81"/>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81"/>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81"/>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81"/>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81"/>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81"/>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81"/>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81"/>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81"/>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81"/>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81"/>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81"/>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81"/>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81"/>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81"/>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81"/>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81"/>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81"/>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81"/>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81"/>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81"/>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81"/>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81"/>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81"/>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81"/>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81"/>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81"/>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81"/>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81"/>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81"/>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81"/>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81"/>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81"/>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81"/>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81"/>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81"/>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81"/>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81"/>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81"/>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81"/>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81"/>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81"/>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81"/>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81"/>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81"/>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81"/>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81"/>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81"/>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81"/>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81"/>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81"/>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81"/>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81"/>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81"/>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81"/>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81"/>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81"/>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81"/>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81"/>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81"/>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81"/>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81"/>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81"/>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81"/>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81"/>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81"/>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81"/>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81"/>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81"/>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81"/>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81"/>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81"/>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81"/>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81"/>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81"/>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81"/>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81"/>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81"/>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81"/>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81"/>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81"/>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81"/>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81"/>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81"/>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81"/>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81"/>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81"/>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81"/>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81"/>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81"/>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81"/>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81"/>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81"/>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81"/>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81"/>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81"/>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81"/>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81"/>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81"/>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81"/>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81"/>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81"/>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81"/>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81"/>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81"/>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81"/>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81"/>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81"/>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81"/>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81"/>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81"/>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81"/>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81"/>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81"/>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81"/>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81"/>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81"/>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81"/>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81"/>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81"/>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81"/>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81"/>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81"/>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81"/>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81"/>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81"/>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81"/>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81"/>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81"/>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81"/>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81"/>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81"/>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81"/>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81"/>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81"/>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81"/>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81"/>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81"/>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81"/>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81"/>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81"/>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81"/>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81"/>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81"/>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81"/>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81"/>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81"/>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81"/>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81"/>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81"/>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81"/>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81"/>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81"/>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81"/>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81"/>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81"/>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81"/>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81"/>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81"/>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81"/>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81"/>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81"/>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81"/>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81"/>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81"/>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81"/>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81"/>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81"/>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81"/>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81"/>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81"/>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81"/>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81"/>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81"/>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81"/>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81"/>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81"/>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81"/>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81"/>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81"/>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81"/>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81"/>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81"/>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81"/>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81"/>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81"/>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81"/>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81"/>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81"/>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81"/>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81"/>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81"/>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81"/>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81"/>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81"/>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81"/>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81"/>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81"/>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81"/>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81"/>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81"/>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81"/>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81"/>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81"/>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81"/>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81"/>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81"/>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81"/>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81"/>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81"/>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81"/>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81"/>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81"/>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81"/>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81"/>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81"/>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81"/>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81"/>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81"/>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81"/>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81"/>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81"/>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81"/>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81"/>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81"/>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81"/>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81"/>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81"/>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81"/>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81"/>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81"/>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81"/>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81"/>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81"/>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81"/>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81"/>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81"/>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81"/>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81"/>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81"/>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81"/>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81"/>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81"/>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81"/>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81"/>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81"/>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81"/>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81"/>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81"/>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81"/>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81"/>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81"/>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81"/>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81"/>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81"/>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81"/>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81"/>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81"/>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81"/>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81"/>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81"/>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81"/>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81"/>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81"/>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81"/>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81"/>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81"/>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81"/>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81"/>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81"/>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81"/>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81"/>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81"/>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81"/>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81"/>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81"/>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81"/>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81"/>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81"/>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81"/>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81"/>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81"/>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81"/>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81"/>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81"/>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81"/>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81"/>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81"/>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81"/>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81"/>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81"/>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81"/>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81"/>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81"/>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81"/>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81"/>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81"/>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81"/>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81"/>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81"/>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81"/>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81"/>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81"/>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81"/>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81"/>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81"/>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81"/>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81"/>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81"/>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81"/>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81"/>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81"/>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81"/>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81"/>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81"/>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81"/>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81"/>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81"/>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81"/>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81"/>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81"/>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81"/>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81"/>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81"/>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81"/>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81"/>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81"/>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81"/>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81"/>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81"/>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81"/>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81"/>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81"/>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81"/>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81"/>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81"/>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81"/>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81"/>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81"/>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81"/>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81"/>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81"/>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81"/>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81"/>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81"/>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81"/>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81"/>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81"/>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81"/>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81"/>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81"/>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81"/>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81"/>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81"/>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81"/>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81"/>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81"/>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81"/>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81"/>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81"/>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81"/>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81"/>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81"/>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81"/>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81"/>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81"/>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81"/>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81"/>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81"/>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81"/>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81"/>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81"/>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81"/>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81"/>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81"/>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81"/>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81"/>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81"/>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81"/>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81"/>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81"/>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81"/>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81"/>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81"/>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81"/>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81"/>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81"/>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81"/>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81"/>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81"/>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81"/>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81"/>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81"/>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81"/>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81"/>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81"/>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81"/>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81"/>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81"/>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81"/>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81"/>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81"/>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81"/>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81"/>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81"/>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81"/>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81"/>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81"/>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81"/>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81"/>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81"/>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81"/>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81"/>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81"/>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81"/>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81"/>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81"/>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81"/>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81"/>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81"/>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81"/>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81"/>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81"/>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81"/>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81"/>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81"/>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81"/>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81"/>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81"/>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81"/>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81"/>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81"/>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81"/>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81"/>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81"/>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81"/>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81"/>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81"/>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81"/>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81"/>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81"/>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81"/>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81"/>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81"/>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81"/>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81"/>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81"/>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81"/>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81"/>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81"/>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81"/>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81"/>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81"/>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81"/>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81"/>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81"/>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81"/>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81"/>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81"/>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81"/>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81"/>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81"/>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81"/>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81"/>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81"/>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81"/>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81"/>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81"/>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81"/>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81"/>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81"/>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81"/>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81"/>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81"/>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81"/>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81"/>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81"/>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81"/>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81"/>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81"/>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81"/>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81"/>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81"/>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81"/>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81"/>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81"/>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81"/>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81"/>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81"/>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81"/>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81"/>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81"/>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81"/>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81"/>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81"/>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81"/>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81"/>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81"/>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81"/>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81"/>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81"/>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81"/>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81"/>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81"/>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81"/>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81"/>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81"/>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81"/>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81"/>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81"/>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81"/>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81"/>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81"/>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81"/>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81"/>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81"/>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81"/>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81"/>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81"/>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81"/>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81"/>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81"/>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81"/>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81"/>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81"/>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81"/>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81"/>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81"/>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81"/>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81"/>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81"/>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81"/>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81"/>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81"/>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81"/>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81"/>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81"/>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81"/>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81"/>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81"/>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81"/>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81"/>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81"/>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81"/>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81"/>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81"/>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81"/>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81"/>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81"/>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81"/>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81"/>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81"/>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81"/>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81"/>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81"/>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81"/>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81"/>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81"/>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81"/>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81"/>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81"/>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81"/>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81"/>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81"/>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81"/>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81"/>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81"/>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81"/>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81"/>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81"/>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81"/>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81"/>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81"/>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81"/>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81"/>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81"/>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81"/>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81"/>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81"/>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81"/>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81"/>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81"/>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81"/>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81"/>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81"/>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81"/>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81"/>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81"/>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81"/>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81"/>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81"/>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81"/>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81"/>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81"/>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81"/>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81"/>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81"/>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81"/>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81"/>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81"/>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81"/>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81"/>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81"/>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81"/>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81"/>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81"/>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81"/>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81"/>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81"/>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81"/>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81"/>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81"/>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81"/>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81"/>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81"/>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81"/>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81"/>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81"/>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81"/>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81"/>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81"/>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81"/>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81"/>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81"/>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81"/>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81"/>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81"/>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81"/>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81"/>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81"/>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81"/>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81"/>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81"/>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81"/>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81"/>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81"/>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81"/>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81"/>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81"/>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81"/>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81"/>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81"/>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81"/>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81"/>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81"/>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81"/>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81"/>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81"/>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81"/>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81"/>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81"/>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81"/>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81"/>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81"/>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81"/>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81"/>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81"/>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81"/>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81"/>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81"/>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81"/>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81"/>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81"/>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81"/>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81"/>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81"/>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81"/>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81"/>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81"/>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81"/>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81"/>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81"/>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81"/>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81"/>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81"/>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81"/>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81"/>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81"/>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81"/>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81"/>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81"/>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81"/>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81"/>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81"/>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81"/>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81"/>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81"/>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81"/>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81"/>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81"/>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81"/>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81"/>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81"/>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81"/>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81"/>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81"/>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81"/>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81"/>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81"/>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81"/>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81"/>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81"/>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81"/>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81"/>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81"/>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81"/>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81"/>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81"/>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81"/>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81"/>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81"/>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81"/>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81"/>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81"/>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81"/>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81"/>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81"/>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81"/>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81"/>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81"/>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81"/>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81"/>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81"/>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81"/>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81"/>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81"/>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81"/>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81"/>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81"/>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81"/>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81"/>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81"/>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81"/>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81"/>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81"/>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81"/>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81"/>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81"/>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81"/>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81"/>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81"/>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81"/>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81"/>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81"/>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81"/>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81"/>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81"/>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81"/>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81"/>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81"/>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81"/>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81"/>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81"/>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81"/>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81"/>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81"/>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81"/>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81"/>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81"/>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81"/>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81"/>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81"/>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81"/>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81"/>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81"/>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81"/>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81"/>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81"/>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81"/>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81"/>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81"/>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81"/>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81"/>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81"/>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81"/>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81"/>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81"/>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81"/>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81"/>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81"/>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81"/>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81"/>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81"/>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81"/>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81"/>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81"/>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81"/>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81"/>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81"/>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81"/>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81"/>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81"/>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81"/>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81"/>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81"/>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81"/>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81"/>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81"/>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81"/>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81"/>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81"/>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81"/>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81"/>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81"/>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81"/>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81"/>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81"/>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81"/>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81"/>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81"/>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81"/>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81"/>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81"/>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81"/>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81"/>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81"/>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81"/>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81"/>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81"/>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81"/>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81"/>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81"/>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81"/>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81"/>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81"/>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81"/>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81"/>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81"/>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81"/>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81"/>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81"/>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81"/>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81"/>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81"/>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81"/>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81"/>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81"/>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81"/>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81"/>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81"/>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81"/>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81"/>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81"/>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81"/>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81"/>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81"/>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81"/>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81"/>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81"/>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81"/>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81"/>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81"/>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81"/>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81"/>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81"/>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81"/>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81"/>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81"/>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81"/>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81"/>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81"/>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81"/>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81"/>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81"/>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81"/>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81"/>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81"/>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81"/>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81"/>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81"/>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81"/>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81"/>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81"/>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81"/>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81"/>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81"/>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81"/>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81"/>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81"/>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81"/>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81"/>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81"/>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81"/>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81"/>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81"/>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81"/>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81"/>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81"/>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81"/>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81"/>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81"/>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81"/>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81"/>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81"/>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81"/>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81"/>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81"/>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81"/>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81"/>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81"/>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81"/>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81"/>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81"/>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81"/>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81"/>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81"/>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81"/>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81"/>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81"/>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81"/>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81"/>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81"/>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81"/>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81"/>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81"/>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81"/>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81"/>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81"/>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81"/>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81"/>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81"/>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81"/>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81"/>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81"/>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81"/>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81"/>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81"/>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81"/>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81"/>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81"/>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81"/>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81"/>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81"/>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81"/>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81"/>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81"/>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81"/>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81"/>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81"/>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81"/>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81"/>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81"/>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81"/>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81"/>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81"/>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81"/>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81"/>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81"/>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81"/>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81"/>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81"/>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81"/>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81"/>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81"/>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81"/>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81"/>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81"/>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81"/>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81"/>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81"/>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81"/>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81"/>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81"/>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81"/>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81"/>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81"/>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81"/>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81"/>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81"/>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81"/>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81"/>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81"/>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81"/>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81"/>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81"/>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81"/>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81"/>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81"/>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81"/>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81"/>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81"/>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81"/>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81"/>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81"/>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81"/>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81"/>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81"/>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81"/>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81"/>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81"/>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81"/>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81"/>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81"/>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81"/>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81"/>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81"/>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81"/>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81"/>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81"/>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81"/>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81"/>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81"/>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81"/>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81"/>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81"/>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81"/>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81"/>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81"/>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81"/>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81"/>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81"/>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81"/>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81"/>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81"/>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81"/>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81"/>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81"/>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81"/>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81"/>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81"/>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81"/>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81"/>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81"/>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81"/>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81"/>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81"/>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81"/>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81"/>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81"/>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81"/>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81"/>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81"/>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81"/>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81"/>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81"/>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81"/>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81"/>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81"/>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81"/>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81"/>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81"/>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81"/>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81"/>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81"/>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81"/>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81"/>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81"/>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81"/>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81"/>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81"/>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81"/>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81"/>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81"/>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81"/>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81"/>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81"/>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81"/>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81"/>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81"/>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81"/>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81"/>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81"/>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81"/>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81"/>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81"/>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81"/>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81"/>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81"/>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81"/>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81"/>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81"/>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81"/>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81"/>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81"/>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81"/>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81"/>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81"/>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81"/>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81"/>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81"/>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81"/>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81"/>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81"/>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81"/>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81"/>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81"/>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81"/>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81"/>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81"/>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81"/>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81"/>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81"/>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81"/>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81"/>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81"/>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81"/>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81"/>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81"/>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81"/>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81"/>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81"/>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81"/>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81"/>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81"/>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81"/>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81"/>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81"/>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81"/>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81"/>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81"/>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81"/>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81"/>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81"/>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81"/>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81"/>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81"/>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81"/>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81"/>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81"/>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81"/>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81"/>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81"/>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81"/>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81"/>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81"/>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81"/>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81"/>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81"/>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81"/>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81"/>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81"/>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81"/>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81"/>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81"/>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81"/>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81"/>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81"/>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81"/>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81"/>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81"/>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81"/>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81"/>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81"/>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81"/>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81"/>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81"/>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81"/>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81"/>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81"/>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81"/>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81"/>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81"/>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81"/>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81"/>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81"/>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81"/>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81"/>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81"/>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81"/>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81"/>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81"/>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81"/>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81"/>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81"/>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81"/>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81"/>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81"/>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81"/>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81"/>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81"/>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81"/>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81"/>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81"/>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81"/>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81"/>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81"/>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81"/>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81"/>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81"/>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81"/>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81"/>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81"/>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81"/>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81"/>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81"/>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81"/>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81"/>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81"/>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81"/>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81"/>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81"/>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81"/>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81"/>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81"/>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81"/>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81"/>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81"/>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81"/>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81"/>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81"/>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81"/>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81"/>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81"/>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81"/>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81"/>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81"/>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81"/>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81"/>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81"/>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81"/>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81"/>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81"/>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81"/>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81"/>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81"/>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81"/>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81"/>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81"/>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81"/>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81"/>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81"/>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81"/>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81"/>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81"/>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81"/>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81"/>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81"/>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81"/>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81"/>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81"/>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81"/>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81"/>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81"/>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81"/>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81"/>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81"/>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81"/>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81"/>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81"/>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81"/>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81"/>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81"/>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81"/>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7" name="Google Shape;9417;p81"/>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81"/>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81"/>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81"/>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81"/>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81"/>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81"/>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81"/>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81"/>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81"/>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81"/>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81"/>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81"/>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81"/>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81"/>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81"/>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81"/>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81"/>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81"/>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81"/>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81"/>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81"/>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81"/>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81"/>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81"/>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81"/>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81"/>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81"/>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81"/>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81"/>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81"/>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81"/>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81"/>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81"/>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81"/>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81"/>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81"/>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81"/>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81"/>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81"/>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81"/>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81"/>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81"/>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81"/>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81"/>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81"/>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81"/>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81"/>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81"/>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81"/>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81"/>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81"/>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81"/>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81"/>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81"/>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81"/>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81"/>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81"/>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81"/>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81"/>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81"/>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81"/>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81"/>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81"/>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81"/>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81"/>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81"/>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81"/>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81"/>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81"/>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81"/>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81"/>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81"/>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81"/>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81"/>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81"/>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81"/>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81"/>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81"/>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81"/>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81"/>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81"/>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81"/>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81"/>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81"/>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81"/>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81"/>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81"/>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81"/>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81"/>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81"/>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81"/>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81"/>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81"/>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81"/>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81"/>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81"/>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81"/>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81"/>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81"/>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81"/>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81"/>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81"/>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81"/>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81"/>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81"/>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81"/>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81"/>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81"/>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81"/>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81"/>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81"/>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81"/>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81"/>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81"/>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81"/>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81"/>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81"/>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81"/>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81"/>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81"/>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81"/>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81"/>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81"/>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81"/>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81"/>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81"/>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81"/>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81"/>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81"/>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81"/>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81"/>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81"/>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81"/>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81"/>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81"/>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81"/>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81"/>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81"/>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81"/>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81"/>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81"/>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81"/>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81"/>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81"/>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81"/>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81"/>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81"/>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81"/>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81"/>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81"/>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81"/>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81"/>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81"/>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81"/>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81"/>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81"/>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81"/>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81"/>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81"/>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81"/>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81"/>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81"/>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81"/>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81"/>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81"/>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81"/>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81"/>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81"/>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81"/>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81"/>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81"/>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81"/>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81"/>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81"/>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81"/>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81"/>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81"/>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81"/>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81"/>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81"/>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81"/>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81"/>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81"/>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81"/>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81"/>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81"/>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81"/>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81"/>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81"/>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81"/>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81"/>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81"/>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81"/>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81"/>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81"/>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81"/>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81"/>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81"/>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81"/>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81"/>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81"/>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81"/>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81"/>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81"/>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81"/>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81"/>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81"/>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81"/>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81"/>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81"/>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81"/>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81"/>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81"/>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81"/>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81"/>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81"/>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81"/>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81"/>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81"/>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81"/>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81"/>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81"/>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81"/>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81"/>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81"/>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81"/>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81"/>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81"/>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81"/>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81"/>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81"/>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81"/>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81"/>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81"/>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81"/>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81"/>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81"/>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81"/>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81"/>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81"/>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81"/>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81"/>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81"/>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81"/>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81"/>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81"/>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81"/>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81"/>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81"/>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81"/>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81"/>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81"/>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81"/>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81"/>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81"/>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81"/>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81"/>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81"/>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81"/>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81"/>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81"/>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81"/>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81"/>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81"/>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81"/>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81"/>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81"/>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81"/>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81"/>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81"/>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81"/>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81"/>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81"/>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81"/>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81"/>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81"/>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81"/>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81"/>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81"/>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81"/>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81"/>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81"/>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81"/>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81"/>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81"/>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81"/>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81"/>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81"/>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81"/>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81"/>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81"/>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81"/>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81"/>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81"/>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81"/>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81"/>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81"/>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81"/>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81"/>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81"/>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81"/>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81"/>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81"/>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81"/>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81"/>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81"/>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81"/>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81"/>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81"/>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81"/>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81"/>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81"/>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81"/>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81"/>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81"/>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81"/>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81"/>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81"/>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81"/>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81"/>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81"/>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81"/>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81"/>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81"/>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81"/>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81"/>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81"/>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81"/>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81"/>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81"/>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81"/>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81"/>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81"/>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81"/>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81"/>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81"/>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81"/>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81"/>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81"/>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81"/>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81"/>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81"/>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81"/>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81"/>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81"/>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81"/>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81"/>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81"/>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81"/>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81"/>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81"/>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81"/>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81"/>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81"/>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81"/>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81"/>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81"/>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81"/>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81"/>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81"/>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81"/>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81"/>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81"/>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81"/>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81"/>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81"/>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81"/>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81"/>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81"/>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81"/>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81"/>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81"/>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81"/>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81"/>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81"/>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81"/>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81"/>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81"/>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81"/>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81"/>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81"/>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81"/>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81"/>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81"/>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81"/>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81"/>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81"/>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81"/>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81"/>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81"/>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81"/>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81"/>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81"/>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81"/>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81"/>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81"/>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81"/>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81"/>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81"/>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81"/>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81"/>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81"/>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81"/>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81"/>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81"/>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81"/>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81"/>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81"/>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81"/>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81"/>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81"/>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81"/>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81"/>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81"/>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81"/>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81"/>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81"/>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81"/>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81"/>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81"/>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81"/>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81"/>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81"/>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81"/>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81"/>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81"/>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81"/>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81"/>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81"/>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81"/>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81"/>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81"/>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81"/>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81"/>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81"/>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81"/>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81"/>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81"/>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81"/>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81"/>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81"/>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81"/>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81"/>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81"/>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81"/>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81"/>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81"/>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81"/>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81"/>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81"/>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81"/>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81"/>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81"/>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81"/>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81"/>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81"/>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81"/>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81"/>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81"/>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81"/>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81"/>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81"/>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81"/>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81"/>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81"/>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81"/>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81"/>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81"/>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81"/>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81"/>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81"/>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81"/>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81"/>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81"/>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81"/>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81"/>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81"/>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81"/>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81"/>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81"/>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81"/>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81"/>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81"/>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81"/>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81"/>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81"/>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81"/>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81"/>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81"/>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81"/>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81"/>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81"/>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81"/>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81"/>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81"/>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81"/>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81"/>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81"/>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81"/>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81"/>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81"/>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81"/>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81"/>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81"/>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81"/>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81"/>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81"/>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81"/>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81"/>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81"/>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81"/>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81"/>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81"/>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81"/>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81"/>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81"/>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81"/>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81"/>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81"/>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81"/>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81"/>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81"/>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81"/>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81"/>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81"/>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81"/>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81"/>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81"/>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81"/>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81"/>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81"/>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81"/>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81"/>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81"/>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81"/>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81"/>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81"/>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81"/>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81"/>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81"/>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81"/>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81"/>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81"/>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81"/>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81"/>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81"/>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81"/>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81"/>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81"/>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81"/>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81"/>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81"/>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81"/>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81"/>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81"/>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81"/>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81"/>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81"/>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81"/>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81"/>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81"/>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81"/>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81"/>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81"/>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81"/>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81"/>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81"/>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81"/>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81"/>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81"/>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81"/>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81"/>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81"/>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81"/>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81"/>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81"/>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81"/>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81"/>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81"/>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81"/>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81"/>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81"/>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81"/>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81"/>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81"/>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81"/>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81"/>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81"/>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81"/>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81"/>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81"/>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81"/>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81"/>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81"/>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81"/>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81"/>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81"/>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81"/>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81"/>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81"/>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81"/>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81"/>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81"/>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81"/>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81"/>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81"/>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81"/>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81"/>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81"/>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81"/>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81"/>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81"/>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81"/>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81"/>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81"/>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81"/>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81"/>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81"/>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81"/>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81"/>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81"/>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81"/>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81"/>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81"/>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81"/>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81"/>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81"/>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5" name="Google Shape;10045;p81"/>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81"/>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81"/>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81"/>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81"/>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81"/>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81"/>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81"/>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81"/>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81"/>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81"/>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81"/>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81"/>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81"/>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81"/>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81"/>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81"/>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81"/>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81"/>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81"/>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81"/>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81"/>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81"/>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81"/>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81"/>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81"/>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81"/>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81"/>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81"/>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81"/>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81"/>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81"/>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81"/>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81"/>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81"/>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81"/>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81"/>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81"/>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81"/>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81"/>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81"/>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81"/>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81"/>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81"/>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81"/>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81"/>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81"/>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81"/>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81"/>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81"/>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81"/>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81"/>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81"/>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81"/>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81"/>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81"/>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81"/>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81"/>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81"/>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81"/>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81"/>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81"/>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81"/>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81"/>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81"/>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81"/>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81"/>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81"/>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81"/>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81"/>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81"/>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81"/>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81"/>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81"/>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81"/>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81"/>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81"/>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81"/>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81"/>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81"/>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81"/>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81"/>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81"/>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81"/>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81"/>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81"/>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81"/>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81"/>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81"/>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81"/>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81"/>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81"/>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81"/>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81"/>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81"/>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81"/>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81"/>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81"/>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81"/>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4" name="Google Shape;10144;p81"/>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81"/>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81"/>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81"/>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81"/>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81"/>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81"/>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81"/>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81"/>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81"/>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81"/>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81"/>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81"/>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81"/>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81"/>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81"/>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81"/>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81"/>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81"/>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81"/>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81"/>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81"/>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81"/>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81"/>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81"/>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81"/>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81"/>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81"/>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81"/>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81"/>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81"/>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81"/>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81"/>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81"/>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81"/>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81"/>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81"/>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81"/>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81"/>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81"/>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81"/>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81"/>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81"/>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81"/>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81"/>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81"/>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81"/>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81"/>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81"/>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81"/>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81"/>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81"/>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81"/>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81"/>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81"/>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81"/>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81"/>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81"/>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81"/>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81"/>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81"/>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81"/>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81"/>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81"/>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81"/>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81"/>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81"/>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81"/>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81"/>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81"/>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81"/>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81"/>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81"/>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81"/>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81"/>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81"/>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81"/>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81"/>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81"/>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81"/>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81"/>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81"/>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81"/>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81"/>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81"/>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81"/>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81"/>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81"/>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81"/>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81"/>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81"/>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81"/>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81"/>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81"/>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81"/>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81"/>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81"/>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81"/>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81"/>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81"/>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81"/>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81"/>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81"/>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81"/>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81"/>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81"/>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81"/>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81"/>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81"/>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81"/>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81"/>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81"/>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81"/>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81"/>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81"/>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81"/>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81"/>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81"/>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81"/>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81"/>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81"/>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81"/>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81"/>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81"/>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81"/>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81"/>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81"/>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81"/>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81"/>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81"/>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81"/>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81"/>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81"/>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81"/>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81"/>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81"/>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81"/>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81"/>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81"/>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81"/>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81"/>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81"/>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81"/>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81"/>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81"/>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81"/>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81"/>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81"/>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81"/>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81"/>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81"/>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81"/>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81"/>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81"/>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81"/>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81"/>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81"/>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81"/>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81"/>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81"/>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81"/>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81"/>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81"/>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81"/>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81"/>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81"/>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81"/>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81"/>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81"/>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81"/>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81"/>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81"/>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81"/>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81"/>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81"/>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81"/>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81"/>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81"/>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81"/>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81"/>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81"/>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81"/>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81"/>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81"/>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81"/>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81"/>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81"/>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81"/>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81"/>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81"/>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81"/>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81"/>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81"/>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81"/>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81"/>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81"/>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81"/>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81"/>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81"/>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81"/>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81"/>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81"/>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81"/>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81"/>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81"/>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81"/>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81"/>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81"/>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81"/>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81"/>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81"/>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81"/>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81"/>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81"/>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81"/>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81"/>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81"/>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81"/>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81"/>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81"/>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81"/>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81"/>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81"/>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81"/>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81"/>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81"/>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81"/>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81"/>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81"/>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81"/>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81"/>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81"/>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81"/>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81"/>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81"/>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81"/>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81"/>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81"/>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81"/>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81"/>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81"/>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81"/>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81"/>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81"/>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81"/>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81"/>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81"/>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81"/>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81"/>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81"/>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81"/>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81"/>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81"/>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81"/>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81"/>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81"/>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81"/>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81"/>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81"/>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81"/>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81"/>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81"/>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81"/>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81"/>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81"/>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81"/>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81"/>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81"/>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81"/>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81"/>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81"/>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81"/>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81"/>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81"/>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81"/>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81"/>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81"/>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81"/>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81"/>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81"/>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81"/>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81"/>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81"/>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81"/>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81"/>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81"/>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81"/>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81"/>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81"/>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81"/>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81"/>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81"/>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81"/>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81"/>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81"/>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81"/>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81"/>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81"/>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81"/>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81"/>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81"/>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81"/>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81"/>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81"/>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81"/>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81"/>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81"/>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81"/>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81"/>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81"/>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81"/>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81"/>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6" name="Google Shape;10456;p81"/>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81"/>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81"/>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81"/>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81"/>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81"/>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81"/>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81"/>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81"/>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81"/>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81"/>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7" name="Google Shape;10467;p81"/>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81"/>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81"/>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81"/>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81"/>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81"/>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81"/>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81"/>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81"/>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81"/>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81"/>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81"/>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81"/>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81"/>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81"/>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81"/>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81"/>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81"/>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81"/>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81"/>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81"/>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81"/>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81"/>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81"/>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81"/>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81"/>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81"/>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81"/>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81"/>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81"/>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81"/>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81"/>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81"/>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81"/>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81"/>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81"/>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81"/>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81"/>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81"/>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81"/>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81"/>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81"/>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81"/>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81"/>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81"/>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81"/>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81"/>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81"/>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81"/>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81"/>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81"/>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81"/>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81"/>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81"/>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81"/>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81"/>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81"/>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81"/>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81"/>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81"/>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81"/>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81"/>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81"/>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81"/>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81"/>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81"/>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81"/>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81"/>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81"/>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81"/>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81"/>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81"/>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81"/>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81"/>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81"/>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81"/>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81"/>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81"/>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81"/>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81"/>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81"/>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81"/>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81"/>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81"/>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81"/>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81"/>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81"/>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81"/>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81"/>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81"/>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81"/>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81"/>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81"/>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81"/>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81"/>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81"/>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81"/>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81"/>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81"/>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81"/>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81"/>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81"/>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81"/>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81"/>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81"/>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81"/>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81"/>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81"/>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81"/>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81"/>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81"/>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81"/>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81"/>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81"/>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81"/>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81"/>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81"/>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81"/>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81"/>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81"/>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81"/>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81"/>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81"/>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81"/>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81"/>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81"/>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81"/>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81"/>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81"/>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81"/>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81"/>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81"/>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81"/>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81"/>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81"/>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81"/>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81"/>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81"/>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81"/>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81"/>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81"/>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81"/>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81"/>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81"/>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81"/>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81"/>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81"/>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81"/>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81"/>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81"/>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81"/>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81"/>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81"/>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81"/>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81"/>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81"/>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81"/>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81"/>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81"/>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81"/>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81"/>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81"/>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81"/>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81"/>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81"/>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81"/>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81"/>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81"/>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81"/>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81"/>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81"/>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81"/>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81"/>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81"/>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81"/>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81"/>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81"/>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81"/>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81"/>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81"/>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81"/>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81"/>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81"/>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81"/>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81"/>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81"/>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81"/>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81"/>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81"/>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81"/>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81"/>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81"/>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81"/>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81"/>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81"/>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81"/>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81"/>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81"/>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81"/>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81"/>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81"/>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81"/>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81"/>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81"/>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81"/>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81"/>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81"/>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81"/>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81"/>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81"/>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81"/>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81"/>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81"/>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81"/>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81"/>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81"/>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81"/>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81"/>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81"/>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81"/>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81"/>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81"/>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81"/>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81"/>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81"/>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81"/>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81"/>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81"/>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81"/>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6" name="Google Shape;10696;p81"/>
          <p:cNvGrpSpPr/>
          <p:nvPr/>
        </p:nvGrpSpPr>
        <p:grpSpPr>
          <a:xfrm>
            <a:off x="3597785" y="3065882"/>
            <a:ext cx="2241344" cy="1330656"/>
            <a:chOff x="3597785" y="3065882"/>
            <a:chExt cx="2241344" cy="1330656"/>
          </a:xfrm>
        </p:grpSpPr>
        <p:grpSp>
          <p:nvGrpSpPr>
            <p:cNvPr id="10697" name="Google Shape;10697;p81"/>
            <p:cNvGrpSpPr/>
            <p:nvPr/>
          </p:nvGrpSpPr>
          <p:grpSpPr>
            <a:xfrm>
              <a:off x="5296908" y="3937355"/>
              <a:ext cx="143198" cy="32380"/>
              <a:chOff x="5296908" y="3937355"/>
              <a:chExt cx="143198" cy="32380"/>
            </a:xfrm>
          </p:grpSpPr>
          <p:sp>
            <p:nvSpPr>
              <p:cNvPr id="10698" name="Google Shape;10698;p81"/>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99" name="Google Shape;10699;p81"/>
              <p:cNvGrpSpPr/>
              <p:nvPr/>
            </p:nvGrpSpPr>
            <p:grpSpPr>
              <a:xfrm>
                <a:off x="5402331" y="3937355"/>
                <a:ext cx="37776" cy="32380"/>
                <a:chOff x="5402331" y="3937355"/>
                <a:chExt cx="37776" cy="32380"/>
              </a:xfrm>
            </p:grpSpPr>
            <p:sp>
              <p:nvSpPr>
                <p:cNvPr id="10700" name="Google Shape;10700;p81"/>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81"/>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2" name="Google Shape;10702;p81"/>
              <p:cNvGrpSpPr/>
              <p:nvPr/>
            </p:nvGrpSpPr>
            <p:grpSpPr>
              <a:xfrm>
                <a:off x="5296908" y="3937355"/>
                <a:ext cx="37783" cy="32380"/>
                <a:chOff x="5296908" y="3937355"/>
                <a:chExt cx="37783" cy="32380"/>
              </a:xfrm>
            </p:grpSpPr>
            <p:sp>
              <p:nvSpPr>
                <p:cNvPr id="10703" name="Google Shape;10703;p81"/>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81"/>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05" name="Google Shape;10705;p81"/>
            <p:cNvGrpSpPr/>
            <p:nvPr/>
          </p:nvGrpSpPr>
          <p:grpSpPr>
            <a:xfrm>
              <a:off x="4724163" y="3119631"/>
              <a:ext cx="120838" cy="84218"/>
              <a:chOff x="4724163" y="3119631"/>
              <a:chExt cx="120838" cy="84218"/>
            </a:xfrm>
          </p:grpSpPr>
          <p:grpSp>
            <p:nvGrpSpPr>
              <p:cNvPr id="10706" name="Google Shape;10706;p81"/>
              <p:cNvGrpSpPr/>
              <p:nvPr/>
            </p:nvGrpSpPr>
            <p:grpSpPr>
              <a:xfrm>
                <a:off x="4746712" y="3132773"/>
                <a:ext cx="86869" cy="56424"/>
                <a:chOff x="4746712" y="3132773"/>
                <a:chExt cx="86869" cy="56424"/>
              </a:xfrm>
            </p:grpSpPr>
            <p:sp>
              <p:nvSpPr>
                <p:cNvPr id="10707" name="Google Shape;10707;p81"/>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81"/>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9" name="Google Shape;10709;p81"/>
              <p:cNvGrpSpPr/>
              <p:nvPr/>
            </p:nvGrpSpPr>
            <p:grpSpPr>
              <a:xfrm>
                <a:off x="4773634" y="3143336"/>
                <a:ext cx="37776" cy="32451"/>
                <a:chOff x="4773634" y="3143336"/>
                <a:chExt cx="37776" cy="32451"/>
              </a:xfrm>
            </p:grpSpPr>
            <p:sp>
              <p:nvSpPr>
                <p:cNvPr id="10710" name="Google Shape;10710;p81"/>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81"/>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2" name="Google Shape;10712;p81"/>
              <p:cNvGrpSpPr/>
              <p:nvPr/>
            </p:nvGrpSpPr>
            <p:grpSpPr>
              <a:xfrm>
                <a:off x="4724163" y="3131248"/>
                <a:ext cx="37776" cy="32459"/>
                <a:chOff x="4724163" y="3131248"/>
                <a:chExt cx="37776" cy="32459"/>
              </a:xfrm>
            </p:grpSpPr>
            <p:sp>
              <p:nvSpPr>
                <p:cNvPr id="10713" name="Google Shape;10713;p81"/>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81"/>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5" name="Google Shape;10715;p81"/>
              <p:cNvGrpSpPr/>
              <p:nvPr/>
            </p:nvGrpSpPr>
            <p:grpSpPr>
              <a:xfrm>
                <a:off x="4755081" y="3176054"/>
                <a:ext cx="32357" cy="27795"/>
                <a:chOff x="4755081" y="3176054"/>
                <a:chExt cx="32357" cy="27795"/>
              </a:xfrm>
            </p:grpSpPr>
            <p:sp>
              <p:nvSpPr>
                <p:cNvPr id="10716" name="Google Shape;10716;p81"/>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81"/>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8" name="Google Shape;10718;p81"/>
              <p:cNvGrpSpPr/>
              <p:nvPr/>
            </p:nvGrpSpPr>
            <p:grpSpPr>
              <a:xfrm>
                <a:off x="4812550" y="3119631"/>
                <a:ext cx="32451" cy="27803"/>
                <a:chOff x="4812550" y="3119631"/>
                <a:chExt cx="32451" cy="27803"/>
              </a:xfrm>
            </p:grpSpPr>
            <p:sp>
              <p:nvSpPr>
                <p:cNvPr id="10719" name="Google Shape;10719;p81"/>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81"/>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21" name="Google Shape;10721;p81"/>
            <p:cNvGrpSpPr/>
            <p:nvPr/>
          </p:nvGrpSpPr>
          <p:grpSpPr>
            <a:xfrm>
              <a:off x="5382826" y="4027197"/>
              <a:ext cx="268967" cy="250422"/>
              <a:chOff x="5382826" y="4027197"/>
              <a:chExt cx="268967" cy="250422"/>
            </a:xfrm>
          </p:grpSpPr>
          <p:grpSp>
            <p:nvGrpSpPr>
              <p:cNvPr id="10722" name="Google Shape;10722;p81"/>
              <p:cNvGrpSpPr/>
              <p:nvPr/>
            </p:nvGrpSpPr>
            <p:grpSpPr>
              <a:xfrm>
                <a:off x="5405280" y="4042510"/>
                <a:ext cx="237570" cy="218647"/>
                <a:chOff x="5405280" y="4042510"/>
                <a:chExt cx="237570" cy="218647"/>
              </a:xfrm>
            </p:grpSpPr>
            <p:sp>
              <p:nvSpPr>
                <p:cNvPr id="10723" name="Google Shape;10723;p81"/>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81"/>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81"/>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81"/>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81"/>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81"/>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9" name="Google Shape;10729;p81"/>
              <p:cNvGrpSpPr/>
              <p:nvPr/>
            </p:nvGrpSpPr>
            <p:grpSpPr>
              <a:xfrm>
                <a:off x="5382826" y="4125549"/>
                <a:ext cx="37776" cy="32380"/>
                <a:chOff x="5382826" y="4125549"/>
                <a:chExt cx="37776" cy="32380"/>
              </a:xfrm>
            </p:grpSpPr>
            <p:sp>
              <p:nvSpPr>
                <p:cNvPr id="10730" name="Google Shape;10730;p81"/>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81"/>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81"/>
              <p:cNvGrpSpPr/>
              <p:nvPr/>
            </p:nvGrpSpPr>
            <p:grpSpPr>
              <a:xfrm>
                <a:off x="5475680" y="4195587"/>
                <a:ext cx="37783" cy="32364"/>
                <a:chOff x="5475680" y="4195587"/>
                <a:chExt cx="37783" cy="32364"/>
              </a:xfrm>
            </p:grpSpPr>
            <p:sp>
              <p:nvSpPr>
                <p:cNvPr id="10733" name="Google Shape;10733;p81"/>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81"/>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5" name="Google Shape;10735;p81"/>
              <p:cNvGrpSpPr/>
              <p:nvPr/>
            </p:nvGrpSpPr>
            <p:grpSpPr>
              <a:xfrm>
                <a:off x="5532575" y="4027197"/>
                <a:ext cx="33308" cy="32262"/>
                <a:chOff x="5532575" y="4027197"/>
                <a:chExt cx="33308" cy="32262"/>
              </a:xfrm>
            </p:grpSpPr>
            <p:sp>
              <p:nvSpPr>
                <p:cNvPr id="10736" name="Google Shape;10736;p81"/>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81"/>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8" name="Google Shape;10738;p81"/>
              <p:cNvGrpSpPr/>
              <p:nvPr/>
            </p:nvGrpSpPr>
            <p:grpSpPr>
              <a:xfrm>
                <a:off x="5590706" y="4245348"/>
                <a:ext cx="33497" cy="32270"/>
                <a:chOff x="5590706" y="4245348"/>
                <a:chExt cx="33497" cy="32270"/>
              </a:xfrm>
            </p:grpSpPr>
            <p:sp>
              <p:nvSpPr>
                <p:cNvPr id="10739" name="Google Shape;10739;p81"/>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81"/>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1" name="Google Shape;10741;p81"/>
              <p:cNvGrpSpPr/>
              <p:nvPr/>
            </p:nvGrpSpPr>
            <p:grpSpPr>
              <a:xfrm>
                <a:off x="5618681" y="4109677"/>
                <a:ext cx="33112" cy="32357"/>
                <a:chOff x="5618681" y="4109677"/>
                <a:chExt cx="33112" cy="32357"/>
              </a:xfrm>
            </p:grpSpPr>
            <p:sp>
              <p:nvSpPr>
                <p:cNvPr id="10742" name="Google Shape;10742;p81"/>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81"/>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4" name="Google Shape;10744;p81"/>
              <p:cNvGrpSpPr/>
              <p:nvPr/>
            </p:nvGrpSpPr>
            <p:grpSpPr>
              <a:xfrm>
                <a:off x="5479298" y="4128262"/>
                <a:ext cx="31405" cy="26906"/>
                <a:chOff x="5479298" y="4128262"/>
                <a:chExt cx="31405" cy="26906"/>
              </a:xfrm>
            </p:grpSpPr>
            <p:sp>
              <p:nvSpPr>
                <p:cNvPr id="10745" name="Google Shape;10745;p81"/>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81"/>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7" name="Google Shape;10747;p81"/>
              <p:cNvGrpSpPr/>
              <p:nvPr/>
            </p:nvGrpSpPr>
            <p:grpSpPr>
              <a:xfrm>
                <a:off x="5582903" y="4180116"/>
                <a:ext cx="31499" cy="26898"/>
                <a:chOff x="5582903" y="4180116"/>
                <a:chExt cx="31499" cy="26898"/>
              </a:xfrm>
            </p:grpSpPr>
            <p:sp>
              <p:nvSpPr>
                <p:cNvPr id="10748" name="Google Shape;10748;p81"/>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81"/>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50" name="Google Shape;10750;p81"/>
            <p:cNvGrpSpPr/>
            <p:nvPr/>
          </p:nvGrpSpPr>
          <p:grpSpPr>
            <a:xfrm>
              <a:off x="3977681" y="3230323"/>
              <a:ext cx="94584" cy="84085"/>
              <a:chOff x="3977681" y="3230323"/>
              <a:chExt cx="94584" cy="84085"/>
            </a:xfrm>
          </p:grpSpPr>
          <p:grpSp>
            <p:nvGrpSpPr>
              <p:cNvPr id="10751" name="Google Shape;10751;p81"/>
              <p:cNvGrpSpPr/>
              <p:nvPr/>
            </p:nvGrpSpPr>
            <p:grpSpPr>
              <a:xfrm>
                <a:off x="4000135" y="3243041"/>
                <a:ext cx="59570" cy="57186"/>
                <a:chOff x="4000135" y="3243041"/>
                <a:chExt cx="59570" cy="57186"/>
              </a:xfrm>
            </p:grpSpPr>
            <p:sp>
              <p:nvSpPr>
                <p:cNvPr id="10752" name="Google Shape;10752;p81"/>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81"/>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81"/>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5" name="Google Shape;10755;p81"/>
              <p:cNvGrpSpPr/>
              <p:nvPr/>
            </p:nvGrpSpPr>
            <p:grpSpPr>
              <a:xfrm>
                <a:off x="3977681" y="3245872"/>
                <a:ext cx="37783" cy="32380"/>
                <a:chOff x="3977681" y="3245872"/>
                <a:chExt cx="37783" cy="32380"/>
              </a:xfrm>
            </p:grpSpPr>
            <p:sp>
              <p:nvSpPr>
                <p:cNvPr id="10756" name="Google Shape;10756;p81"/>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81"/>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8" name="Google Shape;10758;p81"/>
              <p:cNvGrpSpPr/>
              <p:nvPr/>
            </p:nvGrpSpPr>
            <p:grpSpPr>
              <a:xfrm>
                <a:off x="4040860" y="3262672"/>
                <a:ext cx="31405" cy="27001"/>
                <a:chOff x="4040860" y="3262672"/>
                <a:chExt cx="31405" cy="27001"/>
              </a:xfrm>
            </p:grpSpPr>
            <p:sp>
              <p:nvSpPr>
                <p:cNvPr id="10759" name="Google Shape;10759;p81"/>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81"/>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1" name="Google Shape;10761;p81"/>
              <p:cNvGrpSpPr/>
              <p:nvPr/>
            </p:nvGrpSpPr>
            <p:grpSpPr>
              <a:xfrm>
                <a:off x="4021072" y="3230323"/>
                <a:ext cx="31397" cy="26906"/>
                <a:chOff x="4021072" y="3230323"/>
                <a:chExt cx="31397" cy="26906"/>
              </a:xfrm>
            </p:grpSpPr>
            <p:sp>
              <p:nvSpPr>
                <p:cNvPr id="10762" name="Google Shape;10762;p81"/>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81"/>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4" name="Google Shape;10764;p81"/>
              <p:cNvGrpSpPr/>
              <p:nvPr/>
            </p:nvGrpSpPr>
            <p:grpSpPr>
              <a:xfrm>
                <a:off x="4001472" y="3287462"/>
                <a:ext cx="31499" cy="26945"/>
                <a:chOff x="4001472" y="3287462"/>
                <a:chExt cx="31499" cy="26945"/>
              </a:xfrm>
            </p:grpSpPr>
            <p:sp>
              <p:nvSpPr>
                <p:cNvPr id="10765" name="Google Shape;10765;p81"/>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81"/>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67" name="Google Shape;10767;p81"/>
            <p:cNvGrpSpPr/>
            <p:nvPr/>
          </p:nvGrpSpPr>
          <p:grpSpPr>
            <a:xfrm>
              <a:off x="4084715" y="3258865"/>
              <a:ext cx="184961" cy="137268"/>
              <a:chOff x="4084715" y="3258865"/>
              <a:chExt cx="184961" cy="137268"/>
            </a:xfrm>
          </p:grpSpPr>
          <p:grpSp>
            <p:nvGrpSpPr>
              <p:cNvPr id="10768" name="Google Shape;10768;p81"/>
              <p:cNvGrpSpPr/>
              <p:nvPr/>
            </p:nvGrpSpPr>
            <p:grpSpPr>
              <a:xfrm>
                <a:off x="4107453" y="3271583"/>
                <a:ext cx="153470" cy="110275"/>
                <a:chOff x="4107453" y="3271583"/>
                <a:chExt cx="153470" cy="110275"/>
              </a:xfrm>
            </p:grpSpPr>
            <p:sp>
              <p:nvSpPr>
                <p:cNvPr id="10769" name="Google Shape;10769;p81"/>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81"/>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81"/>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81"/>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3" name="Google Shape;10773;p81"/>
              <p:cNvGrpSpPr/>
              <p:nvPr/>
            </p:nvGrpSpPr>
            <p:grpSpPr>
              <a:xfrm>
                <a:off x="4136947" y="3258865"/>
                <a:ext cx="31499" cy="27001"/>
                <a:chOff x="4136947" y="3258865"/>
                <a:chExt cx="31499" cy="27001"/>
              </a:xfrm>
            </p:grpSpPr>
            <p:sp>
              <p:nvSpPr>
                <p:cNvPr id="10774" name="Google Shape;10774;p81"/>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81"/>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6" name="Google Shape;10776;p81"/>
              <p:cNvGrpSpPr/>
              <p:nvPr/>
            </p:nvGrpSpPr>
            <p:grpSpPr>
              <a:xfrm>
                <a:off x="4084715" y="3266478"/>
                <a:ext cx="31468" cy="26898"/>
                <a:chOff x="4084715" y="3266478"/>
                <a:chExt cx="31468" cy="26898"/>
              </a:xfrm>
            </p:grpSpPr>
            <p:sp>
              <p:nvSpPr>
                <p:cNvPr id="10777" name="Google Shape;10777;p81"/>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81"/>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9" name="Google Shape;10779;p81"/>
              <p:cNvGrpSpPr/>
              <p:nvPr/>
            </p:nvGrpSpPr>
            <p:grpSpPr>
              <a:xfrm>
                <a:off x="4159213" y="3279849"/>
                <a:ext cx="31405" cy="26945"/>
                <a:chOff x="4159213" y="3279849"/>
                <a:chExt cx="31405" cy="26945"/>
              </a:xfrm>
            </p:grpSpPr>
            <p:sp>
              <p:nvSpPr>
                <p:cNvPr id="10780" name="Google Shape;10780;p81"/>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81"/>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2" name="Google Shape;10782;p81"/>
              <p:cNvGrpSpPr/>
              <p:nvPr/>
            </p:nvGrpSpPr>
            <p:grpSpPr>
              <a:xfrm>
                <a:off x="4201550" y="3266502"/>
                <a:ext cx="31405" cy="26883"/>
                <a:chOff x="4201550" y="3266502"/>
                <a:chExt cx="31405" cy="26883"/>
              </a:xfrm>
            </p:grpSpPr>
            <p:sp>
              <p:nvSpPr>
                <p:cNvPr id="10783" name="Google Shape;10783;p81"/>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81"/>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5" name="Google Shape;10785;p81"/>
              <p:cNvGrpSpPr/>
              <p:nvPr/>
            </p:nvGrpSpPr>
            <p:grpSpPr>
              <a:xfrm>
                <a:off x="4201550" y="3338278"/>
                <a:ext cx="31405" cy="26930"/>
                <a:chOff x="4201550" y="3338278"/>
                <a:chExt cx="31405" cy="26930"/>
              </a:xfrm>
            </p:grpSpPr>
            <p:sp>
              <p:nvSpPr>
                <p:cNvPr id="10786" name="Google Shape;10786;p81"/>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81"/>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8" name="Google Shape;10788;p81"/>
              <p:cNvGrpSpPr/>
              <p:nvPr/>
            </p:nvGrpSpPr>
            <p:grpSpPr>
              <a:xfrm>
                <a:off x="4238272" y="3369132"/>
                <a:ext cx="31405" cy="27001"/>
                <a:chOff x="4238272" y="3369132"/>
                <a:chExt cx="31405" cy="27001"/>
              </a:xfrm>
            </p:grpSpPr>
            <p:sp>
              <p:nvSpPr>
                <p:cNvPr id="10789" name="Google Shape;10789;p81"/>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81"/>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91" name="Google Shape;10791;p81"/>
            <p:cNvGrpSpPr/>
            <p:nvPr/>
          </p:nvGrpSpPr>
          <p:grpSpPr>
            <a:xfrm>
              <a:off x="4068639" y="3200169"/>
              <a:ext cx="77643" cy="37272"/>
              <a:chOff x="4068639" y="3200169"/>
              <a:chExt cx="77643" cy="37272"/>
            </a:xfrm>
          </p:grpSpPr>
          <p:sp>
            <p:nvSpPr>
              <p:cNvPr id="10792" name="Google Shape;10792;p81"/>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3" name="Google Shape;10793;p81"/>
              <p:cNvGrpSpPr/>
              <p:nvPr/>
            </p:nvGrpSpPr>
            <p:grpSpPr>
              <a:xfrm>
                <a:off x="4114878" y="3200169"/>
                <a:ext cx="31405" cy="26993"/>
                <a:chOff x="4114878" y="3200169"/>
                <a:chExt cx="31405" cy="26993"/>
              </a:xfrm>
            </p:grpSpPr>
            <p:sp>
              <p:nvSpPr>
                <p:cNvPr id="10794" name="Google Shape;10794;p81"/>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81"/>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6" name="Google Shape;10796;p81"/>
              <p:cNvGrpSpPr/>
              <p:nvPr/>
            </p:nvGrpSpPr>
            <p:grpSpPr>
              <a:xfrm>
                <a:off x="4068639" y="3210535"/>
                <a:ext cx="31499" cy="26906"/>
                <a:chOff x="4068639" y="3210535"/>
                <a:chExt cx="31499" cy="26906"/>
              </a:xfrm>
            </p:grpSpPr>
            <p:sp>
              <p:nvSpPr>
                <p:cNvPr id="10797" name="Google Shape;10797;p81"/>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81"/>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99" name="Google Shape;10799;p81"/>
            <p:cNvGrpSpPr/>
            <p:nvPr/>
          </p:nvGrpSpPr>
          <p:grpSpPr>
            <a:xfrm>
              <a:off x="3869702" y="3066935"/>
              <a:ext cx="382664" cy="190294"/>
              <a:chOff x="3869702" y="3066935"/>
              <a:chExt cx="382664" cy="190294"/>
            </a:xfrm>
          </p:grpSpPr>
          <p:grpSp>
            <p:nvGrpSpPr>
              <p:cNvPr id="10800" name="Google Shape;10800;p81"/>
              <p:cNvGrpSpPr/>
              <p:nvPr/>
            </p:nvGrpSpPr>
            <p:grpSpPr>
              <a:xfrm>
                <a:off x="3888633" y="3082351"/>
                <a:ext cx="351172" cy="160698"/>
                <a:chOff x="3888633" y="3082351"/>
                <a:chExt cx="351172" cy="160698"/>
              </a:xfrm>
            </p:grpSpPr>
            <p:sp>
              <p:nvSpPr>
                <p:cNvPr id="10801" name="Google Shape;10801;p81"/>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81"/>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81"/>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81"/>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81"/>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81"/>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7" name="Google Shape;10807;p81"/>
              <p:cNvGrpSpPr/>
              <p:nvPr/>
            </p:nvGrpSpPr>
            <p:grpSpPr>
              <a:xfrm>
                <a:off x="4143703" y="3066935"/>
                <a:ext cx="37783" cy="32357"/>
                <a:chOff x="4143703" y="3066935"/>
                <a:chExt cx="37783" cy="32357"/>
              </a:xfrm>
            </p:grpSpPr>
            <p:sp>
              <p:nvSpPr>
                <p:cNvPr id="10808" name="Google Shape;10808;p81"/>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81"/>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0" name="Google Shape;10810;p81"/>
              <p:cNvGrpSpPr/>
              <p:nvPr/>
            </p:nvGrpSpPr>
            <p:grpSpPr>
              <a:xfrm>
                <a:off x="4044565" y="3103563"/>
                <a:ext cx="37783" cy="32451"/>
                <a:chOff x="4044565" y="3103563"/>
                <a:chExt cx="37783" cy="32451"/>
              </a:xfrm>
            </p:grpSpPr>
            <p:sp>
              <p:nvSpPr>
                <p:cNvPr id="10811" name="Google Shape;10811;p81"/>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81"/>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81"/>
              <p:cNvGrpSpPr/>
              <p:nvPr/>
            </p:nvGrpSpPr>
            <p:grpSpPr>
              <a:xfrm>
                <a:off x="4017454" y="3188237"/>
                <a:ext cx="37776" cy="32357"/>
                <a:chOff x="4017454" y="3188237"/>
                <a:chExt cx="37776" cy="32357"/>
              </a:xfrm>
            </p:grpSpPr>
            <p:sp>
              <p:nvSpPr>
                <p:cNvPr id="10814" name="Google Shape;10814;p81"/>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81"/>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6" name="Google Shape;10816;p81"/>
              <p:cNvGrpSpPr/>
              <p:nvPr/>
            </p:nvGrpSpPr>
            <p:grpSpPr>
              <a:xfrm>
                <a:off x="3921548" y="3157509"/>
                <a:ext cx="37783" cy="32357"/>
                <a:chOff x="3921548" y="3157509"/>
                <a:chExt cx="37783" cy="32357"/>
              </a:xfrm>
            </p:grpSpPr>
            <p:sp>
              <p:nvSpPr>
                <p:cNvPr id="10817" name="Google Shape;10817;p81"/>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81"/>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9" name="Google Shape;10819;p81"/>
              <p:cNvGrpSpPr/>
              <p:nvPr/>
            </p:nvGrpSpPr>
            <p:grpSpPr>
              <a:xfrm>
                <a:off x="3939056" y="3211620"/>
                <a:ext cx="37783" cy="32380"/>
                <a:chOff x="3939056" y="3211620"/>
                <a:chExt cx="37783" cy="32380"/>
              </a:xfrm>
            </p:grpSpPr>
            <p:sp>
              <p:nvSpPr>
                <p:cNvPr id="10820" name="Google Shape;10820;p81"/>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81"/>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2" name="Google Shape;10822;p81"/>
              <p:cNvGrpSpPr/>
              <p:nvPr/>
            </p:nvGrpSpPr>
            <p:grpSpPr>
              <a:xfrm>
                <a:off x="4176240" y="3136965"/>
                <a:ext cx="31405" cy="26930"/>
                <a:chOff x="4176240" y="3136965"/>
                <a:chExt cx="31405" cy="26930"/>
              </a:xfrm>
            </p:grpSpPr>
            <p:sp>
              <p:nvSpPr>
                <p:cNvPr id="10823" name="Google Shape;10823;p81"/>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81"/>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5" name="Google Shape;10825;p81"/>
              <p:cNvGrpSpPr/>
              <p:nvPr/>
            </p:nvGrpSpPr>
            <p:grpSpPr>
              <a:xfrm>
                <a:off x="4133148" y="3152593"/>
                <a:ext cx="31499" cy="27001"/>
                <a:chOff x="4133148" y="3152593"/>
                <a:chExt cx="31499" cy="27001"/>
              </a:xfrm>
            </p:grpSpPr>
            <p:sp>
              <p:nvSpPr>
                <p:cNvPr id="10826" name="Google Shape;10826;p81"/>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81"/>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8" name="Google Shape;10828;p81"/>
              <p:cNvGrpSpPr/>
              <p:nvPr/>
            </p:nvGrpSpPr>
            <p:grpSpPr>
              <a:xfrm>
                <a:off x="4220866" y="3073534"/>
                <a:ext cx="31499" cy="26898"/>
                <a:chOff x="4220866" y="3073534"/>
                <a:chExt cx="31499" cy="26898"/>
              </a:xfrm>
            </p:grpSpPr>
            <p:sp>
              <p:nvSpPr>
                <p:cNvPr id="10829" name="Google Shape;10829;p81"/>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81"/>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1" name="Google Shape;10831;p81"/>
              <p:cNvGrpSpPr/>
              <p:nvPr/>
            </p:nvGrpSpPr>
            <p:grpSpPr>
              <a:xfrm>
                <a:off x="3869702" y="3230323"/>
                <a:ext cx="31499" cy="26906"/>
                <a:chOff x="3869702" y="3230323"/>
                <a:chExt cx="31499" cy="26906"/>
              </a:xfrm>
            </p:grpSpPr>
            <p:sp>
              <p:nvSpPr>
                <p:cNvPr id="10832" name="Google Shape;10832;p81"/>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81"/>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834" name="Google Shape;10834;p81"/>
            <p:cNvGrpSpPr/>
            <p:nvPr/>
          </p:nvGrpSpPr>
          <p:grpSpPr>
            <a:xfrm>
              <a:off x="4271383" y="3065882"/>
              <a:ext cx="304556" cy="341663"/>
              <a:chOff x="4271383" y="3065882"/>
              <a:chExt cx="304556" cy="341663"/>
            </a:xfrm>
          </p:grpSpPr>
          <p:grpSp>
            <p:nvGrpSpPr>
              <p:cNvPr id="10835" name="Google Shape;10835;p81"/>
              <p:cNvGrpSpPr/>
              <p:nvPr/>
            </p:nvGrpSpPr>
            <p:grpSpPr>
              <a:xfrm>
                <a:off x="4293838" y="3078639"/>
                <a:ext cx="269353" cy="311973"/>
                <a:chOff x="4293838" y="3078639"/>
                <a:chExt cx="269353" cy="311973"/>
              </a:xfrm>
            </p:grpSpPr>
            <p:sp>
              <p:nvSpPr>
                <p:cNvPr id="10836" name="Google Shape;10836;p81"/>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81"/>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81"/>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81"/>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81"/>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81"/>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81"/>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81"/>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81"/>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81"/>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81"/>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81"/>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81"/>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81"/>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81"/>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81"/>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81"/>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3" name="Google Shape;10853;p81"/>
              <p:cNvGrpSpPr/>
              <p:nvPr/>
            </p:nvGrpSpPr>
            <p:grpSpPr>
              <a:xfrm>
                <a:off x="4538164" y="3342061"/>
                <a:ext cx="37776" cy="32380"/>
                <a:chOff x="4538164" y="3342061"/>
                <a:chExt cx="37776" cy="32380"/>
              </a:xfrm>
            </p:grpSpPr>
            <p:sp>
              <p:nvSpPr>
                <p:cNvPr id="10854" name="Google Shape;10854;p81"/>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81"/>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6" name="Google Shape;10856;p81"/>
              <p:cNvGrpSpPr/>
              <p:nvPr/>
            </p:nvGrpSpPr>
            <p:grpSpPr>
              <a:xfrm>
                <a:off x="4271383" y="3194742"/>
                <a:ext cx="37783" cy="32420"/>
                <a:chOff x="4271383" y="3194742"/>
                <a:chExt cx="37783" cy="32420"/>
              </a:xfrm>
            </p:grpSpPr>
            <p:sp>
              <p:nvSpPr>
                <p:cNvPr id="10857" name="Google Shape;10857;p81"/>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81"/>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9" name="Google Shape;10859;p81"/>
              <p:cNvGrpSpPr/>
              <p:nvPr/>
            </p:nvGrpSpPr>
            <p:grpSpPr>
              <a:xfrm>
                <a:off x="4284416" y="3084058"/>
                <a:ext cx="37783" cy="32357"/>
                <a:chOff x="4284416" y="3084058"/>
                <a:chExt cx="37783" cy="32357"/>
              </a:xfrm>
            </p:grpSpPr>
            <p:sp>
              <p:nvSpPr>
                <p:cNvPr id="10860" name="Google Shape;10860;p81"/>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81"/>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2" name="Google Shape;10862;p81"/>
              <p:cNvGrpSpPr/>
              <p:nvPr/>
            </p:nvGrpSpPr>
            <p:grpSpPr>
              <a:xfrm>
                <a:off x="4478697" y="3297561"/>
                <a:ext cx="37776" cy="32451"/>
                <a:chOff x="4478697" y="3297561"/>
                <a:chExt cx="37776" cy="32451"/>
              </a:xfrm>
            </p:grpSpPr>
            <p:sp>
              <p:nvSpPr>
                <p:cNvPr id="10863" name="Google Shape;10863;p81"/>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81"/>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5" name="Google Shape;10865;p81"/>
              <p:cNvGrpSpPr/>
              <p:nvPr/>
            </p:nvGrpSpPr>
            <p:grpSpPr>
              <a:xfrm>
                <a:off x="4411813" y="3331711"/>
                <a:ext cx="37776" cy="32451"/>
                <a:chOff x="4411813" y="3331711"/>
                <a:chExt cx="37776" cy="32451"/>
              </a:xfrm>
            </p:grpSpPr>
            <p:sp>
              <p:nvSpPr>
                <p:cNvPr id="10866" name="Google Shape;10866;p81"/>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81"/>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8" name="Google Shape;10868;p81"/>
              <p:cNvGrpSpPr/>
              <p:nvPr/>
            </p:nvGrpSpPr>
            <p:grpSpPr>
              <a:xfrm>
                <a:off x="4337984" y="3375188"/>
                <a:ext cx="37776" cy="32357"/>
                <a:chOff x="4337984" y="3375188"/>
                <a:chExt cx="37776" cy="32357"/>
              </a:xfrm>
            </p:grpSpPr>
            <p:sp>
              <p:nvSpPr>
                <p:cNvPr id="10869" name="Google Shape;10869;p81"/>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81"/>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1" name="Google Shape;10871;p81"/>
              <p:cNvGrpSpPr/>
              <p:nvPr/>
            </p:nvGrpSpPr>
            <p:grpSpPr>
              <a:xfrm>
                <a:off x="4494867" y="3090530"/>
                <a:ext cx="37878" cy="32451"/>
                <a:chOff x="4494867" y="3090530"/>
                <a:chExt cx="37878" cy="32451"/>
              </a:xfrm>
            </p:grpSpPr>
            <p:sp>
              <p:nvSpPr>
                <p:cNvPr id="10872" name="Google Shape;10872;p81"/>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81"/>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4" name="Google Shape;10874;p81"/>
              <p:cNvGrpSpPr/>
              <p:nvPr/>
            </p:nvGrpSpPr>
            <p:grpSpPr>
              <a:xfrm>
                <a:off x="4525124" y="3207774"/>
                <a:ext cx="37783" cy="32420"/>
                <a:chOff x="4525124" y="3207774"/>
                <a:chExt cx="37783" cy="32420"/>
              </a:xfrm>
            </p:grpSpPr>
            <p:sp>
              <p:nvSpPr>
                <p:cNvPr id="10875" name="Google Shape;10875;p81"/>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81"/>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7" name="Google Shape;10877;p81"/>
              <p:cNvGrpSpPr/>
              <p:nvPr/>
            </p:nvGrpSpPr>
            <p:grpSpPr>
              <a:xfrm>
                <a:off x="4440544" y="3176479"/>
                <a:ext cx="31499" cy="26898"/>
                <a:chOff x="4440544" y="3176479"/>
                <a:chExt cx="31499" cy="26898"/>
              </a:xfrm>
            </p:grpSpPr>
            <p:sp>
              <p:nvSpPr>
                <p:cNvPr id="10878" name="Google Shape;10878;p81"/>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81"/>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0" name="Google Shape;10880;p81"/>
              <p:cNvGrpSpPr/>
              <p:nvPr/>
            </p:nvGrpSpPr>
            <p:grpSpPr>
              <a:xfrm>
                <a:off x="4350545" y="3156400"/>
                <a:ext cx="31405" cy="27001"/>
                <a:chOff x="4350545" y="3156400"/>
                <a:chExt cx="31405" cy="27001"/>
              </a:xfrm>
            </p:grpSpPr>
            <p:sp>
              <p:nvSpPr>
                <p:cNvPr id="10881" name="Google Shape;10881;p81"/>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81"/>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3" name="Google Shape;10883;p81"/>
              <p:cNvGrpSpPr/>
              <p:nvPr/>
            </p:nvGrpSpPr>
            <p:grpSpPr>
              <a:xfrm>
                <a:off x="4376703" y="3255058"/>
                <a:ext cx="31405" cy="27001"/>
                <a:chOff x="4376703" y="3255058"/>
                <a:chExt cx="31405" cy="27001"/>
              </a:xfrm>
            </p:grpSpPr>
            <p:sp>
              <p:nvSpPr>
                <p:cNvPr id="10884" name="Google Shape;10884;p81"/>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81"/>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6" name="Google Shape;10886;p81"/>
              <p:cNvGrpSpPr/>
              <p:nvPr/>
            </p:nvGrpSpPr>
            <p:grpSpPr>
              <a:xfrm>
                <a:off x="4331322" y="3283656"/>
                <a:ext cx="31405" cy="26945"/>
                <a:chOff x="4331322" y="3283656"/>
                <a:chExt cx="31405" cy="26945"/>
              </a:xfrm>
            </p:grpSpPr>
            <p:sp>
              <p:nvSpPr>
                <p:cNvPr id="10887" name="Google Shape;10887;p81"/>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81"/>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9" name="Google Shape;10889;p81"/>
              <p:cNvGrpSpPr/>
              <p:nvPr/>
            </p:nvGrpSpPr>
            <p:grpSpPr>
              <a:xfrm>
                <a:off x="4380510" y="3065882"/>
                <a:ext cx="31405" cy="26938"/>
                <a:chOff x="4380510" y="3065882"/>
                <a:chExt cx="31405" cy="26938"/>
              </a:xfrm>
            </p:grpSpPr>
            <p:sp>
              <p:nvSpPr>
                <p:cNvPr id="10890" name="Google Shape;10890;p81"/>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81"/>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892" name="Google Shape;10892;p81"/>
            <p:cNvGrpSpPr/>
            <p:nvPr/>
          </p:nvGrpSpPr>
          <p:grpSpPr>
            <a:xfrm>
              <a:off x="4558998" y="3188237"/>
              <a:ext cx="1280131" cy="1052746"/>
              <a:chOff x="4558998" y="3188237"/>
              <a:chExt cx="1280131" cy="1052746"/>
            </a:xfrm>
          </p:grpSpPr>
          <p:sp>
            <p:nvSpPr>
              <p:cNvPr id="10893" name="Google Shape;10893;p81"/>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94" name="Google Shape;10894;p81"/>
              <p:cNvGrpSpPr/>
              <p:nvPr/>
            </p:nvGrpSpPr>
            <p:grpSpPr>
              <a:xfrm>
                <a:off x="4579164" y="3203653"/>
                <a:ext cx="1244833" cy="1020397"/>
                <a:chOff x="4579164" y="3203653"/>
                <a:chExt cx="1244833" cy="1020397"/>
              </a:xfrm>
            </p:grpSpPr>
            <p:sp>
              <p:nvSpPr>
                <p:cNvPr id="10895" name="Google Shape;10895;p81"/>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81"/>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97" name="Google Shape;10897;p81"/>
                <p:cNvGrpSpPr/>
                <p:nvPr/>
              </p:nvGrpSpPr>
              <p:grpSpPr>
                <a:xfrm>
                  <a:off x="4579164" y="3203653"/>
                  <a:ext cx="1244833" cy="1020397"/>
                  <a:chOff x="4579164" y="3203653"/>
                  <a:chExt cx="1244833" cy="1020397"/>
                </a:xfrm>
              </p:grpSpPr>
              <p:sp>
                <p:nvSpPr>
                  <p:cNvPr id="10898" name="Google Shape;10898;p81"/>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81"/>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00" name="Google Shape;10900;p81"/>
                  <p:cNvGrpSpPr/>
                  <p:nvPr/>
                </p:nvGrpSpPr>
                <p:grpSpPr>
                  <a:xfrm>
                    <a:off x="4579164" y="3203653"/>
                    <a:ext cx="1244833" cy="1020397"/>
                    <a:chOff x="4579164" y="3203653"/>
                    <a:chExt cx="1244833" cy="1020397"/>
                  </a:xfrm>
                </p:grpSpPr>
                <p:sp>
                  <p:nvSpPr>
                    <p:cNvPr id="10901" name="Google Shape;10901;p81"/>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81"/>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81"/>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81"/>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81"/>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81"/>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81"/>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81"/>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09" name="Google Shape;10909;p81"/>
                    <p:cNvGrpSpPr/>
                    <p:nvPr/>
                  </p:nvGrpSpPr>
                  <p:grpSpPr>
                    <a:xfrm>
                      <a:off x="4579164" y="3203653"/>
                      <a:ext cx="1244833" cy="1020397"/>
                      <a:chOff x="4579164" y="3203653"/>
                      <a:chExt cx="1244833" cy="1020397"/>
                    </a:xfrm>
                  </p:grpSpPr>
                  <p:sp>
                    <p:nvSpPr>
                      <p:cNvPr id="10910" name="Google Shape;10910;p81"/>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81"/>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81"/>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81"/>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81"/>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81"/>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81"/>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81"/>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81"/>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81"/>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81"/>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81"/>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81"/>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81"/>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4" name="Google Shape;10924;p81"/>
                      <p:cNvGrpSpPr/>
                      <p:nvPr/>
                    </p:nvGrpSpPr>
                    <p:grpSpPr>
                      <a:xfrm>
                        <a:off x="4579164" y="3203653"/>
                        <a:ext cx="1244833" cy="1020397"/>
                        <a:chOff x="4579164" y="3203653"/>
                        <a:chExt cx="1244833" cy="1020397"/>
                      </a:xfrm>
                    </p:grpSpPr>
                    <p:sp>
                      <p:nvSpPr>
                        <p:cNvPr id="10925" name="Google Shape;10925;p81"/>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81"/>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81"/>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81"/>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81"/>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81"/>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81"/>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81"/>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81"/>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81"/>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81"/>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81"/>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81"/>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81"/>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81"/>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81"/>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81"/>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81"/>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81"/>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81"/>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81"/>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81"/>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81"/>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81"/>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49" name="Google Shape;10949;p81"/>
                        <p:cNvGrpSpPr/>
                        <p:nvPr/>
                      </p:nvGrpSpPr>
                      <p:grpSpPr>
                        <a:xfrm>
                          <a:off x="4579164" y="3203653"/>
                          <a:ext cx="1244833" cy="1020397"/>
                          <a:chOff x="4579164" y="3203653"/>
                          <a:chExt cx="1244833" cy="1020397"/>
                        </a:xfrm>
                      </p:grpSpPr>
                      <p:sp>
                        <p:nvSpPr>
                          <p:cNvPr id="10950" name="Google Shape;10950;p81"/>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51" name="Google Shape;10951;p81"/>
                          <p:cNvGrpSpPr/>
                          <p:nvPr/>
                        </p:nvGrpSpPr>
                        <p:grpSpPr>
                          <a:xfrm>
                            <a:off x="4579164" y="3203653"/>
                            <a:ext cx="1244833" cy="1020397"/>
                            <a:chOff x="4579164" y="3203653"/>
                            <a:chExt cx="1244833" cy="1020397"/>
                          </a:xfrm>
                        </p:grpSpPr>
                        <p:sp>
                          <p:nvSpPr>
                            <p:cNvPr id="10952" name="Google Shape;10952;p81"/>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81"/>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81"/>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81"/>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81"/>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81"/>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81"/>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59" name="Google Shape;10959;p81"/>
                            <p:cNvGrpSpPr/>
                            <p:nvPr/>
                          </p:nvGrpSpPr>
                          <p:grpSpPr>
                            <a:xfrm>
                              <a:off x="4579164" y="3203653"/>
                              <a:ext cx="1244833" cy="1020397"/>
                              <a:chOff x="4579164" y="3203653"/>
                              <a:chExt cx="1244833" cy="1020397"/>
                            </a:xfrm>
                          </p:grpSpPr>
                          <p:sp>
                            <p:nvSpPr>
                              <p:cNvPr id="10960" name="Google Shape;10960;p81"/>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81"/>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81"/>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81"/>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81"/>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81"/>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81"/>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81"/>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81"/>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81"/>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81"/>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81"/>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81"/>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73" name="Google Shape;10973;p81"/>
                              <p:cNvGrpSpPr/>
                              <p:nvPr/>
                            </p:nvGrpSpPr>
                            <p:grpSpPr>
                              <a:xfrm>
                                <a:off x="4579164" y="3203653"/>
                                <a:ext cx="1244833" cy="1020397"/>
                                <a:chOff x="4579164" y="3203653"/>
                                <a:chExt cx="1244833" cy="1020397"/>
                              </a:xfrm>
                            </p:grpSpPr>
                            <p:sp>
                              <p:nvSpPr>
                                <p:cNvPr id="10974" name="Google Shape;10974;p81"/>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81"/>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81"/>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81"/>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81"/>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81"/>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81"/>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81" name="Google Shape;10981;p81"/>
                                <p:cNvGrpSpPr/>
                                <p:nvPr/>
                              </p:nvGrpSpPr>
                              <p:grpSpPr>
                                <a:xfrm>
                                  <a:off x="4579164" y="3203653"/>
                                  <a:ext cx="1244833" cy="1020397"/>
                                  <a:chOff x="4579164" y="3203653"/>
                                  <a:chExt cx="1244833" cy="1020397"/>
                                </a:xfrm>
                              </p:grpSpPr>
                              <p:sp>
                                <p:nvSpPr>
                                  <p:cNvPr id="10982" name="Google Shape;10982;p81"/>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81"/>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81"/>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81"/>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81"/>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87" name="Google Shape;10987;p81"/>
                                  <p:cNvGrpSpPr/>
                                  <p:nvPr/>
                                </p:nvGrpSpPr>
                                <p:grpSpPr>
                                  <a:xfrm>
                                    <a:off x="4579164" y="3203653"/>
                                    <a:ext cx="1244833" cy="1020397"/>
                                    <a:chOff x="4579164" y="3203653"/>
                                    <a:chExt cx="1244833" cy="1020397"/>
                                  </a:xfrm>
                                </p:grpSpPr>
                                <p:sp>
                                  <p:nvSpPr>
                                    <p:cNvPr id="10988" name="Google Shape;10988;p81"/>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81"/>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81"/>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81"/>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10992" name="Google Shape;10992;p81"/>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81"/>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81"/>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995" name="Google Shape;10995;p81"/>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10996" name="Google Shape;10996;p81"/>
              <p:cNvGrpSpPr/>
              <p:nvPr/>
            </p:nvGrpSpPr>
            <p:grpSpPr>
              <a:xfrm>
                <a:off x="4595437" y="3598775"/>
                <a:ext cx="37776" cy="32451"/>
                <a:chOff x="4595437" y="3598775"/>
                <a:chExt cx="37776" cy="32451"/>
              </a:xfrm>
            </p:grpSpPr>
            <p:sp>
              <p:nvSpPr>
                <p:cNvPr id="10997" name="Google Shape;10997;p81"/>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81"/>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9" name="Google Shape;10999;p81"/>
              <p:cNvGrpSpPr/>
              <p:nvPr/>
            </p:nvGrpSpPr>
            <p:grpSpPr>
              <a:xfrm>
                <a:off x="4641864" y="3524443"/>
                <a:ext cx="37776" cy="32380"/>
                <a:chOff x="4641864" y="3524443"/>
                <a:chExt cx="37776" cy="32380"/>
              </a:xfrm>
            </p:grpSpPr>
            <p:sp>
              <p:nvSpPr>
                <p:cNvPr id="11000" name="Google Shape;11000;p81"/>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81"/>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2" name="Google Shape;11002;p81"/>
              <p:cNvGrpSpPr/>
              <p:nvPr/>
            </p:nvGrpSpPr>
            <p:grpSpPr>
              <a:xfrm>
                <a:off x="4648431" y="3893901"/>
                <a:ext cx="37776" cy="32357"/>
                <a:chOff x="4648431" y="3893901"/>
                <a:chExt cx="37776" cy="32357"/>
              </a:xfrm>
            </p:grpSpPr>
            <p:sp>
              <p:nvSpPr>
                <p:cNvPr id="11003" name="Google Shape;11003;p81"/>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81"/>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5" name="Google Shape;11005;p81"/>
              <p:cNvGrpSpPr/>
              <p:nvPr/>
            </p:nvGrpSpPr>
            <p:grpSpPr>
              <a:xfrm>
                <a:off x="4567752" y="3722908"/>
                <a:ext cx="37870" cy="32380"/>
                <a:chOff x="4567752" y="3722908"/>
                <a:chExt cx="37870" cy="32380"/>
              </a:xfrm>
            </p:grpSpPr>
            <p:sp>
              <p:nvSpPr>
                <p:cNvPr id="11006" name="Google Shape;11006;p81"/>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81"/>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8" name="Google Shape;11008;p81"/>
              <p:cNvGrpSpPr/>
              <p:nvPr/>
            </p:nvGrpSpPr>
            <p:grpSpPr>
              <a:xfrm>
                <a:off x="4617506" y="3652052"/>
                <a:ext cx="37783" cy="32357"/>
                <a:chOff x="4617506" y="3652052"/>
                <a:chExt cx="37783" cy="32357"/>
              </a:xfrm>
            </p:grpSpPr>
            <p:sp>
              <p:nvSpPr>
                <p:cNvPr id="11009" name="Google Shape;11009;p81"/>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81"/>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1" name="Google Shape;11011;p81"/>
              <p:cNvGrpSpPr/>
              <p:nvPr/>
            </p:nvGrpSpPr>
            <p:grpSpPr>
              <a:xfrm>
                <a:off x="4739005" y="3554149"/>
                <a:ext cx="37870" cy="32357"/>
                <a:chOff x="4739005" y="3554149"/>
                <a:chExt cx="37870" cy="32357"/>
              </a:xfrm>
            </p:grpSpPr>
            <p:sp>
              <p:nvSpPr>
                <p:cNvPr id="11012" name="Google Shape;11012;p81"/>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81"/>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4" name="Google Shape;11014;p81"/>
              <p:cNvGrpSpPr/>
              <p:nvPr/>
            </p:nvGrpSpPr>
            <p:grpSpPr>
              <a:xfrm>
                <a:off x="4806557" y="3630258"/>
                <a:ext cx="37776" cy="32364"/>
                <a:chOff x="4806557" y="3630258"/>
                <a:chExt cx="37776" cy="32364"/>
              </a:xfrm>
            </p:grpSpPr>
            <p:sp>
              <p:nvSpPr>
                <p:cNvPr id="11015" name="Google Shape;11015;p81"/>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81"/>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7" name="Google Shape;11017;p81"/>
              <p:cNvGrpSpPr/>
              <p:nvPr/>
            </p:nvGrpSpPr>
            <p:grpSpPr>
              <a:xfrm>
                <a:off x="4737007" y="4004357"/>
                <a:ext cx="37870" cy="32357"/>
                <a:chOff x="4737007" y="4004357"/>
                <a:chExt cx="37870" cy="32357"/>
              </a:xfrm>
            </p:grpSpPr>
            <p:sp>
              <p:nvSpPr>
                <p:cNvPr id="11018" name="Google Shape;11018;p81"/>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81"/>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0" name="Google Shape;11020;p81"/>
              <p:cNvGrpSpPr/>
              <p:nvPr/>
            </p:nvGrpSpPr>
            <p:grpSpPr>
              <a:xfrm>
                <a:off x="4773634" y="4208627"/>
                <a:ext cx="37776" cy="32357"/>
                <a:chOff x="4773634" y="4208627"/>
                <a:chExt cx="37776" cy="32357"/>
              </a:xfrm>
            </p:grpSpPr>
            <p:sp>
              <p:nvSpPr>
                <p:cNvPr id="11021" name="Google Shape;11021;p81"/>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81"/>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3" name="Google Shape;11023;p81"/>
              <p:cNvGrpSpPr/>
              <p:nvPr/>
            </p:nvGrpSpPr>
            <p:grpSpPr>
              <a:xfrm>
                <a:off x="4888282" y="4074764"/>
                <a:ext cx="37776" cy="32451"/>
                <a:chOff x="4888282" y="4074764"/>
                <a:chExt cx="37776" cy="32451"/>
              </a:xfrm>
            </p:grpSpPr>
            <p:sp>
              <p:nvSpPr>
                <p:cNvPr id="11024" name="Google Shape;11024;p81"/>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81"/>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6" name="Google Shape;11026;p81"/>
              <p:cNvGrpSpPr/>
              <p:nvPr/>
            </p:nvGrpSpPr>
            <p:grpSpPr>
              <a:xfrm>
                <a:off x="4901315" y="3804271"/>
                <a:ext cx="37776" cy="32364"/>
                <a:chOff x="4901315" y="3804271"/>
                <a:chExt cx="37776" cy="32364"/>
              </a:xfrm>
            </p:grpSpPr>
            <p:sp>
              <p:nvSpPr>
                <p:cNvPr id="11027" name="Google Shape;11027;p81"/>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81"/>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9" name="Google Shape;11029;p81"/>
              <p:cNvGrpSpPr/>
              <p:nvPr/>
            </p:nvGrpSpPr>
            <p:grpSpPr>
              <a:xfrm>
                <a:off x="4866394" y="3715035"/>
                <a:ext cx="37846" cy="32357"/>
                <a:chOff x="4866394" y="3715035"/>
                <a:chExt cx="37846" cy="32357"/>
              </a:xfrm>
            </p:grpSpPr>
            <p:sp>
              <p:nvSpPr>
                <p:cNvPr id="11030" name="Google Shape;11030;p81"/>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81"/>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2" name="Google Shape;11032;p81"/>
              <p:cNvGrpSpPr/>
              <p:nvPr/>
            </p:nvGrpSpPr>
            <p:grpSpPr>
              <a:xfrm>
                <a:off x="4979233" y="3839798"/>
                <a:ext cx="37878" cy="32420"/>
                <a:chOff x="4979233" y="3839798"/>
                <a:chExt cx="37878" cy="32420"/>
              </a:xfrm>
            </p:grpSpPr>
            <p:sp>
              <p:nvSpPr>
                <p:cNvPr id="11033" name="Google Shape;11033;p81"/>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81"/>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5" name="Google Shape;11035;p81"/>
              <p:cNvGrpSpPr/>
              <p:nvPr/>
            </p:nvGrpSpPr>
            <p:grpSpPr>
              <a:xfrm>
                <a:off x="4790662" y="3679147"/>
                <a:ext cx="37783" cy="32380"/>
                <a:chOff x="4790662" y="3679147"/>
                <a:chExt cx="37783" cy="32380"/>
              </a:xfrm>
            </p:grpSpPr>
            <p:sp>
              <p:nvSpPr>
                <p:cNvPr id="11036" name="Google Shape;11036;p81"/>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81"/>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8" name="Google Shape;11038;p81"/>
              <p:cNvGrpSpPr/>
              <p:nvPr/>
            </p:nvGrpSpPr>
            <p:grpSpPr>
              <a:xfrm>
                <a:off x="4857263" y="3557861"/>
                <a:ext cx="37776" cy="32357"/>
                <a:chOff x="4857263" y="3557861"/>
                <a:chExt cx="37776" cy="32357"/>
              </a:xfrm>
            </p:grpSpPr>
            <p:sp>
              <p:nvSpPr>
                <p:cNvPr id="11039" name="Google Shape;11039;p81"/>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81"/>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1" name="Google Shape;11041;p81"/>
              <p:cNvGrpSpPr/>
              <p:nvPr/>
            </p:nvGrpSpPr>
            <p:grpSpPr>
              <a:xfrm>
                <a:off x="4883902" y="3648033"/>
                <a:ext cx="37783" cy="32380"/>
                <a:chOff x="4883902" y="3648033"/>
                <a:chExt cx="37783" cy="32380"/>
              </a:xfrm>
            </p:grpSpPr>
            <p:sp>
              <p:nvSpPr>
                <p:cNvPr id="11042" name="Google Shape;11042;p81"/>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81"/>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4" name="Google Shape;11044;p81"/>
              <p:cNvGrpSpPr/>
              <p:nvPr/>
            </p:nvGrpSpPr>
            <p:grpSpPr>
              <a:xfrm>
                <a:off x="4907780" y="3347220"/>
                <a:ext cx="37878" cy="32357"/>
                <a:chOff x="4907780" y="3347220"/>
                <a:chExt cx="37878" cy="32357"/>
              </a:xfrm>
            </p:grpSpPr>
            <p:sp>
              <p:nvSpPr>
                <p:cNvPr id="11045" name="Google Shape;11045;p81"/>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81"/>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7" name="Google Shape;11047;p81"/>
              <p:cNvGrpSpPr/>
              <p:nvPr/>
            </p:nvGrpSpPr>
            <p:grpSpPr>
              <a:xfrm>
                <a:off x="5065048" y="3738150"/>
                <a:ext cx="37783" cy="32364"/>
                <a:chOff x="5065048" y="3738150"/>
                <a:chExt cx="37783" cy="32364"/>
              </a:xfrm>
            </p:grpSpPr>
            <p:sp>
              <p:nvSpPr>
                <p:cNvPr id="11048" name="Google Shape;11048;p81"/>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81"/>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0" name="Google Shape;11050;p81"/>
              <p:cNvGrpSpPr/>
              <p:nvPr/>
            </p:nvGrpSpPr>
            <p:grpSpPr>
              <a:xfrm>
                <a:off x="5071616" y="3284615"/>
                <a:ext cx="37783" cy="32357"/>
                <a:chOff x="5071616" y="3284615"/>
                <a:chExt cx="37783" cy="32357"/>
              </a:xfrm>
            </p:grpSpPr>
            <p:sp>
              <p:nvSpPr>
                <p:cNvPr id="11051" name="Google Shape;11051;p81"/>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81"/>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3" name="Google Shape;11053;p81"/>
              <p:cNvGrpSpPr/>
              <p:nvPr/>
            </p:nvGrpSpPr>
            <p:grpSpPr>
              <a:xfrm>
                <a:off x="5389291" y="3759921"/>
                <a:ext cx="37783" cy="32380"/>
                <a:chOff x="5389291" y="3759921"/>
                <a:chExt cx="37783" cy="32380"/>
              </a:xfrm>
            </p:grpSpPr>
            <p:sp>
              <p:nvSpPr>
                <p:cNvPr id="11054" name="Google Shape;11054;p81"/>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81"/>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6" name="Google Shape;11056;p81"/>
              <p:cNvGrpSpPr/>
              <p:nvPr/>
            </p:nvGrpSpPr>
            <p:grpSpPr>
              <a:xfrm>
                <a:off x="5431534" y="3632932"/>
                <a:ext cx="37878" cy="32451"/>
                <a:chOff x="5431534" y="3632932"/>
                <a:chExt cx="37878" cy="32451"/>
              </a:xfrm>
            </p:grpSpPr>
            <p:sp>
              <p:nvSpPr>
                <p:cNvPr id="11057" name="Google Shape;11057;p81"/>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81"/>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9" name="Google Shape;11059;p81"/>
              <p:cNvGrpSpPr/>
              <p:nvPr/>
            </p:nvGrpSpPr>
            <p:grpSpPr>
              <a:xfrm>
                <a:off x="5540755" y="3544829"/>
                <a:ext cx="37783" cy="32357"/>
                <a:chOff x="5540755" y="3544829"/>
                <a:chExt cx="37783" cy="32357"/>
              </a:xfrm>
            </p:grpSpPr>
            <p:sp>
              <p:nvSpPr>
                <p:cNvPr id="11060" name="Google Shape;11060;p81"/>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81"/>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2" name="Google Shape;11062;p81"/>
              <p:cNvGrpSpPr/>
              <p:nvPr/>
            </p:nvGrpSpPr>
            <p:grpSpPr>
              <a:xfrm>
                <a:off x="5579293" y="3412107"/>
                <a:ext cx="37776" cy="32357"/>
                <a:chOff x="5579293" y="3412107"/>
                <a:chExt cx="37776" cy="32357"/>
              </a:xfrm>
            </p:grpSpPr>
            <p:sp>
              <p:nvSpPr>
                <p:cNvPr id="11063" name="Google Shape;11063;p81"/>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81"/>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5" name="Google Shape;11065;p81"/>
              <p:cNvGrpSpPr/>
              <p:nvPr/>
            </p:nvGrpSpPr>
            <p:grpSpPr>
              <a:xfrm>
                <a:off x="5801346" y="3284615"/>
                <a:ext cx="37783" cy="32357"/>
                <a:chOff x="5801346" y="3284615"/>
                <a:chExt cx="37783" cy="32357"/>
              </a:xfrm>
            </p:grpSpPr>
            <p:sp>
              <p:nvSpPr>
                <p:cNvPr id="11066" name="Google Shape;11066;p81"/>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81"/>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8" name="Google Shape;11068;p81"/>
              <p:cNvGrpSpPr/>
              <p:nvPr/>
            </p:nvGrpSpPr>
            <p:grpSpPr>
              <a:xfrm>
                <a:off x="5763578" y="3399067"/>
                <a:ext cx="37776" cy="32364"/>
                <a:chOff x="5763578" y="3399067"/>
                <a:chExt cx="37776" cy="32364"/>
              </a:xfrm>
            </p:grpSpPr>
            <p:sp>
              <p:nvSpPr>
                <p:cNvPr id="11069" name="Google Shape;11069;p81"/>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81"/>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1" name="Google Shape;11071;p81"/>
              <p:cNvGrpSpPr/>
              <p:nvPr/>
            </p:nvGrpSpPr>
            <p:grpSpPr>
              <a:xfrm>
                <a:off x="5395858" y="3230952"/>
                <a:ext cx="37776" cy="32364"/>
                <a:chOff x="5395858" y="3230952"/>
                <a:chExt cx="37776" cy="32364"/>
              </a:xfrm>
            </p:grpSpPr>
            <p:sp>
              <p:nvSpPr>
                <p:cNvPr id="11072" name="Google Shape;11072;p81"/>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81"/>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4" name="Google Shape;11074;p81"/>
              <p:cNvGrpSpPr/>
              <p:nvPr/>
            </p:nvGrpSpPr>
            <p:grpSpPr>
              <a:xfrm>
                <a:off x="5264088" y="3188237"/>
                <a:ext cx="37776" cy="32357"/>
                <a:chOff x="5264088" y="3188237"/>
                <a:chExt cx="37776" cy="32357"/>
              </a:xfrm>
            </p:grpSpPr>
            <p:sp>
              <p:nvSpPr>
                <p:cNvPr id="11075" name="Google Shape;11075;p81"/>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81"/>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7" name="Google Shape;11077;p81"/>
              <p:cNvGrpSpPr/>
              <p:nvPr/>
            </p:nvGrpSpPr>
            <p:grpSpPr>
              <a:xfrm>
                <a:off x="5585758" y="3237425"/>
                <a:ext cx="37878" cy="32357"/>
                <a:chOff x="5585758" y="3237425"/>
                <a:chExt cx="37878" cy="32357"/>
              </a:xfrm>
            </p:grpSpPr>
            <p:sp>
              <p:nvSpPr>
                <p:cNvPr id="11078" name="Google Shape;11078;p81"/>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81"/>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0" name="Google Shape;11080;p81"/>
              <p:cNvGrpSpPr/>
              <p:nvPr/>
            </p:nvGrpSpPr>
            <p:grpSpPr>
              <a:xfrm>
                <a:off x="4874196" y="3291088"/>
                <a:ext cx="37878" cy="32451"/>
                <a:chOff x="4874196" y="3291088"/>
                <a:chExt cx="37878" cy="32451"/>
              </a:xfrm>
            </p:grpSpPr>
            <p:sp>
              <p:nvSpPr>
                <p:cNvPr id="11081" name="Google Shape;11081;p81"/>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81"/>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3" name="Google Shape;11083;p81"/>
              <p:cNvGrpSpPr/>
              <p:nvPr/>
            </p:nvGrpSpPr>
            <p:grpSpPr>
              <a:xfrm>
                <a:off x="5197770" y="3785466"/>
                <a:ext cx="37783" cy="32427"/>
                <a:chOff x="5197770" y="3785466"/>
                <a:chExt cx="37783" cy="32427"/>
              </a:xfrm>
            </p:grpSpPr>
            <p:sp>
              <p:nvSpPr>
                <p:cNvPr id="11084" name="Google Shape;11084;p81"/>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81"/>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6" name="Google Shape;11086;p81"/>
              <p:cNvGrpSpPr/>
              <p:nvPr/>
            </p:nvGrpSpPr>
            <p:grpSpPr>
              <a:xfrm>
                <a:off x="5177699" y="3492117"/>
                <a:ext cx="37776" cy="32357"/>
                <a:chOff x="5177699" y="3492117"/>
                <a:chExt cx="37776" cy="32357"/>
              </a:xfrm>
            </p:grpSpPr>
            <p:sp>
              <p:nvSpPr>
                <p:cNvPr id="11087" name="Google Shape;11087;p81"/>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81"/>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9" name="Google Shape;11089;p81"/>
              <p:cNvGrpSpPr/>
              <p:nvPr/>
            </p:nvGrpSpPr>
            <p:grpSpPr>
              <a:xfrm>
                <a:off x="5349431" y="3622346"/>
                <a:ext cx="37870" cy="32380"/>
                <a:chOff x="5349431" y="3622346"/>
                <a:chExt cx="37870" cy="32380"/>
              </a:xfrm>
            </p:grpSpPr>
            <p:sp>
              <p:nvSpPr>
                <p:cNvPr id="11090" name="Google Shape;11090;p81"/>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81"/>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2" name="Google Shape;11092;p81"/>
              <p:cNvGrpSpPr/>
              <p:nvPr/>
            </p:nvGrpSpPr>
            <p:grpSpPr>
              <a:xfrm>
                <a:off x="5068855" y="3563980"/>
                <a:ext cx="53954" cy="46223"/>
                <a:chOff x="5068855" y="3563980"/>
                <a:chExt cx="53954" cy="46223"/>
              </a:xfrm>
            </p:grpSpPr>
            <p:sp>
              <p:nvSpPr>
                <p:cNvPr id="11093" name="Google Shape;11093;p81"/>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81"/>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5" name="Google Shape;11095;p81"/>
              <p:cNvGrpSpPr/>
              <p:nvPr/>
            </p:nvGrpSpPr>
            <p:grpSpPr>
              <a:xfrm>
                <a:off x="5037654" y="3392507"/>
                <a:ext cx="37870" cy="32451"/>
                <a:chOff x="5037654" y="3392507"/>
                <a:chExt cx="37870" cy="32451"/>
              </a:xfrm>
            </p:grpSpPr>
            <p:sp>
              <p:nvSpPr>
                <p:cNvPr id="11096" name="Google Shape;11096;p81"/>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81"/>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8" name="Google Shape;11098;p81"/>
              <p:cNvGrpSpPr/>
              <p:nvPr/>
            </p:nvGrpSpPr>
            <p:grpSpPr>
              <a:xfrm>
                <a:off x="5456560" y="3368629"/>
                <a:ext cx="37870" cy="32451"/>
                <a:chOff x="5456560" y="3368629"/>
                <a:chExt cx="37870" cy="32451"/>
              </a:xfrm>
            </p:grpSpPr>
            <p:sp>
              <p:nvSpPr>
                <p:cNvPr id="11099" name="Google Shape;11099;p81"/>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81"/>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1" name="Google Shape;11101;p81"/>
              <p:cNvGrpSpPr/>
              <p:nvPr/>
            </p:nvGrpSpPr>
            <p:grpSpPr>
              <a:xfrm>
                <a:off x="4755749" y="3501516"/>
                <a:ext cx="46246" cy="39608"/>
                <a:chOff x="4755749" y="3501516"/>
                <a:chExt cx="46246" cy="39608"/>
              </a:xfrm>
            </p:grpSpPr>
            <p:sp>
              <p:nvSpPr>
                <p:cNvPr id="11102" name="Google Shape;11102;p81"/>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81"/>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4" name="Google Shape;11104;p81"/>
              <p:cNvGrpSpPr/>
              <p:nvPr/>
            </p:nvGrpSpPr>
            <p:grpSpPr>
              <a:xfrm>
                <a:off x="4681346" y="3485582"/>
                <a:ext cx="37783" cy="32427"/>
                <a:chOff x="4681346" y="3485582"/>
                <a:chExt cx="37783" cy="32427"/>
              </a:xfrm>
            </p:grpSpPr>
            <p:sp>
              <p:nvSpPr>
                <p:cNvPr id="11105" name="Google Shape;11105;p81"/>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81"/>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7" name="Google Shape;11107;p81"/>
              <p:cNvGrpSpPr/>
              <p:nvPr/>
            </p:nvGrpSpPr>
            <p:grpSpPr>
              <a:xfrm>
                <a:off x="4767067" y="3291088"/>
                <a:ext cx="37878" cy="32451"/>
                <a:chOff x="4767067" y="3291088"/>
                <a:chExt cx="37878" cy="32451"/>
              </a:xfrm>
            </p:grpSpPr>
            <p:sp>
              <p:nvSpPr>
                <p:cNvPr id="11108" name="Google Shape;11108;p81"/>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81"/>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0" name="Google Shape;11110;p81"/>
              <p:cNvGrpSpPr/>
              <p:nvPr/>
            </p:nvGrpSpPr>
            <p:grpSpPr>
              <a:xfrm>
                <a:off x="4687819" y="3405539"/>
                <a:ext cx="37776" cy="32451"/>
                <a:chOff x="4687819" y="3405539"/>
                <a:chExt cx="37776" cy="32451"/>
              </a:xfrm>
            </p:grpSpPr>
            <p:sp>
              <p:nvSpPr>
                <p:cNvPr id="11111" name="Google Shape;11111;p81"/>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81"/>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3" name="Google Shape;11113;p81"/>
              <p:cNvGrpSpPr/>
              <p:nvPr/>
            </p:nvGrpSpPr>
            <p:grpSpPr>
              <a:xfrm>
                <a:off x="4923101" y="3444809"/>
                <a:ext cx="52813" cy="45318"/>
                <a:chOff x="4923101" y="3444809"/>
                <a:chExt cx="52813" cy="45318"/>
              </a:xfrm>
            </p:grpSpPr>
            <p:sp>
              <p:nvSpPr>
                <p:cNvPr id="11114" name="Google Shape;11114;p81"/>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81"/>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6" name="Google Shape;11116;p81"/>
              <p:cNvGrpSpPr/>
              <p:nvPr/>
            </p:nvGrpSpPr>
            <p:grpSpPr>
              <a:xfrm>
                <a:off x="4846040" y="3654750"/>
                <a:ext cx="31405" cy="26993"/>
                <a:chOff x="4846040" y="3654750"/>
                <a:chExt cx="31405" cy="26993"/>
              </a:xfrm>
            </p:grpSpPr>
            <p:sp>
              <p:nvSpPr>
                <p:cNvPr id="11117" name="Google Shape;11117;p81"/>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81"/>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9" name="Google Shape;11119;p81"/>
              <p:cNvGrpSpPr/>
              <p:nvPr/>
            </p:nvGrpSpPr>
            <p:grpSpPr>
              <a:xfrm>
                <a:off x="4925673" y="3691700"/>
                <a:ext cx="40253" cy="34472"/>
                <a:chOff x="4925673" y="3691700"/>
                <a:chExt cx="40253" cy="34472"/>
              </a:xfrm>
            </p:grpSpPr>
            <p:sp>
              <p:nvSpPr>
                <p:cNvPr id="11120" name="Google Shape;11120;p81"/>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81"/>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2" name="Google Shape;11122;p81"/>
              <p:cNvGrpSpPr/>
              <p:nvPr/>
            </p:nvGrpSpPr>
            <p:grpSpPr>
              <a:xfrm>
                <a:off x="4894653" y="3740848"/>
                <a:ext cx="31405" cy="26906"/>
                <a:chOff x="4894653" y="3740848"/>
                <a:chExt cx="31405" cy="26906"/>
              </a:xfrm>
            </p:grpSpPr>
            <p:sp>
              <p:nvSpPr>
                <p:cNvPr id="11123" name="Google Shape;11123;p81"/>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81"/>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5" name="Google Shape;11125;p81"/>
              <p:cNvGrpSpPr/>
              <p:nvPr/>
            </p:nvGrpSpPr>
            <p:grpSpPr>
              <a:xfrm>
                <a:off x="4962300" y="3696348"/>
                <a:ext cx="38255" cy="32773"/>
                <a:chOff x="4962300" y="3696348"/>
                <a:chExt cx="38255" cy="32773"/>
              </a:xfrm>
            </p:grpSpPr>
            <p:sp>
              <p:nvSpPr>
                <p:cNvPr id="11126" name="Google Shape;11126;p81"/>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81"/>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8" name="Google Shape;11128;p81"/>
              <p:cNvGrpSpPr/>
              <p:nvPr/>
            </p:nvGrpSpPr>
            <p:grpSpPr>
              <a:xfrm>
                <a:off x="4980185" y="3743349"/>
                <a:ext cx="31499" cy="26969"/>
                <a:chOff x="4980185" y="3743349"/>
                <a:chExt cx="31499" cy="26969"/>
              </a:xfrm>
            </p:grpSpPr>
            <p:sp>
              <p:nvSpPr>
                <p:cNvPr id="11129" name="Google Shape;11129;p81"/>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81"/>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1" name="Google Shape;11131;p81"/>
              <p:cNvGrpSpPr/>
              <p:nvPr/>
            </p:nvGrpSpPr>
            <p:grpSpPr>
              <a:xfrm>
                <a:off x="5013768" y="3734312"/>
                <a:ext cx="31499" cy="26969"/>
                <a:chOff x="5013768" y="3734312"/>
                <a:chExt cx="31499" cy="26969"/>
              </a:xfrm>
            </p:grpSpPr>
            <p:sp>
              <p:nvSpPr>
                <p:cNvPr id="11132" name="Google Shape;11132;p81"/>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81"/>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4" name="Google Shape;11134;p81"/>
              <p:cNvGrpSpPr/>
              <p:nvPr/>
            </p:nvGrpSpPr>
            <p:grpSpPr>
              <a:xfrm>
                <a:off x="5036703" y="3764545"/>
                <a:ext cx="31499" cy="26898"/>
                <a:chOff x="5036703" y="3764545"/>
                <a:chExt cx="31499" cy="26898"/>
              </a:xfrm>
            </p:grpSpPr>
            <p:sp>
              <p:nvSpPr>
                <p:cNvPr id="11135" name="Google Shape;11135;p81"/>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81"/>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7" name="Google Shape;11137;p81"/>
              <p:cNvGrpSpPr/>
              <p:nvPr/>
            </p:nvGrpSpPr>
            <p:grpSpPr>
              <a:xfrm>
                <a:off x="4953546" y="3768352"/>
                <a:ext cx="31405" cy="26898"/>
                <a:chOff x="4953546" y="3768352"/>
                <a:chExt cx="31405" cy="26898"/>
              </a:xfrm>
            </p:grpSpPr>
            <p:sp>
              <p:nvSpPr>
                <p:cNvPr id="11138" name="Google Shape;11138;p81"/>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81"/>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0" name="Google Shape;11140;p81"/>
              <p:cNvGrpSpPr/>
              <p:nvPr/>
            </p:nvGrpSpPr>
            <p:grpSpPr>
              <a:xfrm>
                <a:off x="4964770" y="3814016"/>
                <a:ext cx="31499" cy="26993"/>
                <a:chOff x="4964770" y="3814016"/>
                <a:chExt cx="31499" cy="26993"/>
              </a:xfrm>
            </p:grpSpPr>
            <p:sp>
              <p:nvSpPr>
                <p:cNvPr id="11141" name="Google Shape;11141;p81"/>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81"/>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3" name="Google Shape;11143;p81"/>
              <p:cNvGrpSpPr/>
              <p:nvPr/>
            </p:nvGrpSpPr>
            <p:grpSpPr>
              <a:xfrm>
                <a:off x="4923290" y="3800504"/>
                <a:ext cx="31468" cy="26898"/>
                <a:chOff x="4923290" y="3800504"/>
                <a:chExt cx="31468" cy="26898"/>
              </a:xfrm>
            </p:grpSpPr>
            <p:sp>
              <p:nvSpPr>
                <p:cNvPr id="11144" name="Google Shape;11144;p81"/>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81"/>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6" name="Google Shape;11146;p81"/>
              <p:cNvGrpSpPr/>
              <p:nvPr/>
            </p:nvGrpSpPr>
            <p:grpSpPr>
              <a:xfrm>
                <a:off x="5108534" y="3650943"/>
                <a:ext cx="31405" cy="26993"/>
                <a:chOff x="5108534" y="3650943"/>
                <a:chExt cx="31405" cy="26993"/>
              </a:xfrm>
            </p:grpSpPr>
            <p:sp>
              <p:nvSpPr>
                <p:cNvPr id="11147" name="Google Shape;11147;p81"/>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81"/>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9" name="Google Shape;11149;p81"/>
              <p:cNvGrpSpPr/>
              <p:nvPr/>
            </p:nvGrpSpPr>
            <p:grpSpPr>
              <a:xfrm>
                <a:off x="5119380" y="3760739"/>
                <a:ext cx="31499" cy="26993"/>
                <a:chOff x="5119380" y="3760739"/>
                <a:chExt cx="31499" cy="26993"/>
              </a:xfrm>
            </p:grpSpPr>
            <p:sp>
              <p:nvSpPr>
                <p:cNvPr id="11150" name="Google Shape;11150;p81"/>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81"/>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2" name="Google Shape;11152;p81"/>
              <p:cNvGrpSpPr/>
              <p:nvPr/>
            </p:nvGrpSpPr>
            <p:grpSpPr>
              <a:xfrm>
                <a:off x="5119380" y="3788235"/>
                <a:ext cx="31499" cy="26993"/>
                <a:chOff x="5119380" y="3788235"/>
                <a:chExt cx="31499" cy="26993"/>
              </a:xfrm>
            </p:grpSpPr>
            <p:sp>
              <p:nvSpPr>
                <p:cNvPr id="11153" name="Google Shape;11153;p81"/>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81"/>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5" name="Google Shape;11155;p81"/>
              <p:cNvGrpSpPr/>
              <p:nvPr/>
            </p:nvGrpSpPr>
            <p:grpSpPr>
              <a:xfrm>
                <a:off x="5158005" y="3875284"/>
                <a:ext cx="31405" cy="27001"/>
                <a:chOff x="5158005" y="3875284"/>
                <a:chExt cx="31405" cy="27001"/>
              </a:xfrm>
            </p:grpSpPr>
            <p:sp>
              <p:nvSpPr>
                <p:cNvPr id="11156" name="Google Shape;11156;p81"/>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81"/>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8" name="Google Shape;11158;p81"/>
              <p:cNvGrpSpPr/>
              <p:nvPr/>
            </p:nvGrpSpPr>
            <p:grpSpPr>
              <a:xfrm>
                <a:off x="5233163" y="3764545"/>
                <a:ext cx="31499" cy="26898"/>
                <a:chOff x="5233163" y="3764545"/>
                <a:chExt cx="31499" cy="26898"/>
              </a:xfrm>
            </p:grpSpPr>
            <p:sp>
              <p:nvSpPr>
                <p:cNvPr id="11159" name="Google Shape;11159;p81"/>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81"/>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1" name="Google Shape;11161;p81"/>
              <p:cNvGrpSpPr/>
              <p:nvPr/>
            </p:nvGrpSpPr>
            <p:grpSpPr>
              <a:xfrm>
                <a:off x="5276168" y="3805545"/>
                <a:ext cx="31499" cy="26906"/>
                <a:chOff x="5276168" y="3805545"/>
                <a:chExt cx="31499" cy="26906"/>
              </a:xfrm>
            </p:grpSpPr>
            <p:sp>
              <p:nvSpPr>
                <p:cNvPr id="11162" name="Google Shape;11162;p81"/>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81"/>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4" name="Google Shape;11164;p81"/>
              <p:cNvGrpSpPr/>
              <p:nvPr/>
            </p:nvGrpSpPr>
            <p:grpSpPr>
              <a:xfrm>
                <a:off x="5294053" y="3851933"/>
                <a:ext cx="31405" cy="26945"/>
                <a:chOff x="5294053" y="3851933"/>
                <a:chExt cx="31405" cy="26945"/>
              </a:xfrm>
            </p:grpSpPr>
            <p:sp>
              <p:nvSpPr>
                <p:cNvPr id="11165" name="Google Shape;11165;p81"/>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81"/>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7" name="Google Shape;11167;p81"/>
              <p:cNvGrpSpPr/>
              <p:nvPr/>
            </p:nvGrpSpPr>
            <p:grpSpPr>
              <a:xfrm>
                <a:off x="5341723" y="3851902"/>
                <a:ext cx="31405" cy="26977"/>
                <a:chOff x="5341723" y="3851902"/>
                <a:chExt cx="31405" cy="26977"/>
              </a:xfrm>
            </p:grpSpPr>
            <p:sp>
              <p:nvSpPr>
                <p:cNvPr id="11168" name="Google Shape;11168;p81"/>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81"/>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81"/>
              <p:cNvGrpSpPr/>
              <p:nvPr/>
            </p:nvGrpSpPr>
            <p:grpSpPr>
              <a:xfrm>
                <a:off x="5054871" y="3507855"/>
                <a:ext cx="31405" cy="26993"/>
                <a:chOff x="5054871" y="3507855"/>
                <a:chExt cx="31405" cy="26993"/>
              </a:xfrm>
            </p:grpSpPr>
            <p:sp>
              <p:nvSpPr>
                <p:cNvPr id="11171" name="Google Shape;11171;p81"/>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81"/>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81"/>
              <p:cNvGrpSpPr/>
              <p:nvPr/>
            </p:nvGrpSpPr>
            <p:grpSpPr>
              <a:xfrm>
                <a:off x="4876579" y="3675325"/>
                <a:ext cx="31405" cy="26969"/>
                <a:chOff x="4876579" y="3675325"/>
                <a:chExt cx="31405" cy="26969"/>
              </a:xfrm>
            </p:grpSpPr>
            <p:sp>
              <p:nvSpPr>
                <p:cNvPr id="11174" name="Google Shape;11174;p81"/>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81"/>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6" name="Google Shape;11176;p81"/>
              <p:cNvGrpSpPr/>
              <p:nvPr/>
            </p:nvGrpSpPr>
            <p:grpSpPr>
              <a:xfrm>
                <a:off x="4842233" y="3688333"/>
                <a:ext cx="31405" cy="26993"/>
                <a:chOff x="4842233" y="3688333"/>
                <a:chExt cx="31405" cy="26993"/>
              </a:xfrm>
            </p:grpSpPr>
            <p:sp>
              <p:nvSpPr>
                <p:cNvPr id="11177" name="Google Shape;11177;p81"/>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81"/>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9" name="Google Shape;11179;p81"/>
              <p:cNvGrpSpPr/>
              <p:nvPr/>
            </p:nvGrpSpPr>
            <p:grpSpPr>
              <a:xfrm>
                <a:off x="5187876" y="3608032"/>
                <a:ext cx="31405" cy="27001"/>
                <a:chOff x="5187876" y="3608032"/>
                <a:chExt cx="31405" cy="27001"/>
              </a:xfrm>
            </p:grpSpPr>
            <p:sp>
              <p:nvSpPr>
                <p:cNvPr id="11180" name="Google Shape;11180;p81"/>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81"/>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2" name="Google Shape;11182;p81"/>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81"/>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4" name="Google Shape;11184;p81"/>
              <p:cNvGrpSpPr/>
              <p:nvPr/>
            </p:nvGrpSpPr>
            <p:grpSpPr>
              <a:xfrm>
                <a:off x="5269224" y="3304167"/>
                <a:ext cx="40253" cy="34402"/>
                <a:chOff x="5269224" y="3304167"/>
                <a:chExt cx="40253" cy="34402"/>
              </a:xfrm>
            </p:grpSpPr>
            <p:sp>
              <p:nvSpPr>
                <p:cNvPr id="11185" name="Google Shape;11185;p81"/>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81"/>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7" name="Google Shape;11187;p81"/>
              <p:cNvGrpSpPr/>
              <p:nvPr/>
            </p:nvGrpSpPr>
            <p:grpSpPr>
              <a:xfrm>
                <a:off x="5327354" y="3476615"/>
                <a:ext cx="49864" cy="42723"/>
                <a:chOff x="5327354" y="3476615"/>
                <a:chExt cx="49864" cy="42723"/>
              </a:xfrm>
            </p:grpSpPr>
            <p:sp>
              <p:nvSpPr>
                <p:cNvPr id="11188" name="Google Shape;11188;p81"/>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81"/>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90" name="Google Shape;11190;p81"/>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81"/>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92" name="Google Shape;11192;p81"/>
              <p:cNvGrpSpPr/>
              <p:nvPr/>
            </p:nvGrpSpPr>
            <p:grpSpPr>
              <a:xfrm>
                <a:off x="5341723" y="3775957"/>
                <a:ext cx="31405" cy="26898"/>
                <a:chOff x="5341723" y="3775957"/>
                <a:chExt cx="31405" cy="26898"/>
              </a:xfrm>
            </p:grpSpPr>
            <p:sp>
              <p:nvSpPr>
                <p:cNvPr id="11193" name="Google Shape;11193;p81"/>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81"/>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5" name="Google Shape;11195;p81"/>
              <p:cNvGrpSpPr/>
              <p:nvPr/>
            </p:nvGrpSpPr>
            <p:grpSpPr>
              <a:xfrm>
                <a:off x="5439053" y="3699274"/>
                <a:ext cx="31405" cy="26898"/>
                <a:chOff x="5439053" y="3699274"/>
                <a:chExt cx="31405" cy="26898"/>
              </a:xfrm>
            </p:grpSpPr>
            <p:sp>
              <p:nvSpPr>
                <p:cNvPr id="11196" name="Google Shape;11196;p81"/>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81"/>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81"/>
              <p:cNvGrpSpPr/>
              <p:nvPr/>
            </p:nvGrpSpPr>
            <p:grpSpPr>
              <a:xfrm>
                <a:off x="5412414" y="3622307"/>
                <a:ext cx="31499" cy="26993"/>
                <a:chOff x="5412414" y="3622307"/>
                <a:chExt cx="31499" cy="26993"/>
              </a:xfrm>
            </p:grpSpPr>
            <p:sp>
              <p:nvSpPr>
                <p:cNvPr id="11199" name="Google Shape;11199;p81"/>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81"/>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1" name="Google Shape;11201;p81"/>
              <p:cNvGrpSpPr/>
              <p:nvPr/>
            </p:nvGrpSpPr>
            <p:grpSpPr>
              <a:xfrm>
                <a:off x="5476254" y="3473949"/>
                <a:ext cx="26835" cy="26930"/>
                <a:chOff x="5476254" y="3473949"/>
                <a:chExt cx="26835" cy="26930"/>
              </a:xfrm>
            </p:grpSpPr>
            <p:sp>
              <p:nvSpPr>
                <p:cNvPr id="11202" name="Google Shape;11202;p81"/>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81"/>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4" name="Google Shape;11204;p81"/>
              <p:cNvGrpSpPr/>
              <p:nvPr/>
            </p:nvGrpSpPr>
            <p:grpSpPr>
              <a:xfrm>
                <a:off x="5564547" y="3481594"/>
                <a:ext cx="31397" cy="26898"/>
                <a:chOff x="5564547" y="3481594"/>
                <a:chExt cx="31397" cy="26898"/>
              </a:xfrm>
            </p:grpSpPr>
            <p:sp>
              <p:nvSpPr>
                <p:cNvPr id="11205" name="Google Shape;11205;p81"/>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81"/>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7" name="Google Shape;11207;p81"/>
              <p:cNvGrpSpPr/>
              <p:nvPr/>
            </p:nvGrpSpPr>
            <p:grpSpPr>
              <a:xfrm>
                <a:off x="5534101" y="3470174"/>
                <a:ext cx="31397" cy="26906"/>
                <a:chOff x="5534101" y="3470174"/>
                <a:chExt cx="31397" cy="26906"/>
              </a:xfrm>
            </p:grpSpPr>
            <p:sp>
              <p:nvSpPr>
                <p:cNvPr id="11208" name="Google Shape;11208;p81"/>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81"/>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0" name="Google Shape;11210;p81"/>
              <p:cNvGrpSpPr/>
              <p:nvPr/>
            </p:nvGrpSpPr>
            <p:grpSpPr>
              <a:xfrm>
                <a:off x="5610879" y="3314486"/>
                <a:ext cx="31499" cy="26938"/>
                <a:chOff x="5610879" y="3314486"/>
                <a:chExt cx="31499" cy="26938"/>
              </a:xfrm>
            </p:grpSpPr>
            <p:sp>
              <p:nvSpPr>
                <p:cNvPr id="11211" name="Google Shape;11211;p81"/>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81"/>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3" name="Google Shape;11213;p81"/>
              <p:cNvGrpSpPr/>
              <p:nvPr/>
            </p:nvGrpSpPr>
            <p:grpSpPr>
              <a:xfrm>
                <a:off x="4834525" y="3501382"/>
                <a:ext cx="31499" cy="26898"/>
                <a:chOff x="4834525" y="3501382"/>
                <a:chExt cx="31499" cy="26898"/>
              </a:xfrm>
            </p:grpSpPr>
            <p:sp>
              <p:nvSpPr>
                <p:cNvPr id="11214" name="Google Shape;11214;p81"/>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81"/>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6" name="Google Shape;11216;p81"/>
              <p:cNvGrpSpPr/>
              <p:nvPr/>
            </p:nvGrpSpPr>
            <p:grpSpPr>
              <a:xfrm>
                <a:off x="4898460" y="3580158"/>
                <a:ext cx="31405" cy="26898"/>
                <a:chOff x="4898460" y="3580158"/>
                <a:chExt cx="31405" cy="26898"/>
              </a:xfrm>
            </p:grpSpPr>
            <p:sp>
              <p:nvSpPr>
                <p:cNvPr id="11217" name="Google Shape;11217;p81"/>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81"/>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9" name="Google Shape;11219;p81"/>
              <p:cNvGrpSpPr/>
              <p:nvPr/>
            </p:nvGrpSpPr>
            <p:grpSpPr>
              <a:xfrm>
                <a:off x="4882667" y="3608032"/>
                <a:ext cx="31499" cy="27001"/>
                <a:chOff x="4882667" y="3608032"/>
                <a:chExt cx="31499" cy="27001"/>
              </a:xfrm>
            </p:grpSpPr>
            <p:sp>
              <p:nvSpPr>
                <p:cNvPr id="11220" name="Google Shape;11220;p81"/>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81"/>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2" name="Google Shape;11222;p81"/>
              <p:cNvGrpSpPr/>
              <p:nvPr/>
            </p:nvGrpSpPr>
            <p:grpSpPr>
              <a:xfrm>
                <a:off x="4843373" y="3631407"/>
                <a:ext cx="16273" cy="16186"/>
                <a:chOff x="4843373" y="3631407"/>
                <a:chExt cx="16273" cy="16186"/>
              </a:xfrm>
            </p:grpSpPr>
            <p:sp>
              <p:nvSpPr>
                <p:cNvPr id="11223" name="Google Shape;11223;p81"/>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81"/>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5" name="Google Shape;11225;p81"/>
              <p:cNvGrpSpPr/>
              <p:nvPr/>
            </p:nvGrpSpPr>
            <p:grpSpPr>
              <a:xfrm>
                <a:off x="4727773" y="3591578"/>
                <a:ext cx="31499" cy="26898"/>
                <a:chOff x="4727773" y="3591578"/>
                <a:chExt cx="31499" cy="26898"/>
              </a:xfrm>
            </p:grpSpPr>
            <p:sp>
              <p:nvSpPr>
                <p:cNvPr id="11226" name="Google Shape;11226;p81"/>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81"/>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28" name="Google Shape;11228;p81"/>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81"/>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30" name="Google Shape;11230;p81"/>
              <p:cNvGrpSpPr/>
              <p:nvPr/>
            </p:nvGrpSpPr>
            <p:grpSpPr>
              <a:xfrm>
                <a:off x="4609421" y="3577398"/>
                <a:ext cx="31499" cy="27001"/>
                <a:chOff x="4609421" y="3577398"/>
                <a:chExt cx="31499" cy="27001"/>
              </a:xfrm>
            </p:grpSpPr>
            <p:sp>
              <p:nvSpPr>
                <p:cNvPr id="11231" name="Google Shape;11231;p81"/>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81"/>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3" name="Google Shape;11233;p81"/>
              <p:cNvGrpSpPr/>
              <p:nvPr/>
            </p:nvGrpSpPr>
            <p:grpSpPr>
              <a:xfrm>
                <a:off x="4649289" y="3577398"/>
                <a:ext cx="31499" cy="27001"/>
                <a:chOff x="4649289" y="3577398"/>
                <a:chExt cx="31499" cy="27001"/>
              </a:xfrm>
            </p:grpSpPr>
            <p:sp>
              <p:nvSpPr>
                <p:cNvPr id="11234" name="Google Shape;11234;p81"/>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81"/>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6" name="Google Shape;11236;p81"/>
              <p:cNvGrpSpPr/>
              <p:nvPr/>
            </p:nvGrpSpPr>
            <p:grpSpPr>
              <a:xfrm>
                <a:off x="4605614" y="3639523"/>
                <a:ext cx="31499" cy="26906"/>
                <a:chOff x="4605614" y="3639523"/>
                <a:chExt cx="31499" cy="26906"/>
              </a:xfrm>
            </p:grpSpPr>
            <p:sp>
              <p:nvSpPr>
                <p:cNvPr id="11237" name="Google Shape;11237;p81"/>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81"/>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9" name="Google Shape;11239;p81"/>
              <p:cNvGrpSpPr/>
              <p:nvPr/>
            </p:nvGrpSpPr>
            <p:grpSpPr>
              <a:xfrm>
                <a:off x="4785149" y="3618846"/>
                <a:ext cx="26930" cy="26843"/>
                <a:chOff x="4785149" y="3618846"/>
                <a:chExt cx="26930" cy="26843"/>
              </a:xfrm>
            </p:grpSpPr>
            <p:sp>
              <p:nvSpPr>
                <p:cNvPr id="11240" name="Google Shape;11240;p81"/>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81"/>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2" name="Google Shape;11242;p81"/>
              <p:cNvGrpSpPr/>
              <p:nvPr/>
            </p:nvGrpSpPr>
            <p:grpSpPr>
              <a:xfrm>
                <a:off x="4810167" y="3601567"/>
                <a:ext cx="31405" cy="26898"/>
                <a:chOff x="4810167" y="3601567"/>
                <a:chExt cx="31405" cy="26898"/>
              </a:xfrm>
            </p:grpSpPr>
            <p:sp>
              <p:nvSpPr>
                <p:cNvPr id="11243" name="Google Shape;11243;p81"/>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81"/>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5" name="Google Shape;11245;p81"/>
              <p:cNvGrpSpPr/>
              <p:nvPr/>
            </p:nvGrpSpPr>
            <p:grpSpPr>
              <a:xfrm>
                <a:off x="4831002" y="3373230"/>
                <a:ext cx="31405" cy="26898"/>
                <a:chOff x="4831002" y="3373230"/>
                <a:chExt cx="31405" cy="26898"/>
              </a:xfrm>
            </p:grpSpPr>
            <p:sp>
              <p:nvSpPr>
                <p:cNvPr id="11246" name="Google Shape;11246;p81"/>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81"/>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8" name="Google Shape;11248;p81"/>
              <p:cNvGrpSpPr/>
              <p:nvPr/>
            </p:nvGrpSpPr>
            <p:grpSpPr>
              <a:xfrm>
                <a:off x="4719311" y="3355054"/>
                <a:ext cx="31499" cy="27001"/>
                <a:chOff x="4719311" y="3355054"/>
                <a:chExt cx="31499" cy="27001"/>
              </a:xfrm>
            </p:grpSpPr>
            <p:sp>
              <p:nvSpPr>
                <p:cNvPr id="11249" name="Google Shape;11249;p81"/>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81"/>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1" name="Google Shape;11251;p81"/>
              <p:cNvGrpSpPr/>
              <p:nvPr/>
            </p:nvGrpSpPr>
            <p:grpSpPr>
              <a:xfrm>
                <a:off x="4798755" y="3450260"/>
                <a:ext cx="26930" cy="26930"/>
                <a:chOff x="4798755" y="3450260"/>
                <a:chExt cx="26930" cy="26930"/>
              </a:xfrm>
            </p:grpSpPr>
            <p:sp>
              <p:nvSpPr>
                <p:cNvPr id="11252" name="Google Shape;11252;p81"/>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81"/>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4" name="Google Shape;11254;p81"/>
              <p:cNvGrpSpPr/>
              <p:nvPr/>
            </p:nvGrpSpPr>
            <p:grpSpPr>
              <a:xfrm>
                <a:off x="4645576" y="3467555"/>
                <a:ext cx="31405" cy="26953"/>
                <a:chOff x="4645576" y="3467555"/>
                <a:chExt cx="31405" cy="26953"/>
              </a:xfrm>
            </p:grpSpPr>
            <p:sp>
              <p:nvSpPr>
                <p:cNvPr id="11255" name="Google Shape;11255;p81"/>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81"/>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7" name="Google Shape;11257;p81"/>
              <p:cNvGrpSpPr/>
              <p:nvPr/>
            </p:nvGrpSpPr>
            <p:grpSpPr>
              <a:xfrm>
                <a:off x="4687631" y="3583965"/>
                <a:ext cx="31499" cy="26898"/>
                <a:chOff x="4687631" y="3583965"/>
                <a:chExt cx="31499" cy="26898"/>
              </a:xfrm>
            </p:grpSpPr>
            <p:sp>
              <p:nvSpPr>
                <p:cNvPr id="11258" name="Google Shape;11258;p81"/>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81"/>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0" name="Google Shape;11260;p81"/>
              <p:cNvGrpSpPr/>
              <p:nvPr/>
            </p:nvGrpSpPr>
            <p:grpSpPr>
              <a:xfrm>
                <a:off x="4719311" y="3471314"/>
                <a:ext cx="31499" cy="27001"/>
                <a:chOff x="4719311" y="3471314"/>
                <a:chExt cx="31499" cy="27001"/>
              </a:xfrm>
            </p:grpSpPr>
            <p:sp>
              <p:nvSpPr>
                <p:cNvPr id="11261" name="Google Shape;11261;p81"/>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81"/>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3" name="Google Shape;11263;p81"/>
              <p:cNvGrpSpPr/>
              <p:nvPr/>
            </p:nvGrpSpPr>
            <p:grpSpPr>
              <a:xfrm>
                <a:off x="4719311" y="3434404"/>
                <a:ext cx="31499" cy="26898"/>
                <a:chOff x="4719311" y="3434404"/>
                <a:chExt cx="31499" cy="26898"/>
              </a:xfrm>
            </p:grpSpPr>
            <p:sp>
              <p:nvSpPr>
                <p:cNvPr id="11264" name="Google Shape;11264;p81"/>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81"/>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6" name="Google Shape;11266;p81"/>
              <p:cNvGrpSpPr/>
              <p:nvPr/>
            </p:nvGrpSpPr>
            <p:grpSpPr>
              <a:xfrm>
                <a:off x="4768876" y="3401772"/>
                <a:ext cx="31499" cy="26898"/>
                <a:chOff x="4768876" y="3401772"/>
                <a:chExt cx="31499" cy="26898"/>
              </a:xfrm>
            </p:grpSpPr>
            <p:sp>
              <p:nvSpPr>
                <p:cNvPr id="11267" name="Google Shape;11267;p81"/>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81"/>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9" name="Google Shape;11269;p81"/>
              <p:cNvGrpSpPr/>
              <p:nvPr/>
            </p:nvGrpSpPr>
            <p:grpSpPr>
              <a:xfrm>
                <a:off x="4762214" y="3471377"/>
                <a:ext cx="26938" cy="26938"/>
                <a:chOff x="4762214" y="3471377"/>
                <a:chExt cx="26938" cy="26938"/>
              </a:xfrm>
            </p:grpSpPr>
            <p:sp>
              <p:nvSpPr>
                <p:cNvPr id="11270" name="Google Shape;11270;p81"/>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81"/>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2" name="Google Shape;11272;p81"/>
              <p:cNvGrpSpPr/>
              <p:nvPr/>
            </p:nvGrpSpPr>
            <p:grpSpPr>
              <a:xfrm>
                <a:off x="4790473" y="3344782"/>
                <a:ext cx="31405" cy="26898"/>
                <a:chOff x="4790473" y="3344782"/>
                <a:chExt cx="31405" cy="26898"/>
              </a:xfrm>
            </p:grpSpPr>
            <p:sp>
              <p:nvSpPr>
                <p:cNvPr id="11273" name="Google Shape;11273;p81"/>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81"/>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5" name="Google Shape;11275;p81"/>
              <p:cNvGrpSpPr/>
              <p:nvPr/>
            </p:nvGrpSpPr>
            <p:grpSpPr>
              <a:xfrm>
                <a:off x="4823774" y="3950733"/>
                <a:ext cx="37398" cy="32034"/>
                <a:chOff x="4823774" y="3950733"/>
                <a:chExt cx="37398" cy="32034"/>
              </a:xfrm>
            </p:grpSpPr>
            <p:sp>
              <p:nvSpPr>
                <p:cNvPr id="11276" name="Google Shape;11276;p81"/>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81"/>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8" name="Google Shape;11278;p81"/>
              <p:cNvGrpSpPr/>
              <p:nvPr/>
            </p:nvGrpSpPr>
            <p:grpSpPr>
              <a:xfrm>
                <a:off x="4823396" y="4110566"/>
                <a:ext cx="31405" cy="26906"/>
                <a:chOff x="4823396" y="4110566"/>
                <a:chExt cx="31405" cy="26906"/>
              </a:xfrm>
            </p:grpSpPr>
            <p:sp>
              <p:nvSpPr>
                <p:cNvPr id="11279" name="Google Shape;11279;p81"/>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81"/>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1" name="Google Shape;11281;p81"/>
              <p:cNvGrpSpPr/>
              <p:nvPr/>
            </p:nvGrpSpPr>
            <p:grpSpPr>
              <a:xfrm>
                <a:off x="4838332" y="3821150"/>
                <a:ext cx="31499" cy="26898"/>
                <a:chOff x="4838332" y="3821150"/>
                <a:chExt cx="31499" cy="26898"/>
              </a:xfrm>
            </p:grpSpPr>
            <p:sp>
              <p:nvSpPr>
                <p:cNvPr id="11282" name="Google Shape;11282;p81"/>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81"/>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4" name="Google Shape;11284;p81"/>
              <p:cNvGrpSpPr/>
              <p:nvPr/>
            </p:nvGrpSpPr>
            <p:grpSpPr>
              <a:xfrm>
                <a:off x="4661275" y="3815007"/>
                <a:ext cx="36824" cy="31523"/>
                <a:chOff x="4661275" y="3815007"/>
                <a:chExt cx="36824" cy="31523"/>
              </a:xfrm>
            </p:grpSpPr>
            <p:sp>
              <p:nvSpPr>
                <p:cNvPr id="11285" name="Google Shape;11285;p81"/>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81"/>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7" name="Google Shape;11287;p81"/>
              <p:cNvGrpSpPr/>
              <p:nvPr/>
            </p:nvGrpSpPr>
            <p:grpSpPr>
              <a:xfrm>
                <a:off x="4558998" y="3851037"/>
                <a:ext cx="33591" cy="28699"/>
                <a:chOff x="4558998" y="3851037"/>
                <a:chExt cx="33591" cy="28699"/>
              </a:xfrm>
            </p:grpSpPr>
            <p:sp>
              <p:nvSpPr>
                <p:cNvPr id="11288" name="Google Shape;11288;p81"/>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81"/>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0" name="Google Shape;11290;p81"/>
              <p:cNvGrpSpPr/>
              <p:nvPr/>
            </p:nvGrpSpPr>
            <p:grpSpPr>
              <a:xfrm>
                <a:off x="4696762" y="3638587"/>
                <a:ext cx="33591" cy="28794"/>
                <a:chOff x="4696762" y="3638587"/>
                <a:chExt cx="33591" cy="28794"/>
              </a:xfrm>
            </p:grpSpPr>
            <p:sp>
              <p:nvSpPr>
                <p:cNvPr id="11291" name="Google Shape;11291;p81"/>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81"/>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3" name="Google Shape;11293;p81"/>
              <p:cNvGrpSpPr/>
              <p:nvPr/>
            </p:nvGrpSpPr>
            <p:grpSpPr>
              <a:xfrm>
                <a:off x="4929479" y="3939140"/>
                <a:ext cx="33497" cy="28692"/>
                <a:chOff x="4929479" y="3939140"/>
                <a:chExt cx="33497" cy="28692"/>
              </a:xfrm>
            </p:grpSpPr>
            <p:sp>
              <p:nvSpPr>
                <p:cNvPr id="11294" name="Google Shape;11294;p81"/>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81"/>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6" name="Google Shape;11296;p81"/>
              <p:cNvGrpSpPr/>
              <p:nvPr/>
            </p:nvGrpSpPr>
            <p:grpSpPr>
              <a:xfrm>
                <a:off x="4907119" y="3986039"/>
                <a:ext cx="33497" cy="28699"/>
                <a:chOff x="4907119" y="3986039"/>
                <a:chExt cx="33497" cy="28699"/>
              </a:xfrm>
            </p:grpSpPr>
            <p:sp>
              <p:nvSpPr>
                <p:cNvPr id="11297" name="Google Shape;11297;p81"/>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81"/>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9" name="Google Shape;11299;p81"/>
              <p:cNvGrpSpPr/>
              <p:nvPr/>
            </p:nvGrpSpPr>
            <p:grpSpPr>
              <a:xfrm>
                <a:off x="4911783" y="4048102"/>
                <a:ext cx="33591" cy="28762"/>
                <a:chOff x="4911783" y="4048102"/>
                <a:chExt cx="33591" cy="28762"/>
              </a:xfrm>
            </p:grpSpPr>
            <p:sp>
              <p:nvSpPr>
                <p:cNvPr id="11300" name="Google Shape;11300;p81"/>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81"/>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02" name="Google Shape;11302;p81"/>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81"/>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04" name="Google Shape;11304;p81"/>
              <p:cNvGrpSpPr/>
              <p:nvPr/>
            </p:nvGrpSpPr>
            <p:grpSpPr>
              <a:xfrm>
                <a:off x="4762623" y="3837847"/>
                <a:ext cx="42416" cy="36273"/>
                <a:chOff x="4762623" y="3837847"/>
                <a:chExt cx="42416" cy="36273"/>
              </a:xfrm>
            </p:grpSpPr>
            <p:sp>
              <p:nvSpPr>
                <p:cNvPr id="11305" name="Google Shape;11305;p81"/>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81"/>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7" name="Google Shape;11307;p81"/>
              <p:cNvGrpSpPr/>
              <p:nvPr/>
            </p:nvGrpSpPr>
            <p:grpSpPr>
              <a:xfrm>
                <a:off x="4746044" y="4104966"/>
                <a:ext cx="33497" cy="28699"/>
                <a:chOff x="4746044" y="4104966"/>
                <a:chExt cx="33497" cy="28699"/>
              </a:xfrm>
            </p:grpSpPr>
            <p:sp>
              <p:nvSpPr>
                <p:cNvPr id="11308" name="Google Shape;11308;p81"/>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81"/>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0" name="Google Shape;11310;p81"/>
              <p:cNvGrpSpPr/>
              <p:nvPr/>
            </p:nvGrpSpPr>
            <p:grpSpPr>
              <a:xfrm>
                <a:off x="4859646" y="4162554"/>
                <a:ext cx="33591" cy="28762"/>
                <a:chOff x="4859646" y="4162554"/>
                <a:chExt cx="33591" cy="28762"/>
              </a:xfrm>
            </p:grpSpPr>
            <p:sp>
              <p:nvSpPr>
                <p:cNvPr id="11311" name="Google Shape;11311;p81"/>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81"/>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313" name="Google Shape;11313;p81"/>
            <p:cNvGrpSpPr/>
            <p:nvPr/>
          </p:nvGrpSpPr>
          <p:grpSpPr>
            <a:xfrm>
              <a:off x="3597785" y="3274438"/>
              <a:ext cx="855610" cy="1122100"/>
              <a:chOff x="3597785" y="3274438"/>
              <a:chExt cx="855610" cy="1122100"/>
            </a:xfrm>
          </p:grpSpPr>
          <p:grpSp>
            <p:nvGrpSpPr>
              <p:cNvPr id="11314" name="Google Shape;11314;p81"/>
              <p:cNvGrpSpPr/>
              <p:nvPr/>
            </p:nvGrpSpPr>
            <p:grpSpPr>
              <a:xfrm>
                <a:off x="3617857" y="3284717"/>
                <a:ext cx="826785" cy="1099165"/>
                <a:chOff x="3617857" y="3284717"/>
                <a:chExt cx="826785" cy="1099165"/>
              </a:xfrm>
            </p:grpSpPr>
            <p:sp>
              <p:nvSpPr>
                <p:cNvPr id="11315" name="Google Shape;11315;p81"/>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81"/>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81"/>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81"/>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81"/>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81"/>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81"/>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81"/>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81"/>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81"/>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81"/>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81"/>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81"/>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81"/>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81"/>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81"/>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81"/>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81"/>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81"/>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81"/>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81"/>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81"/>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81"/>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81"/>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81"/>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81"/>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81"/>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81"/>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81"/>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81"/>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81"/>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81"/>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81"/>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81"/>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81"/>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81"/>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81"/>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81"/>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81"/>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81"/>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81"/>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81"/>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81"/>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81"/>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81"/>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81"/>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81"/>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81"/>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81"/>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81"/>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81"/>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81"/>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81"/>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81"/>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81"/>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81"/>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1" name="Google Shape;11371;p81"/>
              <p:cNvGrpSpPr/>
              <p:nvPr/>
            </p:nvGrpSpPr>
            <p:grpSpPr>
              <a:xfrm>
                <a:off x="4180904" y="4251758"/>
                <a:ext cx="37783" cy="32420"/>
                <a:chOff x="4180904" y="4251758"/>
                <a:chExt cx="37783" cy="32420"/>
              </a:xfrm>
            </p:grpSpPr>
            <p:sp>
              <p:nvSpPr>
                <p:cNvPr id="11372" name="Google Shape;11372;p81"/>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81"/>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4" name="Google Shape;11374;p81"/>
              <p:cNvGrpSpPr/>
              <p:nvPr/>
            </p:nvGrpSpPr>
            <p:grpSpPr>
              <a:xfrm>
                <a:off x="4201644" y="4081324"/>
                <a:ext cx="37783" cy="32364"/>
                <a:chOff x="4201644" y="4081324"/>
                <a:chExt cx="37783" cy="32364"/>
              </a:xfrm>
            </p:grpSpPr>
            <p:sp>
              <p:nvSpPr>
                <p:cNvPr id="11375" name="Google Shape;11375;p81"/>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81"/>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7" name="Google Shape;11377;p81"/>
              <p:cNvGrpSpPr/>
              <p:nvPr/>
            </p:nvGrpSpPr>
            <p:grpSpPr>
              <a:xfrm>
                <a:off x="4284416" y="3887428"/>
                <a:ext cx="37783" cy="32451"/>
                <a:chOff x="4284416" y="3887428"/>
                <a:chExt cx="37783" cy="32451"/>
              </a:xfrm>
            </p:grpSpPr>
            <p:sp>
              <p:nvSpPr>
                <p:cNvPr id="11378" name="Google Shape;11378;p81"/>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81"/>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0" name="Google Shape;11380;p81"/>
              <p:cNvGrpSpPr/>
              <p:nvPr/>
            </p:nvGrpSpPr>
            <p:grpSpPr>
              <a:xfrm>
                <a:off x="4223721" y="3860404"/>
                <a:ext cx="37870" cy="32364"/>
                <a:chOff x="4223721" y="3860404"/>
                <a:chExt cx="37870" cy="32364"/>
              </a:xfrm>
            </p:grpSpPr>
            <p:sp>
              <p:nvSpPr>
                <p:cNvPr id="11381" name="Google Shape;11381;p81"/>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81"/>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3" name="Google Shape;11383;p81"/>
              <p:cNvGrpSpPr/>
              <p:nvPr/>
            </p:nvGrpSpPr>
            <p:grpSpPr>
              <a:xfrm>
                <a:off x="4104889" y="3699242"/>
                <a:ext cx="37776" cy="32357"/>
                <a:chOff x="4104889" y="3699242"/>
                <a:chExt cx="37776" cy="32357"/>
              </a:xfrm>
            </p:grpSpPr>
            <p:sp>
              <p:nvSpPr>
                <p:cNvPr id="11384" name="Google Shape;11384;p81"/>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81"/>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6" name="Google Shape;11386;p81"/>
              <p:cNvGrpSpPr/>
              <p:nvPr/>
            </p:nvGrpSpPr>
            <p:grpSpPr>
              <a:xfrm>
                <a:off x="4143608" y="3475121"/>
                <a:ext cx="37878" cy="32420"/>
                <a:chOff x="4143608" y="3475121"/>
                <a:chExt cx="37878" cy="32420"/>
              </a:xfrm>
            </p:grpSpPr>
            <p:sp>
              <p:nvSpPr>
                <p:cNvPr id="11387" name="Google Shape;11387;p81"/>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81"/>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9" name="Google Shape;11389;p81"/>
              <p:cNvGrpSpPr/>
              <p:nvPr/>
            </p:nvGrpSpPr>
            <p:grpSpPr>
              <a:xfrm>
                <a:off x="4217248" y="3570893"/>
                <a:ext cx="37776" cy="32364"/>
                <a:chOff x="4217248" y="3570893"/>
                <a:chExt cx="37776" cy="32364"/>
              </a:xfrm>
            </p:grpSpPr>
            <p:sp>
              <p:nvSpPr>
                <p:cNvPr id="11390" name="Google Shape;11390;p81"/>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81"/>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2" name="Google Shape;11392;p81"/>
              <p:cNvGrpSpPr/>
              <p:nvPr/>
            </p:nvGrpSpPr>
            <p:grpSpPr>
              <a:xfrm>
                <a:off x="4255307" y="3431612"/>
                <a:ext cx="37776" cy="32451"/>
                <a:chOff x="4255307" y="3431612"/>
                <a:chExt cx="37776" cy="32451"/>
              </a:xfrm>
            </p:grpSpPr>
            <p:sp>
              <p:nvSpPr>
                <p:cNvPr id="11393" name="Google Shape;11393;p81"/>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81"/>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5" name="Google Shape;11395;p81"/>
              <p:cNvGrpSpPr/>
              <p:nvPr/>
            </p:nvGrpSpPr>
            <p:grpSpPr>
              <a:xfrm>
                <a:off x="3853052" y="3577398"/>
                <a:ext cx="37776" cy="32420"/>
                <a:chOff x="3853052" y="3577398"/>
                <a:chExt cx="37776" cy="32420"/>
              </a:xfrm>
            </p:grpSpPr>
            <p:sp>
              <p:nvSpPr>
                <p:cNvPr id="11396" name="Google Shape;11396;p81"/>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81"/>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8" name="Google Shape;11398;p81"/>
              <p:cNvGrpSpPr/>
              <p:nvPr/>
            </p:nvGrpSpPr>
            <p:grpSpPr>
              <a:xfrm>
                <a:off x="4039908" y="3412107"/>
                <a:ext cx="37776" cy="32357"/>
                <a:chOff x="4039908" y="3412107"/>
                <a:chExt cx="37776" cy="32357"/>
              </a:xfrm>
            </p:grpSpPr>
            <p:sp>
              <p:nvSpPr>
                <p:cNvPr id="11399" name="Google Shape;11399;p81"/>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81"/>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1" name="Google Shape;11401;p81"/>
              <p:cNvGrpSpPr/>
              <p:nvPr/>
            </p:nvGrpSpPr>
            <p:grpSpPr>
              <a:xfrm>
                <a:off x="4017360" y="3342061"/>
                <a:ext cx="37870" cy="32380"/>
                <a:chOff x="4017360" y="3342061"/>
                <a:chExt cx="37870" cy="32380"/>
              </a:xfrm>
            </p:grpSpPr>
            <p:sp>
              <p:nvSpPr>
                <p:cNvPr id="11402" name="Google Shape;11402;p81"/>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81"/>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04" name="Google Shape;11404;p81"/>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81"/>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06" name="Google Shape;11406;p81"/>
              <p:cNvGrpSpPr/>
              <p:nvPr/>
            </p:nvGrpSpPr>
            <p:grpSpPr>
              <a:xfrm>
                <a:off x="3750870" y="3418650"/>
                <a:ext cx="37776" cy="32380"/>
                <a:chOff x="3750870" y="3418650"/>
                <a:chExt cx="37776" cy="32380"/>
              </a:xfrm>
            </p:grpSpPr>
            <p:sp>
              <p:nvSpPr>
                <p:cNvPr id="11407" name="Google Shape;11407;p81"/>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81"/>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81"/>
              <p:cNvGrpSpPr/>
              <p:nvPr/>
            </p:nvGrpSpPr>
            <p:grpSpPr>
              <a:xfrm>
                <a:off x="3632509" y="3274438"/>
                <a:ext cx="37783" cy="32357"/>
                <a:chOff x="3632509" y="3274438"/>
                <a:chExt cx="37783" cy="32357"/>
              </a:xfrm>
            </p:grpSpPr>
            <p:sp>
              <p:nvSpPr>
                <p:cNvPr id="11410" name="Google Shape;11410;p81"/>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81"/>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2" name="Google Shape;11412;p81"/>
              <p:cNvGrpSpPr/>
              <p:nvPr/>
            </p:nvGrpSpPr>
            <p:grpSpPr>
              <a:xfrm>
                <a:off x="3906424" y="3297561"/>
                <a:ext cx="37776" cy="32451"/>
                <a:chOff x="3906424" y="3297561"/>
                <a:chExt cx="37776" cy="32451"/>
              </a:xfrm>
            </p:grpSpPr>
            <p:sp>
              <p:nvSpPr>
                <p:cNvPr id="11413" name="Google Shape;11413;p81"/>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81"/>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5" name="Google Shape;11415;p81"/>
              <p:cNvGrpSpPr/>
              <p:nvPr/>
            </p:nvGrpSpPr>
            <p:grpSpPr>
              <a:xfrm>
                <a:off x="3866084" y="3412107"/>
                <a:ext cx="37776" cy="32357"/>
                <a:chOff x="3866084" y="3412107"/>
                <a:chExt cx="37776" cy="32357"/>
              </a:xfrm>
            </p:grpSpPr>
            <p:sp>
              <p:nvSpPr>
                <p:cNvPr id="11416" name="Google Shape;11416;p81"/>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81"/>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8" name="Google Shape;11418;p81"/>
              <p:cNvGrpSpPr/>
              <p:nvPr/>
            </p:nvGrpSpPr>
            <p:grpSpPr>
              <a:xfrm>
                <a:off x="4023919" y="3766409"/>
                <a:ext cx="37783" cy="32357"/>
                <a:chOff x="4023919" y="3766409"/>
                <a:chExt cx="37783" cy="32357"/>
              </a:xfrm>
            </p:grpSpPr>
            <p:sp>
              <p:nvSpPr>
                <p:cNvPr id="11419" name="Google Shape;11419;p81"/>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81"/>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1" name="Google Shape;11421;p81"/>
              <p:cNvGrpSpPr/>
              <p:nvPr/>
            </p:nvGrpSpPr>
            <p:grpSpPr>
              <a:xfrm>
                <a:off x="3973882" y="3779449"/>
                <a:ext cx="37776" cy="32357"/>
                <a:chOff x="3973882" y="3779449"/>
                <a:chExt cx="37776" cy="32357"/>
              </a:xfrm>
            </p:grpSpPr>
            <p:sp>
              <p:nvSpPr>
                <p:cNvPr id="11422" name="Google Shape;11422;p81"/>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81"/>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4" name="Google Shape;11424;p81"/>
              <p:cNvGrpSpPr/>
              <p:nvPr/>
            </p:nvGrpSpPr>
            <p:grpSpPr>
              <a:xfrm>
                <a:off x="4073398" y="3838028"/>
                <a:ext cx="37776" cy="32380"/>
                <a:chOff x="4073398" y="3838028"/>
                <a:chExt cx="37776" cy="32380"/>
              </a:xfrm>
            </p:grpSpPr>
            <p:sp>
              <p:nvSpPr>
                <p:cNvPr id="11425" name="Google Shape;11425;p81"/>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81"/>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7" name="Google Shape;11427;p81"/>
              <p:cNvGrpSpPr/>
              <p:nvPr/>
            </p:nvGrpSpPr>
            <p:grpSpPr>
              <a:xfrm>
                <a:off x="4342672" y="4144496"/>
                <a:ext cx="37752" cy="32364"/>
                <a:chOff x="4342672" y="4144496"/>
                <a:chExt cx="37752" cy="32364"/>
              </a:xfrm>
            </p:grpSpPr>
            <p:sp>
              <p:nvSpPr>
                <p:cNvPr id="11428" name="Google Shape;11428;p81"/>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81"/>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0" name="Google Shape;11430;p81"/>
              <p:cNvGrpSpPr/>
              <p:nvPr/>
            </p:nvGrpSpPr>
            <p:grpSpPr>
              <a:xfrm>
                <a:off x="4406386" y="4056872"/>
                <a:ext cx="37783" cy="32364"/>
                <a:chOff x="4406386" y="4056872"/>
                <a:chExt cx="37783" cy="32364"/>
              </a:xfrm>
            </p:grpSpPr>
            <p:sp>
              <p:nvSpPr>
                <p:cNvPr id="11431" name="Google Shape;11431;p81"/>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81"/>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3" name="Google Shape;11433;p81"/>
              <p:cNvGrpSpPr/>
              <p:nvPr/>
            </p:nvGrpSpPr>
            <p:grpSpPr>
              <a:xfrm>
                <a:off x="4284416" y="4245254"/>
                <a:ext cx="37783" cy="32357"/>
                <a:chOff x="4284416" y="4245254"/>
                <a:chExt cx="37783" cy="32357"/>
              </a:xfrm>
            </p:grpSpPr>
            <p:sp>
              <p:nvSpPr>
                <p:cNvPr id="11434" name="Google Shape;11434;p81"/>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81"/>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6" name="Google Shape;11436;p81"/>
              <p:cNvGrpSpPr/>
              <p:nvPr/>
            </p:nvGrpSpPr>
            <p:grpSpPr>
              <a:xfrm>
                <a:off x="4219057" y="4331258"/>
                <a:ext cx="37776" cy="32364"/>
                <a:chOff x="4219057" y="4331258"/>
                <a:chExt cx="37776" cy="32364"/>
              </a:xfrm>
            </p:grpSpPr>
            <p:sp>
              <p:nvSpPr>
                <p:cNvPr id="11437" name="Google Shape;11437;p81"/>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81"/>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9" name="Google Shape;11439;p81"/>
              <p:cNvGrpSpPr/>
              <p:nvPr/>
            </p:nvGrpSpPr>
            <p:grpSpPr>
              <a:xfrm>
                <a:off x="4204122" y="4141688"/>
                <a:ext cx="33497" cy="28699"/>
                <a:chOff x="4204122" y="4141688"/>
                <a:chExt cx="33497" cy="28699"/>
              </a:xfrm>
            </p:grpSpPr>
            <p:sp>
              <p:nvSpPr>
                <p:cNvPr id="11440" name="Google Shape;11440;p81"/>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81"/>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2" name="Google Shape;11442;p81"/>
              <p:cNvGrpSpPr/>
              <p:nvPr/>
            </p:nvGrpSpPr>
            <p:grpSpPr>
              <a:xfrm>
                <a:off x="4301546" y="4003869"/>
                <a:ext cx="38916" cy="33324"/>
                <a:chOff x="4301546" y="4003869"/>
                <a:chExt cx="38916" cy="33324"/>
              </a:xfrm>
            </p:grpSpPr>
            <p:sp>
              <p:nvSpPr>
                <p:cNvPr id="11443" name="Google Shape;11443;p81"/>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81"/>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5" name="Google Shape;11445;p81"/>
              <p:cNvGrpSpPr/>
              <p:nvPr/>
            </p:nvGrpSpPr>
            <p:grpSpPr>
              <a:xfrm>
                <a:off x="4210681" y="3924669"/>
                <a:ext cx="36549" cy="31366"/>
                <a:chOff x="4210681" y="3924669"/>
                <a:chExt cx="36549" cy="31366"/>
              </a:xfrm>
            </p:grpSpPr>
            <p:sp>
              <p:nvSpPr>
                <p:cNvPr id="11446" name="Google Shape;11446;p81"/>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81"/>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8" name="Google Shape;11448;p81"/>
              <p:cNvGrpSpPr/>
              <p:nvPr/>
            </p:nvGrpSpPr>
            <p:grpSpPr>
              <a:xfrm>
                <a:off x="3987771" y="3628874"/>
                <a:ext cx="31499" cy="26993"/>
                <a:chOff x="3987771" y="3628874"/>
                <a:chExt cx="31499" cy="26993"/>
              </a:xfrm>
            </p:grpSpPr>
            <p:sp>
              <p:nvSpPr>
                <p:cNvPr id="11449" name="Google Shape;11449;p81"/>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81"/>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1" name="Google Shape;11451;p81"/>
              <p:cNvGrpSpPr/>
              <p:nvPr/>
            </p:nvGrpSpPr>
            <p:grpSpPr>
              <a:xfrm>
                <a:off x="4087382" y="3775674"/>
                <a:ext cx="31405" cy="26898"/>
                <a:chOff x="4087382" y="3775674"/>
                <a:chExt cx="31405" cy="26898"/>
              </a:xfrm>
            </p:grpSpPr>
            <p:sp>
              <p:nvSpPr>
                <p:cNvPr id="11452" name="Google Shape;11452;p81"/>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81"/>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4" name="Google Shape;11454;p81"/>
              <p:cNvGrpSpPr/>
              <p:nvPr/>
            </p:nvGrpSpPr>
            <p:grpSpPr>
              <a:xfrm>
                <a:off x="4118873" y="3856637"/>
                <a:ext cx="31405" cy="26906"/>
                <a:chOff x="4118873" y="3856637"/>
                <a:chExt cx="31405" cy="26906"/>
              </a:xfrm>
            </p:grpSpPr>
            <p:sp>
              <p:nvSpPr>
                <p:cNvPr id="11455" name="Google Shape;11455;p81"/>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81"/>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7" name="Google Shape;11457;p81"/>
              <p:cNvGrpSpPr/>
              <p:nvPr/>
            </p:nvGrpSpPr>
            <p:grpSpPr>
              <a:xfrm>
                <a:off x="4168541" y="3639523"/>
                <a:ext cx="31499" cy="26906"/>
                <a:chOff x="4168541" y="3639523"/>
                <a:chExt cx="31499" cy="26906"/>
              </a:xfrm>
            </p:grpSpPr>
            <p:sp>
              <p:nvSpPr>
                <p:cNvPr id="11458" name="Google Shape;11458;p81"/>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81"/>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0" name="Google Shape;11460;p81"/>
              <p:cNvGrpSpPr/>
              <p:nvPr/>
            </p:nvGrpSpPr>
            <p:grpSpPr>
              <a:xfrm>
                <a:off x="3965789" y="3393545"/>
                <a:ext cx="31405" cy="26945"/>
                <a:chOff x="3965789" y="3393545"/>
                <a:chExt cx="31405" cy="26945"/>
              </a:xfrm>
            </p:grpSpPr>
            <p:sp>
              <p:nvSpPr>
                <p:cNvPr id="11461" name="Google Shape;11461;p81"/>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81"/>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3" name="Google Shape;11463;p81"/>
              <p:cNvGrpSpPr/>
              <p:nvPr/>
            </p:nvGrpSpPr>
            <p:grpSpPr>
              <a:xfrm>
                <a:off x="3925166" y="3491008"/>
                <a:ext cx="31405" cy="27001"/>
                <a:chOff x="3925166" y="3491008"/>
                <a:chExt cx="31405" cy="27001"/>
              </a:xfrm>
            </p:grpSpPr>
            <p:sp>
              <p:nvSpPr>
                <p:cNvPr id="11464" name="Google Shape;11464;p81"/>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81"/>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6" name="Google Shape;11466;p81"/>
              <p:cNvGrpSpPr/>
              <p:nvPr/>
            </p:nvGrpSpPr>
            <p:grpSpPr>
              <a:xfrm>
                <a:off x="3682845" y="3340976"/>
                <a:ext cx="31397" cy="26898"/>
                <a:chOff x="3682845" y="3340976"/>
                <a:chExt cx="31397" cy="26898"/>
              </a:xfrm>
            </p:grpSpPr>
            <p:sp>
              <p:nvSpPr>
                <p:cNvPr id="11467" name="Google Shape;11467;p81"/>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81"/>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9" name="Google Shape;11469;p81"/>
              <p:cNvGrpSpPr/>
              <p:nvPr/>
            </p:nvGrpSpPr>
            <p:grpSpPr>
              <a:xfrm>
                <a:off x="3795393" y="3353725"/>
                <a:ext cx="31499" cy="26993"/>
                <a:chOff x="3795393" y="3353725"/>
                <a:chExt cx="31499" cy="26993"/>
              </a:xfrm>
            </p:grpSpPr>
            <p:sp>
              <p:nvSpPr>
                <p:cNvPr id="11470" name="Google Shape;11470;p81"/>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81"/>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2" name="Google Shape;11472;p81"/>
              <p:cNvGrpSpPr/>
              <p:nvPr/>
            </p:nvGrpSpPr>
            <p:grpSpPr>
              <a:xfrm>
                <a:off x="4176909" y="4363221"/>
                <a:ext cx="38924" cy="33316"/>
                <a:chOff x="4176909" y="4363221"/>
                <a:chExt cx="38924" cy="33316"/>
              </a:xfrm>
            </p:grpSpPr>
            <p:sp>
              <p:nvSpPr>
                <p:cNvPr id="11473" name="Google Shape;11473;p81"/>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81"/>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5" name="Google Shape;11475;p81"/>
              <p:cNvGrpSpPr/>
              <p:nvPr/>
            </p:nvGrpSpPr>
            <p:grpSpPr>
              <a:xfrm>
                <a:off x="4226191" y="4007660"/>
                <a:ext cx="33560" cy="28770"/>
                <a:chOff x="4226191" y="4007660"/>
                <a:chExt cx="33560" cy="28770"/>
              </a:xfrm>
            </p:grpSpPr>
            <p:sp>
              <p:nvSpPr>
                <p:cNvPr id="11476" name="Google Shape;11476;p81"/>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81"/>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8" name="Google Shape;11478;p81"/>
              <p:cNvGrpSpPr/>
              <p:nvPr/>
            </p:nvGrpSpPr>
            <p:grpSpPr>
              <a:xfrm>
                <a:off x="3597785" y="3377045"/>
                <a:ext cx="33591" cy="28699"/>
                <a:chOff x="3597785" y="3377045"/>
                <a:chExt cx="33591" cy="28699"/>
              </a:xfrm>
            </p:grpSpPr>
            <p:sp>
              <p:nvSpPr>
                <p:cNvPr id="11479" name="Google Shape;11479;p81"/>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81"/>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1" name="Google Shape;11481;p81"/>
              <p:cNvGrpSpPr/>
              <p:nvPr/>
            </p:nvGrpSpPr>
            <p:grpSpPr>
              <a:xfrm>
                <a:off x="3887870" y="3669796"/>
                <a:ext cx="33591" cy="28692"/>
                <a:chOff x="3887870" y="3669796"/>
                <a:chExt cx="33591" cy="28692"/>
              </a:xfrm>
            </p:grpSpPr>
            <p:sp>
              <p:nvSpPr>
                <p:cNvPr id="11482" name="Google Shape;11482;p81"/>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81"/>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4" name="Google Shape;11484;p81"/>
              <p:cNvGrpSpPr/>
              <p:nvPr/>
            </p:nvGrpSpPr>
            <p:grpSpPr>
              <a:xfrm>
                <a:off x="3818320" y="3481625"/>
                <a:ext cx="33497" cy="28770"/>
                <a:chOff x="3818320" y="3481625"/>
                <a:chExt cx="33497" cy="28770"/>
              </a:xfrm>
            </p:grpSpPr>
            <p:sp>
              <p:nvSpPr>
                <p:cNvPr id="11485" name="Google Shape;11485;p81"/>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81"/>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81"/>
              <p:cNvGrpSpPr/>
              <p:nvPr/>
            </p:nvGrpSpPr>
            <p:grpSpPr>
              <a:xfrm>
                <a:off x="4278139" y="4120948"/>
                <a:ext cx="37492" cy="32129"/>
                <a:chOff x="4278139" y="4120948"/>
                <a:chExt cx="37492" cy="32129"/>
              </a:xfrm>
            </p:grpSpPr>
            <p:sp>
              <p:nvSpPr>
                <p:cNvPr id="11488" name="Google Shape;11488;p81"/>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81"/>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0" name="Google Shape;11490;p81"/>
              <p:cNvGrpSpPr/>
              <p:nvPr/>
            </p:nvGrpSpPr>
            <p:grpSpPr>
              <a:xfrm>
                <a:off x="4419898" y="3977388"/>
                <a:ext cx="33497" cy="28692"/>
                <a:chOff x="4419898" y="3977388"/>
                <a:chExt cx="33497" cy="28692"/>
              </a:xfrm>
            </p:grpSpPr>
            <p:sp>
              <p:nvSpPr>
                <p:cNvPr id="11491" name="Google Shape;11491;p81"/>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81"/>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3" name="Google Shape;11493;p81"/>
              <p:cNvGrpSpPr/>
              <p:nvPr/>
            </p:nvGrpSpPr>
            <p:grpSpPr>
              <a:xfrm>
                <a:off x="4158930" y="4034684"/>
                <a:ext cx="33497" cy="28762"/>
                <a:chOff x="4158930" y="4034684"/>
                <a:chExt cx="33497" cy="28762"/>
              </a:xfrm>
            </p:grpSpPr>
            <p:sp>
              <p:nvSpPr>
                <p:cNvPr id="11494" name="Google Shape;11494;p81"/>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81"/>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6" name="Google Shape;11496;p81"/>
              <p:cNvGrpSpPr/>
              <p:nvPr/>
            </p:nvGrpSpPr>
            <p:grpSpPr>
              <a:xfrm>
                <a:off x="4134949" y="3957049"/>
                <a:ext cx="33497" cy="28770"/>
                <a:chOff x="4134949" y="3957049"/>
                <a:chExt cx="33497" cy="28770"/>
              </a:xfrm>
            </p:grpSpPr>
            <p:sp>
              <p:nvSpPr>
                <p:cNvPr id="11497" name="Google Shape;11497;p81"/>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81"/>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9" name="Google Shape;11499;p81"/>
              <p:cNvGrpSpPr/>
              <p:nvPr/>
            </p:nvGrpSpPr>
            <p:grpSpPr>
              <a:xfrm>
                <a:off x="4193653" y="4184403"/>
                <a:ext cx="43580" cy="37264"/>
                <a:chOff x="4193653" y="4184403"/>
                <a:chExt cx="43580" cy="37264"/>
              </a:xfrm>
            </p:grpSpPr>
            <p:sp>
              <p:nvSpPr>
                <p:cNvPr id="11500" name="Google Shape;11500;p81"/>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81"/>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2" name="Google Shape;11502;p81"/>
              <p:cNvGrpSpPr/>
              <p:nvPr/>
            </p:nvGrpSpPr>
            <p:grpSpPr>
              <a:xfrm>
                <a:off x="4343600" y="3943844"/>
                <a:ext cx="43580" cy="37312"/>
                <a:chOff x="4343600" y="3943844"/>
                <a:chExt cx="43580" cy="37312"/>
              </a:xfrm>
            </p:grpSpPr>
            <p:sp>
              <p:nvSpPr>
                <p:cNvPr id="11503" name="Google Shape;11503;p81"/>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81"/>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5" name="Google Shape;11505;p81"/>
              <p:cNvGrpSpPr/>
              <p:nvPr/>
            </p:nvGrpSpPr>
            <p:grpSpPr>
              <a:xfrm>
                <a:off x="4172339" y="3381693"/>
                <a:ext cx="31499" cy="27001"/>
                <a:chOff x="4172339" y="3381693"/>
                <a:chExt cx="31499" cy="27001"/>
              </a:xfrm>
            </p:grpSpPr>
            <p:sp>
              <p:nvSpPr>
                <p:cNvPr id="11506" name="Google Shape;11506;p81"/>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81"/>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11"/>
        <p:cNvGrpSpPr/>
        <p:nvPr/>
      </p:nvGrpSpPr>
      <p:grpSpPr>
        <a:xfrm>
          <a:off x="0" y="0"/>
          <a:ext cx="0" cy="0"/>
          <a:chOff x="0" y="0"/>
          <a:chExt cx="0" cy="0"/>
        </a:xfrm>
      </p:grpSpPr>
      <p:grpSp>
        <p:nvGrpSpPr>
          <p:cNvPr id="11512" name="Google Shape;11512;p82"/>
          <p:cNvGrpSpPr/>
          <p:nvPr/>
        </p:nvGrpSpPr>
        <p:grpSpPr>
          <a:xfrm>
            <a:off x="2126623" y="3607908"/>
            <a:ext cx="1102891" cy="760337"/>
            <a:chOff x="4967783" y="2151471"/>
            <a:chExt cx="3920692" cy="2702940"/>
          </a:xfrm>
        </p:grpSpPr>
        <p:grpSp>
          <p:nvGrpSpPr>
            <p:cNvPr id="11513" name="Google Shape;11513;p82"/>
            <p:cNvGrpSpPr/>
            <p:nvPr/>
          </p:nvGrpSpPr>
          <p:grpSpPr>
            <a:xfrm>
              <a:off x="5045709" y="2252109"/>
              <a:ext cx="3761071" cy="2501708"/>
              <a:chOff x="2691784" y="1805334"/>
              <a:chExt cx="3761071" cy="2501708"/>
            </a:xfrm>
          </p:grpSpPr>
          <p:sp>
            <p:nvSpPr>
              <p:cNvPr id="11514" name="Google Shape;11514;p82"/>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82"/>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82"/>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82"/>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82"/>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82"/>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82"/>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1" name="Google Shape;11521;p82"/>
            <p:cNvGrpSpPr/>
            <p:nvPr/>
          </p:nvGrpSpPr>
          <p:grpSpPr>
            <a:xfrm>
              <a:off x="4967783" y="2151471"/>
              <a:ext cx="3920692" cy="2702940"/>
              <a:chOff x="2613858" y="1704696"/>
              <a:chExt cx="3920692" cy="2702940"/>
            </a:xfrm>
          </p:grpSpPr>
          <p:sp>
            <p:nvSpPr>
              <p:cNvPr id="11522" name="Google Shape;11522;p82"/>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82"/>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82"/>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82"/>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82"/>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27" name="Google Shape;11527;p82"/>
          <p:cNvGrpSpPr/>
          <p:nvPr/>
        </p:nvGrpSpPr>
        <p:grpSpPr>
          <a:xfrm>
            <a:off x="3530532" y="1496185"/>
            <a:ext cx="1561911" cy="708580"/>
            <a:chOff x="3530532" y="1496185"/>
            <a:chExt cx="1561911" cy="708580"/>
          </a:xfrm>
        </p:grpSpPr>
        <p:grpSp>
          <p:nvGrpSpPr>
            <p:cNvPr id="11528" name="Google Shape;11528;p82"/>
            <p:cNvGrpSpPr/>
            <p:nvPr/>
          </p:nvGrpSpPr>
          <p:grpSpPr>
            <a:xfrm>
              <a:off x="3720318" y="1857562"/>
              <a:ext cx="1372125" cy="54"/>
              <a:chOff x="3720318" y="1857562"/>
              <a:chExt cx="1372125" cy="54"/>
            </a:xfrm>
          </p:grpSpPr>
          <p:cxnSp>
            <p:nvCxnSpPr>
              <p:cNvPr id="11529" name="Google Shape;11529;p82"/>
              <p:cNvCxnSpPr>
                <a:endCxn id="11530"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1531" name="Google Shape;11531;p82"/>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1532" name="Google Shape;11532;p82"/>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1533" name="Google Shape;11533;p82"/>
              <p:cNvCxnSpPr>
                <a:stCxn id="11530"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11534" name="Google Shape;11534;p82"/>
            <p:cNvGrpSpPr/>
            <p:nvPr/>
          </p:nvGrpSpPr>
          <p:grpSpPr>
            <a:xfrm>
              <a:off x="3567462" y="1496185"/>
              <a:ext cx="286500" cy="272914"/>
              <a:chOff x="3567462" y="1496185"/>
              <a:chExt cx="286500" cy="272914"/>
            </a:xfrm>
          </p:grpSpPr>
          <p:cxnSp>
            <p:nvCxnSpPr>
              <p:cNvPr id="11535" name="Google Shape;11535;p82"/>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1536" name="Google Shape;11536;p82"/>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37" name="Google Shape;11537;p82"/>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82"/>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39" name="Google Shape;11539;p82"/>
            <p:cNvGrpSpPr/>
            <p:nvPr/>
          </p:nvGrpSpPr>
          <p:grpSpPr>
            <a:xfrm>
              <a:off x="3929014" y="1960574"/>
              <a:ext cx="286500" cy="242342"/>
              <a:chOff x="3929014" y="1960574"/>
              <a:chExt cx="286500" cy="242342"/>
            </a:xfrm>
          </p:grpSpPr>
          <p:cxnSp>
            <p:nvCxnSpPr>
              <p:cNvPr id="11540" name="Google Shape;11540;p82"/>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11541" name="Google Shape;11541;p82"/>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2" name="Google Shape;11542;p82"/>
            <p:cNvGrpSpPr/>
            <p:nvPr/>
          </p:nvGrpSpPr>
          <p:grpSpPr>
            <a:xfrm>
              <a:off x="4290828" y="1496185"/>
              <a:ext cx="286500" cy="272914"/>
              <a:chOff x="4290828" y="1496185"/>
              <a:chExt cx="286500" cy="272914"/>
            </a:xfrm>
          </p:grpSpPr>
          <p:cxnSp>
            <p:nvCxnSpPr>
              <p:cNvPr id="11543" name="Google Shape;11543;p82"/>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1544" name="Google Shape;11544;p82"/>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45" name="Google Shape;11545;p82"/>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82"/>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6" name="Google Shape;11546;p82"/>
            <p:cNvGrpSpPr/>
            <p:nvPr/>
          </p:nvGrpSpPr>
          <p:grpSpPr>
            <a:xfrm>
              <a:off x="4657726" y="1959674"/>
              <a:ext cx="286500" cy="245092"/>
              <a:chOff x="4657726" y="1959674"/>
              <a:chExt cx="286500" cy="245092"/>
            </a:xfrm>
          </p:grpSpPr>
          <p:cxnSp>
            <p:nvCxnSpPr>
              <p:cNvPr id="11547" name="Google Shape;11547;p82"/>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11548" name="Google Shape;11548;p82"/>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49" name="Google Shape;11549;p82"/>
          <p:cNvGrpSpPr/>
          <p:nvPr/>
        </p:nvGrpSpPr>
        <p:grpSpPr>
          <a:xfrm>
            <a:off x="3512551" y="2358282"/>
            <a:ext cx="1597032" cy="378649"/>
            <a:chOff x="3512551" y="2358282"/>
            <a:chExt cx="1597032" cy="378649"/>
          </a:xfrm>
        </p:grpSpPr>
        <p:grpSp>
          <p:nvGrpSpPr>
            <p:cNvPr id="11550" name="Google Shape;11550;p82"/>
            <p:cNvGrpSpPr/>
            <p:nvPr/>
          </p:nvGrpSpPr>
          <p:grpSpPr>
            <a:xfrm>
              <a:off x="3738198" y="2553002"/>
              <a:ext cx="1145834" cy="117"/>
              <a:chOff x="3738198" y="2553002"/>
              <a:chExt cx="1145834" cy="117"/>
            </a:xfrm>
          </p:grpSpPr>
          <p:cxnSp>
            <p:nvCxnSpPr>
              <p:cNvPr id="11551" name="Google Shape;11551;p82"/>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1552" name="Google Shape;11552;p82"/>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1553" name="Google Shape;11553;p82"/>
              <p:cNvCxnSpPr>
                <a:stCxn id="11554" idx="6"/>
                <a:endCxn id="11555"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11556" name="Google Shape;11556;p82"/>
            <p:cNvGrpSpPr/>
            <p:nvPr/>
          </p:nvGrpSpPr>
          <p:grpSpPr>
            <a:xfrm>
              <a:off x="3969644" y="2440153"/>
              <a:ext cx="225900" cy="296779"/>
              <a:chOff x="3969644" y="2440153"/>
              <a:chExt cx="225900" cy="296779"/>
            </a:xfrm>
          </p:grpSpPr>
          <p:cxnSp>
            <p:nvCxnSpPr>
              <p:cNvPr id="11557" name="Google Shape;11557;p82"/>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11555" name="Google Shape;11555;p82"/>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82"/>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9" name="Google Shape;11559;p82"/>
            <p:cNvGrpSpPr/>
            <p:nvPr/>
          </p:nvGrpSpPr>
          <p:grpSpPr>
            <a:xfrm>
              <a:off x="4426818" y="2358282"/>
              <a:ext cx="225600" cy="307471"/>
              <a:chOff x="4426818" y="2358282"/>
              <a:chExt cx="225600" cy="307471"/>
            </a:xfrm>
          </p:grpSpPr>
          <p:cxnSp>
            <p:nvCxnSpPr>
              <p:cNvPr id="11560" name="Google Shape;11560;p82"/>
              <p:cNvCxnSpPr>
                <a:stCxn id="11561"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11562" name="Google Shape;11562;p82"/>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82"/>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3" name="Google Shape;11563;p82"/>
            <p:cNvGrpSpPr/>
            <p:nvPr/>
          </p:nvGrpSpPr>
          <p:grpSpPr>
            <a:xfrm>
              <a:off x="4883984" y="2440153"/>
              <a:ext cx="225600" cy="296479"/>
              <a:chOff x="4883984" y="2440153"/>
              <a:chExt cx="225600" cy="296479"/>
            </a:xfrm>
          </p:grpSpPr>
          <p:cxnSp>
            <p:nvCxnSpPr>
              <p:cNvPr id="11564" name="Google Shape;11564;p82"/>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11565" name="Google Shape;11565;p82"/>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82"/>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7" name="Google Shape;11567;p82"/>
            <p:cNvGrpSpPr/>
            <p:nvPr/>
          </p:nvGrpSpPr>
          <p:grpSpPr>
            <a:xfrm>
              <a:off x="3512551" y="2437558"/>
              <a:ext cx="225647" cy="228426"/>
              <a:chOff x="2182679" y="2283114"/>
              <a:chExt cx="792300" cy="802058"/>
            </a:xfrm>
          </p:grpSpPr>
          <p:cxnSp>
            <p:nvCxnSpPr>
              <p:cNvPr id="11568" name="Google Shape;11568;p82"/>
              <p:cNvCxnSpPr>
                <a:stCxn id="11569" idx="0"/>
              </p:cNvCxnSpPr>
              <p:nvPr/>
            </p:nvCxnSpPr>
            <p:spPr>
              <a:xfrm rot="10800000">
                <a:off x="2578961" y="2283114"/>
                <a:ext cx="0" cy="110700"/>
              </a:xfrm>
              <a:prstGeom prst="straightConnector1">
                <a:avLst/>
              </a:prstGeom>
              <a:noFill/>
              <a:ln w="9525" cap="flat" cmpd="sng">
                <a:solidFill>
                  <a:srgbClr val="435D74"/>
                </a:solidFill>
                <a:prstDash val="solid"/>
                <a:round/>
                <a:headEnd type="none" w="med" len="med"/>
                <a:tailEnd type="none" w="med" len="med"/>
              </a:ln>
            </p:spPr>
          </p:cxnSp>
          <p:sp>
            <p:nvSpPr>
              <p:cNvPr id="11554" name="Google Shape;11554;p82"/>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82"/>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70" name="Google Shape;11570;p82"/>
          <p:cNvGrpSpPr/>
          <p:nvPr/>
        </p:nvGrpSpPr>
        <p:grpSpPr>
          <a:xfrm>
            <a:off x="6872633" y="1182079"/>
            <a:ext cx="1559809" cy="722610"/>
            <a:chOff x="634175" y="2986275"/>
            <a:chExt cx="3147949" cy="1458344"/>
          </a:xfrm>
        </p:grpSpPr>
        <p:cxnSp>
          <p:nvCxnSpPr>
            <p:cNvPr id="11571" name="Google Shape;11571;p82"/>
            <p:cNvCxnSpPr>
              <a:stCxn id="11572" idx="4"/>
              <a:endCxn id="11573"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11574" name="Google Shape;11574;p82"/>
            <p:cNvCxnSpPr>
              <a:stCxn id="11573" idx="0"/>
              <a:endCxn id="11575"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1576" name="Google Shape;11576;p82"/>
            <p:cNvCxnSpPr>
              <a:stCxn id="11575" idx="4"/>
              <a:endCxn id="11577"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1578" name="Google Shape;11578;p82"/>
            <p:cNvCxnSpPr>
              <a:stCxn id="11577" idx="0"/>
              <a:endCxn id="11579"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11579" name="Google Shape;11579;p82"/>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11575" name="Google Shape;11575;p82"/>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11572" name="Google Shape;11572;p82"/>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11577" name="Google Shape;11577;p82"/>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11573" name="Google Shape;11573;p82"/>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11580" name="Google Shape;11580;p82"/>
          <p:cNvGrpSpPr/>
          <p:nvPr/>
        </p:nvGrpSpPr>
        <p:grpSpPr>
          <a:xfrm>
            <a:off x="3526424" y="2891987"/>
            <a:ext cx="1570719" cy="294123"/>
            <a:chOff x="998425" y="1182125"/>
            <a:chExt cx="1065400" cy="199500"/>
          </a:xfrm>
        </p:grpSpPr>
        <p:sp>
          <p:nvSpPr>
            <p:cNvPr id="11581" name="Google Shape;11581;p82"/>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82"/>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82"/>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82"/>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82"/>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6" name="Google Shape;11586;p82"/>
          <p:cNvGrpSpPr/>
          <p:nvPr/>
        </p:nvGrpSpPr>
        <p:grpSpPr>
          <a:xfrm>
            <a:off x="6869680" y="2009474"/>
            <a:ext cx="1565716" cy="366729"/>
            <a:chOff x="1247650" y="2075423"/>
            <a:chExt cx="6648477" cy="1557238"/>
          </a:xfrm>
        </p:grpSpPr>
        <p:sp>
          <p:nvSpPr>
            <p:cNvPr id="11587" name="Google Shape;11587;p82"/>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82"/>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82"/>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82"/>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82"/>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82"/>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3" name="Google Shape;11593;p82"/>
          <p:cNvGrpSpPr/>
          <p:nvPr/>
        </p:nvGrpSpPr>
        <p:grpSpPr>
          <a:xfrm>
            <a:off x="6853992" y="3158289"/>
            <a:ext cx="1597061" cy="663440"/>
            <a:chOff x="6796238" y="3158297"/>
            <a:chExt cx="1630319" cy="677257"/>
          </a:xfrm>
        </p:grpSpPr>
        <p:cxnSp>
          <p:nvCxnSpPr>
            <p:cNvPr id="11594" name="Google Shape;11594;p82"/>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1595" name="Google Shape;11595;p82"/>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1596" name="Google Shape;11596;p82"/>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11597" name="Google Shape;11597;p82"/>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11598" name="Google Shape;11598;p82"/>
            <p:cNvGrpSpPr/>
            <p:nvPr/>
          </p:nvGrpSpPr>
          <p:grpSpPr>
            <a:xfrm>
              <a:off x="6796238" y="3311904"/>
              <a:ext cx="1630319" cy="377697"/>
              <a:chOff x="6796238" y="3311904"/>
              <a:chExt cx="1630319" cy="377697"/>
            </a:xfrm>
          </p:grpSpPr>
          <p:sp>
            <p:nvSpPr>
              <p:cNvPr id="11599" name="Google Shape;11599;p82"/>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82"/>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82"/>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602" name="Google Shape;11602;p82"/>
          <p:cNvGrpSpPr/>
          <p:nvPr/>
        </p:nvGrpSpPr>
        <p:grpSpPr>
          <a:xfrm>
            <a:off x="5375130" y="1179681"/>
            <a:ext cx="1368606" cy="1593805"/>
            <a:chOff x="1839112" y="2209163"/>
            <a:chExt cx="1918159" cy="2233784"/>
          </a:xfrm>
        </p:grpSpPr>
        <p:sp>
          <p:nvSpPr>
            <p:cNvPr id="11603" name="Google Shape;11603;p82"/>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82"/>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82"/>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06" name="Google Shape;11606;p82"/>
            <p:cNvCxnSpPr>
              <a:stCxn id="11603" idx="6"/>
              <a:endCxn id="11604"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1607" name="Google Shape;11607;p82"/>
            <p:cNvCxnSpPr>
              <a:stCxn id="11604" idx="4"/>
              <a:endCxn id="11608"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11609" name="Google Shape;11609;p82"/>
            <p:cNvCxnSpPr>
              <a:stCxn id="11608" idx="6"/>
              <a:endCxn id="11605"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1610" name="Google Shape;11610;p82"/>
            <p:cNvCxnSpPr>
              <a:stCxn id="11605" idx="4"/>
              <a:endCxn id="11611"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11608" name="Google Shape;11608;p82"/>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82"/>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82"/>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13" name="Google Shape;11613;p82"/>
            <p:cNvCxnSpPr>
              <a:endCxn id="11612"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11614" name="Google Shape;11614;p82"/>
          <p:cNvGrpSpPr/>
          <p:nvPr/>
        </p:nvGrpSpPr>
        <p:grpSpPr>
          <a:xfrm>
            <a:off x="3507503" y="1185917"/>
            <a:ext cx="1637968" cy="154942"/>
            <a:chOff x="238125" y="2506075"/>
            <a:chExt cx="7115411" cy="673075"/>
          </a:xfrm>
        </p:grpSpPr>
        <p:sp>
          <p:nvSpPr>
            <p:cNvPr id="11615" name="Google Shape;11615;p82"/>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82"/>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82"/>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82"/>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82"/>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0" name="Google Shape;11620;p82"/>
          <p:cNvGrpSpPr/>
          <p:nvPr/>
        </p:nvGrpSpPr>
        <p:grpSpPr>
          <a:xfrm>
            <a:off x="746187" y="1507514"/>
            <a:ext cx="2476762" cy="91743"/>
            <a:chOff x="1464850" y="436376"/>
            <a:chExt cx="6001362" cy="222300"/>
          </a:xfrm>
        </p:grpSpPr>
        <p:sp>
          <p:nvSpPr>
            <p:cNvPr id="11621" name="Google Shape;11621;p82"/>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82"/>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82"/>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82"/>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82"/>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26" name="Google Shape;11626;p82"/>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1627" name="Google Shape;11627;p82"/>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1628" name="Google Shape;11628;p82"/>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1629" name="Google Shape;11629;p82"/>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11630" name="Google Shape;11630;p82"/>
          <p:cNvGrpSpPr/>
          <p:nvPr/>
        </p:nvGrpSpPr>
        <p:grpSpPr>
          <a:xfrm>
            <a:off x="732455" y="2742980"/>
            <a:ext cx="1452710" cy="651923"/>
            <a:chOff x="803162" y="2667727"/>
            <a:chExt cx="1411906" cy="633611"/>
          </a:xfrm>
        </p:grpSpPr>
        <p:cxnSp>
          <p:nvCxnSpPr>
            <p:cNvPr id="11631" name="Google Shape;11631;p82"/>
            <p:cNvCxnSpPr>
              <a:stCxn id="11632" idx="2"/>
              <a:endCxn id="11633"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1634" name="Google Shape;11634;p82"/>
            <p:cNvCxnSpPr>
              <a:stCxn id="11635" idx="0"/>
              <a:endCxn id="11632"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1636" name="Google Shape;11636;p82"/>
            <p:cNvCxnSpPr>
              <a:stCxn id="11635" idx="2"/>
              <a:endCxn id="11637"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1638" name="Google Shape;11638;p82"/>
            <p:cNvCxnSpPr>
              <a:stCxn id="11639" idx="0"/>
              <a:endCxn id="11635"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1640" name="Google Shape;11640;p82"/>
            <p:cNvCxnSpPr>
              <a:stCxn id="11633" idx="2"/>
              <a:endCxn id="11641"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1642" name="Google Shape;11642;p82"/>
            <p:cNvCxnSpPr>
              <a:stCxn id="11643" idx="0"/>
              <a:endCxn id="11633"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11639" name="Google Shape;11639;p82"/>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1637" name="Google Shape;11637;p82"/>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1643" name="Google Shape;11643;p82"/>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1641" name="Google Shape;11641;p82"/>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1633" name="Google Shape;11633;p82"/>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1635" name="Google Shape;11635;p82"/>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11632" name="Google Shape;11632;p82"/>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11644" name="Google Shape;11644;p82"/>
          <p:cNvGrpSpPr/>
          <p:nvPr/>
        </p:nvGrpSpPr>
        <p:grpSpPr>
          <a:xfrm>
            <a:off x="732456" y="1178518"/>
            <a:ext cx="2518541" cy="209309"/>
            <a:chOff x="803163" y="1111966"/>
            <a:chExt cx="2447800" cy="203430"/>
          </a:xfrm>
        </p:grpSpPr>
        <p:grpSp>
          <p:nvGrpSpPr>
            <p:cNvPr id="11645" name="Google Shape;11645;p82"/>
            <p:cNvGrpSpPr/>
            <p:nvPr/>
          </p:nvGrpSpPr>
          <p:grpSpPr>
            <a:xfrm>
              <a:off x="1958180" y="1111966"/>
              <a:ext cx="588019" cy="121396"/>
              <a:chOff x="4808316" y="2800065"/>
              <a:chExt cx="1999386" cy="412910"/>
            </a:xfrm>
          </p:grpSpPr>
          <p:sp>
            <p:nvSpPr>
              <p:cNvPr id="11646" name="Google Shape;11646;p82"/>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47" name="Google Shape;11647;p82"/>
              <p:cNvGrpSpPr/>
              <p:nvPr/>
            </p:nvGrpSpPr>
            <p:grpSpPr>
              <a:xfrm>
                <a:off x="4808316" y="2800065"/>
                <a:ext cx="92400" cy="411825"/>
                <a:chOff x="845575" y="2563700"/>
                <a:chExt cx="92400" cy="411825"/>
              </a:xfrm>
            </p:grpSpPr>
            <p:cxnSp>
              <p:nvCxnSpPr>
                <p:cNvPr id="11648" name="Google Shape;11648;p82"/>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1649" name="Google Shape;11649;p82"/>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11650" name="Google Shape;11650;p82"/>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11651" name="Google Shape;11651;p82"/>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52" name="Google Shape;11652;p82"/>
            <p:cNvGrpSpPr/>
            <p:nvPr/>
          </p:nvGrpSpPr>
          <p:grpSpPr>
            <a:xfrm>
              <a:off x="803163" y="1111974"/>
              <a:ext cx="591158" cy="121545"/>
              <a:chOff x="803163" y="1111974"/>
              <a:chExt cx="591158" cy="121545"/>
            </a:xfrm>
          </p:grpSpPr>
          <p:grpSp>
            <p:nvGrpSpPr>
              <p:cNvPr id="11653" name="Google Shape;11653;p82"/>
              <p:cNvGrpSpPr/>
              <p:nvPr/>
            </p:nvGrpSpPr>
            <p:grpSpPr>
              <a:xfrm>
                <a:off x="803163" y="1111974"/>
                <a:ext cx="27175" cy="121077"/>
                <a:chOff x="845575" y="2563700"/>
                <a:chExt cx="92400" cy="411825"/>
              </a:xfrm>
            </p:grpSpPr>
            <p:cxnSp>
              <p:nvCxnSpPr>
                <p:cNvPr id="11654" name="Google Shape;11654;p82"/>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1655" name="Google Shape;11655;p82"/>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56" name="Google Shape;11656;p82"/>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82"/>
            <p:cNvGrpSpPr/>
            <p:nvPr/>
          </p:nvGrpSpPr>
          <p:grpSpPr>
            <a:xfrm>
              <a:off x="1381910" y="1194219"/>
              <a:ext cx="588341" cy="121177"/>
              <a:chOff x="1381910" y="1194219"/>
              <a:chExt cx="588341" cy="121177"/>
            </a:xfrm>
          </p:grpSpPr>
          <p:grpSp>
            <p:nvGrpSpPr>
              <p:cNvPr id="11658" name="Google Shape;11658;p82"/>
              <p:cNvGrpSpPr/>
              <p:nvPr/>
            </p:nvGrpSpPr>
            <p:grpSpPr>
              <a:xfrm rot="10800000">
                <a:off x="1381910" y="1194319"/>
                <a:ext cx="27175" cy="121077"/>
                <a:chOff x="2070100" y="2563700"/>
                <a:chExt cx="92400" cy="411825"/>
              </a:xfrm>
            </p:grpSpPr>
            <p:cxnSp>
              <p:nvCxnSpPr>
                <p:cNvPr id="11659" name="Google Shape;11659;p82"/>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1660" name="Google Shape;11660;p82"/>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61" name="Google Shape;11661;p82"/>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2" name="Google Shape;11662;p82"/>
            <p:cNvGrpSpPr/>
            <p:nvPr/>
          </p:nvGrpSpPr>
          <p:grpSpPr>
            <a:xfrm>
              <a:off x="2532079" y="1194219"/>
              <a:ext cx="704927" cy="121177"/>
              <a:chOff x="2532079" y="1194219"/>
              <a:chExt cx="704927" cy="121177"/>
            </a:xfrm>
          </p:grpSpPr>
          <p:grpSp>
            <p:nvGrpSpPr>
              <p:cNvPr id="11663" name="Google Shape;11663;p82"/>
              <p:cNvGrpSpPr/>
              <p:nvPr/>
            </p:nvGrpSpPr>
            <p:grpSpPr>
              <a:xfrm rot="10800000">
                <a:off x="2532079" y="1194319"/>
                <a:ext cx="27175" cy="121077"/>
                <a:chOff x="2070100" y="2563700"/>
                <a:chExt cx="92400" cy="411825"/>
              </a:xfrm>
            </p:grpSpPr>
            <p:cxnSp>
              <p:nvCxnSpPr>
                <p:cNvPr id="11664" name="Google Shape;11664;p82"/>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1665" name="Google Shape;11665;p82"/>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66" name="Google Shape;11666;p82"/>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667" name="Google Shape;11667;p82"/>
          <p:cNvGrpSpPr/>
          <p:nvPr/>
        </p:nvGrpSpPr>
        <p:grpSpPr>
          <a:xfrm>
            <a:off x="3525467" y="3875150"/>
            <a:ext cx="1567778" cy="491677"/>
            <a:chOff x="5194708" y="3484366"/>
            <a:chExt cx="3148148" cy="987304"/>
          </a:xfrm>
        </p:grpSpPr>
        <p:grpSp>
          <p:nvGrpSpPr>
            <p:cNvPr id="11668" name="Google Shape;11668;p82"/>
            <p:cNvGrpSpPr/>
            <p:nvPr/>
          </p:nvGrpSpPr>
          <p:grpSpPr>
            <a:xfrm>
              <a:off x="7531521" y="3484366"/>
              <a:ext cx="811335" cy="987304"/>
              <a:chOff x="3379425" y="1617275"/>
              <a:chExt cx="1090650" cy="1327200"/>
            </a:xfrm>
          </p:grpSpPr>
          <p:sp>
            <p:nvSpPr>
              <p:cNvPr id="11669" name="Google Shape;11669;p82"/>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82"/>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82"/>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2" name="Google Shape;11672;p82"/>
            <p:cNvGrpSpPr/>
            <p:nvPr/>
          </p:nvGrpSpPr>
          <p:grpSpPr>
            <a:xfrm>
              <a:off x="6752546" y="3484366"/>
              <a:ext cx="811428" cy="987304"/>
              <a:chOff x="2332275" y="1617275"/>
              <a:chExt cx="1090775" cy="1327200"/>
            </a:xfrm>
          </p:grpSpPr>
          <p:sp>
            <p:nvSpPr>
              <p:cNvPr id="11673" name="Google Shape;11673;p82"/>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82"/>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82"/>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6" name="Google Shape;11676;p82"/>
            <p:cNvGrpSpPr/>
            <p:nvPr/>
          </p:nvGrpSpPr>
          <p:grpSpPr>
            <a:xfrm>
              <a:off x="5973664" y="3484366"/>
              <a:ext cx="811335" cy="987304"/>
              <a:chOff x="1285250" y="1617275"/>
              <a:chExt cx="1090650" cy="1327200"/>
            </a:xfrm>
          </p:grpSpPr>
          <p:sp>
            <p:nvSpPr>
              <p:cNvPr id="11677" name="Google Shape;11677;p82"/>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82"/>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82"/>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0" name="Google Shape;11680;p82"/>
            <p:cNvGrpSpPr/>
            <p:nvPr/>
          </p:nvGrpSpPr>
          <p:grpSpPr>
            <a:xfrm>
              <a:off x="5194708" y="3484366"/>
              <a:ext cx="811409" cy="987304"/>
              <a:chOff x="238125" y="1617275"/>
              <a:chExt cx="1090750" cy="1327200"/>
            </a:xfrm>
          </p:grpSpPr>
          <p:sp>
            <p:nvSpPr>
              <p:cNvPr id="11681" name="Google Shape;11681;p82"/>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82"/>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82"/>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684" name="Google Shape;11684;p82"/>
          <p:cNvGrpSpPr/>
          <p:nvPr/>
        </p:nvGrpSpPr>
        <p:grpSpPr>
          <a:xfrm>
            <a:off x="3486076" y="3355561"/>
            <a:ext cx="1616964" cy="346256"/>
            <a:chOff x="1808063" y="4294338"/>
            <a:chExt cx="3370782" cy="721817"/>
          </a:xfrm>
        </p:grpSpPr>
        <p:sp>
          <p:nvSpPr>
            <p:cNvPr id="11685" name="Google Shape;11685;p82"/>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82"/>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82"/>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82"/>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82"/>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82"/>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82"/>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82"/>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82"/>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82"/>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5" name="Google Shape;11695;p82"/>
          <p:cNvGrpSpPr/>
          <p:nvPr/>
        </p:nvGrpSpPr>
        <p:grpSpPr>
          <a:xfrm>
            <a:off x="764288" y="3641590"/>
            <a:ext cx="1295882" cy="646587"/>
            <a:chOff x="834100" y="3642869"/>
            <a:chExt cx="1259483" cy="628426"/>
          </a:xfrm>
        </p:grpSpPr>
        <p:sp>
          <p:nvSpPr>
            <p:cNvPr id="11696" name="Google Shape;11696;p82"/>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82"/>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82"/>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82"/>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82"/>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82"/>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82"/>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82"/>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82"/>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82"/>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82"/>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82"/>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82"/>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82"/>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82"/>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82"/>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82"/>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82"/>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82"/>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82"/>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82"/>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82"/>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82"/>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82"/>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82"/>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21" name="Google Shape;11721;p82"/>
            <p:cNvGrpSpPr/>
            <p:nvPr/>
          </p:nvGrpSpPr>
          <p:grpSpPr>
            <a:xfrm>
              <a:off x="1360364" y="3847835"/>
              <a:ext cx="208119" cy="224359"/>
              <a:chOff x="1360769" y="3847100"/>
              <a:chExt cx="208119" cy="224359"/>
            </a:xfrm>
          </p:grpSpPr>
          <p:sp>
            <p:nvSpPr>
              <p:cNvPr id="11722" name="Google Shape;11722;p82"/>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82"/>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82"/>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82"/>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82"/>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82"/>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82"/>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82"/>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82"/>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82"/>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82"/>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82"/>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82"/>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82"/>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82"/>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82"/>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82"/>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82"/>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82"/>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82"/>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2" name="Google Shape;11742;p82"/>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82"/>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82"/>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82"/>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82"/>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82"/>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82"/>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82"/>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82"/>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82"/>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82"/>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82"/>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82"/>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82"/>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6" name="Google Shape;11756;p82"/>
          <p:cNvGrpSpPr/>
          <p:nvPr/>
        </p:nvGrpSpPr>
        <p:grpSpPr>
          <a:xfrm rot="5400000">
            <a:off x="5977401" y="3438087"/>
            <a:ext cx="164064" cy="1414916"/>
            <a:chOff x="4428249" y="1369375"/>
            <a:chExt cx="36905" cy="429569"/>
          </a:xfrm>
        </p:grpSpPr>
        <p:sp>
          <p:nvSpPr>
            <p:cNvPr id="11757" name="Google Shape;11757;p82"/>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82"/>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82"/>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82"/>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82"/>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82"/>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82"/>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82"/>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82"/>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82"/>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82"/>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82"/>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82"/>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82"/>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82"/>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82"/>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82"/>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82"/>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82"/>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82"/>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82"/>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82"/>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82"/>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82"/>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82"/>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82"/>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82"/>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82"/>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82"/>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82"/>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82"/>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82"/>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9" name="Google Shape;11789;p82"/>
          <p:cNvGrpSpPr/>
          <p:nvPr/>
        </p:nvGrpSpPr>
        <p:grpSpPr>
          <a:xfrm rot="10800000" flipH="1">
            <a:off x="5349830" y="3026630"/>
            <a:ext cx="1419207" cy="24808"/>
            <a:chOff x="219558" y="4738465"/>
            <a:chExt cx="5852400" cy="102300"/>
          </a:xfrm>
        </p:grpSpPr>
        <p:cxnSp>
          <p:nvCxnSpPr>
            <p:cNvPr id="11790" name="Google Shape;11790;p82"/>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11791" name="Google Shape;11791;p82"/>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82"/>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82"/>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82"/>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82"/>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82"/>
          <p:cNvGrpSpPr/>
          <p:nvPr/>
        </p:nvGrpSpPr>
        <p:grpSpPr>
          <a:xfrm>
            <a:off x="5361148" y="3399694"/>
            <a:ext cx="1396570" cy="385016"/>
            <a:chOff x="5286284" y="2966544"/>
            <a:chExt cx="1396570" cy="385016"/>
          </a:xfrm>
        </p:grpSpPr>
        <p:cxnSp>
          <p:nvCxnSpPr>
            <p:cNvPr id="11797" name="Google Shape;11797;p82"/>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11798" name="Google Shape;11798;p82"/>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11799" name="Google Shape;11799;p82"/>
            <p:cNvGrpSpPr/>
            <p:nvPr/>
          </p:nvGrpSpPr>
          <p:grpSpPr>
            <a:xfrm>
              <a:off x="5287688" y="3173364"/>
              <a:ext cx="1395166" cy="74100"/>
              <a:chOff x="5287688" y="3173364"/>
              <a:chExt cx="1395166" cy="74100"/>
            </a:xfrm>
          </p:grpSpPr>
          <p:cxnSp>
            <p:nvCxnSpPr>
              <p:cNvPr id="11800" name="Google Shape;11800;p82"/>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11801" name="Google Shape;11801;p82"/>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11802" name="Google Shape;11802;p82"/>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1803" name="Google Shape;11803;p82"/>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1804" name="Google Shape;11804;p82"/>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1805" name="Google Shape;11805;p82"/>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1806" name="Google Shape;11806;p82"/>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1807" name="Google Shape;11807;p82"/>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11808" name="Google Shape;11808;p82"/>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11809" name="Google Shape;11809;p82"/>
          <p:cNvGrpSpPr/>
          <p:nvPr/>
        </p:nvGrpSpPr>
        <p:grpSpPr>
          <a:xfrm>
            <a:off x="2047214" y="1818470"/>
            <a:ext cx="1182276" cy="662027"/>
            <a:chOff x="2029517" y="1732295"/>
            <a:chExt cx="1149068" cy="643432"/>
          </a:xfrm>
        </p:grpSpPr>
        <p:grpSp>
          <p:nvGrpSpPr>
            <p:cNvPr id="11810" name="Google Shape;11810;p82"/>
            <p:cNvGrpSpPr/>
            <p:nvPr/>
          </p:nvGrpSpPr>
          <p:grpSpPr>
            <a:xfrm>
              <a:off x="2708660" y="1746937"/>
              <a:ext cx="455427" cy="244429"/>
              <a:chOff x="2700693" y="1746937"/>
              <a:chExt cx="455427" cy="244429"/>
            </a:xfrm>
          </p:grpSpPr>
          <p:grpSp>
            <p:nvGrpSpPr>
              <p:cNvPr id="11811" name="Google Shape;11811;p82"/>
              <p:cNvGrpSpPr/>
              <p:nvPr/>
            </p:nvGrpSpPr>
            <p:grpSpPr>
              <a:xfrm>
                <a:off x="2905682" y="1782817"/>
                <a:ext cx="250438" cy="208549"/>
                <a:chOff x="2905682" y="1782817"/>
                <a:chExt cx="250438" cy="208549"/>
              </a:xfrm>
            </p:grpSpPr>
            <p:cxnSp>
              <p:nvCxnSpPr>
                <p:cNvPr id="11812" name="Google Shape;11812;p82"/>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1813" name="Google Shape;11813;p82"/>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4" name="Google Shape;11814;p82"/>
              <p:cNvGrpSpPr/>
              <p:nvPr/>
            </p:nvGrpSpPr>
            <p:grpSpPr>
              <a:xfrm>
                <a:off x="2700693" y="1746937"/>
                <a:ext cx="449967" cy="72374"/>
                <a:chOff x="2700693" y="1746937"/>
                <a:chExt cx="449967" cy="72374"/>
              </a:xfrm>
            </p:grpSpPr>
            <p:cxnSp>
              <p:nvCxnSpPr>
                <p:cNvPr id="11815" name="Google Shape;11815;p82"/>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1816" name="Google Shape;11816;p82"/>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817" name="Google Shape;11817;p82"/>
            <p:cNvGrpSpPr/>
            <p:nvPr/>
          </p:nvGrpSpPr>
          <p:grpSpPr>
            <a:xfrm>
              <a:off x="2029517" y="1732295"/>
              <a:ext cx="1149068" cy="643432"/>
              <a:chOff x="2029517" y="1732295"/>
              <a:chExt cx="1149068" cy="643432"/>
            </a:xfrm>
          </p:grpSpPr>
          <p:grpSp>
            <p:nvGrpSpPr>
              <p:cNvPr id="11818" name="Google Shape;11818;p82"/>
              <p:cNvGrpSpPr/>
              <p:nvPr/>
            </p:nvGrpSpPr>
            <p:grpSpPr>
              <a:xfrm>
                <a:off x="2703618" y="2103152"/>
                <a:ext cx="474966" cy="260017"/>
                <a:chOff x="2703618" y="2103152"/>
                <a:chExt cx="474966" cy="260017"/>
              </a:xfrm>
            </p:grpSpPr>
            <p:grpSp>
              <p:nvGrpSpPr>
                <p:cNvPr id="11819" name="Google Shape;11819;p82"/>
                <p:cNvGrpSpPr/>
                <p:nvPr/>
              </p:nvGrpSpPr>
              <p:grpSpPr>
                <a:xfrm>
                  <a:off x="2703618" y="2290640"/>
                  <a:ext cx="450291" cy="72529"/>
                  <a:chOff x="2703618" y="2290640"/>
                  <a:chExt cx="450291" cy="72529"/>
                </a:xfrm>
              </p:grpSpPr>
              <p:cxnSp>
                <p:nvCxnSpPr>
                  <p:cNvPr id="11820" name="Google Shape;11820;p82"/>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1821" name="Google Shape;11821;p82"/>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2" name="Google Shape;11822;p82"/>
                <p:cNvGrpSpPr/>
                <p:nvPr/>
              </p:nvGrpSpPr>
              <p:grpSpPr>
                <a:xfrm>
                  <a:off x="2908607" y="2103152"/>
                  <a:ext cx="269977" cy="223538"/>
                  <a:chOff x="2908607" y="2103152"/>
                  <a:chExt cx="269977" cy="223538"/>
                </a:xfrm>
              </p:grpSpPr>
              <p:cxnSp>
                <p:nvCxnSpPr>
                  <p:cNvPr id="11823" name="Google Shape;11823;p82"/>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1824" name="Google Shape;11824;p82"/>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825" name="Google Shape;11825;p82"/>
              <p:cNvGrpSpPr/>
              <p:nvPr/>
            </p:nvGrpSpPr>
            <p:grpSpPr>
              <a:xfrm>
                <a:off x="2029517" y="1732295"/>
                <a:ext cx="685827" cy="643432"/>
                <a:chOff x="2029517" y="1732295"/>
                <a:chExt cx="685827" cy="643432"/>
              </a:xfrm>
            </p:grpSpPr>
            <p:sp>
              <p:nvSpPr>
                <p:cNvPr id="11826" name="Google Shape;11826;p82"/>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27" name="Google Shape;11827;p82"/>
                <p:cNvGrpSpPr/>
                <p:nvPr/>
              </p:nvGrpSpPr>
              <p:grpSpPr>
                <a:xfrm>
                  <a:off x="2158948" y="1732295"/>
                  <a:ext cx="556396" cy="333108"/>
                  <a:chOff x="2158948" y="1732295"/>
                  <a:chExt cx="556396" cy="333108"/>
                </a:xfrm>
              </p:grpSpPr>
              <p:cxnSp>
                <p:nvCxnSpPr>
                  <p:cNvPr id="11828" name="Google Shape;11828;p82"/>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1829" name="Google Shape;11829;p82"/>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0" name="Google Shape;11830;p82"/>
                <p:cNvGrpSpPr/>
                <p:nvPr/>
              </p:nvGrpSpPr>
              <p:grpSpPr>
                <a:xfrm>
                  <a:off x="2159908" y="2065057"/>
                  <a:ext cx="550884" cy="310670"/>
                  <a:chOff x="2159908" y="2065057"/>
                  <a:chExt cx="550884" cy="310670"/>
                </a:xfrm>
              </p:grpSpPr>
              <p:cxnSp>
                <p:nvCxnSpPr>
                  <p:cNvPr id="11831" name="Google Shape;11831;p82"/>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1832" name="Google Shape;11832;p82"/>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11833" name="Google Shape;11833;p82"/>
          <p:cNvGrpSpPr/>
          <p:nvPr/>
        </p:nvGrpSpPr>
        <p:grpSpPr>
          <a:xfrm>
            <a:off x="732462" y="1766083"/>
            <a:ext cx="962651" cy="810058"/>
            <a:chOff x="844912" y="1681380"/>
            <a:chExt cx="935611" cy="787305"/>
          </a:xfrm>
        </p:grpSpPr>
        <p:grpSp>
          <p:nvGrpSpPr>
            <p:cNvPr id="11834" name="Google Shape;11834;p82"/>
            <p:cNvGrpSpPr/>
            <p:nvPr/>
          </p:nvGrpSpPr>
          <p:grpSpPr>
            <a:xfrm>
              <a:off x="844912" y="1819635"/>
              <a:ext cx="329836" cy="510016"/>
              <a:chOff x="844912" y="1819635"/>
              <a:chExt cx="329836" cy="510016"/>
            </a:xfrm>
          </p:grpSpPr>
          <p:sp>
            <p:nvSpPr>
              <p:cNvPr id="11835" name="Google Shape;11835;p82"/>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82"/>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82"/>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82"/>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82"/>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82"/>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1" name="Google Shape;11841;p82"/>
            <p:cNvGrpSpPr/>
            <p:nvPr/>
          </p:nvGrpSpPr>
          <p:grpSpPr>
            <a:xfrm>
              <a:off x="1284601" y="2158168"/>
              <a:ext cx="495923" cy="310517"/>
              <a:chOff x="1284601" y="2158168"/>
              <a:chExt cx="495923" cy="310517"/>
            </a:xfrm>
          </p:grpSpPr>
          <p:sp>
            <p:nvSpPr>
              <p:cNvPr id="11842" name="Google Shape;11842;p82"/>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43" name="Google Shape;11843;p82"/>
              <p:cNvGrpSpPr/>
              <p:nvPr/>
            </p:nvGrpSpPr>
            <p:grpSpPr>
              <a:xfrm>
                <a:off x="1507666" y="2158168"/>
                <a:ext cx="272858" cy="310517"/>
                <a:chOff x="1507666" y="2158168"/>
                <a:chExt cx="272858" cy="310517"/>
              </a:xfrm>
            </p:grpSpPr>
            <p:grpSp>
              <p:nvGrpSpPr>
                <p:cNvPr id="11844" name="Google Shape;11844;p82"/>
                <p:cNvGrpSpPr/>
                <p:nvPr/>
              </p:nvGrpSpPr>
              <p:grpSpPr>
                <a:xfrm>
                  <a:off x="1507666" y="2176104"/>
                  <a:ext cx="166395" cy="273149"/>
                  <a:chOff x="1507666" y="2176104"/>
                  <a:chExt cx="166395" cy="273149"/>
                </a:xfrm>
              </p:grpSpPr>
              <p:sp>
                <p:nvSpPr>
                  <p:cNvPr id="11845" name="Google Shape;11845;p82"/>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82"/>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82"/>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82"/>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82"/>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82"/>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82"/>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52" name="Google Shape;11852;p82"/>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82"/>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854" name="Google Shape;11854;p82"/>
            <p:cNvGrpSpPr/>
            <p:nvPr/>
          </p:nvGrpSpPr>
          <p:grpSpPr>
            <a:xfrm>
              <a:off x="1284601" y="1681380"/>
              <a:ext cx="495923" cy="310517"/>
              <a:chOff x="1284601" y="1681380"/>
              <a:chExt cx="495923" cy="310517"/>
            </a:xfrm>
          </p:grpSpPr>
          <p:sp>
            <p:nvSpPr>
              <p:cNvPr id="11855" name="Google Shape;11855;p82"/>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56" name="Google Shape;11856;p82"/>
              <p:cNvGrpSpPr/>
              <p:nvPr/>
            </p:nvGrpSpPr>
            <p:grpSpPr>
              <a:xfrm>
                <a:off x="1507666" y="1681380"/>
                <a:ext cx="272858" cy="310517"/>
                <a:chOff x="1507666" y="1681380"/>
                <a:chExt cx="272858" cy="310517"/>
              </a:xfrm>
            </p:grpSpPr>
            <p:grpSp>
              <p:nvGrpSpPr>
                <p:cNvPr id="11857" name="Google Shape;11857;p82"/>
                <p:cNvGrpSpPr/>
                <p:nvPr/>
              </p:nvGrpSpPr>
              <p:grpSpPr>
                <a:xfrm>
                  <a:off x="1507666" y="1700120"/>
                  <a:ext cx="166395" cy="272984"/>
                  <a:chOff x="1507666" y="1700120"/>
                  <a:chExt cx="166395" cy="272984"/>
                </a:xfrm>
              </p:grpSpPr>
              <p:sp>
                <p:nvSpPr>
                  <p:cNvPr id="11858" name="Google Shape;11858;p82"/>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82"/>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82"/>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82"/>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82"/>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82"/>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82"/>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5" name="Google Shape;11865;p82"/>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82"/>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1867" name="Google Shape;11867;p82"/>
          <p:cNvGrpSpPr/>
          <p:nvPr/>
        </p:nvGrpSpPr>
        <p:grpSpPr>
          <a:xfrm>
            <a:off x="6841403" y="2533512"/>
            <a:ext cx="1622269" cy="552443"/>
            <a:chOff x="6894650" y="2574740"/>
            <a:chExt cx="1445100" cy="492111"/>
          </a:xfrm>
        </p:grpSpPr>
        <p:sp>
          <p:nvSpPr>
            <p:cNvPr id="11868" name="Google Shape;11868;p82"/>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82"/>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82"/>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82"/>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82"/>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873" name="Google Shape;11873;p82"/>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11874" name="Google Shape;11874;p82"/>
          <p:cNvGrpSpPr/>
          <p:nvPr/>
        </p:nvGrpSpPr>
        <p:grpSpPr>
          <a:xfrm>
            <a:off x="6860946" y="3907768"/>
            <a:ext cx="1583206" cy="475705"/>
            <a:chOff x="6953919" y="3907920"/>
            <a:chExt cx="1377300" cy="475705"/>
          </a:xfrm>
        </p:grpSpPr>
        <p:cxnSp>
          <p:nvCxnSpPr>
            <p:cNvPr id="11875" name="Google Shape;11875;p82"/>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1876" name="Google Shape;11876;p82"/>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11877" name="Google Shape;11877;p82"/>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1878" name="Google Shape;11878;p82"/>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11879" name="Google Shape;11879;p82"/>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11880" name="Google Shape;11880;p82"/>
          <p:cNvGrpSpPr/>
          <p:nvPr/>
        </p:nvGrpSpPr>
        <p:grpSpPr>
          <a:xfrm>
            <a:off x="2364534" y="2668913"/>
            <a:ext cx="836286" cy="824529"/>
            <a:chOff x="2389399" y="2595741"/>
            <a:chExt cx="812796" cy="801369"/>
          </a:xfrm>
        </p:grpSpPr>
        <p:grpSp>
          <p:nvGrpSpPr>
            <p:cNvPr id="11881" name="Google Shape;11881;p82"/>
            <p:cNvGrpSpPr/>
            <p:nvPr/>
          </p:nvGrpSpPr>
          <p:grpSpPr>
            <a:xfrm>
              <a:off x="2492145" y="2881565"/>
              <a:ext cx="607300" cy="229751"/>
              <a:chOff x="2492145" y="2881565"/>
              <a:chExt cx="607300" cy="229751"/>
            </a:xfrm>
          </p:grpSpPr>
          <p:sp>
            <p:nvSpPr>
              <p:cNvPr id="11882" name="Google Shape;11882;p82"/>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82"/>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82"/>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5" name="Google Shape;11885;p82"/>
            <p:cNvGrpSpPr/>
            <p:nvPr/>
          </p:nvGrpSpPr>
          <p:grpSpPr>
            <a:xfrm>
              <a:off x="2389399" y="2595741"/>
              <a:ext cx="812796" cy="296825"/>
              <a:chOff x="2389399" y="2595741"/>
              <a:chExt cx="812796" cy="296825"/>
            </a:xfrm>
          </p:grpSpPr>
          <p:grpSp>
            <p:nvGrpSpPr>
              <p:cNvPr id="11886" name="Google Shape;11886;p82"/>
              <p:cNvGrpSpPr/>
              <p:nvPr/>
            </p:nvGrpSpPr>
            <p:grpSpPr>
              <a:xfrm>
                <a:off x="2389399" y="2595741"/>
                <a:ext cx="363638" cy="296825"/>
                <a:chOff x="2389399" y="2595741"/>
                <a:chExt cx="363638" cy="296825"/>
              </a:xfrm>
            </p:grpSpPr>
            <p:grpSp>
              <p:nvGrpSpPr>
                <p:cNvPr id="11887" name="Google Shape;11887;p82"/>
                <p:cNvGrpSpPr/>
                <p:nvPr/>
              </p:nvGrpSpPr>
              <p:grpSpPr>
                <a:xfrm>
                  <a:off x="2493852" y="2794333"/>
                  <a:ext cx="259185" cy="98232"/>
                  <a:chOff x="2493852" y="2794333"/>
                  <a:chExt cx="259185" cy="98232"/>
                </a:xfrm>
              </p:grpSpPr>
              <p:sp>
                <p:nvSpPr>
                  <p:cNvPr id="11888" name="Google Shape;11888;p82"/>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82"/>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82"/>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1" name="Google Shape;11891;p82"/>
                <p:cNvGrpSpPr/>
                <p:nvPr/>
              </p:nvGrpSpPr>
              <p:grpSpPr>
                <a:xfrm>
                  <a:off x="2389399" y="2595741"/>
                  <a:ext cx="224343" cy="182054"/>
                  <a:chOff x="2389399" y="2595741"/>
                  <a:chExt cx="224343" cy="182054"/>
                </a:xfrm>
              </p:grpSpPr>
              <p:sp>
                <p:nvSpPr>
                  <p:cNvPr id="11892" name="Google Shape;11892;p82"/>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82"/>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894" name="Google Shape;11894;p82"/>
              <p:cNvGrpSpPr/>
              <p:nvPr/>
            </p:nvGrpSpPr>
            <p:grpSpPr>
              <a:xfrm>
                <a:off x="2683630" y="2595741"/>
                <a:ext cx="224334" cy="296825"/>
                <a:chOff x="2683630" y="2595741"/>
                <a:chExt cx="224334" cy="296825"/>
              </a:xfrm>
            </p:grpSpPr>
            <p:grpSp>
              <p:nvGrpSpPr>
                <p:cNvPr id="11895" name="Google Shape;11895;p82"/>
                <p:cNvGrpSpPr/>
                <p:nvPr/>
              </p:nvGrpSpPr>
              <p:grpSpPr>
                <a:xfrm>
                  <a:off x="2788083" y="2794333"/>
                  <a:ext cx="15356" cy="98232"/>
                  <a:chOff x="2788083" y="2794333"/>
                  <a:chExt cx="15356" cy="98232"/>
                </a:xfrm>
              </p:grpSpPr>
              <p:sp>
                <p:nvSpPr>
                  <p:cNvPr id="11896" name="Google Shape;11896;p82"/>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82"/>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82"/>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9" name="Google Shape;11899;p82"/>
                <p:cNvGrpSpPr/>
                <p:nvPr/>
              </p:nvGrpSpPr>
              <p:grpSpPr>
                <a:xfrm>
                  <a:off x="2683630" y="2595741"/>
                  <a:ext cx="224334" cy="182054"/>
                  <a:chOff x="2683630" y="2595741"/>
                  <a:chExt cx="224334" cy="182054"/>
                </a:xfrm>
              </p:grpSpPr>
              <p:sp>
                <p:nvSpPr>
                  <p:cNvPr id="11900" name="Google Shape;11900;p82"/>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82"/>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902" name="Google Shape;11902;p82"/>
              <p:cNvGrpSpPr/>
              <p:nvPr/>
            </p:nvGrpSpPr>
            <p:grpSpPr>
              <a:xfrm>
                <a:off x="2838475" y="2595741"/>
                <a:ext cx="363719" cy="296825"/>
                <a:chOff x="2838475" y="2595741"/>
                <a:chExt cx="363719" cy="296825"/>
              </a:xfrm>
            </p:grpSpPr>
            <p:grpSp>
              <p:nvGrpSpPr>
                <p:cNvPr id="11903" name="Google Shape;11903;p82"/>
                <p:cNvGrpSpPr/>
                <p:nvPr/>
              </p:nvGrpSpPr>
              <p:grpSpPr>
                <a:xfrm>
                  <a:off x="2838475" y="2794333"/>
                  <a:ext cx="259185" cy="98232"/>
                  <a:chOff x="2838475" y="2794333"/>
                  <a:chExt cx="259185" cy="98232"/>
                </a:xfrm>
              </p:grpSpPr>
              <p:sp>
                <p:nvSpPr>
                  <p:cNvPr id="11904" name="Google Shape;11904;p82"/>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82"/>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82"/>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7" name="Google Shape;11907;p82"/>
                <p:cNvGrpSpPr/>
                <p:nvPr/>
              </p:nvGrpSpPr>
              <p:grpSpPr>
                <a:xfrm>
                  <a:off x="2977852" y="2595741"/>
                  <a:ext cx="224343" cy="182054"/>
                  <a:chOff x="2977852" y="2595741"/>
                  <a:chExt cx="224343" cy="182054"/>
                </a:xfrm>
              </p:grpSpPr>
              <p:sp>
                <p:nvSpPr>
                  <p:cNvPr id="11908" name="Google Shape;11908;p82"/>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82"/>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1910" name="Google Shape;11910;p82"/>
            <p:cNvGrpSpPr/>
            <p:nvPr/>
          </p:nvGrpSpPr>
          <p:grpSpPr>
            <a:xfrm>
              <a:off x="2389399" y="3100241"/>
              <a:ext cx="812796" cy="296869"/>
              <a:chOff x="2389399" y="3100241"/>
              <a:chExt cx="812796" cy="296869"/>
            </a:xfrm>
          </p:grpSpPr>
          <p:grpSp>
            <p:nvGrpSpPr>
              <p:cNvPr id="11911" name="Google Shape;11911;p82"/>
              <p:cNvGrpSpPr/>
              <p:nvPr/>
            </p:nvGrpSpPr>
            <p:grpSpPr>
              <a:xfrm>
                <a:off x="2683630" y="3100241"/>
                <a:ext cx="224334" cy="296869"/>
                <a:chOff x="2683630" y="3100241"/>
                <a:chExt cx="224334" cy="296869"/>
              </a:xfrm>
            </p:grpSpPr>
            <p:grpSp>
              <p:nvGrpSpPr>
                <p:cNvPr id="11912" name="Google Shape;11912;p82"/>
                <p:cNvGrpSpPr/>
                <p:nvPr/>
              </p:nvGrpSpPr>
              <p:grpSpPr>
                <a:xfrm>
                  <a:off x="2788083" y="3100241"/>
                  <a:ext cx="15356" cy="98237"/>
                  <a:chOff x="2788083" y="3100241"/>
                  <a:chExt cx="15356" cy="98237"/>
                </a:xfrm>
              </p:grpSpPr>
              <p:sp>
                <p:nvSpPr>
                  <p:cNvPr id="11913" name="Google Shape;11913;p82"/>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82"/>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82"/>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6" name="Google Shape;11916;p82"/>
                <p:cNvGrpSpPr/>
                <p:nvPr/>
              </p:nvGrpSpPr>
              <p:grpSpPr>
                <a:xfrm>
                  <a:off x="2683630" y="3215065"/>
                  <a:ext cx="224334" cy="182045"/>
                  <a:chOff x="2683630" y="3215065"/>
                  <a:chExt cx="224334" cy="182045"/>
                </a:xfrm>
              </p:grpSpPr>
              <p:sp>
                <p:nvSpPr>
                  <p:cNvPr id="11917" name="Google Shape;11917;p82"/>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82"/>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919" name="Google Shape;11919;p82"/>
              <p:cNvGrpSpPr/>
              <p:nvPr/>
            </p:nvGrpSpPr>
            <p:grpSpPr>
              <a:xfrm>
                <a:off x="2389399" y="3100241"/>
                <a:ext cx="363638" cy="296869"/>
                <a:chOff x="2389399" y="3100241"/>
                <a:chExt cx="363638" cy="296869"/>
              </a:xfrm>
            </p:grpSpPr>
            <p:grpSp>
              <p:nvGrpSpPr>
                <p:cNvPr id="11920" name="Google Shape;11920;p82"/>
                <p:cNvGrpSpPr/>
                <p:nvPr/>
              </p:nvGrpSpPr>
              <p:grpSpPr>
                <a:xfrm>
                  <a:off x="2493852" y="3100241"/>
                  <a:ext cx="259185" cy="98237"/>
                  <a:chOff x="2493852" y="3100241"/>
                  <a:chExt cx="259185" cy="98237"/>
                </a:xfrm>
              </p:grpSpPr>
              <p:sp>
                <p:nvSpPr>
                  <p:cNvPr id="11921" name="Google Shape;11921;p82"/>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82"/>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82"/>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4" name="Google Shape;11924;p82"/>
                <p:cNvGrpSpPr/>
                <p:nvPr/>
              </p:nvGrpSpPr>
              <p:grpSpPr>
                <a:xfrm>
                  <a:off x="2389399" y="3215065"/>
                  <a:ext cx="224343" cy="182045"/>
                  <a:chOff x="2389399" y="3215065"/>
                  <a:chExt cx="224343" cy="182045"/>
                </a:xfrm>
              </p:grpSpPr>
              <p:sp>
                <p:nvSpPr>
                  <p:cNvPr id="11925" name="Google Shape;11925;p82"/>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82"/>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927" name="Google Shape;11927;p82"/>
              <p:cNvGrpSpPr/>
              <p:nvPr/>
            </p:nvGrpSpPr>
            <p:grpSpPr>
              <a:xfrm>
                <a:off x="2838475" y="3100241"/>
                <a:ext cx="363719" cy="296869"/>
                <a:chOff x="2838475" y="3100241"/>
                <a:chExt cx="363719" cy="296869"/>
              </a:xfrm>
            </p:grpSpPr>
            <p:grpSp>
              <p:nvGrpSpPr>
                <p:cNvPr id="11928" name="Google Shape;11928;p82"/>
                <p:cNvGrpSpPr/>
                <p:nvPr/>
              </p:nvGrpSpPr>
              <p:grpSpPr>
                <a:xfrm>
                  <a:off x="2838475" y="3100241"/>
                  <a:ext cx="259185" cy="98237"/>
                  <a:chOff x="2838475" y="3100241"/>
                  <a:chExt cx="259185" cy="98237"/>
                </a:xfrm>
              </p:grpSpPr>
              <p:sp>
                <p:nvSpPr>
                  <p:cNvPr id="11929" name="Google Shape;11929;p82"/>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82"/>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82"/>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2" name="Google Shape;11932;p82"/>
                <p:cNvGrpSpPr/>
                <p:nvPr/>
              </p:nvGrpSpPr>
              <p:grpSpPr>
                <a:xfrm>
                  <a:off x="2977852" y="3215065"/>
                  <a:ext cx="224343" cy="182045"/>
                  <a:chOff x="2977852" y="3215065"/>
                  <a:chExt cx="224343" cy="182045"/>
                </a:xfrm>
              </p:grpSpPr>
              <p:sp>
                <p:nvSpPr>
                  <p:cNvPr id="11933" name="Google Shape;11933;p82"/>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82"/>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938"/>
        <p:cNvGrpSpPr/>
        <p:nvPr/>
      </p:nvGrpSpPr>
      <p:grpSpPr>
        <a:xfrm>
          <a:off x="0" y="0"/>
          <a:ext cx="0" cy="0"/>
          <a:chOff x="0" y="0"/>
          <a:chExt cx="0" cy="0"/>
        </a:xfrm>
      </p:grpSpPr>
      <p:grpSp>
        <p:nvGrpSpPr>
          <p:cNvPr id="11939" name="Google Shape;11939;p83"/>
          <p:cNvGrpSpPr/>
          <p:nvPr/>
        </p:nvGrpSpPr>
        <p:grpSpPr>
          <a:xfrm>
            <a:off x="718875" y="3363288"/>
            <a:ext cx="2390414" cy="1024800"/>
            <a:chOff x="728925" y="3296613"/>
            <a:chExt cx="2390414" cy="1024800"/>
          </a:xfrm>
        </p:grpSpPr>
        <p:grpSp>
          <p:nvGrpSpPr>
            <p:cNvPr id="11940" name="Google Shape;11940;p83"/>
            <p:cNvGrpSpPr/>
            <p:nvPr/>
          </p:nvGrpSpPr>
          <p:grpSpPr>
            <a:xfrm>
              <a:off x="728925" y="3619800"/>
              <a:ext cx="2390414" cy="500893"/>
              <a:chOff x="728925" y="3619800"/>
              <a:chExt cx="2390414" cy="500893"/>
            </a:xfrm>
          </p:grpSpPr>
          <p:sp>
            <p:nvSpPr>
              <p:cNvPr id="11941" name="Google Shape;11941;p83"/>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1942" name="Google Shape;11942;p83"/>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11943" name="Google Shape;11943;p83"/>
            <p:cNvGrpSpPr/>
            <p:nvPr/>
          </p:nvGrpSpPr>
          <p:grpSpPr>
            <a:xfrm>
              <a:off x="1348050" y="3296613"/>
              <a:ext cx="1706152" cy="1024800"/>
              <a:chOff x="1348050" y="3296613"/>
              <a:chExt cx="1706152" cy="1024800"/>
            </a:xfrm>
          </p:grpSpPr>
          <p:sp>
            <p:nvSpPr>
              <p:cNvPr id="11944" name="Google Shape;11944;p83"/>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1945" name="Google Shape;11945;p83"/>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1946" name="Google Shape;11946;p83"/>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1947" name="Google Shape;11947;p83"/>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11948" name="Google Shape;11948;p83"/>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11949" name="Google Shape;11949;p83"/>
            <p:cNvGrpSpPr/>
            <p:nvPr/>
          </p:nvGrpSpPr>
          <p:grpSpPr>
            <a:xfrm>
              <a:off x="1455707" y="3654858"/>
              <a:ext cx="1491150" cy="417657"/>
              <a:chOff x="1455707" y="3654858"/>
              <a:chExt cx="1491150" cy="417657"/>
            </a:xfrm>
          </p:grpSpPr>
          <p:sp>
            <p:nvSpPr>
              <p:cNvPr id="11950" name="Google Shape;11950;p83"/>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83"/>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83"/>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83"/>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83"/>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83"/>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83"/>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83"/>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83"/>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83"/>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83"/>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83"/>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83"/>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83"/>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83"/>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83"/>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83"/>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83"/>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83"/>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83"/>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11970" name="Google Shape;11970;p83"/>
          <p:cNvGraphicFramePr/>
          <p:nvPr/>
        </p:nvGraphicFramePr>
        <p:xfrm>
          <a:off x="5954575" y="2361200"/>
          <a:ext cx="3000000" cy="3000000"/>
        </p:xfrm>
        <a:graphic>
          <a:graphicData uri="http://schemas.openxmlformats.org/drawingml/2006/table">
            <a:tbl>
              <a:tblPr>
                <a:noFill/>
                <a:tableStyleId>{00C39941-2BB4-4929-9499-8568E143BFA6}</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11971" name="Google Shape;11971;p83"/>
          <p:cNvGrpSpPr/>
          <p:nvPr/>
        </p:nvGrpSpPr>
        <p:grpSpPr>
          <a:xfrm>
            <a:off x="727251" y="1188964"/>
            <a:ext cx="2396505" cy="976502"/>
            <a:chOff x="749309" y="1112739"/>
            <a:chExt cx="2371603" cy="976502"/>
          </a:xfrm>
        </p:grpSpPr>
        <p:grpSp>
          <p:nvGrpSpPr>
            <p:cNvPr id="11972" name="Google Shape;11972;p83"/>
            <p:cNvGrpSpPr/>
            <p:nvPr/>
          </p:nvGrpSpPr>
          <p:grpSpPr>
            <a:xfrm>
              <a:off x="1092126" y="1112739"/>
              <a:ext cx="2028786" cy="975464"/>
              <a:chOff x="1092126" y="1112739"/>
              <a:chExt cx="2028786" cy="975464"/>
            </a:xfrm>
          </p:grpSpPr>
          <p:sp>
            <p:nvSpPr>
              <p:cNvPr id="11973" name="Google Shape;11973;p83"/>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83"/>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83"/>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83"/>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83"/>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83"/>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83"/>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83"/>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83"/>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83"/>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83"/>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83"/>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83"/>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83"/>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83"/>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83"/>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83"/>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83"/>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83"/>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83"/>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83"/>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83"/>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83"/>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83"/>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7" name="Google Shape;11997;p83"/>
            <p:cNvGrpSpPr/>
            <p:nvPr/>
          </p:nvGrpSpPr>
          <p:grpSpPr>
            <a:xfrm>
              <a:off x="749309" y="1112739"/>
              <a:ext cx="314700" cy="975464"/>
              <a:chOff x="749309" y="1112739"/>
              <a:chExt cx="314700" cy="975464"/>
            </a:xfrm>
          </p:grpSpPr>
          <p:sp>
            <p:nvSpPr>
              <p:cNvPr id="11998" name="Google Shape;11998;p83"/>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83"/>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83"/>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83"/>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02" name="Google Shape;12002;p83"/>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83"/>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83"/>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83"/>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12006" name="Google Shape;12006;p83"/>
          <p:cNvGraphicFramePr/>
          <p:nvPr/>
        </p:nvGraphicFramePr>
        <p:xfrm>
          <a:off x="5954600" y="1188950"/>
          <a:ext cx="3000000" cy="3000000"/>
        </p:xfrm>
        <a:graphic>
          <a:graphicData uri="http://schemas.openxmlformats.org/drawingml/2006/table">
            <a:tbl>
              <a:tblPr>
                <a:noFill/>
                <a:tableStyleId>{00C39941-2BB4-4929-9499-8568E143BFA6}</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12007" name="Google Shape;12007;p83"/>
          <p:cNvGraphicFramePr/>
          <p:nvPr/>
        </p:nvGraphicFramePr>
        <p:xfrm>
          <a:off x="3375463" y="2361200"/>
          <a:ext cx="3000000" cy="3000000"/>
        </p:xfrm>
        <a:graphic>
          <a:graphicData uri="http://schemas.openxmlformats.org/drawingml/2006/table">
            <a:tbl>
              <a:tblPr>
                <a:noFill/>
                <a:tableStyleId>{00C39941-2BB4-4929-9499-8568E143BFA6}</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2008" name="Google Shape;12008;p83"/>
          <p:cNvGrpSpPr/>
          <p:nvPr/>
        </p:nvGrpSpPr>
        <p:grpSpPr>
          <a:xfrm>
            <a:off x="3377449" y="3352160"/>
            <a:ext cx="2363377" cy="1047062"/>
            <a:chOff x="3358399" y="3285485"/>
            <a:chExt cx="2363377" cy="1047062"/>
          </a:xfrm>
        </p:grpSpPr>
        <p:grpSp>
          <p:nvGrpSpPr>
            <p:cNvPr id="12009" name="Google Shape;12009;p83"/>
            <p:cNvGrpSpPr/>
            <p:nvPr/>
          </p:nvGrpSpPr>
          <p:grpSpPr>
            <a:xfrm>
              <a:off x="3358412" y="3285485"/>
              <a:ext cx="2363244" cy="139500"/>
              <a:chOff x="3358412" y="3285485"/>
              <a:chExt cx="2363244" cy="139500"/>
            </a:xfrm>
          </p:grpSpPr>
          <p:sp>
            <p:nvSpPr>
              <p:cNvPr id="12010" name="Google Shape;12010;p83"/>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83"/>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83"/>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83"/>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83"/>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5" name="Google Shape;12015;p83"/>
            <p:cNvGrpSpPr/>
            <p:nvPr/>
          </p:nvGrpSpPr>
          <p:grpSpPr>
            <a:xfrm>
              <a:off x="3358412" y="3466996"/>
              <a:ext cx="2363244" cy="139500"/>
              <a:chOff x="3358412" y="3466996"/>
              <a:chExt cx="2363244" cy="139500"/>
            </a:xfrm>
          </p:grpSpPr>
          <p:sp>
            <p:nvSpPr>
              <p:cNvPr id="12016" name="Google Shape;12016;p83"/>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83"/>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83"/>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83"/>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83"/>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1" name="Google Shape;12021;p83"/>
            <p:cNvGrpSpPr/>
            <p:nvPr/>
          </p:nvGrpSpPr>
          <p:grpSpPr>
            <a:xfrm>
              <a:off x="3358412" y="3648507"/>
              <a:ext cx="2363244" cy="139500"/>
              <a:chOff x="3358412" y="3648507"/>
              <a:chExt cx="2363244" cy="139500"/>
            </a:xfrm>
          </p:grpSpPr>
          <p:sp>
            <p:nvSpPr>
              <p:cNvPr id="12022" name="Google Shape;12022;p83"/>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83"/>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83"/>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83"/>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83"/>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7" name="Google Shape;12027;p83"/>
            <p:cNvGrpSpPr/>
            <p:nvPr/>
          </p:nvGrpSpPr>
          <p:grpSpPr>
            <a:xfrm>
              <a:off x="3358412" y="3830018"/>
              <a:ext cx="2363244" cy="139500"/>
              <a:chOff x="3358412" y="3830018"/>
              <a:chExt cx="2363244" cy="139500"/>
            </a:xfrm>
          </p:grpSpPr>
          <p:sp>
            <p:nvSpPr>
              <p:cNvPr id="12028" name="Google Shape;12028;p83"/>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83"/>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83"/>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83"/>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83"/>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3" name="Google Shape;12033;p83"/>
            <p:cNvGrpSpPr/>
            <p:nvPr/>
          </p:nvGrpSpPr>
          <p:grpSpPr>
            <a:xfrm>
              <a:off x="3358399" y="4011514"/>
              <a:ext cx="2363377" cy="139537"/>
              <a:chOff x="3294800" y="4134603"/>
              <a:chExt cx="2638876" cy="152400"/>
            </a:xfrm>
          </p:grpSpPr>
          <p:sp>
            <p:nvSpPr>
              <p:cNvPr id="12034" name="Google Shape;12034;p83"/>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83"/>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83"/>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83"/>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83"/>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9" name="Google Shape;12039;p83"/>
            <p:cNvGrpSpPr/>
            <p:nvPr/>
          </p:nvGrpSpPr>
          <p:grpSpPr>
            <a:xfrm>
              <a:off x="3358399" y="4193010"/>
              <a:ext cx="2363377" cy="139537"/>
              <a:chOff x="3294800" y="4134603"/>
              <a:chExt cx="2638876" cy="152400"/>
            </a:xfrm>
          </p:grpSpPr>
          <p:sp>
            <p:nvSpPr>
              <p:cNvPr id="12040" name="Google Shape;12040;p83"/>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83"/>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83"/>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83"/>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83"/>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12045" name="Google Shape;12045;p83"/>
          <p:cNvGraphicFramePr/>
          <p:nvPr/>
        </p:nvGraphicFramePr>
        <p:xfrm>
          <a:off x="728250" y="2361200"/>
          <a:ext cx="3000000" cy="3000000"/>
        </p:xfrm>
        <a:graphic>
          <a:graphicData uri="http://schemas.openxmlformats.org/drawingml/2006/table">
            <a:tbl>
              <a:tblPr>
                <a:noFill/>
                <a:tableStyleId>{00C39941-2BB4-4929-9499-8568E143BFA6}</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2046" name="Google Shape;12046;p83"/>
          <p:cNvGrpSpPr/>
          <p:nvPr/>
        </p:nvGrpSpPr>
        <p:grpSpPr>
          <a:xfrm>
            <a:off x="4177919" y="2765014"/>
            <a:ext cx="1302095" cy="60959"/>
            <a:chOff x="3558802" y="4011427"/>
            <a:chExt cx="1866000" cy="111300"/>
          </a:xfrm>
        </p:grpSpPr>
        <p:sp>
          <p:nvSpPr>
            <p:cNvPr id="12047" name="Google Shape;12047;p83"/>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83"/>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9" name="Google Shape;12049;p83"/>
          <p:cNvGrpSpPr/>
          <p:nvPr/>
        </p:nvGrpSpPr>
        <p:grpSpPr>
          <a:xfrm>
            <a:off x="4723407" y="3047174"/>
            <a:ext cx="914340" cy="60959"/>
            <a:chOff x="3558802" y="4011427"/>
            <a:chExt cx="1866000" cy="111300"/>
          </a:xfrm>
        </p:grpSpPr>
        <p:sp>
          <p:nvSpPr>
            <p:cNvPr id="12050" name="Google Shape;12050;p83"/>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83"/>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2" name="Google Shape;12052;p83"/>
          <p:cNvGrpSpPr/>
          <p:nvPr/>
        </p:nvGrpSpPr>
        <p:grpSpPr>
          <a:xfrm>
            <a:off x="5926924" y="3381697"/>
            <a:ext cx="2519825" cy="1001454"/>
            <a:chOff x="1906114" y="789980"/>
            <a:chExt cx="1487676" cy="606868"/>
          </a:xfrm>
        </p:grpSpPr>
        <p:cxnSp>
          <p:nvCxnSpPr>
            <p:cNvPr id="12053" name="Google Shape;12053;p83"/>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2054" name="Google Shape;12054;p83"/>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2055" name="Google Shape;12055;p83"/>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12056" name="Google Shape;12056;p83"/>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12057" name="Google Shape;12057;p83"/>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12058" name="Google Shape;12058;p83"/>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12059" name="Google Shape;12059;p83"/>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12060" name="Google Shape;12060;p83"/>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83"/>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83"/>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83"/>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83"/>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83"/>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83"/>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12067" name="Google Shape;12067;p83"/>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12068" name="Google Shape;12068;p83"/>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12069" name="Google Shape;12069;p83"/>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0" name="Google Shape;12070;p83"/>
          <p:cNvGrpSpPr/>
          <p:nvPr/>
        </p:nvGrpSpPr>
        <p:grpSpPr>
          <a:xfrm>
            <a:off x="3372612" y="1159008"/>
            <a:ext cx="2363393" cy="1005865"/>
            <a:chOff x="3292400" y="1193188"/>
            <a:chExt cx="2615240" cy="1131075"/>
          </a:xfrm>
        </p:grpSpPr>
        <p:sp>
          <p:nvSpPr>
            <p:cNvPr id="12071" name="Google Shape;12071;p83"/>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72" name="Google Shape;12072;p83"/>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73" name="Google Shape;12073;p83"/>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12074" name="Google Shape;12074;p83"/>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12075" name="Google Shape;12075;p83"/>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12076" name="Google Shape;12076;p83"/>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12077" name="Google Shape;12077;p83"/>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12078" name="Google Shape;12078;p83"/>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12079" name="Google Shape;12079;p83"/>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12080" name="Google Shape;12080;p83"/>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12081" name="Google Shape;12081;p83"/>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12082" name="Google Shape;12082;p83"/>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12083" name="Google Shape;12083;p83"/>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12084" name="Google Shape;12084;p83"/>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12085" name="Google Shape;12085;p83"/>
            <p:cNvGrpSpPr/>
            <p:nvPr/>
          </p:nvGrpSpPr>
          <p:grpSpPr>
            <a:xfrm>
              <a:off x="3748438" y="1378608"/>
              <a:ext cx="2159202" cy="903971"/>
              <a:chOff x="1683525" y="2179850"/>
              <a:chExt cx="4519050" cy="2134525"/>
            </a:xfrm>
          </p:grpSpPr>
          <p:sp>
            <p:nvSpPr>
              <p:cNvPr id="12086" name="Google Shape;12086;p83"/>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87" name="Google Shape;12087;p83"/>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88" name="Google Shape;12088;p83"/>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89" name="Google Shape;12089;p83"/>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90" name="Google Shape;12090;p83"/>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91" name="Google Shape;12091;p83"/>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92" name="Google Shape;12092;p83"/>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93" name="Google Shape;12093;p83"/>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94" name="Google Shape;12094;p83"/>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95" name="Google Shape;12095;p83"/>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96" name="Google Shape;12096;p83"/>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12097" name="Google Shape;12097;p83"/>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2101"/>
        <p:cNvGrpSpPr/>
        <p:nvPr/>
      </p:nvGrpSpPr>
      <p:grpSpPr>
        <a:xfrm>
          <a:off x="0" y="0"/>
          <a:ext cx="0" cy="0"/>
          <a:chOff x="0" y="0"/>
          <a:chExt cx="0" cy="0"/>
        </a:xfrm>
      </p:grpSpPr>
      <p:grpSp>
        <p:nvGrpSpPr>
          <p:cNvPr id="12102" name="Google Shape;12102;p84"/>
          <p:cNvGrpSpPr/>
          <p:nvPr/>
        </p:nvGrpSpPr>
        <p:grpSpPr>
          <a:xfrm>
            <a:off x="4814684" y="1191441"/>
            <a:ext cx="745431" cy="718863"/>
            <a:chOff x="4249973" y="1201875"/>
            <a:chExt cx="1958568" cy="1888762"/>
          </a:xfrm>
        </p:grpSpPr>
        <p:sp>
          <p:nvSpPr>
            <p:cNvPr id="12103" name="Google Shape;12103;p84"/>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04" name="Google Shape;12104;p84"/>
            <p:cNvGrpSpPr/>
            <p:nvPr/>
          </p:nvGrpSpPr>
          <p:grpSpPr>
            <a:xfrm>
              <a:off x="5853086" y="1789142"/>
              <a:ext cx="355454" cy="1048099"/>
              <a:chOff x="5576108" y="2016725"/>
              <a:chExt cx="565200" cy="1666560"/>
            </a:xfrm>
          </p:grpSpPr>
          <p:sp>
            <p:nvSpPr>
              <p:cNvPr id="12105" name="Google Shape;12105;p84"/>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2106" name="Google Shape;12106;p84"/>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7" name="Google Shape;12107;p84"/>
            <p:cNvGrpSpPr/>
            <p:nvPr/>
          </p:nvGrpSpPr>
          <p:grpSpPr>
            <a:xfrm>
              <a:off x="4869455" y="2691676"/>
              <a:ext cx="1013897" cy="398961"/>
              <a:chOff x="4012057" y="3451825"/>
              <a:chExt cx="1612175" cy="634379"/>
            </a:xfrm>
          </p:grpSpPr>
          <p:sp>
            <p:nvSpPr>
              <p:cNvPr id="12108" name="Google Shape;12108;p84"/>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2109" name="Google Shape;12109;p84"/>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0" name="Google Shape;12110;p84"/>
            <p:cNvGrpSpPr/>
            <p:nvPr/>
          </p:nvGrpSpPr>
          <p:grpSpPr>
            <a:xfrm>
              <a:off x="4276937" y="2155961"/>
              <a:ext cx="651965" cy="891358"/>
              <a:chOff x="3069908" y="2599997"/>
              <a:chExt cx="1036675" cy="1417328"/>
            </a:xfrm>
          </p:grpSpPr>
          <p:sp>
            <p:nvSpPr>
              <p:cNvPr id="12111" name="Google Shape;12111;p84"/>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2112" name="Google Shape;12112;p84"/>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3" name="Google Shape;12113;p84"/>
            <p:cNvGrpSpPr/>
            <p:nvPr/>
          </p:nvGrpSpPr>
          <p:grpSpPr>
            <a:xfrm>
              <a:off x="5054918" y="1201875"/>
              <a:ext cx="999548" cy="602711"/>
              <a:chOff x="4306958" y="1082925"/>
              <a:chExt cx="1589359" cy="958358"/>
            </a:xfrm>
          </p:grpSpPr>
          <p:sp>
            <p:nvSpPr>
              <p:cNvPr id="12114" name="Google Shape;12114;p84"/>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2115" name="Google Shape;12115;p84"/>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6" name="Google Shape;12116;p84"/>
            <p:cNvGrpSpPr/>
            <p:nvPr/>
          </p:nvGrpSpPr>
          <p:grpSpPr>
            <a:xfrm>
              <a:off x="4249973" y="1303451"/>
              <a:ext cx="799317" cy="841334"/>
              <a:chOff x="3027033" y="1244439"/>
              <a:chExt cx="1270977" cy="1337786"/>
            </a:xfrm>
          </p:grpSpPr>
          <p:sp>
            <p:nvSpPr>
              <p:cNvPr id="12117" name="Google Shape;12117;p84"/>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2118" name="Google Shape;12118;p84"/>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119" name="Google Shape;12119;p84"/>
          <p:cNvGrpSpPr/>
          <p:nvPr/>
        </p:nvGrpSpPr>
        <p:grpSpPr>
          <a:xfrm>
            <a:off x="731057" y="2069890"/>
            <a:ext cx="761767" cy="729896"/>
            <a:chOff x="2657744" y="2337745"/>
            <a:chExt cx="832987" cy="798137"/>
          </a:xfrm>
        </p:grpSpPr>
        <p:sp>
          <p:nvSpPr>
            <p:cNvPr id="12120" name="Google Shape;12120;p84"/>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84"/>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84"/>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84"/>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84"/>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84"/>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6" name="Google Shape;12126;p84"/>
          <p:cNvGrpSpPr/>
          <p:nvPr/>
        </p:nvGrpSpPr>
        <p:grpSpPr>
          <a:xfrm>
            <a:off x="3242022" y="2073097"/>
            <a:ext cx="685569" cy="723586"/>
            <a:chOff x="3398134" y="2057755"/>
            <a:chExt cx="704087" cy="743130"/>
          </a:xfrm>
        </p:grpSpPr>
        <p:grpSp>
          <p:nvGrpSpPr>
            <p:cNvPr id="12127" name="Google Shape;12127;p84"/>
            <p:cNvGrpSpPr/>
            <p:nvPr/>
          </p:nvGrpSpPr>
          <p:grpSpPr>
            <a:xfrm>
              <a:off x="3398134" y="2290183"/>
              <a:ext cx="315300" cy="219900"/>
              <a:chOff x="3398134" y="2290183"/>
              <a:chExt cx="315300" cy="219900"/>
            </a:xfrm>
          </p:grpSpPr>
          <p:sp>
            <p:nvSpPr>
              <p:cNvPr id="12128" name="Google Shape;12128;p84"/>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2129" name="Google Shape;12129;p84"/>
              <p:cNvCxnSpPr>
                <a:stCxn id="12128"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12130" name="Google Shape;12130;p84"/>
            <p:cNvGrpSpPr/>
            <p:nvPr/>
          </p:nvGrpSpPr>
          <p:grpSpPr>
            <a:xfrm>
              <a:off x="3547823" y="2467358"/>
              <a:ext cx="219900" cy="333527"/>
              <a:chOff x="3547823" y="2467358"/>
              <a:chExt cx="219900" cy="333527"/>
            </a:xfrm>
          </p:grpSpPr>
          <p:sp>
            <p:nvSpPr>
              <p:cNvPr id="12131" name="Google Shape;12131;p84"/>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2132" name="Google Shape;12132;p84"/>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2133" name="Google Shape;12133;p84"/>
            <p:cNvGrpSpPr/>
            <p:nvPr/>
          </p:nvGrpSpPr>
          <p:grpSpPr>
            <a:xfrm>
              <a:off x="3734138" y="2467358"/>
              <a:ext cx="219900" cy="333527"/>
              <a:chOff x="3734138" y="2467358"/>
              <a:chExt cx="219900" cy="333527"/>
            </a:xfrm>
          </p:grpSpPr>
          <p:sp>
            <p:nvSpPr>
              <p:cNvPr id="12134" name="Google Shape;12134;p84"/>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2135" name="Google Shape;12135;p84"/>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2136" name="Google Shape;12136;p84"/>
            <p:cNvGrpSpPr/>
            <p:nvPr/>
          </p:nvGrpSpPr>
          <p:grpSpPr>
            <a:xfrm>
              <a:off x="3787560" y="2288011"/>
              <a:ext cx="314661" cy="219900"/>
              <a:chOff x="3787560" y="2288011"/>
              <a:chExt cx="314661" cy="219900"/>
            </a:xfrm>
          </p:grpSpPr>
          <p:sp>
            <p:nvSpPr>
              <p:cNvPr id="12137" name="Google Shape;12137;p84"/>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2138" name="Google Shape;12138;p84"/>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2139" name="Google Shape;12139;p84"/>
            <p:cNvGrpSpPr/>
            <p:nvPr/>
          </p:nvGrpSpPr>
          <p:grpSpPr>
            <a:xfrm>
              <a:off x="3637290" y="2057755"/>
              <a:ext cx="219900" cy="335499"/>
              <a:chOff x="3637290" y="2057755"/>
              <a:chExt cx="219900" cy="335499"/>
            </a:xfrm>
          </p:grpSpPr>
          <p:sp>
            <p:nvSpPr>
              <p:cNvPr id="12140" name="Google Shape;12140;p84"/>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12141" name="Google Shape;12141;p84"/>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2142" name="Google Shape;12142;p84"/>
          <p:cNvGrpSpPr/>
          <p:nvPr/>
        </p:nvGrpSpPr>
        <p:grpSpPr>
          <a:xfrm>
            <a:off x="4917244" y="2079792"/>
            <a:ext cx="710153" cy="710153"/>
            <a:chOff x="5007123" y="2079403"/>
            <a:chExt cx="687600" cy="687600"/>
          </a:xfrm>
        </p:grpSpPr>
        <p:sp>
          <p:nvSpPr>
            <p:cNvPr id="12143" name="Google Shape;12143;p84"/>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84"/>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84"/>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84"/>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7" name="Google Shape;12147;p84"/>
          <p:cNvGrpSpPr/>
          <p:nvPr/>
        </p:nvGrpSpPr>
        <p:grpSpPr>
          <a:xfrm>
            <a:off x="5726681" y="2074299"/>
            <a:ext cx="720998" cy="721183"/>
            <a:chOff x="5797446" y="2063053"/>
            <a:chExt cx="698100" cy="698280"/>
          </a:xfrm>
        </p:grpSpPr>
        <p:sp>
          <p:nvSpPr>
            <p:cNvPr id="12148" name="Google Shape;12148;p84"/>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84"/>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84"/>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84"/>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2" name="Google Shape;12152;p84"/>
          <p:cNvGrpSpPr/>
          <p:nvPr/>
        </p:nvGrpSpPr>
        <p:grpSpPr>
          <a:xfrm>
            <a:off x="8171828" y="3719904"/>
            <a:ext cx="280585" cy="673164"/>
            <a:chOff x="8075075" y="3754290"/>
            <a:chExt cx="255612" cy="613194"/>
          </a:xfrm>
        </p:grpSpPr>
        <p:grpSp>
          <p:nvGrpSpPr>
            <p:cNvPr id="12153" name="Google Shape;12153;p84"/>
            <p:cNvGrpSpPr/>
            <p:nvPr/>
          </p:nvGrpSpPr>
          <p:grpSpPr>
            <a:xfrm>
              <a:off x="8075075" y="3754290"/>
              <a:ext cx="255612" cy="613194"/>
              <a:chOff x="8075075" y="3754290"/>
              <a:chExt cx="255612" cy="613194"/>
            </a:xfrm>
          </p:grpSpPr>
          <p:sp>
            <p:nvSpPr>
              <p:cNvPr id="12154" name="Google Shape;12154;p84"/>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84"/>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56" name="Google Shape;12156;p84"/>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7" name="Google Shape;12157;p84"/>
          <p:cNvGrpSpPr/>
          <p:nvPr/>
        </p:nvGrpSpPr>
        <p:grpSpPr>
          <a:xfrm>
            <a:off x="5288887" y="3708700"/>
            <a:ext cx="470352" cy="683745"/>
            <a:chOff x="1697726" y="3244179"/>
            <a:chExt cx="788124" cy="1146069"/>
          </a:xfrm>
        </p:grpSpPr>
        <p:sp>
          <p:nvSpPr>
            <p:cNvPr id="12158" name="Google Shape;12158;p84"/>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84"/>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0" name="Google Shape;12160;p84"/>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1" name="Google Shape;12161;p84"/>
          <p:cNvGrpSpPr/>
          <p:nvPr/>
        </p:nvGrpSpPr>
        <p:grpSpPr>
          <a:xfrm>
            <a:off x="5910037" y="3719902"/>
            <a:ext cx="293891" cy="293845"/>
            <a:chOff x="6134814" y="3754290"/>
            <a:chExt cx="293891" cy="293845"/>
          </a:xfrm>
        </p:grpSpPr>
        <p:sp>
          <p:nvSpPr>
            <p:cNvPr id="12162" name="Google Shape;12162;p84"/>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84"/>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4" name="Google Shape;12164;p84"/>
          <p:cNvGrpSpPr/>
          <p:nvPr/>
        </p:nvGrpSpPr>
        <p:grpSpPr>
          <a:xfrm>
            <a:off x="5910037" y="4098574"/>
            <a:ext cx="293891" cy="293891"/>
            <a:chOff x="6134814" y="4086186"/>
            <a:chExt cx="293891" cy="293891"/>
          </a:xfrm>
        </p:grpSpPr>
        <p:sp>
          <p:nvSpPr>
            <p:cNvPr id="12165" name="Google Shape;12165;p84"/>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84"/>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7" name="Google Shape;12167;p84"/>
          <p:cNvSpPr/>
          <p:nvPr/>
        </p:nvSpPr>
        <p:spPr>
          <a:xfrm>
            <a:off x="6948464" y="3719100"/>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84"/>
          <p:cNvSpPr/>
          <p:nvPr/>
        </p:nvSpPr>
        <p:spPr>
          <a:xfrm rot="10800000">
            <a:off x="6354727" y="3716837"/>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9" name="Google Shape;12169;p84"/>
          <p:cNvGrpSpPr/>
          <p:nvPr/>
        </p:nvGrpSpPr>
        <p:grpSpPr>
          <a:xfrm>
            <a:off x="7835013" y="2927266"/>
            <a:ext cx="622883" cy="621944"/>
            <a:chOff x="1187048" y="238125"/>
            <a:chExt cx="5256397" cy="5248476"/>
          </a:xfrm>
        </p:grpSpPr>
        <p:sp>
          <p:nvSpPr>
            <p:cNvPr id="12170" name="Google Shape;12170;p84"/>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84"/>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84"/>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84"/>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4" name="Google Shape;12174;p84"/>
          <p:cNvGrpSpPr/>
          <p:nvPr/>
        </p:nvGrpSpPr>
        <p:grpSpPr>
          <a:xfrm>
            <a:off x="2292118" y="2936875"/>
            <a:ext cx="1310987" cy="612407"/>
            <a:chOff x="238125" y="1188750"/>
            <a:chExt cx="7140450" cy="3335550"/>
          </a:xfrm>
        </p:grpSpPr>
        <p:sp>
          <p:nvSpPr>
            <p:cNvPr id="12175" name="Google Shape;12175;p84"/>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84"/>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84"/>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84"/>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84"/>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0" name="Google Shape;12180;p84"/>
          <p:cNvGrpSpPr/>
          <p:nvPr/>
        </p:nvGrpSpPr>
        <p:grpSpPr>
          <a:xfrm>
            <a:off x="6617990" y="2927430"/>
            <a:ext cx="1110299" cy="621702"/>
            <a:chOff x="238125" y="1335475"/>
            <a:chExt cx="5418735" cy="3034175"/>
          </a:xfrm>
        </p:grpSpPr>
        <p:sp>
          <p:nvSpPr>
            <p:cNvPr id="12181" name="Google Shape;12181;p84"/>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84"/>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84"/>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4" name="Google Shape;12184;p84"/>
          <p:cNvGrpSpPr/>
          <p:nvPr/>
        </p:nvGrpSpPr>
        <p:grpSpPr>
          <a:xfrm>
            <a:off x="5435649" y="2924327"/>
            <a:ext cx="1074451" cy="627181"/>
            <a:chOff x="5359127" y="2910889"/>
            <a:chExt cx="1097723" cy="640831"/>
          </a:xfrm>
        </p:grpSpPr>
        <p:grpSp>
          <p:nvGrpSpPr>
            <p:cNvPr id="12185" name="Google Shape;12185;p84"/>
            <p:cNvGrpSpPr/>
            <p:nvPr/>
          </p:nvGrpSpPr>
          <p:grpSpPr>
            <a:xfrm>
              <a:off x="5929791" y="3263088"/>
              <a:ext cx="527060" cy="287097"/>
              <a:chOff x="5929791" y="3263088"/>
              <a:chExt cx="527060" cy="287097"/>
            </a:xfrm>
          </p:grpSpPr>
          <p:sp>
            <p:nvSpPr>
              <p:cNvPr id="12186" name="Google Shape;12186;p84"/>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2187" name="Google Shape;12187;p84"/>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2188" name="Google Shape;12188;p84"/>
            <p:cNvGrpSpPr/>
            <p:nvPr/>
          </p:nvGrpSpPr>
          <p:grpSpPr>
            <a:xfrm>
              <a:off x="5359127" y="3263089"/>
              <a:ext cx="526428" cy="288631"/>
              <a:chOff x="5359127" y="3263089"/>
              <a:chExt cx="526428" cy="288631"/>
            </a:xfrm>
          </p:grpSpPr>
          <p:sp>
            <p:nvSpPr>
              <p:cNvPr id="12189" name="Google Shape;12189;p84"/>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2190" name="Google Shape;12190;p84"/>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2191" name="Google Shape;12191;p84"/>
            <p:cNvGrpSpPr/>
            <p:nvPr/>
          </p:nvGrpSpPr>
          <p:grpSpPr>
            <a:xfrm>
              <a:off x="5551525" y="2910889"/>
              <a:ext cx="520901" cy="610283"/>
              <a:chOff x="5551525" y="2910889"/>
              <a:chExt cx="520901" cy="610283"/>
            </a:xfrm>
          </p:grpSpPr>
          <p:sp>
            <p:nvSpPr>
              <p:cNvPr id="12192" name="Google Shape;12192;p84"/>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2193" name="Google Shape;12193;p84"/>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2194" name="Google Shape;12194;p84"/>
            <p:cNvGrpSpPr/>
            <p:nvPr/>
          </p:nvGrpSpPr>
          <p:grpSpPr>
            <a:xfrm>
              <a:off x="5743962" y="2919100"/>
              <a:ext cx="623674" cy="284502"/>
              <a:chOff x="5743962" y="2919100"/>
              <a:chExt cx="623674" cy="284502"/>
            </a:xfrm>
          </p:grpSpPr>
          <p:sp>
            <p:nvSpPr>
              <p:cNvPr id="12195" name="Google Shape;12195;p84"/>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2196" name="Google Shape;12196;p84"/>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12197" name="Google Shape;12197;p84"/>
          <p:cNvGrpSpPr/>
          <p:nvPr/>
        </p:nvGrpSpPr>
        <p:grpSpPr>
          <a:xfrm>
            <a:off x="7586863" y="2075038"/>
            <a:ext cx="874976" cy="719600"/>
            <a:chOff x="7608988" y="2093194"/>
            <a:chExt cx="817276" cy="672147"/>
          </a:xfrm>
        </p:grpSpPr>
        <p:cxnSp>
          <p:nvCxnSpPr>
            <p:cNvPr id="12198" name="Google Shape;12198;p84"/>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2199" name="Google Shape;12199;p84"/>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2200" name="Google Shape;12200;p84"/>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2201" name="Google Shape;12201;p84"/>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2202" name="Google Shape;12202;p84"/>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2203" name="Google Shape;12203;p84"/>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2204" name="Google Shape;12204;p84"/>
            <p:cNvGrpSpPr/>
            <p:nvPr/>
          </p:nvGrpSpPr>
          <p:grpSpPr>
            <a:xfrm>
              <a:off x="7721175" y="2093194"/>
              <a:ext cx="599587" cy="623846"/>
              <a:chOff x="7721175" y="2093194"/>
              <a:chExt cx="599587" cy="623846"/>
            </a:xfrm>
          </p:grpSpPr>
          <p:grpSp>
            <p:nvGrpSpPr>
              <p:cNvPr id="12205" name="Google Shape;12205;p84"/>
              <p:cNvGrpSpPr/>
              <p:nvPr/>
            </p:nvGrpSpPr>
            <p:grpSpPr>
              <a:xfrm>
                <a:off x="7721175" y="2093194"/>
                <a:ext cx="291605" cy="623846"/>
                <a:chOff x="9405575" y="2061418"/>
                <a:chExt cx="291605" cy="623846"/>
              </a:xfrm>
            </p:grpSpPr>
            <p:sp>
              <p:nvSpPr>
                <p:cNvPr id="12206" name="Google Shape;12206;p84"/>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84"/>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84"/>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84"/>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84"/>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84"/>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84"/>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3" name="Google Shape;12213;p84"/>
              <p:cNvGrpSpPr/>
              <p:nvPr/>
            </p:nvGrpSpPr>
            <p:grpSpPr>
              <a:xfrm flipH="1">
                <a:off x="8029157" y="2093194"/>
                <a:ext cx="291605" cy="623846"/>
                <a:chOff x="9405575" y="2061418"/>
                <a:chExt cx="291605" cy="623846"/>
              </a:xfrm>
            </p:grpSpPr>
            <p:sp>
              <p:nvSpPr>
                <p:cNvPr id="12214" name="Google Shape;12214;p84"/>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84"/>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84"/>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84"/>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84"/>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84"/>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84"/>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2221" name="Google Shape;12221;p84"/>
          <p:cNvGrpSpPr/>
          <p:nvPr/>
        </p:nvGrpSpPr>
        <p:grpSpPr>
          <a:xfrm>
            <a:off x="4031299" y="1191441"/>
            <a:ext cx="712557" cy="785901"/>
            <a:chOff x="4206459" y="1191441"/>
            <a:chExt cx="712557" cy="785901"/>
          </a:xfrm>
        </p:grpSpPr>
        <p:sp>
          <p:nvSpPr>
            <p:cNvPr id="12222" name="Google Shape;12222;p84"/>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84"/>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84"/>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84"/>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26" name="Google Shape;12226;p84"/>
            <p:cNvGrpSpPr/>
            <p:nvPr/>
          </p:nvGrpSpPr>
          <p:grpSpPr>
            <a:xfrm>
              <a:off x="4644280" y="1290523"/>
              <a:ext cx="143716" cy="29463"/>
              <a:chOff x="4644280" y="1290523"/>
              <a:chExt cx="143716" cy="29463"/>
            </a:xfrm>
          </p:grpSpPr>
          <p:sp>
            <p:nvSpPr>
              <p:cNvPr id="12227" name="Google Shape;12227;p84"/>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84"/>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84"/>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84"/>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1" name="Google Shape;12231;p84"/>
            <p:cNvGrpSpPr/>
            <p:nvPr/>
          </p:nvGrpSpPr>
          <p:grpSpPr>
            <a:xfrm>
              <a:off x="4356567" y="1191441"/>
              <a:ext cx="143690" cy="29488"/>
              <a:chOff x="4356567" y="1191441"/>
              <a:chExt cx="143690" cy="29488"/>
            </a:xfrm>
          </p:grpSpPr>
          <p:sp>
            <p:nvSpPr>
              <p:cNvPr id="12232" name="Google Shape;12232;p84"/>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84"/>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84"/>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84"/>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6" name="Google Shape;12236;p84"/>
            <p:cNvGrpSpPr/>
            <p:nvPr/>
          </p:nvGrpSpPr>
          <p:grpSpPr>
            <a:xfrm>
              <a:off x="4339009" y="1863727"/>
              <a:ext cx="143703" cy="29476"/>
              <a:chOff x="4339009" y="1863727"/>
              <a:chExt cx="143703" cy="29476"/>
            </a:xfrm>
          </p:grpSpPr>
          <p:sp>
            <p:nvSpPr>
              <p:cNvPr id="12237" name="Google Shape;12237;p84"/>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84"/>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84"/>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84"/>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1" name="Google Shape;12241;p84"/>
            <p:cNvGrpSpPr/>
            <p:nvPr/>
          </p:nvGrpSpPr>
          <p:grpSpPr>
            <a:xfrm>
              <a:off x="4206459" y="1607315"/>
              <a:ext cx="29539" cy="142899"/>
              <a:chOff x="4206459" y="1607315"/>
              <a:chExt cx="29539" cy="142899"/>
            </a:xfrm>
          </p:grpSpPr>
          <p:sp>
            <p:nvSpPr>
              <p:cNvPr id="12242" name="Google Shape;12242;p84"/>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84"/>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84"/>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84"/>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46" name="Google Shape;12246;p84"/>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84"/>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84"/>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84"/>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50" name="Google Shape;12250;p84"/>
            <p:cNvGrpSpPr/>
            <p:nvPr/>
          </p:nvGrpSpPr>
          <p:grpSpPr>
            <a:xfrm>
              <a:off x="4889463" y="1423737"/>
              <a:ext cx="29552" cy="142899"/>
              <a:chOff x="4889463" y="1423737"/>
              <a:chExt cx="29552" cy="142899"/>
            </a:xfrm>
          </p:grpSpPr>
          <p:sp>
            <p:nvSpPr>
              <p:cNvPr id="12251" name="Google Shape;12251;p84"/>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84"/>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84"/>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84"/>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5" name="Google Shape;12255;p84"/>
            <p:cNvGrpSpPr/>
            <p:nvPr/>
          </p:nvGrpSpPr>
          <p:grpSpPr>
            <a:xfrm>
              <a:off x="4771663" y="1876896"/>
              <a:ext cx="108651" cy="100447"/>
              <a:chOff x="4771663" y="1876896"/>
              <a:chExt cx="108651" cy="100447"/>
            </a:xfrm>
          </p:grpSpPr>
          <p:sp>
            <p:nvSpPr>
              <p:cNvPr id="12256" name="Google Shape;12256;p84"/>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84"/>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84"/>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84"/>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260" name="Google Shape;12260;p84"/>
          <p:cNvGrpSpPr/>
          <p:nvPr/>
        </p:nvGrpSpPr>
        <p:grpSpPr>
          <a:xfrm>
            <a:off x="4026774" y="2074664"/>
            <a:ext cx="791287" cy="720350"/>
            <a:chOff x="267375" y="1071875"/>
            <a:chExt cx="470500" cy="428550"/>
          </a:xfrm>
        </p:grpSpPr>
        <p:sp>
          <p:nvSpPr>
            <p:cNvPr id="12261" name="Google Shape;12261;p84"/>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84"/>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84"/>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84"/>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84"/>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84"/>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84"/>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84"/>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9" name="Google Shape;12269;p84"/>
          <p:cNvGrpSpPr/>
          <p:nvPr/>
        </p:nvGrpSpPr>
        <p:grpSpPr>
          <a:xfrm>
            <a:off x="727269" y="3719294"/>
            <a:ext cx="1408444" cy="673166"/>
            <a:chOff x="712664" y="3693287"/>
            <a:chExt cx="1460738" cy="698160"/>
          </a:xfrm>
        </p:grpSpPr>
        <p:grpSp>
          <p:nvGrpSpPr>
            <p:cNvPr id="12270" name="Google Shape;12270;p84"/>
            <p:cNvGrpSpPr/>
            <p:nvPr/>
          </p:nvGrpSpPr>
          <p:grpSpPr>
            <a:xfrm>
              <a:off x="1380079" y="4133090"/>
              <a:ext cx="234048" cy="258099"/>
              <a:chOff x="1380079" y="4133090"/>
              <a:chExt cx="234048" cy="258099"/>
            </a:xfrm>
          </p:grpSpPr>
          <p:sp>
            <p:nvSpPr>
              <p:cNvPr id="12271" name="Google Shape;12271;p84"/>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84"/>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84"/>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4" name="Google Shape;12274;p84"/>
            <p:cNvGrpSpPr/>
            <p:nvPr/>
          </p:nvGrpSpPr>
          <p:grpSpPr>
            <a:xfrm>
              <a:off x="884610" y="3864082"/>
              <a:ext cx="1118566" cy="527275"/>
              <a:chOff x="890961" y="3865463"/>
              <a:chExt cx="1115221" cy="525698"/>
            </a:xfrm>
          </p:grpSpPr>
          <p:sp>
            <p:nvSpPr>
              <p:cNvPr id="12275" name="Google Shape;12275;p84"/>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84"/>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84"/>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8" name="Google Shape;12278;p84"/>
            <p:cNvGrpSpPr/>
            <p:nvPr/>
          </p:nvGrpSpPr>
          <p:grpSpPr>
            <a:xfrm>
              <a:off x="712664" y="3693287"/>
              <a:ext cx="1460738" cy="698160"/>
              <a:chOff x="712664" y="3693025"/>
              <a:chExt cx="1460738" cy="698160"/>
            </a:xfrm>
          </p:grpSpPr>
          <p:sp>
            <p:nvSpPr>
              <p:cNvPr id="12279" name="Google Shape;12279;p84"/>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84"/>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84"/>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84"/>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84"/>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84"/>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285" name="Google Shape;12285;p84"/>
          <p:cNvGrpSpPr/>
          <p:nvPr/>
        </p:nvGrpSpPr>
        <p:grpSpPr>
          <a:xfrm>
            <a:off x="3164985" y="1191441"/>
            <a:ext cx="795485" cy="738831"/>
            <a:chOff x="3348603" y="1236445"/>
            <a:chExt cx="749256" cy="695894"/>
          </a:xfrm>
        </p:grpSpPr>
        <p:grpSp>
          <p:nvGrpSpPr>
            <p:cNvPr id="12286" name="Google Shape;12286;p84"/>
            <p:cNvGrpSpPr/>
            <p:nvPr/>
          </p:nvGrpSpPr>
          <p:grpSpPr>
            <a:xfrm>
              <a:off x="3583779" y="1236445"/>
              <a:ext cx="293795" cy="285811"/>
              <a:chOff x="3750225" y="1774000"/>
              <a:chExt cx="149575" cy="145525"/>
            </a:xfrm>
          </p:grpSpPr>
          <p:sp>
            <p:nvSpPr>
              <p:cNvPr id="12287" name="Google Shape;12287;p84"/>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84"/>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9" name="Google Shape;12289;p84"/>
            <p:cNvGrpSpPr/>
            <p:nvPr/>
          </p:nvGrpSpPr>
          <p:grpSpPr>
            <a:xfrm>
              <a:off x="3775534" y="1462599"/>
              <a:ext cx="322325" cy="285958"/>
              <a:chOff x="3847850" y="1889150"/>
              <a:chExt cx="164100" cy="145600"/>
            </a:xfrm>
          </p:grpSpPr>
          <p:sp>
            <p:nvSpPr>
              <p:cNvPr id="12290" name="Google Shape;12290;p84"/>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84"/>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2" name="Google Shape;12292;p84"/>
            <p:cNvGrpSpPr/>
            <p:nvPr/>
          </p:nvGrpSpPr>
          <p:grpSpPr>
            <a:xfrm>
              <a:off x="3545329" y="1646528"/>
              <a:ext cx="293746" cy="285811"/>
              <a:chOff x="3730650" y="1982800"/>
              <a:chExt cx="149550" cy="145525"/>
            </a:xfrm>
          </p:grpSpPr>
          <p:sp>
            <p:nvSpPr>
              <p:cNvPr id="12293" name="Google Shape;12293;p84"/>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84"/>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5" name="Google Shape;12295;p84"/>
            <p:cNvGrpSpPr/>
            <p:nvPr/>
          </p:nvGrpSpPr>
          <p:grpSpPr>
            <a:xfrm>
              <a:off x="3348603" y="1415046"/>
              <a:ext cx="294384" cy="284387"/>
              <a:chOff x="3630494" y="1864938"/>
              <a:chExt cx="149875" cy="144800"/>
            </a:xfrm>
          </p:grpSpPr>
          <p:sp>
            <p:nvSpPr>
              <p:cNvPr id="12296" name="Google Shape;12296;p84"/>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84"/>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298" name="Google Shape;12298;p84"/>
          <p:cNvGrpSpPr/>
          <p:nvPr/>
        </p:nvGrpSpPr>
        <p:grpSpPr>
          <a:xfrm>
            <a:off x="2286512" y="3714337"/>
            <a:ext cx="1324924" cy="678083"/>
            <a:chOff x="2413923" y="3711366"/>
            <a:chExt cx="1374117" cy="703260"/>
          </a:xfrm>
        </p:grpSpPr>
        <p:grpSp>
          <p:nvGrpSpPr>
            <p:cNvPr id="12299" name="Google Shape;12299;p84"/>
            <p:cNvGrpSpPr/>
            <p:nvPr/>
          </p:nvGrpSpPr>
          <p:grpSpPr>
            <a:xfrm>
              <a:off x="2413923" y="3711366"/>
              <a:ext cx="1374117" cy="703260"/>
              <a:chOff x="2413923" y="3711366"/>
              <a:chExt cx="1374117" cy="703260"/>
            </a:xfrm>
          </p:grpSpPr>
          <p:sp>
            <p:nvSpPr>
              <p:cNvPr id="12300" name="Google Shape;12300;p84"/>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1" name="Google Shape;12301;p84"/>
              <p:cNvGrpSpPr/>
              <p:nvPr/>
            </p:nvGrpSpPr>
            <p:grpSpPr>
              <a:xfrm>
                <a:off x="2600284" y="3808654"/>
                <a:ext cx="234506" cy="138009"/>
                <a:chOff x="2600284" y="3808654"/>
                <a:chExt cx="234506" cy="138009"/>
              </a:xfrm>
            </p:grpSpPr>
            <p:sp>
              <p:nvSpPr>
                <p:cNvPr id="12302" name="Google Shape;12302;p84"/>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03" name="Google Shape;12303;p84"/>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2304" name="Google Shape;12304;p84"/>
              <p:cNvGrpSpPr/>
              <p:nvPr/>
            </p:nvGrpSpPr>
            <p:grpSpPr>
              <a:xfrm>
                <a:off x="3359659" y="3805664"/>
                <a:ext cx="232294" cy="141000"/>
                <a:chOff x="3359659" y="3805664"/>
                <a:chExt cx="232294" cy="141000"/>
              </a:xfrm>
            </p:grpSpPr>
            <p:sp>
              <p:nvSpPr>
                <p:cNvPr id="12305" name="Google Shape;12305;p84"/>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06" name="Google Shape;12306;p84"/>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2307" name="Google Shape;12307;p84"/>
              <p:cNvGrpSpPr/>
              <p:nvPr/>
            </p:nvGrpSpPr>
            <p:grpSpPr>
              <a:xfrm>
                <a:off x="3067316" y="3711366"/>
                <a:ext cx="66900" cy="166809"/>
                <a:chOff x="3067316" y="3711366"/>
                <a:chExt cx="66900" cy="166809"/>
              </a:xfrm>
            </p:grpSpPr>
            <p:sp>
              <p:nvSpPr>
                <p:cNvPr id="12308" name="Google Shape;12308;p84"/>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09" name="Google Shape;12309;p84"/>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2310" name="Google Shape;12310;p84"/>
              <p:cNvGrpSpPr/>
              <p:nvPr/>
            </p:nvGrpSpPr>
            <p:grpSpPr>
              <a:xfrm>
                <a:off x="2413923" y="4058666"/>
                <a:ext cx="224119" cy="66900"/>
                <a:chOff x="2413923" y="4058666"/>
                <a:chExt cx="224119" cy="66900"/>
              </a:xfrm>
            </p:grpSpPr>
            <p:sp>
              <p:nvSpPr>
                <p:cNvPr id="12311" name="Google Shape;12311;p84"/>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12" name="Google Shape;12312;p84"/>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2313" name="Google Shape;12313;p84"/>
              <p:cNvGrpSpPr/>
              <p:nvPr/>
            </p:nvGrpSpPr>
            <p:grpSpPr>
              <a:xfrm>
                <a:off x="3564643" y="4058666"/>
                <a:ext cx="223397" cy="66900"/>
                <a:chOff x="3564643" y="4058666"/>
                <a:chExt cx="223397" cy="66900"/>
              </a:xfrm>
            </p:grpSpPr>
            <p:sp>
              <p:nvSpPr>
                <p:cNvPr id="12314" name="Google Shape;12314;p84"/>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15" name="Google Shape;12315;p84"/>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2316" name="Google Shape;12316;p84"/>
            <p:cNvGrpSpPr/>
            <p:nvPr/>
          </p:nvGrpSpPr>
          <p:grpSpPr>
            <a:xfrm>
              <a:off x="2633353" y="3965763"/>
              <a:ext cx="933975" cy="445687"/>
              <a:chOff x="2633353" y="3965763"/>
              <a:chExt cx="933975" cy="445687"/>
            </a:xfrm>
          </p:grpSpPr>
          <p:sp>
            <p:nvSpPr>
              <p:cNvPr id="12317" name="Google Shape;12317;p84"/>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84"/>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319" name="Google Shape;12319;p84"/>
          <p:cNvGrpSpPr/>
          <p:nvPr/>
        </p:nvGrpSpPr>
        <p:grpSpPr>
          <a:xfrm>
            <a:off x="6410784" y="1264884"/>
            <a:ext cx="1131087" cy="587383"/>
            <a:chOff x="238125" y="999450"/>
            <a:chExt cx="7140700" cy="3708225"/>
          </a:xfrm>
        </p:grpSpPr>
        <p:sp>
          <p:nvSpPr>
            <p:cNvPr id="12320" name="Google Shape;12320;p84"/>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84"/>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84"/>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84"/>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84"/>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84"/>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84"/>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84"/>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84"/>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9" name="Google Shape;12329;p84"/>
          <p:cNvGrpSpPr/>
          <p:nvPr/>
        </p:nvGrpSpPr>
        <p:grpSpPr>
          <a:xfrm>
            <a:off x="3762234" y="3714379"/>
            <a:ext cx="1375854" cy="678131"/>
            <a:chOff x="3913765" y="3641905"/>
            <a:chExt cx="1522805" cy="750560"/>
          </a:xfrm>
        </p:grpSpPr>
        <p:grpSp>
          <p:nvGrpSpPr>
            <p:cNvPr id="12330" name="Google Shape;12330;p84"/>
            <p:cNvGrpSpPr/>
            <p:nvPr/>
          </p:nvGrpSpPr>
          <p:grpSpPr>
            <a:xfrm>
              <a:off x="3913765" y="3997002"/>
              <a:ext cx="1522805" cy="395463"/>
              <a:chOff x="3913765" y="3997002"/>
              <a:chExt cx="1522805" cy="395463"/>
            </a:xfrm>
          </p:grpSpPr>
          <p:grpSp>
            <p:nvGrpSpPr>
              <p:cNvPr id="12331" name="Google Shape;12331;p84"/>
              <p:cNvGrpSpPr/>
              <p:nvPr/>
            </p:nvGrpSpPr>
            <p:grpSpPr>
              <a:xfrm>
                <a:off x="3913765" y="4138659"/>
                <a:ext cx="507602" cy="253806"/>
                <a:chOff x="3913765" y="4138659"/>
                <a:chExt cx="507602" cy="253806"/>
              </a:xfrm>
            </p:grpSpPr>
            <p:sp>
              <p:nvSpPr>
                <p:cNvPr id="12332" name="Google Shape;12332;p84"/>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84"/>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12334" name="Google Shape;12334;p84"/>
              <p:cNvGrpSpPr/>
              <p:nvPr/>
            </p:nvGrpSpPr>
            <p:grpSpPr>
              <a:xfrm>
                <a:off x="4421361" y="3997002"/>
                <a:ext cx="507618" cy="395463"/>
                <a:chOff x="4421361" y="3997002"/>
                <a:chExt cx="507618" cy="395463"/>
              </a:xfrm>
            </p:grpSpPr>
            <p:sp>
              <p:nvSpPr>
                <p:cNvPr id="12335" name="Google Shape;12335;p84"/>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84"/>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7" name="Google Shape;12337;p84"/>
              <p:cNvGrpSpPr/>
              <p:nvPr/>
            </p:nvGrpSpPr>
            <p:grpSpPr>
              <a:xfrm>
                <a:off x="4928973" y="4189418"/>
                <a:ext cx="507596" cy="203047"/>
                <a:chOff x="4928973" y="4189418"/>
                <a:chExt cx="507596" cy="203047"/>
              </a:xfrm>
            </p:grpSpPr>
            <p:sp>
              <p:nvSpPr>
                <p:cNvPr id="12338" name="Google Shape;12338;p84"/>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84"/>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340" name="Google Shape;12340;p84"/>
            <p:cNvGrpSpPr/>
            <p:nvPr/>
          </p:nvGrpSpPr>
          <p:grpSpPr>
            <a:xfrm>
              <a:off x="4482186" y="3641905"/>
              <a:ext cx="397605" cy="349784"/>
              <a:chOff x="2906375" y="1159725"/>
              <a:chExt cx="1860575" cy="1636800"/>
            </a:xfrm>
          </p:grpSpPr>
          <p:sp>
            <p:nvSpPr>
              <p:cNvPr id="12341" name="Google Shape;12341;p84"/>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84"/>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84"/>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84"/>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345" name="Google Shape;12345;p84"/>
          <p:cNvGrpSpPr/>
          <p:nvPr/>
        </p:nvGrpSpPr>
        <p:grpSpPr>
          <a:xfrm>
            <a:off x="6546943" y="2074305"/>
            <a:ext cx="940737" cy="721067"/>
            <a:chOff x="6599718" y="2068734"/>
            <a:chExt cx="940737" cy="721067"/>
          </a:xfrm>
        </p:grpSpPr>
        <p:sp>
          <p:nvSpPr>
            <p:cNvPr id="12346" name="Google Shape;12346;p84"/>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84"/>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84"/>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84"/>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84"/>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84"/>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52" name="Google Shape;12352;p84"/>
            <p:cNvGrpSpPr/>
            <p:nvPr/>
          </p:nvGrpSpPr>
          <p:grpSpPr>
            <a:xfrm>
              <a:off x="6836957" y="2068734"/>
              <a:ext cx="461892" cy="721067"/>
              <a:chOff x="6836957" y="2068734"/>
              <a:chExt cx="461892" cy="721067"/>
            </a:xfrm>
          </p:grpSpPr>
          <p:sp>
            <p:nvSpPr>
              <p:cNvPr id="12353" name="Google Shape;12353;p84"/>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84"/>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84"/>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84"/>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84"/>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84"/>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59" name="Google Shape;12359;p84"/>
              <p:cNvGrpSpPr/>
              <p:nvPr/>
            </p:nvGrpSpPr>
            <p:grpSpPr>
              <a:xfrm>
                <a:off x="6836957" y="2068734"/>
                <a:ext cx="461892" cy="721067"/>
                <a:chOff x="6836957" y="2068734"/>
                <a:chExt cx="461892" cy="721067"/>
              </a:xfrm>
            </p:grpSpPr>
            <p:sp>
              <p:nvSpPr>
                <p:cNvPr id="12360" name="Google Shape;12360;p84"/>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84"/>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84"/>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84"/>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84"/>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84"/>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84"/>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2367" name="Google Shape;12367;p84"/>
          <p:cNvGrpSpPr/>
          <p:nvPr/>
        </p:nvGrpSpPr>
        <p:grpSpPr>
          <a:xfrm>
            <a:off x="2430262" y="2078652"/>
            <a:ext cx="712577" cy="712374"/>
            <a:chOff x="2559249" y="2069323"/>
            <a:chExt cx="685566" cy="685634"/>
          </a:xfrm>
        </p:grpSpPr>
        <p:sp>
          <p:nvSpPr>
            <p:cNvPr id="12368" name="Google Shape;12368;p84"/>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84"/>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84"/>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84"/>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84"/>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84"/>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84"/>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84"/>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84"/>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84"/>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84"/>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84"/>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84"/>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84"/>
          <p:cNvGrpSpPr/>
          <p:nvPr/>
        </p:nvGrpSpPr>
        <p:grpSpPr>
          <a:xfrm>
            <a:off x="7612699" y="1191441"/>
            <a:ext cx="845645" cy="711911"/>
            <a:chOff x="951975" y="315800"/>
            <a:chExt cx="5860325" cy="4933550"/>
          </a:xfrm>
        </p:grpSpPr>
        <p:sp>
          <p:nvSpPr>
            <p:cNvPr id="12382" name="Google Shape;12382;p84"/>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84"/>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84"/>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84"/>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84"/>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84"/>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84"/>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84"/>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0" name="Google Shape;12390;p84"/>
          <p:cNvGrpSpPr/>
          <p:nvPr/>
        </p:nvGrpSpPr>
        <p:grpSpPr>
          <a:xfrm>
            <a:off x="3709828" y="2927550"/>
            <a:ext cx="1617932" cy="621724"/>
            <a:chOff x="3862800" y="3038525"/>
            <a:chExt cx="1329006" cy="510698"/>
          </a:xfrm>
        </p:grpSpPr>
        <p:sp>
          <p:nvSpPr>
            <p:cNvPr id="12391" name="Google Shape;12391;p84"/>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84"/>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93" name="Google Shape;12393;p84"/>
            <p:cNvGrpSpPr/>
            <p:nvPr/>
          </p:nvGrpSpPr>
          <p:grpSpPr>
            <a:xfrm>
              <a:off x="3967075" y="3040337"/>
              <a:ext cx="1019927" cy="402126"/>
              <a:chOff x="3967075" y="3040337"/>
              <a:chExt cx="1019927" cy="402126"/>
            </a:xfrm>
          </p:grpSpPr>
          <p:sp>
            <p:nvSpPr>
              <p:cNvPr id="12394" name="Google Shape;12394;p84"/>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84"/>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6" name="Google Shape;12396;p84"/>
            <p:cNvGrpSpPr/>
            <p:nvPr/>
          </p:nvGrpSpPr>
          <p:grpSpPr>
            <a:xfrm>
              <a:off x="4186700" y="3040337"/>
              <a:ext cx="390475" cy="183289"/>
              <a:chOff x="4186700" y="3040337"/>
              <a:chExt cx="390475" cy="183289"/>
            </a:xfrm>
          </p:grpSpPr>
          <p:sp>
            <p:nvSpPr>
              <p:cNvPr id="12397" name="Google Shape;12397;p84"/>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84"/>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9" name="Google Shape;12399;p84"/>
            <p:cNvGrpSpPr/>
            <p:nvPr/>
          </p:nvGrpSpPr>
          <p:grpSpPr>
            <a:xfrm>
              <a:off x="4073727" y="3040337"/>
              <a:ext cx="697794" cy="296263"/>
              <a:chOff x="4073727" y="3040337"/>
              <a:chExt cx="697794" cy="296263"/>
            </a:xfrm>
          </p:grpSpPr>
          <p:sp>
            <p:nvSpPr>
              <p:cNvPr id="12400" name="Google Shape;12400;p84"/>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84"/>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84"/>
            <p:cNvGrpSpPr/>
            <p:nvPr/>
          </p:nvGrpSpPr>
          <p:grpSpPr>
            <a:xfrm>
              <a:off x="3862800" y="3038525"/>
              <a:ext cx="1329006" cy="510698"/>
              <a:chOff x="3862800" y="3038525"/>
              <a:chExt cx="1329006" cy="510698"/>
            </a:xfrm>
          </p:grpSpPr>
          <p:sp>
            <p:nvSpPr>
              <p:cNvPr id="12403" name="Google Shape;12403;p84"/>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84"/>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05" name="Google Shape;12405;p84"/>
          <p:cNvGrpSpPr/>
          <p:nvPr/>
        </p:nvGrpSpPr>
        <p:grpSpPr>
          <a:xfrm>
            <a:off x="718150" y="1191441"/>
            <a:ext cx="883205" cy="775176"/>
            <a:chOff x="649648" y="271400"/>
            <a:chExt cx="6215377" cy="5455143"/>
          </a:xfrm>
        </p:grpSpPr>
        <p:sp>
          <p:nvSpPr>
            <p:cNvPr id="12406" name="Google Shape;12406;p84"/>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84"/>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84"/>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84"/>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84"/>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84"/>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84"/>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84"/>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84"/>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84"/>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84"/>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84"/>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8" name="Google Shape;12418;p84"/>
          <p:cNvGrpSpPr/>
          <p:nvPr/>
        </p:nvGrpSpPr>
        <p:grpSpPr>
          <a:xfrm>
            <a:off x="2326452" y="1191441"/>
            <a:ext cx="767704" cy="815489"/>
            <a:chOff x="2499700" y="1135950"/>
            <a:chExt cx="732402" cy="777990"/>
          </a:xfrm>
        </p:grpSpPr>
        <p:grpSp>
          <p:nvGrpSpPr>
            <p:cNvPr id="12419" name="Google Shape;12419;p84"/>
            <p:cNvGrpSpPr/>
            <p:nvPr/>
          </p:nvGrpSpPr>
          <p:grpSpPr>
            <a:xfrm>
              <a:off x="2499700" y="1135950"/>
              <a:ext cx="732402" cy="694705"/>
              <a:chOff x="2499700" y="1135950"/>
              <a:chExt cx="732402" cy="694705"/>
            </a:xfrm>
          </p:grpSpPr>
          <p:sp>
            <p:nvSpPr>
              <p:cNvPr id="12420" name="Google Shape;12420;p84"/>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84"/>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84"/>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84"/>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84"/>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84"/>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84"/>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84"/>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84"/>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84"/>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84"/>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84"/>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84"/>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84"/>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84"/>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84"/>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84"/>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84"/>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84"/>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84"/>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84"/>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84"/>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84"/>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84"/>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84"/>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84"/>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84"/>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7" name="Google Shape;12447;p84"/>
            <p:cNvGrpSpPr/>
            <p:nvPr/>
          </p:nvGrpSpPr>
          <p:grpSpPr>
            <a:xfrm>
              <a:off x="2517909" y="1188726"/>
              <a:ext cx="702702" cy="725214"/>
              <a:chOff x="2517909" y="1188726"/>
              <a:chExt cx="702702" cy="725214"/>
            </a:xfrm>
          </p:grpSpPr>
          <p:sp>
            <p:nvSpPr>
              <p:cNvPr id="12448" name="Google Shape;12448;p84"/>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84"/>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84"/>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84"/>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84"/>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53" name="Google Shape;12453;p84"/>
          <p:cNvGrpSpPr/>
          <p:nvPr/>
        </p:nvGrpSpPr>
        <p:grpSpPr>
          <a:xfrm>
            <a:off x="1672184" y="1191441"/>
            <a:ext cx="583439" cy="870229"/>
            <a:chOff x="1716825" y="1121550"/>
            <a:chExt cx="622800" cy="928938"/>
          </a:xfrm>
        </p:grpSpPr>
        <p:grpSp>
          <p:nvGrpSpPr>
            <p:cNvPr id="12454" name="Google Shape;12454;p84"/>
            <p:cNvGrpSpPr/>
            <p:nvPr/>
          </p:nvGrpSpPr>
          <p:grpSpPr>
            <a:xfrm>
              <a:off x="1716825" y="1121550"/>
              <a:ext cx="622800" cy="928938"/>
              <a:chOff x="1716825" y="1121550"/>
              <a:chExt cx="622800" cy="928938"/>
            </a:xfrm>
          </p:grpSpPr>
          <p:cxnSp>
            <p:nvCxnSpPr>
              <p:cNvPr id="12455" name="Google Shape;12455;p84"/>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2456" name="Google Shape;12456;p84"/>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7" name="Google Shape;12457;p84"/>
            <p:cNvGrpSpPr/>
            <p:nvPr/>
          </p:nvGrpSpPr>
          <p:grpSpPr>
            <a:xfrm>
              <a:off x="1768050" y="1172775"/>
              <a:ext cx="520200" cy="832000"/>
              <a:chOff x="1768050" y="1172775"/>
              <a:chExt cx="520200" cy="832000"/>
            </a:xfrm>
          </p:grpSpPr>
          <p:cxnSp>
            <p:nvCxnSpPr>
              <p:cNvPr id="12458" name="Google Shape;12458;p84"/>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2459" name="Google Shape;12459;p84"/>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0" name="Google Shape;12460;p84"/>
            <p:cNvGrpSpPr/>
            <p:nvPr/>
          </p:nvGrpSpPr>
          <p:grpSpPr>
            <a:xfrm>
              <a:off x="1820100" y="1225475"/>
              <a:ext cx="416400" cy="729575"/>
              <a:chOff x="1820100" y="1225475"/>
              <a:chExt cx="416400" cy="729575"/>
            </a:xfrm>
          </p:grpSpPr>
          <p:cxnSp>
            <p:nvCxnSpPr>
              <p:cNvPr id="12461" name="Google Shape;12461;p84"/>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2462" name="Google Shape;12462;p84"/>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3" name="Google Shape;12463;p84"/>
            <p:cNvGrpSpPr/>
            <p:nvPr/>
          </p:nvGrpSpPr>
          <p:grpSpPr>
            <a:xfrm>
              <a:off x="1874250" y="1278825"/>
              <a:ext cx="308100" cy="605275"/>
              <a:chOff x="1874250" y="1278825"/>
              <a:chExt cx="308100" cy="605275"/>
            </a:xfrm>
          </p:grpSpPr>
          <p:cxnSp>
            <p:nvCxnSpPr>
              <p:cNvPr id="12464" name="Google Shape;12464;p84"/>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2465" name="Google Shape;12465;p84"/>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66" name="Google Shape;12466;p84"/>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7" name="Google Shape;12467;p84"/>
          <p:cNvGrpSpPr/>
          <p:nvPr/>
        </p:nvGrpSpPr>
        <p:grpSpPr>
          <a:xfrm>
            <a:off x="1592007" y="2077763"/>
            <a:ext cx="739072" cy="714152"/>
            <a:chOff x="4334725" y="1355875"/>
            <a:chExt cx="3106650" cy="3001900"/>
          </a:xfrm>
        </p:grpSpPr>
        <p:grpSp>
          <p:nvGrpSpPr>
            <p:cNvPr id="12468" name="Google Shape;12468;p84"/>
            <p:cNvGrpSpPr/>
            <p:nvPr/>
          </p:nvGrpSpPr>
          <p:grpSpPr>
            <a:xfrm>
              <a:off x="4516050" y="1724875"/>
              <a:ext cx="2693725" cy="2632900"/>
              <a:chOff x="4516050" y="1724875"/>
              <a:chExt cx="2693725" cy="2632900"/>
            </a:xfrm>
          </p:grpSpPr>
          <p:sp>
            <p:nvSpPr>
              <p:cNvPr id="12469" name="Google Shape;12469;p84"/>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84"/>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84"/>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2" name="Google Shape;12472;p84"/>
            <p:cNvGrpSpPr/>
            <p:nvPr/>
          </p:nvGrpSpPr>
          <p:grpSpPr>
            <a:xfrm>
              <a:off x="4334725" y="1355875"/>
              <a:ext cx="3106650" cy="2709650"/>
              <a:chOff x="4334725" y="1355875"/>
              <a:chExt cx="3106650" cy="2709650"/>
            </a:xfrm>
          </p:grpSpPr>
          <p:sp>
            <p:nvSpPr>
              <p:cNvPr id="12473" name="Google Shape;12473;p84"/>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4" name="Google Shape;12474;p84"/>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84"/>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76" name="Google Shape;12476;p84"/>
          <p:cNvGrpSpPr/>
          <p:nvPr/>
        </p:nvGrpSpPr>
        <p:grpSpPr>
          <a:xfrm>
            <a:off x="7708956" y="3708534"/>
            <a:ext cx="312074" cy="684173"/>
            <a:chOff x="7645573" y="3754300"/>
            <a:chExt cx="293855" cy="644170"/>
          </a:xfrm>
        </p:grpSpPr>
        <p:sp>
          <p:nvSpPr>
            <p:cNvPr id="12477" name="Google Shape;12477;p84"/>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84"/>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9" name="Google Shape;12479;p84"/>
          <p:cNvGrpSpPr/>
          <p:nvPr/>
        </p:nvGrpSpPr>
        <p:grpSpPr>
          <a:xfrm>
            <a:off x="5630944" y="1191441"/>
            <a:ext cx="709011" cy="739359"/>
            <a:chOff x="5830645" y="1256617"/>
            <a:chExt cx="530340" cy="553040"/>
          </a:xfrm>
        </p:grpSpPr>
        <p:grpSp>
          <p:nvGrpSpPr>
            <p:cNvPr id="12480" name="Google Shape;12480;p84"/>
            <p:cNvGrpSpPr/>
            <p:nvPr/>
          </p:nvGrpSpPr>
          <p:grpSpPr>
            <a:xfrm>
              <a:off x="5830645" y="1256617"/>
              <a:ext cx="259743" cy="269909"/>
              <a:chOff x="5830645" y="1256617"/>
              <a:chExt cx="259743" cy="269909"/>
            </a:xfrm>
          </p:grpSpPr>
          <p:sp>
            <p:nvSpPr>
              <p:cNvPr id="12481" name="Google Shape;12481;p84"/>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84"/>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3" name="Google Shape;12483;p84"/>
            <p:cNvGrpSpPr/>
            <p:nvPr/>
          </p:nvGrpSpPr>
          <p:grpSpPr>
            <a:xfrm>
              <a:off x="6101293" y="1256617"/>
              <a:ext cx="259692" cy="269909"/>
              <a:chOff x="6101293" y="1256617"/>
              <a:chExt cx="259692" cy="269909"/>
            </a:xfrm>
          </p:grpSpPr>
          <p:sp>
            <p:nvSpPr>
              <p:cNvPr id="12484" name="Google Shape;12484;p84"/>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84"/>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6" name="Google Shape;12486;p84"/>
            <p:cNvGrpSpPr/>
            <p:nvPr/>
          </p:nvGrpSpPr>
          <p:grpSpPr>
            <a:xfrm>
              <a:off x="5830645" y="1539749"/>
              <a:ext cx="259692" cy="269909"/>
              <a:chOff x="5830645" y="1539749"/>
              <a:chExt cx="259692" cy="269909"/>
            </a:xfrm>
          </p:grpSpPr>
          <p:sp>
            <p:nvSpPr>
              <p:cNvPr id="12487" name="Google Shape;12487;p84"/>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84"/>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9" name="Google Shape;12489;p84"/>
            <p:cNvGrpSpPr/>
            <p:nvPr/>
          </p:nvGrpSpPr>
          <p:grpSpPr>
            <a:xfrm>
              <a:off x="6101293" y="1539749"/>
              <a:ext cx="259692" cy="269909"/>
              <a:chOff x="6101293" y="1539749"/>
              <a:chExt cx="259692" cy="269909"/>
            </a:xfrm>
          </p:grpSpPr>
          <p:sp>
            <p:nvSpPr>
              <p:cNvPr id="12490" name="Google Shape;12490;p84"/>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84"/>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92" name="Google Shape;12492;p84"/>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3" name="Google Shape;12493;p84"/>
          <p:cNvGrpSpPr/>
          <p:nvPr/>
        </p:nvGrpSpPr>
        <p:grpSpPr>
          <a:xfrm>
            <a:off x="732438" y="2927557"/>
            <a:ext cx="1452955" cy="621360"/>
            <a:chOff x="732422" y="2990152"/>
            <a:chExt cx="1337773" cy="572102"/>
          </a:xfrm>
        </p:grpSpPr>
        <p:sp>
          <p:nvSpPr>
            <p:cNvPr id="12494" name="Google Shape;12494;p84"/>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84"/>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84"/>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84"/>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84"/>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84"/>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2503"/>
        <p:cNvGrpSpPr/>
        <p:nvPr/>
      </p:nvGrpSpPr>
      <p:grpSpPr>
        <a:xfrm>
          <a:off x="0" y="0"/>
          <a:ext cx="0" cy="0"/>
          <a:chOff x="0" y="0"/>
          <a:chExt cx="0" cy="0"/>
        </a:xfrm>
      </p:grpSpPr>
      <p:grpSp>
        <p:nvGrpSpPr>
          <p:cNvPr id="12504" name="Google Shape;12504;p85"/>
          <p:cNvGrpSpPr/>
          <p:nvPr/>
        </p:nvGrpSpPr>
        <p:grpSpPr>
          <a:xfrm>
            <a:off x="729238" y="1179665"/>
            <a:ext cx="1636117" cy="1526144"/>
            <a:chOff x="729238" y="1179665"/>
            <a:chExt cx="1636117" cy="1526144"/>
          </a:xfrm>
        </p:grpSpPr>
        <p:grpSp>
          <p:nvGrpSpPr>
            <p:cNvPr id="12505" name="Google Shape;12505;p85"/>
            <p:cNvGrpSpPr/>
            <p:nvPr/>
          </p:nvGrpSpPr>
          <p:grpSpPr>
            <a:xfrm>
              <a:off x="729238" y="1179665"/>
              <a:ext cx="80700" cy="1526144"/>
              <a:chOff x="729238" y="1179665"/>
              <a:chExt cx="80700" cy="1526144"/>
            </a:xfrm>
          </p:grpSpPr>
          <p:sp>
            <p:nvSpPr>
              <p:cNvPr id="12506" name="Google Shape;12506;p85"/>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85"/>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85"/>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85"/>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0" name="Google Shape;12510;p85"/>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85"/>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85"/>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85"/>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85"/>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85"/>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6" name="Google Shape;12516;p85"/>
            <p:cNvGrpSpPr/>
            <p:nvPr/>
          </p:nvGrpSpPr>
          <p:grpSpPr>
            <a:xfrm>
              <a:off x="903098" y="1179665"/>
              <a:ext cx="80700" cy="1526144"/>
              <a:chOff x="903098" y="1179665"/>
              <a:chExt cx="80700" cy="1526144"/>
            </a:xfrm>
          </p:grpSpPr>
          <p:sp>
            <p:nvSpPr>
              <p:cNvPr id="12517" name="Google Shape;12517;p85"/>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85"/>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85"/>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85"/>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85"/>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85"/>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85"/>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85"/>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85"/>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85"/>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7" name="Google Shape;12527;p85"/>
            <p:cNvGrpSpPr/>
            <p:nvPr/>
          </p:nvGrpSpPr>
          <p:grpSpPr>
            <a:xfrm>
              <a:off x="1076958" y="1179665"/>
              <a:ext cx="80700" cy="1526144"/>
              <a:chOff x="1076958" y="1179665"/>
              <a:chExt cx="80700" cy="1526144"/>
            </a:xfrm>
          </p:grpSpPr>
          <p:sp>
            <p:nvSpPr>
              <p:cNvPr id="12528" name="Google Shape;12528;p85"/>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85"/>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85"/>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85"/>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85"/>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85"/>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85"/>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85"/>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85"/>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85"/>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8" name="Google Shape;12538;p85"/>
            <p:cNvGrpSpPr/>
            <p:nvPr/>
          </p:nvGrpSpPr>
          <p:grpSpPr>
            <a:xfrm>
              <a:off x="1247707" y="1179665"/>
              <a:ext cx="80700" cy="1526144"/>
              <a:chOff x="1247707" y="1179665"/>
              <a:chExt cx="80700" cy="1526144"/>
            </a:xfrm>
          </p:grpSpPr>
          <p:sp>
            <p:nvSpPr>
              <p:cNvPr id="12539" name="Google Shape;12539;p85"/>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85"/>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85"/>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85"/>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85"/>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85"/>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85"/>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85"/>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85"/>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85"/>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9" name="Google Shape;12549;p85"/>
            <p:cNvGrpSpPr/>
            <p:nvPr/>
          </p:nvGrpSpPr>
          <p:grpSpPr>
            <a:xfrm>
              <a:off x="1421567" y="1179665"/>
              <a:ext cx="80700" cy="1526144"/>
              <a:chOff x="1421567" y="1179665"/>
              <a:chExt cx="80700" cy="1526144"/>
            </a:xfrm>
          </p:grpSpPr>
          <p:sp>
            <p:nvSpPr>
              <p:cNvPr id="12550" name="Google Shape;12550;p85"/>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85"/>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85"/>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85"/>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85"/>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85"/>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85"/>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85"/>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85"/>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85"/>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0" name="Google Shape;12560;p85"/>
            <p:cNvGrpSpPr/>
            <p:nvPr/>
          </p:nvGrpSpPr>
          <p:grpSpPr>
            <a:xfrm>
              <a:off x="1592327" y="1179665"/>
              <a:ext cx="80700" cy="1526144"/>
              <a:chOff x="1592327" y="1179665"/>
              <a:chExt cx="80700" cy="1526144"/>
            </a:xfrm>
          </p:grpSpPr>
          <p:sp>
            <p:nvSpPr>
              <p:cNvPr id="12561" name="Google Shape;12561;p85"/>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85"/>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85"/>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85"/>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85"/>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85"/>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85"/>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85"/>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85"/>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85"/>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1" name="Google Shape;12571;p85"/>
            <p:cNvGrpSpPr/>
            <p:nvPr/>
          </p:nvGrpSpPr>
          <p:grpSpPr>
            <a:xfrm>
              <a:off x="1766187" y="1179665"/>
              <a:ext cx="80700" cy="1526144"/>
              <a:chOff x="1766187" y="1179665"/>
              <a:chExt cx="80700" cy="1526144"/>
            </a:xfrm>
          </p:grpSpPr>
          <p:sp>
            <p:nvSpPr>
              <p:cNvPr id="12572" name="Google Shape;12572;p85"/>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85"/>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85"/>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85"/>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85"/>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85"/>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85"/>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85"/>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85"/>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85"/>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2" name="Google Shape;12582;p85"/>
            <p:cNvGrpSpPr/>
            <p:nvPr/>
          </p:nvGrpSpPr>
          <p:grpSpPr>
            <a:xfrm>
              <a:off x="1936935" y="1179665"/>
              <a:ext cx="80700" cy="1526144"/>
              <a:chOff x="1936935" y="1179665"/>
              <a:chExt cx="80700" cy="1526144"/>
            </a:xfrm>
          </p:grpSpPr>
          <p:sp>
            <p:nvSpPr>
              <p:cNvPr id="12583" name="Google Shape;12583;p85"/>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85"/>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85"/>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85"/>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85"/>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85"/>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85"/>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85"/>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85"/>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85"/>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3" name="Google Shape;12593;p85"/>
            <p:cNvGrpSpPr/>
            <p:nvPr/>
          </p:nvGrpSpPr>
          <p:grpSpPr>
            <a:xfrm>
              <a:off x="2110795" y="1179665"/>
              <a:ext cx="80700" cy="1526144"/>
              <a:chOff x="2110795" y="1179665"/>
              <a:chExt cx="80700" cy="1526144"/>
            </a:xfrm>
          </p:grpSpPr>
          <p:sp>
            <p:nvSpPr>
              <p:cNvPr id="12594" name="Google Shape;12594;p85"/>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85"/>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85"/>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85"/>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85"/>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85"/>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85"/>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85"/>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85"/>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85"/>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85"/>
            <p:cNvGrpSpPr/>
            <p:nvPr/>
          </p:nvGrpSpPr>
          <p:grpSpPr>
            <a:xfrm>
              <a:off x="2284655" y="1179665"/>
              <a:ext cx="80700" cy="1526144"/>
              <a:chOff x="2284655" y="1179665"/>
              <a:chExt cx="80700" cy="1526144"/>
            </a:xfrm>
          </p:grpSpPr>
          <p:sp>
            <p:nvSpPr>
              <p:cNvPr id="12605" name="Google Shape;12605;p85"/>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85"/>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85"/>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85"/>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85"/>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85"/>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85"/>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85"/>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85"/>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85"/>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15" name="Google Shape;12615;p85"/>
          <p:cNvGrpSpPr/>
          <p:nvPr/>
        </p:nvGrpSpPr>
        <p:grpSpPr>
          <a:xfrm>
            <a:off x="2623904" y="1198803"/>
            <a:ext cx="1364248" cy="1102133"/>
            <a:chOff x="2623904" y="1198803"/>
            <a:chExt cx="1364248" cy="1102133"/>
          </a:xfrm>
        </p:grpSpPr>
        <p:grpSp>
          <p:nvGrpSpPr>
            <p:cNvPr id="12616" name="Google Shape;12616;p85"/>
            <p:cNvGrpSpPr/>
            <p:nvPr/>
          </p:nvGrpSpPr>
          <p:grpSpPr>
            <a:xfrm>
              <a:off x="2623907" y="1198803"/>
              <a:ext cx="1364245" cy="273000"/>
              <a:chOff x="2623907" y="1198803"/>
              <a:chExt cx="1364245" cy="273000"/>
            </a:xfrm>
          </p:grpSpPr>
          <p:sp>
            <p:nvSpPr>
              <p:cNvPr id="12617" name="Google Shape;12617;p85"/>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85"/>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85"/>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85"/>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85"/>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2" name="Google Shape;12622;p85"/>
            <p:cNvGrpSpPr/>
            <p:nvPr/>
          </p:nvGrpSpPr>
          <p:grpSpPr>
            <a:xfrm>
              <a:off x="2623904" y="1476964"/>
              <a:ext cx="1364245" cy="273000"/>
              <a:chOff x="2623904" y="1476964"/>
              <a:chExt cx="1364245" cy="273000"/>
            </a:xfrm>
          </p:grpSpPr>
          <p:sp>
            <p:nvSpPr>
              <p:cNvPr id="12623" name="Google Shape;12623;p85"/>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85"/>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85"/>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85"/>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85"/>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8" name="Google Shape;12628;p85"/>
            <p:cNvGrpSpPr/>
            <p:nvPr/>
          </p:nvGrpSpPr>
          <p:grpSpPr>
            <a:xfrm>
              <a:off x="2623907" y="1749775"/>
              <a:ext cx="1364245" cy="273000"/>
              <a:chOff x="2623907" y="1749775"/>
              <a:chExt cx="1364245" cy="273000"/>
            </a:xfrm>
          </p:grpSpPr>
          <p:sp>
            <p:nvSpPr>
              <p:cNvPr id="12629" name="Google Shape;12629;p85"/>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85"/>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85"/>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85"/>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85"/>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4" name="Google Shape;12634;p85"/>
            <p:cNvGrpSpPr/>
            <p:nvPr/>
          </p:nvGrpSpPr>
          <p:grpSpPr>
            <a:xfrm>
              <a:off x="2623904" y="2027936"/>
              <a:ext cx="1364245" cy="273000"/>
              <a:chOff x="2623904" y="2027936"/>
              <a:chExt cx="1364245" cy="273000"/>
            </a:xfrm>
          </p:grpSpPr>
          <p:sp>
            <p:nvSpPr>
              <p:cNvPr id="12635" name="Google Shape;12635;p85"/>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85"/>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85"/>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85"/>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85"/>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40" name="Google Shape;12640;p85"/>
          <p:cNvGrpSpPr/>
          <p:nvPr/>
        </p:nvGrpSpPr>
        <p:grpSpPr>
          <a:xfrm>
            <a:off x="2613365" y="2657986"/>
            <a:ext cx="1387541" cy="159124"/>
            <a:chOff x="3200660" y="2180272"/>
            <a:chExt cx="2563824" cy="378237"/>
          </a:xfrm>
        </p:grpSpPr>
        <p:sp>
          <p:nvSpPr>
            <p:cNvPr id="12641" name="Google Shape;12641;p85"/>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85"/>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85"/>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85"/>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85"/>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85"/>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85"/>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85"/>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85"/>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85"/>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85"/>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85"/>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85"/>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85"/>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85"/>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85"/>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85"/>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85"/>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59" name="Google Shape;12659;p85"/>
          <p:cNvGrpSpPr/>
          <p:nvPr/>
        </p:nvGrpSpPr>
        <p:grpSpPr>
          <a:xfrm>
            <a:off x="2609890" y="2935811"/>
            <a:ext cx="1390502" cy="159625"/>
            <a:chOff x="3530150" y="2790075"/>
            <a:chExt cx="1962600" cy="225300"/>
          </a:xfrm>
        </p:grpSpPr>
        <p:sp>
          <p:nvSpPr>
            <p:cNvPr id="12660" name="Google Shape;12660;p85"/>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85"/>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2" name="Google Shape;12662;p85"/>
          <p:cNvGrpSpPr/>
          <p:nvPr/>
        </p:nvGrpSpPr>
        <p:grpSpPr>
          <a:xfrm>
            <a:off x="2610543" y="3214137"/>
            <a:ext cx="1411629" cy="153761"/>
            <a:chOff x="3558802" y="4011427"/>
            <a:chExt cx="1866000" cy="111300"/>
          </a:xfrm>
        </p:grpSpPr>
        <p:sp>
          <p:nvSpPr>
            <p:cNvPr id="12663" name="Google Shape;12663;p85"/>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85"/>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5" name="Google Shape;12665;p85"/>
          <p:cNvGrpSpPr/>
          <p:nvPr/>
        </p:nvGrpSpPr>
        <p:grpSpPr>
          <a:xfrm>
            <a:off x="2610235" y="2419536"/>
            <a:ext cx="1383503" cy="119749"/>
            <a:chOff x="3465975" y="2270276"/>
            <a:chExt cx="1986364" cy="171929"/>
          </a:xfrm>
        </p:grpSpPr>
        <p:sp>
          <p:nvSpPr>
            <p:cNvPr id="12666" name="Google Shape;12666;p85"/>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85"/>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85"/>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85"/>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85"/>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85"/>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85"/>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85"/>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4" name="Google Shape;12674;p85"/>
          <p:cNvGrpSpPr/>
          <p:nvPr/>
        </p:nvGrpSpPr>
        <p:grpSpPr>
          <a:xfrm>
            <a:off x="2621243" y="3783187"/>
            <a:ext cx="1369531" cy="195460"/>
            <a:chOff x="723300" y="4253549"/>
            <a:chExt cx="2276482" cy="324900"/>
          </a:xfrm>
        </p:grpSpPr>
        <p:sp>
          <p:nvSpPr>
            <p:cNvPr id="12675" name="Google Shape;12675;p85"/>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85"/>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85"/>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85"/>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85"/>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0" name="Google Shape;12680;p85"/>
          <p:cNvGrpSpPr/>
          <p:nvPr/>
        </p:nvGrpSpPr>
        <p:grpSpPr>
          <a:xfrm>
            <a:off x="2610803" y="3484367"/>
            <a:ext cx="1389066" cy="180119"/>
            <a:chOff x="705948" y="3788465"/>
            <a:chExt cx="2308953" cy="299400"/>
          </a:xfrm>
        </p:grpSpPr>
        <p:sp>
          <p:nvSpPr>
            <p:cNvPr id="12681" name="Google Shape;12681;p85"/>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85"/>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85"/>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85"/>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85"/>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6" name="Google Shape;12686;p85"/>
          <p:cNvGrpSpPr/>
          <p:nvPr/>
        </p:nvGrpSpPr>
        <p:grpSpPr>
          <a:xfrm>
            <a:off x="2658741" y="4097347"/>
            <a:ext cx="1304609" cy="294074"/>
            <a:chOff x="2658741" y="4097347"/>
            <a:chExt cx="1304609" cy="294074"/>
          </a:xfrm>
        </p:grpSpPr>
        <p:grpSp>
          <p:nvGrpSpPr>
            <p:cNvPr id="12687" name="Google Shape;12687;p85"/>
            <p:cNvGrpSpPr/>
            <p:nvPr/>
          </p:nvGrpSpPr>
          <p:grpSpPr>
            <a:xfrm>
              <a:off x="2658741" y="4097347"/>
              <a:ext cx="118572" cy="294074"/>
              <a:chOff x="3343310" y="4475555"/>
              <a:chExt cx="127717" cy="316753"/>
            </a:xfrm>
          </p:grpSpPr>
          <p:sp>
            <p:nvSpPr>
              <p:cNvPr id="12688" name="Google Shape;12688;p85"/>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85"/>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0" name="Google Shape;12690;p85"/>
            <p:cNvGrpSpPr/>
            <p:nvPr/>
          </p:nvGrpSpPr>
          <p:grpSpPr>
            <a:xfrm>
              <a:off x="3815519" y="4098388"/>
              <a:ext cx="147831" cy="291991"/>
              <a:chOff x="3527539" y="4476677"/>
              <a:chExt cx="159232" cy="314510"/>
            </a:xfrm>
          </p:grpSpPr>
          <p:sp>
            <p:nvSpPr>
              <p:cNvPr id="12691" name="Google Shape;12691;p8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8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3" name="Google Shape;12693;p85"/>
            <p:cNvGrpSpPr/>
            <p:nvPr/>
          </p:nvGrpSpPr>
          <p:grpSpPr>
            <a:xfrm>
              <a:off x="3511696" y="4098388"/>
              <a:ext cx="147831" cy="291991"/>
              <a:chOff x="3527539" y="4476677"/>
              <a:chExt cx="159232" cy="314510"/>
            </a:xfrm>
          </p:grpSpPr>
          <p:sp>
            <p:nvSpPr>
              <p:cNvPr id="12694" name="Google Shape;12694;p8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8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6" name="Google Shape;12696;p85"/>
            <p:cNvGrpSpPr/>
            <p:nvPr/>
          </p:nvGrpSpPr>
          <p:grpSpPr>
            <a:xfrm>
              <a:off x="3207874" y="4098388"/>
              <a:ext cx="147831" cy="291991"/>
              <a:chOff x="3527539" y="4476677"/>
              <a:chExt cx="159232" cy="314510"/>
            </a:xfrm>
          </p:grpSpPr>
          <p:sp>
            <p:nvSpPr>
              <p:cNvPr id="12697" name="Google Shape;12697;p8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8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9" name="Google Shape;12699;p85"/>
            <p:cNvGrpSpPr/>
            <p:nvPr/>
          </p:nvGrpSpPr>
          <p:grpSpPr>
            <a:xfrm>
              <a:off x="2933305" y="4097347"/>
              <a:ext cx="118572" cy="294074"/>
              <a:chOff x="3343310" y="4475555"/>
              <a:chExt cx="127717" cy="316753"/>
            </a:xfrm>
          </p:grpSpPr>
          <p:sp>
            <p:nvSpPr>
              <p:cNvPr id="12700" name="Google Shape;12700;p85"/>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85"/>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702" name="Google Shape;12702;p85"/>
          <p:cNvGrpSpPr/>
          <p:nvPr/>
        </p:nvGrpSpPr>
        <p:grpSpPr>
          <a:xfrm>
            <a:off x="4277571" y="2080469"/>
            <a:ext cx="1433821" cy="191501"/>
            <a:chOff x="4273350" y="2080469"/>
            <a:chExt cx="1433821" cy="191501"/>
          </a:xfrm>
        </p:grpSpPr>
        <p:grpSp>
          <p:nvGrpSpPr>
            <p:cNvPr id="12703" name="Google Shape;12703;p85"/>
            <p:cNvGrpSpPr/>
            <p:nvPr/>
          </p:nvGrpSpPr>
          <p:grpSpPr>
            <a:xfrm>
              <a:off x="4273350" y="2080469"/>
              <a:ext cx="1433821" cy="0"/>
              <a:chOff x="5224975" y="2962250"/>
              <a:chExt cx="1544400" cy="0"/>
            </a:xfrm>
          </p:grpSpPr>
          <p:cxnSp>
            <p:nvCxnSpPr>
              <p:cNvPr id="12704" name="Google Shape;12704;p85"/>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2705" name="Google Shape;12705;p85"/>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2706" name="Google Shape;12706;p85"/>
            <p:cNvGrpSpPr/>
            <p:nvPr/>
          </p:nvGrpSpPr>
          <p:grpSpPr>
            <a:xfrm>
              <a:off x="4273350" y="2271969"/>
              <a:ext cx="1433821" cy="0"/>
              <a:chOff x="5224975" y="2962250"/>
              <a:chExt cx="1544400" cy="0"/>
            </a:xfrm>
          </p:grpSpPr>
          <p:cxnSp>
            <p:nvCxnSpPr>
              <p:cNvPr id="12707" name="Google Shape;12707;p85"/>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2708" name="Google Shape;12708;p85"/>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2709" name="Google Shape;12709;p85"/>
          <p:cNvGrpSpPr/>
          <p:nvPr/>
        </p:nvGrpSpPr>
        <p:grpSpPr>
          <a:xfrm>
            <a:off x="4279126" y="1183036"/>
            <a:ext cx="1430711" cy="743389"/>
            <a:chOff x="5159450" y="1919950"/>
            <a:chExt cx="1541050" cy="862500"/>
          </a:xfrm>
        </p:grpSpPr>
        <p:sp>
          <p:nvSpPr>
            <p:cNvPr id="12710" name="Google Shape;12710;p85"/>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ru-RU"/>
            </a:p>
          </p:txBody>
        </p:sp>
        <p:grpSp>
          <p:nvGrpSpPr>
            <p:cNvPr id="12711" name="Google Shape;12711;p85"/>
            <p:cNvGrpSpPr/>
            <p:nvPr/>
          </p:nvGrpSpPr>
          <p:grpSpPr>
            <a:xfrm>
              <a:off x="5159450" y="1919950"/>
              <a:ext cx="1541050" cy="862500"/>
              <a:chOff x="5159450" y="1919950"/>
              <a:chExt cx="1541050" cy="862500"/>
            </a:xfrm>
          </p:grpSpPr>
          <p:cxnSp>
            <p:nvCxnSpPr>
              <p:cNvPr id="12712" name="Google Shape;12712;p85"/>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2713" name="Google Shape;12713;p85"/>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2714" name="Google Shape;12714;p85"/>
          <p:cNvGrpSpPr/>
          <p:nvPr/>
        </p:nvGrpSpPr>
        <p:grpSpPr>
          <a:xfrm>
            <a:off x="4269239" y="2406364"/>
            <a:ext cx="1450484" cy="1052087"/>
            <a:chOff x="5230575" y="1554475"/>
            <a:chExt cx="2137150" cy="1550150"/>
          </a:xfrm>
        </p:grpSpPr>
        <p:sp>
          <p:nvSpPr>
            <p:cNvPr id="12715" name="Google Shape;12715;p85"/>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85"/>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85"/>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85"/>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85"/>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85"/>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1" name="Google Shape;12721;p85"/>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85"/>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85"/>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85"/>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85"/>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85"/>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85"/>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8" name="Google Shape;12728;p85"/>
          <p:cNvGrpSpPr/>
          <p:nvPr/>
        </p:nvGrpSpPr>
        <p:grpSpPr>
          <a:xfrm rot="10800000">
            <a:off x="4285790" y="3498553"/>
            <a:ext cx="1417383" cy="887946"/>
            <a:chOff x="5645403" y="2920021"/>
            <a:chExt cx="2650800" cy="2180614"/>
          </a:xfrm>
        </p:grpSpPr>
        <p:sp>
          <p:nvSpPr>
            <p:cNvPr id="12729" name="Google Shape;12729;p85"/>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730" name="Google Shape;12730;p85"/>
            <p:cNvCxnSpPr>
              <a:stCxn id="12729"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2731" name="Google Shape;12731;p85"/>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732" name="Google Shape;12732;p85"/>
            <p:cNvCxnSpPr>
              <a:endCxn id="12731"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2733" name="Google Shape;12733;p85"/>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734" name="Google Shape;12734;p85"/>
            <p:cNvCxnSpPr>
              <a:stCxn id="12733"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2735" name="Google Shape;12735;p85"/>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736" name="Google Shape;12736;p85"/>
            <p:cNvCxnSpPr>
              <a:endCxn id="12735"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2737" name="Google Shape;12737;p85"/>
          <p:cNvGrpSpPr/>
          <p:nvPr/>
        </p:nvGrpSpPr>
        <p:grpSpPr>
          <a:xfrm>
            <a:off x="7386150" y="2401908"/>
            <a:ext cx="1071743" cy="1021579"/>
            <a:chOff x="7189833" y="2022667"/>
            <a:chExt cx="1251159" cy="1192597"/>
          </a:xfrm>
        </p:grpSpPr>
        <p:sp>
          <p:nvSpPr>
            <p:cNvPr id="12738" name="Google Shape;12738;p85"/>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85"/>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85"/>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85"/>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2" name="Google Shape;12742;p85"/>
          <p:cNvGrpSpPr/>
          <p:nvPr/>
        </p:nvGrpSpPr>
        <p:grpSpPr>
          <a:xfrm>
            <a:off x="727421" y="2828315"/>
            <a:ext cx="1695374" cy="1560837"/>
            <a:chOff x="727421" y="2828315"/>
            <a:chExt cx="1695374" cy="1560837"/>
          </a:xfrm>
        </p:grpSpPr>
        <p:grpSp>
          <p:nvGrpSpPr>
            <p:cNvPr id="12743" name="Google Shape;12743;p85"/>
            <p:cNvGrpSpPr/>
            <p:nvPr/>
          </p:nvGrpSpPr>
          <p:grpSpPr>
            <a:xfrm>
              <a:off x="819108" y="2882501"/>
              <a:ext cx="103104" cy="1426186"/>
              <a:chOff x="4674013" y="3100904"/>
              <a:chExt cx="122758" cy="1698043"/>
            </a:xfrm>
          </p:grpSpPr>
          <p:sp>
            <p:nvSpPr>
              <p:cNvPr id="12744" name="Google Shape;12744;p85"/>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85"/>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85"/>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85"/>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85"/>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85"/>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85"/>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1" name="Google Shape;12751;p85"/>
            <p:cNvGrpSpPr/>
            <p:nvPr/>
          </p:nvGrpSpPr>
          <p:grpSpPr>
            <a:xfrm>
              <a:off x="1062475" y="2882501"/>
              <a:ext cx="103104" cy="1426186"/>
              <a:chOff x="4940438" y="3100904"/>
              <a:chExt cx="122758" cy="1698043"/>
            </a:xfrm>
          </p:grpSpPr>
          <p:sp>
            <p:nvSpPr>
              <p:cNvPr id="12752" name="Google Shape;12752;p85"/>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85"/>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85"/>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85"/>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85"/>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85"/>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85"/>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9" name="Google Shape;12759;p85"/>
            <p:cNvGrpSpPr/>
            <p:nvPr/>
          </p:nvGrpSpPr>
          <p:grpSpPr>
            <a:xfrm>
              <a:off x="1299324" y="2882501"/>
              <a:ext cx="103104" cy="1426186"/>
              <a:chOff x="5206863" y="3100904"/>
              <a:chExt cx="122758" cy="1698043"/>
            </a:xfrm>
          </p:grpSpPr>
          <p:sp>
            <p:nvSpPr>
              <p:cNvPr id="12760" name="Google Shape;12760;p85"/>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85"/>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85"/>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85"/>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85"/>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85"/>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85"/>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7" name="Google Shape;12767;p85"/>
            <p:cNvGrpSpPr/>
            <p:nvPr/>
          </p:nvGrpSpPr>
          <p:grpSpPr>
            <a:xfrm>
              <a:off x="1786057" y="2882501"/>
              <a:ext cx="103104" cy="1426186"/>
              <a:chOff x="6006138" y="3143629"/>
              <a:chExt cx="122758" cy="1698043"/>
            </a:xfrm>
          </p:grpSpPr>
          <p:sp>
            <p:nvSpPr>
              <p:cNvPr id="12768" name="Google Shape;12768;p85"/>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85"/>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85"/>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85"/>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85"/>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85"/>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85"/>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5" name="Google Shape;12775;p85"/>
            <p:cNvGrpSpPr/>
            <p:nvPr/>
          </p:nvGrpSpPr>
          <p:grpSpPr>
            <a:xfrm>
              <a:off x="2029422" y="2882501"/>
              <a:ext cx="103104" cy="1426186"/>
              <a:chOff x="6805413" y="3100904"/>
              <a:chExt cx="122758" cy="1698043"/>
            </a:xfrm>
          </p:grpSpPr>
          <p:sp>
            <p:nvSpPr>
              <p:cNvPr id="12776" name="Google Shape;12776;p85"/>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85"/>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85"/>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85"/>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85"/>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85"/>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85"/>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3" name="Google Shape;12783;p85"/>
            <p:cNvGrpSpPr/>
            <p:nvPr/>
          </p:nvGrpSpPr>
          <p:grpSpPr>
            <a:xfrm>
              <a:off x="727421" y="2828315"/>
              <a:ext cx="1695374" cy="1560837"/>
              <a:chOff x="734799" y="2782450"/>
              <a:chExt cx="1571100" cy="1577400"/>
            </a:xfrm>
          </p:grpSpPr>
          <p:cxnSp>
            <p:nvCxnSpPr>
              <p:cNvPr id="12784" name="Google Shape;12784;p85"/>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2785" name="Google Shape;12785;p85"/>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2786" name="Google Shape;12786;p85"/>
            <p:cNvGrpSpPr/>
            <p:nvPr/>
          </p:nvGrpSpPr>
          <p:grpSpPr>
            <a:xfrm>
              <a:off x="2272795" y="2882501"/>
              <a:ext cx="103104" cy="1426186"/>
              <a:chOff x="5206863" y="3100904"/>
              <a:chExt cx="122758" cy="1698043"/>
            </a:xfrm>
          </p:grpSpPr>
          <p:sp>
            <p:nvSpPr>
              <p:cNvPr id="12787" name="Google Shape;12787;p85"/>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85"/>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85"/>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85"/>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85"/>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85"/>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85"/>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94" name="Google Shape;12794;p85"/>
            <p:cNvGrpSpPr/>
            <p:nvPr/>
          </p:nvGrpSpPr>
          <p:grpSpPr>
            <a:xfrm>
              <a:off x="1542694" y="2882501"/>
              <a:ext cx="103104" cy="1426186"/>
              <a:chOff x="6006138" y="3143629"/>
              <a:chExt cx="122758" cy="1698043"/>
            </a:xfrm>
          </p:grpSpPr>
          <p:sp>
            <p:nvSpPr>
              <p:cNvPr id="12795" name="Google Shape;12795;p85"/>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85"/>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85"/>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85"/>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85"/>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85"/>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85"/>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802" name="Google Shape;12802;p85"/>
          <p:cNvGrpSpPr/>
          <p:nvPr/>
        </p:nvGrpSpPr>
        <p:grpSpPr>
          <a:xfrm>
            <a:off x="5936000" y="2405887"/>
            <a:ext cx="1248543" cy="1025319"/>
            <a:chOff x="5183758" y="1210600"/>
            <a:chExt cx="3605380" cy="2960783"/>
          </a:xfrm>
        </p:grpSpPr>
        <p:sp>
          <p:nvSpPr>
            <p:cNvPr id="12803" name="Google Shape;12803;p85"/>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85"/>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85"/>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85"/>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07" name="Google Shape;12807;p85"/>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2808" name="Google Shape;12808;p85"/>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2809" name="Google Shape;12809;p85"/>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2810" name="Google Shape;12810;p85"/>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2811" name="Google Shape;12811;p85"/>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2" name="Google Shape;12812;p85"/>
          <p:cNvGrpSpPr/>
          <p:nvPr/>
        </p:nvGrpSpPr>
        <p:grpSpPr>
          <a:xfrm>
            <a:off x="5793062" y="3544204"/>
            <a:ext cx="2664831" cy="843440"/>
            <a:chOff x="5916567" y="1099697"/>
            <a:chExt cx="2556683" cy="809211"/>
          </a:xfrm>
        </p:grpSpPr>
        <p:sp>
          <p:nvSpPr>
            <p:cNvPr id="12813" name="Google Shape;12813;p85"/>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85"/>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85"/>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85"/>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85"/>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85"/>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85"/>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85"/>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1" name="Google Shape;12821;p85"/>
          <p:cNvGrpSpPr/>
          <p:nvPr/>
        </p:nvGrpSpPr>
        <p:grpSpPr>
          <a:xfrm>
            <a:off x="5900602" y="1193063"/>
            <a:ext cx="1299851" cy="1023338"/>
            <a:chOff x="5900602" y="1193063"/>
            <a:chExt cx="1299851" cy="1023338"/>
          </a:xfrm>
        </p:grpSpPr>
        <p:grpSp>
          <p:nvGrpSpPr>
            <p:cNvPr id="12822" name="Google Shape;12822;p85"/>
            <p:cNvGrpSpPr/>
            <p:nvPr/>
          </p:nvGrpSpPr>
          <p:grpSpPr>
            <a:xfrm>
              <a:off x="6743564" y="1193063"/>
              <a:ext cx="456889" cy="700379"/>
              <a:chOff x="6743564" y="1193063"/>
              <a:chExt cx="456889" cy="700379"/>
            </a:xfrm>
          </p:grpSpPr>
          <p:grpSp>
            <p:nvGrpSpPr>
              <p:cNvPr id="12823" name="Google Shape;12823;p85"/>
              <p:cNvGrpSpPr/>
              <p:nvPr/>
            </p:nvGrpSpPr>
            <p:grpSpPr>
              <a:xfrm>
                <a:off x="6743564" y="1690731"/>
                <a:ext cx="214402" cy="202710"/>
                <a:chOff x="6743564" y="1690731"/>
                <a:chExt cx="214402" cy="202710"/>
              </a:xfrm>
            </p:grpSpPr>
            <p:sp>
              <p:nvSpPr>
                <p:cNvPr id="12824" name="Google Shape;12824;p85"/>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85"/>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6" name="Google Shape;12826;p85"/>
              <p:cNvGrpSpPr/>
              <p:nvPr/>
            </p:nvGrpSpPr>
            <p:grpSpPr>
              <a:xfrm>
                <a:off x="6915505" y="1193063"/>
                <a:ext cx="284947" cy="589637"/>
                <a:chOff x="6915505" y="1193063"/>
                <a:chExt cx="284947" cy="589637"/>
              </a:xfrm>
            </p:grpSpPr>
            <p:sp>
              <p:nvSpPr>
                <p:cNvPr id="12827" name="Google Shape;12827;p85"/>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28" name="Google Shape;12828;p85"/>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2829" name="Google Shape;12829;p85"/>
            <p:cNvGrpSpPr/>
            <p:nvPr/>
          </p:nvGrpSpPr>
          <p:grpSpPr>
            <a:xfrm>
              <a:off x="6520337" y="1193063"/>
              <a:ext cx="341815" cy="801589"/>
              <a:chOff x="6520337" y="1193063"/>
              <a:chExt cx="341815" cy="801589"/>
            </a:xfrm>
          </p:grpSpPr>
          <p:grpSp>
            <p:nvGrpSpPr>
              <p:cNvPr id="12830" name="Google Shape;12830;p85"/>
              <p:cNvGrpSpPr/>
              <p:nvPr/>
            </p:nvGrpSpPr>
            <p:grpSpPr>
              <a:xfrm>
                <a:off x="6520337" y="1589527"/>
                <a:ext cx="213950" cy="405125"/>
                <a:chOff x="6520337" y="1589527"/>
                <a:chExt cx="213950" cy="405125"/>
              </a:xfrm>
            </p:grpSpPr>
            <p:sp>
              <p:nvSpPr>
                <p:cNvPr id="12831" name="Google Shape;12831;p85"/>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85"/>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3" name="Google Shape;12833;p85"/>
              <p:cNvGrpSpPr/>
              <p:nvPr/>
            </p:nvGrpSpPr>
            <p:grpSpPr>
              <a:xfrm>
                <a:off x="6577204" y="1193063"/>
                <a:ext cx="284947" cy="453562"/>
                <a:chOff x="6577204" y="1193063"/>
                <a:chExt cx="284947" cy="453562"/>
              </a:xfrm>
            </p:grpSpPr>
            <p:sp>
              <p:nvSpPr>
                <p:cNvPr id="12834" name="Google Shape;12834;p85"/>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35" name="Google Shape;12835;p85"/>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2836" name="Google Shape;12836;p85"/>
            <p:cNvGrpSpPr/>
            <p:nvPr/>
          </p:nvGrpSpPr>
          <p:grpSpPr>
            <a:xfrm>
              <a:off x="6238903" y="1193063"/>
              <a:ext cx="300475" cy="901782"/>
              <a:chOff x="6238903" y="1193063"/>
              <a:chExt cx="300475" cy="901782"/>
            </a:xfrm>
          </p:grpSpPr>
          <p:grpSp>
            <p:nvGrpSpPr>
              <p:cNvPr id="12837" name="Google Shape;12837;p85"/>
              <p:cNvGrpSpPr/>
              <p:nvPr/>
            </p:nvGrpSpPr>
            <p:grpSpPr>
              <a:xfrm>
                <a:off x="6290865" y="1489315"/>
                <a:ext cx="248514" cy="605530"/>
                <a:chOff x="6290865" y="1489315"/>
                <a:chExt cx="248514" cy="605530"/>
              </a:xfrm>
            </p:grpSpPr>
            <p:sp>
              <p:nvSpPr>
                <p:cNvPr id="12838" name="Google Shape;12838;p85"/>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85"/>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0" name="Google Shape;12840;p85"/>
              <p:cNvGrpSpPr/>
              <p:nvPr/>
            </p:nvGrpSpPr>
            <p:grpSpPr>
              <a:xfrm>
                <a:off x="6238903" y="1193063"/>
                <a:ext cx="284947" cy="327512"/>
                <a:chOff x="6238903" y="1193063"/>
                <a:chExt cx="284947" cy="327512"/>
              </a:xfrm>
            </p:grpSpPr>
            <p:sp>
              <p:nvSpPr>
                <p:cNvPr id="12841" name="Google Shape;12841;p85"/>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42" name="Google Shape;12842;p85"/>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2843" name="Google Shape;12843;p85"/>
            <p:cNvGrpSpPr/>
            <p:nvPr/>
          </p:nvGrpSpPr>
          <p:grpSpPr>
            <a:xfrm>
              <a:off x="5900602" y="1193063"/>
              <a:ext cx="444345" cy="1023338"/>
              <a:chOff x="5900602" y="1193063"/>
              <a:chExt cx="444345" cy="1023338"/>
            </a:xfrm>
          </p:grpSpPr>
          <p:grpSp>
            <p:nvGrpSpPr>
              <p:cNvPr id="12844" name="Google Shape;12844;p85"/>
              <p:cNvGrpSpPr/>
              <p:nvPr/>
            </p:nvGrpSpPr>
            <p:grpSpPr>
              <a:xfrm>
                <a:off x="6046501" y="1367785"/>
                <a:ext cx="298446" cy="848616"/>
                <a:chOff x="6046501" y="1367785"/>
                <a:chExt cx="298446" cy="848616"/>
              </a:xfrm>
            </p:grpSpPr>
            <p:sp>
              <p:nvSpPr>
                <p:cNvPr id="12845" name="Google Shape;12845;p85"/>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85"/>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7" name="Google Shape;12847;p85"/>
              <p:cNvGrpSpPr/>
              <p:nvPr/>
            </p:nvGrpSpPr>
            <p:grpSpPr>
              <a:xfrm>
                <a:off x="5900602" y="1193063"/>
                <a:ext cx="284947" cy="182312"/>
                <a:chOff x="5900602" y="1193063"/>
                <a:chExt cx="284947" cy="182312"/>
              </a:xfrm>
            </p:grpSpPr>
            <p:sp>
              <p:nvSpPr>
                <p:cNvPr id="12848" name="Google Shape;12848;p85"/>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49" name="Google Shape;12849;p85"/>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2850" name="Google Shape;12850;p85"/>
          <p:cNvGrpSpPr/>
          <p:nvPr/>
        </p:nvGrpSpPr>
        <p:grpSpPr>
          <a:xfrm>
            <a:off x="7238484" y="1193208"/>
            <a:ext cx="1219413" cy="1051365"/>
            <a:chOff x="7287122" y="1165658"/>
            <a:chExt cx="1219413" cy="1051365"/>
          </a:xfrm>
        </p:grpSpPr>
        <p:grpSp>
          <p:nvGrpSpPr>
            <p:cNvPr id="12851" name="Google Shape;12851;p85"/>
            <p:cNvGrpSpPr/>
            <p:nvPr/>
          </p:nvGrpSpPr>
          <p:grpSpPr>
            <a:xfrm>
              <a:off x="7287122" y="1969723"/>
              <a:ext cx="1219413" cy="247300"/>
              <a:chOff x="7287122" y="1969723"/>
              <a:chExt cx="1219413" cy="247300"/>
            </a:xfrm>
          </p:grpSpPr>
          <p:sp>
            <p:nvSpPr>
              <p:cNvPr id="12852" name="Google Shape;12852;p85"/>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53" name="Google Shape;12853;p85"/>
              <p:cNvGrpSpPr/>
              <p:nvPr/>
            </p:nvGrpSpPr>
            <p:grpSpPr>
              <a:xfrm>
                <a:off x="7287122" y="2063892"/>
                <a:ext cx="1151753" cy="73428"/>
                <a:chOff x="7287122" y="2063892"/>
                <a:chExt cx="1151753" cy="73428"/>
              </a:xfrm>
            </p:grpSpPr>
            <p:sp>
              <p:nvSpPr>
                <p:cNvPr id="12854" name="Google Shape;12854;p85"/>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55" name="Google Shape;12855;p85"/>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2856" name="Google Shape;12856;p85"/>
            <p:cNvGrpSpPr/>
            <p:nvPr/>
          </p:nvGrpSpPr>
          <p:grpSpPr>
            <a:xfrm>
              <a:off x="7287122" y="1712201"/>
              <a:ext cx="1219403" cy="246767"/>
              <a:chOff x="7287122" y="1712201"/>
              <a:chExt cx="1219403" cy="246767"/>
            </a:xfrm>
          </p:grpSpPr>
          <p:sp>
            <p:nvSpPr>
              <p:cNvPr id="12857" name="Google Shape;12857;p85"/>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58" name="Google Shape;12858;p85"/>
              <p:cNvGrpSpPr/>
              <p:nvPr/>
            </p:nvGrpSpPr>
            <p:grpSpPr>
              <a:xfrm>
                <a:off x="7287122" y="1842861"/>
                <a:ext cx="1005303" cy="73419"/>
                <a:chOff x="7287122" y="1842861"/>
                <a:chExt cx="1005303" cy="73419"/>
              </a:xfrm>
            </p:grpSpPr>
            <p:sp>
              <p:nvSpPr>
                <p:cNvPr id="12859" name="Google Shape;12859;p85"/>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60" name="Google Shape;12860;p85"/>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2861" name="Google Shape;12861;p85"/>
            <p:cNvGrpSpPr/>
            <p:nvPr/>
          </p:nvGrpSpPr>
          <p:grpSpPr>
            <a:xfrm>
              <a:off x="7287122" y="1447520"/>
              <a:ext cx="1219403" cy="286667"/>
              <a:chOff x="7287122" y="1447520"/>
              <a:chExt cx="1219403" cy="286667"/>
            </a:xfrm>
          </p:grpSpPr>
          <p:sp>
            <p:nvSpPr>
              <p:cNvPr id="12862" name="Google Shape;12862;p85"/>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63" name="Google Shape;12863;p85"/>
              <p:cNvGrpSpPr/>
              <p:nvPr/>
            </p:nvGrpSpPr>
            <p:grpSpPr>
              <a:xfrm>
                <a:off x="7287122" y="1581977"/>
                <a:ext cx="852803" cy="73428"/>
                <a:chOff x="7287122" y="1581977"/>
                <a:chExt cx="852803" cy="73428"/>
              </a:xfrm>
            </p:grpSpPr>
            <p:sp>
              <p:nvSpPr>
                <p:cNvPr id="12864" name="Google Shape;12864;p85"/>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65" name="Google Shape;12865;p85"/>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2866" name="Google Shape;12866;p85"/>
            <p:cNvGrpSpPr/>
            <p:nvPr/>
          </p:nvGrpSpPr>
          <p:grpSpPr>
            <a:xfrm>
              <a:off x="7287122" y="1165658"/>
              <a:ext cx="1219403" cy="344253"/>
              <a:chOff x="7287122" y="1165658"/>
              <a:chExt cx="1219403" cy="344253"/>
            </a:xfrm>
          </p:grpSpPr>
          <p:sp>
            <p:nvSpPr>
              <p:cNvPr id="12867" name="Google Shape;12867;p85"/>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68" name="Google Shape;12868;p85"/>
              <p:cNvGrpSpPr/>
              <p:nvPr/>
            </p:nvGrpSpPr>
            <p:grpSpPr>
              <a:xfrm>
                <a:off x="7287122" y="1341025"/>
                <a:ext cx="695703" cy="73419"/>
                <a:chOff x="7287122" y="1341025"/>
                <a:chExt cx="695703" cy="73419"/>
              </a:xfrm>
            </p:grpSpPr>
            <p:sp>
              <p:nvSpPr>
                <p:cNvPr id="12869" name="Google Shape;12869;p85"/>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70" name="Google Shape;12870;p85"/>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874"/>
        <p:cNvGrpSpPr/>
        <p:nvPr/>
      </p:nvGrpSpPr>
      <p:grpSpPr>
        <a:xfrm>
          <a:off x="0" y="0"/>
          <a:ext cx="0" cy="0"/>
          <a:chOff x="0" y="0"/>
          <a:chExt cx="0" cy="0"/>
        </a:xfrm>
      </p:grpSpPr>
      <p:sp>
        <p:nvSpPr>
          <p:cNvPr id="12875" name="Google Shape;12875;p86"/>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12876" name="Google Shape;12876;p86"/>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12877" name="Google Shape;12877;p86"/>
          <p:cNvGrpSpPr/>
          <p:nvPr/>
        </p:nvGrpSpPr>
        <p:grpSpPr>
          <a:xfrm>
            <a:off x="866243" y="2291587"/>
            <a:ext cx="415546" cy="355053"/>
            <a:chOff x="866243" y="2291587"/>
            <a:chExt cx="415546" cy="355053"/>
          </a:xfrm>
        </p:grpSpPr>
        <p:sp>
          <p:nvSpPr>
            <p:cNvPr id="12878" name="Google Shape;12878;p86"/>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86"/>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0" name="Google Shape;12880;p86"/>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86"/>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86"/>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3" name="Google Shape;12883;p86"/>
          <p:cNvSpPr/>
          <p:nvPr/>
        </p:nvSpPr>
        <p:spPr>
          <a:xfrm>
            <a:off x="1411794" y="2287808"/>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84" name="Google Shape;12884;p86"/>
          <p:cNvGrpSpPr/>
          <p:nvPr/>
        </p:nvGrpSpPr>
        <p:grpSpPr>
          <a:xfrm>
            <a:off x="1958520" y="2302574"/>
            <a:ext cx="359213" cy="327807"/>
            <a:chOff x="1958520" y="2302574"/>
            <a:chExt cx="359213" cy="327807"/>
          </a:xfrm>
        </p:grpSpPr>
        <p:sp>
          <p:nvSpPr>
            <p:cNvPr id="12885" name="Google Shape;12885;p86"/>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86"/>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86"/>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8" name="Google Shape;12888;p86"/>
          <p:cNvGrpSpPr/>
          <p:nvPr/>
        </p:nvGrpSpPr>
        <p:grpSpPr>
          <a:xfrm>
            <a:off x="2579882" y="2287427"/>
            <a:ext cx="207582" cy="359594"/>
            <a:chOff x="2656082" y="2287427"/>
            <a:chExt cx="207582" cy="359594"/>
          </a:xfrm>
        </p:grpSpPr>
        <p:sp>
          <p:nvSpPr>
            <p:cNvPr id="12889" name="Google Shape;12889;p86"/>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86"/>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86"/>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86"/>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3" name="Google Shape;12893;p86"/>
          <p:cNvGrpSpPr/>
          <p:nvPr/>
        </p:nvGrpSpPr>
        <p:grpSpPr>
          <a:xfrm>
            <a:off x="3049653" y="2321468"/>
            <a:ext cx="362991" cy="290018"/>
            <a:chOff x="3049653" y="2321468"/>
            <a:chExt cx="362991" cy="290018"/>
          </a:xfrm>
        </p:grpSpPr>
        <p:sp>
          <p:nvSpPr>
            <p:cNvPr id="12894" name="Google Shape;12894;p86"/>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86"/>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86"/>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86"/>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8" name="Google Shape;12898;p86"/>
          <p:cNvGrpSpPr/>
          <p:nvPr/>
        </p:nvGrpSpPr>
        <p:grpSpPr>
          <a:xfrm>
            <a:off x="3564243" y="2289904"/>
            <a:ext cx="422342" cy="355243"/>
            <a:chOff x="3564243" y="2289904"/>
            <a:chExt cx="422342" cy="355243"/>
          </a:xfrm>
        </p:grpSpPr>
        <p:sp>
          <p:nvSpPr>
            <p:cNvPr id="12899" name="Google Shape;12899;p86"/>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86"/>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86"/>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86"/>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86"/>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904" name="Google Shape;12904;p86"/>
          <p:cNvSpPr/>
          <p:nvPr/>
        </p:nvSpPr>
        <p:spPr>
          <a:xfrm>
            <a:off x="4143835" y="2288189"/>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05" name="Google Shape;12905;p86"/>
          <p:cNvGrpSpPr/>
          <p:nvPr/>
        </p:nvGrpSpPr>
        <p:grpSpPr>
          <a:xfrm>
            <a:off x="4687894" y="2289713"/>
            <a:ext cx="359594" cy="353909"/>
            <a:chOff x="4687894" y="2289713"/>
            <a:chExt cx="359594" cy="353909"/>
          </a:xfrm>
        </p:grpSpPr>
        <p:sp>
          <p:nvSpPr>
            <p:cNvPr id="12906" name="Google Shape;12906;p86"/>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86"/>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86"/>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909" name="Google Shape;12909;p86"/>
          <p:cNvSpPr/>
          <p:nvPr/>
        </p:nvSpPr>
        <p:spPr>
          <a:xfrm>
            <a:off x="5234620" y="228707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10" name="Google Shape;12910;p86"/>
          <p:cNvGrpSpPr/>
          <p:nvPr/>
        </p:nvGrpSpPr>
        <p:grpSpPr>
          <a:xfrm>
            <a:off x="6372624" y="2308227"/>
            <a:ext cx="263567" cy="317614"/>
            <a:chOff x="6421399" y="2308227"/>
            <a:chExt cx="263567" cy="317614"/>
          </a:xfrm>
        </p:grpSpPr>
        <p:sp>
          <p:nvSpPr>
            <p:cNvPr id="12911" name="Google Shape;12911;p86"/>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86"/>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86"/>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86"/>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5" name="Google Shape;12915;p86"/>
          <p:cNvGrpSpPr/>
          <p:nvPr/>
        </p:nvGrpSpPr>
        <p:grpSpPr>
          <a:xfrm>
            <a:off x="6870193" y="2295620"/>
            <a:ext cx="360356" cy="343462"/>
            <a:chOff x="6870193" y="2295620"/>
            <a:chExt cx="360356" cy="343462"/>
          </a:xfrm>
        </p:grpSpPr>
        <p:sp>
          <p:nvSpPr>
            <p:cNvPr id="12916" name="Google Shape;12916;p86"/>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86"/>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8" name="Google Shape;12918;p86"/>
          <p:cNvGrpSpPr/>
          <p:nvPr/>
        </p:nvGrpSpPr>
        <p:grpSpPr>
          <a:xfrm>
            <a:off x="7441465" y="2302860"/>
            <a:ext cx="342192" cy="327140"/>
            <a:chOff x="7441465" y="2302860"/>
            <a:chExt cx="342192" cy="327140"/>
          </a:xfrm>
        </p:grpSpPr>
        <p:sp>
          <p:nvSpPr>
            <p:cNvPr id="12919" name="Google Shape;12919;p86"/>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86"/>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1" name="Google Shape;12921;p86"/>
          <p:cNvGrpSpPr/>
          <p:nvPr/>
        </p:nvGrpSpPr>
        <p:grpSpPr>
          <a:xfrm>
            <a:off x="7989683" y="2350207"/>
            <a:ext cx="332761" cy="234066"/>
            <a:chOff x="7989683" y="2350207"/>
            <a:chExt cx="332761" cy="234066"/>
          </a:xfrm>
        </p:grpSpPr>
        <p:sp>
          <p:nvSpPr>
            <p:cNvPr id="12922" name="Google Shape;12922;p86"/>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86"/>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86"/>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86"/>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86"/>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86"/>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8" name="Google Shape;12928;p86"/>
          <p:cNvGrpSpPr/>
          <p:nvPr/>
        </p:nvGrpSpPr>
        <p:grpSpPr>
          <a:xfrm>
            <a:off x="5823294" y="2309751"/>
            <a:ext cx="315327" cy="314978"/>
            <a:chOff x="5823294" y="2309751"/>
            <a:chExt cx="315327" cy="314978"/>
          </a:xfrm>
        </p:grpSpPr>
        <p:sp>
          <p:nvSpPr>
            <p:cNvPr id="12929" name="Google Shape;12929;p86"/>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86"/>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86"/>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86"/>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86"/>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86"/>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86"/>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86"/>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86"/>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86"/>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86"/>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86"/>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86"/>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86"/>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86"/>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86"/>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86"/>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6" name="Google Shape;12946;p86"/>
          <p:cNvGrpSpPr/>
          <p:nvPr/>
        </p:nvGrpSpPr>
        <p:grpSpPr>
          <a:xfrm>
            <a:off x="2497275" y="2744159"/>
            <a:ext cx="370930" cy="370549"/>
            <a:chOff x="2497275" y="2744159"/>
            <a:chExt cx="370930" cy="370549"/>
          </a:xfrm>
        </p:grpSpPr>
        <p:sp>
          <p:nvSpPr>
            <p:cNvPr id="12947" name="Google Shape;12947;p86"/>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86"/>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86"/>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86"/>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86"/>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86"/>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3" name="Google Shape;12953;p86"/>
          <p:cNvGrpSpPr/>
          <p:nvPr/>
        </p:nvGrpSpPr>
        <p:grpSpPr>
          <a:xfrm>
            <a:off x="860940" y="2746477"/>
            <a:ext cx="371883" cy="365691"/>
            <a:chOff x="860940" y="2746477"/>
            <a:chExt cx="371883" cy="365691"/>
          </a:xfrm>
        </p:grpSpPr>
        <p:sp>
          <p:nvSpPr>
            <p:cNvPr id="12954" name="Google Shape;12954;p86"/>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86"/>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86"/>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86"/>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86"/>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9" name="Google Shape;12959;p86"/>
          <p:cNvGrpSpPr/>
          <p:nvPr/>
        </p:nvGrpSpPr>
        <p:grpSpPr>
          <a:xfrm>
            <a:off x="1493849" y="2775533"/>
            <a:ext cx="283985" cy="341080"/>
            <a:chOff x="1493849" y="2775533"/>
            <a:chExt cx="283985" cy="341080"/>
          </a:xfrm>
        </p:grpSpPr>
        <p:sp>
          <p:nvSpPr>
            <p:cNvPr id="12960" name="Google Shape;12960;p86"/>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86"/>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2" name="Google Shape;12962;p86"/>
          <p:cNvGrpSpPr/>
          <p:nvPr/>
        </p:nvGrpSpPr>
        <p:grpSpPr>
          <a:xfrm>
            <a:off x="1952836" y="2774422"/>
            <a:ext cx="372835" cy="342573"/>
            <a:chOff x="1952836" y="2774422"/>
            <a:chExt cx="372835" cy="342573"/>
          </a:xfrm>
        </p:grpSpPr>
        <p:sp>
          <p:nvSpPr>
            <p:cNvPr id="12963" name="Google Shape;12963;p86"/>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86"/>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86"/>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6" name="Google Shape;12966;p86"/>
          <p:cNvGrpSpPr/>
          <p:nvPr/>
        </p:nvGrpSpPr>
        <p:grpSpPr>
          <a:xfrm>
            <a:off x="3079916" y="2744477"/>
            <a:ext cx="332729" cy="372518"/>
            <a:chOff x="3079916" y="2744477"/>
            <a:chExt cx="332729" cy="372518"/>
          </a:xfrm>
        </p:grpSpPr>
        <p:sp>
          <p:nvSpPr>
            <p:cNvPr id="12967" name="Google Shape;12967;p86"/>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86"/>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86"/>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86"/>
          <p:cNvGrpSpPr/>
          <p:nvPr/>
        </p:nvGrpSpPr>
        <p:grpSpPr>
          <a:xfrm>
            <a:off x="3620576" y="2745525"/>
            <a:ext cx="336889" cy="355592"/>
            <a:chOff x="3620576" y="2745525"/>
            <a:chExt cx="336889" cy="355592"/>
          </a:xfrm>
        </p:grpSpPr>
        <p:sp>
          <p:nvSpPr>
            <p:cNvPr id="12971" name="Google Shape;12971;p86"/>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86"/>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3" name="Google Shape;12973;p86"/>
          <p:cNvGrpSpPr/>
          <p:nvPr/>
        </p:nvGrpSpPr>
        <p:grpSpPr>
          <a:xfrm>
            <a:off x="4126815" y="2760704"/>
            <a:ext cx="380393" cy="363118"/>
            <a:chOff x="4126815" y="2760704"/>
            <a:chExt cx="380393" cy="363118"/>
          </a:xfrm>
        </p:grpSpPr>
        <p:sp>
          <p:nvSpPr>
            <p:cNvPr id="12974" name="Google Shape;12974;p86"/>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86"/>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86"/>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86"/>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8" name="Google Shape;12978;p86"/>
          <p:cNvGrpSpPr/>
          <p:nvPr/>
        </p:nvGrpSpPr>
        <p:grpSpPr>
          <a:xfrm>
            <a:off x="4675986" y="2745684"/>
            <a:ext cx="381346" cy="368644"/>
            <a:chOff x="4675986" y="2745684"/>
            <a:chExt cx="381346" cy="368644"/>
          </a:xfrm>
        </p:grpSpPr>
        <p:sp>
          <p:nvSpPr>
            <p:cNvPr id="12979" name="Google Shape;12979;p86"/>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86"/>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1" name="Google Shape;12981;p86"/>
          <p:cNvGrpSpPr/>
          <p:nvPr/>
        </p:nvGrpSpPr>
        <p:grpSpPr>
          <a:xfrm>
            <a:off x="5220616" y="2791061"/>
            <a:ext cx="373185" cy="302466"/>
            <a:chOff x="5220616" y="2791061"/>
            <a:chExt cx="373185" cy="302466"/>
          </a:xfrm>
        </p:grpSpPr>
        <p:sp>
          <p:nvSpPr>
            <p:cNvPr id="12982" name="Google Shape;12982;p86"/>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86"/>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86"/>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86"/>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86"/>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86"/>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86"/>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86"/>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86"/>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86"/>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86"/>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86"/>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86"/>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86"/>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86"/>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86"/>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86"/>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86"/>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0" name="Google Shape;13000;p86"/>
          <p:cNvGrpSpPr/>
          <p:nvPr/>
        </p:nvGrpSpPr>
        <p:grpSpPr>
          <a:xfrm>
            <a:off x="5788661" y="2772517"/>
            <a:ext cx="284366" cy="344097"/>
            <a:chOff x="5864861" y="2772517"/>
            <a:chExt cx="284366" cy="344097"/>
          </a:xfrm>
        </p:grpSpPr>
        <p:sp>
          <p:nvSpPr>
            <p:cNvPr id="13001" name="Google Shape;13001;p86"/>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86"/>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3" name="Google Shape;13003;p86"/>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86"/>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86"/>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86"/>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7" name="Google Shape;13007;p86"/>
          <p:cNvSpPr/>
          <p:nvPr/>
        </p:nvSpPr>
        <p:spPr>
          <a:xfrm>
            <a:off x="6340868" y="277064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8" name="Google Shape;13008;p86"/>
          <p:cNvGrpSpPr/>
          <p:nvPr/>
        </p:nvGrpSpPr>
        <p:grpSpPr>
          <a:xfrm>
            <a:off x="6974158" y="2789537"/>
            <a:ext cx="255247" cy="327458"/>
            <a:chOff x="6974158" y="2789537"/>
            <a:chExt cx="255247" cy="327458"/>
          </a:xfrm>
        </p:grpSpPr>
        <p:sp>
          <p:nvSpPr>
            <p:cNvPr id="13009" name="Google Shape;13009;p86"/>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86"/>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86"/>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86"/>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86"/>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4" name="Google Shape;13014;p86"/>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5" name="Google Shape;13015;p86"/>
          <p:cNvGrpSpPr/>
          <p:nvPr/>
        </p:nvGrpSpPr>
        <p:grpSpPr>
          <a:xfrm>
            <a:off x="7530697" y="2790299"/>
            <a:ext cx="244291" cy="326314"/>
            <a:chOff x="7530697" y="2790299"/>
            <a:chExt cx="244291" cy="326314"/>
          </a:xfrm>
        </p:grpSpPr>
        <p:sp>
          <p:nvSpPr>
            <p:cNvPr id="13016" name="Google Shape;13016;p86"/>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86"/>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86"/>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86"/>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86"/>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86"/>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2" name="Google Shape;13022;p86"/>
          <p:cNvGrpSpPr/>
          <p:nvPr/>
        </p:nvGrpSpPr>
        <p:grpSpPr>
          <a:xfrm>
            <a:off x="7988191" y="2832248"/>
            <a:ext cx="332348" cy="283985"/>
            <a:chOff x="7988191" y="2832248"/>
            <a:chExt cx="332348" cy="283985"/>
          </a:xfrm>
        </p:grpSpPr>
        <p:sp>
          <p:nvSpPr>
            <p:cNvPr id="13023" name="Google Shape;13023;p86"/>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86"/>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86"/>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26" name="Google Shape;13026;p86"/>
          <p:cNvSpPr/>
          <p:nvPr/>
        </p:nvSpPr>
        <p:spPr>
          <a:xfrm>
            <a:off x="2498418" y="3245126"/>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27" name="Google Shape;13027;p86"/>
          <p:cNvGrpSpPr/>
          <p:nvPr/>
        </p:nvGrpSpPr>
        <p:grpSpPr>
          <a:xfrm>
            <a:off x="3588440" y="3258368"/>
            <a:ext cx="364484" cy="262423"/>
            <a:chOff x="3588440" y="3258368"/>
            <a:chExt cx="364484" cy="262423"/>
          </a:xfrm>
        </p:grpSpPr>
        <p:sp>
          <p:nvSpPr>
            <p:cNvPr id="13028" name="Google Shape;13028;p86"/>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86"/>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86"/>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86"/>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86"/>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86"/>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34" name="Google Shape;13034;p86"/>
          <p:cNvSpPr/>
          <p:nvPr/>
        </p:nvSpPr>
        <p:spPr>
          <a:xfrm>
            <a:off x="5263326" y="322985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35" name="Google Shape;13035;p86"/>
          <p:cNvGrpSpPr/>
          <p:nvPr/>
        </p:nvGrpSpPr>
        <p:grpSpPr>
          <a:xfrm>
            <a:off x="5765817" y="3227724"/>
            <a:ext cx="364865" cy="324822"/>
            <a:chOff x="5765817" y="3227724"/>
            <a:chExt cx="364865" cy="324822"/>
          </a:xfrm>
        </p:grpSpPr>
        <p:sp>
          <p:nvSpPr>
            <p:cNvPr id="13036" name="Google Shape;13036;p86"/>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86"/>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86"/>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9" name="Google Shape;13039;p86"/>
          <p:cNvGrpSpPr/>
          <p:nvPr/>
        </p:nvGrpSpPr>
        <p:grpSpPr>
          <a:xfrm>
            <a:off x="6228583" y="3237664"/>
            <a:ext cx="446539" cy="303895"/>
            <a:chOff x="6228583" y="3237664"/>
            <a:chExt cx="446539" cy="303895"/>
          </a:xfrm>
        </p:grpSpPr>
        <p:sp>
          <p:nvSpPr>
            <p:cNvPr id="13040" name="Google Shape;13040;p86"/>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86"/>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86"/>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86"/>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86"/>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86"/>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86"/>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86"/>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86"/>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86"/>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86"/>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86"/>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86"/>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86"/>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86"/>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86"/>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86"/>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7" name="Google Shape;13057;p86"/>
          <p:cNvGrpSpPr/>
          <p:nvPr/>
        </p:nvGrpSpPr>
        <p:grpSpPr>
          <a:xfrm>
            <a:off x="865862" y="3207306"/>
            <a:ext cx="364484" cy="364897"/>
            <a:chOff x="865862" y="3207306"/>
            <a:chExt cx="364484" cy="364897"/>
          </a:xfrm>
        </p:grpSpPr>
        <p:sp>
          <p:nvSpPr>
            <p:cNvPr id="13058" name="Google Shape;13058;p86"/>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86"/>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86"/>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86"/>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86"/>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86"/>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86"/>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86"/>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86"/>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86"/>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86"/>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86"/>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86"/>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1" name="Google Shape;13071;p86"/>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2" name="Google Shape;13072;p86"/>
          <p:cNvGrpSpPr/>
          <p:nvPr/>
        </p:nvGrpSpPr>
        <p:grpSpPr>
          <a:xfrm>
            <a:off x="1404617" y="3226962"/>
            <a:ext cx="370168" cy="325965"/>
            <a:chOff x="1404617" y="3226962"/>
            <a:chExt cx="370168" cy="325965"/>
          </a:xfrm>
        </p:grpSpPr>
        <p:sp>
          <p:nvSpPr>
            <p:cNvPr id="13073" name="Google Shape;13073;p86"/>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86"/>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86"/>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86"/>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86"/>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86"/>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86"/>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86"/>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86"/>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2" name="Google Shape;13082;p86"/>
          <p:cNvGrpSpPr/>
          <p:nvPr/>
        </p:nvGrpSpPr>
        <p:grpSpPr>
          <a:xfrm>
            <a:off x="1954741" y="3212419"/>
            <a:ext cx="366389" cy="354481"/>
            <a:chOff x="1954741" y="3212419"/>
            <a:chExt cx="366389" cy="354481"/>
          </a:xfrm>
        </p:grpSpPr>
        <p:sp>
          <p:nvSpPr>
            <p:cNvPr id="13083" name="Google Shape;13083;p86"/>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86"/>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86"/>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86"/>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86"/>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86"/>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86"/>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0" name="Google Shape;13090;p86"/>
          <p:cNvGrpSpPr/>
          <p:nvPr/>
        </p:nvGrpSpPr>
        <p:grpSpPr>
          <a:xfrm>
            <a:off x="3043239" y="3215626"/>
            <a:ext cx="366008" cy="348670"/>
            <a:chOff x="3043239" y="3215626"/>
            <a:chExt cx="366008" cy="348670"/>
          </a:xfrm>
        </p:grpSpPr>
        <p:sp>
          <p:nvSpPr>
            <p:cNvPr id="13091" name="Google Shape;13091;p86"/>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86"/>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3" name="Google Shape;13093;p86"/>
          <p:cNvGrpSpPr/>
          <p:nvPr/>
        </p:nvGrpSpPr>
        <p:grpSpPr>
          <a:xfrm>
            <a:off x="4218333" y="3184982"/>
            <a:ext cx="209107" cy="383442"/>
            <a:chOff x="4218333" y="3184982"/>
            <a:chExt cx="209107" cy="383442"/>
          </a:xfrm>
        </p:grpSpPr>
        <p:sp>
          <p:nvSpPr>
            <p:cNvPr id="13094" name="Google Shape;13094;p86"/>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86"/>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96" name="Google Shape;13096;p86"/>
          <p:cNvSpPr/>
          <p:nvPr/>
        </p:nvSpPr>
        <p:spPr>
          <a:xfrm>
            <a:off x="4816819" y="318615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97" name="Google Shape;13097;p86"/>
          <p:cNvGrpSpPr/>
          <p:nvPr/>
        </p:nvGrpSpPr>
        <p:grpSpPr>
          <a:xfrm>
            <a:off x="6896644" y="3216007"/>
            <a:ext cx="322917" cy="347876"/>
            <a:chOff x="6896644" y="3216007"/>
            <a:chExt cx="322917" cy="347876"/>
          </a:xfrm>
        </p:grpSpPr>
        <p:sp>
          <p:nvSpPr>
            <p:cNvPr id="13098" name="Google Shape;13098;p86"/>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86"/>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86"/>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86"/>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86"/>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86"/>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86"/>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5" name="Google Shape;13105;p86"/>
          <p:cNvGrpSpPr/>
          <p:nvPr/>
        </p:nvGrpSpPr>
        <p:grpSpPr>
          <a:xfrm>
            <a:off x="7429366" y="3223183"/>
            <a:ext cx="334634" cy="333904"/>
            <a:chOff x="7429366" y="3223183"/>
            <a:chExt cx="334634" cy="333904"/>
          </a:xfrm>
        </p:grpSpPr>
        <p:sp>
          <p:nvSpPr>
            <p:cNvPr id="13106" name="Google Shape;13106;p86"/>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86"/>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08" name="Google Shape;13108;p86"/>
          <p:cNvSpPr/>
          <p:nvPr/>
        </p:nvSpPr>
        <p:spPr>
          <a:xfrm>
            <a:off x="8079296" y="320730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09" name="Google Shape;13109;p86"/>
          <p:cNvGrpSpPr/>
          <p:nvPr/>
        </p:nvGrpSpPr>
        <p:grpSpPr>
          <a:xfrm>
            <a:off x="5216456" y="3725484"/>
            <a:ext cx="356196" cy="265631"/>
            <a:chOff x="5216456" y="3725484"/>
            <a:chExt cx="356196" cy="265631"/>
          </a:xfrm>
        </p:grpSpPr>
        <p:sp>
          <p:nvSpPr>
            <p:cNvPr id="13110" name="Google Shape;13110;p86"/>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86"/>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2" name="Google Shape;13112;p86"/>
          <p:cNvGrpSpPr/>
          <p:nvPr/>
        </p:nvGrpSpPr>
        <p:grpSpPr>
          <a:xfrm>
            <a:off x="6849393" y="3733994"/>
            <a:ext cx="355053" cy="248038"/>
            <a:chOff x="6849393" y="3733994"/>
            <a:chExt cx="355053" cy="248038"/>
          </a:xfrm>
        </p:grpSpPr>
        <p:sp>
          <p:nvSpPr>
            <p:cNvPr id="13113" name="Google Shape;13113;p86"/>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86"/>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86"/>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86"/>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86"/>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8" name="Google Shape;13118;p86"/>
          <p:cNvGrpSpPr/>
          <p:nvPr/>
        </p:nvGrpSpPr>
        <p:grpSpPr>
          <a:xfrm>
            <a:off x="7918997" y="3714687"/>
            <a:ext cx="392111" cy="280206"/>
            <a:chOff x="7918997" y="3714687"/>
            <a:chExt cx="392111" cy="280206"/>
          </a:xfrm>
        </p:grpSpPr>
        <p:sp>
          <p:nvSpPr>
            <p:cNvPr id="13119" name="Google Shape;13119;p86"/>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86"/>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86"/>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86"/>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86"/>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24" name="Google Shape;13124;p86"/>
          <p:cNvSpPr/>
          <p:nvPr/>
        </p:nvSpPr>
        <p:spPr>
          <a:xfrm>
            <a:off x="867354" y="3694364"/>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25" name="Google Shape;13125;p86"/>
          <p:cNvGrpSpPr/>
          <p:nvPr/>
        </p:nvGrpSpPr>
        <p:grpSpPr>
          <a:xfrm>
            <a:off x="1408777" y="3680964"/>
            <a:ext cx="357720" cy="355148"/>
            <a:chOff x="1408777" y="3680964"/>
            <a:chExt cx="357720" cy="355148"/>
          </a:xfrm>
        </p:grpSpPr>
        <p:sp>
          <p:nvSpPr>
            <p:cNvPr id="13126" name="Google Shape;13126;p86"/>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86"/>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86"/>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86"/>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86"/>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1" name="Google Shape;13131;p86"/>
          <p:cNvGrpSpPr/>
          <p:nvPr/>
        </p:nvGrpSpPr>
        <p:grpSpPr>
          <a:xfrm>
            <a:off x="1952836" y="3680964"/>
            <a:ext cx="357720" cy="355148"/>
            <a:chOff x="1952836" y="3680964"/>
            <a:chExt cx="357720" cy="355148"/>
          </a:xfrm>
        </p:grpSpPr>
        <p:sp>
          <p:nvSpPr>
            <p:cNvPr id="13132" name="Google Shape;13132;p86"/>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86"/>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86"/>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86"/>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86"/>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7" name="Google Shape;13137;p86"/>
          <p:cNvGrpSpPr/>
          <p:nvPr/>
        </p:nvGrpSpPr>
        <p:grpSpPr>
          <a:xfrm>
            <a:off x="2496894" y="3680964"/>
            <a:ext cx="357720" cy="355148"/>
            <a:chOff x="2496894" y="3680964"/>
            <a:chExt cx="357720" cy="355148"/>
          </a:xfrm>
        </p:grpSpPr>
        <p:sp>
          <p:nvSpPr>
            <p:cNvPr id="13138" name="Google Shape;13138;p86"/>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86"/>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86"/>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86"/>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86"/>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3" name="Google Shape;13143;p86"/>
          <p:cNvGrpSpPr/>
          <p:nvPr/>
        </p:nvGrpSpPr>
        <p:grpSpPr>
          <a:xfrm>
            <a:off x="3040984" y="3681059"/>
            <a:ext cx="356164" cy="355815"/>
            <a:chOff x="3040984" y="3681059"/>
            <a:chExt cx="356164" cy="355815"/>
          </a:xfrm>
        </p:grpSpPr>
        <p:sp>
          <p:nvSpPr>
            <p:cNvPr id="13144" name="Google Shape;13144;p86"/>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86"/>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86"/>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7" name="Google Shape;13147;p86"/>
          <p:cNvGrpSpPr/>
          <p:nvPr/>
        </p:nvGrpSpPr>
        <p:grpSpPr>
          <a:xfrm>
            <a:off x="3584280" y="3699191"/>
            <a:ext cx="358069" cy="317995"/>
            <a:chOff x="3584280" y="3699191"/>
            <a:chExt cx="358069" cy="317995"/>
          </a:xfrm>
        </p:grpSpPr>
        <p:sp>
          <p:nvSpPr>
            <p:cNvPr id="13148" name="Google Shape;13148;p86"/>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9" name="Google Shape;13149;p86"/>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0" name="Google Shape;13150;p86"/>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86"/>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2" name="Google Shape;13152;p86"/>
          <p:cNvGrpSpPr/>
          <p:nvPr/>
        </p:nvGrpSpPr>
        <p:grpSpPr>
          <a:xfrm>
            <a:off x="4129482" y="3681059"/>
            <a:ext cx="355402" cy="354291"/>
            <a:chOff x="4129482" y="3681059"/>
            <a:chExt cx="355402" cy="354291"/>
          </a:xfrm>
        </p:grpSpPr>
        <p:sp>
          <p:nvSpPr>
            <p:cNvPr id="13153" name="Google Shape;13153;p86"/>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86"/>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86"/>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86"/>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7" name="Google Shape;13157;p86"/>
          <p:cNvGrpSpPr/>
          <p:nvPr/>
        </p:nvGrpSpPr>
        <p:grpSpPr>
          <a:xfrm>
            <a:off x="4673540" y="3680297"/>
            <a:ext cx="355434" cy="355815"/>
            <a:chOff x="4673540" y="3680297"/>
            <a:chExt cx="355434" cy="355815"/>
          </a:xfrm>
        </p:grpSpPr>
        <p:sp>
          <p:nvSpPr>
            <p:cNvPr id="13158" name="Google Shape;13158;p86"/>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86"/>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86"/>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1" name="Google Shape;13161;p86"/>
          <p:cNvGrpSpPr/>
          <p:nvPr/>
        </p:nvGrpSpPr>
        <p:grpSpPr>
          <a:xfrm>
            <a:off x="5779408" y="3699191"/>
            <a:ext cx="317645" cy="318757"/>
            <a:chOff x="5779408" y="3699191"/>
            <a:chExt cx="317645" cy="318757"/>
          </a:xfrm>
        </p:grpSpPr>
        <p:sp>
          <p:nvSpPr>
            <p:cNvPr id="13162" name="Google Shape;13162;p86"/>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86"/>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64" name="Google Shape;13164;p86"/>
          <p:cNvSpPr/>
          <p:nvPr/>
        </p:nvSpPr>
        <p:spPr>
          <a:xfrm>
            <a:off x="6304573" y="3694459"/>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65" name="Google Shape;13165;p86"/>
          <p:cNvGrpSpPr/>
          <p:nvPr/>
        </p:nvGrpSpPr>
        <p:grpSpPr>
          <a:xfrm>
            <a:off x="7390435" y="3680868"/>
            <a:ext cx="372073" cy="355243"/>
            <a:chOff x="7390435" y="3680868"/>
            <a:chExt cx="372073" cy="355243"/>
          </a:xfrm>
        </p:grpSpPr>
        <p:sp>
          <p:nvSpPr>
            <p:cNvPr id="13166" name="Google Shape;13166;p86"/>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86"/>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86"/>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86"/>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86"/>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86"/>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2" name="Google Shape;13172;p86"/>
          <p:cNvGrpSpPr/>
          <p:nvPr/>
        </p:nvGrpSpPr>
        <p:grpSpPr>
          <a:xfrm>
            <a:off x="1421638" y="4125629"/>
            <a:ext cx="374709" cy="374010"/>
            <a:chOff x="1421638" y="4125629"/>
            <a:chExt cx="374709" cy="374010"/>
          </a:xfrm>
        </p:grpSpPr>
        <p:sp>
          <p:nvSpPr>
            <p:cNvPr id="13173" name="Google Shape;13173;p86"/>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86"/>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5" name="Google Shape;13175;p86"/>
          <p:cNvGrpSpPr/>
          <p:nvPr/>
        </p:nvGrpSpPr>
        <p:grpSpPr>
          <a:xfrm>
            <a:off x="1973254" y="4156304"/>
            <a:ext cx="357720" cy="342192"/>
            <a:chOff x="1973254" y="4156304"/>
            <a:chExt cx="357720" cy="342192"/>
          </a:xfrm>
        </p:grpSpPr>
        <p:sp>
          <p:nvSpPr>
            <p:cNvPr id="13176" name="Google Shape;13176;p86"/>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86"/>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86"/>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86"/>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86"/>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86"/>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82" name="Google Shape;13182;p86"/>
          <p:cNvGrpSpPr/>
          <p:nvPr/>
        </p:nvGrpSpPr>
        <p:grpSpPr>
          <a:xfrm>
            <a:off x="2523759" y="4135505"/>
            <a:ext cx="341049" cy="340318"/>
            <a:chOff x="2523759" y="4135505"/>
            <a:chExt cx="341049" cy="340318"/>
          </a:xfrm>
        </p:grpSpPr>
        <p:sp>
          <p:nvSpPr>
            <p:cNvPr id="13183" name="Google Shape;13183;p86"/>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86"/>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85" name="Google Shape;13185;p86"/>
          <p:cNvGrpSpPr/>
          <p:nvPr/>
        </p:nvGrpSpPr>
        <p:grpSpPr>
          <a:xfrm>
            <a:off x="3040603" y="4130360"/>
            <a:ext cx="392079" cy="350353"/>
            <a:chOff x="3040603" y="4130360"/>
            <a:chExt cx="392079" cy="350353"/>
          </a:xfrm>
        </p:grpSpPr>
        <p:sp>
          <p:nvSpPr>
            <p:cNvPr id="13186" name="Google Shape;13186;p86"/>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86"/>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86"/>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86"/>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86"/>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86"/>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86"/>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86"/>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86"/>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86"/>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6" name="Google Shape;13196;p86"/>
          <p:cNvGrpSpPr/>
          <p:nvPr/>
        </p:nvGrpSpPr>
        <p:grpSpPr>
          <a:xfrm>
            <a:off x="3662144" y="4135505"/>
            <a:ext cx="232955" cy="340318"/>
            <a:chOff x="3662144" y="4135505"/>
            <a:chExt cx="232955" cy="340318"/>
          </a:xfrm>
        </p:grpSpPr>
        <p:sp>
          <p:nvSpPr>
            <p:cNvPr id="13197" name="Google Shape;13197;p86"/>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86"/>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86"/>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86"/>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1" name="Google Shape;13201;p86"/>
          <p:cNvGrpSpPr/>
          <p:nvPr/>
        </p:nvGrpSpPr>
        <p:grpSpPr>
          <a:xfrm>
            <a:off x="4149138" y="4121151"/>
            <a:ext cx="344065" cy="368644"/>
            <a:chOff x="4149138" y="4121151"/>
            <a:chExt cx="344065" cy="368644"/>
          </a:xfrm>
        </p:grpSpPr>
        <p:sp>
          <p:nvSpPr>
            <p:cNvPr id="13202" name="Google Shape;13202;p86"/>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86"/>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86"/>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86"/>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86"/>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86"/>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86"/>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86"/>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86"/>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86"/>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2" name="Google Shape;13212;p86"/>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86"/>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14" name="Google Shape;13214;p86"/>
          <p:cNvSpPr/>
          <p:nvPr/>
        </p:nvSpPr>
        <p:spPr>
          <a:xfrm>
            <a:off x="4692054" y="4135409"/>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15" name="Google Shape;13215;p86"/>
          <p:cNvGrpSpPr/>
          <p:nvPr/>
        </p:nvGrpSpPr>
        <p:grpSpPr>
          <a:xfrm>
            <a:off x="5206262" y="4174817"/>
            <a:ext cx="397763" cy="262804"/>
            <a:chOff x="5206262" y="4174817"/>
            <a:chExt cx="397763" cy="262804"/>
          </a:xfrm>
        </p:grpSpPr>
        <p:sp>
          <p:nvSpPr>
            <p:cNvPr id="13216" name="Google Shape;13216;p86"/>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86"/>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86"/>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86"/>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86"/>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86"/>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86"/>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3" name="Google Shape;13223;p86"/>
          <p:cNvGrpSpPr/>
          <p:nvPr/>
        </p:nvGrpSpPr>
        <p:grpSpPr>
          <a:xfrm>
            <a:off x="5727616" y="4204699"/>
            <a:ext cx="440505" cy="290018"/>
            <a:chOff x="5727616" y="4204699"/>
            <a:chExt cx="440505" cy="290018"/>
          </a:xfrm>
        </p:grpSpPr>
        <p:sp>
          <p:nvSpPr>
            <p:cNvPr id="13224" name="Google Shape;13224;p86"/>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86"/>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86"/>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86"/>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86"/>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86"/>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86"/>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86"/>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86"/>
          <p:cNvGrpSpPr/>
          <p:nvPr/>
        </p:nvGrpSpPr>
        <p:grpSpPr>
          <a:xfrm>
            <a:off x="6410063" y="4135124"/>
            <a:ext cx="159950" cy="364516"/>
            <a:chOff x="6410063" y="4135124"/>
            <a:chExt cx="159950" cy="364516"/>
          </a:xfrm>
        </p:grpSpPr>
        <p:sp>
          <p:nvSpPr>
            <p:cNvPr id="13233" name="Google Shape;13233;p86"/>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86"/>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86"/>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86"/>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7" name="Google Shape;13237;p86"/>
          <p:cNvGrpSpPr/>
          <p:nvPr/>
        </p:nvGrpSpPr>
        <p:grpSpPr>
          <a:xfrm>
            <a:off x="6924652" y="4135505"/>
            <a:ext cx="214378" cy="364135"/>
            <a:chOff x="6924652" y="4135505"/>
            <a:chExt cx="214378" cy="364135"/>
          </a:xfrm>
        </p:grpSpPr>
        <p:sp>
          <p:nvSpPr>
            <p:cNvPr id="13238" name="Google Shape;13238;p86"/>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86"/>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86"/>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86"/>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2" name="Google Shape;13242;p86"/>
          <p:cNvGrpSpPr/>
          <p:nvPr/>
        </p:nvGrpSpPr>
        <p:grpSpPr>
          <a:xfrm>
            <a:off x="7384751" y="4147984"/>
            <a:ext cx="380012" cy="351274"/>
            <a:chOff x="7384751" y="4147984"/>
            <a:chExt cx="380012" cy="351274"/>
          </a:xfrm>
        </p:grpSpPr>
        <p:sp>
          <p:nvSpPr>
            <p:cNvPr id="13243" name="Google Shape;13243;p86"/>
            <p:cNvSpPr/>
            <p:nvPr/>
          </p:nvSpPr>
          <p:spPr>
            <a:xfrm>
              <a:off x="7385513" y="4225879"/>
              <a:ext cx="379250" cy="273379"/>
            </a:xfrm>
            <a:custGeom>
              <a:avLst/>
              <a:gdLst/>
              <a:ahLst/>
              <a:cxnLst/>
              <a:rect l="l" t="t" r="r" b="b"/>
              <a:pathLst>
                <a:path w="11943" h="8609" extrusionOk="0">
                  <a:moveTo>
                    <a:pt x="11740" y="0"/>
                  </a:moveTo>
                  <a:cubicBezTo>
                    <a:pt x="11645" y="0"/>
                    <a:pt x="11562" y="72"/>
                    <a:pt x="11562" y="179"/>
                  </a:cubicBezTo>
                  <a:lnTo>
                    <a:pt x="11562" y="2667"/>
                  </a:lnTo>
                  <a:cubicBezTo>
                    <a:pt x="11562" y="3393"/>
                    <a:pt x="10966" y="3989"/>
                    <a:pt x="10240" y="3989"/>
                  </a:cubicBezTo>
                  <a:lnTo>
                    <a:pt x="9085" y="3989"/>
                  </a:lnTo>
                  <a:cubicBezTo>
                    <a:pt x="8954" y="3989"/>
                    <a:pt x="8823" y="4084"/>
                    <a:pt x="8776" y="4203"/>
                  </a:cubicBezTo>
                  <a:cubicBezTo>
                    <a:pt x="8573" y="4703"/>
                    <a:pt x="8549" y="5167"/>
                    <a:pt x="8752" y="5537"/>
                  </a:cubicBezTo>
                  <a:cubicBezTo>
                    <a:pt x="8823" y="5703"/>
                    <a:pt x="8942" y="5834"/>
                    <a:pt x="9049" y="5941"/>
                  </a:cubicBezTo>
                  <a:cubicBezTo>
                    <a:pt x="8752" y="5929"/>
                    <a:pt x="8514" y="5822"/>
                    <a:pt x="8359" y="5656"/>
                  </a:cubicBezTo>
                  <a:cubicBezTo>
                    <a:pt x="8240" y="5537"/>
                    <a:pt x="7978" y="5167"/>
                    <a:pt x="8073" y="4358"/>
                  </a:cubicBezTo>
                  <a:cubicBezTo>
                    <a:pt x="8109" y="4155"/>
                    <a:pt x="7942" y="3977"/>
                    <a:pt x="7740" y="3977"/>
                  </a:cubicBezTo>
                  <a:lnTo>
                    <a:pt x="5954" y="3977"/>
                  </a:lnTo>
                  <a:cubicBezTo>
                    <a:pt x="5859" y="3977"/>
                    <a:pt x="5775" y="4048"/>
                    <a:pt x="5775" y="4155"/>
                  </a:cubicBezTo>
                  <a:cubicBezTo>
                    <a:pt x="5775" y="4263"/>
                    <a:pt x="5847" y="4334"/>
                    <a:pt x="5954" y="4334"/>
                  </a:cubicBezTo>
                  <a:lnTo>
                    <a:pt x="6847" y="4334"/>
                  </a:lnTo>
                  <a:lnTo>
                    <a:pt x="6847" y="5691"/>
                  </a:lnTo>
                  <a:cubicBezTo>
                    <a:pt x="6847" y="6430"/>
                    <a:pt x="6228" y="7037"/>
                    <a:pt x="5490" y="7037"/>
                  </a:cubicBezTo>
                  <a:lnTo>
                    <a:pt x="4704" y="7037"/>
                  </a:lnTo>
                  <a:cubicBezTo>
                    <a:pt x="4561" y="7037"/>
                    <a:pt x="4466" y="7144"/>
                    <a:pt x="4466" y="7275"/>
                  </a:cubicBezTo>
                  <a:cubicBezTo>
                    <a:pt x="4442" y="7834"/>
                    <a:pt x="4239" y="8215"/>
                    <a:pt x="3668" y="8251"/>
                  </a:cubicBezTo>
                  <a:cubicBezTo>
                    <a:pt x="3930" y="7977"/>
                    <a:pt x="3954" y="7573"/>
                    <a:pt x="3882" y="7239"/>
                  </a:cubicBezTo>
                  <a:cubicBezTo>
                    <a:pt x="3846" y="7120"/>
                    <a:pt x="3763" y="7037"/>
                    <a:pt x="3644" y="7037"/>
                  </a:cubicBezTo>
                  <a:lnTo>
                    <a:pt x="1703" y="7037"/>
                  </a:lnTo>
                  <a:cubicBezTo>
                    <a:pt x="965" y="7037"/>
                    <a:pt x="358" y="6430"/>
                    <a:pt x="358" y="5691"/>
                  </a:cubicBezTo>
                  <a:lnTo>
                    <a:pt x="358" y="5310"/>
                  </a:lnTo>
                  <a:cubicBezTo>
                    <a:pt x="358" y="5227"/>
                    <a:pt x="275" y="5132"/>
                    <a:pt x="179" y="5132"/>
                  </a:cubicBezTo>
                  <a:cubicBezTo>
                    <a:pt x="84" y="5132"/>
                    <a:pt x="1" y="5215"/>
                    <a:pt x="1" y="5310"/>
                  </a:cubicBezTo>
                  <a:lnTo>
                    <a:pt x="1" y="5691"/>
                  </a:lnTo>
                  <a:cubicBezTo>
                    <a:pt x="1" y="6620"/>
                    <a:pt x="751" y="7394"/>
                    <a:pt x="1703" y="7394"/>
                  </a:cubicBezTo>
                  <a:lnTo>
                    <a:pt x="3573" y="7394"/>
                  </a:lnTo>
                  <a:cubicBezTo>
                    <a:pt x="3596" y="7620"/>
                    <a:pt x="3596" y="8025"/>
                    <a:pt x="3215" y="8144"/>
                  </a:cubicBezTo>
                  <a:cubicBezTo>
                    <a:pt x="2989" y="8215"/>
                    <a:pt x="3001" y="8525"/>
                    <a:pt x="3239" y="8573"/>
                  </a:cubicBezTo>
                  <a:cubicBezTo>
                    <a:pt x="3370" y="8608"/>
                    <a:pt x="3489" y="8608"/>
                    <a:pt x="3596" y="8608"/>
                  </a:cubicBezTo>
                  <a:cubicBezTo>
                    <a:pt x="4299" y="8608"/>
                    <a:pt x="4763" y="8204"/>
                    <a:pt x="4823" y="7394"/>
                  </a:cubicBezTo>
                  <a:lnTo>
                    <a:pt x="5513" y="7394"/>
                  </a:lnTo>
                  <a:cubicBezTo>
                    <a:pt x="6454" y="7394"/>
                    <a:pt x="7228" y="6644"/>
                    <a:pt x="7228" y="5691"/>
                  </a:cubicBezTo>
                  <a:lnTo>
                    <a:pt x="7228" y="4334"/>
                  </a:lnTo>
                  <a:lnTo>
                    <a:pt x="7764" y="4334"/>
                  </a:lnTo>
                  <a:cubicBezTo>
                    <a:pt x="7716" y="4715"/>
                    <a:pt x="7704" y="5429"/>
                    <a:pt x="8157" y="5894"/>
                  </a:cubicBezTo>
                  <a:cubicBezTo>
                    <a:pt x="8407" y="6168"/>
                    <a:pt x="8764" y="6299"/>
                    <a:pt x="9240" y="6299"/>
                  </a:cubicBezTo>
                  <a:cubicBezTo>
                    <a:pt x="9311" y="6299"/>
                    <a:pt x="9383" y="6299"/>
                    <a:pt x="9478" y="6287"/>
                  </a:cubicBezTo>
                  <a:cubicBezTo>
                    <a:pt x="9704" y="6263"/>
                    <a:pt x="9776" y="5965"/>
                    <a:pt x="9561" y="5846"/>
                  </a:cubicBezTo>
                  <a:cubicBezTo>
                    <a:pt x="8847" y="5429"/>
                    <a:pt x="9002" y="4715"/>
                    <a:pt x="9145" y="4334"/>
                  </a:cubicBezTo>
                  <a:lnTo>
                    <a:pt x="10276" y="4334"/>
                  </a:lnTo>
                  <a:cubicBezTo>
                    <a:pt x="11205" y="4334"/>
                    <a:pt x="11943" y="3584"/>
                    <a:pt x="11943" y="2667"/>
                  </a:cubicBezTo>
                  <a:lnTo>
                    <a:pt x="11943" y="179"/>
                  </a:lnTo>
                  <a:cubicBezTo>
                    <a:pt x="11919" y="95"/>
                    <a:pt x="11847" y="0"/>
                    <a:pt x="11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86"/>
            <p:cNvSpPr/>
            <p:nvPr/>
          </p:nvSpPr>
          <p:spPr>
            <a:xfrm>
              <a:off x="7384751" y="4147984"/>
              <a:ext cx="380012" cy="228382"/>
            </a:xfrm>
            <a:custGeom>
              <a:avLst/>
              <a:gdLst/>
              <a:ahLst/>
              <a:cxnLst/>
              <a:rect l="l" t="t" r="r" b="b"/>
              <a:pathLst>
                <a:path w="11967" h="7192" extrusionOk="0">
                  <a:moveTo>
                    <a:pt x="3144" y="0"/>
                  </a:moveTo>
                  <a:cubicBezTo>
                    <a:pt x="2227" y="0"/>
                    <a:pt x="1477" y="739"/>
                    <a:pt x="1477" y="1667"/>
                  </a:cubicBezTo>
                  <a:lnTo>
                    <a:pt x="1477" y="4132"/>
                  </a:lnTo>
                  <a:cubicBezTo>
                    <a:pt x="1108" y="4191"/>
                    <a:pt x="751" y="4358"/>
                    <a:pt x="477" y="4644"/>
                  </a:cubicBezTo>
                  <a:cubicBezTo>
                    <a:pt x="168" y="4965"/>
                    <a:pt x="1" y="5382"/>
                    <a:pt x="1" y="5823"/>
                  </a:cubicBezTo>
                  <a:lnTo>
                    <a:pt x="1" y="7013"/>
                  </a:lnTo>
                  <a:cubicBezTo>
                    <a:pt x="1" y="7097"/>
                    <a:pt x="84" y="7192"/>
                    <a:pt x="180" y="7192"/>
                  </a:cubicBezTo>
                  <a:cubicBezTo>
                    <a:pt x="275" y="7192"/>
                    <a:pt x="358" y="7108"/>
                    <a:pt x="358" y="7013"/>
                  </a:cubicBezTo>
                  <a:lnTo>
                    <a:pt x="358" y="5823"/>
                  </a:lnTo>
                  <a:cubicBezTo>
                    <a:pt x="358" y="5465"/>
                    <a:pt x="501" y="5132"/>
                    <a:pt x="751" y="4882"/>
                  </a:cubicBezTo>
                  <a:cubicBezTo>
                    <a:pt x="953" y="4668"/>
                    <a:pt x="1203" y="4537"/>
                    <a:pt x="1489" y="4477"/>
                  </a:cubicBezTo>
                  <a:lnTo>
                    <a:pt x="1489" y="5084"/>
                  </a:lnTo>
                  <a:cubicBezTo>
                    <a:pt x="1489" y="6013"/>
                    <a:pt x="2239" y="6751"/>
                    <a:pt x="3156" y="6751"/>
                  </a:cubicBezTo>
                  <a:lnTo>
                    <a:pt x="5240" y="6751"/>
                  </a:lnTo>
                  <a:cubicBezTo>
                    <a:pt x="5335" y="6751"/>
                    <a:pt x="5418" y="6680"/>
                    <a:pt x="5418" y="6573"/>
                  </a:cubicBezTo>
                  <a:cubicBezTo>
                    <a:pt x="5418" y="6489"/>
                    <a:pt x="5347" y="6394"/>
                    <a:pt x="5240" y="6394"/>
                  </a:cubicBezTo>
                  <a:lnTo>
                    <a:pt x="3156" y="6394"/>
                  </a:lnTo>
                  <a:cubicBezTo>
                    <a:pt x="2430" y="6394"/>
                    <a:pt x="1834" y="5799"/>
                    <a:pt x="1834" y="5073"/>
                  </a:cubicBezTo>
                  <a:lnTo>
                    <a:pt x="1834" y="1620"/>
                  </a:lnTo>
                  <a:cubicBezTo>
                    <a:pt x="1834" y="893"/>
                    <a:pt x="2430" y="298"/>
                    <a:pt x="3156" y="298"/>
                  </a:cubicBezTo>
                  <a:lnTo>
                    <a:pt x="10288" y="298"/>
                  </a:lnTo>
                  <a:cubicBezTo>
                    <a:pt x="11014" y="298"/>
                    <a:pt x="11610" y="893"/>
                    <a:pt x="11610" y="1620"/>
                  </a:cubicBezTo>
                  <a:lnTo>
                    <a:pt x="11610" y="1846"/>
                  </a:lnTo>
                  <a:cubicBezTo>
                    <a:pt x="11610" y="1929"/>
                    <a:pt x="11693" y="2025"/>
                    <a:pt x="11788" y="2025"/>
                  </a:cubicBezTo>
                  <a:cubicBezTo>
                    <a:pt x="11883" y="2025"/>
                    <a:pt x="11967" y="1953"/>
                    <a:pt x="11967" y="1846"/>
                  </a:cubicBezTo>
                  <a:lnTo>
                    <a:pt x="11967" y="1620"/>
                  </a:lnTo>
                  <a:cubicBezTo>
                    <a:pt x="11943" y="762"/>
                    <a:pt x="11193" y="0"/>
                    <a:pt x="10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86"/>
            <p:cNvSpPr/>
            <p:nvPr/>
          </p:nvSpPr>
          <p:spPr>
            <a:xfrm>
              <a:off x="7507642" y="4228134"/>
              <a:ext cx="37852" cy="37852"/>
            </a:xfrm>
            <a:custGeom>
              <a:avLst/>
              <a:gdLst/>
              <a:ahLst/>
              <a:cxnLst/>
              <a:rect l="l" t="t" r="r" b="b"/>
              <a:pathLst>
                <a:path w="1192" h="1192" extrusionOk="0">
                  <a:moveTo>
                    <a:pt x="596" y="358"/>
                  </a:moveTo>
                  <a:cubicBezTo>
                    <a:pt x="739" y="358"/>
                    <a:pt x="834" y="465"/>
                    <a:pt x="834" y="596"/>
                  </a:cubicBezTo>
                  <a:cubicBezTo>
                    <a:pt x="834" y="739"/>
                    <a:pt x="739" y="834"/>
                    <a:pt x="596" y="834"/>
                  </a:cubicBezTo>
                  <a:cubicBezTo>
                    <a:pt x="465" y="834"/>
                    <a:pt x="358" y="739"/>
                    <a:pt x="358" y="596"/>
                  </a:cubicBezTo>
                  <a:cubicBezTo>
                    <a:pt x="358" y="465"/>
                    <a:pt x="465" y="358"/>
                    <a:pt x="596" y="358"/>
                  </a:cubicBezTo>
                  <a:close/>
                  <a:moveTo>
                    <a:pt x="596" y="1"/>
                  </a:moveTo>
                  <a:cubicBezTo>
                    <a:pt x="274" y="1"/>
                    <a:pt x="0" y="274"/>
                    <a:pt x="0" y="596"/>
                  </a:cubicBezTo>
                  <a:cubicBezTo>
                    <a:pt x="0" y="929"/>
                    <a:pt x="274" y="1191"/>
                    <a:pt x="596" y="1191"/>
                  </a:cubicBezTo>
                  <a:cubicBezTo>
                    <a:pt x="929" y="1191"/>
                    <a:pt x="1191" y="929"/>
                    <a:pt x="1191" y="596"/>
                  </a:cubicBezTo>
                  <a:cubicBezTo>
                    <a:pt x="1191" y="274"/>
                    <a:pt x="929"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86"/>
            <p:cNvSpPr/>
            <p:nvPr/>
          </p:nvSpPr>
          <p:spPr>
            <a:xfrm>
              <a:off x="7573820" y="4228134"/>
              <a:ext cx="37820" cy="37852"/>
            </a:xfrm>
            <a:custGeom>
              <a:avLst/>
              <a:gdLst/>
              <a:ahLst/>
              <a:cxnLst/>
              <a:rect l="l" t="t" r="r" b="b"/>
              <a:pathLst>
                <a:path w="1191" h="1192" extrusionOk="0">
                  <a:moveTo>
                    <a:pt x="595" y="358"/>
                  </a:moveTo>
                  <a:cubicBezTo>
                    <a:pt x="738" y="358"/>
                    <a:pt x="833" y="465"/>
                    <a:pt x="833" y="596"/>
                  </a:cubicBezTo>
                  <a:cubicBezTo>
                    <a:pt x="833" y="739"/>
                    <a:pt x="738" y="834"/>
                    <a:pt x="595" y="834"/>
                  </a:cubicBezTo>
                  <a:cubicBezTo>
                    <a:pt x="464" y="834"/>
                    <a:pt x="357" y="739"/>
                    <a:pt x="357" y="596"/>
                  </a:cubicBezTo>
                  <a:cubicBezTo>
                    <a:pt x="357" y="465"/>
                    <a:pt x="464" y="358"/>
                    <a:pt x="595" y="358"/>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86"/>
            <p:cNvSpPr/>
            <p:nvPr/>
          </p:nvSpPr>
          <p:spPr>
            <a:xfrm>
              <a:off x="7640728" y="4228134"/>
              <a:ext cx="37852" cy="37852"/>
            </a:xfrm>
            <a:custGeom>
              <a:avLst/>
              <a:gdLst/>
              <a:ahLst/>
              <a:cxnLst/>
              <a:rect l="l" t="t" r="r" b="b"/>
              <a:pathLst>
                <a:path w="1192" h="1192" extrusionOk="0">
                  <a:moveTo>
                    <a:pt x="596" y="358"/>
                  </a:moveTo>
                  <a:cubicBezTo>
                    <a:pt x="727" y="358"/>
                    <a:pt x="834" y="465"/>
                    <a:pt x="834" y="596"/>
                  </a:cubicBezTo>
                  <a:cubicBezTo>
                    <a:pt x="834" y="739"/>
                    <a:pt x="727" y="834"/>
                    <a:pt x="596" y="834"/>
                  </a:cubicBezTo>
                  <a:cubicBezTo>
                    <a:pt x="453" y="834"/>
                    <a:pt x="358" y="739"/>
                    <a:pt x="358" y="596"/>
                  </a:cubicBezTo>
                  <a:cubicBezTo>
                    <a:pt x="334" y="465"/>
                    <a:pt x="453" y="358"/>
                    <a:pt x="596" y="358"/>
                  </a:cubicBezTo>
                  <a:close/>
                  <a:moveTo>
                    <a:pt x="596" y="1"/>
                  </a:moveTo>
                  <a:cubicBezTo>
                    <a:pt x="262" y="1"/>
                    <a:pt x="0" y="274"/>
                    <a:pt x="0" y="596"/>
                  </a:cubicBezTo>
                  <a:cubicBezTo>
                    <a:pt x="0" y="929"/>
                    <a:pt x="262" y="1191"/>
                    <a:pt x="596" y="1191"/>
                  </a:cubicBezTo>
                  <a:cubicBezTo>
                    <a:pt x="917" y="1191"/>
                    <a:pt x="1191" y="929"/>
                    <a:pt x="1191" y="596"/>
                  </a:cubicBezTo>
                  <a:cubicBezTo>
                    <a:pt x="1191" y="274"/>
                    <a:pt x="917"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3251"/>
        <p:cNvGrpSpPr/>
        <p:nvPr/>
      </p:nvGrpSpPr>
      <p:grpSpPr>
        <a:xfrm>
          <a:off x="0" y="0"/>
          <a:ext cx="0" cy="0"/>
          <a:chOff x="0" y="0"/>
          <a:chExt cx="0" cy="0"/>
        </a:xfrm>
      </p:grpSpPr>
      <p:sp>
        <p:nvSpPr>
          <p:cNvPr id="13252" name="Google Shape;13252;p87"/>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3253" name="Google Shape;13253;p87"/>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13254" name="Google Shape;13254;p87"/>
          <p:cNvGrpSpPr/>
          <p:nvPr/>
        </p:nvGrpSpPr>
        <p:grpSpPr>
          <a:xfrm>
            <a:off x="1989449" y="4282269"/>
            <a:ext cx="374774" cy="346073"/>
            <a:chOff x="1989449" y="4282269"/>
            <a:chExt cx="374774" cy="346073"/>
          </a:xfrm>
        </p:grpSpPr>
        <p:sp>
          <p:nvSpPr>
            <p:cNvPr id="13255" name="Google Shape;13255;p87"/>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87"/>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87"/>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87"/>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87"/>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0" name="Google Shape;13260;p87"/>
          <p:cNvGrpSpPr/>
          <p:nvPr/>
        </p:nvGrpSpPr>
        <p:grpSpPr>
          <a:xfrm>
            <a:off x="2487439" y="4280740"/>
            <a:ext cx="198775" cy="348972"/>
            <a:chOff x="2487439" y="4280740"/>
            <a:chExt cx="198775" cy="348972"/>
          </a:xfrm>
        </p:grpSpPr>
        <p:sp>
          <p:nvSpPr>
            <p:cNvPr id="13261" name="Google Shape;13261;p87"/>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87"/>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87"/>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87"/>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5" name="Google Shape;13265;p87"/>
          <p:cNvGrpSpPr/>
          <p:nvPr/>
        </p:nvGrpSpPr>
        <p:grpSpPr>
          <a:xfrm>
            <a:off x="2810958" y="4273923"/>
            <a:ext cx="353145" cy="361873"/>
            <a:chOff x="2810958" y="4273923"/>
            <a:chExt cx="353145" cy="361873"/>
          </a:xfrm>
        </p:grpSpPr>
        <p:sp>
          <p:nvSpPr>
            <p:cNvPr id="13266" name="Google Shape;13266;p87"/>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87"/>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87"/>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87"/>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87"/>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87"/>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87"/>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3" name="Google Shape;13273;p87"/>
          <p:cNvGrpSpPr/>
          <p:nvPr/>
        </p:nvGrpSpPr>
        <p:grpSpPr>
          <a:xfrm>
            <a:off x="6275635" y="4282651"/>
            <a:ext cx="209383" cy="366778"/>
            <a:chOff x="6275635" y="4282651"/>
            <a:chExt cx="209383" cy="366778"/>
          </a:xfrm>
        </p:grpSpPr>
        <p:sp>
          <p:nvSpPr>
            <p:cNvPr id="13274" name="Google Shape;13274;p87"/>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87"/>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6" name="Google Shape;13276;p87"/>
          <p:cNvGrpSpPr/>
          <p:nvPr/>
        </p:nvGrpSpPr>
        <p:grpSpPr>
          <a:xfrm>
            <a:off x="6701186" y="4283033"/>
            <a:ext cx="280292" cy="366396"/>
            <a:chOff x="6701186" y="4283033"/>
            <a:chExt cx="280292" cy="366396"/>
          </a:xfrm>
        </p:grpSpPr>
        <p:sp>
          <p:nvSpPr>
            <p:cNvPr id="13277" name="Google Shape;13277;p87"/>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87"/>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9" name="Google Shape;13279;p87"/>
          <p:cNvGrpSpPr/>
          <p:nvPr/>
        </p:nvGrpSpPr>
        <p:grpSpPr>
          <a:xfrm>
            <a:off x="2609571" y="3824958"/>
            <a:ext cx="373627" cy="347347"/>
            <a:chOff x="2609571" y="3824958"/>
            <a:chExt cx="373627" cy="347347"/>
          </a:xfrm>
        </p:grpSpPr>
        <p:sp>
          <p:nvSpPr>
            <p:cNvPr id="13280" name="Google Shape;13280;p87"/>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87"/>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82" name="Google Shape;13282;p87"/>
          <p:cNvSpPr/>
          <p:nvPr/>
        </p:nvSpPr>
        <p:spPr>
          <a:xfrm>
            <a:off x="1288576" y="3822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83" name="Google Shape;13283;p87"/>
          <p:cNvGrpSpPr/>
          <p:nvPr/>
        </p:nvGrpSpPr>
        <p:grpSpPr>
          <a:xfrm>
            <a:off x="916127" y="3807056"/>
            <a:ext cx="221902" cy="380795"/>
            <a:chOff x="916127" y="3807056"/>
            <a:chExt cx="221902" cy="380795"/>
          </a:xfrm>
        </p:grpSpPr>
        <p:sp>
          <p:nvSpPr>
            <p:cNvPr id="13284" name="Google Shape;13284;p87"/>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87"/>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87"/>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87"/>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88" name="Google Shape;13288;p87"/>
          <p:cNvSpPr/>
          <p:nvPr/>
        </p:nvSpPr>
        <p:spPr>
          <a:xfrm>
            <a:off x="3136771" y="3823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87"/>
          <p:cNvSpPr/>
          <p:nvPr/>
        </p:nvSpPr>
        <p:spPr>
          <a:xfrm>
            <a:off x="2179465" y="3851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90" name="Google Shape;13290;p87"/>
          <p:cNvGrpSpPr/>
          <p:nvPr/>
        </p:nvGrpSpPr>
        <p:grpSpPr>
          <a:xfrm>
            <a:off x="3513010" y="3816134"/>
            <a:ext cx="362223" cy="361108"/>
            <a:chOff x="3513010" y="3816134"/>
            <a:chExt cx="362223" cy="361108"/>
          </a:xfrm>
        </p:grpSpPr>
        <p:sp>
          <p:nvSpPr>
            <p:cNvPr id="13291" name="Google Shape;13291;p87"/>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87"/>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87"/>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87"/>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5" name="Google Shape;13295;p87"/>
          <p:cNvGrpSpPr/>
          <p:nvPr/>
        </p:nvGrpSpPr>
        <p:grpSpPr>
          <a:xfrm>
            <a:off x="3950316" y="3820307"/>
            <a:ext cx="369805" cy="353782"/>
            <a:chOff x="3950316" y="3820307"/>
            <a:chExt cx="369805" cy="353782"/>
          </a:xfrm>
        </p:grpSpPr>
        <p:sp>
          <p:nvSpPr>
            <p:cNvPr id="13296" name="Google Shape;13296;p87"/>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87"/>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87"/>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87"/>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0" name="Google Shape;13300;p87"/>
          <p:cNvGrpSpPr/>
          <p:nvPr/>
        </p:nvGrpSpPr>
        <p:grpSpPr>
          <a:xfrm>
            <a:off x="1761909" y="3811961"/>
            <a:ext cx="307974" cy="371716"/>
            <a:chOff x="1761909" y="3811961"/>
            <a:chExt cx="307974" cy="371716"/>
          </a:xfrm>
        </p:grpSpPr>
        <p:sp>
          <p:nvSpPr>
            <p:cNvPr id="13301" name="Google Shape;13301;p87"/>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87"/>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87"/>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87"/>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87"/>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87"/>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87"/>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87"/>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87"/>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87"/>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1" name="Google Shape;13311;p87"/>
          <p:cNvGrpSpPr/>
          <p:nvPr/>
        </p:nvGrpSpPr>
        <p:grpSpPr>
          <a:xfrm>
            <a:off x="5373342" y="3808935"/>
            <a:ext cx="231395" cy="353145"/>
            <a:chOff x="5373342" y="3808935"/>
            <a:chExt cx="231395" cy="353145"/>
          </a:xfrm>
        </p:grpSpPr>
        <p:sp>
          <p:nvSpPr>
            <p:cNvPr id="13312" name="Google Shape;13312;p87"/>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87"/>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87"/>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87"/>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87"/>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87"/>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87"/>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87"/>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87"/>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21" name="Google Shape;13321;p87"/>
          <p:cNvSpPr/>
          <p:nvPr/>
        </p:nvSpPr>
        <p:spPr>
          <a:xfrm>
            <a:off x="6738361" y="3809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22" name="Google Shape;13322;p87"/>
          <p:cNvGrpSpPr/>
          <p:nvPr/>
        </p:nvGrpSpPr>
        <p:grpSpPr>
          <a:xfrm>
            <a:off x="5833775" y="3809445"/>
            <a:ext cx="235185" cy="352253"/>
            <a:chOff x="5833775" y="3809445"/>
            <a:chExt cx="235185" cy="352253"/>
          </a:xfrm>
        </p:grpSpPr>
        <p:sp>
          <p:nvSpPr>
            <p:cNvPr id="13323" name="Google Shape;13323;p87"/>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87"/>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87"/>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6" name="Google Shape;13326;p87"/>
          <p:cNvGrpSpPr/>
          <p:nvPr/>
        </p:nvGrpSpPr>
        <p:grpSpPr>
          <a:xfrm>
            <a:off x="4942472" y="3809318"/>
            <a:ext cx="238976" cy="352762"/>
            <a:chOff x="4942472" y="3809318"/>
            <a:chExt cx="238976" cy="352762"/>
          </a:xfrm>
        </p:grpSpPr>
        <p:sp>
          <p:nvSpPr>
            <p:cNvPr id="13327" name="Google Shape;13327;p87"/>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87"/>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87"/>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87"/>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87"/>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87"/>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87"/>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4" name="Google Shape;13334;p87"/>
          <p:cNvGrpSpPr/>
          <p:nvPr/>
        </p:nvGrpSpPr>
        <p:grpSpPr>
          <a:xfrm>
            <a:off x="6266525" y="3807788"/>
            <a:ext cx="260223" cy="353527"/>
            <a:chOff x="6266525" y="3807788"/>
            <a:chExt cx="260223" cy="353527"/>
          </a:xfrm>
        </p:grpSpPr>
        <p:sp>
          <p:nvSpPr>
            <p:cNvPr id="13335" name="Google Shape;13335;p87"/>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87"/>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87"/>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87"/>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39" name="Google Shape;13339;p87"/>
          <p:cNvSpPr/>
          <p:nvPr/>
        </p:nvSpPr>
        <p:spPr>
          <a:xfrm>
            <a:off x="7972870" y="3808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0" name="Google Shape;13340;p87"/>
          <p:cNvGrpSpPr/>
          <p:nvPr/>
        </p:nvGrpSpPr>
        <p:grpSpPr>
          <a:xfrm>
            <a:off x="7184363" y="3809604"/>
            <a:ext cx="202184" cy="352762"/>
            <a:chOff x="7184363" y="3809604"/>
            <a:chExt cx="202184" cy="352762"/>
          </a:xfrm>
        </p:grpSpPr>
        <p:sp>
          <p:nvSpPr>
            <p:cNvPr id="13341" name="Google Shape;13341;p87"/>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87"/>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3" name="Google Shape;13343;p87"/>
          <p:cNvGrpSpPr/>
          <p:nvPr/>
        </p:nvGrpSpPr>
        <p:grpSpPr>
          <a:xfrm>
            <a:off x="7571624" y="3808935"/>
            <a:ext cx="292047" cy="352762"/>
            <a:chOff x="7571624" y="3808935"/>
            <a:chExt cx="292047" cy="352762"/>
          </a:xfrm>
        </p:grpSpPr>
        <p:sp>
          <p:nvSpPr>
            <p:cNvPr id="13344" name="Google Shape;13344;p87"/>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87"/>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87"/>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87"/>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87"/>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87"/>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0" name="Google Shape;13350;p87"/>
          <p:cNvGrpSpPr/>
          <p:nvPr/>
        </p:nvGrpSpPr>
        <p:grpSpPr>
          <a:xfrm>
            <a:off x="2174559" y="3356116"/>
            <a:ext cx="364135" cy="359930"/>
            <a:chOff x="2174559" y="3356116"/>
            <a:chExt cx="364135" cy="359930"/>
          </a:xfrm>
        </p:grpSpPr>
        <p:sp>
          <p:nvSpPr>
            <p:cNvPr id="13351" name="Google Shape;13351;p87"/>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87"/>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3" name="Google Shape;13353;p87"/>
          <p:cNvGrpSpPr/>
          <p:nvPr/>
        </p:nvGrpSpPr>
        <p:grpSpPr>
          <a:xfrm>
            <a:off x="1731934" y="3355639"/>
            <a:ext cx="368371" cy="361554"/>
            <a:chOff x="1731934" y="3355639"/>
            <a:chExt cx="368371" cy="361554"/>
          </a:xfrm>
        </p:grpSpPr>
        <p:sp>
          <p:nvSpPr>
            <p:cNvPr id="13354" name="Google Shape;13354;p87"/>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87"/>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6" name="Google Shape;13356;p87"/>
          <p:cNvGrpSpPr/>
          <p:nvPr/>
        </p:nvGrpSpPr>
        <p:grpSpPr>
          <a:xfrm>
            <a:off x="3990517" y="3354173"/>
            <a:ext cx="279559" cy="363402"/>
            <a:chOff x="3990517" y="3354173"/>
            <a:chExt cx="279559" cy="363402"/>
          </a:xfrm>
        </p:grpSpPr>
        <p:sp>
          <p:nvSpPr>
            <p:cNvPr id="13357" name="Google Shape;13357;p87"/>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87"/>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87"/>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0" name="Google Shape;13360;p87"/>
          <p:cNvGrpSpPr/>
          <p:nvPr/>
        </p:nvGrpSpPr>
        <p:grpSpPr>
          <a:xfrm>
            <a:off x="3497847" y="3417374"/>
            <a:ext cx="379680" cy="237606"/>
            <a:chOff x="3497847" y="3417374"/>
            <a:chExt cx="379680" cy="237606"/>
          </a:xfrm>
        </p:grpSpPr>
        <p:sp>
          <p:nvSpPr>
            <p:cNvPr id="13361" name="Google Shape;13361;p87"/>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87"/>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87"/>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4" name="Google Shape;13364;p87"/>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5" name="Google Shape;13365;p87"/>
          <p:cNvGrpSpPr/>
          <p:nvPr/>
        </p:nvGrpSpPr>
        <p:grpSpPr>
          <a:xfrm>
            <a:off x="2612597" y="3367075"/>
            <a:ext cx="376271" cy="337982"/>
            <a:chOff x="2612597" y="3367075"/>
            <a:chExt cx="376271" cy="337982"/>
          </a:xfrm>
        </p:grpSpPr>
        <p:sp>
          <p:nvSpPr>
            <p:cNvPr id="13366" name="Google Shape;13366;p87"/>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87"/>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8" name="Google Shape;13368;p87"/>
          <p:cNvGrpSpPr/>
          <p:nvPr/>
        </p:nvGrpSpPr>
        <p:grpSpPr>
          <a:xfrm>
            <a:off x="3071914" y="3364431"/>
            <a:ext cx="343652" cy="342505"/>
            <a:chOff x="3071914" y="3364431"/>
            <a:chExt cx="343652" cy="342505"/>
          </a:xfrm>
        </p:grpSpPr>
        <p:sp>
          <p:nvSpPr>
            <p:cNvPr id="13369" name="Google Shape;13369;p87"/>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87"/>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1" name="Google Shape;13371;p87"/>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87"/>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87"/>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4" name="Google Shape;13374;p87"/>
          <p:cNvGrpSpPr/>
          <p:nvPr/>
        </p:nvGrpSpPr>
        <p:grpSpPr>
          <a:xfrm>
            <a:off x="897141" y="3359875"/>
            <a:ext cx="257962" cy="352762"/>
            <a:chOff x="897141" y="3359875"/>
            <a:chExt cx="257962" cy="352762"/>
          </a:xfrm>
        </p:grpSpPr>
        <p:sp>
          <p:nvSpPr>
            <p:cNvPr id="13375" name="Google Shape;13375;p87"/>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87"/>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87"/>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87"/>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87"/>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87"/>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87"/>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87"/>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3" name="Google Shape;13383;p87"/>
          <p:cNvGrpSpPr/>
          <p:nvPr/>
        </p:nvGrpSpPr>
        <p:grpSpPr>
          <a:xfrm>
            <a:off x="1333682" y="3344330"/>
            <a:ext cx="271213" cy="383088"/>
            <a:chOff x="1333682" y="3344330"/>
            <a:chExt cx="271213" cy="383088"/>
          </a:xfrm>
        </p:grpSpPr>
        <p:sp>
          <p:nvSpPr>
            <p:cNvPr id="13384" name="Google Shape;13384;p87"/>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87"/>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87"/>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87"/>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8" name="Google Shape;13388;p87"/>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87"/>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87"/>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87"/>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87"/>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87"/>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87"/>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5" name="Google Shape;13395;p87"/>
          <p:cNvGrpSpPr/>
          <p:nvPr/>
        </p:nvGrpSpPr>
        <p:grpSpPr>
          <a:xfrm>
            <a:off x="6664394" y="3346974"/>
            <a:ext cx="353113" cy="351998"/>
            <a:chOff x="6664394" y="3346974"/>
            <a:chExt cx="353113" cy="351998"/>
          </a:xfrm>
        </p:grpSpPr>
        <p:sp>
          <p:nvSpPr>
            <p:cNvPr id="13396" name="Google Shape;13396;p87"/>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87"/>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87"/>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9" name="Google Shape;13399;p87"/>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87"/>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1" name="Google Shape;13401;p87"/>
          <p:cNvGrpSpPr/>
          <p:nvPr/>
        </p:nvGrpSpPr>
        <p:grpSpPr>
          <a:xfrm>
            <a:off x="849741" y="1959307"/>
            <a:ext cx="399398" cy="375443"/>
            <a:chOff x="849741" y="1959307"/>
            <a:chExt cx="399398" cy="375443"/>
          </a:xfrm>
        </p:grpSpPr>
        <p:sp>
          <p:nvSpPr>
            <p:cNvPr id="13402" name="Google Shape;13402;p87"/>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87"/>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4" name="Google Shape;13404;p87"/>
          <p:cNvGrpSpPr/>
          <p:nvPr/>
        </p:nvGrpSpPr>
        <p:grpSpPr>
          <a:xfrm>
            <a:off x="1284212" y="1963766"/>
            <a:ext cx="379489" cy="366046"/>
            <a:chOff x="1284212" y="1963766"/>
            <a:chExt cx="379489" cy="366046"/>
          </a:xfrm>
        </p:grpSpPr>
        <p:sp>
          <p:nvSpPr>
            <p:cNvPr id="13405" name="Google Shape;13405;p87"/>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87"/>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7" name="Google Shape;13407;p87"/>
          <p:cNvGrpSpPr/>
          <p:nvPr/>
        </p:nvGrpSpPr>
        <p:grpSpPr>
          <a:xfrm>
            <a:off x="3037766" y="1969564"/>
            <a:ext cx="370219" cy="354928"/>
            <a:chOff x="3037766" y="1969564"/>
            <a:chExt cx="370219" cy="354928"/>
          </a:xfrm>
        </p:grpSpPr>
        <p:sp>
          <p:nvSpPr>
            <p:cNvPr id="13408" name="Google Shape;13408;p87"/>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87"/>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87"/>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87"/>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2" name="Google Shape;13412;p87"/>
          <p:cNvGrpSpPr/>
          <p:nvPr/>
        </p:nvGrpSpPr>
        <p:grpSpPr>
          <a:xfrm>
            <a:off x="3982553" y="1971730"/>
            <a:ext cx="304566" cy="350501"/>
            <a:chOff x="3982553" y="1971730"/>
            <a:chExt cx="304566" cy="350501"/>
          </a:xfrm>
        </p:grpSpPr>
        <p:sp>
          <p:nvSpPr>
            <p:cNvPr id="13413" name="Google Shape;13413;p87"/>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87"/>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5" name="Google Shape;13415;p87"/>
          <p:cNvGrpSpPr/>
          <p:nvPr/>
        </p:nvGrpSpPr>
        <p:grpSpPr>
          <a:xfrm>
            <a:off x="2567841" y="1994124"/>
            <a:ext cx="399812" cy="306477"/>
            <a:chOff x="2567841" y="1994124"/>
            <a:chExt cx="399812" cy="306477"/>
          </a:xfrm>
        </p:grpSpPr>
        <p:sp>
          <p:nvSpPr>
            <p:cNvPr id="13416" name="Google Shape;13416;p87"/>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87"/>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87"/>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9" name="Google Shape;13419;p87"/>
          <p:cNvGrpSpPr/>
          <p:nvPr/>
        </p:nvGrpSpPr>
        <p:grpSpPr>
          <a:xfrm>
            <a:off x="2212084" y="1960358"/>
            <a:ext cx="324698" cy="372863"/>
            <a:chOff x="2212084" y="1960358"/>
            <a:chExt cx="324698" cy="372863"/>
          </a:xfrm>
        </p:grpSpPr>
        <p:sp>
          <p:nvSpPr>
            <p:cNvPr id="13420" name="Google Shape;13420;p87"/>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1" name="Google Shape;13421;p87"/>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87"/>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3" name="Google Shape;13423;p87"/>
          <p:cNvGrpSpPr/>
          <p:nvPr/>
        </p:nvGrpSpPr>
        <p:grpSpPr>
          <a:xfrm>
            <a:off x="1805901" y="1960358"/>
            <a:ext cx="284847" cy="373627"/>
            <a:chOff x="1805901" y="1960358"/>
            <a:chExt cx="284847" cy="373627"/>
          </a:xfrm>
        </p:grpSpPr>
        <p:sp>
          <p:nvSpPr>
            <p:cNvPr id="13424" name="Google Shape;13424;p87"/>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87"/>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26" name="Google Shape;13426;p87"/>
          <p:cNvSpPr/>
          <p:nvPr/>
        </p:nvSpPr>
        <p:spPr>
          <a:xfrm>
            <a:off x="3505429" y="1980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87"/>
          <p:cNvSpPr/>
          <p:nvPr/>
        </p:nvSpPr>
        <p:spPr>
          <a:xfrm>
            <a:off x="7100552" y="1984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87"/>
          <p:cNvSpPr/>
          <p:nvPr/>
        </p:nvSpPr>
        <p:spPr>
          <a:xfrm>
            <a:off x="7955445" y="2011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29" name="Google Shape;13429;p87"/>
          <p:cNvGrpSpPr/>
          <p:nvPr/>
        </p:nvGrpSpPr>
        <p:grpSpPr>
          <a:xfrm>
            <a:off x="6656812" y="2029388"/>
            <a:ext cx="368690" cy="245793"/>
            <a:chOff x="6656812" y="2029388"/>
            <a:chExt cx="368690" cy="245793"/>
          </a:xfrm>
        </p:grpSpPr>
        <p:sp>
          <p:nvSpPr>
            <p:cNvPr id="13430" name="Google Shape;13430;p87"/>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87"/>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87"/>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87"/>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87"/>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87"/>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87"/>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87"/>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87"/>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87"/>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0" name="Google Shape;13440;p87"/>
          <p:cNvGrpSpPr/>
          <p:nvPr/>
        </p:nvGrpSpPr>
        <p:grpSpPr>
          <a:xfrm>
            <a:off x="4869651" y="2012218"/>
            <a:ext cx="376654" cy="281566"/>
            <a:chOff x="4869651" y="2012218"/>
            <a:chExt cx="376654" cy="281566"/>
          </a:xfrm>
        </p:grpSpPr>
        <p:sp>
          <p:nvSpPr>
            <p:cNvPr id="13441" name="Google Shape;13441;p87"/>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87"/>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87"/>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87"/>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5" name="Google Shape;13445;p87"/>
          <p:cNvGrpSpPr/>
          <p:nvPr/>
        </p:nvGrpSpPr>
        <p:grpSpPr>
          <a:xfrm>
            <a:off x="5306224" y="2012313"/>
            <a:ext cx="367925" cy="281694"/>
            <a:chOff x="5306224" y="2012313"/>
            <a:chExt cx="367925" cy="281694"/>
          </a:xfrm>
        </p:grpSpPr>
        <p:sp>
          <p:nvSpPr>
            <p:cNvPr id="13446" name="Google Shape;13446;p87"/>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87"/>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48" name="Google Shape;13448;p87"/>
          <p:cNvSpPr/>
          <p:nvPr/>
        </p:nvSpPr>
        <p:spPr>
          <a:xfrm>
            <a:off x="5754137" y="2005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49" name="Google Shape;13449;p87"/>
          <p:cNvGrpSpPr/>
          <p:nvPr/>
        </p:nvGrpSpPr>
        <p:grpSpPr>
          <a:xfrm>
            <a:off x="6195998" y="1983102"/>
            <a:ext cx="368308" cy="338746"/>
            <a:chOff x="6195998" y="1983102"/>
            <a:chExt cx="368308" cy="338746"/>
          </a:xfrm>
        </p:grpSpPr>
        <p:sp>
          <p:nvSpPr>
            <p:cNvPr id="13450" name="Google Shape;13450;p87"/>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87"/>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87"/>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53" name="Google Shape;13453;p87"/>
          <p:cNvGrpSpPr/>
          <p:nvPr/>
        </p:nvGrpSpPr>
        <p:grpSpPr>
          <a:xfrm>
            <a:off x="7542031" y="2011835"/>
            <a:ext cx="369072" cy="280037"/>
            <a:chOff x="7542031" y="2011835"/>
            <a:chExt cx="369072" cy="280037"/>
          </a:xfrm>
        </p:grpSpPr>
        <p:sp>
          <p:nvSpPr>
            <p:cNvPr id="13454" name="Google Shape;13454;p87"/>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87"/>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87"/>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87"/>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87"/>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87"/>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87"/>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87"/>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87"/>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3" name="Google Shape;13463;p87"/>
          <p:cNvGrpSpPr/>
          <p:nvPr/>
        </p:nvGrpSpPr>
        <p:grpSpPr>
          <a:xfrm>
            <a:off x="8010427" y="3348503"/>
            <a:ext cx="278795" cy="351615"/>
            <a:chOff x="8010427" y="3348503"/>
            <a:chExt cx="278795" cy="351615"/>
          </a:xfrm>
        </p:grpSpPr>
        <p:sp>
          <p:nvSpPr>
            <p:cNvPr id="13464" name="Google Shape;13464;p87"/>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87"/>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87"/>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87"/>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68" name="Google Shape;13468;p87"/>
          <p:cNvSpPr/>
          <p:nvPr/>
        </p:nvSpPr>
        <p:spPr>
          <a:xfrm>
            <a:off x="7615138" y="3348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69" name="Google Shape;13469;p87"/>
          <p:cNvGrpSpPr/>
          <p:nvPr/>
        </p:nvGrpSpPr>
        <p:grpSpPr>
          <a:xfrm>
            <a:off x="7141900" y="3349204"/>
            <a:ext cx="281057" cy="351010"/>
            <a:chOff x="7141900" y="3349204"/>
            <a:chExt cx="281057" cy="351010"/>
          </a:xfrm>
        </p:grpSpPr>
        <p:sp>
          <p:nvSpPr>
            <p:cNvPr id="13470" name="Google Shape;13470;p87"/>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87"/>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87"/>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3" name="Google Shape;13473;p87"/>
          <p:cNvGrpSpPr/>
          <p:nvPr/>
        </p:nvGrpSpPr>
        <p:grpSpPr>
          <a:xfrm>
            <a:off x="5314188" y="3350032"/>
            <a:ext cx="363752" cy="353113"/>
            <a:chOff x="5314188" y="3350032"/>
            <a:chExt cx="363752" cy="353113"/>
          </a:xfrm>
        </p:grpSpPr>
        <p:sp>
          <p:nvSpPr>
            <p:cNvPr id="13474" name="Google Shape;13474;p87"/>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87"/>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6" name="Google Shape;13476;p87"/>
          <p:cNvGrpSpPr/>
          <p:nvPr/>
        </p:nvGrpSpPr>
        <p:grpSpPr>
          <a:xfrm>
            <a:off x="6203579" y="3348981"/>
            <a:ext cx="351615" cy="350373"/>
            <a:chOff x="6203579" y="3348981"/>
            <a:chExt cx="351615" cy="350373"/>
          </a:xfrm>
        </p:grpSpPr>
        <p:sp>
          <p:nvSpPr>
            <p:cNvPr id="13477" name="Google Shape;13477;p87"/>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87"/>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87"/>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87"/>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87"/>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2" name="Google Shape;13482;p87"/>
          <p:cNvGrpSpPr/>
          <p:nvPr/>
        </p:nvGrpSpPr>
        <p:grpSpPr>
          <a:xfrm>
            <a:off x="5829984" y="3350032"/>
            <a:ext cx="220755" cy="352348"/>
            <a:chOff x="5829984" y="3350032"/>
            <a:chExt cx="220755" cy="352348"/>
          </a:xfrm>
        </p:grpSpPr>
        <p:sp>
          <p:nvSpPr>
            <p:cNvPr id="13483" name="Google Shape;13483;p87"/>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4" name="Google Shape;13484;p87"/>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87"/>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87"/>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7" name="Google Shape;13487;p87"/>
          <p:cNvGrpSpPr/>
          <p:nvPr/>
        </p:nvGrpSpPr>
        <p:grpSpPr>
          <a:xfrm>
            <a:off x="4882170" y="3349841"/>
            <a:ext cx="358464" cy="352316"/>
            <a:chOff x="4882170" y="3349841"/>
            <a:chExt cx="358464" cy="352316"/>
          </a:xfrm>
        </p:grpSpPr>
        <p:sp>
          <p:nvSpPr>
            <p:cNvPr id="13488" name="Google Shape;13488;p87"/>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87"/>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90" name="Google Shape;13490;p87"/>
          <p:cNvSpPr/>
          <p:nvPr/>
        </p:nvSpPr>
        <p:spPr>
          <a:xfrm>
            <a:off x="3955221" y="2893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87"/>
          <p:cNvSpPr/>
          <p:nvPr/>
        </p:nvSpPr>
        <p:spPr>
          <a:xfrm>
            <a:off x="3499727" y="2442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92" name="Google Shape;13492;p87"/>
          <p:cNvGrpSpPr/>
          <p:nvPr/>
        </p:nvGrpSpPr>
        <p:grpSpPr>
          <a:xfrm>
            <a:off x="3044965" y="2435220"/>
            <a:ext cx="400194" cy="324316"/>
            <a:chOff x="3044965" y="2435220"/>
            <a:chExt cx="400194" cy="324316"/>
          </a:xfrm>
        </p:grpSpPr>
        <p:sp>
          <p:nvSpPr>
            <p:cNvPr id="13493" name="Google Shape;13493;p87"/>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87"/>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87"/>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6" name="Google Shape;13496;p87"/>
          <p:cNvGrpSpPr/>
          <p:nvPr/>
        </p:nvGrpSpPr>
        <p:grpSpPr>
          <a:xfrm>
            <a:off x="4878379" y="2473892"/>
            <a:ext cx="367161" cy="287523"/>
            <a:chOff x="4878379" y="2473892"/>
            <a:chExt cx="367161" cy="287523"/>
          </a:xfrm>
        </p:grpSpPr>
        <p:sp>
          <p:nvSpPr>
            <p:cNvPr id="13497" name="Google Shape;13497;p87"/>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87"/>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87"/>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87"/>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87"/>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2" name="Google Shape;13502;p87"/>
          <p:cNvGrpSpPr/>
          <p:nvPr/>
        </p:nvGrpSpPr>
        <p:grpSpPr>
          <a:xfrm>
            <a:off x="1325719" y="2887689"/>
            <a:ext cx="290581" cy="372481"/>
            <a:chOff x="1325719" y="2887689"/>
            <a:chExt cx="290581" cy="372481"/>
          </a:xfrm>
        </p:grpSpPr>
        <p:sp>
          <p:nvSpPr>
            <p:cNvPr id="13503" name="Google Shape;13503;p87"/>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87"/>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05" name="Google Shape;13505;p87"/>
          <p:cNvSpPr/>
          <p:nvPr/>
        </p:nvSpPr>
        <p:spPr>
          <a:xfrm>
            <a:off x="1819153" y="2882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06" name="Google Shape;13506;p87"/>
          <p:cNvGrpSpPr/>
          <p:nvPr/>
        </p:nvGrpSpPr>
        <p:grpSpPr>
          <a:xfrm>
            <a:off x="3510335" y="2892499"/>
            <a:ext cx="360726" cy="361204"/>
            <a:chOff x="3510335" y="2892499"/>
            <a:chExt cx="360726" cy="361204"/>
          </a:xfrm>
        </p:grpSpPr>
        <p:sp>
          <p:nvSpPr>
            <p:cNvPr id="13507" name="Google Shape;13507;p87"/>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87"/>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87"/>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87"/>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87"/>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12" name="Google Shape;13512;p87"/>
          <p:cNvGrpSpPr/>
          <p:nvPr/>
        </p:nvGrpSpPr>
        <p:grpSpPr>
          <a:xfrm>
            <a:off x="3086313" y="2877049"/>
            <a:ext cx="320143" cy="392581"/>
            <a:chOff x="3086313" y="2877049"/>
            <a:chExt cx="320143" cy="392581"/>
          </a:xfrm>
        </p:grpSpPr>
        <p:sp>
          <p:nvSpPr>
            <p:cNvPr id="13513" name="Google Shape;13513;p87"/>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87"/>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87"/>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87"/>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87"/>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87"/>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87"/>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87"/>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87"/>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87"/>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87"/>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87"/>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25" name="Google Shape;13525;p87"/>
          <p:cNvSpPr/>
          <p:nvPr/>
        </p:nvSpPr>
        <p:spPr>
          <a:xfrm>
            <a:off x="2253814" y="2894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26" name="Google Shape;13526;p87"/>
          <p:cNvGrpSpPr/>
          <p:nvPr/>
        </p:nvGrpSpPr>
        <p:grpSpPr>
          <a:xfrm>
            <a:off x="861113" y="2885746"/>
            <a:ext cx="333809" cy="373277"/>
            <a:chOff x="861113" y="2885746"/>
            <a:chExt cx="333809" cy="373277"/>
          </a:xfrm>
        </p:grpSpPr>
        <p:sp>
          <p:nvSpPr>
            <p:cNvPr id="13527" name="Google Shape;13527;p87"/>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87"/>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9" name="Google Shape;13529;p87"/>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30" name="Google Shape;13530;p87"/>
          <p:cNvSpPr/>
          <p:nvPr/>
        </p:nvSpPr>
        <p:spPr>
          <a:xfrm>
            <a:off x="2616005" y="2886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87"/>
          <p:cNvSpPr/>
          <p:nvPr/>
        </p:nvSpPr>
        <p:spPr>
          <a:xfrm>
            <a:off x="2160129" y="1516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32" name="Google Shape;13532;p87"/>
          <p:cNvGrpSpPr/>
          <p:nvPr/>
        </p:nvGrpSpPr>
        <p:grpSpPr>
          <a:xfrm>
            <a:off x="1297654" y="1504481"/>
            <a:ext cx="349354" cy="362223"/>
            <a:chOff x="1297654" y="1504481"/>
            <a:chExt cx="349354" cy="362223"/>
          </a:xfrm>
        </p:grpSpPr>
        <p:sp>
          <p:nvSpPr>
            <p:cNvPr id="13533" name="Google Shape;13533;p87"/>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87"/>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87"/>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36" name="Google Shape;13536;p87"/>
          <p:cNvSpPr/>
          <p:nvPr/>
        </p:nvSpPr>
        <p:spPr>
          <a:xfrm>
            <a:off x="3945378" y="1530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37" name="Google Shape;13537;p87"/>
          <p:cNvGrpSpPr/>
          <p:nvPr/>
        </p:nvGrpSpPr>
        <p:grpSpPr>
          <a:xfrm>
            <a:off x="852385" y="1510916"/>
            <a:ext cx="353145" cy="351998"/>
            <a:chOff x="852385" y="1510916"/>
            <a:chExt cx="353145" cy="351998"/>
          </a:xfrm>
        </p:grpSpPr>
        <p:sp>
          <p:nvSpPr>
            <p:cNvPr id="13538" name="Google Shape;13538;p87"/>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87"/>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87"/>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1" name="Google Shape;13541;p87"/>
          <p:cNvGrpSpPr/>
          <p:nvPr/>
        </p:nvGrpSpPr>
        <p:grpSpPr>
          <a:xfrm>
            <a:off x="1745217" y="1515471"/>
            <a:ext cx="343269" cy="342505"/>
            <a:chOff x="1745217" y="1515471"/>
            <a:chExt cx="343269" cy="342505"/>
          </a:xfrm>
        </p:grpSpPr>
        <p:sp>
          <p:nvSpPr>
            <p:cNvPr id="13542" name="Google Shape;13542;p87"/>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87"/>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87"/>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87"/>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46" name="Google Shape;13546;p87"/>
          <p:cNvSpPr/>
          <p:nvPr/>
        </p:nvSpPr>
        <p:spPr>
          <a:xfrm>
            <a:off x="3509220" y="1505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47" name="Google Shape;13547;p87"/>
          <p:cNvGrpSpPr/>
          <p:nvPr/>
        </p:nvGrpSpPr>
        <p:grpSpPr>
          <a:xfrm>
            <a:off x="3042703" y="1529137"/>
            <a:ext cx="411535" cy="315587"/>
            <a:chOff x="3042703" y="1529137"/>
            <a:chExt cx="411535" cy="315587"/>
          </a:xfrm>
        </p:grpSpPr>
        <p:sp>
          <p:nvSpPr>
            <p:cNvPr id="13548" name="Google Shape;13548;p87"/>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87"/>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87"/>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87"/>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87"/>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87"/>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87"/>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87"/>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87"/>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87"/>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8" name="Google Shape;13558;p87"/>
          <p:cNvGrpSpPr/>
          <p:nvPr/>
        </p:nvGrpSpPr>
        <p:grpSpPr>
          <a:xfrm>
            <a:off x="2629289" y="1544682"/>
            <a:ext cx="350501" cy="284497"/>
            <a:chOff x="2629289" y="1544682"/>
            <a:chExt cx="350501" cy="284497"/>
          </a:xfrm>
        </p:grpSpPr>
        <p:sp>
          <p:nvSpPr>
            <p:cNvPr id="13559" name="Google Shape;13559;p87"/>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87"/>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87"/>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87"/>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87"/>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4" name="Google Shape;13564;p87"/>
          <p:cNvGrpSpPr/>
          <p:nvPr/>
        </p:nvGrpSpPr>
        <p:grpSpPr>
          <a:xfrm>
            <a:off x="5305077" y="1502633"/>
            <a:ext cx="367893" cy="365218"/>
            <a:chOff x="5305077" y="1502633"/>
            <a:chExt cx="367893" cy="365218"/>
          </a:xfrm>
        </p:grpSpPr>
        <p:sp>
          <p:nvSpPr>
            <p:cNvPr id="13565" name="Google Shape;13565;p87"/>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87"/>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7" name="Google Shape;13567;p87"/>
          <p:cNvGrpSpPr/>
          <p:nvPr/>
        </p:nvGrpSpPr>
        <p:grpSpPr>
          <a:xfrm>
            <a:off x="7100170" y="1500117"/>
            <a:ext cx="368308" cy="367033"/>
            <a:chOff x="7100170" y="1500117"/>
            <a:chExt cx="368308" cy="367033"/>
          </a:xfrm>
        </p:grpSpPr>
        <p:sp>
          <p:nvSpPr>
            <p:cNvPr id="13568" name="Google Shape;13568;p87"/>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87"/>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87"/>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87"/>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87"/>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87"/>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87"/>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87"/>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87"/>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87"/>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87"/>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87"/>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87"/>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81" name="Google Shape;13581;p87"/>
          <p:cNvSpPr/>
          <p:nvPr/>
        </p:nvSpPr>
        <p:spPr>
          <a:xfrm>
            <a:off x="7539642" y="1500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82" name="Google Shape;13582;p87"/>
          <p:cNvGrpSpPr/>
          <p:nvPr/>
        </p:nvGrpSpPr>
        <p:grpSpPr>
          <a:xfrm>
            <a:off x="6649231" y="1500021"/>
            <a:ext cx="390287" cy="367065"/>
            <a:chOff x="6649231" y="1500021"/>
            <a:chExt cx="390287" cy="367065"/>
          </a:xfrm>
        </p:grpSpPr>
        <p:sp>
          <p:nvSpPr>
            <p:cNvPr id="13583" name="Google Shape;13583;p87"/>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87"/>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87"/>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87"/>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7" name="Google Shape;13587;p87"/>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87"/>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87"/>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87"/>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87"/>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87"/>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87"/>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87"/>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5" name="Google Shape;13595;p87"/>
          <p:cNvGrpSpPr/>
          <p:nvPr/>
        </p:nvGrpSpPr>
        <p:grpSpPr>
          <a:xfrm>
            <a:off x="5746938" y="1543503"/>
            <a:ext cx="387261" cy="280356"/>
            <a:chOff x="5746938" y="1543503"/>
            <a:chExt cx="387261" cy="280356"/>
          </a:xfrm>
        </p:grpSpPr>
        <p:sp>
          <p:nvSpPr>
            <p:cNvPr id="13596" name="Google Shape;13596;p87"/>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87"/>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8" name="Google Shape;13598;p87"/>
          <p:cNvGrpSpPr/>
          <p:nvPr/>
        </p:nvGrpSpPr>
        <p:grpSpPr>
          <a:xfrm>
            <a:off x="6196730" y="1525346"/>
            <a:ext cx="369072" cy="317467"/>
            <a:chOff x="6196730" y="1525346"/>
            <a:chExt cx="369072" cy="317467"/>
          </a:xfrm>
        </p:grpSpPr>
        <p:sp>
          <p:nvSpPr>
            <p:cNvPr id="13599" name="Google Shape;13599;p87"/>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87"/>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87"/>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2" name="Google Shape;13602;p87"/>
          <p:cNvGrpSpPr/>
          <p:nvPr/>
        </p:nvGrpSpPr>
        <p:grpSpPr>
          <a:xfrm>
            <a:off x="4940592" y="1500690"/>
            <a:ext cx="246558" cy="367161"/>
            <a:chOff x="4940592" y="1500690"/>
            <a:chExt cx="246558" cy="367161"/>
          </a:xfrm>
        </p:grpSpPr>
        <p:sp>
          <p:nvSpPr>
            <p:cNvPr id="13603" name="Google Shape;13603;p87"/>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87"/>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87"/>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87"/>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7" name="Google Shape;13607;p87"/>
          <p:cNvGrpSpPr/>
          <p:nvPr/>
        </p:nvGrpSpPr>
        <p:grpSpPr>
          <a:xfrm>
            <a:off x="7964906" y="1499894"/>
            <a:ext cx="380858" cy="367575"/>
            <a:chOff x="7964906" y="1499894"/>
            <a:chExt cx="380858" cy="367575"/>
          </a:xfrm>
        </p:grpSpPr>
        <p:sp>
          <p:nvSpPr>
            <p:cNvPr id="13608" name="Google Shape;13608;p87"/>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87"/>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87"/>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11" name="Google Shape;13611;p87"/>
          <p:cNvSpPr/>
          <p:nvPr/>
        </p:nvSpPr>
        <p:spPr>
          <a:xfrm>
            <a:off x="5779557" y="2902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12" name="Google Shape;13612;p87"/>
          <p:cNvGrpSpPr/>
          <p:nvPr/>
        </p:nvGrpSpPr>
        <p:grpSpPr>
          <a:xfrm>
            <a:off x="8007400" y="2902278"/>
            <a:ext cx="285230" cy="355597"/>
            <a:chOff x="8007400" y="2902278"/>
            <a:chExt cx="285230" cy="355597"/>
          </a:xfrm>
        </p:grpSpPr>
        <p:sp>
          <p:nvSpPr>
            <p:cNvPr id="13613" name="Google Shape;13613;p87"/>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4" name="Google Shape;13614;p87"/>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5" name="Google Shape;13615;p87"/>
          <p:cNvGrpSpPr/>
          <p:nvPr/>
        </p:nvGrpSpPr>
        <p:grpSpPr>
          <a:xfrm>
            <a:off x="6219124" y="2902788"/>
            <a:ext cx="318231" cy="355470"/>
            <a:chOff x="6219124" y="2902788"/>
            <a:chExt cx="318231" cy="355470"/>
          </a:xfrm>
        </p:grpSpPr>
        <p:sp>
          <p:nvSpPr>
            <p:cNvPr id="13616" name="Google Shape;13616;p87"/>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87"/>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87"/>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9" name="Google Shape;13619;p87"/>
          <p:cNvGrpSpPr/>
          <p:nvPr/>
        </p:nvGrpSpPr>
        <p:grpSpPr>
          <a:xfrm>
            <a:off x="4969421" y="2902852"/>
            <a:ext cx="185109" cy="355406"/>
            <a:chOff x="4969421" y="2902852"/>
            <a:chExt cx="185109" cy="355406"/>
          </a:xfrm>
        </p:grpSpPr>
        <p:sp>
          <p:nvSpPr>
            <p:cNvPr id="13620" name="Google Shape;13620;p87"/>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87"/>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87"/>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87"/>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87"/>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87"/>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26" name="Google Shape;13626;p87"/>
          <p:cNvSpPr/>
          <p:nvPr/>
        </p:nvSpPr>
        <p:spPr>
          <a:xfrm>
            <a:off x="7574555" y="2903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87"/>
          <p:cNvSpPr/>
          <p:nvPr/>
        </p:nvSpPr>
        <p:spPr>
          <a:xfrm>
            <a:off x="7121800" y="2902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28" name="Google Shape;13628;p87"/>
          <p:cNvGrpSpPr/>
          <p:nvPr/>
        </p:nvGrpSpPr>
        <p:grpSpPr>
          <a:xfrm>
            <a:off x="6685259" y="2902852"/>
            <a:ext cx="311414" cy="355406"/>
            <a:chOff x="6685259" y="2902852"/>
            <a:chExt cx="311414" cy="355406"/>
          </a:xfrm>
        </p:grpSpPr>
        <p:sp>
          <p:nvSpPr>
            <p:cNvPr id="13629" name="Google Shape;13629;p87"/>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87"/>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87"/>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32" name="Google Shape;13632;p87"/>
          <p:cNvGrpSpPr/>
          <p:nvPr/>
        </p:nvGrpSpPr>
        <p:grpSpPr>
          <a:xfrm>
            <a:off x="5309250" y="2903170"/>
            <a:ext cx="359579" cy="355852"/>
            <a:chOff x="5309250" y="2903170"/>
            <a:chExt cx="359579" cy="355852"/>
          </a:xfrm>
        </p:grpSpPr>
        <p:sp>
          <p:nvSpPr>
            <p:cNvPr id="13633" name="Google Shape;13633;p87"/>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87"/>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87"/>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36" name="Google Shape;13636;p87"/>
          <p:cNvGrpSpPr/>
          <p:nvPr/>
        </p:nvGrpSpPr>
        <p:grpSpPr>
          <a:xfrm>
            <a:off x="2199565" y="2421172"/>
            <a:ext cx="312179" cy="353431"/>
            <a:chOff x="2199565" y="2421172"/>
            <a:chExt cx="312179" cy="353431"/>
          </a:xfrm>
        </p:grpSpPr>
        <p:sp>
          <p:nvSpPr>
            <p:cNvPr id="13637" name="Google Shape;13637;p87"/>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87"/>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39" name="Google Shape;13639;p87"/>
          <p:cNvGrpSpPr/>
          <p:nvPr/>
        </p:nvGrpSpPr>
        <p:grpSpPr>
          <a:xfrm>
            <a:off x="1750887" y="2425727"/>
            <a:ext cx="320143" cy="343269"/>
            <a:chOff x="1750887" y="2425727"/>
            <a:chExt cx="320143" cy="343269"/>
          </a:xfrm>
        </p:grpSpPr>
        <p:sp>
          <p:nvSpPr>
            <p:cNvPr id="13640" name="Google Shape;13640;p87"/>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87"/>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2" name="Google Shape;13642;p87"/>
          <p:cNvGrpSpPr/>
          <p:nvPr/>
        </p:nvGrpSpPr>
        <p:grpSpPr>
          <a:xfrm>
            <a:off x="1298037" y="2425727"/>
            <a:ext cx="338364" cy="342887"/>
            <a:chOff x="1298037" y="2425727"/>
            <a:chExt cx="338364" cy="342887"/>
          </a:xfrm>
        </p:grpSpPr>
        <p:sp>
          <p:nvSpPr>
            <p:cNvPr id="13643" name="Google Shape;13643;p87"/>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87"/>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87"/>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87"/>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47" name="Google Shape;13647;p87"/>
          <p:cNvSpPr/>
          <p:nvPr/>
        </p:nvSpPr>
        <p:spPr>
          <a:xfrm>
            <a:off x="848977" y="2418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48" name="Google Shape;13648;p87"/>
          <p:cNvGrpSpPr/>
          <p:nvPr/>
        </p:nvGrpSpPr>
        <p:grpSpPr>
          <a:xfrm>
            <a:off x="3974207" y="2429009"/>
            <a:ext cx="320143" cy="338491"/>
            <a:chOff x="3974207" y="2429009"/>
            <a:chExt cx="320143" cy="338491"/>
          </a:xfrm>
        </p:grpSpPr>
        <p:sp>
          <p:nvSpPr>
            <p:cNvPr id="13649" name="Google Shape;13649;p87"/>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87"/>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1" name="Google Shape;13651;p87"/>
          <p:cNvGrpSpPr/>
          <p:nvPr/>
        </p:nvGrpSpPr>
        <p:grpSpPr>
          <a:xfrm>
            <a:off x="2623237" y="2431047"/>
            <a:ext cx="355024" cy="332630"/>
            <a:chOff x="2623237" y="2431047"/>
            <a:chExt cx="355024" cy="332630"/>
          </a:xfrm>
        </p:grpSpPr>
        <p:sp>
          <p:nvSpPr>
            <p:cNvPr id="13652" name="Google Shape;13652;p87"/>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87"/>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87"/>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87"/>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6" name="Google Shape;13656;p87"/>
          <p:cNvGrpSpPr/>
          <p:nvPr/>
        </p:nvGrpSpPr>
        <p:grpSpPr>
          <a:xfrm>
            <a:off x="6657194" y="2434073"/>
            <a:ext cx="375507" cy="367925"/>
            <a:chOff x="6657194" y="2434073"/>
            <a:chExt cx="375507" cy="367925"/>
          </a:xfrm>
        </p:grpSpPr>
        <p:sp>
          <p:nvSpPr>
            <p:cNvPr id="13657" name="Google Shape;13657;p87"/>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87"/>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87"/>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0" name="Google Shape;13660;p87"/>
          <p:cNvGrpSpPr/>
          <p:nvPr/>
        </p:nvGrpSpPr>
        <p:grpSpPr>
          <a:xfrm>
            <a:off x="7101317" y="2441655"/>
            <a:ext cx="367925" cy="352380"/>
            <a:chOff x="7101317" y="2441655"/>
            <a:chExt cx="367925" cy="352380"/>
          </a:xfrm>
        </p:grpSpPr>
        <p:sp>
          <p:nvSpPr>
            <p:cNvPr id="13661" name="Google Shape;13661;p87"/>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87"/>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3" name="Google Shape;13663;p87"/>
          <p:cNvGrpSpPr/>
          <p:nvPr/>
        </p:nvGrpSpPr>
        <p:grpSpPr>
          <a:xfrm>
            <a:off x="5756399" y="2434456"/>
            <a:ext cx="367925" cy="367161"/>
            <a:chOff x="5756399" y="2434456"/>
            <a:chExt cx="367925" cy="367161"/>
          </a:xfrm>
        </p:grpSpPr>
        <p:sp>
          <p:nvSpPr>
            <p:cNvPr id="13664" name="Google Shape;13664;p87"/>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87"/>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87"/>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87"/>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87"/>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9" name="Google Shape;13669;p87"/>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0" name="Google Shape;13670;p87"/>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71" name="Google Shape;13671;p87"/>
          <p:cNvSpPr/>
          <p:nvPr/>
        </p:nvSpPr>
        <p:spPr>
          <a:xfrm>
            <a:off x="5304695" y="2434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87"/>
          <p:cNvSpPr/>
          <p:nvPr/>
        </p:nvSpPr>
        <p:spPr>
          <a:xfrm>
            <a:off x="7542031" y="2445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73" name="Google Shape;13673;p87"/>
          <p:cNvGrpSpPr/>
          <p:nvPr/>
        </p:nvGrpSpPr>
        <p:grpSpPr>
          <a:xfrm>
            <a:off x="7964906" y="2434073"/>
            <a:ext cx="373627" cy="367925"/>
            <a:chOff x="7964906" y="2434073"/>
            <a:chExt cx="373627" cy="367925"/>
          </a:xfrm>
        </p:grpSpPr>
        <p:sp>
          <p:nvSpPr>
            <p:cNvPr id="13674" name="Google Shape;13674;p87"/>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87"/>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76" name="Google Shape;13676;p87"/>
          <p:cNvGrpSpPr/>
          <p:nvPr/>
        </p:nvGrpSpPr>
        <p:grpSpPr>
          <a:xfrm>
            <a:off x="6194086" y="2437737"/>
            <a:ext cx="369837" cy="360471"/>
            <a:chOff x="6194086" y="2437737"/>
            <a:chExt cx="369837" cy="360471"/>
          </a:xfrm>
        </p:grpSpPr>
        <p:sp>
          <p:nvSpPr>
            <p:cNvPr id="13677" name="Google Shape;13677;p87"/>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87"/>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682"/>
        <p:cNvGrpSpPr/>
        <p:nvPr/>
      </p:nvGrpSpPr>
      <p:grpSpPr>
        <a:xfrm>
          <a:off x="0" y="0"/>
          <a:ext cx="0" cy="0"/>
          <a:chOff x="0" y="0"/>
          <a:chExt cx="0" cy="0"/>
        </a:xfrm>
      </p:grpSpPr>
      <p:sp>
        <p:nvSpPr>
          <p:cNvPr id="13683" name="Google Shape;13683;p88"/>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3684" name="Google Shape;13684;p88"/>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3685" name="Google Shape;13685;p88"/>
          <p:cNvGrpSpPr/>
          <p:nvPr/>
        </p:nvGrpSpPr>
        <p:grpSpPr>
          <a:xfrm>
            <a:off x="3541011" y="1508594"/>
            <a:ext cx="350166" cy="349434"/>
            <a:chOff x="3541011" y="1508594"/>
            <a:chExt cx="350166" cy="349434"/>
          </a:xfrm>
        </p:grpSpPr>
        <p:sp>
          <p:nvSpPr>
            <p:cNvPr id="13686" name="Google Shape;13686;p88"/>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88"/>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88"/>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88"/>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88"/>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88"/>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88"/>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88"/>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88"/>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88"/>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88"/>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88"/>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88"/>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9" name="Google Shape;13699;p88"/>
          <p:cNvGrpSpPr/>
          <p:nvPr/>
        </p:nvGrpSpPr>
        <p:grpSpPr>
          <a:xfrm>
            <a:off x="3122257" y="1508594"/>
            <a:ext cx="294850" cy="349434"/>
            <a:chOff x="3122257" y="1508594"/>
            <a:chExt cx="294850" cy="349434"/>
          </a:xfrm>
        </p:grpSpPr>
        <p:sp>
          <p:nvSpPr>
            <p:cNvPr id="13700" name="Google Shape;13700;p88"/>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88"/>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88"/>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88"/>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88"/>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5" name="Google Shape;13705;p88"/>
          <p:cNvGrpSpPr/>
          <p:nvPr/>
        </p:nvGrpSpPr>
        <p:grpSpPr>
          <a:xfrm>
            <a:off x="910723" y="1508212"/>
            <a:ext cx="251660" cy="350166"/>
            <a:chOff x="910723" y="1508212"/>
            <a:chExt cx="251660" cy="350166"/>
          </a:xfrm>
        </p:grpSpPr>
        <p:sp>
          <p:nvSpPr>
            <p:cNvPr id="13706" name="Google Shape;13706;p88"/>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88"/>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88"/>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88"/>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88"/>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88"/>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88"/>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88"/>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88"/>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88"/>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88"/>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88"/>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88"/>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88"/>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88"/>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88"/>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88"/>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3" name="Google Shape;13723;p88"/>
          <p:cNvGrpSpPr/>
          <p:nvPr/>
        </p:nvGrpSpPr>
        <p:grpSpPr>
          <a:xfrm>
            <a:off x="1308631" y="1507830"/>
            <a:ext cx="350166" cy="350198"/>
            <a:chOff x="1308631" y="1507830"/>
            <a:chExt cx="350166" cy="350198"/>
          </a:xfrm>
        </p:grpSpPr>
        <p:sp>
          <p:nvSpPr>
            <p:cNvPr id="13724" name="Google Shape;13724;p88"/>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88"/>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88"/>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88"/>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8" name="Google Shape;13728;p88"/>
          <p:cNvGrpSpPr/>
          <p:nvPr/>
        </p:nvGrpSpPr>
        <p:grpSpPr>
          <a:xfrm>
            <a:off x="1756921" y="1509739"/>
            <a:ext cx="345997" cy="345997"/>
            <a:chOff x="1756921" y="1509739"/>
            <a:chExt cx="345997" cy="345997"/>
          </a:xfrm>
        </p:grpSpPr>
        <p:sp>
          <p:nvSpPr>
            <p:cNvPr id="13729" name="Google Shape;13729;p88"/>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88"/>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88"/>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88"/>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88"/>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88"/>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88"/>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88"/>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88"/>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88"/>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88"/>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88"/>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88"/>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88"/>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88"/>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88"/>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88"/>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6" name="Google Shape;13746;p88"/>
          <p:cNvGrpSpPr/>
          <p:nvPr/>
        </p:nvGrpSpPr>
        <p:grpSpPr>
          <a:xfrm>
            <a:off x="2216956" y="1510503"/>
            <a:ext cx="318721" cy="345615"/>
            <a:chOff x="2216956" y="1510503"/>
            <a:chExt cx="318721" cy="345615"/>
          </a:xfrm>
        </p:grpSpPr>
        <p:sp>
          <p:nvSpPr>
            <p:cNvPr id="13747" name="Google Shape;13747;p88"/>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88"/>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88"/>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88"/>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88"/>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2" name="Google Shape;13752;p88"/>
          <p:cNvGrpSpPr/>
          <p:nvPr/>
        </p:nvGrpSpPr>
        <p:grpSpPr>
          <a:xfrm>
            <a:off x="3988156" y="1568461"/>
            <a:ext cx="349052" cy="230049"/>
            <a:chOff x="3988156" y="1568461"/>
            <a:chExt cx="349052" cy="230049"/>
          </a:xfrm>
        </p:grpSpPr>
        <p:sp>
          <p:nvSpPr>
            <p:cNvPr id="13753" name="Google Shape;13753;p88"/>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88"/>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88"/>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88"/>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88"/>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88"/>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88"/>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0" name="Google Shape;13760;p88"/>
          <p:cNvGrpSpPr/>
          <p:nvPr/>
        </p:nvGrpSpPr>
        <p:grpSpPr>
          <a:xfrm>
            <a:off x="2633037" y="1499873"/>
            <a:ext cx="379002" cy="366112"/>
            <a:chOff x="2633037" y="1499873"/>
            <a:chExt cx="379002" cy="366112"/>
          </a:xfrm>
        </p:grpSpPr>
        <p:sp>
          <p:nvSpPr>
            <p:cNvPr id="13761" name="Google Shape;13761;p88"/>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88"/>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88"/>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88"/>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88"/>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88"/>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7" name="Google Shape;13767;p88"/>
          <p:cNvGrpSpPr/>
          <p:nvPr/>
        </p:nvGrpSpPr>
        <p:grpSpPr>
          <a:xfrm>
            <a:off x="6675256" y="1516169"/>
            <a:ext cx="327823" cy="357009"/>
            <a:chOff x="6675256" y="1516169"/>
            <a:chExt cx="327823" cy="357009"/>
          </a:xfrm>
        </p:grpSpPr>
        <p:sp>
          <p:nvSpPr>
            <p:cNvPr id="13768" name="Google Shape;13768;p88"/>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88"/>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88"/>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88"/>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88"/>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88"/>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88"/>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88"/>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88"/>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7" name="Google Shape;13777;p88"/>
          <p:cNvGrpSpPr/>
          <p:nvPr/>
        </p:nvGrpSpPr>
        <p:grpSpPr>
          <a:xfrm>
            <a:off x="8020159" y="1516551"/>
            <a:ext cx="300897" cy="356627"/>
            <a:chOff x="8020159" y="1516551"/>
            <a:chExt cx="300897" cy="356627"/>
          </a:xfrm>
        </p:grpSpPr>
        <p:sp>
          <p:nvSpPr>
            <p:cNvPr id="13778" name="Google Shape;13778;p88"/>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88"/>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88"/>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88"/>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88"/>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3" name="Google Shape;13783;p88"/>
          <p:cNvGrpSpPr/>
          <p:nvPr/>
        </p:nvGrpSpPr>
        <p:grpSpPr>
          <a:xfrm>
            <a:off x="5377363" y="1516169"/>
            <a:ext cx="257357" cy="356627"/>
            <a:chOff x="5377363" y="1516169"/>
            <a:chExt cx="257357" cy="356627"/>
          </a:xfrm>
        </p:grpSpPr>
        <p:sp>
          <p:nvSpPr>
            <p:cNvPr id="13784" name="Google Shape;13784;p88"/>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88"/>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88"/>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88"/>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88"/>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88"/>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88"/>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88"/>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88"/>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88"/>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88"/>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88"/>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88"/>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88"/>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88"/>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88"/>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88"/>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1" name="Google Shape;13801;p88"/>
          <p:cNvGrpSpPr/>
          <p:nvPr/>
        </p:nvGrpSpPr>
        <p:grpSpPr>
          <a:xfrm>
            <a:off x="4880567" y="1535870"/>
            <a:ext cx="356245" cy="317607"/>
            <a:chOff x="4880567" y="1535870"/>
            <a:chExt cx="356245" cy="317607"/>
          </a:xfrm>
        </p:grpSpPr>
        <p:sp>
          <p:nvSpPr>
            <p:cNvPr id="13802" name="Google Shape;13802;p88"/>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88"/>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88"/>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88"/>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88"/>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7" name="Google Shape;13807;p88"/>
          <p:cNvGrpSpPr/>
          <p:nvPr/>
        </p:nvGrpSpPr>
        <p:grpSpPr>
          <a:xfrm>
            <a:off x="5771483" y="1515787"/>
            <a:ext cx="357359" cy="357391"/>
            <a:chOff x="5771483" y="1515787"/>
            <a:chExt cx="357359" cy="357391"/>
          </a:xfrm>
        </p:grpSpPr>
        <p:sp>
          <p:nvSpPr>
            <p:cNvPr id="13808" name="Google Shape;13808;p88"/>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88"/>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88"/>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88"/>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2" name="Google Shape;13812;p88"/>
          <p:cNvGrpSpPr/>
          <p:nvPr/>
        </p:nvGrpSpPr>
        <p:grpSpPr>
          <a:xfrm>
            <a:off x="7121669" y="1533610"/>
            <a:ext cx="321362" cy="321362"/>
            <a:chOff x="7121669" y="1533610"/>
            <a:chExt cx="321362" cy="321362"/>
          </a:xfrm>
        </p:grpSpPr>
        <p:sp>
          <p:nvSpPr>
            <p:cNvPr id="13813" name="Google Shape;13813;p88"/>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88"/>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88"/>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88"/>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7" name="Google Shape;13817;p88"/>
          <p:cNvGrpSpPr/>
          <p:nvPr/>
        </p:nvGrpSpPr>
        <p:grpSpPr>
          <a:xfrm>
            <a:off x="7562766" y="1514864"/>
            <a:ext cx="327059" cy="360192"/>
            <a:chOff x="7562766" y="1514864"/>
            <a:chExt cx="327059" cy="360192"/>
          </a:xfrm>
        </p:grpSpPr>
        <p:sp>
          <p:nvSpPr>
            <p:cNvPr id="13818" name="Google Shape;13818;p88"/>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88"/>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88"/>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88"/>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2" name="Google Shape;13822;p88"/>
          <p:cNvGrpSpPr/>
          <p:nvPr/>
        </p:nvGrpSpPr>
        <p:grpSpPr>
          <a:xfrm>
            <a:off x="6221229" y="1498673"/>
            <a:ext cx="361636" cy="362183"/>
            <a:chOff x="6259175" y="1559008"/>
            <a:chExt cx="271743" cy="272093"/>
          </a:xfrm>
        </p:grpSpPr>
        <p:sp>
          <p:nvSpPr>
            <p:cNvPr id="13823" name="Google Shape;13823;p88"/>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88"/>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5" name="Google Shape;13825;p88"/>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88"/>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88"/>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88"/>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88"/>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88"/>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88"/>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88"/>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88"/>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88"/>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88"/>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88"/>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88"/>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8" name="Google Shape;13838;p88"/>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88"/>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0" name="Google Shape;13840;p88"/>
          <p:cNvGrpSpPr/>
          <p:nvPr/>
        </p:nvGrpSpPr>
        <p:grpSpPr>
          <a:xfrm>
            <a:off x="2661459" y="2015001"/>
            <a:ext cx="322508" cy="273494"/>
            <a:chOff x="2661459" y="2015001"/>
            <a:chExt cx="322508" cy="273494"/>
          </a:xfrm>
        </p:grpSpPr>
        <p:sp>
          <p:nvSpPr>
            <p:cNvPr id="13841" name="Google Shape;13841;p88"/>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88"/>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3" name="Google Shape;13843;p88"/>
          <p:cNvGrpSpPr/>
          <p:nvPr/>
        </p:nvGrpSpPr>
        <p:grpSpPr>
          <a:xfrm>
            <a:off x="6671087" y="2009304"/>
            <a:ext cx="332757" cy="281833"/>
            <a:chOff x="6671087" y="2009304"/>
            <a:chExt cx="332757" cy="281833"/>
          </a:xfrm>
        </p:grpSpPr>
        <p:sp>
          <p:nvSpPr>
            <p:cNvPr id="13844" name="Google Shape;13844;p88"/>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88"/>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46" name="Google Shape;13846;p88"/>
          <p:cNvSpPr/>
          <p:nvPr/>
        </p:nvSpPr>
        <p:spPr>
          <a:xfrm>
            <a:off x="1745940" y="196713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47" name="Google Shape;13847;p88"/>
          <p:cNvGrpSpPr/>
          <p:nvPr/>
        </p:nvGrpSpPr>
        <p:grpSpPr>
          <a:xfrm>
            <a:off x="2201806" y="1976585"/>
            <a:ext cx="349784" cy="349434"/>
            <a:chOff x="2201806" y="1976585"/>
            <a:chExt cx="349784" cy="349434"/>
          </a:xfrm>
        </p:grpSpPr>
        <p:sp>
          <p:nvSpPr>
            <p:cNvPr id="13848" name="Google Shape;13848;p88"/>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88"/>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88"/>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1" name="Google Shape;13851;p88"/>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2" name="Google Shape;13852;p88"/>
          <p:cNvGrpSpPr/>
          <p:nvPr/>
        </p:nvGrpSpPr>
        <p:grpSpPr>
          <a:xfrm>
            <a:off x="3094217" y="1976585"/>
            <a:ext cx="350198" cy="350548"/>
            <a:chOff x="3094217" y="1976585"/>
            <a:chExt cx="350198" cy="350548"/>
          </a:xfrm>
        </p:grpSpPr>
        <p:sp>
          <p:nvSpPr>
            <p:cNvPr id="13853" name="Google Shape;13853;p88"/>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88"/>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88"/>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88"/>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88"/>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88"/>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88"/>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88"/>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88"/>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88"/>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88"/>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88"/>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88"/>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6" name="Google Shape;13866;p88"/>
          <p:cNvGrpSpPr/>
          <p:nvPr/>
        </p:nvGrpSpPr>
        <p:grpSpPr>
          <a:xfrm>
            <a:off x="870939" y="1975821"/>
            <a:ext cx="332375" cy="350071"/>
            <a:chOff x="870939" y="1975821"/>
            <a:chExt cx="332375" cy="350071"/>
          </a:xfrm>
        </p:grpSpPr>
        <p:sp>
          <p:nvSpPr>
            <p:cNvPr id="13867" name="Google Shape;13867;p88"/>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88"/>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9" name="Google Shape;13869;p88"/>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0" name="Google Shape;13870;p88"/>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71" name="Google Shape;13871;p88"/>
          <p:cNvSpPr/>
          <p:nvPr/>
        </p:nvSpPr>
        <p:spPr>
          <a:xfrm>
            <a:off x="1276039" y="196181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72" name="Google Shape;13872;p88"/>
          <p:cNvGrpSpPr/>
          <p:nvPr/>
        </p:nvGrpSpPr>
        <p:grpSpPr>
          <a:xfrm>
            <a:off x="3979435" y="1976585"/>
            <a:ext cx="345265" cy="349848"/>
            <a:chOff x="3979435" y="1976585"/>
            <a:chExt cx="345265" cy="349848"/>
          </a:xfrm>
        </p:grpSpPr>
        <p:sp>
          <p:nvSpPr>
            <p:cNvPr id="13873" name="Google Shape;13873;p88"/>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88"/>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88"/>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88"/>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88"/>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88"/>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88"/>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88"/>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88"/>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88"/>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88"/>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88"/>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88"/>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88"/>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88"/>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88"/>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88"/>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0" name="Google Shape;13890;p88"/>
          <p:cNvGrpSpPr/>
          <p:nvPr/>
        </p:nvGrpSpPr>
        <p:grpSpPr>
          <a:xfrm>
            <a:off x="3576626" y="1975821"/>
            <a:ext cx="284251" cy="351694"/>
            <a:chOff x="3576626" y="1975821"/>
            <a:chExt cx="284251" cy="351694"/>
          </a:xfrm>
        </p:grpSpPr>
        <p:sp>
          <p:nvSpPr>
            <p:cNvPr id="13891" name="Google Shape;13891;p88"/>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88"/>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88"/>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4" name="Google Shape;13894;p88"/>
          <p:cNvGrpSpPr/>
          <p:nvPr/>
        </p:nvGrpSpPr>
        <p:grpSpPr>
          <a:xfrm>
            <a:off x="2722090" y="2890162"/>
            <a:ext cx="238770" cy="371841"/>
            <a:chOff x="2722090" y="2890162"/>
            <a:chExt cx="238770" cy="371841"/>
          </a:xfrm>
        </p:grpSpPr>
        <p:sp>
          <p:nvSpPr>
            <p:cNvPr id="13895" name="Google Shape;13895;p88"/>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88"/>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88"/>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98" name="Google Shape;13898;p88"/>
          <p:cNvSpPr/>
          <p:nvPr/>
        </p:nvSpPr>
        <p:spPr>
          <a:xfrm>
            <a:off x="5775652" y="196939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99" name="Google Shape;13899;p88"/>
          <p:cNvGrpSpPr/>
          <p:nvPr/>
        </p:nvGrpSpPr>
        <p:grpSpPr>
          <a:xfrm>
            <a:off x="6216367" y="1970156"/>
            <a:ext cx="361147" cy="361147"/>
            <a:chOff x="6216367" y="1970156"/>
            <a:chExt cx="361147" cy="361147"/>
          </a:xfrm>
        </p:grpSpPr>
        <p:sp>
          <p:nvSpPr>
            <p:cNvPr id="13900" name="Google Shape;13900;p88"/>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88"/>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88"/>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3" name="Google Shape;13903;p88"/>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4" name="Google Shape;13904;p88"/>
          <p:cNvGrpSpPr/>
          <p:nvPr/>
        </p:nvGrpSpPr>
        <p:grpSpPr>
          <a:xfrm>
            <a:off x="1289311" y="2926222"/>
            <a:ext cx="408156" cy="299783"/>
            <a:chOff x="1289311" y="2926222"/>
            <a:chExt cx="408156" cy="299783"/>
          </a:xfrm>
        </p:grpSpPr>
        <p:sp>
          <p:nvSpPr>
            <p:cNvPr id="13905" name="Google Shape;13905;p88"/>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88"/>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7" name="Google Shape;13907;p88"/>
          <p:cNvGrpSpPr/>
          <p:nvPr/>
        </p:nvGrpSpPr>
        <p:grpSpPr>
          <a:xfrm>
            <a:off x="7978465" y="1969392"/>
            <a:ext cx="361147" cy="360797"/>
            <a:chOff x="7978465" y="1969392"/>
            <a:chExt cx="361147" cy="360797"/>
          </a:xfrm>
        </p:grpSpPr>
        <p:sp>
          <p:nvSpPr>
            <p:cNvPr id="13908" name="Google Shape;13908;p88"/>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88"/>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88"/>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88"/>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88"/>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3" name="Google Shape;13913;p88"/>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88"/>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88"/>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88"/>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7" name="Google Shape;13917;p88"/>
          <p:cNvSpPr/>
          <p:nvPr/>
        </p:nvSpPr>
        <p:spPr>
          <a:xfrm>
            <a:off x="2206357" y="289060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18" name="Google Shape;13918;p88"/>
          <p:cNvGrpSpPr/>
          <p:nvPr/>
        </p:nvGrpSpPr>
        <p:grpSpPr>
          <a:xfrm>
            <a:off x="854261" y="2908813"/>
            <a:ext cx="377474" cy="335748"/>
            <a:chOff x="854261" y="2908813"/>
            <a:chExt cx="377474" cy="335748"/>
          </a:xfrm>
        </p:grpSpPr>
        <p:sp>
          <p:nvSpPr>
            <p:cNvPr id="13919" name="Google Shape;13919;p88"/>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88"/>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88"/>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88"/>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88"/>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4" name="Google Shape;13924;p88"/>
          <p:cNvGrpSpPr/>
          <p:nvPr/>
        </p:nvGrpSpPr>
        <p:grpSpPr>
          <a:xfrm>
            <a:off x="1749728" y="2894777"/>
            <a:ext cx="386927" cy="363438"/>
            <a:chOff x="1749728" y="2894777"/>
            <a:chExt cx="386927" cy="363438"/>
          </a:xfrm>
        </p:grpSpPr>
        <p:sp>
          <p:nvSpPr>
            <p:cNvPr id="13925" name="Google Shape;13925;p88"/>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88"/>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88"/>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88"/>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88"/>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0" name="Google Shape;13930;p88"/>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88"/>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2" name="Google Shape;13932;p88"/>
          <p:cNvGrpSpPr/>
          <p:nvPr/>
        </p:nvGrpSpPr>
        <p:grpSpPr>
          <a:xfrm>
            <a:off x="7098912" y="1969392"/>
            <a:ext cx="359651" cy="361560"/>
            <a:chOff x="7098912" y="1969392"/>
            <a:chExt cx="359651" cy="361560"/>
          </a:xfrm>
        </p:grpSpPr>
        <p:sp>
          <p:nvSpPr>
            <p:cNvPr id="13933" name="Google Shape;13933;p88"/>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88"/>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88"/>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88"/>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88"/>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88"/>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88"/>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88"/>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88"/>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88"/>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88"/>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88"/>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88"/>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46" name="Google Shape;13946;p88"/>
          <p:cNvSpPr/>
          <p:nvPr/>
        </p:nvSpPr>
        <p:spPr>
          <a:xfrm>
            <a:off x="3094217" y="289515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47" name="Google Shape;13947;p88"/>
          <p:cNvGrpSpPr/>
          <p:nvPr/>
        </p:nvGrpSpPr>
        <p:grpSpPr>
          <a:xfrm>
            <a:off x="5352728" y="1990239"/>
            <a:ext cx="327091" cy="322508"/>
            <a:chOff x="5352728" y="1990239"/>
            <a:chExt cx="327091" cy="322508"/>
          </a:xfrm>
        </p:grpSpPr>
        <p:sp>
          <p:nvSpPr>
            <p:cNvPr id="13948" name="Google Shape;13948;p88"/>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88"/>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88"/>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1" name="Google Shape;13951;p88"/>
          <p:cNvGrpSpPr/>
          <p:nvPr/>
        </p:nvGrpSpPr>
        <p:grpSpPr>
          <a:xfrm>
            <a:off x="7538896" y="1970156"/>
            <a:ext cx="361147" cy="361529"/>
            <a:chOff x="7538896" y="1970156"/>
            <a:chExt cx="361147" cy="361529"/>
          </a:xfrm>
        </p:grpSpPr>
        <p:sp>
          <p:nvSpPr>
            <p:cNvPr id="13952" name="Google Shape;13952;p88"/>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88"/>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88"/>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88"/>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6" name="Google Shape;13956;p88"/>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88"/>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8" name="Google Shape;13958;p88"/>
          <p:cNvGrpSpPr/>
          <p:nvPr/>
        </p:nvGrpSpPr>
        <p:grpSpPr>
          <a:xfrm>
            <a:off x="4896099" y="1970920"/>
            <a:ext cx="358155" cy="358123"/>
            <a:chOff x="4896099" y="1970920"/>
            <a:chExt cx="358155" cy="358123"/>
          </a:xfrm>
        </p:grpSpPr>
        <p:sp>
          <p:nvSpPr>
            <p:cNvPr id="13959" name="Google Shape;13959;p88"/>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88"/>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88"/>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2" name="Google Shape;13962;p88"/>
          <p:cNvGrpSpPr/>
          <p:nvPr/>
        </p:nvGrpSpPr>
        <p:grpSpPr>
          <a:xfrm>
            <a:off x="4048787" y="2977019"/>
            <a:ext cx="283488" cy="198604"/>
            <a:chOff x="4048787" y="2977019"/>
            <a:chExt cx="283488" cy="198604"/>
          </a:xfrm>
        </p:grpSpPr>
        <p:sp>
          <p:nvSpPr>
            <p:cNvPr id="13963" name="Google Shape;13963;p88"/>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88"/>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88"/>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88"/>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88"/>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88"/>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9" name="Google Shape;13969;p88"/>
          <p:cNvGrpSpPr/>
          <p:nvPr/>
        </p:nvGrpSpPr>
        <p:grpSpPr>
          <a:xfrm>
            <a:off x="4054103" y="2430191"/>
            <a:ext cx="218687" cy="349052"/>
            <a:chOff x="4054103" y="2430191"/>
            <a:chExt cx="218687" cy="349052"/>
          </a:xfrm>
        </p:grpSpPr>
        <p:sp>
          <p:nvSpPr>
            <p:cNvPr id="13970" name="Google Shape;13970;p88"/>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88"/>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72" name="Google Shape;13972;p88"/>
          <p:cNvGrpSpPr/>
          <p:nvPr/>
        </p:nvGrpSpPr>
        <p:grpSpPr>
          <a:xfrm>
            <a:off x="2185128" y="2427549"/>
            <a:ext cx="382758" cy="356595"/>
            <a:chOff x="2185128" y="2427549"/>
            <a:chExt cx="382758" cy="356595"/>
          </a:xfrm>
        </p:grpSpPr>
        <p:sp>
          <p:nvSpPr>
            <p:cNvPr id="13973" name="Google Shape;13973;p88"/>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88"/>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88"/>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88"/>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77" name="Google Shape;13977;p88"/>
          <p:cNvGrpSpPr/>
          <p:nvPr/>
        </p:nvGrpSpPr>
        <p:grpSpPr>
          <a:xfrm>
            <a:off x="3539102" y="2427549"/>
            <a:ext cx="355099" cy="355481"/>
            <a:chOff x="3539102" y="2427549"/>
            <a:chExt cx="355099" cy="355481"/>
          </a:xfrm>
        </p:grpSpPr>
        <p:sp>
          <p:nvSpPr>
            <p:cNvPr id="13978" name="Google Shape;13978;p88"/>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88"/>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0" name="Google Shape;13980;p88"/>
          <p:cNvGrpSpPr/>
          <p:nvPr/>
        </p:nvGrpSpPr>
        <p:grpSpPr>
          <a:xfrm>
            <a:off x="2656907" y="2439293"/>
            <a:ext cx="332757" cy="332343"/>
            <a:chOff x="2656907" y="2439293"/>
            <a:chExt cx="332757" cy="332343"/>
          </a:xfrm>
        </p:grpSpPr>
        <p:sp>
          <p:nvSpPr>
            <p:cNvPr id="13981" name="Google Shape;13981;p88"/>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88"/>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88"/>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88"/>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88"/>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88"/>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88"/>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8" name="Google Shape;13988;p88"/>
          <p:cNvGrpSpPr/>
          <p:nvPr/>
        </p:nvGrpSpPr>
        <p:grpSpPr>
          <a:xfrm>
            <a:off x="1731523" y="2422616"/>
            <a:ext cx="399435" cy="365698"/>
            <a:chOff x="1731523" y="2422616"/>
            <a:chExt cx="399435" cy="365698"/>
          </a:xfrm>
        </p:grpSpPr>
        <p:sp>
          <p:nvSpPr>
            <p:cNvPr id="13989" name="Google Shape;13989;p88"/>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88"/>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88"/>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2" name="Google Shape;13992;p88"/>
          <p:cNvGrpSpPr/>
          <p:nvPr/>
        </p:nvGrpSpPr>
        <p:grpSpPr>
          <a:xfrm>
            <a:off x="3097241" y="2433564"/>
            <a:ext cx="344883" cy="343387"/>
            <a:chOff x="3097241" y="2433564"/>
            <a:chExt cx="344883" cy="343387"/>
          </a:xfrm>
        </p:grpSpPr>
        <p:sp>
          <p:nvSpPr>
            <p:cNvPr id="13993" name="Google Shape;13993;p88"/>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88"/>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88"/>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88"/>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88"/>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88"/>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88"/>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88"/>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88"/>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2" name="Google Shape;14002;p88"/>
          <p:cNvGrpSpPr/>
          <p:nvPr/>
        </p:nvGrpSpPr>
        <p:grpSpPr>
          <a:xfrm>
            <a:off x="1278299" y="2439293"/>
            <a:ext cx="410829" cy="332343"/>
            <a:chOff x="1278299" y="2439293"/>
            <a:chExt cx="410829" cy="332343"/>
          </a:xfrm>
        </p:grpSpPr>
        <p:sp>
          <p:nvSpPr>
            <p:cNvPr id="14003" name="Google Shape;14003;p88"/>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88"/>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88"/>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88"/>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88"/>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88"/>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88"/>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88"/>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1" name="Google Shape;14011;p88"/>
          <p:cNvGrpSpPr/>
          <p:nvPr/>
        </p:nvGrpSpPr>
        <p:grpSpPr>
          <a:xfrm>
            <a:off x="870939" y="2439293"/>
            <a:ext cx="331993" cy="331993"/>
            <a:chOff x="870939" y="2439293"/>
            <a:chExt cx="331993" cy="331993"/>
          </a:xfrm>
        </p:grpSpPr>
        <p:sp>
          <p:nvSpPr>
            <p:cNvPr id="14012" name="Google Shape;14012;p88"/>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88"/>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88"/>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88"/>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88"/>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88"/>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88"/>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88"/>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88"/>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88"/>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88"/>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88"/>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88"/>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88"/>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88"/>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88"/>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8" name="Google Shape;14028;p88"/>
          <p:cNvGrpSpPr/>
          <p:nvPr/>
        </p:nvGrpSpPr>
        <p:grpSpPr>
          <a:xfrm>
            <a:off x="6644957" y="2456353"/>
            <a:ext cx="371395" cy="278904"/>
            <a:chOff x="6644957" y="2456353"/>
            <a:chExt cx="371395" cy="278904"/>
          </a:xfrm>
        </p:grpSpPr>
        <p:sp>
          <p:nvSpPr>
            <p:cNvPr id="14029" name="Google Shape;14029;p88"/>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88"/>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88"/>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88"/>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88"/>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4" name="Google Shape;14034;p88"/>
          <p:cNvGrpSpPr/>
          <p:nvPr/>
        </p:nvGrpSpPr>
        <p:grpSpPr>
          <a:xfrm>
            <a:off x="5388757" y="2414659"/>
            <a:ext cx="260349" cy="362292"/>
            <a:chOff x="5388757" y="2414659"/>
            <a:chExt cx="260349" cy="362292"/>
          </a:xfrm>
        </p:grpSpPr>
        <p:sp>
          <p:nvSpPr>
            <p:cNvPr id="14035" name="Google Shape;14035;p88"/>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88"/>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88"/>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88"/>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88"/>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88"/>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88"/>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88"/>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88"/>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88"/>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88"/>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88"/>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88"/>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88"/>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88"/>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88"/>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88"/>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88"/>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88"/>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88"/>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5" name="Google Shape;14055;p88"/>
          <p:cNvGrpSpPr/>
          <p:nvPr/>
        </p:nvGrpSpPr>
        <p:grpSpPr>
          <a:xfrm>
            <a:off x="3567142" y="2905757"/>
            <a:ext cx="348288" cy="340331"/>
            <a:chOff x="3567142" y="2905757"/>
            <a:chExt cx="348288" cy="340331"/>
          </a:xfrm>
        </p:grpSpPr>
        <p:sp>
          <p:nvSpPr>
            <p:cNvPr id="14056" name="Google Shape;14056;p88"/>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88"/>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88"/>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88"/>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88"/>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1" name="Google Shape;14061;p88"/>
          <p:cNvGrpSpPr/>
          <p:nvPr/>
        </p:nvGrpSpPr>
        <p:grpSpPr>
          <a:xfrm>
            <a:off x="7967103" y="2415041"/>
            <a:ext cx="355863" cy="361911"/>
            <a:chOff x="7967103" y="2415041"/>
            <a:chExt cx="355863" cy="361911"/>
          </a:xfrm>
        </p:grpSpPr>
        <p:sp>
          <p:nvSpPr>
            <p:cNvPr id="14062" name="Google Shape;14062;p88"/>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88"/>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88"/>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5" name="Google Shape;14065;p88"/>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88"/>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88"/>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88"/>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88"/>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88"/>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88"/>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88"/>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3" name="Google Shape;14073;p88"/>
          <p:cNvGrpSpPr/>
          <p:nvPr/>
        </p:nvGrpSpPr>
        <p:grpSpPr>
          <a:xfrm>
            <a:off x="7529411" y="2414659"/>
            <a:ext cx="355863" cy="362292"/>
            <a:chOff x="7529411" y="2414659"/>
            <a:chExt cx="355863" cy="362292"/>
          </a:xfrm>
        </p:grpSpPr>
        <p:sp>
          <p:nvSpPr>
            <p:cNvPr id="14074" name="Google Shape;14074;p88"/>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88"/>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88"/>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88"/>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88"/>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88"/>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88"/>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88"/>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88"/>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88"/>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88"/>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5" name="Google Shape;14085;p88"/>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6" name="Google Shape;14086;p88"/>
          <p:cNvGrpSpPr/>
          <p:nvPr/>
        </p:nvGrpSpPr>
        <p:grpSpPr>
          <a:xfrm>
            <a:off x="5733194" y="2431718"/>
            <a:ext cx="446826" cy="327059"/>
            <a:chOff x="5733194" y="2431718"/>
            <a:chExt cx="446826" cy="327059"/>
          </a:xfrm>
        </p:grpSpPr>
        <p:sp>
          <p:nvSpPr>
            <p:cNvPr id="14087" name="Google Shape;14087;p88"/>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88"/>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88"/>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0" name="Google Shape;14090;p88"/>
          <p:cNvGrpSpPr/>
          <p:nvPr/>
        </p:nvGrpSpPr>
        <p:grpSpPr>
          <a:xfrm>
            <a:off x="4876780" y="2418064"/>
            <a:ext cx="407774" cy="356627"/>
            <a:chOff x="4876780" y="2418064"/>
            <a:chExt cx="407774" cy="356627"/>
          </a:xfrm>
        </p:grpSpPr>
        <p:sp>
          <p:nvSpPr>
            <p:cNvPr id="14091" name="Google Shape;14091;p88"/>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88"/>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88"/>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88"/>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88"/>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88"/>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88"/>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88"/>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9" name="Google Shape;14099;p88"/>
          <p:cNvGrpSpPr/>
          <p:nvPr/>
        </p:nvGrpSpPr>
        <p:grpSpPr>
          <a:xfrm>
            <a:off x="7070872" y="2410871"/>
            <a:ext cx="398321" cy="371013"/>
            <a:chOff x="7070872" y="2410871"/>
            <a:chExt cx="398321" cy="371013"/>
          </a:xfrm>
        </p:grpSpPr>
        <p:sp>
          <p:nvSpPr>
            <p:cNvPr id="14100" name="Google Shape;14100;p88"/>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88"/>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88"/>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88"/>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04" name="Google Shape;14104;p88"/>
          <p:cNvSpPr/>
          <p:nvPr/>
        </p:nvSpPr>
        <p:spPr>
          <a:xfrm>
            <a:off x="6238328" y="243359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05" name="Google Shape;14105;p88"/>
          <p:cNvGrpSpPr/>
          <p:nvPr/>
        </p:nvGrpSpPr>
        <p:grpSpPr>
          <a:xfrm>
            <a:off x="5318259" y="2982111"/>
            <a:ext cx="371013" cy="220787"/>
            <a:chOff x="5318259" y="2982111"/>
            <a:chExt cx="371013" cy="220787"/>
          </a:xfrm>
        </p:grpSpPr>
        <p:sp>
          <p:nvSpPr>
            <p:cNvPr id="14106" name="Google Shape;14106;p88"/>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88"/>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8" name="Google Shape;14108;p88"/>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9" name="Google Shape;14109;p88"/>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0" name="Google Shape;14110;p88"/>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1" name="Google Shape;14111;p88"/>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88"/>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88"/>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4" name="Google Shape;14114;p88"/>
          <p:cNvGrpSpPr/>
          <p:nvPr/>
        </p:nvGrpSpPr>
        <p:grpSpPr>
          <a:xfrm>
            <a:off x="7073928" y="2905757"/>
            <a:ext cx="371395" cy="371809"/>
            <a:chOff x="7073928" y="2905757"/>
            <a:chExt cx="371395" cy="371809"/>
          </a:xfrm>
        </p:grpSpPr>
        <p:sp>
          <p:nvSpPr>
            <p:cNvPr id="14115" name="Google Shape;14115;p88"/>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88"/>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88"/>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8" name="Google Shape;14118;p88"/>
          <p:cNvGrpSpPr/>
          <p:nvPr/>
        </p:nvGrpSpPr>
        <p:grpSpPr>
          <a:xfrm>
            <a:off x="6188327" y="2955408"/>
            <a:ext cx="371395" cy="272857"/>
            <a:chOff x="6188327" y="2955408"/>
            <a:chExt cx="371395" cy="272857"/>
          </a:xfrm>
        </p:grpSpPr>
        <p:sp>
          <p:nvSpPr>
            <p:cNvPr id="14119" name="Google Shape;14119;p88"/>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88"/>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1" name="Google Shape;14121;p88"/>
          <p:cNvGrpSpPr/>
          <p:nvPr/>
        </p:nvGrpSpPr>
        <p:grpSpPr>
          <a:xfrm>
            <a:off x="7521454" y="2906139"/>
            <a:ext cx="359651" cy="371013"/>
            <a:chOff x="7521454" y="2906139"/>
            <a:chExt cx="359651" cy="371013"/>
          </a:xfrm>
        </p:grpSpPr>
        <p:sp>
          <p:nvSpPr>
            <p:cNvPr id="14122" name="Google Shape;14122;p88"/>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88"/>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88"/>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88"/>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6" name="Google Shape;14126;p88"/>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7" name="Google Shape;14127;p88"/>
          <p:cNvGrpSpPr/>
          <p:nvPr/>
        </p:nvGrpSpPr>
        <p:grpSpPr>
          <a:xfrm>
            <a:off x="5782845" y="2906521"/>
            <a:ext cx="301661" cy="371013"/>
            <a:chOff x="5782845" y="2906521"/>
            <a:chExt cx="301661" cy="371013"/>
          </a:xfrm>
        </p:grpSpPr>
        <p:sp>
          <p:nvSpPr>
            <p:cNvPr id="14128" name="Google Shape;14128;p88"/>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9" name="Google Shape;14129;p88"/>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0" name="Google Shape;14130;p88"/>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1" name="Google Shape;14131;p88"/>
          <p:cNvGrpSpPr/>
          <p:nvPr/>
        </p:nvGrpSpPr>
        <p:grpSpPr>
          <a:xfrm>
            <a:off x="6630539" y="2917502"/>
            <a:ext cx="371777" cy="349434"/>
            <a:chOff x="6630539" y="2917502"/>
            <a:chExt cx="371777" cy="349434"/>
          </a:xfrm>
        </p:grpSpPr>
        <p:sp>
          <p:nvSpPr>
            <p:cNvPr id="14132" name="Google Shape;14132;p88"/>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88"/>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88"/>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88"/>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88"/>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88"/>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88"/>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9" name="Google Shape;14139;p88"/>
          <p:cNvGrpSpPr/>
          <p:nvPr/>
        </p:nvGrpSpPr>
        <p:grpSpPr>
          <a:xfrm>
            <a:off x="2171474" y="3369229"/>
            <a:ext cx="408156" cy="343737"/>
            <a:chOff x="2171474" y="3369229"/>
            <a:chExt cx="408156" cy="343737"/>
          </a:xfrm>
        </p:grpSpPr>
        <p:sp>
          <p:nvSpPr>
            <p:cNvPr id="14140" name="Google Shape;14140;p88"/>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88"/>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88"/>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88"/>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4" name="Google Shape;14144;p88"/>
          <p:cNvGrpSpPr/>
          <p:nvPr/>
        </p:nvGrpSpPr>
        <p:grpSpPr>
          <a:xfrm>
            <a:off x="4891198" y="2925108"/>
            <a:ext cx="334634" cy="334634"/>
            <a:chOff x="4891198" y="2925108"/>
            <a:chExt cx="334634" cy="334634"/>
          </a:xfrm>
        </p:grpSpPr>
        <p:sp>
          <p:nvSpPr>
            <p:cNvPr id="14145" name="Google Shape;14145;p88"/>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88"/>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88"/>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88"/>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88"/>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88"/>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88"/>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88"/>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3" name="Google Shape;14153;p88"/>
          <p:cNvGrpSpPr/>
          <p:nvPr/>
        </p:nvGrpSpPr>
        <p:grpSpPr>
          <a:xfrm>
            <a:off x="7976174" y="2925108"/>
            <a:ext cx="334666" cy="334634"/>
            <a:chOff x="7976174" y="2925108"/>
            <a:chExt cx="334666" cy="334634"/>
          </a:xfrm>
        </p:grpSpPr>
        <p:sp>
          <p:nvSpPr>
            <p:cNvPr id="14154" name="Google Shape;14154;p88"/>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88"/>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88"/>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88"/>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88"/>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88"/>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88"/>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88"/>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88"/>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3" name="Google Shape;14163;p88"/>
          <p:cNvGrpSpPr/>
          <p:nvPr/>
        </p:nvGrpSpPr>
        <p:grpSpPr>
          <a:xfrm>
            <a:off x="3091957" y="3374131"/>
            <a:ext cx="354717" cy="332757"/>
            <a:chOff x="3091957" y="3374131"/>
            <a:chExt cx="354717" cy="332757"/>
          </a:xfrm>
        </p:grpSpPr>
        <p:sp>
          <p:nvSpPr>
            <p:cNvPr id="14164" name="Google Shape;14164;p88"/>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88"/>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88"/>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88"/>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88"/>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88"/>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0" name="Google Shape;14170;p88"/>
          <p:cNvGrpSpPr/>
          <p:nvPr/>
        </p:nvGrpSpPr>
        <p:grpSpPr>
          <a:xfrm>
            <a:off x="3988156" y="3380210"/>
            <a:ext cx="353954" cy="318880"/>
            <a:chOff x="3988156" y="3380210"/>
            <a:chExt cx="353954" cy="318880"/>
          </a:xfrm>
        </p:grpSpPr>
        <p:sp>
          <p:nvSpPr>
            <p:cNvPr id="14171" name="Google Shape;14171;p88"/>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88"/>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3" name="Google Shape;14173;p88"/>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4" name="Google Shape;14174;p88"/>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88"/>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6" name="Google Shape;14176;p88"/>
          <p:cNvGrpSpPr/>
          <p:nvPr/>
        </p:nvGrpSpPr>
        <p:grpSpPr>
          <a:xfrm>
            <a:off x="3541011" y="3367320"/>
            <a:ext cx="348257" cy="346188"/>
            <a:chOff x="3541011" y="3367320"/>
            <a:chExt cx="348257" cy="346188"/>
          </a:xfrm>
        </p:grpSpPr>
        <p:sp>
          <p:nvSpPr>
            <p:cNvPr id="14177" name="Google Shape;14177;p88"/>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88"/>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88"/>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88"/>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1" name="Google Shape;14181;p88"/>
          <p:cNvGrpSpPr/>
          <p:nvPr/>
        </p:nvGrpSpPr>
        <p:grpSpPr>
          <a:xfrm>
            <a:off x="850092" y="3352934"/>
            <a:ext cx="369517" cy="375660"/>
            <a:chOff x="850092" y="3352934"/>
            <a:chExt cx="369517" cy="375660"/>
          </a:xfrm>
        </p:grpSpPr>
        <p:sp>
          <p:nvSpPr>
            <p:cNvPr id="14182" name="Google Shape;14182;p88"/>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88"/>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88"/>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88"/>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88"/>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88"/>
          <p:cNvGrpSpPr/>
          <p:nvPr/>
        </p:nvGrpSpPr>
        <p:grpSpPr>
          <a:xfrm>
            <a:off x="1314678" y="3358217"/>
            <a:ext cx="334666" cy="365348"/>
            <a:chOff x="1314678" y="3358217"/>
            <a:chExt cx="334666" cy="365348"/>
          </a:xfrm>
        </p:grpSpPr>
        <p:sp>
          <p:nvSpPr>
            <p:cNvPr id="14188" name="Google Shape;14188;p88"/>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88"/>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88"/>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88"/>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88"/>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3" name="Google Shape;14193;p88"/>
          <p:cNvGrpSpPr/>
          <p:nvPr/>
        </p:nvGrpSpPr>
        <p:grpSpPr>
          <a:xfrm>
            <a:off x="1748582" y="3372635"/>
            <a:ext cx="359269" cy="335780"/>
            <a:chOff x="1748582" y="3372635"/>
            <a:chExt cx="359269" cy="335780"/>
          </a:xfrm>
        </p:grpSpPr>
        <p:sp>
          <p:nvSpPr>
            <p:cNvPr id="14194" name="Google Shape;14194;p88"/>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95" name="Google Shape;14195;p88"/>
            <p:cNvGrpSpPr/>
            <p:nvPr/>
          </p:nvGrpSpPr>
          <p:grpSpPr>
            <a:xfrm>
              <a:off x="1748582" y="3372635"/>
              <a:ext cx="333520" cy="335780"/>
              <a:chOff x="1748582" y="3372635"/>
              <a:chExt cx="333520" cy="335780"/>
            </a:xfrm>
          </p:grpSpPr>
          <p:sp>
            <p:nvSpPr>
              <p:cNvPr id="14196" name="Google Shape;14196;p88"/>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88"/>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88"/>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199" name="Google Shape;14199;p88"/>
          <p:cNvGrpSpPr/>
          <p:nvPr/>
        </p:nvGrpSpPr>
        <p:grpSpPr>
          <a:xfrm>
            <a:off x="2640993" y="3357835"/>
            <a:ext cx="365348" cy="364966"/>
            <a:chOff x="2640993" y="3357835"/>
            <a:chExt cx="365348" cy="364966"/>
          </a:xfrm>
        </p:grpSpPr>
        <p:sp>
          <p:nvSpPr>
            <p:cNvPr id="14200" name="Google Shape;14200;p88"/>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88"/>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88"/>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88"/>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88"/>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88"/>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88"/>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88"/>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88"/>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88"/>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0" name="Google Shape;14210;p88"/>
          <p:cNvGrpSpPr/>
          <p:nvPr/>
        </p:nvGrpSpPr>
        <p:grpSpPr>
          <a:xfrm>
            <a:off x="4886264" y="3366174"/>
            <a:ext cx="350548" cy="350198"/>
            <a:chOff x="4886264" y="3366174"/>
            <a:chExt cx="350548" cy="350198"/>
          </a:xfrm>
        </p:grpSpPr>
        <p:sp>
          <p:nvSpPr>
            <p:cNvPr id="14211" name="Google Shape;14211;p88"/>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88"/>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88"/>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88"/>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88"/>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88"/>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88"/>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88"/>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9" name="Google Shape;14219;p88"/>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0" name="Google Shape;14220;p88"/>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88"/>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88"/>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88"/>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4" name="Google Shape;14224;p88"/>
          <p:cNvGrpSpPr/>
          <p:nvPr/>
        </p:nvGrpSpPr>
        <p:grpSpPr>
          <a:xfrm>
            <a:off x="5331913" y="3413947"/>
            <a:ext cx="347143" cy="254684"/>
            <a:chOff x="5331913" y="3413947"/>
            <a:chExt cx="347143" cy="254684"/>
          </a:xfrm>
        </p:grpSpPr>
        <p:sp>
          <p:nvSpPr>
            <p:cNvPr id="14225" name="Google Shape;14225;p88"/>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88"/>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88"/>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88"/>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88"/>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88"/>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1" name="Google Shape;14231;p88"/>
          <p:cNvGrpSpPr/>
          <p:nvPr/>
        </p:nvGrpSpPr>
        <p:grpSpPr>
          <a:xfrm>
            <a:off x="5776798" y="3409778"/>
            <a:ext cx="346379" cy="264518"/>
            <a:chOff x="5776798" y="3409778"/>
            <a:chExt cx="346379" cy="264518"/>
          </a:xfrm>
        </p:grpSpPr>
        <p:sp>
          <p:nvSpPr>
            <p:cNvPr id="14232" name="Google Shape;14232;p88"/>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88"/>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88"/>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88"/>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88"/>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88"/>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8" name="Google Shape;14238;p88"/>
          <p:cNvGrpSpPr/>
          <p:nvPr/>
        </p:nvGrpSpPr>
        <p:grpSpPr>
          <a:xfrm>
            <a:off x="7108015" y="3396505"/>
            <a:ext cx="344883" cy="290299"/>
            <a:chOff x="7108015" y="3396505"/>
            <a:chExt cx="344883" cy="290299"/>
          </a:xfrm>
        </p:grpSpPr>
        <p:sp>
          <p:nvSpPr>
            <p:cNvPr id="14239" name="Google Shape;14239;p88"/>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88"/>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88"/>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88"/>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3" name="Google Shape;14243;p88"/>
          <p:cNvGrpSpPr/>
          <p:nvPr/>
        </p:nvGrpSpPr>
        <p:grpSpPr>
          <a:xfrm>
            <a:off x="7551754" y="3390808"/>
            <a:ext cx="344883" cy="301311"/>
            <a:chOff x="7551754" y="3390808"/>
            <a:chExt cx="344883" cy="301311"/>
          </a:xfrm>
        </p:grpSpPr>
        <p:sp>
          <p:nvSpPr>
            <p:cNvPr id="14244" name="Google Shape;14244;p88"/>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88"/>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88"/>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88"/>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8" name="Google Shape;14248;p88"/>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9" name="Google Shape;14249;p88"/>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88"/>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88"/>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88"/>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88"/>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88"/>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5" name="Google Shape;14255;p88"/>
          <p:cNvGrpSpPr/>
          <p:nvPr/>
        </p:nvGrpSpPr>
        <p:grpSpPr>
          <a:xfrm>
            <a:off x="6707084" y="3387403"/>
            <a:ext cx="261145" cy="308504"/>
            <a:chOff x="6707084" y="3387403"/>
            <a:chExt cx="261145" cy="308504"/>
          </a:xfrm>
        </p:grpSpPr>
        <p:sp>
          <p:nvSpPr>
            <p:cNvPr id="14256" name="Google Shape;14256;p88"/>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88"/>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88"/>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88"/>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0" name="Google Shape;14260;p88"/>
          <p:cNvGrpSpPr/>
          <p:nvPr/>
        </p:nvGrpSpPr>
        <p:grpSpPr>
          <a:xfrm>
            <a:off x="848978" y="4297637"/>
            <a:ext cx="377824" cy="324418"/>
            <a:chOff x="848978" y="4297637"/>
            <a:chExt cx="377824" cy="324418"/>
          </a:xfrm>
        </p:grpSpPr>
        <p:sp>
          <p:nvSpPr>
            <p:cNvPr id="14261" name="Google Shape;14261;p88"/>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88"/>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3" name="Google Shape;14263;p88"/>
          <p:cNvGrpSpPr/>
          <p:nvPr/>
        </p:nvGrpSpPr>
        <p:grpSpPr>
          <a:xfrm>
            <a:off x="1754279" y="4286593"/>
            <a:ext cx="351439" cy="345965"/>
            <a:chOff x="1754279" y="4286593"/>
            <a:chExt cx="351439" cy="345965"/>
          </a:xfrm>
        </p:grpSpPr>
        <p:sp>
          <p:nvSpPr>
            <p:cNvPr id="14264" name="Google Shape;14264;p88"/>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88"/>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88"/>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88"/>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88"/>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9" name="Google Shape;14269;p88"/>
          <p:cNvGrpSpPr/>
          <p:nvPr/>
        </p:nvGrpSpPr>
        <p:grpSpPr>
          <a:xfrm>
            <a:off x="3996113" y="4291176"/>
            <a:ext cx="336512" cy="335048"/>
            <a:chOff x="3996113" y="4291176"/>
            <a:chExt cx="336512" cy="335048"/>
          </a:xfrm>
        </p:grpSpPr>
        <p:sp>
          <p:nvSpPr>
            <p:cNvPr id="14270" name="Google Shape;14270;p88"/>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88"/>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88"/>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73" name="Google Shape;14273;p88"/>
          <p:cNvSpPr/>
          <p:nvPr/>
        </p:nvSpPr>
        <p:spPr>
          <a:xfrm>
            <a:off x="1331737" y="430737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74" name="Google Shape;14274;p88"/>
          <p:cNvGrpSpPr/>
          <p:nvPr/>
        </p:nvGrpSpPr>
        <p:grpSpPr>
          <a:xfrm>
            <a:off x="2179081" y="4285511"/>
            <a:ext cx="397525" cy="348670"/>
            <a:chOff x="2179081" y="4285511"/>
            <a:chExt cx="397525" cy="348670"/>
          </a:xfrm>
        </p:grpSpPr>
        <p:sp>
          <p:nvSpPr>
            <p:cNvPr id="14275" name="Google Shape;14275;p88"/>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88"/>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7" name="Google Shape;14277;p88"/>
          <p:cNvGrpSpPr/>
          <p:nvPr/>
        </p:nvGrpSpPr>
        <p:grpSpPr>
          <a:xfrm>
            <a:off x="3584201" y="4294996"/>
            <a:ext cx="267574" cy="329415"/>
            <a:chOff x="3584201" y="4294996"/>
            <a:chExt cx="267574" cy="329415"/>
          </a:xfrm>
        </p:grpSpPr>
        <p:sp>
          <p:nvSpPr>
            <p:cNvPr id="14278" name="Google Shape;14278;p88"/>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88"/>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88"/>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88"/>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2" name="Google Shape;14282;p88"/>
          <p:cNvGrpSpPr/>
          <p:nvPr/>
        </p:nvGrpSpPr>
        <p:grpSpPr>
          <a:xfrm>
            <a:off x="3082855" y="4295728"/>
            <a:ext cx="375946" cy="327823"/>
            <a:chOff x="3082855" y="4295728"/>
            <a:chExt cx="375946" cy="327823"/>
          </a:xfrm>
        </p:grpSpPr>
        <p:sp>
          <p:nvSpPr>
            <p:cNvPr id="14283" name="Google Shape;14283;p88"/>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88"/>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88"/>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88"/>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7" name="Google Shape;14287;p88"/>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88"/>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88"/>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88"/>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88"/>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88"/>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88"/>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4" name="Google Shape;14294;p88"/>
          <p:cNvGrpSpPr/>
          <p:nvPr/>
        </p:nvGrpSpPr>
        <p:grpSpPr>
          <a:xfrm>
            <a:off x="2749016" y="4291176"/>
            <a:ext cx="150831" cy="336926"/>
            <a:chOff x="2749016" y="4291176"/>
            <a:chExt cx="150831" cy="336926"/>
          </a:xfrm>
        </p:grpSpPr>
        <p:sp>
          <p:nvSpPr>
            <p:cNvPr id="14295" name="Google Shape;14295;p88"/>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88"/>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88"/>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88"/>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9" name="Google Shape;14299;p88"/>
          <p:cNvGrpSpPr/>
          <p:nvPr/>
        </p:nvGrpSpPr>
        <p:grpSpPr>
          <a:xfrm>
            <a:off x="7127716" y="4279432"/>
            <a:ext cx="248254" cy="361942"/>
            <a:chOff x="7127716" y="4279432"/>
            <a:chExt cx="248254" cy="361942"/>
          </a:xfrm>
        </p:grpSpPr>
        <p:sp>
          <p:nvSpPr>
            <p:cNvPr id="14300" name="Google Shape;14300;p88"/>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88"/>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88"/>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88"/>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88"/>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88"/>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88"/>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88"/>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88"/>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9" name="Google Shape;14309;p88"/>
          <p:cNvGrpSpPr/>
          <p:nvPr/>
        </p:nvGrpSpPr>
        <p:grpSpPr>
          <a:xfrm>
            <a:off x="7565408" y="4279432"/>
            <a:ext cx="248255" cy="361942"/>
            <a:chOff x="7565408" y="4279432"/>
            <a:chExt cx="248255" cy="361942"/>
          </a:xfrm>
        </p:grpSpPr>
        <p:sp>
          <p:nvSpPr>
            <p:cNvPr id="14310" name="Google Shape;14310;p88"/>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88"/>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88"/>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88"/>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88"/>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88"/>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88"/>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88"/>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8" name="Google Shape;14318;p88"/>
          <p:cNvGrpSpPr/>
          <p:nvPr/>
        </p:nvGrpSpPr>
        <p:grpSpPr>
          <a:xfrm>
            <a:off x="6264109" y="4279432"/>
            <a:ext cx="225498" cy="361560"/>
            <a:chOff x="6264109" y="4279432"/>
            <a:chExt cx="225498" cy="361560"/>
          </a:xfrm>
        </p:grpSpPr>
        <p:sp>
          <p:nvSpPr>
            <p:cNvPr id="14319" name="Google Shape;14319;p88"/>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88"/>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1" name="Google Shape;14321;p88"/>
          <p:cNvGrpSpPr/>
          <p:nvPr/>
        </p:nvGrpSpPr>
        <p:grpSpPr>
          <a:xfrm>
            <a:off x="7929578" y="4284365"/>
            <a:ext cx="395266" cy="351312"/>
            <a:chOff x="7929578" y="4284365"/>
            <a:chExt cx="395266" cy="351312"/>
          </a:xfrm>
        </p:grpSpPr>
        <p:sp>
          <p:nvSpPr>
            <p:cNvPr id="14322" name="Google Shape;14322;p88"/>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88"/>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88"/>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88"/>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6" name="Google Shape;14326;p88"/>
          <p:cNvGrpSpPr/>
          <p:nvPr/>
        </p:nvGrpSpPr>
        <p:grpSpPr>
          <a:xfrm>
            <a:off x="6595502" y="4323777"/>
            <a:ext cx="426315" cy="332826"/>
            <a:chOff x="6639652" y="4323777"/>
            <a:chExt cx="426315" cy="332826"/>
          </a:xfrm>
        </p:grpSpPr>
        <p:sp>
          <p:nvSpPr>
            <p:cNvPr id="14327" name="Google Shape;14327;p88"/>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88"/>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88"/>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88"/>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88"/>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2" name="Google Shape;14332;p88"/>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88"/>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88"/>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88"/>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88"/>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7" name="Google Shape;14337;p88"/>
          <p:cNvGrpSpPr/>
          <p:nvPr/>
        </p:nvGrpSpPr>
        <p:grpSpPr>
          <a:xfrm>
            <a:off x="5357662" y="4297637"/>
            <a:ext cx="287275" cy="326296"/>
            <a:chOff x="5357662" y="4297637"/>
            <a:chExt cx="287275" cy="326296"/>
          </a:xfrm>
        </p:grpSpPr>
        <p:sp>
          <p:nvSpPr>
            <p:cNvPr id="14338" name="Google Shape;14338;p88"/>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88"/>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88"/>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88"/>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88"/>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3" name="Google Shape;14343;p88"/>
          <p:cNvGrpSpPr/>
          <p:nvPr/>
        </p:nvGrpSpPr>
        <p:grpSpPr>
          <a:xfrm>
            <a:off x="5774124" y="4294550"/>
            <a:ext cx="331611" cy="331674"/>
            <a:chOff x="5774124" y="4294550"/>
            <a:chExt cx="331611" cy="331674"/>
          </a:xfrm>
        </p:grpSpPr>
        <p:sp>
          <p:nvSpPr>
            <p:cNvPr id="14344" name="Google Shape;14344;p88"/>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88"/>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6" name="Google Shape;14346;p88"/>
          <p:cNvGrpSpPr/>
          <p:nvPr/>
        </p:nvGrpSpPr>
        <p:grpSpPr>
          <a:xfrm>
            <a:off x="4890434" y="4287389"/>
            <a:ext cx="345997" cy="346029"/>
            <a:chOff x="4890434" y="4287389"/>
            <a:chExt cx="345997" cy="346029"/>
          </a:xfrm>
        </p:grpSpPr>
        <p:sp>
          <p:nvSpPr>
            <p:cNvPr id="14347" name="Google Shape;14347;p88"/>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88"/>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88"/>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88"/>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88"/>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88"/>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88"/>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4" name="Google Shape;14354;p88"/>
          <p:cNvGrpSpPr/>
          <p:nvPr/>
        </p:nvGrpSpPr>
        <p:grpSpPr>
          <a:xfrm>
            <a:off x="2165809" y="3811059"/>
            <a:ext cx="422542" cy="342973"/>
            <a:chOff x="2165809" y="3811059"/>
            <a:chExt cx="422542" cy="342973"/>
          </a:xfrm>
        </p:grpSpPr>
        <p:sp>
          <p:nvSpPr>
            <p:cNvPr id="14355" name="Google Shape;14355;p88"/>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88"/>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88"/>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88"/>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88"/>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88"/>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88"/>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88"/>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88"/>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88"/>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88"/>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88"/>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88"/>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88"/>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9" name="Google Shape;14369;p88"/>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88"/>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88"/>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88"/>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73" name="Google Shape;14373;p88"/>
          <p:cNvSpPr/>
          <p:nvPr/>
        </p:nvSpPr>
        <p:spPr>
          <a:xfrm>
            <a:off x="6217513" y="339765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74" name="Google Shape;14374;p88"/>
          <p:cNvGrpSpPr/>
          <p:nvPr/>
        </p:nvGrpSpPr>
        <p:grpSpPr>
          <a:xfrm>
            <a:off x="903530" y="3806125"/>
            <a:ext cx="264550" cy="353222"/>
            <a:chOff x="903530" y="3806125"/>
            <a:chExt cx="264550" cy="353222"/>
          </a:xfrm>
        </p:grpSpPr>
        <p:sp>
          <p:nvSpPr>
            <p:cNvPr id="14375" name="Google Shape;14375;p88"/>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88"/>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88"/>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88"/>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88"/>
          <p:cNvGrpSpPr/>
          <p:nvPr/>
        </p:nvGrpSpPr>
        <p:grpSpPr>
          <a:xfrm>
            <a:off x="2611458" y="3816374"/>
            <a:ext cx="426329" cy="332375"/>
            <a:chOff x="2611458" y="3816374"/>
            <a:chExt cx="426329" cy="332375"/>
          </a:xfrm>
        </p:grpSpPr>
        <p:sp>
          <p:nvSpPr>
            <p:cNvPr id="14380" name="Google Shape;14380;p88"/>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88"/>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88"/>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88"/>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88"/>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88"/>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88"/>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88"/>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88"/>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88"/>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90" name="Google Shape;14390;p88"/>
          <p:cNvSpPr/>
          <p:nvPr/>
        </p:nvSpPr>
        <p:spPr>
          <a:xfrm>
            <a:off x="1752752" y="380386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91" name="Google Shape;14391;p88"/>
          <p:cNvGrpSpPr/>
          <p:nvPr/>
        </p:nvGrpSpPr>
        <p:grpSpPr>
          <a:xfrm>
            <a:off x="4019984" y="3805393"/>
            <a:ext cx="293704" cy="353954"/>
            <a:chOff x="4019984" y="3805393"/>
            <a:chExt cx="293704" cy="353954"/>
          </a:xfrm>
        </p:grpSpPr>
        <p:sp>
          <p:nvSpPr>
            <p:cNvPr id="14392" name="Google Shape;14392;p88"/>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88"/>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4" name="Google Shape;14394;p88"/>
          <p:cNvGrpSpPr/>
          <p:nvPr/>
        </p:nvGrpSpPr>
        <p:grpSpPr>
          <a:xfrm>
            <a:off x="8006505" y="3390044"/>
            <a:ext cx="323654" cy="303189"/>
            <a:chOff x="8006505" y="3390044"/>
            <a:chExt cx="323654" cy="303189"/>
          </a:xfrm>
        </p:grpSpPr>
        <p:sp>
          <p:nvSpPr>
            <p:cNvPr id="14395" name="Google Shape;14395;p88"/>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88"/>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88"/>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88"/>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88"/>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88"/>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1" name="Google Shape;14401;p88"/>
          <p:cNvGrpSpPr/>
          <p:nvPr/>
        </p:nvGrpSpPr>
        <p:grpSpPr>
          <a:xfrm>
            <a:off x="1299146" y="3806507"/>
            <a:ext cx="367990" cy="351312"/>
            <a:chOff x="1299146" y="3806507"/>
            <a:chExt cx="367990" cy="351312"/>
          </a:xfrm>
        </p:grpSpPr>
        <p:sp>
          <p:nvSpPr>
            <p:cNvPr id="14402" name="Google Shape;14402;p88"/>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88"/>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04" name="Google Shape;14404;p88"/>
          <p:cNvSpPr/>
          <p:nvPr/>
        </p:nvSpPr>
        <p:spPr>
          <a:xfrm>
            <a:off x="3524716" y="380418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05" name="Google Shape;14405;p88"/>
          <p:cNvGrpSpPr/>
          <p:nvPr/>
        </p:nvGrpSpPr>
        <p:grpSpPr>
          <a:xfrm>
            <a:off x="3095745" y="3805393"/>
            <a:ext cx="352840" cy="354717"/>
            <a:chOff x="3095745" y="3805393"/>
            <a:chExt cx="352840" cy="354717"/>
          </a:xfrm>
        </p:grpSpPr>
        <p:sp>
          <p:nvSpPr>
            <p:cNvPr id="14406" name="Google Shape;14406;p88"/>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88"/>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88"/>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88"/>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88"/>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88"/>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2" name="Google Shape;14412;p88"/>
          <p:cNvGrpSpPr/>
          <p:nvPr/>
        </p:nvGrpSpPr>
        <p:grpSpPr>
          <a:xfrm>
            <a:off x="7550258" y="3832670"/>
            <a:ext cx="371395" cy="301279"/>
            <a:chOff x="7550258" y="3832670"/>
            <a:chExt cx="371395" cy="301279"/>
          </a:xfrm>
        </p:grpSpPr>
        <p:sp>
          <p:nvSpPr>
            <p:cNvPr id="14413" name="Google Shape;14413;p88"/>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88"/>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88"/>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88"/>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88"/>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88"/>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88"/>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88"/>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88"/>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88"/>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88"/>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88"/>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88"/>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88"/>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88"/>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88"/>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88"/>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88"/>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31" name="Google Shape;14431;p88"/>
          <p:cNvSpPr/>
          <p:nvPr/>
        </p:nvSpPr>
        <p:spPr>
          <a:xfrm>
            <a:off x="7114476" y="380879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32" name="Google Shape;14432;p88"/>
          <p:cNvGrpSpPr/>
          <p:nvPr/>
        </p:nvGrpSpPr>
        <p:grpSpPr>
          <a:xfrm>
            <a:off x="6659725" y="3808035"/>
            <a:ext cx="367608" cy="350548"/>
            <a:chOff x="6659725" y="3808035"/>
            <a:chExt cx="367608" cy="350548"/>
          </a:xfrm>
        </p:grpSpPr>
        <p:sp>
          <p:nvSpPr>
            <p:cNvPr id="14433" name="Google Shape;14433;p88"/>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88"/>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5" name="Google Shape;14435;p88"/>
          <p:cNvGrpSpPr/>
          <p:nvPr/>
        </p:nvGrpSpPr>
        <p:grpSpPr>
          <a:xfrm>
            <a:off x="6219391" y="3816756"/>
            <a:ext cx="356627" cy="334252"/>
            <a:chOff x="6219391" y="3816756"/>
            <a:chExt cx="356627" cy="334252"/>
          </a:xfrm>
        </p:grpSpPr>
        <p:sp>
          <p:nvSpPr>
            <p:cNvPr id="14436" name="Google Shape;14436;p88"/>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88"/>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88"/>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88"/>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0" name="Google Shape;14440;p88"/>
          <p:cNvGrpSpPr/>
          <p:nvPr/>
        </p:nvGrpSpPr>
        <p:grpSpPr>
          <a:xfrm>
            <a:off x="5778676" y="3826972"/>
            <a:ext cx="349052" cy="313055"/>
            <a:chOff x="5778676" y="3826972"/>
            <a:chExt cx="349052" cy="313055"/>
          </a:xfrm>
        </p:grpSpPr>
        <p:sp>
          <p:nvSpPr>
            <p:cNvPr id="14441" name="Google Shape;14441;p88"/>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2" name="Google Shape;14442;p88"/>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88"/>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88"/>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88"/>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6" name="Google Shape;14446;p88"/>
          <p:cNvGrpSpPr/>
          <p:nvPr/>
        </p:nvGrpSpPr>
        <p:grpSpPr>
          <a:xfrm>
            <a:off x="5355784" y="3834547"/>
            <a:ext cx="299019" cy="297905"/>
            <a:chOff x="5355784" y="3834547"/>
            <a:chExt cx="299019" cy="297905"/>
          </a:xfrm>
        </p:grpSpPr>
        <p:sp>
          <p:nvSpPr>
            <p:cNvPr id="14447" name="Google Shape;14447;p88"/>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88"/>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88"/>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88"/>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1" name="Google Shape;14451;p88"/>
          <p:cNvGrpSpPr/>
          <p:nvPr/>
        </p:nvGrpSpPr>
        <p:grpSpPr>
          <a:xfrm>
            <a:off x="8036455" y="3807271"/>
            <a:ext cx="292176" cy="353985"/>
            <a:chOff x="8036455" y="3807271"/>
            <a:chExt cx="292176" cy="353985"/>
          </a:xfrm>
        </p:grpSpPr>
        <p:sp>
          <p:nvSpPr>
            <p:cNvPr id="14452" name="Google Shape;14452;p88"/>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88"/>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4" name="Google Shape;14454;p88"/>
          <p:cNvGrpSpPr/>
          <p:nvPr/>
        </p:nvGrpSpPr>
        <p:grpSpPr>
          <a:xfrm>
            <a:off x="4874902" y="3808799"/>
            <a:ext cx="345615" cy="350835"/>
            <a:chOff x="4874902" y="3808799"/>
            <a:chExt cx="345615" cy="350835"/>
          </a:xfrm>
        </p:grpSpPr>
        <p:sp>
          <p:nvSpPr>
            <p:cNvPr id="14455" name="Google Shape;14455;p88"/>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88"/>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88"/>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88"/>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88"/>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88"/>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88"/>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88"/>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88"/>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88"/>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88"/>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88"/>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88"/>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88"/>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88"/>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88"/>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88"/>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475"/>
        <p:cNvGrpSpPr/>
        <p:nvPr/>
      </p:nvGrpSpPr>
      <p:grpSpPr>
        <a:xfrm>
          <a:off x="0" y="0"/>
          <a:ext cx="0" cy="0"/>
          <a:chOff x="0" y="0"/>
          <a:chExt cx="0" cy="0"/>
        </a:xfrm>
      </p:grpSpPr>
      <p:sp>
        <p:nvSpPr>
          <p:cNvPr id="14476" name="Google Shape;14476;p89"/>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4477" name="Google Shape;14477;p89"/>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4478" name="Google Shape;14478;p89"/>
          <p:cNvGrpSpPr/>
          <p:nvPr/>
        </p:nvGrpSpPr>
        <p:grpSpPr>
          <a:xfrm>
            <a:off x="2704005" y="4258781"/>
            <a:ext cx="342144" cy="362704"/>
            <a:chOff x="2704005" y="4258781"/>
            <a:chExt cx="342144" cy="362704"/>
          </a:xfrm>
        </p:grpSpPr>
        <p:sp>
          <p:nvSpPr>
            <p:cNvPr id="14479" name="Google Shape;14479;p89"/>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89"/>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89"/>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89"/>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89"/>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89"/>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89"/>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6" name="Google Shape;14486;p89"/>
          <p:cNvGrpSpPr/>
          <p:nvPr/>
        </p:nvGrpSpPr>
        <p:grpSpPr>
          <a:xfrm>
            <a:off x="2157462" y="4258496"/>
            <a:ext cx="347435" cy="363370"/>
            <a:chOff x="2157462" y="4258496"/>
            <a:chExt cx="347435" cy="363370"/>
          </a:xfrm>
        </p:grpSpPr>
        <p:sp>
          <p:nvSpPr>
            <p:cNvPr id="14487" name="Google Shape;14487;p89"/>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89"/>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89"/>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0" name="Google Shape;14490;p89"/>
          <p:cNvGrpSpPr/>
          <p:nvPr/>
        </p:nvGrpSpPr>
        <p:grpSpPr>
          <a:xfrm>
            <a:off x="4010963" y="3763781"/>
            <a:ext cx="343665" cy="363211"/>
            <a:chOff x="4010963" y="3763781"/>
            <a:chExt cx="343665" cy="363211"/>
          </a:xfrm>
        </p:grpSpPr>
        <p:sp>
          <p:nvSpPr>
            <p:cNvPr id="14491" name="Google Shape;14491;p89"/>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89"/>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89"/>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4" name="Google Shape;14494;p89"/>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89"/>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6" name="Google Shape;14496;p89"/>
          <p:cNvGrpSpPr/>
          <p:nvPr/>
        </p:nvGrpSpPr>
        <p:grpSpPr>
          <a:xfrm>
            <a:off x="2214042" y="3810509"/>
            <a:ext cx="368153" cy="311193"/>
            <a:chOff x="2214042" y="3810509"/>
            <a:chExt cx="368153" cy="311193"/>
          </a:xfrm>
        </p:grpSpPr>
        <p:sp>
          <p:nvSpPr>
            <p:cNvPr id="14497" name="Google Shape;14497;p89"/>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89"/>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9" name="Google Shape;14499;p89"/>
          <p:cNvGrpSpPr/>
          <p:nvPr/>
        </p:nvGrpSpPr>
        <p:grpSpPr>
          <a:xfrm>
            <a:off x="1768938" y="3782219"/>
            <a:ext cx="367805" cy="367773"/>
            <a:chOff x="1768938" y="3782219"/>
            <a:chExt cx="367805" cy="367773"/>
          </a:xfrm>
        </p:grpSpPr>
        <p:sp>
          <p:nvSpPr>
            <p:cNvPr id="14500" name="Google Shape;14500;p89"/>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89"/>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2" name="Google Shape;14502;p89"/>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89"/>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89"/>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5" name="Google Shape;14505;p89"/>
          <p:cNvGrpSpPr/>
          <p:nvPr/>
        </p:nvGrpSpPr>
        <p:grpSpPr>
          <a:xfrm>
            <a:off x="2681385" y="3798439"/>
            <a:ext cx="325544" cy="327413"/>
            <a:chOff x="2681385" y="3798439"/>
            <a:chExt cx="325544" cy="327413"/>
          </a:xfrm>
        </p:grpSpPr>
        <p:sp>
          <p:nvSpPr>
            <p:cNvPr id="14506" name="Google Shape;14506;p89"/>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89"/>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89"/>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89"/>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89"/>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89"/>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89"/>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3" name="Google Shape;14513;p89"/>
          <p:cNvGrpSpPr/>
          <p:nvPr/>
        </p:nvGrpSpPr>
        <p:grpSpPr>
          <a:xfrm>
            <a:off x="6243928" y="4263502"/>
            <a:ext cx="274254" cy="350824"/>
            <a:chOff x="6243928" y="4263502"/>
            <a:chExt cx="274254" cy="350824"/>
          </a:xfrm>
        </p:grpSpPr>
        <p:sp>
          <p:nvSpPr>
            <p:cNvPr id="14514" name="Google Shape;14514;p89"/>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89"/>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6" name="Google Shape;14516;p89"/>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89"/>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89"/>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89"/>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89"/>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89"/>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2" name="Google Shape;14522;p89"/>
          <p:cNvGrpSpPr/>
          <p:nvPr/>
        </p:nvGrpSpPr>
        <p:grpSpPr>
          <a:xfrm>
            <a:off x="3560600" y="3763338"/>
            <a:ext cx="352345" cy="363655"/>
            <a:chOff x="3560600" y="3763338"/>
            <a:chExt cx="352345" cy="363655"/>
          </a:xfrm>
        </p:grpSpPr>
        <p:sp>
          <p:nvSpPr>
            <p:cNvPr id="14523" name="Google Shape;14523;p89"/>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89"/>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89"/>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6" name="Google Shape;14526;p89"/>
          <p:cNvGrpSpPr/>
          <p:nvPr/>
        </p:nvGrpSpPr>
        <p:grpSpPr>
          <a:xfrm>
            <a:off x="5790556" y="4261252"/>
            <a:ext cx="279513" cy="356083"/>
            <a:chOff x="5790556" y="4261252"/>
            <a:chExt cx="279513" cy="356083"/>
          </a:xfrm>
        </p:grpSpPr>
        <p:sp>
          <p:nvSpPr>
            <p:cNvPr id="14527" name="Google Shape;14527;p89"/>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89"/>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89"/>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89"/>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89"/>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89"/>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89"/>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4" name="Google Shape;14534;p89"/>
          <p:cNvGrpSpPr/>
          <p:nvPr/>
        </p:nvGrpSpPr>
        <p:grpSpPr>
          <a:xfrm>
            <a:off x="5341333" y="4261252"/>
            <a:ext cx="278752" cy="356463"/>
            <a:chOff x="5341333" y="4261252"/>
            <a:chExt cx="278752" cy="356463"/>
          </a:xfrm>
        </p:grpSpPr>
        <p:sp>
          <p:nvSpPr>
            <p:cNvPr id="14535" name="Google Shape;14535;p89"/>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89"/>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89"/>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89"/>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89"/>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89"/>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89"/>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42" name="Google Shape;14542;p89"/>
          <p:cNvSpPr/>
          <p:nvPr/>
        </p:nvSpPr>
        <p:spPr>
          <a:xfrm>
            <a:off x="1322345" y="38365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43" name="Google Shape;14543;p89"/>
          <p:cNvGrpSpPr/>
          <p:nvPr/>
        </p:nvGrpSpPr>
        <p:grpSpPr>
          <a:xfrm>
            <a:off x="3103646" y="3766076"/>
            <a:ext cx="360233" cy="362451"/>
            <a:chOff x="3107608" y="3763401"/>
            <a:chExt cx="360233" cy="362451"/>
          </a:xfrm>
        </p:grpSpPr>
        <p:sp>
          <p:nvSpPr>
            <p:cNvPr id="14544" name="Google Shape;14544;p89"/>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89"/>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89"/>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89"/>
          <p:cNvGrpSpPr/>
          <p:nvPr/>
        </p:nvGrpSpPr>
        <p:grpSpPr>
          <a:xfrm>
            <a:off x="889343" y="3801227"/>
            <a:ext cx="351585" cy="339705"/>
            <a:chOff x="889343" y="3801227"/>
            <a:chExt cx="351585" cy="339705"/>
          </a:xfrm>
        </p:grpSpPr>
        <p:sp>
          <p:nvSpPr>
            <p:cNvPr id="14548" name="Google Shape;14548;p89"/>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89"/>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89"/>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89"/>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2" name="Google Shape;14552;p89"/>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3" name="Google Shape;14553;p89"/>
          <p:cNvGrpSpPr/>
          <p:nvPr/>
        </p:nvGrpSpPr>
        <p:grpSpPr>
          <a:xfrm>
            <a:off x="4896609" y="4260872"/>
            <a:ext cx="278784" cy="355323"/>
            <a:chOff x="4896609" y="4260872"/>
            <a:chExt cx="278784" cy="355323"/>
          </a:xfrm>
        </p:grpSpPr>
        <p:sp>
          <p:nvSpPr>
            <p:cNvPr id="14554" name="Google Shape;14554;p89"/>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89"/>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89"/>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7" name="Google Shape;14557;p89"/>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89"/>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89"/>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0" name="Google Shape;14560;p89"/>
          <p:cNvGrpSpPr/>
          <p:nvPr/>
        </p:nvGrpSpPr>
        <p:grpSpPr>
          <a:xfrm>
            <a:off x="7598438" y="4266131"/>
            <a:ext cx="260283" cy="345914"/>
            <a:chOff x="7598438" y="4266131"/>
            <a:chExt cx="260283" cy="345914"/>
          </a:xfrm>
        </p:grpSpPr>
        <p:sp>
          <p:nvSpPr>
            <p:cNvPr id="14561" name="Google Shape;14561;p89"/>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89"/>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89"/>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89"/>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89"/>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89"/>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89"/>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8" name="Google Shape;14568;p89"/>
          <p:cNvGrpSpPr/>
          <p:nvPr/>
        </p:nvGrpSpPr>
        <p:grpSpPr>
          <a:xfrm>
            <a:off x="1767069" y="3360146"/>
            <a:ext cx="286324" cy="348163"/>
            <a:chOff x="1767069" y="3360146"/>
            <a:chExt cx="286324" cy="348163"/>
          </a:xfrm>
        </p:grpSpPr>
        <p:sp>
          <p:nvSpPr>
            <p:cNvPr id="14569" name="Google Shape;14569;p89"/>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89"/>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89"/>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89"/>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89"/>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89"/>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89"/>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76" name="Google Shape;14576;p89"/>
          <p:cNvGrpSpPr/>
          <p:nvPr/>
        </p:nvGrpSpPr>
        <p:grpSpPr>
          <a:xfrm>
            <a:off x="7149944" y="4266131"/>
            <a:ext cx="260283" cy="345914"/>
            <a:chOff x="7149944" y="4266131"/>
            <a:chExt cx="260283" cy="345914"/>
          </a:xfrm>
        </p:grpSpPr>
        <p:sp>
          <p:nvSpPr>
            <p:cNvPr id="14577" name="Google Shape;14577;p89"/>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89"/>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89"/>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89"/>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89"/>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89"/>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3" name="Google Shape;14583;p89"/>
          <p:cNvGrpSpPr/>
          <p:nvPr/>
        </p:nvGrpSpPr>
        <p:grpSpPr>
          <a:xfrm>
            <a:off x="6695051" y="4259351"/>
            <a:ext cx="270104" cy="360233"/>
            <a:chOff x="6695051" y="4259351"/>
            <a:chExt cx="270104" cy="360233"/>
          </a:xfrm>
        </p:grpSpPr>
        <p:sp>
          <p:nvSpPr>
            <p:cNvPr id="14584" name="Google Shape;14584;p89"/>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89"/>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89"/>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89"/>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8" name="Google Shape;14588;p89"/>
          <p:cNvGrpSpPr/>
          <p:nvPr/>
        </p:nvGrpSpPr>
        <p:grpSpPr>
          <a:xfrm>
            <a:off x="8047661" y="4257451"/>
            <a:ext cx="277263" cy="362514"/>
            <a:chOff x="8047661" y="4257451"/>
            <a:chExt cx="277263" cy="362514"/>
          </a:xfrm>
        </p:grpSpPr>
        <p:sp>
          <p:nvSpPr>
            <p:cNvPr id="14589" name="Google Shape;14589;p89"/>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89"/>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89"/>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89"/>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3" name="Google Shape;14593;p89"/>
          <p:cNvGrpSpPr/>
          <p:nvPr/>
        </p:nvGrpSpPr>
        <p:grpSpPr>
          <a:xfrm>
            <a:off x="6248078" y="3784468"/>
            <a:ext cx="277263" cy="356115"/>
            <a:chOff x="6248078" y="3784468"/>
            <a:chExt cx="277263" cy="356115"/>
          </a:xfrm>
        </p:grpSpPr>
        <p:sp>
          <p:nvSpPr>
            <p:cNvPr id="14594" name="Google Shape;14594;p89"/>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89"/>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89"/>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89"/>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89"/>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9" name="Google Shape;14599;p89"/>
          <p:cNvGrpSpPr/>
          <p:nvPr/>
        </p:nvGrpSpPr>
        <p:grpSpPr>
          <a:xfrm>
            <a:off x="5800725" y="3785989"/>
            <a:ext cx="277644" cy="354594"/>
            <a:chOff x="5800725" y="3785989"/>
            <a:chExt cx="277644" cy="354594"/>
          </a:xfrm>
        </p:grpSpPr>
        <p:sp>
          <p:nvSpPr>
            <p:cNvPr id="14600" name="Google Shape;14600;p89"/>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89"/>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89"/>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89"/>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89"/>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89"/>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89"/>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7" name="Google Shape;14607;p89"/>
          <p:cNvGrpSpPr/>
          <p:nvPr/>
        </p:nvGrpSpPr>
        <p:grpSpPr>
          <a:xfrm>
            <a:off x="2206122" y="3360748"/>
            <a:ext cx="308183" cy="347561"/>
            <a:chOff x="2206122" y="3360748"/>
            <a:chExt cx="308183" cy="347561"/>
          </a:xfrm>
        </p:grpSpPr>
        <p:sp>
          <p:nvSpPr>
            <p:cNvPr id="14608" name="Google Shape;14608;p89"/>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89"/>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89"/>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89"/>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89"/>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3" name="Google Shape;14613;p89"/>
          <p:cNvGrpSpPr/>
          <p:nvPr/>
        </p:nvGrpSpPr>
        <p:grpSpPr>
          <a:xfrm>
            <a:off x="5353403" y="3785609"/>
            <a:ext cx="277992" cy="354974"/>
            <a:chOff x="5353403" y="3785609"/>
            <a:chExt cx="277992" cy="354974"/>
          </a:xfrm>
        </p:grpSpPr>
        <p:sp>
          <p:nvSpPr>
            <p:cNvPr id="14614" name="Google Shape;14614;p89"/>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89"/>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89"/>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89"/>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89"/>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89"/>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0" name="Google Shape;14620;p89"/>
          <p:cNvGrpSpPr/>
          <p:nvPr/>
        </p:nvGrpSpPr>
        <p:grpSpPr>
          <a:xfrm>
            <a:off x="4896229" y="3785989"/>
            <a:ext cx="278784" cy="354594"/>
            <a:chOff x="4896229" y="3785989"/>
            <a:chExt cx="278784" cy="354594"/>
          </a:xfrm>
        </p:grpSpPr>
        <p:sp>
          <p:nvSpPr>
            <p:cNvPr id="14621" name="Google Shape;14621;p89"/>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89"/>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89"/>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89"/>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89"/>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89"/>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7" name="Google Shape;14627;p89"/>
          <p:cNvGrpSpPr/>
          <p:nvPr/>
        </p:nvGrpSpPr>
        <p:grpSpPr>
          <a:xfrm>
            <a:off x="7592387" y="3787858"/>
            <a:ext cx="273874" cy="351204"/>
            <a:chOff x="7592387" y="3787858"/>
            <a:chExt cx="273874" cy="351204"/>
          </a:xfrm>
        </p:grpSpPr>
        <p:sp>
          <p:nvSpPr>
            <p:cNvPr id="14628" name="Google Shape;14628;p89"/>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89"/>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89"/>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89"/>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2" name="Google Shape;14632;p89"/>
          <p:cNvGrpSpPr/>
          <p:nvPr/>
        </p:nvGrpSpPr>
        <p:grpSpPr>
          <a:xfrm>
            <a:off x="7145794" y="3787858"/>
            <a:ext cx="274254" cy="350444"/>
            <a:chOff x="7145794" y="3787858"/>
            <a:chExt cx="274254" cy="350444"/>
          </a:xfrm>
        </p:grpSpPr>
        <p:sp>
          <p:nvSpPr>
            <p:cNvPr id="14633" name="Google Shape;14633;p89"/>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89"/>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89"/>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89"/>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89"/>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89"/>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9" name="Google Shape;14639;p89"/>
          <p:cNvGrpSpPr/>
          <p:nvPr/>
        </p:nvGrpSpPr>
        <p:grpSpPr>
          <a:xfrm>
            <a:off x="8054060" y="3787098"/>
            <a:ext cx="266334" cy="353834"/>
            <a:chOff x="8054060" y="3787098"/>
            <a:chExt cx="266334" cy="353834"/>
          </a:xfrm>
        </p:grpSpPr>
        <p:sp>
          <p:nvSpPr>
            <p:cNvPr id="14640" name="Google Shape;14640;p89"/>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89"/>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89"/>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89"/>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4" name="Google Shape;14644;p89"/>
          <p:cNvGrpSpPr/>
          <p:nvPr/>
        </p:nvGrpSpPr>
        <p:grpSpPr>
          <a:xfrm>
            <a:off x="6702211" y="3782599"/>
            <a:ext cx="270104" cy="361754"/>
            <a:chOff x="6702211" y="3782599"/>
            <a:chExt cx="270104" cy="361754"/>
          </a:xfrm>
        </p:grpSpPr>
        <p:sp>
          <p:nvSpPr>
            <p:cNvPr id="14645" name="Google Shape;14645;p89"/>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89"/>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7" name="Google Shape;14647;p89"/>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89"/>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89"/>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0" name="Google Shape;14650;p89"/>
          <p:cNvGrpSpPr/>
          <p:nvPr/>
        </p:nvGrpSpPr>
        <p:grpSpPr>
          <a:xfrm>
            <a:off x="3516886" y="3438727"/>
            <a:ext cx="391854" cy="269922"/>
            <a:chOff x="3516850" y="3406526"/>
            <a:chExt cx="369674" cy="254644"/>
          </a:xfrm>
        </p:grpSpPr>
        <p:sp>
          <p:nvSpPr>
            <p:cNvPr id="14651" name="Google Shape;14651;p89"/>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89"/>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89"/>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89"/>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5" name="Google Shape;14655;p89"/>
          <p:cNvGrpSpPr/>
          <p:nvPr/>
        </p:nvGrpSpPr>
        <p:grpSpPr>
          <a:xfrm>
            <a:off x="1310655" y="3360527"/>
            <a:ext cx="306314" cy="347403"/>
            <a:chOff x="1310655" y="3360527"/>
            <a:chExt cx="306314" cy="347403"/>
          </a:xfrm>
        </p:grpSpPr>
        <p:sp>
          <p:nvSpPr>
            <p:cNvPr id="14656" name="Google Shape;14656;p89"/>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89"/>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89"/>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89"/>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89"/>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1" name="Google Shape;14661;p89"/>
          <p:cNvGrpSpPr/>
          <p:nvPr/>
        </p:nvGrpSpPr>
        <p:grpSpPr>
          <a:xfrm>
            <a:off x="3119678" y="3360146"/>
            <a:ext cx="269343" cy="348543"/>
            <a:chOff x="3119678" y="3360146"/>
            <a:chExt cx="269343" cy="348543"/>
          </a:xfrm>
        </p:grpSpPr>
        <p:sp>
          <p:nvSpPr>
            <p:cNvPr id="14662" name="Google Shape;14662;p89"/>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89"/>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89"/>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89"/>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89"/>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89"/>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89"/>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9" name="Google Shape;14669;p89"/>
          <p:cNvGrpSpPr/>
          <p:nvPr/>
        </p:nvGrpSpPr>
        <p:grpSpPr>
          <a:xfrm>
            <a:off x="3967213" y="3356947"/>
            <a:ext cx="368185" cy="354753"/>
            <a:chOff x="3967213" y="3356947"/>
            <a:chExt cx="368185" cy="354753"/>
          </a:xfrm>
        </p:grpSpPr>
        <p:sp>
          <p:nvSpPr>
            <p:cNvPr id="14670" name="Google Shape;14670;p89"/>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89"/>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89"/>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89"/>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89"/>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5" name="Google Shape;14675;p89"/>
          <p:cNvGrpSpPr/>
          <p:nvPr/>
        </p:nvGrpSpPr>
        <p:grpSpPr>
          <a:xfrm>
            <a:off x="871254" y="3360146"/>
            <a:ext cx="285183" cy="347023"/>
            <a:chOff x="871254" y="3360146"/>
            <a:chExt cx="285183" cy="347023"/>
          </a:xfrm>
        </p:grpSpPr>
        <p:sp>
          <p:nvSpPr>
            <p:cNvPr id="14676" name="Google Shape;14676;p89"/>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89"/>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89"/>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89"/>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0" name="Google Shape;14680;p89"/>
          <p:cNvGrpSpPr/>
          <p:nvPr/>
        </p:nvGrpSpPr>
        <p:grpSpPr>
          <a:xfrm>
            <a:off x="2665165" y="3360146"/>
            <a:ext cx="281794" cy="349684"/>
            <a:chOff x="2665165" y="3360146"/>
            <a:chExt cx="281794" cy="349684"/>
          </a:xfrm>
        </p:grpSpPr>
        <p:sp>
          <p:nvSpPr>
            <p:cNvPr id="14681" name="Google Shape;14681;p89"/>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89"/>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89"/>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89"/>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89"/>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6" name="Google Shape;14686;p89"/>
          <p:cNvGrpSpPr/>
          <p:nvPr/>
        </p:nvGrpSpPr>
        <p:grpSpPr>
          <a:xfrm>
            <a:off x="7156344" y="3347696"/>
            <a:ext cx="264465" cy="353074"/>
            <a:chOff x="7156344" y="3347696"/>
            <a:chExt cx="264465" cy="353074"/>
          </a:xfrm>
        </p:grpSpPr>
        <p:sp>
          <p:nvSpPr>
            <p:cNvPr id="14687" name="Google Shape;14687;p89"/>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89"/>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89"/>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89"/>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89"/>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2" name="Google Shape;14692;p89"/>
          <p:cNvGrpSpPr/>
          <p:nvPr/>
        </p:nvGrpSpPr>
        <p:grpSpPr>
          <a:xfrm>
            <a:off x="6703732" y="3346936"/>
            <a:ext cx="264813" cy="352693"/>
            <a:chOff x="6703732" y="3346936"/>
            <a:chExt cx="264813" cy="352693"/>
          </a:xfrm>
        </p:grpSpPr>
        <p:sp>
          <p:nvSpPr>
            <p:cNvPr id="14693" name="Google Shape;14693;p89"/>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89"/>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89"/>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89"/>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89"/>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8" name="Google Shape;14698;p89"/>
          <p:cNvGrpSpPr/>
          <p:nvPr/>
        </p:nvGrpSpPr>
        <p:grpSpPr>
          <a:xfrm>
            <a:off x="6252228" y="3346936"/>
            <a:ext cx="265193" cy="352693"/>
            <a:chOff x="6252228" y="3346936"/>
            <a:chExt cx="265193" cy="352693"/>
          </a:xfrm>
        </p:grpSpPr>
        <p:sp>
          <p:nvSpPr>
            <p:cNvPr id="14699" name="Google Shape;14699;p89"/>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89"/>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89"/>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2" name="Google Shape;14702;p89"/>
          <p:cNvGrpSpPr/>
          <p:nvPr/>
        </p:nvGrpSpPr>
        <p:grpSpPr>
          <a:xfrm>
            <a:off x="5801105" y="3347696"/>
            <a:ext cx="264813" cy="351933"/>
            <a:chOff x="5801105" y="3347696"/>
            <a:chExt cx="264813" cy="351933"/>
          </a:xfrm>
        </p:grpSpPr>
        <p:sp>
          <p:nvSpPr>
            <p:cNvPr id="14703" name="Google Shape;14703;p89"/>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89"/>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89"/>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89"/>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7" name="Google Shape;14707;p89"/>
          <p:cNvGrpSpPr/>
          <p:nvPr/>
        </p:nvGrpSpPr>
        <p:grpSpPr>
          <a:xfrm>
            <a:off x="5349253" y="3346936"/>
            <a:ext cx="265922" cy="352693"/>
            <a:chOff x="5349253" y="3346936"/>
            <a:chExt cx="265922" cy="352693"/>
          </a:xfrm>
        </p:grpSpPr>
        <p:sp>
          <p:nvSpPr>
            <p:cNvPr id="14708" name="Google Shape;14708;p89"/>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89"/>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89"/>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89"/>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89"/>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89"/>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4" name="Google Shape;14714;p89"/>
          <p:cNvGrpSpPr/>
          <p:nvPr/>
        </p:nvGrpSpPr>
        <p:grpSpPr>
          <a:xfrm>
            <a:off x="4907159" y="3346936"/>
            <a:ext cx="264845" cy="354214"/>
            <a:chOff x="4907159" y="3346936"/>
            <a:chExt cx="264845" cy="354214"/>
          </a:xfrm>
        </p:grpSpPr>
        <p:sp>
          <p:nvSpPr>
            <p:cNvPr id="14715" name="Google Shape;14715;p89"/>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89"/>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7" name="Google Shape;14717;p89"/>
          <p:cNvGrpSpPr/>
          <p:nvPr/>
        </p:nvGrpSpPr>
        <p:grpSpPr>
          <a:xfrm>
            <a:off x="8048421" y="3334486"/>
            <a:ext cx="276503" cy="369674"/>
            <a:chOff x="8048421" y="3334486"/>
            <a:chExt cx="276503" cy="369674"/>
          </a:xfrm>
        </p:grpSpPr>
        <p:sp>
          <p:nvSpPr>
            <p:cNvPr id="14718" name="Google Shape;14718;p89"/>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89"/>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89"/>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89"/>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89"/>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89"/>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24" name="Google Shape;14724;p89"/>
          <p:cNvGrpSpPr/>
          <p:nvPr/>
        </p:nvGrpSpPr>
        <p:grpSpPr>
          <a:xfrm>
            <a:off x="7575787" y="3329955"/>
            <a:ext cx="295384" cy="376834"/>
            <a:chOff x="7575787" y="3329955"/>
            <a:chExt cx="295384" cy="376834"/>
          </a:xfrm>
        </p:grpSpPr>
        <p:sp>
          <p:nvSpPr>
            <p:cNvPr id="14725" name="Google Shape;14725;p89"/>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89"/>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89"/>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89"/>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89"/>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89"/>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1" name="Google Shape;14731;p89"/>
          <p:cNvGrpSpPr/>
          <p:nvPr/>
        </p:nvGrpSpPr>
        <p:grpSpPr>
          <a:xfrm>
            <a:off x="864062" y="2884503"/>
            <a:ext cx="264084" cy="347783"/>
            <a:chOff x="864062" y="2884503"/>
            <a:chExt cx="264084" cy="347783"/>
          </a:xfrm>
        </p:grpSpPr>
        <p:sp>
          <p:nvSpPr>
            <p:cNvPr id="14732" name="Google Shape;14732;p89"/>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89"/>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4" name="Google Shape;14734;p89"/>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89"/>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89"/>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89"/>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89"/>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89"/>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89"/>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89"/>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2" name="Google Shape;14742;p89"/>
          <p:cNvGrpSpPr/>
          <p:nvPr/>
        </p:nvGrpSpPr>
        <p:grpSpPr>
          <a:xfrm>
            <a:off x="3978523" y="2884661"/>
            <a:ext cx="348955" cy="346516"/>
            <a:chOff x="3978523" y="2884661"/>
            <a:chExt cx="348955" cy="346516"/>
          </a:xfrm>
        </p:grpSpPr>
        <p:sp>
          <p:nvSpPr>
            <p:cNvPr id="14743" name="Google Shape;14743;p89"/>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4" name="Google Shape;14744;p89"/>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89"/>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89"/>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89"/>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89"/>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89"/>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89"/>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1" name="Google Shape;14751;p89"/>
          <p:cNvGrpSpPr/>
          <p:nvPr/>
        </p:nvGrpSpPr>
        <p:grpSpPr>
          <a:xfrm>
            <a:off x="3527780" y="2885263"/>
            <a:ext cx="347435" cy="345534"/>
            <a:chOff x="3527780" y="2885263"/>
            <a:chExt cx="347435" cy="345534"/>
          </a:xfrm>
        </p:grpSpPr>
        <p:sp>
          <p:nvSpPr>
            <p:cNvPr id="14752" name="Google Shape;14752;p89"/>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89"/>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89"/>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89"/>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89"/>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89"/>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89"/>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89"/>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89"/>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89"/>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89"/>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89"/>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89"/>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89"/>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89"/>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89"/>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89"/>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89"/>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89"/>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89"/>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2" name="Google Shape;14772;p89"/>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3" name="Google Shape;14773;p89"/>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89"/>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5" name="Google Shape;14775;p89"/>
          <p:cNvGrpSpPr/>
          <p:nvPr/>
        </p:nvGrpSpPr>
        <p:grpSpPr>
          <a:xfrm>
            <a:off x="2239671" y="2884503"/>
            <a:ext cx="218053" cy="348543"/>
            <a:chOff x="2239671" y="2884503"/>
            <a:chExt cx="218053" cy="348543"/>
          </a:xfrm>
        </p:grpSpPr>
        <p:sp>
          <p:nvSpPr>
            <p:cNvPr id="14776" name="Google Shape;14776;p89"/>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89"/>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89"/>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89"/>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89"/>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1" name="Google Shape;14781;p89"/>
          <p:cNvGrpSpPr/>
          <p:nvPr/>
        </p:nvGrpSpPr>
        <p:grpSpPr>
          <a:xfrm>
            <a:off x="2691555" y="2884503"/>
            <a:ext cx="215044" cy="348924"/>
            <a:chOff x="2691555" y="2884503"/>
            <a:chExt cx="215044" cy="348924"/>
          </a:xfrm>
        </p:grpSpPr>
        <p:sp>
          <p:nvSpPr>
            <p:cNvPr id="14782" name="Google Shape;14782;p89"/>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89"/>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4" name="Google Shape;14784;p89"/>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5" name="Google Shape;14785;p89"/>
          <p:cNvGrpSpPr/>
          <p:nvPr/>
        </p:nvGrpSpPr>
        <p:grpSpPr>
          <a:xfrm>
            <a:off x="1770459" y="2884503"/>
            <a:ext cx="254644" cy="348828"/>
            <a:chOff x="1770459" y="2884503"/>
            <a:chExt cx="254644" cy="348828"/>
          </a:xfrm>
        </p:grpSpPr>
        <p:sp>
          <p:nvSpPr>
            <p:cNvPr id="14786" name="Google Shape;14786;p89"/>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89"/>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89"/>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89"/>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89"/>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89"/>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89"/>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89"/>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4" name="Google Shape;14794;p89"/>
          <p:cNvGrpSpPr/>
          <p:nvPr/>
        </p:nvGrpSpPr>
        <p:grpSpPr>
          <a:xfrm>
            <a:off x="1317466" y="2884883"/>
            <a:ext cx="258382" cy="348543"/>
            <a:chOff x="1317466" y="2884883"/>
            <a:chExt cx="258382" cy="348543"/>
          </a:xfrm>
        </p:grpSpPr>
        <p:sp>
          <p:nvSpPr>
            <p:cNvPr id="14795" name="Google Shape;14795;p89"/>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89"/>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89"/>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89"/>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89"/>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89"/>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89"/>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89"/>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3" name="Google Shape;14803;p89"/>
          <p:cNvGrpSpPr/>
          <p:nvPr/>
        </p:nvGrpSpPr>
        <p:grpSpPr>
          <a:xfrm>
            <a:off x="3121167" y="2884883"/>
            <a:ext cx="258414" cy="348543"/>
            <a:chOff x="3121167" y="2884883"/>
            <a:chExt cx="258414" cy="348543"/>
          </a:xfrm>
        </p:grpSpPr>
        <p:sp>
          <p:nvSpPr>
            <p:cNvPr id="14804" name="Google Shape;14804;p89"/>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5" name="Google Shape;14805;p89"/>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6" name="Google Shape;14806;p89"/>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89"/>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89"/>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89"/>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89"/>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89"/>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12" name="Google Shape;14812;p89"/>
          <p:cNvGrpSpPr/>
          <p:nvPr/>
        </p:nvGrpSpPr>
        <p:grpSpPr>
          <a:xfrm>
            <a:off x="4899999" y="2882095"/>
            <a:ext cx="271244" cy="346801"/>
            <a:chOff x="4899999" y="2882095"/>
            <a:chExt cx="271244" cy="346801"/>
          </a:xfrm>
        </p:grpSpPr>
        <p:sp>
          <p:nvSpPr>
            <p:cNvPr id="14813" name="Google Shape;14813;p89"/>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89"/>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89"/>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89"/>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89"/>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89"/>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89"/>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89"/>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89"/>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89"/>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3" name="Google Shape;14823;p89"/>
          <p:cNvGrpSpPr/>
          <p:nvPr/>
        </p:nvGrpSpPr>
        <p:grpSpPr>
          <a:xfrm>
            <a:off x="7162775" y="2881113"/>
            <a:ext cx="259523" cy="346294"/>
            <a:chOff x="7162775" y="2881113"/>
            <a:chExt cx="259523" cy="346294"/>
          </a:xfrm>
        </p:grpSpPr>
        <p:sp>
          <p:nvSpPr>
            <p:cNvPr id="14824" name="Google Shape;14824;p89"/>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89"/>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89"/>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89"/>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89"/>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89"/>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30" name="Google Shape;14830;p89"/>
          <p:cNvGrpSpPr/>
          <p:nvPr/>
        </p:nvGrpSpPr>
        <p:grpSpPr>
          <a:xfrm>
            <a:off x="6709751" y="2881842"/>
            <a:ext cx="261075" cy="347815"/>
            <a:chOff x="6709751" y="2881842"/>
            <a:chExt cx="261075" cy="347815"/>
          </a:xfrm>
        </p:grpSpPr>
        <p:sp>
          <p:nvSpPr>
            <p:cNvPr id="14831" name="Google Shape;14831;p89"/>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89"/>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3" name="Google Shape;14833;p89"/>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4" name="Google Shape;14834;p89"/>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89"/>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89"/>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37" name="Google Shape;14837;p89"/>
          <p:cNvGrpSpPr/>
          <p:nvPr/>
        </p:nvGrpSpPr>
        <p:grpSpPr>
          <a:xfrm>
            <a:off x="5807156" y="2881113"/>
            <a:ext cx="261043" cy="348163"/>
            <a:chOff x="5807156" y="2881113"/>
            <a:chExt cx="261043" cy="348163"/>
          </a:xfrm>
        </p:grpSpPr>
        <p:sp>
          <p:nvSpPr>
            <p:cNvPr id="14838" name="Google Shape;14838;p89"/>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89"/>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89"/>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89"/>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2" name="Google Shape;14842;p89"/>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3" name="Google Shape;14843;p89"/>
          <p:cNvGrpSpPr/>
          <p:nvPr/>
        </p:nvGrpSpPr>
        <p:grpSpPr>
          <a:xfrm>
            <a:off x="5355653" y="2881493"/>
            <a:ext cx="262184" cy="346643"/>
            <a:chOff x="5355653" y="2881493"/>
            <a:chExt cx="262184" cy="346643"/>
          </a:xfrm>
        </p:grpSpPr>
        <p:sp>
          <p:nvSpPr>
            <p:cNvPr id="14844" name="Google Shape;14844;p89"/>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89"/>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89"/>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89"/>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89"/>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9" name="Google Shape;14849;p89"/>
          <p:cNvGrpSpPr/>
          <p:nvPr/>
        </p:nvGrpSpPr>
        <p:grpSpPr>
          <a:xfrm>
            <a:off x="8055961" y="2881842"/>
            <a:ext cx="260283" cy="345914"/>
            <a:chOff x="8055961" y="2881842"/>
            <a:chExt cx="260283" cy="345914"/>
          </a:xfrm>
        </p:grpSpPr>
        <p:sp>
          <p:nvSpPr>
            <p:cNvPr id="14850" name="Google Shape;14850;p89"/>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1" name="Google Shape;14851;p89"/>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2" name="Google Shape;14852;p89"/>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89"/>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4" name="Google Shape;14854;p89"/>
          <p:cNvGrpSpPr/>
          <p:nvPr/>
        </p:nvGrpSpPr>
        <p:grpSpPr>
          <a:xfrm>
            <a:off x="7609368" y="2893912"/>
            <a:ext cx="264813" cy="353105"/>
            <a:chOff x="7609368" y="2893912"/>
            <a:chExt cx="264813" cy="353105"/>
          </a:xfrm>
        </p:grpSpPr>
        <p:sp>
          <p:nvSpPr>
            <p:cNvPr id="14855" name="Google Shape;14855;p89"/>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6" name="Google Shape;14856;p89"/>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89"/>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89"/>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89"/>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89"/>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1" name="Google Shape;14861;p89"/>
          <p:cNvGrpSpPr/>
          <p:nvPr/>
        </p:nvGrpSpPr>
        <p:grpSpPr>
          <a:xfrm>
            <a:off x="6248458" y="2869772"/>
            <a:ext cx="270864" cy="360645"/>
            <a:chOff x="6248458" y="2869772"/>
            <a:chExt cx="270864" cy="360645"/>
          </a:xfrm>
        </p:grpSpPr>
        <p:sp>
          <p:nvSpPr>
            <p:cNvPr id="14862" name="Google Shape;14862;p89"/>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3" name="Google Shape;14863;p89"/>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89"/>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89"/>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89"/>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7" name="Google Shape;14867;p89"/>
          <p:cNvGrpSpPr/>
          <p:nvPr/>
        </p:nvGrpSpPr>
        <p:grpSpPr>
          <a:xfrm>
            <a:off x="3075928" y="2445798"/>
            <a:ext cx="363243" cy="300675"/>
            <a:chOff x="3075928" y="2445798"/>
            <a:chExt cx="363243" cy="300675"/>
          </a:xfrm>
        </p:grpSpPr>
        <p:sp>
          <p:nvSpPr>
            <p:cNvPr id="14868" name="Google Shape;14868;p89"/>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89"/>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89"/>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89"/>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2" name="Google Shape;14872;p89"/>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89"/>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89"/>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89"/>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89"/>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89"/>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89"/>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9" name="Google Shape;14879;p89"/>
          <p:cNvGrpSpPr/>
          <p:nvPr/>
        </p:nvGrpSpPr>
        <p:grpSpPr>
          <a:xfrm>
            <a:off x="2633105" y="2431859"/>
            <a:ext cx="363243" cy="328585"/>
            <a:chOff x="2633105" y="2431859"/>
            <a:chExt cx="363243" cy="328585"/>
          </a:xfrm>
        </p:grpSpPr>
        <p:sp>
          <p:nvSpPr>
            <p:cNvPr id="14880" name="Google Shape;14880;p89"/>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89"/>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89"/>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3" name="Google Shape;14883;p89"/>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89"/>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89"/>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89"/>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89"/>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8" name="Google Shape;14888;p89"/>
          <p:cNvGrpSpPr/>
          <p:nvPr/>
        </p:nvGrpSpPr>
        <p:grpSpPr>
          <a:xfrm>
            <a:off x="2189142" y="2421310"/>
            <a:ext cx="365904" cy="350064"/>
            <a:chOff x="2189142" y="2421310"/>
            <a:chExt cx="365904" cy="350064"/>
          </a:xfrm>
        </p:grpSpPr>
        <p:sp>
          <p:nvSpPr>
            <p:cNvPr id="14889" name="Google Shape;14889;p89"/>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89"/>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89"/>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89"/>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3" name="Google Shape;14893;p89"/>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4" name="Google Shape;14894;p89"/>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89"/>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89"/>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89"/>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8" name="Google Shape;14898;p89"/>
          <p:cNvSpPr/>
          <p:nvPr/>
        </p:nvSpPr>
        <p:spPr>
          <a:xfrm>
            <a:off x="3518751" y="24152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99" name="Google Shape;14899;p89"/>
          <p:cNvGrpSpPr/>
          <p:nvPr/>
        </p:nvGrpSpPr>
        <p:grpSpPr>
          <a:xfrm>
            <a:off x="3961923" y="2486317"/>
            <a:ext cx="364415" cy="220936"/>
            <a:chOff x="3961923" y="2486317"/>
            <a:chExt cx="364415" cy="220936"/>
          </a:xfrm>
        </p:grpSpPr>
        <p:sp>
          <p:nvSpPr>
            <p:cNvPr id="14900" name="Google Shape;14900;p89"/>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89"/>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89"/>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89"/>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04" name="Google Shape;14904;p89"/>
          <p:cNvSpPr/>
          <p:nvPr/>
        </p:nvSpPr>
        <p:spPr>
          <a:xfrm>
            <a:off x="1747839" y="24141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05" name="Google Shape;14905;p89"/>
          <p:cNvGrpSpPr/>
          <p:nvPr/>
        </p:nvGrpSpPr>
        <p:grpSpPr>
          <a:xfrm>
            <a:off x="1303876" y="2419377"/>
            <a:ext cx="363275" cy="354626"/>
            <a:chOff x="1303876" y="2419377"/>
            <a:chExt cx="363275" cy="354626"/>
          </a:xfrm>
        </p:grpSpPr>
        <p:sp>
          <p:nvSpPr>
            <p:cNvPr id="14906" name="Google Shape;14906;p89"/>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89"/>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89"/>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89"/>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89"/>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89"/>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89"/>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89"/>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4" name="Google Shape;14914;p89"/>
          <p:cNvGrpSpPr/>
          <p:nvPr/>
        </p:nvGrpSpPr>
        <p:grpSpPr>
          <a:xfrm>
            <a:off x="861053" y="2414910"/>
            <a:ext cx="362134" cy="363623"/>
            <a:chOff x="861053" y="2414910"/>
            <a:chExt cx="362134" cy="363623"/>
          </a:xfrm>
        </p:grpSpPr>
        <p:sp>
          <p:nvSpPr>
            <p:cNvPr id="14915" name="Google Shape;14915;p89"/>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6" name="Google Shape;14916;p89"/>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89"/>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89"/>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89"/>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20" name="Google Shape;14920;p89"/>
          <p:cNvGrpSpPr/>
          <p:nvPr/>
        </p:nvGrpSpPr>
        <p:grpSpPr>
          <a:xfrm>
            <a:off x="7594288" y="2415259"/>
            <a:ext cx="279513" cy="355735"/>
            <a:chOff x="7594288" y="2415259"/>
            <a:chExt cx="279513" cy="355735"/>
          </a:xfrm>
        </p:grpSpPr>
        <p:sp>
          <p:nvSpPr>
            <p:cNvPr id="14921" name="Google Shape;14921;p89"/>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89"/>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89"/>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89"/>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89"/>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89"/>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27" name="Google Shape;14927;p89"/>
          <p:cNvGrpSpPr/>
          <p:nvPr/>
        </p:nvGrpSpPr>
        <p:grpSpPr>
          <a:xfrm>
            <a:off x="7145794" y="2415639"/>
            <a:ext cx="278784" cy="355735"/>
            <a:chOff x="7145794" y="2415639"/>
            <a:chExt cx="278784" cy="355735"/>
          </a:xfrm>
        </p:grpSpPr>
        <p:sp>
          <p:nvSpPr>
            <p:cNvPr id="14928" name="Google Shape;14928;p89"/>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89"/>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89"/>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89"/>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89"/>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89"/>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89"/>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89"/>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89"/>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89"/>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8" name="Google Shape;14938;p89"/>
          <p:cNvGrpSpPr/>
          <p:nvPr/>
        </p:nvGrpSpPr>
        <p:grpSpPr>
          <a:xfrm>
            <a:off x="6698441" y="2414530"/>
            <a:ext cx="277644" cy="357984"/>
            <a:chOff x="6698441" y="2414530"/>
            <a:chExt cx="277644" cy="357984"/>
          </a:xfrm>
        </p:grpSpPr>
        <p:sp>
          <p:nvSpPr>
            <p:cNvPr id="14939" name="Google Shape;14939;p89"/>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89"/>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89"/>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89"/>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89"/>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89"/>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5" name="Google Shape;14945;p89"/>
          <p:cNvGrpSpPr/>
          <p:nvPr/>
        </p:nvGrpSpPr>
        <p:grpSpPr>
          <a:xfrm>
            <a:off x="4897750" y="2415639"/>
            <a:ext cx="279513" cy="357255"/>
            <a:chOff x="4897750" y="2415639"/>
            <a:chExt cx="279513" cy="357255"/>
          </a:xfrm>
        </p:grpSpPr>
        <p:sp>
          <p:nvSpPr>
            <p:cNvPr id="14946" name="Google Shape;14946;p89"/>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89"/>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89"/>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89"/>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0" name="Google Shape;14950;p89"/>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89"/>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89"/>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89"/>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4" name="Google Shape;14954;p89"/>
          <p:cNvGrpSpPr/>
          <p:nvPr/>
        </p:nvGrpSpPr>
        <p:grpSpPr>
          <a:xfrm>
            <a:off x="5812066" y="2416019"/>
            <a:ext cx="264813" cy="353454"/>
            <a:chOff x="5812066" y="2416019"/>
            <a:chExt cx="264813" cy="353454"/>
          </a:xfrm>
        </p:grpSpPr>
        <p:sp>
          <p:nvSpPr>
            <p:cNvPr id="14955" name="Google Shape;14955;p89"/>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89"/>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89"/>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89"/>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89"/>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89"/>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89"/>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2" name="Google Shape;14962;p89"/>
          <p:cNvGrpSpPr/>
          <p:nvPr/>
        </p:nvGrpSpPr>
        <p:grpSpPr>
          <a:xfrm>
            <a:off x="8054820" y="2416399"/>
            <a:ext cx="264433" cy="353454"/>
            <a:chOff x="8054820" y="2416399"/>
            <a:chExt cx="264433" cy="353454"/>
          </a:xfrm>
        </p:grpSpPr>
        <p:sp>
          <p:nvSpPr>
            <p:cNvPr id="14963" name="Google Shape;14963;p89"/>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89"/>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89"/>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89"/>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7" name="Google Shape;14967;p89"/>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8" name="Google Shape;14968;p89"/>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9" name="Google Shape;14969;p89"/>
          <p:cNvGrpSpPr/>
          <p:nvPr/>
        </p:nvGrpSpPr>
        <p:grpSpPr>
          <a:xfrm>
            <a:off x="5356413" y="2413390"/>
            <a:ext cx="271212" cy="361374"/>
            <a:chOff x="5356413" y="2413390"/>
            <a:chExt cx="271212" cy="361374"/>
          </a:xfrm>
        </p:grpSpPr>
        <p:sp>
          <p:nvSpPr>
            <p:cNvPr id="14970" name="Google Shape;14970;p89"/>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89"/>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89"/>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89"/>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89"/>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5" name="Google Shape;14975;p89"/>
          <p:cNvGrpSpPr/>
          <p:nvPr/>
        </p:nvGrpSpPr>
        <p:grpSpPr>
          <a:xfrm>
            <a:off x="6255238" y="2412249"/>
            <a:ext cx="271244" cy="360994"/>
            <a:chOff x="6255238" y="2412249"/>
            <a:chExt cx="271244" cy="360994"/>
          </a:xfrm>
        </p:grpSpPr>
        <p:sp>
          <p:nvSpPr>
            <p:cNvPr id="14976" name="Google Shape;14976;p89"/>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89"/>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89"/>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89"/>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89"/>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89"/>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82" name="Google Shape;14982;p89"/>
          <p:cNvGrpSpPr/>
          <p:nvPr/>
        </p:nvGrpSpPr>
        <p:grpSpPr>
          <a:xfrm>
            <a:off x="2185372" y="1957799"/>
            <a:ext cx="366664" cy="366981"/>
            <a:chOff x="2185372" y="1957799"/>
            <a:chExt cx="366664" cy="366981"/>
          </a:xfrm>
        </p:grpSpPr>
        <p:sp>
          <p:nvSpPr>
            <p:cNvPr id="14983" name="Google Shape;14983;p89"/>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89"/>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89"/>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89"/>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89"/>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89"/>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89"/>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89"/>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1" name="Google Shape;14991;p89"/>
          <p:cNvGrpSpPr/>
          <p:nvPr/>
        </p:nvGrpSpPr>
        <p:grpSpPr>
          <a:xfrm>
            <a:off x="1737258" y="1988371"/>
            <a:ext cx="370814" cy="307359"/>
            <a:chOff x="1737258" y="1988371"/>
            <a:chExt cx="370814" cy="307359"/>
          </a:xfrm>
        </p:grpSpPr>
        <p:sp>
          <p:nvSpPr>
            <p:cNvPr id="14992" name="Google Shape;14992;p89"/>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3" name="Google Shape;14993;p89"/>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89"/>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89"/>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6" name="Google Shape;14996;p89"/>
          <p:cNvGrpSpPr/>
          <p:nvPr/>
        </p:nvGrpSpPr>
        <p:grpSpPr>
          <a:xfrm>
            <a:off x="848983" y="1989511"/>
            <a:ext cx="369294" cy="304350"/>
            <a:chOff x="848983" y="1989511"/>
            <a:chExt cx="369294" cy="304350"/>
          </a:xfrm>
        </p:grpSpPr>
        <p:sp>
          <p:nvSpPr>
            <p:cNvPr id="14997" name="Google Shape;14997;p89"/>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89"/>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89"/>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89"/>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89"/>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2" name="Google Shape;15002;p89"/>
          <p:cNvGrpSpPr/>
          <p:nvPr/>
        </p:nvGrpSpPr>
        <p:grpSpPr>
          <a:xfrm>
            <a:off x="3074027" y="1983777"/>
            <a:ext cx="380604" cy="313854"/>
            <a:chOff x="3074027" y="1983777"/>
            <a:chExt cx="380604" cy="313854"/>
          </a:xfrm>
        </p:grpSpPr>
        <p:sp>
          <p:nvSpPr>
            <p:cNvPr id="15003" name="Google Shape;15003;p89"/>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89"/>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5" name="Google Shape;15005;p89"/>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89"/>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89"/>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8" name="Google Shape;15008;p89"/>
          <p:cNvGrpSpPr/>
          <p:nvPr/>
        </p:nvGrpSpPr>
        <p:grpSpPr>
          <a:xfrm>
            <a:off x="3522521" y="1975857"/>
            <a:ext cx="367013" cy="331278"/>
            <a:chOff x="3522521" y="1975857"/>
            <a:chExt cx="367013" cy="331278"/>
          </a:xfrm>
        </p:grpSpPr>
        <p:sp>
          <p:nvSpPr>
            <p:cNvPr id="15009" name="Google Shape;15009;p89"/>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89"/>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89"/>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89"/>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89"/>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89"/>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89"/>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6" name="Google Shape;15016;p89"/>
          <p:cNvGrpSpPr/>
          <p:nvPr/>
        </p:nvGrpSpPr>
        <p:grpSpPr>
          <a:xfrm>
            <a:off x="2630824" y="1976966"/>
            <a:ext cx="368185" cy="330454"/>
            <a:chOff x="2630824" y="1976966"/>
            <a:chExt cx="368185" cy="330454"/>
          </a:xfrm>
        </p:grpSpPr>
        <p:sp>
          <p:nvSpPr>
            <p:cNvPr id="15017" name="Google Shape;15017;p89"/>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89"/>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89"/>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89"/>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89"/>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89"/>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89"/>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89"/>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5" name="Google Shape;15025;p89"/>
          <p:cNvGrpSpPr/>
          <p:nvPr/>
        </p:nvGrpSpPr>
        <p:grpSpPr>
          <a:xfrm>
            <a:off x="1293706" y="1966416"/>
            <a:ext cx="369294" cy="350444"/>
            <a:chOff x="1293706" y="1966416"/>
            <a:chExt cx="369294" cy="350444"/>
          </a:xfrm>
        </p:grpSpPr>
        <p:sp>
          <p:nvSpPr>
            <p:cNvPr id="15026" name="Google Shape;15026;p89"/>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89"/>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89"/>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89"/>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89"/>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89"/>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89"/>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89"/>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4" name="Google Shape;15034;p89"/>
          <p:cNvGrpSpPr/>
          <p:nvPr/>
        </p:nvGrpSpPr>
        <p:grpSpPr>
          <a:xfrm>
            <a:off x="3967213" y="1975477"/>
            <a:ext cx="368185" cy="331816"/>
            <a:chOff x="3967213" y="1975477"/>
            <a:chExt cx="368185" cy="331816"/>
          </a:xfrm>
        </p:grpSpPr>
        <p:sp>
          <p:nvSpPr>
            <p:cNvPr id="15035" name="Google Shape;15035;p89"/>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89"/>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89"/>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8" name="Google Shape;15038;p89"/>
          <p:cNvGrpSpPr/>
          <p:nvPr/>
        </p:nvGrpSpPr>
        <p:grpSpPr>
          <a:xfrm>
            <a:off x="8047661" y="1969046"/>
            <a:ext cx="279132" cy="356875"/>
            <a:chOff x="8047661" y="1969046"/>
            <a:chExt cx="279132" cy="356875"/>
          </a:xfrm>
        </p:grpSpPr>
        <p:sp>
          <p:nvSpPr>
            <p:cNvPr id="15039" name="Google Shape;15039;p89"/>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89"/>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1" name="Google Shape;15041;p89"/>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89"/>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3" name="Google Shape;15043;p89"/>
          <p:cNvGrpSpPr/>
          <p:nvPr/>
        </p:nvGrpSpPr>
        <p:grpSpPr>
          <a:xfrm>
            <a:off x="7596157" y="1968159"/>
            <a:ext cx="279544" cy="358142"/>
            <a:chOff x="7596157" y="1968159"/>
            <a:chExt cx="279544" cy="358142"/>
          </a:xfrm>
        </p:grpSpPr>
        <p:sp>
          <p:nvSpPr>
            <p:cNvPr id="15044" name="Google Shape;15044;p89"/>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89"/>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89"/>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89"/>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89"/>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89"/>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0" name="Google Shape;15050;p89"/>
          <p:cNvGrpSpPr/>
          <p:nvPr/>
        </p:nvGrpSpPr>
        <p:grpSpPr>
          <a:xfrm>
            <a:off x="7147315" y="1969046"/>
            <a:ext cx="279513" cy="357636"/>
            <a:chOff x="7147315" y="1969046"/>
            <a:chExt cx="279513" cy="357636"/>
          </a:xfrm>
        </p:grpSpPr>
        <p:sp>
          <p:nvSpPr>
            <p:cNvPr id="15051" name="Google Shape;15051;p89"/>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89"/>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89"/>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89"/>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89"/>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89"/>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89"/>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8" name="Google Shape;15058;p89"/>
          <p:cNvGrpSpPr/>
          <p:nvPr/>
        </p:nvGrpSpPr>
        <p:grpSpPr>
          <a:xfrm>
            <a:off x="6697681" y="1968317"/>
            <a:ext cx="280305" cy="359093"/>
            <a:chOff x="6697681" y="1968317"/>
            <a:chExt cx="280305" cy="359093"/>
          </a:xfrm>
        </p:grpSpPr>
        <p:sp>
          <p:nvSpPr>
            <p:cNvPr id="15059" name="Google Shape;15059;p89"/>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89"/>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89"/>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89"/>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89"/>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89"/>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89"/>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6" name="Google Shape;15066;p89"/>
          <p:cNvGrpSpPr/>
          <p:nvPr/>
        </p:nvGrpSpPr>
        <p:grpSpPr>
          <a:xfrm>
            <a:off x="6248839" y="1967937"/>
            <a:ext cx="280273" cy="358744"/>
            <a:chOff x="6248839" y="1967937"/>
            <a:chExt cx="280273" cy="358744"/>
          </a:xfrm>
        </p:grpSpPr>
        <p:sp>
          <p:nvSpPr>
            <p:cNvPr id="15067" name="Google Shape;15067;p89"/>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89"/>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89"/>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89"/>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89"/>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89"/>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3" name="Google Shape;15073;p89"/>
          <p:cNvGrpSpPr/>
          <p:nvPr/>
        </p:nvGrpSpPr>
        <p:grpSpPr>
          <a:xfrm>
            <a:off x="5801485" y="1969046"/>
            <a:ext cx="279164" cy="357794"/>
            <a:chOff x="5801485" y="1969046"/>
            <a:chExt cx="279164" cy="357794"/>
          </a:xfrm>
        </p:grpSpPr>
        <p:sp>
          <p:nvSpPr>
            <p:cNvPr id="15074" name="Google Shape;15074;p89"/>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89"/>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89"/>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89"/>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89"/>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89"/>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89"/>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89"/>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89"/>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89"/>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89"/>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89"/>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89"/>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7" name="Google Shape;15087;p89"/>
          <p:cNvGrpSpPr/>
          <p:nvPr/>
        </p:nvGrpSpPr>
        <p:grpSpPr>
          <a:xfrm>
            <a:off x="5352643" y="1969046"/>
            <a:ext cx="278404" cy="358364"/>
            <a:chOff x="5352643" y="1969046"/>
            <a:chExt cx="278404" cy="358364"/>
          </a:xfrm>
        </p:grpSpPr>
        <p:sp>
          <p:nvSpPr>
            <p:cNvPr id="15088" name="Google Shape;15088;p89"/>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89"/>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89"/>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89"/>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2" name="Google Shape;15092;p89"/>
          <p:cNvGrpSpPr/>
          <p:nvPr/>
        </p:nvGrpSpPr>
        <p:grpSpPr>
          <a:xfrm>
            <a:off x="4897750" y="1968317"/>
            <a:ext cx="279132" cy="358364"/>
            <a:chOff x="4897750" y="1968317"/>
            <a:chExt cx="279132" cy="358364"/>
          </a:xfrm>
        </p:grpSpPr>
        <p:sp>
          <p:nvSpPr>
            <p:cNvPr id="15093" name="Google Shape;15093;p89"/>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89"/>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89"/>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89"/>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89"/>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89"/>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89"/>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89"/>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89"/>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89"/>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89"/>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89"/>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89"/>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06" name="Google Shape;15106;p89"/>
          <p:cNvSpPr/>
          <p:nvPr/>
        </p:nvSpPr>
        <p:spPr>
          <a:xfrm>
            <a:off x="872362" y="15130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07" name="Google Shape;15107;p89"/>
          <p:cNvGrpSpPr/>
          <p:nvPr/>
        </p:nvGrpSpPr>
        <p:grpSpPr>
          <a:xfrm>
            <a:off x="1767449" y="1513044"/>
            <a:ext cx="324403" cy="347783"/>
            <a:chOff x="1767449" y="1513044"/>
            <a:chExt cx="324403" cy="347783"/>
          </a:xfrm>
        </p:grpSpPr>
        <p:sp>
          <p:nvSpPr>
            <p:cNvPr id="15108" name="Google Shape;15108;p89"/>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89"/>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89"/>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89"/>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89"/>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89"/>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89"/>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89"/>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89"/>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7" name="Google Shape;15117;p89"/>
          <p:cNvGrpSpPr/>
          <p:nvPr/>
        </p:nvGrpSpPr>
        <p:grpSpPr>
          <a:xfrm>
            <a:off x="4007193" y="1512727"/>
            <a:ext cx="320633" cy="348100"/>
            <a:chOff x="4007193" y="1512727"/>
            <a:chExt cx="320633" cy="348100"/>
          </a:xfrm>
        </p:grpSpPr>
        <p:sp>
          <p:nvSpPr>
            <p:cNvPr id="15118" name="Google Shape;15118;p89"/>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89"/>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89"/>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89"/>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89"/>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3" name="Google Shape;15123;p89"/>
          <p:cNvGrpSpPr/>
          <p:nvPr/>
        </p:nvGrpSpPr>
        <p:grpSpPr>
          <a:xfrm>
            <a:off x="3530425" y="1508747"/>
            <a:ext cx="368175" cy="344594"/>
            <a:chOff x="3530425" y="1508747"/>
            <a:chExt cx="368175" cy="344594"/>
          </a:xfrm>
        </p:grpSpPr>
        <p:sp>
          <p:nvSpPr>
            <p:cNvPr id="15124" name="Google Shape;15124;p89"/>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89"/>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89"/>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89"/>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89"/>
          <p:cNvGrpSpPr/>
          <p:nvPr/>
        </p:nvGrpSpPr>
        <p:grpSpPr>
          <a:xfrm>
            <a:off x="3127598" y="1513234"/>
            <a:ext cx="289714" cy="347593"/>
            <a:chOff x="3127598" y="1513234"/>
            <a:chExt cx="289714" cy="347593"/>
          </a:xfrm>
        </p:grpSpPr>
        <p:sp>
          <p:nvSpPr>
            <p:cNvPr id="15129" name="Google Shape;15129;p89"/>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89"/>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89"/>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89"/>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89"/>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4" name="Google Shape;15134;p89"/>
          <p:cNvGrpSpPr/>
          <p:nvPr/>
        </p:nvGrpSpPr>
        <p:grpSpPr>
          <a:xfrm>
            <a:off x="2662884" y="1513044"/>
            <a:ext cx="322914" cy="348543"/>
            <a:chOff x="2662884" y="1513044"/>
            <a:chExt cx="322914" cy="348543"/>
          </a:xfrm>
        </p:grpSpPr>
        <p:sp>
          <p:nvSpPr>
            <p:cNvPr id="15135" name="Google Shape;15135;p89"/>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89"/>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89"/>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89"/>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89"/>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89"/>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89"/>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89"/>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89"/>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89"/>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5" name="Google Shape;15145;p89"/>
          <p:cNvGrpSpPr/>
          <p:nvPr/>
        </p:nvGrpSpPr>
        <p:grpSpPr>
          <a:xfrm>
            <a:off x="2232511" y="1512759"/>
            <a:ext cx="299534" cy="348068"/>
            <a:chOff x="2232511" y="1512759"/>
            <a:chExt cx="299534" cy="348068"/>
          </a:xfrm>
        </p:grpSpPr>
        <p:sp>
          <p:nvSpPr>
            <p:cNvPr id="15146" name="Google Shape;15146;p89"/>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89"/>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89"/>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89"/>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0" name="Google Shape;15150;p89"/>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1" name="Google Shape;15151;p89"/>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89"/>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89"/>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89"/>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89"/>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89"/>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7" name="Google Shape;15157;p89"/>
          <p:cNvGrpSpPr/>
          <p:nvPr/>
        </p:nvGrpSpPr>
        <p:grpSpPr>
          <a:xfrm>
            <a:off x="1331406" y="1513361"/>
            <a:ext cx="301784" cy="348607"/>
            <a:chOff x="1331406" y="1513361"/>
            <a:chExt cx="301784" cy="348607"/>
          </a:xfrm>
        </p:grpSpPr>
        <p:sp>
          <p:nvSpPr>
            <p:cNvPr id="15158" name="Google Shape;15158;p89"/>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89"/>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89"/>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89"/>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2" name="Google Shape;15162;p89"/>
          <p:cNvGrpSpPr/>
          <p:nvPr/>
        </p:nvGrpSpPr>
        <p:grpSpPr>
          <a:xfrm>
            <a:off x="7144274" y="1500214"/>
            <a:ext cx="282174" cy="355735"/>
            <a:chOff x="7144274" y="1500214"/>
            <a:chExt cx="282174" cy="355735"/>
          </a:xfrm>
        </p:grpSpPr>
        <p:sp>
          <p:nvSpPr>
            <p:cNvPr id="15163" name="Google Shape;15163;p89"/>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89"/>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89"/>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89"/>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89"/>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89"/>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9" name="Google Shape;15169;p89"/>
          <p:cNvGrpSpPr/>
          <p:nvPr/>
        </p:nvGrpSpPr>
        <p:grpSpPr>
          <a:xfrm>
            <a:off x="6685262" y="1500214"/>
            <a:ext cx="289682" cy="354594"/>
            <a:chOff x="6685262" y="1500214"/>
            <a:chExt cx="289682" cy="354594"/>
          </a:xfrm>
        </p:grpSpPr>
        <p:sp>
          <p:nvSpPr>
            <p:cNvPr id="15170" name="Google Shape;15170;p89"/>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89"/>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89"/>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89"/>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4" name="Google Shape;15174;p89"/>
          <p:cNvGrpSpPr/>
          <p:nvPr/>
        </p:nvGrpSpPr>
        <p:grpSpPr>
          <a:xfrm>
            <a:off x="6200938" y="1500594"/>
            <a:ext cx="322154" cy="355355"/>
            <a:chOff x="6200938" y="1500594"/>
            <a:chExt cx="322154" cy="355355"/>
          </a:xfrm>
        </p:grpSpPr>
        <p:sp>
          <p:nvSpPr>
            <p:cNvPr id="15175" name="Google Shape;15175;p89"/>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89"/>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89"/>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89"/>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89"/>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0" name="Google Shape;15180;p89"/>
          <p:cNvGrpSpPr/>
          <p:nvPr/>
        </p:nvGrpSpPr>
        <p:grpSpPr>
          <a:xfrm>
            <a:off x="5289631" y="1500214"/>
            <a:ext cx="332355" cy="354974"/>
            <a:chOff x="5289631" y="1500214"/>
            <a:chExt cx="332355" cy="354974"/>
          </a:xfrm>
        </p:grpSpPr>
        <p:sp>
          <p:nvSpPr>
            <p:cNvPr id="15181" name="Google Shape;15181;p89"/>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89"/>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89"/>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89"/>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89"/>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89"/>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7" name="Google Shape;15187;p89"/>
          <p:cNvGrpSpPr/>
          <p:nvPr/>
        </p:nvGrpSpPr>
        <p:grpSpPr>
          <a:xfrm>
            <a:off x="5748295" y="1499833"/>
            <a:ext cx="323294" cy="356115"/>
            <a:chOff x="5748295" y="1499833"/>
            <a:chExt cx="323294" cy="356115"/>
          </a:xfrm>
        </p:grpSpPr>
        <p:sp>
          <p:nvSpPr>
            <p:cNvPr id="15188" name="Google Shape;15188;p89"/>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89"/>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89"/>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89"/>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89"/>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89"/>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89"/>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5" name="Google Shape;15195;p89"/>
          <p:cNvGrpSpPr/>
          <p:nvPr/>
        </p:nvGrpSpPr>
        <p:grpSpPr>
          <a:xfrm>
            <a:off x="8047661" y="1501037"/>
            <a:ext cx="278404" cy="355260"/>
            <a:chOff x="8047661" y="1501037"/>
            <a:chExt cx="278404" cy="355260"/>
          </a:xfrm>
        </p:grpSpPr>
        <p:sp>
          <p:nvSpPr>
            <p:cNvPr id="15196" name="Google Shape;15196;p89"/>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89"/>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89"/>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89"/>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00" name="Google Shape;15200;p89"/>
          <p:cNvGrpSpPr/>
          <p:nvPr/>
        </p:nvGrpSpPr>
        <p:grpSpPr>
          <a:xfrm>
            <a:off x="4903389" y="1500214"/>
            <a:ext cx="267854" cy="355735"/>
            <a:chOff x="4903389" y="1500214"/>
            <a:chExt cx="267854" cy="355735"/>
          </a:xfrm>
        </p:grpSpPr>
        <p:sp>
          <p:nvSpPr>
            <p:cNvPr id="15201" name="Google Shape;15201;p89"/>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89"/>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89"/>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89"/>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89"/>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06" name="Google Shape;15206;p89"/>
          <p:cNvGrpSpPr/>
          <p:nvPr/>
        </p:nvGrpSpPr>
        <p:grpSpPr>
          <a:xfrm>
            <a:off x="7613518" y="1501354"/>
            <a:ext cx="264433" cy="353074"/>
            <a:chOff x="7613518" y="1501354"/>
            <a:chExt cx="264433" cy="353074"/>
          </a:xfrm>
        </p:grpSpPr>
        <p:sp>
          <p:nvSpPr>
            <p:cNvPr id="15207" name="Google Shape;15207;p89"/>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89"/>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89"/>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89"/>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89"/>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89"/>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216"/>
        <p:cNvGrpSpPr/>
        <p:nvPr/>
      </p:nvGrpSpPr>
      <p:grpSpPr>
        <a:xfrm>
          <a:off x="0" y="0"/>
          <a:ext cx="0" cy="0"/>
          <a:chOff x="0" y="0"/>
          <a:chExt cx="0" cy="0"/>
        </a:xfrm>
      </p:grpSpPr>
      <p:sp>
        <p:nvSpPr>
          <p:cNvPr id="15217" name="Google Shape;15217;p90"/>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218" name="Google Shape;15218;p90"/>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5219" name="Google Shape;15219;p90"/>
          <p:cNvGrpSpPr/>
          <p:nvPr/>
        </p:nvGrpSpPr>
        <p:grpSpPr>
          <a:xfrm>
            <a:off x="1757085" y="1500675"/>
            <a:ext cx="371069" cy="359396"/>
            <a:chOff x="1757085" y="1500675"/>
            <a:chExt cx="371069" cy="359396"/>
          </a:xfrm>
        </p:grpSpPr>
        <p:sp>
          <p:nvSpPr>
            <p:cNvPr id="15220" name="Google Shape;15220;p90"/>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90"/>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90"/>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90"/>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90"/>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90"/>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90"/>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90"/>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90"/>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90"/>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90"/>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90"/>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90"/>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90"/>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90"/>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90"/>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90"/>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90"/>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90"/>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90"/>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90"/>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90"/>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90"/>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90"/>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90"/>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90"/>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90"/>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90"/>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90"/>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49" name="Google Shape;15249;p90"/>
          <p:cNvGrpSpPr/>
          <p:nvPr/>
        </p:nvGrpSpPr>
        <p:grpSpPr>
          <a:xfrm>
            <a:off x="2774209" y="1954691"/>
            <a:ext cx="116693" cy="374186"/>
            <a:chOff x="2774209" y="1954691"/>
            <a:chExt cx="116693" cy="374186"/>
          </a:xfrm>
        </p:grpSpPr>
        <p:sp>
          <p:nvSpPr>
            <p:cNvPr id="15250" name="Google Shape;15250;p90"/>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90"/>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2" name="Google Shape;15252;p90"/>
          <p:cNvGrpSpPr/>
          <p:nvPr/>
        </p:nvGrpSpPr>
        <p:grpSpPr>
          <a:xfrm>
            <a:off x="4017435" y="1499912"/>
            <a:ext cx="315092" cy="359397"/>
            <a:chOff x="4017435" y="1499912"/>
            <a:chExt cx="315092" cy="359397"/>
          </a:xfrm>
        </p:grpSpPr>
        <p:sp>
          <p:nvSpPr>
            <p:cNvPr id="15253" name="Google Shape;15253;p90"/>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90"/>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5" name="Google Shape;15255;p90"/>
          <p:cNvGrpSpPr/>
          <p:nvPr/>
        </p:nvGrpSpPr>
        <p:grpSpPr>
          <a:xfrm>
            <a:off x="3963652" y="1999759"/>
            <a:ext cx="374154" cy="284050"/>
            <a:chOff x="3963652" y="1999759"/>
            <a:chExt cx="374154" cy="284050"/>
          </a:xfrm>
        </p:grpSpPr>
        <p:sp>
          <p:nvSpPr>
            <p:cNvPr id="15256" name="Google Shape;15256;p90"/>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90"/>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90"/>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9" name="Google Shape;15259;p90"/>
          <p:cNvGrpSpPr/>
          <p:nvPr/>
        </p:nvGrpSpPr>
        <p:grpSpPr>
          <a:xfrm>
            <a:off x="1777536" y="2014866"/>
            <a:ext cx="376444" cy="253772"/>
            <a:chOff x="1777536" y="2014866"/>
            <a:chExt cx="376444" cy="253772"/>
          </a:xfrm>
        </p:grpSpPr>
        <p:sp>
          <p:nvSpPr>
            <p:cNvPr id="15260" name="Google Shape;15260;p90"/>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90"/>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90"/>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90"/>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90"/>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5" name="Google Shape;15265;p90"/>
          <p:cNvGrpSpPr/>
          <p:nvPr/>
        </p:nvGrpSpPr>
        <p:grpSpPr>
          <a:xfrm>
            <a:off x="1309875" y="2057326"/>
            <a:ext cx="374154" cy="169680"/>
            <a:chOff x="1309875" y="2057326"/>
            <a:chExt cx="374154" cy="169680"/>
          </a:xfrm>
        </p:grpSpPr>
        <p:sp>
          <p:nvSpPr>
            <p:cNvPr id="15266" name="Google Shape;15266;p90"/>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90"/>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90"/>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90"/>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90"/>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90"/>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90"/>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90"/>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90"/>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90"/>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90"/>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77" name="Google Shape;15277;p90"/>
          <p:cNvSpPr/>
          <p:nvPr/>
        </p:nvSpPr>
        <p:spPr>
          <a:xfrm>
            <a:off x="862283" y="207625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78" name="Google Shape;15278;p90"/>
          <p:cNvGrpSpPr/>
          <p:nvPr/>
        </p:nvGrpSpPr>
        <p:grpSpPr>
          <a:xfrm>
            <a:off x="2347450" y="1954564"/>
            <a:ext cx="113639" cy="373168"/>
            <a:chOff x="2347450" y="1954564"/>
            <a:chExt cx="113639" cy="373168"/>
          </a:xfrm>
        </p:grpSpPr>
        <p:sp>
          <p:nvSpPr>
            <p:cNvPr id="15279" name="Google Shape;15279;p90"/>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90"/>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81" name="Google Shape;15281;p90"/>
          <p:cNvSpPr/>
          <p:nvPr/>
        </p:nvSpPr>
        <p:spPr>
          <a:xfrm>
            <a:off x="861520" y="158683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82" name="Google Shape;15282;p90"/>
          <p:cNvGrpSpPr/>
          <p:nvPr/>
        </p:nvGrpSpPr>
        <p:grpSpPr>
          <a:xfrm>
            <a:off x="3110102" y="1499880"/>
            <a:ext cx="330613" cy="358379"/>
            <a:chOff x="3110102" y="1499880"/>
            <a:chExt cx="330613" cy="358379"/>
          </a:xfrm>
        </p:grpSpPr>
        <p:sp>
          <p:nvSpPr>
            <p:cNvPr id="15283" name="Google Shape;15283;p90"/>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90"/>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90"/>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90"/>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90"/>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90"/>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90"/>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90" name="Google Shape;15290;p90"/>
          <p:cNvSpPr/>
          <p:nvPr/>
        </p:nvSpPr>
        <p:spPr>
          <a:xfrm>
            <a:off x="3196834" y="195421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91" name="Google Shape;15291;p90"/>
          <p:cNvGrpSpPr/>
          <p:nvPr/>
        </p:nvGrpSpPr>
        <p:grpSpPr>
          <a:xfrm>
            <a:off x="3485575" y="1999759"/>
            <a:ext cx="373772" cy="284050"/>
            <a:chOff x="3531200" y="1999759"/>
            <a:chExt cx="373772" cy="284050"/>
          </a:xfrm>
        </p:grpSpPr>
        <p:sp>
          <p:nvSpPr>
            <p:cNvPr id="15292" name="Google Shape;15292;p90"/>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3" name="Google Shape;15293;p90"/>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90"/>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90"/>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6" name="Google Shape;15296;p90"/>
          <p:cNvGrpSpPr/>
          <p:nvPr/>
        </p:nvGrpSpPr>
        <p:grpSpPr>
          <a:xfrm>
            <a:off x="2667058" y="1500293"/>
            <a:ext cx="330231" cy="359015"/>
            <a:chOff x="2667058" y="1500293"/>
            <a:chExt cx="330231" cy="359015"/>
          </a:xfrm>
        </p:grpSpPr>
        <p:sp>
          <p:nvSpPr>
            <p:cNvPr id="15297" name="Google Shape;15297;p90"/>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90"/>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90"/>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90"/>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90"/>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90"/>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90"/>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90"/>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90"/>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90"/>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90"/>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90"/>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90"/>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90"/>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90"/>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90"/>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90"/>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90"/>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5" name="Google Shape;15315;p90"/>
          <p:cNvGrpSpPr/>
          <p:nvPr/>
        </p:nvGrpSpPr>
        <p:grpSpPr>
          <a:xfrm>
            <a:off x="3567553" y="1499912"/>
            <a:ext cx="320022" cy="359778"/>
            <a:chOff x="3567553" y="1499912"/>
            <a:chExt cx="320022" cy="359778"/>
          </a:xfrm>
        </p:grpSpPr>
        <p:sp>
          <p:nvSpPr>
            <p:cNvPr id="15316" name="Google Shape;15316;p90"/>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90"/>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90"/>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90"/>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90"/>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90"/>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22" name="Google Shape;15322;p90"/>
          <p:cNvGrpSpPr/>
          <p:nvPr/>
        </p:nvGrpSpPr>
        <p:grpSpPr>
          <a:xfrm>
            <a:off x="1309875" y="1499912"/>
            <a:ext cx="359015" cy="358633"/>
            <a:chOff x="1309875" y="1499912"/>
            <a:chExt cx="359015" cy="358633"/>
          </a:xfrm>
        </p:grpSpPr>
        <p:sp>
          <p:nvSpPr>
            <p:cNvPr id="15323" name="Google Shape;15323;p90"/>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90"/>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90"/>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90"/>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90"/>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90"/>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90"/>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90"/>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90"/>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2" name="Google Shape;15332;p90"/>
          <p:cNvGrpSpPr/>
          <p:nvPr/>
        </p:nvGrpSpPr>
        <p:grpSpPr>
          <a:xfrm>
            <a:off x="2219466" y="1500293"/>
            <a:ext cx="330613" cy="359015"/>
            <a:chOff x="2219466" y="1500293"/>
            <a:chExt cx="330613" cy="359015"/>
          </a:xfrm>
        </p:grpSpPr>
        <p:sp>
          <p:nvSpPr>
            <p:cNvPr id="15333" name="Google Shape;15333;p90"/>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90"/>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5" name="Google Shape;15335;p90"/>
          <p:cNvGrpSpPr/>
          <p:nvPr/>
        </p:nvGrpSpPr>
        <p:grpSpPr>
          <a:xfrm>
            <a:off x="5343544" y="1509358"/>
            <a:ext cx="244676" cy="351095"/>
            <a:chOff x="5343544" y="1509358"/>
            <a:chExt cx="244676" cy="351095"/>
          </a:xfrm>
        </p:grpSpPr>
        <p:sp>
          <p:nvSpPr>
            <p:cNvPr id="15336" name="Google Shape;15336;p90"/>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90"/>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90"/>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9" name="Google Shape;15339;p90"/>
          <p:cNvGrpSpPr/>
          <p:nvPr/>
        </p:nvGrpSpPr>
        <p:grpSpPr>
          <a:xfrm>
            <a:off x="4882340" y="1509358"/>
            <a:ext cx="246171" cy="351095"/>
            <a:chOff x="4882340" y="1509358"/>
            <a:chExt cx="246171" cy="351095"/>
          </a:xfrm>
        </p:grpSpPr>
        <p:sp>
          <p:nvSpPr>
            <p:cNvPr id="15340" name="Google Shape;15340;p90"/>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90"/>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90"/>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90"/>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90"/>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5" name="Google Shape;15345;p90"/>
          <p:cNvGrpSpPr/>
          <p:nvPr/>
        </p:nvGrpSpPr>
        <p:grpSpPr>
          <a:xfrm>
            <a:off x="6273204" y="1509008"/>
            <a:ext cx="236343" cy="351445"/>
            <a:chOff x="6273204" y="1509008"/>
            <a:chExt cx="236343" cy="351445"/>
          </a:xfrm>
        </p:grpSpPr>
        <p:sp>
          <p:nvSpPr>
            <p:cNvPr id="15346" name="Google Shape;15346;p90"/>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90"/>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48" name="Google Shape;15348;p90"/>
          <p:cNvSpPr/>
          <p:nvPr/>
        </p:nvSpPr>
        <p:spPr>
          <a:xfrm>
            <a:off x="5809710" y="150973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49" name="Google Shape;15349;p90"/>
          <p:cNvGrpSpPr/>
          <p:nvPr/>
        </p:nvGrpSpPr>
        <p:grpSpPr>
          <a:xfrm>
            <a:off x="7219530" y="1508244"/>
            <a:ext cx="191625" cy="352209"/>
            <a:chOff x="7219530" y="1508244"/>
            <a:chExt cx="191625" cy="352209"/>
          </a:xfrm>
        </p:grpSpPr>
        <p:sp>
          <p:nvSpPr>
            <p:cNvPr id="15350" name="Google Shape;15350;p90"/>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90"/>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2" name="Google Shape;15352;p90"/>
          <p:cNvGrpSpPr/>
          <p:nvPr/>
        </p:nvGrpSpPr>
        <p:grpSpPr>
          <a:xfrm>
            <a:off x="7699309" y="1508626"/>
            <a:ext cx="154922" cy="351827"/>
            <a:chOff x="7699309" y="1508626"/>
            <a:chExt cx="154922" cy="351827"/>
          </a:xfrm>
        </p:grpSpPr>
        <p:sp>
          <p:nvSpPr>
            <p:cNvPr id="15353" name="Google Shape;15353;p90"/>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90"/>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90"/>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90"/>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90"/>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90"/>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90"/>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0" name="Google Shape;15360;p90"/>
          <p:cNvGrpSpPr/>
          <p:nvPr/>
        </p:nvGrpSpPr>
        <p:grpSpPr>
          <a:xfrm>
            <a:off x="8161690" y="1509008"/>
            <a:ext cx="153396" cy="351064"/>
            <a:chOff x="8161690" y="1509008"/>
            <a:chExt cx="153396" cy="351064"/>
          </a:xfrm>
        </p:grpSpPr>
        <p:sp>
          <p:nvSpPr>
            <p:cNvPr id="15361" name="Google Shape;15361;p90"/>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90"/>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90"/>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90"/>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5" name="Google Shape;15365;p90"/>
          <p:cNvGrpSpPr/>
          <p:nvPr/>
        </p:nvGrpSpPr>
        <p:grpSpPr>
          <a:xfrm>
            <a:off x="6746940" y="1508881"/>
            <a:ext cx="213221" cy="352304"/>
            <a:chOff x="6746940" y="1508881"/>
            <a:chExt cx="213221" cy="352304"/>
          </a:xfrm>
        </p:grpSpPr>
        <p:sp>
          <p:nvSpPr>
            <p:cNvPr id="15366" name="Google Shape;15366;p90"/>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90"/>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90"/>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90"/>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0" name="Google Shape;15370;p90"/>
          <p:cNvGrpSpPr/>
          <p:nvPr/>
        </p:nvGrpSpPr>
        <p:grpSpPr>
          <a:xfrm>
            <a:off x="5770336" y="2007615"/>
            <a:ext cx="350682" cy="292097"/>
            <a:chOff x="5770336" y="2007615"/>
            <a:chExt cx="350682" cy="292097"/>
          </a:xfrm>
        </p:grpSpPr>
        <p:sp>
          <p:nvSpPr>
            <p:cNvPr id="15371" name="Google Shape;15371;p90"/>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90"/>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90"/>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90"/>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5" name="Google Shape;15375;p90"/>
          <p:cNvGrpSpPr/>
          <p:nvPr/>
        </p:nvGrpSpPr>
        <p:grpSpPr>
          <a:xfrm>
            <a:off x="5326878" y="1980358"/>
            <a:ext cx="350332" cy="346229"/>
            <a:chOff x="5326878" y="1980358"/>
            <a:chExt cx="350332" cy="346229"/>
          </a:xfrm>
        </p:grpSpPr>
        <p:sp>
          <p:nvSpPr>
            <p:cNvPr id="15376" name="Google Shape;15376;p90"/>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90"/>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90"/>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90"/>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80" name="Google Shape;15380;p90"/>
          <p:cNvSpPr/>
          <p:nvPr/>
        </p:nvSpPr>
        <p:spPr>
          <a:xfrm>
            <a:off x="7992774" y="197778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1" name="Google Shape;15381;p90"/>
          <p:cNvGrpSpPr/>
          <p:nvPr/>
        </p:nvGrpSpPr>
        <p:grpSpPr>
          <a:xfrm>
            <a:off x="4883835" y="1992571"/>
            <a:ext cx="350300" cy="323043"/>
            <a:chOff x="4883835" y="1992571"/>
            <a:chExt cx="350300" cy="323043"/>
          </a:xfrm>
        </p:grpSpPr>
        <p:sp>
          <p:nvSpPr>
            <p:cNvPr id="15382" name="Google Shape;15382;p90"/>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90"/>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90"/>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90"/>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90"/>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90"/>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8" name="Google Shape;15388;p90"/>
          <p:cNvGrpSpPr/>
          <p:nvPr/>
        </p:nvGrpSpPr>
        <p:grpSpPr>
          <a:xfrm>
            <a:off x="7548967" y="1978927"/>
            <a:ext cx="333285" cy="349950"/>
            <a:chOff x="7548967" y="1978927"/>
            <a:chExt cx="333285" cy="349950"/>
          </a:xfrm>
        </p:grpSpPr>
        <p:sp>
          <p:nvSpPr>
            <p:cNvPr id="15389" name="Google Shape;15389;p90"/>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90"/>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90"/>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90"/>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90"/>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90"/>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90"/>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6" name="Google Shape;15396;p90"/>
          <p:cNvGrpSpPr/>
          <p:nvPr/>
        </p:nvGrpSpPr>
        <p:grpSpPr>
          <a:xfrm>
            <a:off x="6214142" y="1978927"/>
            <a:ext cx="346515" cy="350300"/>
            <a:chOff x="6214142" y="1978927"/>
            <a:chExt cx="346515" cy="350300"/>
          </a:xfrm>
        </p:grpSpPr>
        <p:sp>
          <p:nvSpPr>
            <p:cNvPr id="15397" name="Google Shape;15397;p90"/>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90"/>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9" name="Google Shape;15399;p90"/>
          <p:cNvGrpSpPr/>
          <p:nvPr/>
        </p:nvGrpSpPr>
        <p:grpSpPr>
          <a:xfrm>
            <a:off x="7105923" y="1978545"/>
            <a:ext cx="333285" cy="350682"/>
            <a:chOff x="7105923" y="1978545"/>
            <a:chExt cx="333285" cy="350682"/>
          </a:xfrm>
        </p:grpSpPr>
        <p:sp>
          <p:nvSpPr>
            <p:cNvPr id="15400" name="Google Shape;15400;p90"/>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90"/>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90"/>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90"/>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90"/>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90"/>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90"/>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07" name="Google Shape;15407;p90"/>
          <p:cNvSpPr/>
          <p:nvPr/>
        </p:nvSpPr>
        <p:spPr>
          <a:xfrm>
            <a:off x="6658713" y="197854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90"/>
          <p:cNvSpPr/>
          <p:nvPr/>
        </p:nvSpPr>
        <p:spPr>
          <a:xfrm>
            <a:off x="4104898" y="242225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09" name="Google Shape;15409;p90"/>
          <p:cNvGrpSpPr/>
          <p:nvPr/>
        </p:nvGrpSpPr>
        <p:grpSpPr>
          <a:xfrm>
            <a:off x="3616406" y="2422352"/>
            <a:ext cx="203393" cy="351827"/>
            <a:chOff x="3616406" y="2422352"/>
            <a:chExt cx="203393" cy="351827"/>
          </a:xfrm>
        </p:grpSpPr>
        <p:sp>
          <p:nvSpPr>
            <p:cNvPr id="15410" name="Google Shape;15410;p90"/>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90"/>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2" name="Google Shape;15412;p90"/>
          <p:cNvGrpSpPr/>
          <p:nvPr/>
        </p:nvGrpSpPr>
        <p:grpSpPr>
          <a:xfrm>
            <a:off x="878187" y="2421970"/>
            <a:ext cx="272696" cy="351827"/>
            <a:chOff x="913012" y="2421970"/>
            <a:chExt cx="272696" cy="351827"/>
          </a:xfrm>
        </p:grpSpPr>
        <p:sp>
          <p:nvSpPr>
            <p:cNvPr id="15413" name="Google Shape;15413;p90"/>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90"/>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90"/>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90"/>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7" name="Google Shape;15417;p90"/>
          <p:cNvGrpSpPr/>
          <p:nvPr/>
        </p:nvGrpSpPr>
        <p:grpSpPr>
          <a:xfrm>
            <a:off x="2274743" y="2422352"/>
            <a:ext cx="255649" cy="351445"/>
            <a:chOff x="2274743" y="2422352"/>
            <a:chExt cx="255649" cy="351445"/>
          </a:xfrm>
        </p:grpSpPr>
        <p:sp>
          <p:nvSpPr>
            <p:cNvPr id="15418" name="Google Shape;15418;p90"/>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90"/>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90"/>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1" name="Google Shape;15421;p90"/>
          <p:cNvGrpSpPr/>
          <p:nvPr/>
        </p:nvGrpSpPr>
        <p:grpSpPr>
          <a:xfrm>
            <a:off x="2708723" y="2421239"/>
            <a:ext cx="246552" cy="352558"/>
            <a:chOff x="2708723" y="2421239"/>
            <a:chExt cx="246552" cy="352558"/>
          </a:xfrm>
        </p:grpSpPr>
        <p:sp>
          <p:nvSpPr>
            <p:cNvPr id="15422" name="Google Shape;15422;p90"/>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90"/>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4" name="Google Shape;15424;p90"/>
          <p:cNvGrpSpPr/>
          <p:nvPr/>
        </p:nvGrpSpPr>
        <p:grpSpPr>
          <a:xfrm>
            <a:off x="1835485" y="2422352"/>
            <a:ext cx="259433" cy="350714"/>
            <a:chOff x="1835485" y="2422352"/>
            <a:chExt cx="259433" cy="350714"/>
          </a:xfrm>
        </p:grpSpPr>
        <p:sp>
          <p:nvSpPr>
            <p:cNvPr id="15425" name="Google Shape;15425;p90"/>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90"/>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90"/>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90"/>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90"/>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90"/>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90"/>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2" name="Google Shape;15432;p90"/>
          <p:cNvGrpSpPr/>
          <p:nvPr/>
        </p:nvGrpSpPr>
        <p:grpSpPr>
          <a:xfrm>
            <a:off x="3150240" y="2422352"/>
            <a:ext cx="212489" cy="351445"/>
            <a:chOff x="3150240" y="2422352"/>
            <a:chExt cx="212489" cy="351445"/>
          </a:xfrm>
        </p:grpSpPr>
        <p:sp>
          <p:nvSpPr>
            <p:cNvPr id="15433" name="Google Shape;15433;p90"/>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90"/>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5" name="Google Shape;15435;p90"/>
          <p:cNvGrpSpPr/>
          <p:nvPr/>
        </p:nvGrpSpPr>
        <p:grpSpPr>
          <a:xfrm>
            <a:off x="1367060" y="2422129"/>
            <a:ext cx="269261" cy="352050"/>
            <a:chOff x="1367060" y="2422129"/>
            <a:chExt cx="269261" cy="352050"/>
          </a:xfrm>
        </p:grpSpPr>
        <p:sp>
          <p:nvSpPr>
            <p:cNvPr id="15436" name="Google Shape;15436;p90"/>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90"/>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90"/>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90"/>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90"/>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90"/>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90"/>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90"/>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90"/>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90"/>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90"/>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90"/>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90"/>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90"/>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50" name="Google Shape;15450;p90"/>
          <p:cNvSpPr/>
          <p:nvPr/>
        </p:nvSpPr>
        <p:spPr>
          <a:xfrm>
            <a:off x="7075994" y="242591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51" name="Google Shape;15451;p90"/>
          <p:cNvGrpSpPr/>
          <p:nvPr/>
        </p:nvGrpSpPr>
        <p:grpSpPr>
          <a:xfrm>
            <a:off x="4882690" y="2425405"/>
            <a:ext cx="274573" cy="350682"/>
            <a:chOff x="4882690" y="2425405"/>
            <a:chExt cx="274573" cy="350682"/>
          </a:xfrm>
        </p:grpSpPr>
        <p:sp>
          <p:nvSpPr>
            <p:cNvPr id="15452" name="Google Shape;15452;p90"/>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90"/>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54" name="Google Shape;15454;p90"/>
          <p:cNvGrpSpPr/>
          <p:nvPr/>
        </p:nvGrpSpPr>
        <p:grpSpPr>
          <a:xfrm>
            <a:off x="6627639" y="2443884"/>
            <a:ext cx="355993" cy="313247"/>
            <a:chOff x="6627639" y="2443884"/>
            <a:chExt cx="355993" cy="313247"/>
          </a:xfrm>
        </p:grpSpPr>
        <p:sp>
          <p:nvSpPr>
            <p:cNvPr id="15455" name="Google Shape;15455;p90"/>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90"/>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90"/>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58" name="Google Shape;15458;p90"/>
          <p:cNvGrpSpPr/>
          <p:nvPr/>
        </p:nvGrpSpPr>
        <p:grpSpPr>
          <a:xfrm>
            <a:off x="6183451" y="2462140"/>
            <a:ext cx="351445" cy="277976"/>
            <a:chOff x="6183451" y="2462140"/>
            <a:chExt cx="351445" cy="277976"/>
          </a:xfrm>
        </p:grpSpPr>
        <p:sp>
          <p:nvSpPr>
            <p:cNvPr id="15459" name="Google Shape;15459;p90"/>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90"/>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90"/>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90"/>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90"/>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90"/>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90"/>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6" name="Google Shape;15466;p90"/>
          <p:cNvGrpSpPr/>
          <p:nvPr/>
        </p:nvGrpSpPr>
        <p:grpSpPr>
          <a:xfrm>
            <a:off x="5735477" y="2429858"/>
            <a:ext cx="353354" cy="341299"/>
            <a:chOff x="5735477" y="2429858"/>
            <a:chExt cx="353354" cy="341299"/>
          </a:xfrm>
        </p:grpSpPr>
        <p:sp>
          <p:nvSpPr>
            <p:cNvPr id="15467" name="Google Shape;15467;p90"/>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90"/>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90"/>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90"/>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90"/>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90"/>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3" name="Google Shape;15473;p90"/>
          <p:cNvGrpSpPr/>
          <p:nvPr/>
        </p:nvGrpSpPr>
        <p:grpSpPr>
          <a:xfrm>
            <a:off x="5243735" y="2446973"/>
            <a:ext cx="405255" cy="275499"/>
            <a:chOff x="5283337" y="2478774"/>
            <a:chExt cx="358633" cy="243913"/>
          </a:xfrm>
        </p:grpSpPr>
        <p:sp>
          <p:nvSpPr>
            <p:cNvPr id="15474" name="Google Shape;15474;p90"/>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90"/>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90"/>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90"/>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90"/>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90"/>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90"/>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90"/>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90"/>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90"/>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90"/>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90"/>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90"/>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90"/>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90"/>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90"/>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90"/>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1" name="Google Shape;15491;p90"/>
          <p:cNvGrpSpPr/>
          <p:nvPr/>
        </p:nvGrpSpPr>
        <p:grpSpPr>
          <a:xfrm>
            <a:off x="7964753" y="2470823"/>
            <a:ext cx="362068" cy="258670"/>
            <a:chOff x="7964753" y="2470823"/>
            <a:chExt cx="362068" cy="258670"/>
          </a:xfrm>
        </p:grpSpPr>
        <p:sp>
          <p:nvSpPr>
            <p:cNvPr id="15492" name="Google Shape;15492;p90"/>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90"/>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90"/>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90"/>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90"/>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90"/>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90"/>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90"/>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90"/>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1" name="Google Shape;15501;p90"/>
          <p:cNvGrpSpPr/>
          <p:nvPr/>
        </p:nvGrpSpPr>
        <p:grpSpPr>
          <a:xfrm>
            <a:off x="7524349" y="2456447"/>
            <a:ext cx="350332" cy="288948"/>
            <a:chOff x="7524349" y="2456447"/>
            <a:chExt cx="350332" cy="288948"/>
          </a:xfrm>
        </p:grpSpPr>
        <p:sp>
          <p:nvSpPr>
            <p:cNvPr id="15502" name="Google Shape;15502;p90"/>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90"/>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90"/>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90"/>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90"/>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7" name="Google Shape;15507;p90"/>
          <p:cNvGrpSpPr/>
          <p:nvPr/>
        </p:nvGrpSpPr>
        <p:grpSpPr>
          <a:xfrm>
            <a:off x="3972749" y="2894211"/>
            <a:ext cx="355230" cy="356725"/>
            <a:chOff x="3972749" y="2894211"/>
            <a:chExt cx="355230" cy="356725"/>
          </a:xfrm>
        </p:grpSpPr>
        <p:sp>
          <p:nvSpPr>
            <p:cNvPr id="15508" name="Google Shape;15508;p90"/>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90"/>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90"/>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90"/>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90"/>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3" name="Google Shape;15513;p90"/>
          <p:cNvGrpSpPr/>
          <p:nvPr/>
        </p:nvGrpSpPr>
        <p:grpSpPr>
          <a:xfrm>
            <a:off x="3527797" y="2918796"/>
            <a:ext cx="355993" cy="307904"/>
            <a:chOff x="3527797" y="2918796"/>
            <a:chExt cx="355993" cy="307904"/>
          </a:xfrm>
        </p:grpSpPr>
        <p:sp>
          <p:nvSpPr>
            <p:cNvPr id="15514" name="Google Shape;15514;p90"/>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90"/>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90"/>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90"/>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90"/>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90"/>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90"/>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90"/>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90"/>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90"/>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4" name="Google Shape;15524;p90"/>
          <p:cNvGrpSpPr/>
          <p:nvPr/>
        </p:nvGrpSpPr>
        <p:grpSpPr>
          <a:xfrm>
            <a:off x="3082845" y="2920959"/>
            <a:ext cx="356375" cy="302338"/>
            <a:chOff x="3082845" y="2920959"/>
            <a:chExt cx="356375" cy="302338"/>
          </a:xfrm>
        </p:grpSpPr>
        <p:sp>
          <p:nvSpPr>
            <p:cNvPr id="15525" name="Google Shape;15525;p90"/>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90"/>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7" name="Google Shape;15527;p90"/>
          <p:cNvGrpSpPr/>
          <p:nvPr/>
        </p:nvGrpSpPr>
        <p:grpSpPr>
          <a:xfrm>
            <a:off x="2639038" y="2894942"/>
            <a:ext cx="355612" cy="355612"/>
            <a:chOff x="2639038" y="2894942"/>
            <a:chExt cx="355612" cy="355612"/>
          </a:xfrm>
        </p:grpSpPr>
        <p:sp>
          <p:nvSpPr>
            <p:cNvPr id="15528" name="Google Shape;15528;p90"/>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90"/>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0" name="Google Shape;15530;p90"/>
          <p:cNvGrpSpPr/>
          <p:nvPr/>
        </p:nvGrpSpPr>
        <p:grpSpPr>
          <a:xfrm>
            <a:off x="2194468" y="2938865"/>
            <a:ext cx="355993" cy="267766"/>
            <a:chOff x="2194468" y="2938865"/>
            <a:chExt cx="355993" cy="267766"/>
          </a:xfrm>
        </p:grpSpPr>
        <p:sp>
          <p:nvSpPr>
            <p:cNvPr id="15531" name="Google Shape;15531;p90"/>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90"/>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3" name="Google Shape;15533;p90"/>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4" name="Google Shape;15534;p90"/>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90"/>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90"/>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90"/>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90"/>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90"/>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90"/>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90"/>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90"/>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90"/>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90"/>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5" name="Google Shape;15545;p90"/>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90"/>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90"/>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90"/>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90"/>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90"/>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1" name="Google Shape;15551;p90"/>
          <p:cNvGrpSpPr/>
          <p:nvPr/>
        </p:nvGrpSpPr>
        <p:grpSpPr>
          <a:xfrm>
            <a:off x="1749897" y="2894561"/>
            <a:ext cx="355993" cy="355612"/>
            <a:chOff x="1749897" y="2894561"/>
            <a:chExt cx="355993" cy="355612"/>
          </a:xfrm>
        </p:grpSpPr>
        <p:sp>
          <p:nvSpPr>
            <p:cNvPr id="15552" name="Google Shape;15552;p90"/>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90"/>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90"/>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90"/>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90"/>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90"/>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90"/>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90"/>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90"/>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90"/>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90"/>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63" name="Google Shape;15563;p90"/>
          <p:cNvGrpSpPr/>
          <p:nvPr/>
        </p:nvGrpSpPr>
        <p:grpSpPr>
          <a:xfrm>
            <a:off x="1305327" y="2894211"/>
            <a:ext cx="357520" cy="357488"/>
            <a:chOff x="1305327" y="2894211"/>
            <a:chExt cx="357520" cy="357488"/>
          </a:xfrm>
        </p:grpSpPr>
        <p:sp>
          <p:nvSpPr>
            <p:cNvPr id="15564" name="Google Shape;15564;p90"/>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90"/>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90"/>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90"/>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90"/>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69" name="Google Shape;15569;p90"/>
          <p:cNvGrpSpPr/>
          <p:nvPr/>
        </p:nvGrpSpPr>
        <p:grpSpPr>
          <a:xfrm>
            <a:off x="853950" y="2894720"/>
            <a:ext cx="364104" cy="353290"/>
            <a:chOff x="853950" y="2894720"/>
            <a:chExt cx="364104" cy="353290"/>
          </a:xfrm>
        </p:grpSpPr>
        <p:sp>
          <p:nvSpPr>
            <p:cNvPr id="15570" name="Google Shape;15570;p90"/>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90"/>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90"/>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90"/>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90"/>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90"/>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90"/>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7" name="Google Shape;15577;p90"/>
          <p:cNvGrpSpPr/>
          <p:nvPr/>
        </p:nvGrpSpPr>
        <p:grpSpPr>
          <a:xfrm>
            <a:off x="7066548" y="2912594"/>
            <a:ext cx="352209" cy="334938"/>
            <a:chOff x="7066548" y="2912594"/>
            <a:chExt cx="352209" cy="334938"/>
          </a:xfrm>
        </p:grpSpPr>
        <p:sp>
          <p:nvSpPr>
            <p:cNvPr id="15578" name="Google Shape;15578;p90"/>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90"/>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90"/>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90"/>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90"/>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90"/>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84" name="Google Shape;15584;p90"/>
          <p:cNvSpPr/>
          <p:nvPr/>
        </p:nvSpPr>
        <p:spPr>
          <a:xfrm>
            <a:off x="6591286" y="288397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90"/>
          <p:cNvSpPr/>
          <p:nvPr/>
        </p:nvSpPr>
        <p:spPr>
          <a:xfrm>
            <a:off x="6134980" y="290178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86" name="Google Shape;15586;p90"/>
          <p:cNvGrpSpPr/>
          <p:nvPr/>
        </p:nvGrpSpPr>
        <p:grpSpPr>
          <a:xfrm>
            <a:off x="7541397" y="2904802"/>
            <a:ext cx="318495" cy="352209"/>
            <a:chOff x="7541397" y="2904802"/>
            <a:chExt cx="318495" cy="352209"/>
          </a:xfrm>
        </p:grpSpPr>
        <p:sp>
          <p:nvSpPr>
            <p:cNvPr id="15587" name="Google Shape;15587;p90"/>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90"/>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89" name="Google Shape;15589;p90"/>
          <p:cNvGrpSpPr/>
          <p:nvPr/>
        </p:nvGrpSpPr>
        <p:grpSpPr>
          <a:xfrm>
            <a:off x="8003015" y="2904039"/>
            <a:ext cx="306759" cy="351445"/>
            <a:chOff x="8003015" y="2904039"/>
            <a:chExt cx="306759" cy="351445"/>
          </a:xfrm>
        </p:grpSpPr>
        <p:sp>
          <p:nvSpPr>
            <p:cNvPr id="15590" name="Google Shape;15590;p90"/>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90"/>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90"/>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90"/>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90"/>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90"/>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96" name="Google Shape;15596;p90"/>
          <p:cNvGrpSpPr/>
          <p:nvPr/>
        </p:nvGrpSpPr>
        <p:grpSpPr>
          <a:xfrm>
            <a:off x="5687770" y="2885496"/>
            <a:ext cx="369638" cy="369606"/>
            <a:chOff x="5687770" y="2885496"/>
            <a:chExt cx="369638" cy="369606"/>
          </a:xfrm>
        </p:grpSpPr>
        <p:sp>
          <p:nvSpPr>
            <p:cNvPr id="15597" name="Google Shape;15597;p90"/>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90"/>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90"/>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90"/>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90"/>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90"/>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90"/>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90"/>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90"/>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90"/>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7" name="Google Shape;15607;p90"/>
          <p:cNvGrpSpPr/>
          <p:nvPr/>
        </p:nvGrpSpPr>
        <p:grpSpPr>
          <a:xfrm>
            <a:off x="4881958" y="2904802"/>
            <a:ext cx="156417" cy="349537"/>
            <a:chOff x="4881958" y="2904802"/>
            <a:chExt cx="156417" cy="349537"/>
          </a:xfrm>
        </p:grpSpPr>
        <p:sp>
          <p:nvSpPr>
            <p:cNvPr id="15608" name="Google Shape;15608;p90"/>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90"/>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90"/>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90"/>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90"/>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90"/>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90"/>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5" name="Google Shape;15615;p90"/>
          <p:cNvGrpSpPr/>
          <p:nvPr/>
        </p:nvGrpSpPr>
        <p:grpSpPr>
          <a:xfrm>
            <a:off x="5230318" y="2886514"/>
            <a:ext cx="371133" cy="367443"/>
            <a:chOff x="5230318" y="2886514"/>
            <a:chExt cx="371133" cy="367443"/>
          </a:xfrm>
        </p:grpSpPr>
        <p:sp>
          <p:nvSpPr>
            <p:cNvPr id="15616" name="Google Shape;15616;p90"/>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90"/>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90"/>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90"/>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90"/>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90"/>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90"/>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90"/>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90"/>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25" name="Google Shape;15625;p90"/>
          <p:cNvGrpSpPr/>
          <p:nvPr/>
        </p:nvGrpSpPr>
        <p:grpSpPr>
          <a:xfrm>
            <a:off x="5748358" y="3434578"/>
            <a:ext cx="352590" cy="182561"/>
            <a:chOff x="5748358" y="3434578"/>
            <a:chExt cx="352590" cy="182561"/>
          </a:xfrm>
        </p:grpSpPr>
        <p:sp>
          <p:nvSpPr>
            <p:cNvPr id="15626" name="Google Shape;15626;p90"/>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90"/>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90"/>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90"/>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90"/>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90"/>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2" name="Google Shape;15632;p90"/>
          <p:cNvGrpSpPr/>
          <p:nvPr/>
        </p:nvGrpSpPr>
        <p:grpSpPr>
          <a:xfrm>
            <a:off x="862283" y="4274771"/>
            <a:ext cx="341204" cy="359301"/>
            <a:chOff x="862283" y="4274771"/>
            <a:chExt cx="341204" cy="359301"/>
          </a:xfrm>
        </p:grpSpPr>
        <p:sp>
          <p:nvSpPr>
            <p:cNvPr id="15633" name="Google Shape;15633;p90"/>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90"/>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90"/>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6" name="Google Shape;15636;p90"/>
          <p:cNvGrpSpPr/>
          <p:nvPr/>
        </p:nvGrpSpPr>
        <p:grpSpPr>
          <a:xfrm>
            <a:off x="1396957" y="4287365"/>
            <a:ext cx="301861" cy="332871"/>
            <a:chOff x="1396957" y="4287365"/>
            <a:chExt cx="301861" cy="332871"/>
          </a:xfrm>
        </p:grpSpPr>
        <p:sp>
          <p:nvSpPr>
            <p:cNvPr id="15637" name="Google Shape;15637;p90"/>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90"/>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90"/>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90"/>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90"/>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90"/>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90"/>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90"/>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90"/>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90"/>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90"/>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90"/>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90"/>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90"/>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90"/>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52" name="Google Shape;15652;p90"/>
          <p:cNvGrpSpPr/>
          <p:nvPr/>
        </p:nvGrpSpPr>
        <p:grpSpPr>
          <a:xfrm>
            <a:off x="1865381" y="4277506"/>
            <a:ext cx="396131" cy="355612"/>
            <a:chOff x="1865381" y="4277506"/>
            <a:chExt cx="396131" cy="355612"/>
          </a:xfrm>
        </p:grpSpPr>
        <p:sp>
          <p:nvSpPr>
            <p:cNvPr id="15653" name="Google Shape;15653;p90"/>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90"/>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90"/>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90"/>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90"/>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90"/>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59" name="Google Shape;15659;p90"/>
          <p:cNvGrpSpPr/>
          <p:nvPr/>
        </p:nvGrpSpPr>
        <p:grpSpPr>
          <a:xfrm>
            <a:off x="2411823" y="4303999"/>
            <a:ext cx="334398" cy="299953"/>
            <a:chOff x="2411823" y="4303999"/>
            <a:chExt cx="334398" cy="299953"/>
          </a:xfrm>
        </p:grpSpPr>
        <p:sp>
          <p:nvSpPr>
            <p:cNvPr id="15660" name="Google Shape;15660;p90"/>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90"/>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90"/>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90"/>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90"/>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90"/>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90"/>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7" name="Google Shape;15667;p90"/>
          <p:cNvGrpSpPr/>
          <p:nvPr/>
        </p:nvGrpSpPr>
        <p:grpSpPr>
          <a:xfrm>
            <a:off x="2903337" y="4279032"/>
            <a:ext cx="382519" cy="350682"/>
            <a:chOff x="2903337" y="4279032"/>
            <a:chExt cx="382519" cy="350682"/>
          </a:xfrm>
        </p:grpSpPr>
        <p:sp>
          <p:nvSpPr>
            <p:cNvPr id="15668" name="Google Shape;15668;p90"/>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90"/>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90"/>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90"/>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90"/>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90"/>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90"/>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90"/>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90"/>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90"/>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90"/>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90"/>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90"/>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90"/>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90"/>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3" name="Google Shape;15683;p90"/>
          <p:cNvGrpSpPr/>
          <p:nvPr/>
        </p:nvGrpSpPr>
        <p:grpSpPr>
          <a:xfrm>
            <a:off x="3933342" y="4315767"/>
            <a:ext cx="383632" cy="276449"/>
            <a:chOff x="3933342" y="4315767"/>
            <a:chExt cx="383632" cy="276449"/>
          </a:xfrm>
        </p:grpSpPr>
        <p:sp>
          <p:nvSpPr>
            <p:cNvPr id="15684" name="Google Shape;15684;p90"/>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90"/>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90"/>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90"/>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90"/>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9" name="Google Shape;15689;p90"/>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90" name="Google Shape;15690;p90"/>
          <p:cNvGrpSpPr/>
          <p:nvPr/>
        </p:nvGrpSpPr>
        <p:grpSpPr>
          <a:xfrm>
            <a:off x="3441065" y="4302505"/>
            <a:ext cx="337069" cy="302593"/>
            <a:chOff x="3441065" y="4302505"/>
            <a:chExt cx="337069" cy="302593"/>
          </a:xfrm>
        </p:grpSpPr>
        <p:sp>
          <p:nvSpPr>
            <p:cNvPr id="15691" name="Google Shape;15691;p90"/>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90"/>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90"/>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90"/>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90"/>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90"/>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90"/>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90"/>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90"/>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90"/>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90"/>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90"/>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90"/>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4" name="Google Shape;15704;p90"/>
          <p:cNvGrpSpPr/>
          <p:nvPr/>
        </p:nvGrpSpPr>
        <p:grpSpPr>
          <a:xfrm>
            <a:off x="3532345" y="3362635"/>
            <a:ext cx="339328" cy="336274"/>
            <a:chOff x="3532345" y="3362635"/>
            <a:chExt cx="339328" cy="336274"/>
          </a:xfrm>
        </p:grpSpPr>
        <p:sp>
          <p:nvSpPr>
            <p:cNvPr id="15705" name="Google Shape;15705;p90"/>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90"/>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90"/>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90"/>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90"/>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710" name="Google Shape;15710;p90"/>
          <p:cNvSpPr/>
          <p:nvPr/>
        </p:nvSpPr>
        <p:spPr>
          <a:xfrm>
            <a:off x="3968964" y="334994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11" name="Google Shape;15711;p90"/>
          <p:cNvGrpSpPr/>
          <p:nvPr/>
        </p:nvGrpSpPr>
        <p:grpSpPr>
          <a:xfrm>
            <a:off x="1883955" y="3808700"/>
            <a:ext cx="162873" cy="351445"/>
            <a:chOff x="1883955" y="3808700"/>
            <a:chExt cx="162873" cy="351445"/>
          </a:xfrm>
        </p:grpSpPr>
        <p:sp>
          <p:nvSpPr>
            <p:cNvPr id="15712" name="Google Shape;15712;p90"/>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90"/>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4" name="Google Shape;15714;p90"/>
          <p:cNvGrpSpPr/>
          <p:nvPr/>
        </p:nvGrpSpPr>
        <p:grpSpPr>
          <a:xfrm>
            <a:off x="939156" y="3809209"/>
            <a:ext cx="192007" cy="351318"/>
            <a:chOff x="939156" y="3809209"/>
            <a:chExt cx="192007" cy="351318"/>
          </a:xfrm>
        </p:grpSpPr>
        <p:sp>
          <p:nvSpPr>
            <p:cNvPr id="15715" name="Google Shape;15715;p90"/>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90"/>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7" name="Google Shape;15717;p90"/>
          <p:cNvGrpSpPr/>
          <p:nvPr/>
        </p:nvGrpSpPr>
        <p:grpSpPr>
          <a:xfrm>
            <a:off x="2306167" y="3809845"/>
            <a:ext cx="193915" cy="349155"/>
            <a:chOff x="2306167" y="3809845"/>
            <a:chExt cx="193915" cy="349155"/>
          </a:xfrm>
        </p:grpSpPr>
        <p:sp>
          <p:nvSpPr>
            <p:cNvPr id="15718" name="Google Shape;15718;p90"/>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9" name="Google Shape;15719;p90"/>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90"/>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90"/>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90"/>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90"/>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90"/>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25" name="Google Shape;15725;p90"/>
          <p:cNvGrpSpPr/>
          <p:nvPr/>
        </p:nvGrpSpPr>
        <p:grpSpPr>
          <a:xfrm>
            <a:off x="1323901" y="3807173"/>
            <a:ext cx="356343" cy="356757"/>
            <a:chOff x="1323901" y="3807173"/>
            <a:chExt cx="356343" cy="356757"/>
          </a:xfrm>
        </p:grpSpPr>
        <p:sp>
          <p:nvSpPr>
            <p:cNvPr id="15726" name="Google Shape;15726;p90"/>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90"/>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90"/>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90"/>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90"/>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90"/>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90"/>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90"/>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90"/>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90"/>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90"/>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7" name="Google Shape;15737;p90"/>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8" name="Google Shape;15738;p90"/>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90"/>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90"/>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1" name="Google Shape;15741;p90"/>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90"/>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90"/>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90"/>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90"/>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90"/>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90"/>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90"/>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90"/>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750" name="Google Shape;15750;p90"/>
          <p:cNvSpPr/>
          <p:nvPr/>
        </p:nvSpPr>
        <p:spPr>
          <a:xfrm>
            <a:off x="2787472" y="380491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51" name="Google Shape;15751;p90"/>
          <p:cNvGrpSpPr/>
          <p:nvPr/>
        </p:nvGrpSpPr>
        <p:grpSpPr>
          <a:xfrm>
            <a:off x="859262" y="3353920"/>
            <a:ext cx="306759" cy="351445"/>
            <a:chOff x="859262" y="3353920"/>
            <a:chExt cx="306759" cy="351445"/>
          </a:xfrm>
        </p:grpSpPr>
        <p:sp>
          <p:nvSpPr>
            <p:cNvPr id="15752" name="Google Shape;15752;p90"/>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90"/>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90"/>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90"/>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90"/>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757" name="Google Shape;15757;p90"/>
          <p:cNvSpPr/>
          <p:nvPr/>
        </p:nvSpPr>
        <p:spPr>
          <a:xfrm>
            <a:off x="1315918" y="336063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58" name="Google Shape;15758;p90"/>
          <p:cNvGrpSpPr/>
          <p:nvPr/>
        </p:nvGrpSpPr>
        <p:grpSpPr>
          <a:xfrm>
            <a:off x="3967437" y="3837102"/>
            <a:ext cx="364708" cy="295405"/>
            <a:chOff x="3967437" y="3837102"/>
            <a:chExt cx="364708" cy="295405"/>
          </a:xfrm>
        </p:grpSpPr>
        <p:sp>
          <p:nvSpPr>
            <p:cNvPr id="15759" name="Google Shape;15759;p90"/>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90"/>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90"/>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90"/>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90"/>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764" name="Google Shape;15764;p90"/>
          <p:cNvSpPr/>
          <p:nvPr/>
        </p:nvSpPr>
        <p:spPr>
          <a:xfrm>
            <a:off x="3216521" y="380793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90"/>
          <p:cNvSpPr/>
          <p:nvPr/>
        </p:nvSpPr>
        <p:spPr>
          <a:xfrm>
            <a:off x="3469466" y="382819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6" name="Google Shape;15766;p90"/>
          <p:cNvSpPr/>
          <p:nvPr/>
        </p:nvSpPr>
        <p:spPr>
          <a:xfrm>
            <a:off x="5314611" y="381856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67" name="Google Shape;15767;p90"/>
          <p:cNvGrpSpPr/>
          <p:nvPr/>
        </p:nvGrpSpPr>
        <p:grpSpPr>
          <a:xfrm>
            <a:off x="5811827" y="3806451"/>
            <a:ext cx="283743" cy="308444"/>
            <a:chOff x="5964227" y="3858701"/>
            <a:chExt cx="283743" cy="308444"/>
          </a:xfrm>
        </p:grpSpPr>
        <p:sp>
          <p:nvSpPr>
            <p:cNvPr id="15768" name="Google Shape;15768;p90"/>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90"/>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90"/>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90"/>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2" name="Google Shape;15772;p90"/>
          <p:cNvGrpSpPr/>
          <p:nvPr/>
        </p:nvGrpSpPr>
        <p:grpSpPr>
          <a:xfrm>
            <a:off x="6243508" y="3873073"/>
            <a:ext cx="320372" cy="213602"/>
            <a:chOff x="6395908" y="3873073"/>
            <a:chExt cx="320372" cy="213602"/>
          </a:xfrm>
        </p:grpSpPr>
        <p:sp>
          <p:nvSpPr>
            <p:cNvPr id="15773" name="Google Shape;15773;p90"/>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90"/>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90"/>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90"/>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90"/>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90"/>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90"/>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90"/>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90"/>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90"/>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3" name="Google Shape;15783;p90"/>
          <p:cNvGrpSpPr/>
          <p:nvPr/>
        </p:nvGrpSpPr>
        <p:grpSpPr>
          <a:xfrm>
            <a:off x="7262890" y="3802816"/>
            <a:ext cx="357138" cy="352018"/>
            <a:chOff x="7415290" y="3802816"/>
            <a:chExt cx="357138" cy="352018"/>
          </a:xfrm>
        </p:grpSpPr>
        <p:sp>
          <p:nvSpPr>
            <p:cNvPr id="15784" name="Google Shape;15784;p90"/>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5" name="Google Shape;15785;p90"/>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90"/>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90"/>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90"/>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90"/>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90"/>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90"/>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2" name="Google Shape;15792;p90"/>
          <p:cNvGrpSpPr/>
          <p:nvPr/>
        </p:nvGrpSpPr>
        <p:grpSpPr>
          <a:xfrm>
            <a:off x="6737312" y="3833413"/>
            <a:ext cx="355230" cy="293401"/>
            <a:chOff x="6889712" y="3833413"/>
            <a:chExt cx="355230" cy="293401"/>
          </a:xfrm>
        </p:grpSpPr>
        <p:sp>
          <p:nvSpPr>
            <p:cNvPr id="15793" name="Google Shape;15793;p90"/>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4" name="Google Shape;15794;p90"/>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5" name="Google Shape;15795;p90"/>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90"/>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7" name="Google Shape;15797;p90"/>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8" name="Google Shape;15798;p90"/>
          <p:cNvGrpSpPr/>
          <p:nvPr/>
        </p:nvGrpSpPr>
        <p:grpSpPr>
          <a:xfrm>
            <a:off x="7707152" y="3835870"/>
            <a:ext cx="282318" cy="337168"/>
            <a:chOff x="1635875" y="237775"/>
            <a:chExt cx="4370250" cy="5219325"/>
          </a:xfrm>
        </p:grpSpPr>
        <p:sp>
          <p:nvSpPr>
            <p:cNvPr id="15799" name="Google Shape;15799;p90"/>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90"/>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1" name="Google Shape;15801;p90"/>
          <p:cNvGrpSpPr/>
          <p:nvPr/>
        </p:nvGrpSpPr>
        <p:grpSpPr>
          <a:xfrm>
            <a:off x="3103963" y="3361140"/>
            <a:ext cx="297886" cy="337578"/>
            <a:chOff x="3103963" y="3361140"/>
            <a:chExt cx="297886" cy="337578"/>
          </a:xfrm>
        </p:grpSpPr>
        <p:sp>
          <p:nvSpPr>
            <p:cNvPr id="15802" name="Google Shape;15802;p90"/>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90"/>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90"/>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90"/>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90"/>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90"/>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90"/>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90"/>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90"/>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90"/>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90"/>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90"/>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90"/>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90"/>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90"/>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90"/>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90"/>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90"/>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90"/>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90"/>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90"/>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90"/>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90"/>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90"/>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6" name="Google Shape;15826;p90"/>
          <p:cNvGrpSpPr/>
          <p:nvPr/>
        </p:nvGrpSpPr>
        <p:grpSpPr>
          <a:xfrm>
            <a:off x="2667821" y="3361108"/>
            <a:ext cx="273046" cy="337801"/>
            <a:chOff x="2667821" y="3361108"/>
            <a:chExt cx="273046" cy="337801"/>
          </a:xfrm>
        </p:grpSpPr>
        <p:sp>
          <p:nvSpPr>
            <p:cNvPr id="15827" name="Google Shape;15827;p90"/>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90"/>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90"/>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90"/>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90"/>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90"/>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3" name="Google Shape;15833;p90"/>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4" name="Google Shape;15834;p90"/>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90"/>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90"/>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90"/>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90"/>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90"/>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90"/>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90"/>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90"/>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90"/>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90"/>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90"/>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6" name="Google Shape;15846;p90"/>
          <p:cNvGrpSpPr/>
          <p:nvPr/>
        </p:nvGrpSpPr>
        <p:grpSpPr>
          <a:xfrm>
            <a:off x="2212469" y="3360313"/>
            <a:ext cx="282715" cy="338660"/>
            <a:chOff x="2212469" y="3360313"/>
            <a:chExt cx="282715" cy="338660"/>
          </a:xfrm>
        </p:grpSpPr>
        <p:sp>
          <p:nvSpPr>
            <p:cNvPr id="15847" name="Google Shape;15847;p90"/>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90"/>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90"/>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0" name="Google Shape;15850;p90"/>
          <p:cNvGrpSpPr/>
          <p:nvPr/>
        </p:nvGrpSpPr>
        <p:grpSpPr>
          <a:xfrm>
            <a:off x="1768821" y="3361108"/>
            <a:ext cx="278739" cy="339073"/>
            <a:chOff x="1768821" y="3361108"/>
            <a:chExt cx="278739" cy="339073"/>
          </a:xfrm>
        </p:grpSpPr>
        <p:sp>
          <p:nvSpPr>
            <p:cNvPr id="15851" name="Google Shape;15851;p90"/>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90"/>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90"/>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90"/>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90"/>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90"/>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90"/>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90"/>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90"/>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90"/>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90"/>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2" name="Google Shape;15862;p90"/>
          <p:cNvGrpSpPr/>
          <p:nvPr/>
        </p:nvGrpSpPr>
        <p:grpSpPr>
          <a:xfrm>
            <a:off x="5337883" y="3336873"/>
            <a:ext cx="307141" cy="376826"/>
            <a:chOff x="5337883" y="3336873"/>
            <a:chExt cx="307141" cy="376826"/>
          </a:xfrm>
        </p:grpSpPr>
        <p:sp>
          <p:nvSpPr>
            <p:cNvPr id="15863" name="Google Shape;15863;p90"/>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90"/>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5" name="Google Shape;15865;p90"/>
          <p:cNvGrpSpPr/>
          <p:nvPr/>
        </p:nvGrpSpPr>
        <p:grpSpPr>
          <a:xfrm>
            <a:off x="4883835" y="3337255"/>
            <a:ext cx="323425" cy="377557"/>
            <a:chOff x="4883835" y="3337255"/>
            <a:chExt cx="323425" cy="377557"/>
          </a:xfrm>
        </p:grpSpPr>
        <p:sp>
          <p:nvSpPr>
            <p:cNvPr id="15866" name="Google Shape;15866;p90"/>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90"/>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90"/>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90"/>
          <p:cNvGrpSpPr/>
          <p:nvPr/>
        </p:nvGrpSpPr>
        <p:grpSpPr>
          <a:xfrm>
            <a:off x="6193310" y="3407289"/>
            <a:ext cx="352590" cy="237488"/>
            <a:chOff x="6193310" y="3407289"/>
            <a:chExt cx="352590" cy="237488"/>
          </a:xfrm>
        </p:grpSpPr>
        <p:sp>
          <p:nvSpPr>
            <p:cNvPr id="15870" name="Google Shape;15870;p90"/>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90"/>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90"/>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90"/>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90"/>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5" name="Google Shape;15875;p90"/>
          <p:cNvGrpSpPr/>
          <p:nvPr/>
        </p:nvGrpSpPr>
        <p:grpSpPr>
          <a:xfrm>
            <a:off x="6637117" y="3397843"/>
            <a:ext cx="353735" cy="254504"/>
            <a:chOff x="6637117" y="3397843"/>
            <a:chExt cx="353735" cy="254504"/>
          </a:xfrm>
        </p:grpSpPr>
        <p:sp>
          <p:nvSpPr>
            <p:cNvPr id="15876" name="Google Shape;15876;p90"/>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7" name="Google Shape;15877;p90"/>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90"/>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90"/>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90"/>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90"/>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2" name="Google Shape;15882;p90"/>
          <p:cNvGrpSpPr/>
          <p:nvPr/>
        </p:nvGrpSpPr>
        <p:grpSpPr>
          <a:xfrm>
            <a:off x="7075994" y="3349531"/>
            <a:ext cx="360637" cy="352336"/>
            <a:chOff x="7075994" y="3349531"/>
            <a:chExt cx="360637" cy="352336"/>
          </a:xfrm>
        </p:grpSpPr>
        <p:sp>
          <p:nvSpPr>
            <p:cNvPr id="15883" name="Google Shape;15883;p90"/>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90"/>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90"/>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90"/>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90"/>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90"/>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90"/>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0" name="Google Shape;15890;p90"/>
          <p:cNvGrpSpPr/>
          <p:nvPr/>
        </p:nvGrpSpPr>
        <p:grpSpPr>
          <a:xfrm>
            <a:off x="7651983" y="3349181"/>
            <a:ext cx="107183" cy="352399"/>
            <a:chOff x="7651983" y="3349181"/>
            <a:chExt cx="107183" cy="352399"/>
          </a:xfrm>
        </p:grpSpPr>
        <p:sp>
          <p:nvSpPr>
            <p:cNvPr id="15891" name="Google Shape;15891;p90"/>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90"/>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3" name="Google Shape;15893;p90"/>
          <p:cNvGrpSpPr/>
          <p:nvPr/>
        </p:nvGrpSpPr>
        <p:grpSpPr>
          <a:xfrm>
            <a:off x="7973468" y="3382322"/>
            <a:ext cx="352590" cy="287072"/>
            <a:chOff x="7973468" y="3382322"/>
            <a:chExt cx="352590" cy="287072"/>
          </a:xfrm>
        </p:grpSpPr>
        <p:sp>
          <p:nvSpPr>
            <p:cNvPr id="15894" name="Google Shape;15894;p90"/>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90"/>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90"/>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90"/>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90"/>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90"/>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90"/>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1" name="Google Shape;15901;p90"/>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2" name="Google Shape;15902;p90"/>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90"/>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90"/>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90"/>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909"/>
        <p:cNvGrpSpPr/>
        <p:nvPr/>
      </p:nvGrpSpPr>
      <p:grpSpPr>
        <a:xfrm>
          <a:off x="0" y="0"/>
          <a:ext cx="0" cy="0"/>
          <a:chOff x="0" y="0"/>
          <a:chExt cx="0" cy="0"/>
        </a:xfrm>
      </p:grpSpPr>
      <p:sp>
        <p:nvSpPr>
          <p:cNvPr id="15910" name="Google Shape;15910;p91"/>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grpSp>
        <p:nvGrpSpPr>
          <p:cNvPr id="15911" name="Google Shape;15911;p91"/>
          <p:cNvGrpSpPr/>
          <p:nvPr/>
        </p:nvGrpSpPr>
        <p:grpSpPr>
          <a:xfrm>
            <a:off x="849677" y="1500658"/>
            <a:ext cx="347872" cy="347488"/>
            <a:chOff x="849677" y="1500658"/>
            <a:chExt cx="347872" cy="347488"/>
          </a:xfrm>
        </p:grpSpPr>
        <p:sp>
          <p:nvSpPr>
            <p:cNvPr id="15912" name="Google Shape;15912;p91"/>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3" name="Google Shape;15913;p91"/>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4" name="Google Shape;15914;p91"/>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91"/>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91"/>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91"/>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8" name="Google Shape;15918;p91"/>
          <p:cNvGrpSpPr/>
          <p:nvPr/>
        </p:nvGrpSpPr>
        <p:grpSpPr>
          <a:xfrm>
            <a:off x="1415853" y="1500658"/>
            <a:ext cx="315872" cy="347488"/>
            <a:chOff x="1415853" y="1500658"/>
            <a:chExt cx="315872" cy="347488"/>
          </a:xfrm>
        </p:grpSpPr>
        <p:sp>
          <p:nvSpPr>
            <p:cNvPr id="15919" name="Google Shape;15919;p91"/>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91"/>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91"/>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91"/>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3" name="Google Shape;15923;p91"/>
          <p:cNvGrpSpPr/>
          <p:nvPr/>
        </p:nvGrpSpPr>
        <p:grpSpPr>
          <a:xfrm>
            <a:off x="4697389" y="1500658"/>
            <a:ext cx="347520" cy="347104"/>
            <a:chOff x="4697389" y="1500658"/>
            <a:chExt cx="347520" cy="347104"/>
          </a:xfrm>
        </p:grpSpPr>
        <p:sp>
          <p:nvSpPr>
            <p:cNvPr id="15924" name="Google Shape;15924;p91"/>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5" name="Google Shape;15925;p91"/>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6" name="Google Shape;15926;p91"/>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7" name="Google Shape;15927;p91"/>
          <p:cNvGrpSpPr/>
          <p:nvPr/>
        </p:nvGrpSpPr>
        <p:grpSpPr>
          <a:xfrm>
            <a:off x="3603533" y="1964946"/>
            <a:ext cx="347520" cy="353760"/>
            <a:chOff x="3603533" y="1964946"/>
            <a:chExt cx="347520" cy="353760"/>
          </a:xfrm>
        </p:grpSpPr>
        <p:sp>
          <p:nvSpPr>
            <p:cNvPr id="15928" name="Google Shape;15928;p91"/>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91"/>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91"/>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1" name="Google Shape;15931;p91"/>
          <p:cNvGrpSpPr/>
          <p:nvPr/>
        </p:nvGrpSpPr>
        <p:grpSpPr>
          <a:xfrm>
            <a:off x="1950765" y="1964338"/>
            <a:ext cx="357792" cy="352448"/>
            <a:chOff x="1950765" y="1964338"/>
            <a:chExt cx="357792" cy="352448"/>
          </a:xfrm>
        </p:grpSpPr>
        <p:sp>
          <p:nvSpPr>
            <p:cNvPr id="15932" name="Google Shape;15932;p91"/>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91"/>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91"/>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91"/>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6" name="Google Shape;15936;p91"/>
          <p:cNvGrpSpPr/>
          <p:nvPr/>
        </p:nvGrpSpPr>
        <p:grpSpPr>
          <a:xfrm>
            <a:off x="7435629" y="1964690"/>
            <a:ext cx="367712" cy="353248"/>
            <a:chOff x="7435629" y="1964690"/>
            <a:chExt cx="367712" cy="353248"/>
          </a:xfrm>
        </p:grpSpPr>
        <p:sp>
          <p:nvSpPr>
            <p:cNvPr id="15937" name="Google Shape;15937;p91"/>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91"/>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91"/>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91"/>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1" name="Google Shape;15941;p91"/>
          <p:cNvGrpSpPr/>
          <p:nvPr/>
        </p:nvGrpSpPr>
        <p:grpSpPr>
          <a:xfrm>
            <a:off x="2512749" y="1965042"/>
            <a:ext cx="333024" cy="352896"/>
            <a:chOff x="2512749" y="1965042"/>
            <a:chExt cx="333024" cy="352896"/>
          </a:xfrm>
        </p:grpSpPr>
        <p:sp>
          <p:nvSpPr>
            <p:cNvPr id="15942" name="Google Shape;15942;p91"/>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91"/>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4" name="Google Shape;15944;p91"/>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5" name="Google Shape;15945;p91"/>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91"/>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7" name="Google Shape;15947;p91"/>
          <p:cNvGrpSpPr/>
          <p:nvPr/>
        </p:nvGrpSpPr>
        <p:grpSpPr>
          <a:xfrm>
            <a:off x="1398317" y="1981778"/>
            <a:ext cx="365792" cy="335392"/>
            <a:chOff x="1398317" y="1981778"/>
            <a:chExt cx="365792" cy="335392"/>
          </a:xfrm>
        </p:grpSpPr>
        <p:sp>
          <p:nvSpPr>
            <p:cNvPr id="15948" name="Google Shape;15948;p91"/>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9" name="Google Shape;15949;p91"/>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0" name="Google Shape;15950;p91"/>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91"/>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91"/>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91"/>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4" name="Google Shape;15954;p91"/>
          <p:cNvGrpSpPr/>
          <p:nvPr/>
        </p:nvGrpSpPr>
        <p:grpSpPr>
          <a:xfrm>
            <a:off x="3052237" y="2003570"/>
            <a:ext cx="353600" cy="314752"/>
            <a:chOff x="3052237" y="2003570"/>
            <a:chExt cx="353600" cy="314752"/>
          </a:xfrm>
        </p:grpSpPr>
        <p:sp>
          <p:nvSpPr>
            <p:cNvPr id="15955" name="Google Shape;15955;p91"/>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91"/>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91"/>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8" name="Google Shape;15958;p91"/>
          <p:cNvGrpSpPr/>
          <p:nvPr/>
        </p:nvGrpSpPr>
        <p:grpSpPr>
          <a:xfrm>
            <a:off x="1404013" y="2958066"/>
            <a:ext cx="368096" cy="223968"/>
            <a:chOff x="1404013" y="2958066"/>
            <a:chExt cx="368096" cy="223968"/>
          </a:xfrm>
        </p:grpSpPr>
        <p:sp>
          <p:nvSpPr>
            <p:cNvPr id="15959" name="Google Shape;15959;p91"/>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91"/>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61" name="Google Shape;15961;p91"/>
          <p:cNvSpPr/>
          <p:nvPr/>
        </p:nvSpPr>
        <p:spPr>
          <a:xfrm>
            <a:off x="4147597" y="28863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91"/>
          <p:cNvSpPr/>
          <p:nvPr/>
        </p:nvSpPr>
        <p:spPr>
          <a:xfrm>
            <a:off x="880141" y="28862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63" name="Google Shape;15963;p91"/>
          <p:cNvGrpSpPr/>
          <p:nvPr/>
        </p:nvGrpSpPr>
        <p:grpSpPr>
          <a:xfrm>
            <a:off x="1951149" y="2885202"/>
            <a:ext cx="370368" cy="367328"/>
            <a:chOff x="1951149" y="2885202"/>
            <a:chExt cx="370368" cy="367328"/>
          </a:xfrm>
        </p:grpSpPr>
        <p:sp>
          <p:nvSpPr>
            <p:cNvPr id="15964" name="Google Shape;15964;p91"/>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91"/>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91"/>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7" name="Google Shape;15967;p91"/>
          <p:cNvGrpSpPr/>
          <p:nvPr/>
        </p:nvGrpSpPr>
        <p:grpSpPr>
          <a:xfrm>
            <a:off x="2501677" y="2906162"/>
            <a:ext cx="367328" cy="327296"/>
            <a:chOff x="2501677" y="2906162"/>
            <a:chExt cx="367328" cy="327296"/>
          </a:xfrm>
        </p:grpSpPr>
        <p:sp>
          <p:nvSpPr>
            <p:cNvPr id="15968" name="Google Shape;15968;p91"/>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91"/>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91"/>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71" name="Google Shape;15971;p91"/>
          <p:cNvSpPr/>
          <p:nvPr/>
        </p:nvSpPr>
        <p:spPr>
          <a:xfrm>
            <a:off x="3597837" y="29293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72" name="Google Shape;15972;p91"/>
          <p:cNvGrpSpPr/>
          <p:nvPr/>
        </p:nvGrpSpPr>
        <p:grpSpPr>
          <a:xfrm>
            <a:off x="3050317" y="2893714"/>
            <a:ext cx="367712" cy="354240"/>
            <a:chOff x="3050317" y="2893714"/>
            <a:chExt cx="367712" cy="354240"/>
          </a:xfrm>
        </p:grpSpPr>
        <p:sp>
          <p:nvSpPr>
            <p:cNvPr id="15973" name="Google Shape;15973;p91"/>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91"/>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75" name="Google Shape;15975;p91"/>
          <p:cNvSpPr/>
          <p:nvPr/>
        </p:nvSpPr>
        <p:spPr>
          <a:xfrm>
            <a:off x="4694733" y="28844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91"/>
          <p:cNvSpPr/>
          <p:nvPr/>
        </p:nvSpPr>
        <p:spPr>
          <a:xfrm>
            <a:off x="8046381" y="28862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77" name="Google Shape;15977;p91"/>
          <p:cNvGrpSpPr/>
          <p:nvPr/>
        </p:nvGrpSpPr>
        <p:grpSpPr>
          <a:xfrm>
            <a:off x="7531277" y="2886354"/>
            <a:ext cx="185184" cy="367296"/>
            <a:chOff x="7531277" y="2886354"/>
            <a:chExt cx="185184" cy="367296"/>
          </a:xfrm>
        </p:grpSpPr>
        <p:sp>
          <p:nvSpPr>
            <p:cNvPr id="15978" name="Google Shape;15978;p91"/>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91"/>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91"/>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1" name="Google Shape;15981;p91"/>
          <p:cNvGrpSpPr/>
          <p:nvPr/>
        </p:nvGrpSpPr>
        <p:grpSpPr>
          <a:xfrm>
            <a:off x="6926637" y="2886738"/>
            <a:ext cx="297184" cy="367296"/>
            <a:chOff x="6926637" y="2886738"/>
            <a:chExt cx="297184" cy="367296"/>
          </a:xfrm>
        </p:grpSpPr>
        <p:sp>
          <p:nvSpPr>
            <p:cNvPr id="15982" name="Google Shape;15982;p91"/>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91"/>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91"/>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85" name="Google Shape;15985;p91"/>
          <p:cNvSpPr/>
          <p:nvPr/>
        </p:nvSpPr>
        <p:spPr>
          <a:xfrm>
            <a:off x="5255565" y="28859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91"/>
          <p:cNvSpPr/>
          <p:nvPr/>
        </p:nvSpPr>
        <p:spPr>
          <a:xfrm>
            <a:off x="5834285" y="28866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87" name="Google Shape;15987;p91"/>
          <p:cNvGrpSpPr/>
          <p:nvPr/>
        </p:nvGrpSpPr>
        <p:grpSpPr>
          <a:xfrm>
            <a:off x="6340653" y="2886354"/>
            <a:ext cx="370368" cy="368064"/>
            <a:chOff x="6340653" y="2886354"/>
            <a:chExt cx="370368" cy="368064"/>
          </a:xfrm>
        </p:grpSpPr>
        <p:sp>
          <p:nvSpPr>
            <p:cNvPr id="15988" name="Google Shape;15988;p91"/>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91"/>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91"/>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91"/>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91"/>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91"/>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4" name="Google Shape;15994;p91"/>
          <p:cNvGrpSpPr/>
          <p:nvPr/>
        </p:nvGrpSpPr>
        <p:grpSpPr>
          <a:xfrm>
            <a:off x="5246797" y="1981426"/>
            <a:ext cx="354752" cy="336512"/>
            <a:chOff x="5246797" y="1981426"/>
            <a:chExt cx="354752" cy="336512"/>
          </a:xfrm>
        </p:grpSpPr>
        <p:sp>
          <p:nvSpPr>
            <p:cNvPr id="15995" name="Google Shape;15995;p91"/>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91"/>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7" name="Google Shape;15997;p91"/>
          <p:cNvGrpSpPr/>
          <p:nvPr/>
        </p:nvGrpSpPr>
        <p:grpSpPr>
          <a:xfrm>
            <a:off x="4148749" y="2102066"/>
            <a:ext cx="355136" cy="216256"/>
            <a:chOff x="4148749" y="2102066"/>
            <a:chExt cx="355136" cy="216256"/>
          </a:xfrm>
        </p:grpSpPr>
        <p:sp>
          <p:nvSpPr>
            <p:cNvPr id="15998" name="Google Shape;15998;p91"/>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9" name="Google Shape;15999;p91"/>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0" name="Google Shape;16000;p91"/>
          <p:cNvGrpSpPr/>
          <p:nvPr/>
        </p:nvGrpSpPr>
        <p:grpSpPr>
          <a:xfrm>
            <a:off x="5794669" y="2001426"/>
            <a:ext cx="354752" cy="315360"/>
            <a:chOff x="5794669" y="2001426"/>
            <a:chExt cx="354752" cy="315360"/>
          </a:xfrm>
        </p:grpSpPr>
        <p:sp>
          <p:nvSpPr>
            <p:cNvPr id="16001" name="Google Shape;16001;p91"/>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91"/>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3" name="Google Shape;16003;p91"/>
          <p:cNvGrpSpPr/>
          <p:nvPr/>
        </p:nvGrpSpPr>
        <p:grpSpPr>
          <a:xfrm>
            <a:off x="6345229" y="2029842"/>
            <a:ext cx="352832" cy="289216"/>
            <a:chOff x="6345229" y="2029842"/>
            <a:chExt cx="352832" cy="289216"/>
          </a:xfrm>
        </p:grpSpPr>
        <p:sp>
          <p:nvSpPr>
            <p:cNvPr id="16004" name="Google Shape;16004;p91"/>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91"/>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6" name="Google Shape;16006;p91"/>
          <p:cNvGrpSpPr/>
          <p:nvPr/>
        </p:nvGrpSpPr>
        <p:grpSpPr>
          <a:xfrm>
            <a:off x="4697389" y="2036338"/>
            <a:ext cx="354752" cy="281984"/>
            <a:chOff x="4697389" y="2036338"/>
            <a:chExt cx="354752" cy="281984"/>
          </a:xfrm>
        </p:grpSpPr>
        <p:sp>
          <p:nvSpPr>
            <p:cNvPr id="16007" name="Google Shape;16007;p91"/>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91"/>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9" name="Google Shape;16009;p91"/>
          <p:cNvGrpSpPr/>
          <p:nvPr/>
        </p:nvGrpSpPr>
        <p:grpSpPr>
          <a:xfrm>
            <a:off x="1404013" y="2424754"/>
            <a:ext cx="353600" cy="354944"/>
            <a:chOff x="1404013" y="2424754"/>
            <a:chExt cx="353600" cy="354944"/>
          </a:xfrm>
        </p:grpSpPr>
        <p:sp>
          <p:nvSpPr>
            <p:cNvPr id="16010" name="Google Shape;16010;p91"/>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91"/>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91"/>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91"/>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91"/>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5" name="Google Shape;16015;p91"/>
          <p:cNvGrpSpPr/>
          <p:nvPr/>
        </p:nvGrpSpPr>
        <p:grpSpPr>
          <a:xfrm>
            <a:off x="854253" y="2428274"/>
            <a:ext cx="355104" cy="351040"/>
            <a:chOff x="854253" y="2428274"/>
            <a:chExt cx="355104" cy="351040"/>
          </a:xfrm>
        </p:grpSpPr>
        <p:sp>
          <p:nvSpPr>
            <p:cNvPr id="16016" name="Google Shape;16016;p91"/>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91"/>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8" name="Google Shape;16018;p91"/>
          <p:cNvGrpSpPr/>
          <p:nvPr/>
        </p:nvGrpSpPr>
        <p:grpSpPr>
          <a:xfrm>
            <a:off x="6896909" y="2440946"/>
            <a:ext cx="354752" cy="275904"/>
            <a:chOff x="6896909" y="2440946"/>
            <a:chExt cx="354752" cy="275904"/>
          </a:xfrm>
        </p:grpSpPr>
        <p:sp>
          <p:nvSpPr>
            <p:cNvPr id="16019" name="Google Shape;16019;p91"/>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91"/>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21" name="Google Shape;16021;p91"/>
          <p:cNvSpPr/>
          <p:nvPr/>
        </p:nvSpPr>
        <p:spPr>
          <a:xfrm>
            <a:off x="6347501" y="24487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22" name="Google Shape;16022;p91"/>
          <p:cNvGrpSpPr/>
          <p:nvPr/>
        </p:nvGrpSpPr>
        <p:grpSpPr>
          <a:xfrm>
            <a:off x="5265069" y="2424754"/>
            <a:ext cx="321984" cy="354560"/>
            <a:chOff x="5265069" y="2424754"/>
            <a:chExt cx="321984" cy="354560"/>
          </a:xfrm>
        </p:grpSpPr>
        <p:sp>
          <p:nvSpPr>
            <p:cNvPr id="16023" name="Google Shape;16023;p91"/>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91"/>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5" name="Google Shape;16025;p91"/>
          <p:cNvGrpSpPr/>
          <p:nvPr/>
        </p:nvGrpSpPr>
        <p:grpSpPr>
          <a:xfrm>
            <a:off x="4150669" y="2466770"/>
            <a:ext cx="355104" cy="259584"/>
            <a:chOff x="4150669" y="2466770"/>
            <a:chExt cx="355104" cy="259584"/>
          </a:xfrm>
        </p:grpSpPr>
        <p:sp>
          <p:nvSpPr>
            <p:cNvPr id="16026" name="Google Shape;16026;p91"/>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91"/>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91"/>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91"/>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0" name="Google Shape;16030;p91"/>
          <p:cNvGrpSpPr/>
          <p:nvPr/>
        </p:nvGrpSpPr>
        <p:grpSpPr>
          <a:xfrm>
            <a:off x="4699693" y="2424946"/>
            <a:ext cx="354336" cy="353984"/>
            <a:chOff x="4699693" y="2424946"/>
            <a:chExt cx="354336" cy="353984"/>
          </a:xfrm>
        </p:grpSpPr>
        <p:sp>
          <p:nvSpPr>
            <p:cNvPr id="16031" name="Google Shape;16031;p91"/>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91"/>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33" name="Google Shape;16033;p91"/>
          <p:cNvSpPr/>
          <p:nvPr/>
        </p:nvSpPr>
        <p:spPr>
          <a:xfrm>
            <a:off x="5809901" y="24245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91"/>
          <p:cNvSpPr/>
          <p:nvPr/>
        </p:nvSpPr>
        <p:spPr>
          <a:xfrm>
            <a:off x="3051853" y="24635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35" name="Google Shape;16035;p91"/>
          <p:cNvGrpSpPr/>
          <p:nvPr/>
        </p:nvGrpSpPr>
        <p:grpSpPr>
          <a:xfrm>
            <a:off x="1953037" y="2552242"/>
            <a:ext cx="355136" cy="227072"/>
            <a:chOff x="1953037" y="2552242"/>
            <a:chExt cx="355136" cy="227072"/>
          </a:xfrm>
        </p:grpSpPr>
        <p:sp>
          <p:nvSpPr>
            <p:cNvPr id="16036" name="Google Shape;16036;p91"/>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91"/>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38" name="Google Shape;16038;p91"/>
          <p:cNvSpPr/>
          <p:nvPr/>
        </p:nvSpPr>
        <p:spPr>
          <a:xfrm>
            <a:off x="3603917" y="24241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39" name="Google Shape;16039;p91"/>
          <p:cNvGrpSpPr/>
          <p:nvPr/>
        </p:nvGrpSpPr>
        <p:grpSpPr>
          <a:xfrm>
            <a:off x="2500941" y="2527218"/>
            <a:ext cx="355104" cy="250944"/>
            <a:chOff x="2500941" y="2527218"/>
            <a:chExt cx="355104" cy="250944"/>
          </a:xfrm>
        </p:grpSpPr>
        <p:sp>
          <p:nvSpPr>
            <p:cNvPr id="16040" name="Google Shape;16040;p91"/>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91"/>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91"/>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91"/>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91"/>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5" name="Google Shape;16045;p91"/>
          <p:cNvSpPr/>
          <p:nvPr/>
        </p:nvSpPr>
        <p:spPr>
          <a:xfrm>
            <a:off x="7447437" y="24992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46" name="Google Shape;16046;p91"/>
          <p:cNvGrpSpPr/>
          <p:nvPr/>
        </p:nvGrpSpPr>
        <p:grpSpPr>
          <a:xfrm>
            <a:off x="7993805" y="2427122"/>
            <a:ext cx="356256" cy="351808"/>
            <a:chOff x="7993805" y="2427122"/>
            <a:chExt cx="356256" cy="351808"/>
          </a:xfrm>
        </p:grpSpPr>
        <p:sp>
          <p:nvSpPr>
            <p:cNvPr id="16047" name="Google Shape;16047;p91"/>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91"/>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91"/>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0" name="Google Shape;16050;p91"/>
          <p:cNvGrpSpPr/>
          <p:nvPr/>
        </p:nvGrpSpPr>
        <p:grpSpPr>
          <a:xfrm>
            <a:off x="878637" y="1965010"/>
            <a:ext cx="308640" cy="353312"/>
            <a:chOff x="878637" y="1965010"/>
            <a:chExt cx="308640" cy="353312"/>
          </a:xfrm>
        </p:grpSpPr>
        <p:sp>
          <p:nvSpPr>
            <p:cNvPr id="16051" name="Google Shape;16051;p91"/>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2" name="Google Shape;16052;p91"/>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91"/>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4" name="Google Shape;16054;p91"/>
          <p:cNvGrpSpPr/>
          <p:nvPr/>
        </p:nvGrpSpPr>
        <p:grpSpPr>
          <a:xfrm>
            <a:off x="6896141" y="1964722"/>
            <a:ext cx="348256" cy="352448"/>
            <a:chOff x="6896141" y="1964722"/>
            <a:chExt cx="348256" cy="352448"/>
          </a:xfrm>
        </p:grpSpPr>
        <p:sp>
          <p:nvSpPr>
            <p:cNvPr id="16055" name="Google Shape;16055;p91"/>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91"/>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91"/>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8" name="Google Shape;16058;p91"/>
          <p:cNvGrpSpPr/>
          <p:nvPr/>
        </p:nvGrpSpPr>
        <p:grpSpPr>
          <a:xfrm>
            <a:off x="7989997" y="2015378"/>
            <a:ext cx="355136" cy="303328"/>
            <a:chOff x="7989997" y="2015378"/>
            <a:chExt cx="355136" cy="303328"/>
          </a:xfrm>
        </p:grpSpPr>
        <p:sp>
          <p:nvSpPr>
            <p:cNvPr id="16059" name="Google Shape;16059;p91"/>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91"/>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91"/>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2" name="Google Shape;16062;p91"/>
          <p:cNvGrpSpPr/>
          <p:nvPr/>
        </p:nvGrpSpPr>
        <p:grpSpPr>
          <a:xfrm>
            <a:off x="3598221" y="1509362"/>
            <a:ext cx="348640" cy="330784"/>
            <a:chOff x="3598221" y="1509362"/>
            <a:chExt cx="348640" cy="330784"/>
          </a:xfrm>
        </p:grpSpPr>
        <p:sp>
          <p:nvSpPr>
            <p:cNvPr id="16063" name="Google Shape;16063;p91"/>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91"/>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91"/>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91"/>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7" name="Google Shape;16067;p91"/>
          <p:cNvGrpSpPr/>
          <p:nvPr/>
        </p:nvGrpSpPr>
        <p:grpSpPr>
          <a:xfrm>
            <a:off x="5246797" y="1500658"/>
            <a:ext cx="347872" cy="347488"/>
            <a:chOff x="5246797" y="1500658"/>
            <a:chExt cx="347872" cy="347488"/>
          </a:xfrm>
        </p:grpSpPr>
        <p:sp>
          <p:nvSpPr>
            <p:cNvPr id="16068" name="Google Shape;16068;p91"/>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91"/>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91"/>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91"/>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2" name="Google Shape;16072;p91"/>
          <p:cNvGrpSpPr/>
          <p:nvPr/>
        </p:nvGrpSpPr>
        <p:grpSpPr>
          <a:xfrm>
            <a:off x="5796589" y="1500658"/>
            <a:ext cx="349024" cy="346752"/>
            <a:chOff x="5796589" y="1500658"/>
            <a:chExt cx="349024" cy="346752"/>
          </a:xfrm>
        </p:grpSpPr>
        <p:sp>
          <p:nvSpPr>
            <p:cNvPr id="16073" name="Google Shape;16073;p91"/>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74" name="Google Shape;16074;p91"/>
            <p:cNvGrpSpPr/>
            <p:nvPr/>
          </p:nvGrpSpPr>
          <p:grpSpPr>
            <a:xfrm>
              <a:off x="5796589" y="1500658"/>
              <a:ext cx="349024" cy="346752"/>
              <a:chOff x="5796589" y="1500658"/>
              <a:chExt cx="349024" cy="346752"/>
            </a:xfrm>
          </p:grpSpPr>
          <p:sp>
            <p:nvSpPr>
              <p:cNvPr id="16075" name="Google Shape;16075;p91"/>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91"/>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7" name="Google Shape;16077;p91"/>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8" name="Google Shape;16078;p91"/>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079" name="Google Shape;16079;p91"/>
          <p:cNvGrpSpPr/>
          <p:nvPr/>
        </p:nvGrpSpPr>
        <p:grpSpPr>
          <a:xfrm>
            <a:off x="6895373" y="1502578"/>
            <a:ext cx="348640" cy="343296"/>
            <a:chOff x="6895373" y="1502578"/>
            <a:chExt cx="348640" cy="343296"/>
          </a:xfrm>
        </p:grpSpPr>
        <p:sp>
          <p:nvSpPr>
            <p:cNvPr id="16080" name="Google Shape;16080;p91"/>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91"/>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91"/>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3" name="Google Shape;16083;p91"/>
          <p:cNvGrpSpPr/>
          <p:nvPr/>
        </p:nvGrpSpPr>
        <p:grpSpPr>
          <a:xfrm>
            <a:off x="4147597" y="1505458"/>
            <a:ext cx="347904" cy="336992"/>
            <a:chOff x="4147597" y="1505458"/>
            <a:chExt cx="347904" cy="336992"/>
          </a:xfrm>
        </p:grpSpPr>
        <p:sp>
          <p:nvSpPr>
            <p:cNvPr id="16084" name="Google Shape;16084;p91"/>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91"/>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91"/>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91"/>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91"/>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91"/>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91"/>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1" name="Google Shape;16091;p91"/>
          <p:cNvGrpSpPr/>
          <p:nvPr/>
        </p:nvGrpSpPr>
        <p:grpSpPr>
          <a:xfrm>
            <a:off x="2499405" y="1499890"/>
            <a:ext cx="347488" cy="348256"/>
            <a:chOff x="2499405" y="1499890"/>
            <a:chExt cx="347488" cy="348256"/>
          </a:xfrm>
        </p:grpSpPr>
        <p:sp>
          <p:nvSpPr>
            <p:cNvPr id="16092" name="Google Shape;16092;p91"/>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91"/>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91"/>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91"/>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91"/>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7" name="Google Shape;16097;p91"/>
          <p:cNvGrpSpPr/>
          <p:nvPr/>
        </p:nvGrpSpPr>
        <p:grpSpPr>
          <a:xfrm>
            <a:off x="1956845" y="1500498"/>
            <a:ext cx="331520" cy="348032"/>
            <a:chOff x="1956845" y="1500498"/>
            <a:chExt cx="331520" cy="348032"/>
          </a:xfrm>
        </p:grpSpPr>
        <p:sp>
          <p:nvSpPr>
            <p:cNvPr id="16098" name="Google Shape;16098;p91"/>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91"/>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91"/>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91"/>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91"/>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91"/>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91"/>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91"/>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6" name="Google Shape;16106;p91"/>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91"/>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91"/>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91"/>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0" name="Google Shape;16110;p91"/>
          <p:cNvGrpSpPr/>
          <p:nvPr/>
        </p:nvGrpSpPr>
        <p:grpSpPr>
          <a:xfrm>
            <a:off x="6345613" y="1549874"/>
            <a:ext cx="348640" cy="250656"/>
            <a:chOff x="6345613" y="1549874"/>
            <a:chExt cx="348640" cy="250656"/>
          </a:xfrm>
        </p:grpSpPr>
        <p:sp>
          <p:nvSpPr>
            <p:cNvPr id="16111" name="Google Shape;16111;p91"/>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91"/>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91"/>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91"/>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91"/>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91"/>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7" name="Google Shape;16117;p91"/>
          <p:cNvGrpSpPr/>
          <p:nvPr/>
        </p:nvGrpSpPr>
        <p:grpSpPr>
          <a:xfrm>
            <a:off x="7444781" y="1507026"/>
            <a:ext cx="348640" cy="334272"/>
            <a:chOff x="7444781" y="1507026"/>
            <a:chExt cx="348640" cy="334272"/>
          </a:xfrm>
        </p:grpSpPr>
        <p:sp>
          <p:nvSpPr>
            <p:cNvPr id="16118" name="Google Shape;16118;p91"/>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91"/>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91"/>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91"/>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91"/>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3" name="Google Shape;16123;p91"/>
          <p:cNvGrpSpPr/>
          <p:nvPr/>
        </p:nvGrpSpPr>
        <p:grpSpPr>
          <a:xfrm>
            <a:off x="7995341" y="1506738"/>
            <a:ext cx="347872" cy="334944"/>
            <a:chOff x="7995341" y="1506738"/>
            <a:chExt cx="347872" cy="334944"/>
          </a:xfrm>
        </p:grpSpPr>
        <p:sp>
          <p:nvSpPr>
            <p:cNvPr id="16124" name="Google Shape;16124;p91"/>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91"/>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91"/>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91"/>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91"/>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91"/>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0" name="Google Shape;16130;p91"/>
          <p:cNvGrpSpPr/>
          <p:nvPr/>
        </p:nvGrpSpPr>
        <p:grpSpPr>
          <a:xfrm>
            <a:off x="3048045" y="1522930"/>
            <a:ext cx="347872" cy="303904"/>
            <a:chOff x="3048045" y="1522930"/>
            <a:chExt cx="347872" cy="303904"/>
          </a:xfrm>
        </p:grpSpPr>
        <p:sp>
          <p:nvSpPr>
            <p:cNvPr id="16131" name="Google Shape;16131;p91"/>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32" name="Google Shape;16132;p91"/>
            <p:cNvGrpSpPr/>
            <p:nvPr/>
          </p:nvGrpSpPr>
          <p:grpSpPr>
            <a:xfrm>
              <a:off x="3048045" y="1522930"/>
              <a:ext cx="347872" cy="303904"/>
              <a:chOff x="3048045" y="1522930"/>
              <a:chExt cx="347872" cy="303904"/>
            </a:xfrm>
          </p:grpSpPr>
          <p:sp>
            <p:nvSpPr>
              <p:cNvPr id="16133" name="Google Shape;16133;p91"/>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91"/>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135" name="Google Shape;16135;p91"/>
          <p:cNvGrpSpPr/>
          <p:nvPr/>
        </p:nvGrpSpPr>
        <p:grpSpPr>
          <a:xfrm>
            <a:off x="1133133" y="3351922"/>
            <a:ext cx="313984" cy="358560"/>
            <a:chOff x="1133133" y="3351922"/>
            <a:chExt cx="313984" cy="358560"/>
          </a:xfrm>
        </p:grpSpPr>
        <p:sp>
          <p:nvSpPr>
            <p:cNvPr id="16136" name="Google Shape;16136;p91"/>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91"/>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91"/>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91"/>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0" name="Google Shape;16140;p91"/>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91"/>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91"/>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91"/>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91"/>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91"/>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91"/>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91"/>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91"/>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91"/>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0" name="Google Shape;16150;p91"/>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91"/>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152" name="Google Shape;16152;p91"/>
          <p:cNvSpPr/>
          <p:nvPr/>
        </p:nvSpPr>
        <p:spPr>
          <a:xfrm>
            <a:off x="1709197" y="33538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53" name="Google Shape;16153;p91"/>
          <p:cNvGrpSpPr/>
          <p:nvPr/>
        </p:nvGrpSpPr>
        <p:grpSpPr>
          <a:xfrm>
            <a:off x="2795053" y="3352594"/>
            <a:ext cx="288448" cy="357120"/>
            <a:chOff x="2795053" y="3352594"/>
            <a:chExt cx="288448" cy="357120"/>
          </a:xfrm>
        </p:grpSpPr>
        <p:sp>
          <p:nvSpPr>
            <p:cNvPr id="16154" name="Google Shape;16154;p91"/>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91"/>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91"/>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91"/>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91"/>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91"/>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91"/>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91"/>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91"/>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3" name="Google Shape;16163;p91"/>
          <p:cNvGrpSpPr/>
          <p:nvPr/>
        </p:nvGrpSpPr>
        <p:grpSpPr>
          <a:xfrm>
            <a:off x="2236525" y="3353202"/>
            <a:ext cx="304832" cy="356512"/>
            <a:chOff x="2236525" y="3353202"/>
            <a:chExt cx="304832" cy="356512"/>
          </a:xfrm>
        </p:grpSpPr>
        <p:sp>
          <p:nvSpPr>
            <p:cNvPr id="16164" name="Google Shape;16164;p91"/>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91"/>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91"/>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7" name="Google Shape;16167;p91"/>
          <p:cNvGrpSpPr/>
          <p:nvPr/>
        </p:nvGrpSpPr>
        <p:grpSpPr>
          <a:xfrm>
            <a:off x="3910637" y="3352690"/>
            <a:ext cx="256800" cy="357024"/>
            <a:chOff x="3910637" y="3352690"/>
            <a:chExt cx="256800" cy="357024"/>
          </a:xfrm>
        </p:grpSpPr>
        <p:sp>
          <p:nvSpPr>
            <p:cNvPr id="16168" name="Google Shape;16168;p91"/>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91"/>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91"/>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1" name="Google Shape;16171;p91"/>
          <p:cNvGrpSpPr/>
          <p:nvPr/>
        </p:nvGrpSpPr>
        <p:grpSpPr>
          <a:xfrm>
            <a:off x="6056429" y="3351922"/>
            <a:ext cx="360064" cy="360096"/>
            <a:chOff x="6056429" y="3351922"/>
            <a:chExt cx="360064" cy="360096"/>
          </a:xfrm>
        </p:grpSpPr>
        <p:sp>
          <p:nvSpPr>
            <p:cNvPr id="16172" name="Google Shape;16172;p91"/>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91"/>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91"/>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5" name="Google Shape;16175;p91"/>
          <p:cNvGrpSpPr/>
          <p:nvPr/>
        </p:nvGrpSpPr>
        <p:grpSpPr>
          <a:xfrm>
            <a:off x="6608877" y="3353074"/>
            <a:ext cx="357408" cy="357408"/>
            <a:chOff x="6608877" y="3353074"/>
            <a:chExt cx="357408" cy="357408"/>
          </a:xfrm>
        </p:grpSpPr>
        <p:sp>
          <p:nvSpPr>
            <p:cNvPr id="16176" name="Google Shape;16176;p91"/>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91"/>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91"/>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91"/>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91"/>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91"/>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91"/>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183" name="Google Shape;16183;p91"/>
          <p:cNvSpPr/>
          <p:nvPr/>
        </p:nvSpPr>
        <p:spPr>
          <a:xfrm>
            <a:off x="7708045" y="33515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84" name="Google Shape;16184;p91"/>
          <p:cNvGrpSpPr/>
          <p:nvPr/>
        </p:nvGrpSpPr>
        <p:grpSpPr>
          <a:xfrm>
            <a:off x="3316269" y="3352402"/>
            <a:ext cx="344832" cy="356544"/>
            <a:chOff x="3316269" y="3352402"/>
            <a:chExt cx="344832" cy="356544"/>
          </a:xfrm>
        </p:grpSpPr>
        <p:sp>
          <p:nvSpPr>
            <p:cNvPr id="16185" name="Google Shape;16185;p91"/>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91"/>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91"/>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188" name="Google Shape;16188;p91"/>
          <p:cNvSpPr/>
          <p:nvPr/>
        </p:nvSpPr>
        <p:spPr>
          <a:xfrm>
            <a:off x="4423085" y="33530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89" name="Google Shape;16189;p91"/>
          <p:cNvGrpSpPr/>
          <p:nvPr/>
        </p:nvGrpSpPr>
        <p:grpSpPr>
          <a:xfrm>
            <a:off x="4959533" y="3370226"/>
            <a:ext cx="357408" cy="323488"/>
            <a:chOff x="4959533" y="3370226"/>
            <a:chExt cx="357408" cy="323488"/>
          </a:xfrm>
        </p:grpSpPr>
        <p:sp>
          <p:nvSpPr>
            <p:cNvPr id="16190" name="Google Shape;16190;p91"/>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91"/>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2" name="Google Shape;16192;p91"/>
          <p:cNvGrpSpPr/>
          <p:nvPr/>
        </p:nvGrpSpPr>
        <p:grpSpPr>
          <a:xfrm>
            <a:off x="7158637" y="3353074"/>
            <a:ext cx="357056" cy="357408"/>
            <a:chOff x="7158637" y="3353074"/>
            <a:chExt cx="357056" cy="357408"/>
          </a:xfrm>
        </p:grpSpPr>
        <p:sp>
          <p:nvSpPr>
            <p:cNvPr id="16193" name="Google Shape;16193;p91"/>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91"/>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91"/>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91"/>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7" name="Google Shape;16197;p91"/>
          <p:cNvGrpSpPr/>
          <p:nvPr/>
        </p:nvGrpSpPr>
        <p:grpSpPr>
          <a:xfrm>
            <a:off x="5508909" y="3371506"/>
            <a:ext cx="358560" cy="319552"/>
            <a:chOff x="5508909" y="3371506"/>
            <a:chExt cx="358560" cy="319552"/>
          </a:xfrm>
        </p:grpSpPr>
        <p:sp>
          <p:nvSpPr>
            <p:cNvPr id="16198" name="Google Shape;16198;p91"/>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91"/>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91"/>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91"/>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91"/>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91"/>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91"/>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91"/>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91"/>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91"/>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211"/>
        <p:cNvGrpSpPr/>
        <p:nvPr/>
      </p:nvGrpSpPr>
      <p:grpSpPr>
        <a:xfrm>
          <a:off x="0" y="0"/>
          <a:ext cx="0" cy="0"/>
          <a:chOff x="0" y="0"/>
          <a:chExt cx="0" cy="0"/>
        </a:xfrm>
      </p:grpSpPr>
      <p:sp>
        <p:nvSpPr>
          <p:cNvPr id="16212" name="Google Shape;16212;p92"/>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6213" name="Google Shape;16213;p92"/>
          <p:cNvSpPr/>
          <p:nvPr/>
        </p:nvSpPr>
        <p:spPr>
          <a:xfrm>
            <a:off x="2853797" y="3817349"/>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214" name="Google Shape;16214;p92"/>
          <p:cNvGrpSpPr/>
          <p:nvPr/>
        </p:nvGrpSpPr>
        <p:grpSpPr>
          <a:xfrm>
            <a:off x="3303268" y="3817349"/>
            <a:ext cx="346056" cy="345674"/>
            <a:chOff x="3303268" y="3817349"/>
            <a:chExt cx="346056" cy="345674"/>
          </a:xfrm>
        </p:grpSpPr>
        <p:sp>
          <p:nvSpPr>
            <p:cNvPr id="16215" name="Google Shape;16215;p92"/>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92"/>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92"/>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92"/>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9" name="Google Shape;16219;p92"/>
          <p:cNvGrpSpPr/>
          <p:nvPr/>
        </p:nvGrpSpPr>
        <p:grpSpPr>
          <a:xfrm>
            <a:off x="3752358" y="3817349"/>
            <a:ext cx="346056" cy="345674"/>
            <a:chOff x="3752358" y="3817349"/>
            <a:chExt cx="346056" cy="345674"/>
          </a:xfrm>
        </p:grpSpPr>
        <p:sp>
          <p:nvSpPr>
            <p:cNvPr id="16220" name="Google Shape;16220;p92"/>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92"/>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92"/>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92"/>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4" name="Google Shape;16224;p92"/>
          <p:cNvGrpSpPr/>
          <p:nvPr/>
        </p:nvGrpSpPr>
        <p:grpSpPr>
          <a:xfrm>
            <a:off x="5100008" y="3817349"/>
            <a:ext cx="346024" cy="345674"/>
            <a:chOff x="5100008" y="3817349"/>
            <a:chExt cx="346024" cy="345674"/>
          </a:xfrm>
        </p:grpSpPr>
        <p:sp>
          <p:nvSpPr>
            <p:cNvPr id="16225" name="Google Shape;16225;p92"/>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92"/>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92"/>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8" name="Google Shape;16228;p92"/>
          <p:cNvGrpSpPr/>
          <p:nvPr/>
        </p:nvGrpSpPr>
        <p:grpSpPr>
          <a:xfrm>
            <a:off x="5998919" y="3817349"/>
            <a:ext cx="345674" cy="345674"/>
            <a:chOff x="5998919" y="3817349"/>
            <a:chExt cx="345674" cy="345674"/>
          </a:xfrm>
        </p:grpSpPr>
        <p:sp>
          <p:nvSpPr>
            <p:cNvPr id="16229" name="Google Shape;16229;p92"/>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92"/>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92"/>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2" name="Google Shape;16232;p92"/>
          <p:cNvGrpSpPr/>
          <p:nvPr/>
        </p:nvGrpSpPr>
        <p:grpSpPr>
          <a:xfrm>
            <a:off x="4201447" y="3817349"/>
            <a:ext cx="346024" cy="345674"/>
            <a:chOff x="4201447" y="3817349"/>
            <a:chExt cx="346024" cy="345674"/>
          </a:xfrm>
        </p:grpSpPr>
        <p:sp>
          <p:nvSpPr>
            <p:cNvPr id="16233" name="Google Shape;16233;p92"/>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92"/>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5" name="Google Shape;16235;p92"/>
          <p:cNvGrpSpPr/>
          <p:nvPr/>
        </p:nvGrpSpPr>
        <p:grpSpPr>
          <a:xfrm>
            <a:off x="4650919" y="3817349"/>
            <a:ext cx="346024" cy="345674"/>
            <a:chOff x="4650919" y="3817349"/>
            <a:chExt cx="346024" cy="345674"/>
          </a:xfrm>
        </p:grpSpPr>
        <p:sp>
          <p:nvSpPr>
            <p:cNvPr id="16236" name="Google Shape;16236;p92"/>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92"/>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8" name="Google Shape;16238;p92"/>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9" name="Google Shape;16239;p92"/>
          <p:cNvGrpSpPr/>
          <p:nvPr/>
        </p:nvGrpSpPr>
        <p:grpSpPr>
          <a:xfrm>
            <a:off x="5549861" y="3817349"/>
            <a:ext cx="345642" cy="345674"/>
            <a:chOff x="5549861" y="3817349"/>
            <a:chExt cx="345642" cy="345674"/>
          </a:xfrm>
        </p:grpSpPr>
        <p:sp>
          <p:nvSpPr>
            <p:cNvPr id="16240" name="Google Shape;16240;p92"/>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92"/>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92"/>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3" name="Google Shape;16243;p92"/>
          <p:cNvGrpSpPr/>
          <p:nvPr/>
        </p:nvGrpSpPr>
        <p:grpSpPr>
          <a:xfrm>
            <a:off x="1306445" y="3397829"/>
            <a:ext cx="367255" cy="269855"/>
            <a:chOff x="1306445" y="3397829"/>
            <a:chExt cx="367255" cy="269855"/>
          </a:xfrm>
        </p:grpSpPr>
        <p:sp>
          <p:nvSpPr>
            <p:cNvPr id="16244" name="Google Shape;16244;p92"/>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92"/>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92"/>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92"/>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92"/>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92"/>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0" name="Google Shape;16250;p92"/>
          <p:cNvGrpSpPr/>
          <p:nvPr/>
        </p:nvGrpSpPr>
        <p:grpSpPr>
          <a:xfrm>
            <a:off x="1781317" y="3391400"/>
            <a:ext cx="367255" cy="282364"/>
            <a:chOff x="1781317" y="3391400"/>
            <a:chExt cx="367255" cy="282364"/>
          </a:xfrm>
        </p:grpSpPr>
        <p:sp>
          <p:nvSpPr>
            <p:cNvPr id="16251" name="Google Shape;16251;p92"/>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92"/>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92"/>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92"/>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92"/>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92"/>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7" name="Google Shape;16257;p92"/>
          <p:cNvGrpSpPr/>
          <p:nvPr/>
        </p:nvGrpSpPr>
        <p:grpSpPr>
          <a:xfrm>
            <a:off x="3678830" y="3370933"/>
            <a:ext cx="369164" cy="323297"/>
            <a:chOff x="3678830" y="3370933"/>
            <a:chExt cx="369164" cy="323297"/>
          </a:xfrm>
        </p:grpSpPr>
        <p:sp>
          <p:nvSpPr>
            <p:cNvPr id="16258" name="Google Shape;16258;p92"/>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9" name="Google Shape;16259;p92"/>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92"/>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92"/>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92"/>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92"/>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92"/>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92"/>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92"/>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92"/>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92"/>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69" name="Google Shape;16269;p92"/>
          <p:cNvGrpSpPr/>
          <p:nvPr/>
        </p:nvGrpSpPr>
        <p:grpSpPr>
          <a:xfrm>
            <a:off x="859265" y="3348175"/>
            <a:ext cx="312316" cy="368400"/>
            <a:chOff x="859265" y="3348175"/>
            <a:chExt cx="312316" cy="368400"/>
          </a:xfrm>
        </p:grpSpPr>
        <p:sp>
          <p:nvSpPr>
            <p:cNvPr id="16270" name="Google Shape;16270;p92"/>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92"/>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92"/>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92"/>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92"/>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275" name="Google Shape;16275;p92"/>
          <p:cNvSpPr/>
          <p:nvPr/>
        </p:nvSpPr>
        <p:spPr>
          <a:xfrm>
            <a:off x="2256921" y="33781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276" name="Google Shape;16276;p92"/>
          <p:cNvGrpSpPr/>
          <p:nvPr/>
        </p:nvGrpSpPr>
        <p:grpSpPr>
          <a:xfrm>
            <a:off x="2766374" y="3361013"/>
            <a:ext cx="330110" cy="308908"/>
            <a:chOff x="2766264" y="3394042"/>
            <a:chExt cx="294873" cy="275934"/>
          </a:xfrm>
        </p:grpSpPr>
        <p:sp>
          <p:nvSpPr>
            <p:cNvPr id="16277" name="Google Shape;16277;p92"/>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92"/>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9" name="Google Shape;16279;p92"/>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92"/>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1" name="Google Shape;16281;p92"/>
          <p:cNvGrpSpPr/>
          <p:nvPr/>
        </p:nvGrpSpPr>
        <p:grpSpPr>
          <a:xfrm>
            <a:off x="3214972" y="3359188"/>
            <a:ext cx="346406" cy="347552"/>
            <a:chOff x="3214972" y="3359188"/>
            <a:chExt cx="346406" cy="347552"/>
          </a:xfrm>
        </p:grpSpPr>
        <p:sp>
          <p:nvSpPr>
            <p:cNvPr id="16282" name="Google Shape;16282;p92"/>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92"/>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92"/>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92"/>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92"/>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92"/>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92"/>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92"/>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92"/>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92"/>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92"/>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92"/>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92"/>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92"/>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6" name="Google Shape;16296;p92"/>
          <p:cNvGrpSpPr/>
          <p:nvPr/>
        </p:nvGrpSpPr>
        <p:grpSpPr>
          <a:xfrm>
            <a:off x="4629306" y="3409193"/>
            <a:ext cx="367255" cy="244486"/>
            <a:chOff x="4629306" y="3409193"/>
            <a:chExt cx="367255" cy="244486"/>
          </a:xfrm>
        </p:grpSpPr>
        <p:sp>
          <p:nvSpPr>
            <p:cNvPr id="16297" name="Google Shape;16297;p92"/>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92"/>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92"/>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0" name="Google Shape;16300;p92"/>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92"/>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92"/>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92"/>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92"/>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92"/>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92"/>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7" name="Google Shape;16307;p92"/>
          <p:cNvGrpSpPr/>
          <p:nvPr/>
        </p:nvGrpSpPr>
        <p:grpSpPr>
          <a:xfrm>
            <a:off x="4193490" y="3350084"/>
            <a:ext cx="289939" cy="334661"/>
            <a:chOff x="4193490" y="3350084"/>
            <a:chExt cx="289939" cy="334661"/>
          </a:xfrm>
        </p:grpSpPr>
        <p:sp>
          <p:nvSpPr>
            <p:cNvPr id="16308" name="Google Shape;16308;p92"/>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92"/>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92"/>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92"/>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92"/>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92"/>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92"/>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5" name="Google Shape;16315;p92"/>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92"/>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92"/>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8" name="Google Shape;16318;p92"/>
          <p:cNvGrpSpPr/>
          <p:nvPr/>
        </p:nvGrpSpPr>
        <p:grpSpPr>
          <a:xfrm>
            <a:off x="6533281" y="3351230"/>
            <a:ext cx="357037" cy="357005"/>
            <a:chOff x="6533281" y="3351230"/>
            <a:chExt cx="357037" cy="357005"/>
          </a:xfrm>
        </p:grpSpPr>
        <p:sp>
          <p:nvSpPr>
            <p:cNvPr id="16319" name="Google Shape;16319;p92"/>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92"/>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92"/>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2" name="Google Shape;16322;p92"/>
          <p:cNvGrpSpPr/>
          <p:nvPr/>
        </p:nvGrpSpPr>
        <p:grpSpPr>
          <a:xfrm>
            <a:off x="6058441" y="3351230"/>
            <a:ext cx="357387" cy="357005"/>
            <a:chOff x="6058441" y="3351230"/>
            <a:chExt cx="357387" cy="357005"/>
          </a:xfrm>
        </p:grpSpPr>
        <p:sp>
          <p:nvSpPr>
            <p:cNvPr id="16323" name="Google Shape;16323;p92"/>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92"/>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5" name="Google Shape;16325;p92"/>
          <p:cNvGrpSpPr/>
          <p:nvPr/>
        </p:nvGrpSpPr>
        <p:grpSpPr>
          <a:xfrm>
            <a:off x="7957483" y="3350848"/>
            <a:ext cx="357387" cy="357387"/>
            <a:chOff x="7957483" y="3350848"/>
            <a:chExt cx="357387" cy="357387"/>
          </a:xfrm>
        </p:grpSpPr>
        <p:sp>
          <p:nvSpPr>
            <p:cNvPr id="16326" name="Google Shape;16326;p92"/>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92"/>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92"/>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9" name="Google Shape;16329;p92"/>
          <p:cNvGrpSpPr/>
          <p:nvPr/>
        </p:nvGrpSpPr>
        <p:grpSpPr>
          <a:xfrm>
            <a:off x="7007771" y="3351230"/>
            <a:ext cx="357387" cy="357005"/>
            <a:chOff x="7007771" y="3351230"/>
            <a:chExt cx="357387" cy="357005"/>
          </a:xfrm>
        </p:grpSpPr>
        <p:sp>
          <p:nvSpPr>
            <p:cNvPr id="16330" name="Google Shape;16330;p92"/>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92"/>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92"/>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92"/>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92"/>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5" name="Google Shape;16335;p92"/>
          <p:cNvGrpSpPr/>
          <p:nvPr/>
        </p:nvGrpSpPr>
        <p:grpSpPr>
          <a:xfrm>
            <a:off x="5108729" y="3351230"/>
            <a:ext cx="357005" cy="357005"/>
            <a:chOff x="5108729" y="3351230"/>
            <a:chExt cx="357005" cy="357005"/>
          </a:xfrm>
        </p:grpSpPr>
        <p:sp>
          <p:nvSpPr>
            <p:cNvPr id="16336" name="Google Shape;16336;p92"/>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92"/>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8" name="Google Shape;16338;p92"/>
          <p:cNvGrpSpPr/>
          <p:nvPr/>
        </p:nvGrpSpPr>
        <p:grpSpPr>
          <a:xfrm>
            <a:off x="5583569" y="3351230"/>
            <a:ext cx="357419" cy="357005"/>
            <a:chOff x="5583569" y="3351230"/>
            <a:chExt cx="357419" cy="357005"/>
          </a:xfrm>
        </p:grpSpPr>
        <p:sp>
          <p:nvSpPr>
            <p:cNvPr id="16339" name="Google Shape;16339;p92"/>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92"/>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1" name="Google Shape;16341;p92"/>
          <p:cNvGrpSpPr/>
          <p:nvPr/>
        </p:nvGrpSpPr>
        <p:grpSpPr>
          <a:xfrm>
            <a:off x="7482229" y="3351230"/>
            <a:ext cx="357419" cy="357005"/>
            <a:chOff x="7482229" y="3351230"/>
            <a:chExt cx="357419" cy="357005"/>
          </a:xfrm>
        </p:grpSpPr>
        <p:sp>
          <p:nvSpPr>
            <p:cNvPr id="16342" name="Google Shape;16342;p92"/>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92"/>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92"/>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92"/>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92"/>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7" name="Google Shape;16347;p92"/>
          <p:cNvGrpSpPr/>
          <p:nvPr/>
        </p:nvGrpSpPr>
        <p:grpSpPr>
          <a:xfrm>
            <a:off x="3764485" y="2890682"/>
            <a:ext cx="222874" cy="345737"/>
            <a:chOff x="3764485" y="2890682"/>
            <a:chExt cx="222874" cy="345737"/>
          </a:xfrm>
        </p:grpSpPr>
        <p:sp>
          <p:nvSpPr>
            <p:cNvPr id="16348" name="Google Shape;16348;p92"/>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92"/>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92"/>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1" name="Google Shape;16351;p92"/>
          <p:cNvGrpSpPr/>
          <p:nvPr/>
        </p:nvGrpSpPr>
        <p:grpSpPr>
          <a:xfrm>
            <a:off x="2238616" y="2908131"/>
            <a:ext cx="422596" cy="310382"/>
            <a:chOff x="2278533" y="2937377"/>
            <a:chExt cx="346788" cy="254704"/>
          </a:xfrm>
        </p:grpSpPr>
        <p:sp>
          <p:nvSpPr>
            <p:cNvPr id="16352" name="Google Shape;16352;p92"/>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92"/>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354" name="Google Shape;16354;p92"/>
          <p:cNvSpPr/>
          <p:nvPr/>
        </p:nvSpPr>
        <p:spPr>
          <a:xfrm>
            <a:off x="3227863" y="28911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55" name="Google Shape;16355;p92"/>
          <p:cNvGrpSpPr/>
          <p:nvPr/>
        </p:nvGrpSpPr>
        <p:grpSpPr>
          <a:xfrm>
            <a:off x="1836637" y="2891510"/>
            <a:ext cx="286152" cy="346438"/>
            <a:chOff x="1836637" y="2891510"/>
            <a:chExt cx="286152" cy="346438"/>
          </a:xfrm>
        </p:grpSpPr>
        <p:sp>
          <p:nvSpPr>
            <p:cNvPr id="16356" name="Google Shape;16356;p92"/>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92"/>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92"/>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9" name="Google Shape;16359;p92"/>
          <p:cNvGrpSpPr/>
          <p:nvPr/>
        </p:nvGrpSpPr>
        <p:grpSpPr>
          <a:xfrm>
            <a:off x="5585861" y="2905929"/>
            <a:ext cx="379764" cy="337684"/>
            <a:chOff x="5585861" y="2905929"/>
            <a:chExt cx="379764" cy="337684"/>
          </a:xfrm>
        </p:grpSpPr>
        <p:sp>
          <p:nvSpPr>
            <p:cNvPr id="16360" name="Google Shape;16360;p92"/>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92"/>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92"/>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92"/>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4" name="Google Shape;16364;p92"/>
          <p:cNvGrpSpPr/>
          <p:nvPr/>
        </p:nvGrpSpPr>
        <p:grpSpPr>
          <a:xfrm>
            <a:off x="1327676" y="2910480"/>
            <a:ext cx="347934" cy="310024"/>
            <a:chOff x="1327676" y="2910480"/>
            <a:chExt cx="347934" cy="310024"/>
          </a:xfrm>
        </p:grpSpPr>
        <p:sp>
          <p:nvSpPr>
            <p:cNvPr id="16365" name="Google Shape;16365;p92"/>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6" name="Google Shape;16366;p92"/>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7" name="Google Shape;16367;p92"/>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92"/>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92"/>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370" name="Google Shape;16370;p92"/>
          <p:cNvSpPr/>
          <p:nvPr/>
        </p:nvSpPr>
        <p:spPr>
          <a:xfrm>
            <a:off x="2785967" y="31950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71" name="Google Shape;16371;p92"/>
          <p:cNvGrpSpPr/>
          <p:nvPr/>
        </p:nvGrpSpPr>
        <p:grpSpPr>
          <a:xfrm>
            <a:off x="2753401" y="2869564"/>
            <a:ext cx="382828" cy="358601"/>
            <a:chOff x="2753373" y="2902523"/>
            <a:chExt cx="347552" cy="325557"/>
          </a:xfrm>
        </p:grpSpPr>
        <p:sp>
          <p:nvSpPr>
            <p:cNvPr id="16372" name="Google Shape;16372;p92"/>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92"/>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4" name="Google Shape;16374;p92"/>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92"/>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92"/>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92"/>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8" name="Google Shape;16378;p92"/>
          <p:cNvGrpSpPr/>
          <p:nvPr/>
        </p:nvGrpSpPr>
        <p:grpSpPr>
          <a:xfrm>
            <a:off x="849016" y="2903255"/>
            <a:ext cx="356655" cy="335425"/>
            <a:chOff x="849016" y="2903255"/>
            <a:chExt cx="356655" cy="335425"/>
          </a:xfrm>
        </p:grpSpPr>
        <p:sp>
          <p:nvSpPr>
            <p:cNvPr id="16379" name="Google Shape;16379;p92"/>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92"/>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92"/>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92"/>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92"/>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92"/>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92"/>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92"/>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92"/>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92"/>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92"/>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0" name="Google Shape;16390;p92"/>
          <p:cNvGrpSpPr/>
          <p:nvPr/>
        </p:nvGrpSpPr>
        <p:grpSpPr>
          <a:xfrm>
            <a:off x="4210933" y="2926777"/>
            <a:ext cx="280072" cy="275520"/>
            <a:chOff x="4210933" y="2926777"/>
            <a:chExt cx="280072" cy="275520"/>
          </a:xfrm>
        </p:grpSpPr>
        <p:sp>
          <p:nvSpPr>
            <p:cNvPr id="16391" name="Google Shape;16391;p92"/>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92"/>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92"/>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92"/>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92"/>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92"/>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92"/>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92"/>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92"/>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92"/>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92"/>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92"/>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92"/>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04" name="Google Shape;16404;p92"/>
          <p:cNvGrpSpPr/>
          <p:nvPr/>
        </p:nvGrpSpPr>
        <p:grpSpPr>
          <a:xfrm>
            <a:off x="4667216" y="2915382"/>
            <a:ext cx="320273" cy="318395"/>
            <a:chOff x="4667216" y="2915382"/>
            <a:chExt cx="320273" cy="318395"/>
          </a:xfrm>
        </p:grpSpPr>
        <p:sp>
          <p:nvSpPr>
            <p:cNvPr id="16405" name="Google Shape;16405;p92"/>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92"/>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92"/>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92"/>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09" name="Google Shape;16409;p92"/>
          <p:cNvGrpSpPr/>
          <p:nvPr/>
        </p:nvGrpSpPr>
        <p:grpSpPr>
          <a:xfrm>
            <a:off x="5170480" y="2934639"/>
            <a:ext cx="261929" cy="280550"/>
            <a:chOff x="5170480" y="2934639"/>
            <a:chExt cx="261929" cy="280550"/>
          </a:xfrm>
        </p:grpSpPr>
        <p:sp>
          <p:nvSpPr>
            <p:cNvPr id="16410" name="Google Shape;16410;p92"/>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92"/>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92"/>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92"/>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92"/>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92"/>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92"/>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7" name="Google Shape;16417;p92"/>
          <p:cNvGrpSpPr/>
          <p:nvPr/>
        </p:nvGrpSpPr>
        <p:grpSpPr>
          <a:xfrm>
            <a:off x="6069423" y="2891892"/>
            <a:ext cx="362321" cy="364231"/>
            <a:chOff x="6069423" y="2891892"/>
            <a:chExt cx="362321" cy="364231"/>
          </a:xfrm>
        </p:grpSpPr>
        <p:sp>
          <p:nvSpPr>
            <p:cNvPr id="16418" name="Google Shape;16418;p92"/>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92"/>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92"/>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92"/>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92"/>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92"/>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4" name="Google Shape;16424;p92"/>
          <p:cNvGrpSpPr/>
          <p:nvPr/>
        </p:nvGrpSpPr>
        <p:grpSpPr>
          <a:xfrm>
            <a:off x="6571955" y="2919170"/>
            <a:ext cx="308878" cy="311170"/>
            <a:chOff x="6571955" y="2919170"/>
            <a:chExt cx="308878" cy="311170"/>
          </a:xfrm>
        </p:grpSpPr>
        <p:sp>
          <p:nvSpPr>
            <p:cNvPr id="16425" name="Google Shape;16425;p92"/>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92"/>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92"/>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92"/>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92"/>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92"/>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92"/>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92"/>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92"/>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92"/>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5" name="Google Shape;16435;p92"/>
          <p:cNvGrpSpPr/>
          <p:nvPr/>
        </p:nvGrpSpPr>
        <p:grpSpPr>
          <a:xfrm>
            <a:off x="7500054" y="2934735"/>
            <a:ext cx="350576" cy="280454"/>
            <a:chOff x="7500054" y="2934735"/>
            <a:chExt cx="350576" cy="280454"/>
          </a:xfrm>
        </p:grpSpPr>
        <p:sp>
          <p:nvSpPr>
            <p:cNvPr id="16436" name="Google Shape;16436;p92"/>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7" name="Google Shape;16437;p92"/>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8" name="Google Shape;16438;p92"/>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92"/>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92"/>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92"/>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92"/>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92"/>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44" name="Google Shape;16444;p92"/>
          <p:cNvGrpSpPr/>
          <p:nvPr/>
        </p:nvGrpSpPr>
        <p:grpSpPr>
          <a:xfrm>
            <a:off x="7024430" y="2874662"/>
            <a:ext cx="332012" cy="355454"/>
            <a:chOff x="7055134" y="2919170"/>
            <a:chExt cx="290321" cy="310820"/>
          </a:xfrm>
        </p:grpSpPr>
        <p:sp>
          <p:nvSpPr>
            <p:cNvPr id="16445" name="Google Shape;16445;p92"/>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92"/>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92"/>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92"/>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92"/>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92"/>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92"/>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92"/>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92"/>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92"/>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92"/>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92"/>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92"/>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8" name="Google Shape;16458;p92"/>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9" name="Google Shape;16459;p92"/>
          <p:cNvGrpSpPr/>
          <p:nvPr/>
        </p:nvGrpSpPr>
        <p:grpSpPr>
          <a:xfrm>
            <a:off x="7985143" y="2900613"/>
            <a:ext cx="330109" cy="347552"/>
            <a:chOff x="7985143" y="2900613"/>
            <a:chExt cx="330109" cy="347552"/>
          </a:xfrm>
        </p:grpSpPr>
        <p:sp>
          <p:nvSpPr>
            <p:cNvPr id="16460" name="Google Shape;16460;p92"/>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92"/>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92"/>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92"/>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4" name="Google Shape;16464;p92"/>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5" name="Google Shape;16465;p92"/>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92"/>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92"/>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8" name="Google Shape;16468;p92"/>
          <p:cNvGrpSpPr/>
          <p:nvPr/>
        </p:nvGrpSpPr>
        <p:grpSpPr>
          <a:xfrm>
            <a:off x="7990840" y="2435226"/>
            <a:ext cx="354363" cy="353631"/>
            <a:chOff x="7990840" y="2435226"/>
            <a:chExt cx="354363" cy="353631"/>
          </a:xfrm>
        </p:grpSpPr>
        <p:sp>
          <p:nvSpPr>
            <p:cNvPr id="16469" name="Google Shape;16469;p92"/>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92"/>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92"/>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2" name="Google Shape;16472;p92"/>
          <p:cNvGrpSpPr/>
          <p:nvPr/>
        </p:nvGrpSpPr>
        <p:grpSpPr>
          <a:xfrm>
            <a:off x="1817317" y="2480330"/>
            <a:ext cx="350958" cy="263043"/>
            <a:chOff x="1817317" y="2480330"/>
            <a:chExt cx="350958" cy="263043"/>
          </a:xfrm>
        </p:grpSpPr>
        <p:sp>
          <p:nvSpPr>
            <p:cNvPr id="16473" name="Google Shape;16473;p92"/>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92"/>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92"/>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92"/>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92"/>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8" name="Google Shape;16478;p92"/>
          <p:cNvGrpSpPr/>
          <p:nvPr/>
        </p:nvGrpSpPr>
        <p:grpSpPr>
          <a:xfrm>
            <a:off x="1341727" y="2483349"/>
            <a:ext cx="419913" cy="308109"/>
            <a:chOff x="1341727" y="2483349"/>
            <a:chExt cx="419913" cy="308109"/>
          </a:xfrm>
        </p:grpSpPr>
        <p:sp>
          <p:nvSpPr>
            <p:cNvPr id="16479" name="Google Shape;16479;p92"/>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92"/>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92"/>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2" name="Google Shape;16482;p92"/>
          <p:cNvGrpSpPr/>
          <p:nvPr/>
        </p:nvGrpSpPr>
        <p:grpSpPr>
          <a:xfrm>
            <a:off x="854332" y="2447736"/>
            <a:ext cx="376358" cy="330109"/>
            <a:chOff x="854332" y="2447736"/>
            <a:chExt cx="376358" cy="330109"/>
          </a:xfrm>
        </p:grpSpPr>
        <p:sp>
          <p:nvSpPr>
            <p:cNvPr id="16483" name="Google Shape;16483;p92"/>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92"/>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92"/>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92"/>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92"/>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92"/>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92"/>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92"/>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1" name="Google Shape;16491;p92"/>
          <p:cNvGrpSpPr/>
          <p:nvPr/>
        </p:nvGrpSpPr>
        <p:grpSpPr>
          <a:xfrm>
            <a:off x="4206763" y="2450951"/>
            <a:ext cx="322151" cy="322374"/>
            <a:chOff x="4206763" y="2450951"/>
            <a:chExt cx="322151" cy="322374"/>
          </a:xfrm>
        </p:grpSpPr>
        <p:sp>
          <p:nvSpPr>
            <p:cNvPr id="16492" name="Google Shape;16492;p92"/>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92"/>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4" name="Google Shape;16494;p92"/>
          <p:cNvGrpSpPr/>
          <p:nvPr/>
        </p:nvGrpSpPr>
        <p:grpSpPr>
          <a:xfrm>
            <a:off x="7528096" y="2450059"/>
            <a:ext cx="327976" cy="324316"/>
            <a:chOff x="7528096" y="2450059"/>
            <a:chExt cx="327976" cy="324316"/>
          </a:xfrm>
        </p:grpSpPr>
        <p:sp>
          <p:nvSpPr>
            <p:cNvPr id="16495" name="Google Shape;16495;p92"/>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92"/>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92"/>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92"/>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92"/>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0" name="Google Shape;16500;p92"/>
          <p:cNvGrpSpPr/>
          <p:nvPr/>
        </p:nvGrpSpPr>
        <p:grpSpPr>
          <a:xfrm>
            <a:off x="7077129" y="2512542"/>
            <a:ext cx="282364" cy="198619"/>
            <a:chOff x="7077129" y="2512542"/>
            <a:chExt cx="282364" cy="198619"/>
          </a:xfrm>
        </p:grpSpPr>
        <p:sp>
          <p:nvSpPr>
            <p:cNvPr id="16501" name="Google Shape;16501;p92"/>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92"/>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92"/>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92"/>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92"/>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92"/>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7" name="Google Shape;16507;p92"/>
          <p:cNvGrpSpPr/>
          <p:nvPr/>
        </p:nvGrpSpPr>
        <p:grpSpPr>
          <a:xfrm>
            <a:off x="3725461" y="2444712"/>
            <a:ext cx="334279" cy="334661"/>
            <a:chOff x="3725461" y="2444712"/>
            <a:chExt cx="334279" cy="334661"/>
          </a:xfrm>
        </p:grpSpPr>
        <p:sp>
          <p:nvSpPr>
            <p:cNvPr id="16508" name="Google Shape;16508;p92"/>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92"/>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92"/>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92"/>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92"/>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92"/>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92"/>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15" name="Google Shape;16515;p92"/>
          <p:cNvGrpSpPr/>
          <p:nvPr/>
        </p:nvGrpSpPr>
        <p:grpSpPr>
          <a:xfrm>
            <a:off x="6577238" y="2457221"/>
            <a:ext cx="332019" cy="310788"/>
            <a:chOff x="6577238" y="2457221"/>
            <a:chExt cx="332019" cy="310788"/>
          </a:xfrm>
        </p:grpSpPr>
        <p:sp>
          <p:nvSpPr>
            <p:cNvPr id="16516" name="Google Shape;16516;p92"/>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92"/>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92"/>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92"/>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92"/>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92"/>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2" name="Google Shape;16522;p92"/>
          <p:cNvGrpSpPr/>
          <p:nvPr/>
        </p:nvGrpSpPr>
        <p:grpSpPr>
          <a:xfrm>
            <a:off x="2818561" y="2439778"/>
            <a:ext cx="247892" cy="346024"/>
            <a:chOff x="2818561" y="2439778"/>
            <a:chExt cx="247892" cy="346024"/>
          </a:xfrm>
        </p:grpSpPr>
        <p:sp>
          <p:nvSpPr>
            <p:cNvPr id="16523" name="Google Shape;16523;p92"/>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92"/>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92"/>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92"/>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7" name="Google Shape;16527;p92"/>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8" name="Google Shape;16528;p92"/>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92"/>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92"/>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92"/>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92"/>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92"/>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92"/>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5" name="Google Shape;16535;p92"/>
          <p:cNvGrpSpPr/>
          <p:nvPr/>
        </p:nvGrpSpPr>
        <p:grpSpPr>
          <a:xfrm>
            <a:off x="3207778" y="2474632"/>
            <a:ext cx="419933" cy="275170"/>
            <a:chOff x="3207778" y="2474632"/>
            <a:chExt cx="419933" cy="275170"/>
          </a:xfrm>
        </p:grpSpPr>
        <p:sp>
          <p:nvSpPr>
            <p:cNvPr id="16536" name="Google Shape;16536;p92"/>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7" name="Google Shape;16537;p92"/>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92"/>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92"/>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0" name="Google Shape;16540;p92"/>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92"/>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92"/>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92"/>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92"/>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92"/>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92"/>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92"/>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92"/>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92"/>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0" name="Google Shape;16550;p92"/>
          <p:cNvGrpSpPr/>
          <p:nvPr/>
        </p:nvGrpSpPr>
        <p:grpSpPr>
          <a:xfrm>
            <a:off x="6099375" y="2456075"/>
            <a:ext cx="337684" cy="314194"/>
            <a:chOff x="6099375" y="2456075"/>
            <a:chExt cx="337684" cy="314194"/>
          </a:xfrm>
        </p:grpSpPr>
        <p:sp>
          <p:nvSpPr>
            <p:cNvPr id="16551" name="Google Shape;16551;p92"/>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92"/>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3" name="Google Shape;16553;p92"/>
          <p:cNvGrpSpPr/>
          <p:nvPr/>
        </p:nvGrpSpPr>
        <p:grpSpPr>
          <a:xfrm>
            <a:off x="2312623" y="2468584"/>
            <a:ext cx="312698" cy="286534"/>
            <a:chOff x="2312623" y="2468584"/>
            <a:chExt cx="312698" cy="286534"/>
          </a:xfrm>
        </p:grpSpPr>
        <p:sp>
          <p:nvSpPr>
            <p:cNvPr id="16554" name="Google Shape;16554;p92"/>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92"/>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92"/>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7" name="Google Shape;16557;p92"/>
          <p:cNvGrpSpPr/>
          <p:nvPr/>
        </p:nvGrpSpPr>
        <p:grpSpPr>
          <a:xfrm>
            <a:off x="5618805" y="2440924"/>
            <a:ext cx="345292" cy="342618"/>
            <a:chOff x="5618805" y="2440924"/>
            <a:chExt cx="345292" cy="342618"/>
          </a:xfrm>
        </p:grpSpPr>
        <p:sp>
          <p:nvSpPr>
            <p:cNvPr id="16558" name="Google Shape;16558;p92"/>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92"/>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92"/>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92"/>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92"/>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63" name="Google Shape;16563;p92"/>
          <p:cNvGrpSpPr/>
          <p:nvPr/>
        </p:nvGrpSpPr>
        <p:grpSpPr>
          <a:xfrm>
            <a:off x="4653179" y="2446590"/>
            <a:ext cx="377886" cy="331255"/>
            <a:chOff x="4653179" y="2446590"/>
            <a:chExt cx="377886" cy="331255"/>
          </a:xfrm>
        </p:grpSpPr>
        <p:sp>
          <p:nvSpPr>
            <p:cNvPr id="16564" name="Google Shape;16564;p92"/>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92"/>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92"/>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92"/>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68" name="Google Shape;16568;p92"/>
          <p:cNvGrpSpPr/>
          <p:nvPr/>
        </p:nvGrpSpPr>
        <p:grpSpPr>
          <a:xfrm>
            <a:off x="5184517" y="2459481"/>
            <a:ext cx="252062" cy="305122"/>
            <a:chOff x="5184517" y="2459481"/>
            <a:chExt cx="252062" cy="305122"/>
          </a:xfrm>
        </p:grpSpPr>
        <p:sp>
          <p:nvSpPr>
            <p:cNvPr id="16569" name="Google Shape;16569;p92"/>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92"/>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92"/>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92"/>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3" name="Google Shape;16573;p92"/>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92"/>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75" name="Google Shape;16575;p92"/>
          <p:cNvSpPr/>
          <p:nvPr/>
        </p:nvSpPr>
        <p:spPr>
          <a:xfrm>
            <a:off x="1801020" y="19706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76" name="Google Shape;16576;p92"/>
          <p:cNvGrpSpPr/>
          <p:nvPr/>
        </p:nvGrpSpPr>
        <p:grpSpPr>
          <a:xfrm>
            <a:off x="6155459" y="1969108"/>
            <a:ext cx="249770" cy="363849"/>
            <a:chOff x="6155459" y="1969108"/>
            <a:chExt cx="249770" cy="363849"/>
          </a:xfrm>
        </p:grpSpPr>
        <p:sp>
          <p:nvSpPr>
            <p:cNvPr id="16577" name="Google Shape;16577;p92"/>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92"/>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92"/>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92"/>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92"/>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92"/>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92"/>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92"/>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92"/>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6" name="Google Shape;16586;p92"/>
          <p:cNvGrpSpPr/>
          <p:nvPr/>
        </p:nvGrpSpPr>
        <p:grpSpPr>
          <a:xfrm>
            <a:off x="2280029" y="1970604"/>
            <a:ext cx="353631" cy="354395"/>
            <a:chOff x="2280029" y="1970604"/>
            <a:chExt cx="353631" cy="354395"/>
          </a:xfrm>
        </p:grpSpPr>
        <p:sp>
          <p:nvSpPr>
            <p:cNvPr id="16587" name="Google Shape;16587;p92"/>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92"/>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92"/>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92"/>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1" name="Google Shape;16591;p92"/>
          <p:cNvGrpSpPr/>
          <p:nvPr/>
        </p:nvGrpSpPr>
        <p:grpSpPr>
          <a:xfrm>
            <a:off x="8065100" y="2000174"/>
            <a:ext cx="255086" cy="301685"/>
            <a:chOff x="8065100" y="2000174"/>
            <a:chExt cx="255086" cy="301685"/>
          </a:xfrm>
        </p:grpSpPr>
        <p:sp>
          <p:nvSpPr>
            <p:cNvPr id="16592" name="Google Shape;16592;p92"/>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92"/>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92"/>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92"/>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6" name="Google Shape;16596;p92"/>
          <p:cNvGrpSpPr/>
          <p:nvPr/>
        </p:nvGrpSpPr>
        <p:grpSpPr>
          <a:xfrm>
            <a:off x="6633705" y="1969108"/>
            <a:ext cx="249420" cy="363849"/>
            <a:chOff x="6633705" y="1969108"/>
            <a:chExt cx="249420" cy="363849"/>
          </a:xfrm>
        </p:grpSpPr>
        <p:sp>
          <p:nvSpPr>
            <p:cNvPr id="16597" name="Google Shape;16597;p92"/>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92"/>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92"/>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92"/>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92"/>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92"/>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92"/>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92"/>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5" name="Google Shape;16605;p92"/>
          <p:cNvGrpSpPr/>
          <p:nvPr/>
        </p:nvGrpSpPr>
        <p:grpSpPr>
          <a:xfrm>
            <a:off x="5211031" y="1969108"/>
            <a:ext cx="226661" cy="363467"/>
            <a:chOff x="5211031" y="1969108"/>
            <a:chExt cx="226661" cy="363467"/>
          </a:xfrm>
        </p:grpSpPr>
        <p:sp>
          <p:nvSpPr>
            <p:cNvPr id="16606" name="Google Shape;16606;p92"/>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92"/>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8" name="Google Shape;16608;p92"/>
          <p:cNvGrpSpPr/>
          <p:nvPr/>
        </p:nvGrpSpPr>
        <p:grpSpPr>
          <a:xfrm>
            <a:off x="3712952" y="1970604"/>
            <a:ext cx="354363" cy="354395"/>
            <a:chOff x="3712952" y="1970604"/>
            <a:chExt cx="354363" cy="354395"/>
          </a:xfrm>
        </p:grpSpPr>
        <p:sp>
          <p:nvSpPr>
            <p:cNvPr id="16609" name="Google Shape;16609;p92"/>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92"/>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92"/>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92"/>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92"/>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92"/>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92"/>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92"/>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92"/>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8" name="Google Shape;16618;p92"/>
          <p:cNvGrpSpPr/>
          <p:nvPr/>
        </p:nvGrpSpPr>
        <p:grpSpPr>
          <a:xfrm>
            <a:off x="3235438" y="1970604"/>
            <a:ext cx="354363" cy="354745"/>
            <a:chOff x="3235438" y="1970604"/>
            <a:chExt cx="354363" cy="354745"/>
          </a:xfrm>
        </p:grpSpPr>
        <p:sp>
          <p:nvSpPr>
            <p:cNvPr id="16619" name="Google Shape;16619;p92"/>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92"/>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92"/>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92"/>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92"/>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92"/>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92"/>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92"/>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92"/>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92"/>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9" name="Google Shape;16629;p92"/>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0" name="Google Shape;16630;p92"/>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92"/>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92"/>
          <p:cNvGrpSpPr/>
          <p:nvPr/>
        </p:nvGrpSpPr>
        <p:grpSpPr>
          <a:xfrm>
            <a:off x="1329585" y="1989925"/>
            <a:ext cx="341472" cy="335074"/>
            <a:chOff x="1329585" y="1989925"/>
            <a:chExt cx="341472" cy="335074"/>
          </a:xfrm>
        </p:grpSpPr>
        <p:sp>
          <p:nvSpPr>
            <p:cNvPr id="16633" name="Google Shape;16633;p92"/>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92"/>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92"/>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6" name="Google Shape;16636;p92"/>
          <p:cNvGrpSpPr/>
          <p:nvPr/>
        </p:nvGrpSpPr>
        <p:grpSpPr>
          <a:xfrm>
            <a:off x="5591871" y="1989906"/>
            <a:ext cx="416649" cy="325597"/>
            <a:chOff x="5626763" y="2013829"/>
            <a:chExt cx="351722" cy="274788"/>
          </a:xfrm>
        </p:grpSpPr>
        <p:sp>
          <p:nvSpPr>
            <p:cNvPr id="16637" name="Google Shape;16637;p92"/>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92"/>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92"/>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92"/>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92"/>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92"/>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92"/>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92"/>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92"/>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6" name="Google Shape;16646;p92"/>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7" name="Google Shape;16647;p92"/>
          <p:cNvGrpSpPr/>
          <p:nvPr/>
        </p:nvGrpSpPr>
        <p:grpSpPr>
          <a:xfrm>
            <a:off x="7576605" y="1983877"/>
            <a:ext cx="276698" cy="333133"/>
            <a:chOff x="7576605" y="1983877"/>
            <a:chExt cx="276698" cy="333133"/>
          </a:xfrm>
        </p:grpSpPr>
        <p:sp>
          <p:nvSpPr>
            <p:cNvPr id="16648" name="Google Shape;16648;p92"/>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92"/>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50" name="Google Shape;16650;p92"/>
          <p:cNvGrpSpPr/>
          <p:nvPr/>
        </p:nvGrpSpPr>
        <p:grpSpPr>
          <a:xfrm>
            <a:off x="853568" y="1975538"/>
            <a:ext cx="337334" cy="353599"/>
            <a:chOff x="853568" y="1975538"/>
            <a:chExt cx="337334" cy="353599"/>
          </a:xfrm>
        </p:grpSpPr>
        <p:sp>
          <p:nvSpPr>
            <p:cNvPr id="16651" name="Google Shape;16651;p92"/>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92"/>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92"/>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92"/>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55" name="Google Shape;16655;p92"/>
          <p:cNvGrpSpPr/>
          <p:nvPr/>
        </p:nvGrpSpPr>
        <p:grpSpPr>
          <a:xfrm>
            <a:off x="2770052" y="2009628"/>
            <a:ext cx="327085" cy="277080"/>
            <a:chOff x="2770052" y="2009628"/>
            <a:chExt cx="327085" cy="277080"/>
          </a:xfrm>
        </p:grpSpPr>
        <p:sp>
          <p:nvSpPr>
            <p:cNvPr id="16656" name="Google Shape;16656;p92"/>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92"/>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58" name="Google Shape;16658;p92"/>
          <p:cNvSpPr/>
          <p:nvPr/>
        </p:nvSpPr>
        <p:spPr>
          <a:xfrm>
            <a:off x="7060068" y="19891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59" name="Google Shape;16659;p92"/>
          <p:cNvGrpSpPr/>
          <p:nvPr/>
        </p:nvGrpSpPr>
        <p:grpSpPr>
          <a:xfrm>
            <a:off x="4195399" y="1970604"/>
            <a:ext cx="344878" cy="343573"/>
            <a:chOff x="4195399" y="1970604"/>
            <a:chExt cx="344878" cy="343573"/>
          </a:xfrm>
        </p:grpSpPr>
        <p:sp>
          <p:nvSpPr>
            <p:cNvPr id="16660" name="Google Shape;16660;p92"/>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92"/>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92"/>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92"/>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4" name="Google Shape;16664;p92"/>
          <p:cNvGrpSpPr/>
          <p:nvPr/>
        </p:nvGrpSpPr>
        <p:grpSpPr>
          <a:xfrm>
            <a:off x="4674791" y="1977447"/>
            <a:ext cx="344528" cy="344114"/>
            <a:chOff x="4674791" y="1977447"/>
            <a:chExt cx="344528" cy="344114"/>
          </a:xfrm>
        </p:grpSpPr>
        <p:sp>
          <p:nvSpPr>
            <p:cNvPr id="16665" name="Google Shape;16665;p92"/>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92"/>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92"/>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92"/>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92"/>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92"/>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92"/>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92"/>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92"/>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92"/>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92"/>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92"/>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92"/>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92"/>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92"/>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92"/>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92"/>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92"/>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92"/>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92"/>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5" name="Google Shape;16685;p92"/>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92"/>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92"/>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92"/>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92"/>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92"/>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91" name="Google Shape;16691;p92"/>
          <p:cNvGrpSpPr/>
          <p:nvPr/>
        </p:nvGrpSpPr>
        <p:grpSpPr>
          <a:xfrm>
            <a:off x="6083810" y="1547297"/>
            <a:ext cx="382819" cy="310788"/>
            <a:chOff x="6083810" y="1547297"/>
            <a:chExt cx="382819" cy="310788"/>
          </a:xfrm>
        </p:grpSpPr>
        <p:sp>
          <p:nvSpPr>
            <p:cNvPr id="16692" name="Google Shape;16692;p92"/>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92"/>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92"/>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92"/>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92"/>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92"/>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92"/>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92"/>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92"/>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92"/>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92"/>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92"/>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92"/>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92"/>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92"/>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7" name="Google Shape;16707;p92"/>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92"/>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92"/>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0" name="Google Shape;16710;p92"/>
          <p:cNvGrpSpPr/>
          <p:nvPr/>
        </p:nvGrpSpPr>
        <p:grpSpPr>
          <a:xfrm>
            <a:off x="6558300" y="1538193"/>
            <a:ext cx="382788" cy="328613"/>
            <a:chOff x="6558300" y="1538193"/>
            <a:chExt cx="382788" cy="328613"/>
          </a:xfrm>
        </p:grpSpPr>
        <p:sp>
          <p:nvSpPr>
            <p:cNvPr id="16711" name="Google Shape;16711;p92"/>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92"/>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3" name="Google Shape;16713;p92"/>
          <p:cNvGrpSpPr/>
          <p:nvPr/>
        </p:nvGrpSpPr>
        <p:grpSpPr>
          <a:xfrm>
            <a:off x="5194002" y="1511297"/>
            <a:ext cx="259605" cy="346024"/>
            <a:chOff x="5194002" y="1511297"/>
            <a:chExt cx="259605" cy="346024"/>
          </a:xfrm>
        </p:grpSpPr>
        <p:sp>
          <p:nvSpPr>
            <p:cNvPr id="16714" name="Google Shape;16714;p92"/>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92"/>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92"/>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92"/>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8" name="Google Shape;16718;p92"/>
          <p:cNvGrpSpPr/>
          <p:nvPr/>
        </p:nvGrpSpPr>
        <p:grpSpPr>
          <a:xfrm>
            <a:off x="1394741" y="1512061"/>
            <a:ext cx="252444" cy="351722"/>
            <a:chOff x="1394741" y="1512061"/>
            <a:chExt cx="252444" cy="351722"/>
          </a:xfrm>
        </p:grpSpPr>
        <p:sp>
          <p:nvSpPr>
            <p:cNvPr id="16719" name="Google Shape;16719;p92"/>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92"/>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92"/>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92"/>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92"/>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4" name="Google Shape;16724;p92"/>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92"/>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92"/>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92"/>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92"/>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92"/>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92"/>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92"/>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92"/>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92"/>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92"/>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92"/>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6" name="Google Shape;16736;p92"/>
          <p:cNvGrpSpPr/>
          <p:nvPr/>
        </p:nvGrpSpPr>
        <p:grpSpPr>
          <a:xfrm>
            <a:off x="855096" y="1504485"/>
            <a:ext cx="380910" cy="339594"/>
            <a:chOff x="855096" y="1504485"/>
            <a:chExt cx="380910" cy="339594"/>
          </a:xfrm>
        </p:grpSpPr>
        <p:sp>
          <p:nvSpPr>
            <p:cNvPr id="16737" name="Google Shape;16737;p92"/>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92"/>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92"/>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92"/>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92"/>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42" name="Google Shape;16742;p92"/>
          <p:cNvGrpSpPr/>
          <p:nvPr/>
        </p:nvGrpSpPr>
        <p:grpSpPr>
          <a:xfrm>
            <a:off x="1819576" y="1511679"/>
            <a:ext cx="352103" cy="352103"/>
            <a:chOff x="1819576" y="1511679"/>
            <a:chExt cx="352103" cy="352103"/>
          </a:xfrm>
        </p:grpSpPr>
        <p:sp>
          <p:nvSpPr>
            <p:cNvPr id="16743" name="Google Shape;16743;p92"/>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92"/>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92"/>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92"/>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47" name="Google Shape;16747;p92"/>
          <p:cNvGrpSpPr/>
          <p:nvPr/>
        </p:nvGrpSpPr>
        <p:grpSpPr>
          <a:xfrm>
            <a:off x="5621097" y="1500761"/>
            <a:ext cx="371424" cy="355446"/>
            <a:chOff x="5621097" y="1500761"/>
            <a:chExt cx="371424" cy="355446"/>
          </a:xfrm>
        </p:grpSpPr>
        <p:sp>
          <p:nvSpPr>
            <p:cNvPr id="16748" name="Google Shape;16748;p92"/>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92"/>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0" name="Google Shape;16750;p92"/>
          <p:cNvGrpSpPr/>
          <p:nvPr/>
        </p:nvGrpSpPr>
        <p:grpSpPr>
          <a:xfrm>
            <a:off x="4670239" y="1541599"/>
            <a:ext cx="359679" cy="321833"/>
            <a:chOff x="4670239" y="1541599"/>
            <a:chExt cx="359679" cy="321833"/>
          </a:xfrm>
        </p:grpSpPr>
        <p:sp>
          <p:nvSpPr>
            <p:cNvPr id="16751" name="Google Shape;16751;p92"/>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92"/>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92"/>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92"/>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92"/>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6" name="Google Shape;16756;p92"/>
          <p:cNvGrpSpPr/>
          <p:nvPr/>
        </p:nvGrpSpPr>
        <p:grpSpPr>
          <a:xfrm>
            <a:off x="4212429" y="1502385"/>
            <a:ext cx="321037" cy="353822"/>
            <a:chOff x="4212429" y="1502385"/>
            <a:chExt cx="321037" cy="353822"/>
          </a:xfrm>
        </p:grpSpPr>
        <p:sp>
          <p:nvSpPr>
            <p:cNvPr id="16757" name="Google Shape;16757;p92"/>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92"/>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92"/>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92"/>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61" name="Google Shape;16761;p92"/>
          <p:cNvGrpSpPr/>
          <p:nvPr/>
        </p:nvGrpSpPr>
        <p:grpSpPr>
          <a:xfrm>
            <a:off x="2302788" y="1505981"/>
            <a:ext cx="336188" cy="335425"/>
            <a:chOff x="2302788" y="1505981"/>
            <a:chExt cx="336188" cy="335425"/>
          </a:xfrm>
        </p:grpSpPr>
        <p:sp>
          <p:nvSpPr>
            <p:cNvPr id="16762" name="Google Shape;16762;p92"/>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92"/>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92"/>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92"/>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6" name="Google Shape;16766;p92"/>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7" name="Google Shape;16767;p92"/>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92"/>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92"/>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92"/>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92"/>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2" name="Google Shape;16772;p92"/>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3" name="Google Shape;16773;p92"/>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92"/>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92"/>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92"/>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92"/>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92"/>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79" name="Google Shape;16779;p92"/>
          <p:cNvGrpSpPr/>
          <p:nvPr/>
        </p:nvGrpSpPr>
        <p:grpSpPr>
          <a:xfrm>
            <a:off x="2780301" y="1521896"/>
            <a:ext cx="333133" cy="321037"/>
            <a:chOff x="2780301" y="1521896"/>
            <a:chExt cx="333133" cy="321037"/>
          </a:xfrm>
        </p:grpSpPr>
        <p:sp>
          <p:nvSpPr>
            <p:cNvPr id="16780" name="Google Shape;16780;p92"/>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92"/>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92"/>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92"/>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4" name="Google Shape;16784;p92"/>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5" name="Google Shape;16785;p92"/>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92"/>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92"/>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92"/>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92"/>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92"/>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1" name="Google Shape;16791;p92"/>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2" name="Google Shape;16792;p92"/>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92"/>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92"/>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92"/>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92"/>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92"/>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92"/>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92"/>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00" name="Google Shape;16800;p92"/>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1" name="Google Shape;16801;p92"/>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2" name="Google Shape;16802;p92"/>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803" name="Google Shape;16803;p92"/>
          <p:cNvGrpSpPr/>
          <p:nvPr/>
        </p:nvGrpSpPr>
        <p:grpSpPr>
          <a:xfrm>
            <a:off x="3316159" y="1515085"/>
            <a:ext cx="211892" cy="339594"/>
            <a:chOff x="3316159" y="1515085"/>
            <a:chExt cx="211892" cy="339594"/>
          </a:xfrm>
        </p:grpSpPr>
        <p:sp>
          <p:nvSpPr>
            <p:cNvPr id="16804" name="Google Shape;16804;p92"/>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5" name="Google Shape;16805;p92"/>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6" name="Google Shape;16806;p92"/>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7" name="Google Shape;16807;p92"/>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8" name="Google Shape;16808;p92"/>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9" name="Google Shape;16809;p92"/>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10" name="Google Shape;16810;p92"/>
          <p:cNvGrpSpPr/>
          <p:nvPr/>
        </p:nvGrpSpPr>
        <p:grpSpPr>
          <a:xfrm>
            <a:off x="3716358" y="1544655"/>
            <a:ext cx="361971" cy="314958"/>
            <a:chOff x="3716358" y="1544655"/>
            <a:chExt cx="361971" cy="314958"/>
          </a:xfrm>
        </p:grpSpPr>
        <p:sp>
          <p:nvSpPr>
            <p:cNvPr id="16811" name="Google Shape;16811;p92"/>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92"/>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3" name="Google Shape;16813;p92"/>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4" name="Google Shape;16814;p92"/>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92"/>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816" name="Google Shape;16816;p92"/>
            <p:cNvGrpSpPr/>
            <p:nvPr/>
          </p:nvGrpSpPr>
          <p:grpSpPr>
            <a:xfrm>
              <a:off x="3716358" y="1544655"/>
              <a:ext cx="361971" cy="314958"/>
              <a:chOff x="3716358" y="1544655"/>
              <a:chExt cx="361971" cy="314958"/>
            </a:xfrm>
          </p:grpSpPr>
          <p:sp>
            <p:nvSpPr>
              <p:cNvPr id="16817" name="Google Shape;16817;p92"/>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92"/>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92"/>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92"/>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92"/>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822" name="Google Shape;16822;p92"/>
          <p:cNvGrpSpPr/>
          <p:nvPr/>
        </p:nvGrpSpPr>
        <p:grpSpPr>
          <a:xfrm>
            <a:off x="7011924" y="1557552"/>
            <a:ext cx="499533" cy="305136"/>
            <a:chOff x="7009649" y="1541981"/>
            <a:chExt cx="524940" cy="320655"/>
          </a:xfrm>
        </p:grpSpPr>
        <p:sp>
          <p:nvSpPr>
            <p:cNvPr id="16823" name="Google Shape;16823;p92"/>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92"/>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5" name="Google Shape;16825;p92"/>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6" name="Google Shape;16826;p92"/>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7" name="Google Shape;16827;p92"/>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8" name="Google Shape;16828;p92"/>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92"/>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92"/>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31" name="Google Shape;16831;p92"/>
          <p:cNvGrpSpPr/>
          <p:nvPr/>
        </p:nvGrpSpPr>
        <p:grpSpPr>
          <a:xfrm>
            <a:off x="8034034" y="1518109"/>
            <a:ext cx="282746" cy="340358"/>
            <a:chOff x="8034034" y="1518109"/>
            <a:chExt cx="282746" cy="340358"/>
          </a:xfrm>
        </p:grpSpPr>
        <p:sp>
          <p:nvSpPr>
            <p:cNvPr id="16832" name="Google Shape;16832;p92"/>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92"/>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92"/>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92"/>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36" name="Google Shape;16836;p92"/>
          <p:cNvGrpSpPr/>
          <p:nvPr/>
        </p:nvGrpSpPr>
        <p:grpSpPr>
          <a:xfrm>
            <a:off x="7582302" y="1499934"/>
            <a:ext cx="369133" cy="360411"/>
            <a:chOff x="7582302" y="1499934"/>
            <a:chExt cx="369133" cy="360411"/>
          </a:xfrm>
        </p:grpSpPr>
        <p:sp>
          <p:nvSpPr>
            <p:cNvPr id="16837" name="Google Shape;16837;p92"/>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92"/>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92"/>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92"/>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92"/>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845"/>
        <p:cNvGrpSpPr/>
        <p:nvPr/>
      </p:nvGrpSpPr>
      <p:grpSpPr>
        <a:xfrm>
          <a:off x="0" y="0"/>
          <a:ext cx="0" cy="0"/>
          <a:chOff x="0" y="0"/>
          <a:chExt cx="0" cy="0"/>
        </a:xfrm>
      </p:grpSpPr>
      <p:pic>
        <p:nvPicPr>
          <p:cNvPr id="16846" name="Google Shape;16846;p93">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Science Fiction Day by Slidesgo">
  <a:themeElements>
    <a:clrScheme name="Simple Light">
      <a:dk1>
        <a:srgbClr val="061719"/>
      </a:dk1>
      <a:lt1>
        <a:srgbClr val="0F494D"/>
      </a:lt1>
      <a:dk2>
        <a:srgbClr val="105465"/>
      </a:dk2>
      <a:lt2>
        <a:srgbClr val="96924A"/>
      </a:lt2>
      <a:accent1>
        <a:srgbClr val="C1BF63"/>
      </a:accent1>
      <a:accent2>
        <a:srgbClr val="FEFF97"/>
      </a:accent2>
      <a:accent3>
        <a:srgbClr val="FFFFFF"/>
      </a:accent3>
      <a:accent4>
        <a:srgbClr val="061719"/>
      </a:accent4>
      <a:accent5>
        <a:srgbClr val="0F494D"/>
      </a:accent5>
      <a:accent6>
        <a:srgbClr val="105465"/>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1850</Words>
  <Application>Microsoft Office PowerPoint</Application>
  <PresentationFormat>Экран (16:9)</PresentationFormat>
  <Paragraphs>345</Paragraphs>
  <Slides>56</Slides>
  <Notes>56</Notes>
  <HiddenSlides>0</HiddenSlides>
  <MMClips>0</MMClips>
  <ScaleCrop>false</ScaleCrop>
  <HeadingPairs>
    <vt:vector size="6" baseType="variant">
      <vt:variant>
        <vt:lpstr>Использованные шрифты</vt:lpstr>
      </vt:variant>
      <vt:variant>
        <vt:i4>8</vt:i4>
      </vt:variant>
      <vt:variant>
        <vt:lpstr>Тема</vt:lpstr>
      </vt:variant>
      <vt:variant>
        <vt:i4>2</vt:i4>
      </vt:variant>
      <vt:variant>
        <vt:lpstr>Заголовки слайдов</vt:lpstr>
      </vt:variant>
      <vt:variant>
        <vt:i4>56</vt:i4>
      </vt:variant>
    </vt:vector>
  </HeadingPairs>
  <TitlesOfParts>
    <vt:vector size="66" baseType="lpstr">
      <vt:lpstr>Proxima Nova Semibold</vt:lpstr>
      <vt:lpstr>Proxima Nova</vt:lpstr>
      <vt:lpstr>Amatic SC</vt:lpstr>
      <vt:lpstr>Orbitron</vt:lpstr>
      <vt:lpstr>Arial</vt:lpstr>
      <vt:lpstr>Roboto Medium</vt:lpstr>
      <vt:lpstr>Barlow</vt:lpstr>
      <vt:lpstr>Calibri</vt:lpstr>
      <vt:lpstr>Science Fiction Day by Slidesgo</vt:lpstr>
      <vt:lpstr>Slidesgo Final Pages</vt:lpstr>
      <vt:lpstr>ЕЩЕ ОДНА ИГРА НА PYTHON PYGAME</vt:lpstr>
      <vt:lpstr>Краткое описание</vt:lpstr>
      <vt:lpstr>Игровые классы</vt:lpstr>
      <vt:lpstr>INTRODUCTION</vt:lpstr>
      <vt:lpstr>—SOMEONE FAMOUS</vt:lpstr>
      <vt:lpstr>THE SLIDE TITLE GOES HERE!</vt:lpstr>
      <vt:lpstr>WHOA!</vt:lpstr>
      <vt:lpstr>DIVIDE THE CONTENT</vt:lpstr>
      <vt:lpstr>02</vt:lpstr>
      <vt:lpstr>AWESOME WORDS</vt:lpstr>
      <vt:lpstr>YOU COULD USE THREE COLUMNS</vt:lpstr>
      <vt:lpstr>REVIEWING IS A GOOD IDEA</vt:lpstr>
      <vt:lpstr>A PICTURE IS WORTH A THOUSAND WORDS</vt:lpstr>
      <vt:lpstr>WHAT ABOUT FOUR COLUMNS?</vt:lpstr>
      <vt:lpstr>ANALYSIS</vt:lpstr>
      <vt:lpstr>A PICTURE ALWAYS REINFORCES THE CONCEPT</vt:lpstr>
      <vt:lpstr>THIS IS A TABLE</vt:lpstr>
      <vt:lpstr>TIMELINE</vt:lpstr>
      <vt:lpstr>FROM SPACE</vt:lpstr>
      <vt:lpstr>INFOGRAPHIC</vt:lpstr>
      <vt:lpstr>ANOTHER INFOGRAPHIC</vt:lpstr>
      <vt:lpstr>USE A GRAPH</vt:lpstr>
      <vt:lpstr>PERCENTAGES</vt:lpstr>
      <vt:lpstr>USE A MAP</vt:lpstr>
      <vt:lpstr>CONCLUSION</vt:lpstr>
      <vt:lpstr>4,498,300</vt:lpstr>
      <vt:lpstr>333,000.00</vt:lpstr>
      <vt:lpstr>CALENDAR</vt:lpstr>
      <vt:lpstr>DON’T FORGET</vt:lpstr>
      <vt:lpstr>CONCLUSION</vt:lpstr>
      <vt:lpstr>DESKTOP SOFTWARE</vt:lpstr>
      <vt:lpstr>TABLET APP</vt:lpstr>
      <vt:lpstr>MOBILE WEB</vt:lpstr>
      <vt:lpstr>OUR TEAM</vt:lpstr>
      <vt:lpstr>THANKS</vt:lpstr>
      <vt:lpstr>UFO AND ALIENS ICON PACK</vt:lpstr>
      <vt:lpstr>ALTERNATIVE RESOURCES</vt:lpstr>
      <vt:lpstr>RESOURCES</vt:lpstr>
      <vt:lpstr>Instructions for use (free users)</vt:lpstr>
      <vt:lpstr>Instructions for use (premium users)</vt:lpstr>
      <vt:lpstr>Fonts &amp; colors used</vt:lpstr>
      <vt:lpstr>Stories by Freepik</vt:lpstr>
      <vt:lpstr>Use our editable graphic resources...</vt:lpstr>
      <vt:lpstr>Презентация PowerPoint</vt:lpstr>
      <vt:lpstr>Презентация PowerPoint</vt:lpstr>
      <vt:lpstr>Презентация PowerPoint</vt:lpstr>
      <vt:lpstr>Презентация PowerPoint</vt:lpstr>
      <vt:lpstr>Презентация PowerPoint</vt:lpstr>
      <vt:lpstr>...and our sets of editable icons</vt:lpstr>
      <vt:lpstr>Educational Icons</vt:lpstr>
      <vt:lpstr>Business Icons</vt:lpstr>
      <vt:lpstr>Help &amp; Support Icons</vt:lpstr>
      <vt:lpstr>Creative Process Icons</vt:lpstr>
      <vt:lpstr>Nature Icons</vt:lpstr>
      <vt:lpstr>SEO &amp; Marketing Icons</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Коломейцев Арсений Михайлович</cp:lastModifiedBy>
  <cp:revision>1</cp:revision>
  <dcterms:modified xsi:type="dcterms:W3CDTF">2025-06-26T07:29:05Z</dcterms:modified>
</cp:coreProperties>
</file>